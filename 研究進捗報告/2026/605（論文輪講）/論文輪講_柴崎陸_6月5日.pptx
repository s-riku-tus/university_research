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4"/>
  </p:notesMasterIdLst>
  <p:sldIdLst>
    <p:sldId id="256" r:id="rId2"/>
    <p:sldId id="299" r:id="rId3"/>
    <p:sldId id="379" r:id="rId4"/>
    <p:sldId id="360" r:id="rId5"/>
    <p:sldId id="375" r:id="rId6"/>
    <p:sldId id="353" r:id="rId7"/>
    <p:sldId id="381" r:id="rId8"/>
    <p:sldId id="382" r:id="rId9"/>
    <p:sldId id="374" r:id="rId10"/>
    <p:sldId id="354" r:id="rId11"/>
    <p:sldId id="383" r:id="rId12"/>
    <p:sldId id="391" r:id="rId13"/>
    <p:sldId id="392" r:id="rId14"/>
    <p:sldId id="393" r:id="rId15"/>
    <p:sldId id="394" r:id="rId16"/>
    <p:sldId id="395" r:id="rId17"/>
    <p:sldId id="367" r:id="rId18"/>
    <p:sldId id="376" r:id="rId19"/>
    <p:sldId id="371" r:id="rId20"/>
    <p:sldId id="372" r:id="rId21"/>
    <p:sldId id="396" r:id="rId22"/>
    <p:sldId id="397" r:id="rId23"/>
  </p:sldIdLst>
  <p:sldSz cx="18288000" cy="10287000"/>
  <p:notesSz cx="6858000" cy="9144000"/>
  <p:embeddedFontLst>
    <p:embeddedFont>
      <p:font typeface="Source Han Sans JP" panose="020B0600070205080204" charset="-128"/>
      <p:regular r:id="rId25"/>
    </p:embeddedFont>
    <p:embeddedFont>
      <p:font typeface="Source Han Sans JP Bold" panose="020B0600070205080204" charset="-128"/>
      <p:regular r:id="rId26"/>
    </p:embeddedFont>
    <p:embeddedFont>
      <p:font typeface="Source Han Sans JP Medium" panose="020B0600070205080204" charset="-128"/>
      <p:regular r:id="rId27"/>
    </p:embeddedFont>
    <p:embeddedFont>
      <p:font typeface="Cambria Math" panose="02040503050406030204" pitchFamily="18" charset="0"/>
      <p:regular r:id="rId28"/>
    </p:embeddedFont>
    <p:embeddedFont>
      <p:font typeface="Now" panose="020B0600070205080204" charset="0"/>
      <p:regular r:id="rId29"/>
    </p:embeddedFont>
    <p:embeddedFont>
      <p:font typeface="游ゴシック" panose="020B0400000000000000" pitchFamily="50" charset="-128"/>
      <p:regular r:id="rId30"/>
      <p:bold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14FD809A-16E9-4A61-A3AB-0BA26E6F3F4C}">
          <p14:sldIdLst>
            <p14:sldId id="256"/>
            <p14:sldId id="299"/>
            <p14:sldId id="379"/>
            <p14:sldId id="360"/>
            <p14:sldId id="375"/>
            <p14:sldId id="353"/>
            <p14:sldId id="381"/>
            <p14:sldId id="382"/>
            <p14:sldId id="374"/>
            <p14:sldId id="354"/>
            <p14:sldId id="383"/>
            <p14:sldId id="391"/>
            <p14:sldId id="392"/>
            <p14:sldId id="393"/>
            <p14:sldId id="394"/>
            <p14:sldId id="395"/>
            <p14:sldId id="367"/>
            <p14:sldId id="376"/>
            <p14:sldId id="371"/>
            <p14:sldId id="372"/>
            <p14:sldId id="396"/>
            <p14:sldId id="397"/>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276F8"/>
    <a:srgbClr val="86B8B7"/>
    <a:srgbClr val="B0D0CE"/>
    <a:srgbClr val="C8DEDD"/>
    <a:srgbClr val="F79646"/>
    <a:srgbClr val="DBE9E8"/>
    <a:srgbClr val="ECF1F1"/>
    <a:srgbClr val="93BFBE"/>
    <a:srgbClr val="76AEAD"/>
    <a:srgbClr val="5DC7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9990F9-E721-44F6-ACC1-60CCC2036168}" v="16" dt="2026-04-30T12:44:23.269"/>
    <p1510:client id="{BF59CE36-4A4D-4065-ADD0-C4A35ECCB0B4}" v="5" dt="2026-05-01T02:30:28.1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05" autoAdjust="0"/>
    <p:restoredTop sz="70438" autoAdjust="0"/>
  </p:normalViewPr>
  <p:slideViewPr>
    <p:cSldViewPr>
      <p:cViewPr varScale="1">
        <p:scale>
          <a:sx n="50" d="100"/>
          <a:sy n="50" d="100"/>
        </p:scale>
        <p:origin x="300" y="24"/>
      </p:cViewPr>
      <p:guideLst>
        <p:guide orient="horz" pos="2160"/>
        <p:guide pos="2880"/>
      </p:guideLst>
    </p:cSldViewPr>
  </p:slideViewPr>
  <p:outlineViewPr>
    <p:cViewPr>
      <p:scale>
        <a:sx n="33" d="100"/>
        <a:sy n="33" d="100"/>
      </p:scale>
      <p:origin x="0" y="-642"/>
    </p:cViewPr>
  </p:outlineViewPr>
  <p:notesTextViewPr>
    <p:cViewPr>
      <p:scale>
        <a:sx n="3" d="2"/>
        <a:sy n="3" d="2"/>
      </p:scale>
      <p:origin x="0" y="0"/>
    </p:cViewPr>
  </p:notesTextViewPr>
  <p:sorterViewPr>
    <p:cViewPr>
      <p:scale>
        <a:sx n="100" d="100"/>
        <a:sy n="100" d="100"/>
      </p:scale>
      <p:origin x="0" y="-5370"/>
    </p:cViewPr>
  </p:sorterViewPr>
  <p:notesViewPr>
    <p:cSldViewPr>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陸 柴崎" userId="47b6e960b06a1f92" providerId="LiveId" clId="{DFDF2D9E-0FA2-4FD2-962D-E4713059FE82}"/>
    <pc:docChg chg="undo custSel addSld delSld modSld sldOrd delSection modSection">
      <pc:chgData name="陸 柴崎" userId="47b6e960b06a1f92" providerId="LiveId" clId="{DFDF2D9E-0FA2-4FD2-962D-E4713059FE82}" dt="2026-05-01T06:06:38.060" v="9884" actId="20577"/>
      <pc:docMkLst>
        <pc:docMk/>
      </pc:docMkLst>
      <pc:sldChg chg="modSp mod">
        <pc:chgData name="陸 柴崎" userId="47b6e960b06a1f92" providerId="LiveId" clId="{DFDF2D9E-0FA2-4FD2-962D-E4713059FE82}" dt="2026-05-01T01:59:29.179" v="8510" actId="20577"/>
        <pc:sldMkLst>
          <pc:docMk/>
          <pc:sldMk cId="0" sldId="256"/>
        </pc:sldMkLst>
        <pc:spChg chg="mod">
          <ac:chgData name="陸 柴崎" userId="47b6e960b06a1f92" providerId="LiveId" clId="{DFDF2D9E-0FA2-4FD2-962D-E4713059FE82}" dt="2026-04-27T06:20:40.232" v="18" actId="1076"/>
          <ac:spMkLst>
            <pc:docMk/>
            <pc:sldMk cId="0" sldId="256"/>
            <ac:spMk id="13" creationId="{9E46055B-DA28-1F66-CD59-78CAAB0910E0}"/>
          </ac:spMkLst>
        </pc:spChg>
        <pc:spChg chg="mod">
          <ac:chgData name="陸 柴崎" userId="47b6e960b06a1f92" providerId="LiveId" clId="{DFDF2D9E-0FA2-4FD2-962D-E4713059FE82}" dt="2026-04-27T06:20:01.044" v="14" actId="1076"/>
          <ac:spMkLst>
            <pc:docMk/>
            <pc:sldMk cId="0" sldId="256"/>
            <ac:spMk id="14" creationId="{5A851D26-D12C-C610-35D6-4EE88EAAA3D9}"/>
          </ac:spMkLst>
        </pc:spChg>
        <pc:spChg chg="mod">
          <ac:chgData name="陸 柴崎" userId="47b6e960b06a1f92" providerId="LiveId" clId="{DFDF2D9E-0FA2-4FD2-962D-E4713059FE82}" dt="2026-05-01T01:59:29.179" v="8510" actId="20577"/>
          <ac:spMkLst>
            <pc:docMk/>
            <pc:sldMk cId="0" sldId="256"/>
            <ac:spMk id="20" creationId="{00000000-0000-0000-0000-000000000000}"/>
          </ac:spMkLst>
        </pc:spChg>
      </pc:sldChg>
      <pc:sldChg chg="del">
        <pc:chgData name="陸 柴崎" userId="47b6e960b06a1f92" providerId="LiveId" clId="{DFDF2D9E-0FA2-4FD2-962D-E4713059FE82}" dt="2026-04-30T12:03:43.408" v="7465" actId="47"/>
        <pc:sldMkLst>
          <pc:docMk/>
          <pc:sldMk cId="1799079156" sldId="298"/>
        </pc:sldMkLst>
      </pc:sldChg>
      <pc:sldChg chg="del">
        <pc:chgData name="陸 柴崎" userId="47b6e960b06a1f92" providerId="LiveId" clId="{DFDF2D9E-0FA2-4FD2-962D-E4713059FE82}" dt="2026-04-30T12:03:42.818" v="7462" actId="47"/>
        <pc:sldMkLst>
          <pc:docMk/>
          <pc:sldMk cId="3435325129" sldId="302"/>
        </pc:sldMkLst>
      </pc:sldChg>
      <pc:sldChg chg="del">
        <pc:chgData name="陸 柴崎" userId="47b6e960b06a1f92" providerId="LiveId" clId="{DFDF2D9E-0FA2-4FD2-962D-E4713059FE82}" dt="2026-04-30T12:03:42.370" v="7460" actId="47"/>
        <pc:sldMkLst>
          <pc:docMk/>
          <pc:sldMk cId="1994194877" sldId="303"/>
        </pc:sldMkLst>
      </pc:sldChg>
      <pc:sldChg chg="del">
        <pc:chgData name="陸 柴崎" userId="47b6e960b06a1f92" providerId="LiveId" clId="{DFDF2D9E-0FA2-4FD2-962D-E4713059FE82}" dt="2026-04-30T12:03:43.208" v="7464" actId="47"/>
        <pc:sldMkLst>
          <pc:docMk/>
          <pc:sldMk cId="2731234333" sldId="342"/>
        </pc:sldMkLst>
      </pc:sldChg>
      <pc:sldChg chg="del">
        <pc:chgData name="陸 柴崎" userId="47b6e960b06a1f92" providerId="LiveId" clId="{DFDF2D9E-0FA2-4FD2-962D-E4713059FE82}" dt="2026-04-30T12:03:42.961" v="7463" actId="47"/>
        <pc:sldMkLst>
          <pc:docMk/>
          <pc:sldMk cId="1352494329" sldId="343"/>
        </pc:sldMkLst>
      </pc:sldChg>
      <pc:sldChg chg="del">
        <pc:chgData name="陸 柴崎" userId="47b6e960b06a1f92" providerId="LiveId" clId="{DFDF2D9E-0FA2-4FD2-962D-E4713059FE82}" dt="2026-04-30T12:03:42.678" v="7461" actId="47"/>
        <pc:sldMkLst>
          <pc:docMk/>
          <pc:sldMk cId="3838289704" sldId="344"/>
        </pc:sldMkLst>
      </pc:sldChg>
      <pc:sldChg chg="del">
        <pc:chgData name="陸 柴崎" userId="47b6e960b06a1f92" providerId="LiveId" clId="{DFDF2D9E-0FA2-4FD2-962D-E4713059FE82}" dt="2026-04-30T12:03:43.946" v="7467" actId="47"/>
        <pc:sldMkLst>
          <pc:docMk/>
          <pc:sldMk cId="3703406585" sldId="350"/>
        </pc:sldMkLst>
      </pc:sldChg>
      <pc:sldChg chg="del">
        <pc:chgData name="陸 柴崎" userId="47b6e960b06a1f92" providerId="LiveId" clId="{DFDF2D9E-0FA2-4FD2-962D-E4713059FE82}" dt="2026-04-30T12:03:44.859" v="7468" actId="47"/>
        <pc:sldMkLst>
          <pc:docMk/>
          <pc:sldMk cId="2561804069" sldId="352"/>
        </pc:sldMkLst>
      </pc:sldChg>
      <pc:sldChg chg="addSp delSp modSp mod">
        <pc:chgData name="陸 柴崎" userId="47b6e960b06a1f92" providerId="LiveId" clId="{DFDF2D9E-0FA2-4FD2-962D-E4713059FE82}" dt="2026-04-29T04:10:11.052" v="2533" actId="478"/>
        <pc:sldMkLst>
          <pc:docMk/>
          <pc:sldMk cId="1839823296" sldId="353"/>
        </pc:sldMkLst>
        <pc:spChg chg="add del mod">
          <ac:chgData name="陸 柴崎" userId="47b6e960b06a1f92" providerId="LiveId" clId="{DFDF2D9E-0FA2-4FD2-962D-E4713059FE82}" dt="2026-04-29T03:56:56.619" v="1593" actId="1076"/>
          <ac:spMkLst>
            <pc:docMk/>
            <pc:sldMk cId="1839823296" sldId="353"/>
            <ac:spMk id="4" creationId="{C90D2EC1-E0C6-CB2C-2E16-E495BB28CAC2}"/>
          </ac:spMkLst>
        </pc:spChg>
        <pc:spChg chg="mod">
          <ac:chgData name="陸 柴崎" userId="47b6e960b06a1f92" providerId="LiveId" clId="{DFDF2D9E-0FA2-4FD2-962D-E4713059FE82}" dt="2026-04-29T03:59:13.531" v="1837" actId="20577"/>
          <ac:spMkLst>
            <pc:docMk/>
            <pc:sldMk cId="1839823296" sldId="353"/>
            <ac:spMk id="5" creationId="{E4738322-4920-5653-9CB1-4917B1597833}"/>
          </ac:spMkLst>
        </pc:spChg>
        <pc:spChg chg="add del mod">
          <ac:chgData name="陸 柴崎" userId="47b6e960b06a1f92" providerId="LiveId" clId="{DFDF2D9E-0FA2-4FD2-962D-E4713059FE82}" dt="2026-04-29T03:56:59.892" v="1594" actId="1076"/>
          <ac:spMkLst>
            <pc:docMk/>
            <pc:sldMk cId="1839823296" sldId="353"/>
            <ac:spMk id="8" creationId="{C63D8827-0A27-19B0-C566-8649470AE413}"/>
          </ac:spMkLst>
        </pc:spChg>
        <pc:spChg chg="add mod">
          <ac:chgData name="陸 柴崎" userId="47b6e960b06a1f92" providerId="LiveId" clId="{DFDF2D9E-0FA2-4FD2-962D-E4713059FE82}" dt="2026-04-29T03:57:08.277" v="1595" actId="1076"/>
          <ac:spMkLst>
            <pc:docMk/>
            <pc:sldMk cId="1839823296" sldId="353"/>
            <ac:spMk id="9" creationId="{33008352-DBFB-6A87-3618-5E6554B75EE3}"/>
          </ac:spMkLst>
        </pc:spChg>
        <pc:spChg chg="add mod">
          <ac:chgData name="陸 柴崎" userId="47b6e960b06a1f92" providerId="LiveId" clId="{DFDF2D9E-0FA2-4FD2-962D-E4713059FE82}" dt="2026-04-29T04:00:22.775" v="1846" actId="1076"/>
          <ac:spMkLst>
            <pc:docMk/>
            <pc:sldMk cId="1839823296" sldId="353"/>
            <ac:spMk id="27" creationId="{82A7A710-567C-62B5-4F83-EFCCA0EC628B}"/>
          </ac:spMkLst>
        </pc:spChg>
        <pc:spChg chg="mod">
          <ac:chgData name="陸 柴崎" userId="47b6e960b06a1f92" providerId="LiveId" clId="{DFDF2D9E-0FA2-4FD2-962D-E4713059FE82}" dt="2026-04-29T03:53:55.871" v="1273" actId="20577"/>
          <ac:spMkLst>
            <pc:docMk/>
            <pc:sldMk cId="1839823296" sldId="353"/>
            <ac:spMk id="40" creationId="{2E361B5C-CFB1-8AAC-7296-520CE6FBC6A1}"/>
          </ac:spMkLst>
        </pc:spChg>
        <pc:spChg chg="mod">
          <ac:chgData name="陸 柴崎" userId="47b6e960b06a1f92" providerId="LiveId" clId="{DFDF2D9E-0FA2-4FD2-962D-E4713059FE82}" dt="2026-04-29T03:56:41.346" v="1590" actId="1076"/>
          <ac:spMkLst>
            <pc:docMk/>
            <pc:sldMk cId="1839823296" sldId="353"/>
            <ac:spMk id="45" creationId="{E9C36849-A082-11E7-2684-5B557E7897FE}"/>
          </ac:spMkLst>
        </pc:spChg>
        <pc:spChg chg="mod">
          <ac:chgData name="陸 柴崎" userId="47b6e960b06a1f92" providerId="LiveId" clId="{DFDF2D9E-0FA2-4FD2-962D-E4713059FE82}" dt="2026-04-29T03:56:46.360" v="1591" actId="1076"/>
          <ac:spMkLst>
            <pc:docMk/>
            <pc:sldMk cId="1839823296" sldId="353"/>
            <ac:spMk id="46" creationId="{066A62D8-A21F-9B61-8968-DA5E5C0EAB8E}"/>
          </ac:spMkLst>
        </pc:spChg>
        <pc:spChg chg="mod">
          <ac:chgData name="陸 柴崎" userId="47b6e960b06a1f92" providerId="LiveId" clId="{DFDF2D9E-0FA2-4FD2-962D-E4713059FE82}" dt="2026-04-29T03:58:58.359" v="1822" actId="1076"/>
          <ac:spMkLst>
            <pc:docMk/>
            <pc:sldMk cId="1839823296" sldId="353"/>
            <ac:spMk id="52" creationId="{82EDB9AC-CB59-BEFD-B5DC-46020D7D6414}"/>
          </ac:spMkLst>
        </pc:spChg>
        <pc:spChg chg="mod">
          <ac:chgData name="陸 柴崎" userId="47b6e960b06a1f92" providerId="LiveId" clId="{DFDF2D9E-0FA2-4FD2-962D-E4713059FE82}" dt="2026-04-29T03:58:58.359" v="1822" actId="1076"/>
          <ac:spMkLst>
            <pc:docMk/>
            <pc:sldMk cId="1839823296" sldId="353"/>
            <ac:spMk id="56" creationId="{9CAA9BC2-A211-526C-F842-BB79298AA7F4}"/>
          </ac:spMkLst>
        </pc:spChg>
      </pc:sldChg>
      <pc:sldChg chg="addSp delSp modSp mod modNotesTx">
        <pc:chgData name="陸 柴崎" userId="47b6e960b06a1f92" providerId="LiveId" clId="{DFDF2D9E-0FA2-4FD2-962D-E4713059FE82}" dt="2026-04-30T11:42:28.255" v="7023" actId="20577"/>
        <pc:sldMkLst>
          <pc:docMk/>
          <pc:sldMk cId="427512372" sldId="354"/>
        </pc:sldMkLst>
        <pc:spChg chg="mod">
          <ac:chgData name="陸 柴崎" userId="47b6e960b06a1f92" providerId="LiveId" clId="{DFDF2D9E-0FA2-4FD2-962D-E4713059FE82}" dt="2026-04-29T04:31:20.483" v="3511" actId="20577"/>
          <ac:spMkLst>
            <pc:docMk/>
            <pc:sldMk cId="427512372" sldId="354"/>
            <ac:spMk id="3" creationId="{CC63A3F2-F528-F444-0694-96656D4D2EE7}"/>
          </ac:spMkLst>
        </pc:spChg>
        <pc:spChg chg="add mod">
          <ac:chgData name="陸 柴崎" userId="47b6e960b06a1f92" providerId="LiveId" clId="{DFDF2D9E-0FA2-4FD2-962D-E4713059FE82}" dt="2026-04-29T04:25:16.933" v="3373" actId="1076"/>
          <ac:spMkLst>
            <pc:docMk/>
            <pc:sldMk cId="427512372" sldId="354"/>
            <ac:spMk id="26" creationId="{5C753089-F9CD-9366-72E7-496592706051}"/>
          </ac:spMkLst>
        </pc:spChg>
        <pc:picChg chg="add mod modCrop">
          <ac:chgData name="陸 柴崎" userId="47b6e960b06a1f92" providerId="LiveId" clId="{DFDF2D9E-0FA2-4FD2-962D-E4713059FE82}" dt="2026-04-29T04:24:02.252" v="3359" actId="1076"/>
          <ac:picMkLst>
            <pc:docMk/>
            <pc:sldMk cId="427512372" sldId="354"/>
            <ac:picMk id="8" creationId="{1115FAC0-2CBF-A93E-1DDA-3BC9BBCB9BA1}"/>
          </ac:picMkLst>
        </pc:picChg>
      </pc:sldChg>
      <pc:sldChg chg="del">
        <pc:chgData name="陸 柴崎" userId="47b6e960b06a1f92" providerId="LiveId" clId="{DFDF2D9E-0FA2-4FD2-962D-E4713059FE82}" dt="2026-04-30T12:03:43.622" v="7466" actId="47"/>
        <pc:sldMkLst>
          <pc:docMk/>
          <pc:sldMk cId="3000279953" sldId="359"/>
        </pc:sldMkLst>
      </pc:sldChg>
      <pc:sldChg chg="modSp mod">
        <pc:chgData name="陸 柴崎" userId="47b6e960b06a1f92" providerId="LiveId" clId="{DFDF2D9E-0FA2-4FD2-962D-E4713059FE82}" dt="2026-05-01T02:01:25.372" v="8646" actId="20577"/>
        <pc:sldMkLst>
          <pc:docMk/>
          <pc:sldMk cId="609340271" sldId="360"/>
        </pc:sldMkLst>
        <pc:spChg chg="mod">
          <ac:chgData name="陸 柴崎" userId="47b6e960b06a1f92" providerId="LiveId" clId="{DFDF2D9E-0FA2-4FD2-962D-E4713059FE82}" dt="2026-04-27T06:46:45.807" v="668" actId="1076"/>
          <ac:spMkLst>
            <pc:docMk/>
            <pc:sldMk cId="609340271" sldId="360"/>
            <ac:spMk id="3" creationId="{F2A5ABC3-E266-0634-4B4D-A255C12B0297}"/>
          </ac:spMkLst>
        </pc:spChg>
        <pc:spChg chg="mod">
          <ac:chgData name="陸 柴崎" userId="47b6e960b06a1f92" providerId="LiveId" clId="{DFDF2D9E-0FA2-4FD2-962D-E4713059FE82}" dt="2026-05-01T02:01:25.372" v="8646" actId="20577"/>
          <ac:spMkLst>
            <pc:docMk/>
            <pc:sldMk cId="609340271" sldId="360"/>
            <ac:spMk id="4" creationId="{C20DF737-0EA7-732E-D1FB-558737ED9428}"/>
          </ac:spMkLst>
        </pc:spChg>
        <pc:spChg chg="mod">
          <ac:chgData name="陸 柴崎" userId="47b6e960b06a1f92" providerId="LiveId" clId="{DFDF2D9E-0FA2-4FD2-962D-E4713059FE82}" dt="2026-04-29T04:16:10.132" v="2897" actId="1076"/>
          <ac:spMkLst>
            <pc:docMk/>
            <pc:sldMk cId="609340271" sldId="360"/>
            <ac:spMk id="40" creationId="{18BCDE0D-5E21-57F1-517E-02D58024D4E0}"/>
          </ac:spMkLst>
        </pc:spChg>
        <pc:spChg chg="mod">
          <ac:chgData name="陸 柴崎" userId="47b6e960b06a1f92" providerId="LiveId" clId="{DFDF2D9E-0FA2-4FD2-962D-E4713059FE82}" dt="2026-05-01T02:00:39.339" v="8603" actId="20577"/>
          <ac:spMkLst>
            <pc:docMk/>
            <pc:sldMk cId="609340271" sldId="360"/>
            <ac:spMk id="57" creationId="{C67B1B63-E895-36A2-FADA-3D87D2B968CB}"/>
          </ac:spMkLst>
        </pc:spChg>
        <pc:spChg chg="mod">
          <ac:chgData name="陸 柴崎" userId="47b6e960b06a1f92" providerId="LiveId" clId="{DFDF2D9E-0FA2-4FD2-962D-E4713059FE82}" dt="2026-04-27T06:46:43.165" v="667" actId="1076"/>
          <ac:spMkLst>
            <pc:docMk/>
            <pc:sldMk cId="609340271" sldId="360"/>
            <ac:spMk id="69" creationId="{5A6EDAFF-02C6-07F6-6A7A-521036718516}"/>
          </ac:spMkLst>
        </pc:spChg>
        <pc:grpChg chg="mod">
          <ac:chgData name="陸 柴崎" userId="47b6e960b06a1f92" providerId="LiveId" clId="{DFDF2D9E-0FA2-4FD2-962D-E4713059FE82}" dt="2026-04-29T04:15:59.903" v="2895" actId="1076"/>
          <ac:grpSpMkLst>
            <pc:docMk/>
            <pc:sldMk cId="609340271" sldId="360"/>
            <ac:grpSpMk id="44" creationId="{8545B1C6-AD44-CAA2-F2D8-7D9E0EE8C615}"/>
          </ac:grpSpMkLst>
        </pc:grpChg>
        <pc:grpChg chg="mod">
          <ac:chgData name="陸 柴崎" userId="47b6e960b06a1f92" providerId="LiveId" clId="{DFDF2D9E-0FA2-4FD2-962D-E4713059FE82}" dt="2026-04-27T06:46:43.165" v="667" actId="1076"/>
          <ac:grpSpMkLst>
            <pc:docMk/>
            <pc:sldMk cId="609340271" sldId="360"/>
            <ac:grpSpMk id="66" creationId="{5D8A99AE-AB03-F0C5-CD0B-198872016830}"/>
          </ac:grpSpMkLst>
        </pc:grpChg>
      </pc:sldChg>
      <pc:sldChg chg="addSp delSp modSp mod modNotesTx">
        <pc:chgData name="陸 柴崎" userId="47b6e960b06a1f92" providerId="LiveId" clId="{DFDF2D9E-0FA2-4FD2-962D-E4713059FE82}" dt="2026-05-01T02:27:22.398" v="9032" actId="20577"/>
        <pc:sldMkLst>
          <pc:docMk/>
          <pc:sldMk cId="1498123991" sldId="367"/>
        </pc:sldMkLst>
        <pc:spChg chg="mod">
          <ac:chgData name="陸 柴崎" userId="47b6e960b06a1f92" providerId="LiveId" clId="{DFDF2D9E-0FA2-4FD2-962D-E4713059FE82}" dt="2026-04-29T04:59:58.190" v="4238" actId="14100"/>
          <ac:spMkLst>
            <pc:docMk/>
            <pc:sldMk cId="1498123991" sldId="367"/>
            <ac:spMk id="3" creationId="{08ED5234-0177-85AC-C2B4-93A061664757}"/>
          </ac:spMkLst>
        </pc:spChg>
        <pc:spChg chg="add mod">
          <ac:chgData name="陸 柴崎" userId="47b6e960b06a1f92" providerId="LiveId" clId="{DFDF2D9E-0FA2-4FD2-962D-E4713059FE82}" dt="2026-04-29T05:01:21.668" v="4482" actId="20577"/>
          <ac:spMkLst>
            <pc:docMk/>
            <pc:sldMk cId="1498123991" sldId="367"/>
            <ac:spMk id="7" creationId="{879BC0AE-5290-3F86-BF5B-32D4A6082E4C}"/>
          </ac:spMkLst>
        </pc:spChg>
        <pc:spChg chg="add mod">
          <ac:chgData name="陸 柴崎" userId="47b6e960b06a1f92" providerId="LiveId" clId="{DFDF2D9E-0FA2-4FD2-962D-E4713059FE82}" dt="2026-05-01T02:27:22.398" v="9032" actId="20577"/>
          <ac:spMkLst>
            <pc:docMk/>
            <pc:sldMk cId="1498123991" sldId="367"/>
            <ac:spMk id="30" creationId="{E56EEF28-2861-3970-36DE-A2E0E9813AA4}"/>
          </ac:spMkLst>
        </pc:spChg>
        <pc:spChg chg="add mod ord">
          <ac:chgData name="陸 柴崎" userId="47b6e960b06a1f92" providerId="LiveId" clId="{DFDF2D9E-0FA2-4FD2-962D-E4713059FE82}" dt="2026-04-30T12:09:20.449" v="7510" actId="14100"/>
          <ac:spMkLst>
            <pc:docMk/>
            <pc:sldMk cId="1498123991" sldId="367"/>
            <ac:spMk id="33" creationId="{64818BBA-FF9C-64C5-603F-C9F3CC9A6057}"/>
          </ac:spMkLst>
        </pc:spChg>
      </pc:sldChg>
      <pc:sldChg chg="addSp modSp mod">
        <pc:chgData name="陸 柴崎" userId="47b6e960b06a1f92" providerId="LiveId" clId="{DFDF2D9E-0FA2-4FD2-962D-E4713059FE82}" dt="2026-04-30T12:13:01.075" v="7729" actId="14100"/>
        <pc:sldMkLst>
          <pc:docMk/>
          <pc:sldMk cId="171453735" sldId="369"/>
        </pc:sldMkLst>
        <pc:spChg chg="add mod">
          <ac:chgData name="陸 柴崎" userId="47b6e960b06a1f92" providerId="LiveId" clId="{DFDF2D9E-0FA2-4FD2-962D-E4713059FE82}" dt="2026-04-30T12:13:01.075" v="7729" actId="14100"/>
          <ac:spMkLst>
            <pc:docMk/>
            <pc:sldMk cId="171453735" sldId="369"/>
            <ac:spMk id="4" creationId="{35323E74-E127-4A5B-83FF-EAD20FF8CF43}"/>
          </ac:spMkLst>
        </pc:spChg>
        <pc:spChg chg="add mod">
          <ac:chgData name="陸 柴崎" userId="47b6e960b06a1f92" providerId="LiveId" clId="{DFDF2D9E-0FA2-4FD2-962D-E4713059FE82}" dt="2026-04-30T12:12:49.663" v="7726" actId="1076"/>
          <ac:spMkLst>
            <pc:docMk/>
            <pc:sldMk cId="171453735" sldId="369"/>
            <ac:spMk id="5" creationId="{F5B0D247-F7A5-E1C5-944F-190027EC9A59}"/>
          </ac:spMkLst>
        </pc:spChg>
        <pc:picChg chg="mod">
          <ac:chgData name="陸 柴崎" userId="47b6e960b06a1f92" providerId="LiveId" clId="{DFDF2D9E-0FA2-4FD2-962D-E4713059FE82}" dt="2026-04-30T12:12:07.067" v="7674" actId="1037"/>
          <ac:picMkLst>
            <pc:docMk/>
            <pc:sldMk cId="171453735" sldId="369"/>
            <ac:picMk id="7" creationId="{3B21797C-4B43-4185-96B5-AC113D6E6ADC}"/>
          </ac:picMkLst>
        </pc:picChg>
      </pc:sldChg>
      <pc:sldChg chg="addSp delSp modSp mod">
        <pc:chgData name="陸 柴崎" userId="47b6e960b06a1f92" providerId="LiveId" clId="{DFDF2D9E-0FA2-4FD2-962D-E4713059FE82}" dt="2026-04-30T12:38:24.584" v="7925" actId="20577"/>
        <pc:sldMkLst>
          <pc:docMk/>
          <pc:sldMk cId="776935616" sldId="371"/>
        </pc:sldMkLst>
        <pc:spChg chg="mod">
          <ac:chgData name="陸 柴崎" userId="47b6e960b06a1f92" providerId="LiveId" clId="{DFDF2D9E-0FA2-4FD2-962D-E4713059FE82}" dt="2026-04-30T11:06:49.534" v="5705" actId="20577"/>
          <ac:spMkLst>
            <pc:docMk/>
            <pc:sldMk cId="776935616" sldId="371"/>
            <ac:spMk id="3" creationId="{5EECB152-7FF6-E7FF-4AED-B64C4FB0C9EA}"/>
          </ac:spMkLst>
        </pc:spChg>
        <pc:spChg chg="add mod">
          <ac:chgData name="陸 柴崎" userId="47b6e960b06a1f92" providerId="LiveId" clId="{DFDF2D9E-0FA2-4FD2-962D-E4713059FE82}" dt="2026-04-30T12:38:24.584" v="7925" actId="20577"/>
          <ac:spMkLst>
            <pc:docMk/>
            <pc:sldMk cId="776935616" sldId="371"/>
            <ac:spMk id="26" creationId="{46F98B60-0235-A762-1515-E980046B9D29}"/>
          </ac:spMkLst>
        </pc:spChg>
        <pc:spChg chg="mod">
          <ac:chgData name="陸 柴崎" userId="47b6e960b06a1f92" providerId="LiveId" clId="{DFDF2D9E-0FA2-4FD2-962D-E4713059FE82}" dt="2026-04-30T10:56:23.708" v="5120" actId="14100"/>
          <ac:spMkLst>
            <pc:docMk/>
            <pc:sldMk cId="776935616" sldId="371"/>
            <ac:spMk id="35" creationId="{4E9B6F8F-4409-0CAE-15CC-B110B0D31EE9}"/>
          </ac:spMkLst>
        </pc:spChg>
        <pc:spChg chg="mod">
          <ac:chgData name="陸 柴崎" userId="47b6e960b06a1f92" providerId="LiveId" clId="{DFDF2D9E-0FA2-4FD2-962D-E4713059FE82}" dt="2026-04-30T11:03:15.213" v="5443" actId="20577"/>
          <ac:spMkLst>
            <pc:docMk/>
            <pc:sldMk cId="776935616" sldId="371"/>
            <ac:spMk id="36" creationId="{2AD0E88D-EB32-5444-2C66-41FED6D1ACB3}"/>
          </ac:spMkLst>
        </pc:spChg>
        <pc:grpChg chg="del">
          <ac:chgData name="陸 柴崎" userId="47b6e960b06a1f92" providerId="LiveId" clId="{DFDF2D9E-0FA2-4FD2-962D-E4713059FE82}" dt="2026-04-30T10:30:11.585" v="5109" actId="478"/>
          <ac:grpSpMkLst>
            <pc:docMk/>
            <pc:sldMk cId="776935616" sldId="371"/>
            <ac:grpSpMk id="4" creationId="{236D53AE-1A73-0450-EA89-76FC7FA3C1BC}"/>
          </ac:grpSpMkLst>
        </pc:grpChg>
        <pc:picChg chg="del">
          <ac:chgData name="陸 柴崎" userId="47b6e960b06a1f92" providerId="LiveId" clId="{DFDF2D9E-0FA2-4FD2-962D-E4713059FE82}" dt="2026-04-30T10:30:10.433" v="5108" actId="478"/>
          <ac:picMkLst>
            <pc:docMk/>
            <pc:sldMk cId="776935616" sldId="371"/>
            <ac:picMk id="8" creationId="{2DABA004-AD43-F198-956D-5E8B266AEA47}"/>
          </ac:picMkLst>
        </pc:picChg>
        <pc:picChg chg="add mod">
          <ac:chgData name="陸 柴崎" userId="47b6e960b06a1f92" providerId="LiveId" clId="{DFDF2D9E-0FA2-4FD2-962D-E4713059FE82}" dt="2026-04-30T10:56:25.765" v="5121" actId="1076"/>
          <ac:picMkLst>
            <pc:docMk/>
            <pc:sldMk cId="776935616" sldId="371"/>
            <ac:picMk id="9" creationId="{853EFD15-E12B-03F4-C8F1-91ABB8636351}"/>
          </ac:picMkLst>
        </pc:picChg>
      </pc:sldChg>
      <pc:sldChg chg="addSp delSp modSp mod">
        <pc:chgData name="陸 柴崎" userId="47b6e960b06a1f92" providerId="LiveId" clId="{DFDF2D9E-0FA2-4FD2-962D-E4713059FE82}" dt="2026-05-01T02:04:50.855" v="8714" actId="20577"/>
        <pc:sldMkLst>
          <pc:docMk/>
          <pc:sldMk cId="2501506395" sldId="372"/>
        </pc:sldMkLst>
        <pc:spChg chg="mod">
          <ac:chgData name="陸 柴崎" userId="47b6e960b06a1f92" providerId="LiveId" clId="{DFDF2D9E-0FA2-4FD2-962D-E4713059FE82}" dt="2026-04-30T11:07:02.240" v="5714" actId="20577"/>
          <ac:spMkLst>
            <pc:docMk/>
            <pc:sldMk cId="2501506395" sldId="372"/>
            <ac:spMk id="3" creationId="{47C59F46-929A-5313-7A47-8A2B5F2DD145}"/>
          </ac:spMkLst>
        </pc:spChg>
        <pc:spChg chg="add mod">
          <ac:chgData name="陸 柴崎" userId="47b6e960b06a1f92" providerId="LiveId" clId="{DFDF2D9E-0FA2-4FD2-962D-E4713059FE82}" dt="2026-04-30T11:11:34.286" v="5929" actId="20577"/>
          <ac:spMkLst>
            <pc:docMk/>
            <pc:sldMk cId="2501506395" sldId="372"/>
            <ac:spMk id="7" creationId="{6DB342B9-19AE-5210-55C8-A8A36BDE9938}"/>
          </ac:spMkLst>
        </pc:spChg>
        <pc:spChg chg="add mod">
          <ac:chgData name="陸 柴崎" userId="47b6e960b06a1f92" providerId="LiveId" clId="{DFDF2D9E-0FA2-4FD2-962D-E4713059FE82}" dt="2026-04-30T11:10:33.081" v="5922" actId="1076"/>
          <ac:spMkLst>
            <pc:docMk/>
            <pc:sldMk cId="2501506395" sldId="372"/>
            <ac:spMk id="8" creationId="{C0AB0A08-AA76-1B94-50D7-A4DC865FDEF0}"/>
          </ac:spMkLst>
        </pc:spChg>
        <pc:spChg chg="add mod">
          <ac:chgData name="陸 柴崎" userId="47b6e960b06a1f92" providerId="LiveId" clId="{DFDF2D9E-0FA2-4FD2-962D-E4713059FE82}" dt="2026-05-01T02:04:50.855" v="8714" actId="20577"/>
          <ac:spMkLst>
            <pc:docMk/>
            <pc:sldMk cId="2501506395" sldId="372"/>
            <ac:spMk id="9" creationId="{D53A01AB-427B-8278-81F6-B22FE67A4405}"/>
          </ac:spMkLst>
        </pc:spChg>
        <pc:spChg chg="del">
          <ac:chgData name="陸 柴崎" userId="47b6e960b06a1f92" providerId="LiveId" clId="{DFDF2D9E-0FA2-4FD2-962D-E4713059FE82}" dt="2026-04-30T11:07:47.432" v="5767" actId="478"/>
          <ac:spMkLst>
            <pc:docMk/>
            <pc:sldMk cId="2501506395" sldId="372"/>
            <ac:spMk id="26" creationId="{FA44AA86-CC4E-9DCA-3BCA-FB990A938400}"/>
          </ac:spMkLst>
        </pc:spChg>
        <pc:spChg chg="del">
          <ac:chgData name="陸 柴崎" userId="47b6e960b06a1f92" providerId="LiveId" clId="{DFDF2D9E-0FA2-4FD2-962D-E4713059FE82}" dt="2026-04-30T11:07:44.869" v="5764" actId="478"/>
          <ac:spMkLst>
            <pc:docMk/>
            <pc:sldMk cId="2501506395" sldId="372"/>
            <ac:spMk id="27" creationId="{81ABA0E8-3737-8390-325D-CEBBBD631BA2}"/>
          </ac:spMkLst>
        </pc:spChg>
        <pc:spChg chg="del">
          <ac:chgData name="陸 柴崎" userId="47b6e960b06a1f92" providerId="LiveId" clId="{DFDF2D9E-0FA2-4FD2-962D-E4713059FE82}" dt="2026-04-30T11:07:46.558" v="5766" actId="478"/>
          <ac:spMkLst>
            <pc:docMk/>
            <pc:sldMk cId="2501506395" sldId="372"/>
            <ac:spMk id="32" creationId="{E7ED83AF-043F-4A88-E6C8-A642B6683DD8}"/>
          </ac:spMkLst>
        </pc:spChg>
        <pc:spChg chg="del">
          <ac:chgData name="陸 柴崎" userId="47b6e960b06a1f92" providerId="LiveId" clId="{DFDF2D9E-0FA2-4FD2-962D-E4713059FE82}" dt="2026-04-30T11:07:45.756" v="5765" actId="478"/>
          <ac:spMkLst>
            <pc:docMk/>
            <pc:sldMk cId="2501506395" sldId="372"/>
            <ac:spMk id="34" creationId="{1C4A924E-5DBF-DCBE-B85E-71B6461FEEB3}"/>
          </ac:spMkLst>
        </pc:spChg>
        <pc:grpChg chg="del">
          <ac:chgData name="陸 柴崎" userId="47b6e960b06a1f92" providerId="LiveId" clId="{DFDF2D9E-0FA2-4FD2-962D-E4713059FE82}" dt="2026-04-30T11:07:14.586" v="5715" actId="478"/>
          <ac:grpSpMkLst>
            <pc:docMk/>
            <pc:sldMk cId="2501506395" sldId="372"/>
            <ac:grpSpMk id="4" creationId="{AF75046B-34BD-EC57-D8CA-E92700DCBC3D}"/>
          </ac:grpSpMkLst>
        </pc:grpChg>
        <pc:picChg chg="add mod">
          <ac:chgData name="陸 柴崎" userId="47b6e960b06a1f92" providerId="LiveId" clId="{DFDF2D9E-0FA2-4FD2-962D-E4713059FE82}" dt="2026-04-30T11:10:37.477" v="5926" actId="1037"/>
          <ac:picMkLst>
            <pc:docMk/>
            <pc:sldMk cId="2501506395" sldId="372"/>
            <ac:picMk id="29" creationId="{2D1CDC55-C940-2944-210C-358A5CECBC03}"/>
          </ac:picMkLst>
        </pc:picChg>
        <pc:picChg chg="del">
          <ac:chgData name="陸 柴崎" userId="47b6e960b06a1f92" providerId="LiveId" clId="{DFDF2D9E-0FA2-4FD2-962D-E4713059FE82}" dt="2026-04-30T11:07:42.202" v="5763" actId="478"/>
          <ac:picMkLst>
            <pc:docMk/>
            <pc:sldMk cId="2501506395" sldId="372"/>
            <ac:picMk id="33" creationId="{11139286-8B1D-5848-7E1E-0A83959DB6CE}"/>
          </ac:picMkLst>
        </pc:picChg>
      </pc:sldChg>
      <pc:sldChg chg="addSp delSp modSp mod modNotesTx">
        <pc:chgData name="陸 柴崎" userId="47b6e960b06a1f92" providerId="LiveId" clId="{DFDF2D9E-0FA2-4FD2-962D-E4713059FE82}" dt="2026-05-01T06:06:38.060" v="9884" actId="20577"/>
        <pc:sldMkLst>
          <pc:docMk/>
          <pc:sldMk cId="3029064412" sldId="373"/>
        </pc:sldMkLst>
        <pc:spChg chg="mod">
          <ac:chgData name="陸 柴崎" userId="47b6e960b06a1f92" providerId="LiveId" clId="{DFDF2D9E-0FA2-4FD2-962D-E4713059FE82}" dt="2026-05-01T02:05:39.555" v="8748" actId="20577"/>
          <ac:spMkLst>
            <pc:docMk/>
            <pc:sldMk cId="3029064412" sldId="373"/>
            <ac:spMk id="3" creationId="{28EF2D4D-08E5-3592-3EE1-02E9943A7CF9}"/>
          </ac:spMkLst>
        </pc:spChg>
        <pc:spChg chg="add mod">
          <ac:chgData name="陸 柴崎" userId="47b6e960b06a1f92" providerId="LiveId" clId="{DFDF2D9E-0FA2-4FD2-962D-E4713059FE82}" dt="2026-04-30T12:39:59.754" v="8004" actId="1036"/>
          <ac:spMkLst>
            <pc:docMk/>
            <pc:sldMk cId="3029064412" sldId="373"/>
            <ac:spMk id="7" creationId="{55CF3611-8AE0-8D60-F5FF-91EF151B693F}"/>
          </ac:spMkLst>
        </pc:spChg>
        <pc:spChg chg="mod">
          <ac:chgData name="陸 柴崎" userId="47b6e960b06a1f92" providerId="LiveId" clId="{DFDF2D9E-0FA2-4FD2-962D-E4713059FE82}" dt="2026-04-30T12:47:00.265" v="8503" actId="20577"/>
          <ac:spMkLst>
            <pc:docMk/>
            <pc:sldMk cId="3029064412" sldId="373"/>
            <ac:spMk id="8" creationId="{B89DAA68-4148-F088-572F-9ED684EB5AF0}"/>
          </ac:spMkLst>
        </pc:spChg>
        <pc:grpChg chg="del">
          <ac:chgData name="陸 柴崎" userId="47b6e960b06a1f92" providerId="LiveId" clId="{DFDF2D9E-0FA2-4FD2-962D-E4713059FE82}" dt="2026-04-30T11:26:44.391" v="7021" actId="478"/>
          <ac:grpSpMkLst>
            <pc:docMk/>
            <pc:sldMk cId="3029064412" sldId="373"/>
            <ac:grpSpMk id="4" creationId="{B6A2AE1C-786F-4506-913C-8E0E90D16897}"/>
          </ac:grpSpMkLst>
        </pc:grpChg>
      </pc:sldChg>
      <pc:sldChg chg="addSp delSp modSp mod">
        <pc:chgData name="陸 柴崎" userId="47b6e960b06a1f92" providerId="LiveId" clId="{DFDF2D9E-0FA2-4FD2-962D-E4713059FE82}" dt="2026-04-29T03:59:29.806" v="1838" actId="478"/>
        <pc:sldMkLst>
          <pc:docMk/>
          <pc:sldMk cId="686063565" sldId="375"/>
        </pc:sldMkLst>
      </pc:sldChg>
      <pc:sldChg chg="delSp mod">
        <pc:chgData name="陸 柴崎" userId="47b6e960b06a1f92" providerId="LiveId" clId="{DFDF2D9E-0FA2-4FD2-962D-E4713059FE82}" dt="2026-04-30T11:31:43.809" v="7022" actId="478"/>
        <pc:sldMkLst>
          <pc:docMk/>
          <pc:sldMk cId="4231756051" sldId="376"/>
        </pc:sldMkLst>
        <pc:spChg chg="del">
          <ac:chgData name="陸 柴崎" userId="47b6e960b06a1f92" providerId="LiveId" clId="{DFDF2D9E-0FA2-4FD2-962D-E4713059FE82}" dt="2026-04-30T11:31:43.809" v="7022" actId="478"/>
          <ac:spMkLst>
            <pc:docMk/>
            <pc:sldMk cId="4231756051" sldId="376"/>
            <ac:spMk id="2" creationId="{A1B3ADA4-0E49-9FC4-4168-8FE7D0E0D5D9}"/>
          </ac:spMkLst>
        </pc:spChg>
      </pc:sldChg>
      <pc:sldChg chg="addSp delSp modSp mod">
        <pc:chgData name="陸 柴崎" userId="47b6e960b06a1f92" providerId="LiveId" clId="{DFDF2D9E-0FA2-4FD2-962D-E4713059FE82}" dt="2026-05-01T02:05:31.771" v="8724" actId="20577"/>
        <pc:sldMkLst>
          <pc:docMk/>
          <pc:sldMk cId="1738244995" sldId="380"/>
        </pc:sldMkLst>
        <pc:spChg chg="mod">
          <ac:chgData name="陸 柴崎" userId="47b6e960b06a1f92" providerId="LiveId" clId="{DFDF2D9E-0FA2-4FD2-962D-E4713059FE82}" dt="2026-05-01T02:05:31.771" v="8724" actId="20577"/>
          <ac:spMkLst>
            <pc:docMk/>
            <pc:sldMk cId="1738244995" sldId="380"/>
            <ac:spMk id="3" creationId="{BAC40D29-8900-C127-8A5B-38B034C85586}"/>
          </ac:spMkLst>
        </pc:spChg>
        <pc:spChg chg="add mod">
          <ac:chgData name="陸 柴崎" userId="47b6e960b06a1f92" providerId="LiveId" clId="{DFDF2D9E-0FA2-4FD2-962D-E4713059FE82}" dt="2026-04-30T11:11:52.770" v="5960" actId="20577"/>
          <ac:spMkLst>
            <pc:docMk/>
            <pc:sldMk cId="1738244995" sldId="380"/>
            <ac:spMk id="7" creationId="{946D7531-BE52-17EA-AD97-030D514BC7E6}"/>
          </ac:spMkLst>
        </pc:spChg>
        <pc:spChg chg="del">
          <ac:chgData name="陸 柴崎" userId="47b6e960b06a1f92" providerId="LiveId" clId="{DFDF2D9E-0FA2-4FD2-962D-E4713059FE82}" dt="2026-04-30T11:11:41.277" v="5932" actId="478"/>
          <ac:spMkLst>
            <pc:docMk/>
            <pc:sldMk cId="1738244995" sldId="380"/>
            <ac:spMk id="9" creationId="{91D80667-6D1A-E95E-25E0-0F7861ECB8DA}"/>
          </ac:spMkLst>
        </pc:spChg>
        <pc:spChg chg="del">
          <ac:chgData name="陸 柴崎" userId="47b6e960b06a1f92" providerId="LiveId" clId="{DFDF2D9E-0FA2-4FD2-962D-E4713059FE82}" dt="2026-04-30T11:11:41.277" v="5932" actId="478"/>
          <ac:spMkLst>
            <pc:docMk/>
            <pc:sldMk cId="1738244995" sldId="380"/>
            <ac:spMk id="26" creationId="{58762009-5883-A445-BB41-7D67923B374F}"/>
          </ac:spMkLst>
        </pc:spChg>
        <pc:spChg chg="del">
          <ac:chgData name="陸 柴崎" userId="47b6e960b06a1f92" providerId="LiveId" clId="{DFDF2D9E-0FA2-4FD2-962D-E4713059FE82}" dt="2026-04-30T11:11:41.277" v="5932" actId="478"/>
          <ac:spMkLst>
            <pc:docMk/>
            <pc:sldMk cId="1738244995" sldId="380"/>
            <ac:spMk id="27" creationId="{163CD1FE-555E-E577-ED6C-71F063D9ADAE}"/>
          </ac:spMkLst>
        </pc:spChg>
        <pc:spChg chg="del">
          <ac:chgData name="陸 柴崎" userId="47b6e960b06a1f92" providerId="LiveId" clId="{DFDF2D9E-0FA2-4FD2-962D-E4713059FE82}" dt="2026-04-30T11:11:41.277" v="5932" actId="478"/>
          <ac:spMkLst>
            <pc:docMk/>
            <pc:sldMk cId="1738244995" sldId="380"/>
            <ac:spMk id="28" creationId="{F22F5EC0-13F8-55E0-50B8-16773819DAA3}"/>
          </ac:spMkLst>
        </pc:spChg>
        <pc:spChg chg="add mod">
          <ac:chgData name="陸 柴崎" userId="47b6e960b06a1f92" providerId="LiveId" clId="{DFDF2D9E-0FA2-4FD2-962D-E4713059FE82}" dt="2026-04-30T11:17:35.352" v="6100" actId="14100"/>
          <ac:spMkLst>
            <pc:docMk/>
            <pc:sldMk cId="1738244995" sldId="380"/>
            <ac:spMk id="31" creationId="{8C20DBA3-4EDA-282C-5DEF-6E201EDC2ADD}"/>
          </ac:spMkLst>
        </pc:spChg>
        <pc:spChg chg="del">
          <ac:chgData name="陸 柴崎" userId="47b6e960b06a1f92" providerId="LiveId" clId="{DFDF2D9E-0FA2-4FD2-962D-E4713059FE82}" dt="2026-04-30T11:11:41.277" v="5932" actId="478"/>
          <ac:spMkLst>
            <pc:docMk/>
            <pc:sldMk cId="1738244995" sldId="380"/>
            <ac:spMk id="32" creationId="{864B21CC-089A-6F06-C109-E22887242D52}"/>
          </ac:spMkLst>
        </pc:spChg>
        <pc:spChg chg="add mod">
          <ac:chgData name="陸 柴崎" userId="47b6e960b06a1f92" providerId="LiveId" clId="{DFDF2D9E-0FA2-4FD2-962D-E4713059FE82}" dt="2026-04-30T12:07:58.844" v="7508" actId="20577"/>
          <ac:spMkLst>
            <pc:docMk/>
            <pc:sldMk cId="1738244995" sldId="380"/>
            <ac:spMk id="33" creationId="{A3EA4E9A-6017-C2DB-928E-B33916AFB155}"/>
          </ac:spMkLst>
        </pc:spChg>
        <pc:spChg chg="del">
          <ac:chgData name="陸 柴崎" userId="47b6e960b06a1f92" providerId="LiveId" clId="{DFDF2D9E-0FA2-4FD2-962D-E4713059FE82}" dt="2026-04-30T11:11:41.277" v="5932" actId="478"/>
          <ac:spMkLst>
            <pc:docMk/>
            <pc:sldMk cId="1738244995" sldId="380"/>
            <ac:spMk id="34" creationId="{2A17EBDD-F18C-7913-3063-93BFBF0B3890}"/>
          </ac:spMkLst>
        </pc:spChg>
        <pc:grpChg chg="del">
          <ac:chgData name="陸 柴崎" userId="47b6e960b06a1f92" providerId="LiveId" clId="{DFDF2D9E-0FA2-4FD2-962D-E4713059FE82}" dt="2026-04-30T11:11:39.750" v="5931" actId="478"/>
          <ac:grpSpMkLst>
            <pc:docMk/>
            <pc:sldMk cId="1738244995" sldId="380"/>
            <ac:grpSpMk id="4" creationId="{2F2D03CF-2392-67DE-EBB2-03F59AB27DD3}"/>
          </ac:grpSpMkLst>
        </pc:grpChg>
        <pc:picChg chg="del">
          <ac:chgData name="陸 柴崎" userId="47b6e960b06a1f92" providerId="LiveId" clId="{DFDF2D9E-0FA2-4FD2-962D-E4713059FE82}" dt="2026-04-30T11:11:38.797" v="5930" actId="478"/>
          <ac:picMkLst>
            <pc:docMk/>
            <pc:sldMk cId="1738244995" sldId="380"/>
            <ac:picMk id="8" creationId="{D2678DFE-E18C-99FC-3934-7D24897DBD9E}"/>
          </ac:picMkLst>
        </pc:picChg>
        <pc:picChg chg="add mod">
          <ac:chgData name="陸 柴崎" userId="47b6e960b06a1f92" providerId="LiveId" clId="{DFDF2D9E-0FA2-4FD2-962D-E4713059FE82}" dt="2026-04-30T11:23:07.999" v="6324" actId="1035"/>
          <ac:picMkLst>
            <pc:docMk/>
            <pc:sldMk cId="1738244995" sldId="380"/>
            <ac:picMk id="30" creationId="{397F8BA7-C81E-21CE-3A04-0D52C2B75758}"/>
          </ac:picMkLst>
        </pc:picChg>
      </pc:sldChg>
      <pc:sldChg chg="addSp delSp modSp add mod">
        <pc:chgData name="陸 柴崎" userId="47b6e960b06a1f92" providerId="LiveId" clId="{DFDF2D9E-0FA2-4FD2-962D-E4713059FE82}" dt="2026-04-29T04:33:24.054" v="3694" actId="478"/>
        <pc:sldMkLst>
          <pc:docMk/>
          <pc:sldMk cId="248140243" sldId="381"/>
        </pc:sldMkLst>
        <pc:spChg chg="mod">
          <ac:chgData name="陸 柴崎" userId="47b6e960b06a1f92" providerId="LiveId" clId="{DFDF2D9E-0FA2-4FD2-962D-E4713059FE82}" dt="2026-04-29T04:06:15.890" v="2358" actId="20577"/>
          <ac:spMkLst>
            <pc:docMk/>
            <pc:sldMk cId="248140243" sldId="381"/>
            <ac:spMk id="5" creationId="{56D8F5B6-178E-BD85-3538-424ABD8BAE9B}"/>
          </ac:spMkLst>
        </pc:spChg>
        <pc:spChg chg="mod topLvl">
          <ac:chgData name="陸 柴崎" userId="47b6e960b06a1f92" providerId="LiveId" clId="{DFDF2D9E-0FA2-4FD2-962D-E4713059FE82}" dt="2026-04-29T04:15:29.375" v="2891" actId="1076"/>
          <ac:spMkLst>
            <pc:docMk/>
            <pc:sldMk cId="248140243" sldId="381"/>
            <ac:spMk id="7" creationId="{18605AD5-33CD-5F56-876C-164ABED5FF81}"/>
          </ac:spMkLst>
        </pc:spChg>
        <pc:graphicFrameChg chg="add mod modGraphic">
          <ac:chgData name="陸 柴崎" userId="47b6e960b06a1f92" providerId="LiveId" clId="{DFDF2D9E-0FA2-4FD2-962D-E4713059FE82}" dt="2026-04-29T04:15:32.754" v="2892" actId="1076"/>
          <ac:graphicFrameMkLst>
            <pc:docMk/>
            <pc:sldMk cId="248140243" sldId="381"/>
            <ac:graphicFrameMk id="3" creationId="{4BDA7101-20EE-F0BC-E35D-424FA57BC52D}"/>
          </ac:graphicFrameMkLst>
        </pc:graphicFrameChg>
      </pc:sldChg>
      <pc:sldChg chg="addSp delSp modSp add mod ord">
        <pc:chgData name="陸 柴崎" userId="47b6e960b06a1f92" providerId="LiveId" clId="{DFDF2D9E-0FA2-4FD2-962D-E4713059FE82}" dt="2026-04-29T04:23:13.715" v="3239" actId="1076"/>
        <pc:sldMkLst>
          <pc:docMk/>
          <pc:sldMk cId="1836378512" sldId="382"/>
        </pc:sldMkLst>
        <pc:spChg chg="mod">
          <ac:chgData name="陸 柴崎" userId="47b6e960b06a1f92" providerId="LiveId" clId="{DFDF2D9E-0FA2-4FD2-962D-E4713059FE82}" dt="2026-04-29T04:10:27.093" v="2546" actId="20577"/>
          <ac:spMkLst>
            <pc:docMk/>
            <pc:sldMk cId="1836378512" sldId="382"/>
            <ac:spMk id="5" creationId="{B9206AD4-9858-463A-56F9-4A2737CD82D2}"/>
          </ac:spMkLst>
        </pc:spChg>
        <pc:spChg chg="add del mod topLvl">
          <ac:chgData name="陸 柴崎" userId="47b6e960b06a1f92" providerId="LiveId" clId="{DFDF2D9E-0FA2-4FD2-962D-E4713059FE82}" dt="2026-04-29T04:23:13.715" v="3239" actId="1076"/>
          <ac:spMkLst>
            <pc:docMk/>
            <pc:sldMk cId="1836378512" sldId="382"/>
            <ac:spMk id="7" creationId="{9C61A7E0-E56E-51AA-D71E-1F5A45439314}"/>
          </ac:spMkLst>
        </pc:spChg>
        <pc:spChg chg="mod">
          <ac:chgData name="陸 柴崎" userId="47b6e960b06a1f92" providerId="LiveId" clId="{DFDF2D9E-0FA2-4FD2-962D-E4713059FE82}" dt="2026-04-29T04:16:40.790" v="2917" actId="20577"/>
          <ac:spMkLst>
            <pc:docMk/>
            <pc:sldMk cId="1836378512" sldId="382"/>
            <ac:spMk id="33" creationId="{3BF61C23-CB68-F2BB-5C51-A3BD4EF72978}"/>
          </ac:spMkLst>
        </pc:spChg>
        <pc:spChg chg="mod">
          <ac:chgData name="陸 柴崎" userId="47b6e960b06a1f92" providerId="LiveId" clId="{DFDF2D9E-0FA2-4FD2-962D-E4713059FE82}" dt="2026-04-29T04:15:05.213" v="2886"/>
          <ac:spMkLst>
            <pc:docMk/>
            <pc:sldMk cId="1836378512" sldId="382"/>
            <ac:spMk id="34" creationId="{A5D612EF-A0F7-72A8-56BE-3F39E8805DD8}"/>
          </ac:spMkLst>
        </pc:spChg>
        <pc:spChg chg="add mod ord">
          <ac:chgData name="陸 柴崎" userId="47b6e960b06a1f92" providerId="LiveId" clId="{DFDF2D9E-0FA2-4FD2-962D-E4713059FE82}" dt="2026-04-29T04:19:05.056" v="3215" actId="14100"/>
          <ac:spMkLst>
            <pc:docMk/>
            <pc:sldMk cId="1836378512" sldId="382"/>
            <ac:spMk id="38" creationId="{89DE5DF4-B888-AB02-74F0-04EBA21E49D4}"/>
          </ac:spMkLst>
        </pc:spChg>
        <pc:spChg chg="mod">
          <ac:chgData name="陸 柴崎" userId="47b6e960b06a1f92" providerId="LiveId" clId="{DFDF2D9E-0FA2-4FD2-962D-E4713059FE82}" dt="2026-04-29T04:17:23.006" v="2940" actId="20577"/>
          <ac:spMkLst>
            <pc:docMk/>
            <pc:sldMk cId="1836378512" sldId="382"/>
            <ac:spMk id="41" creationId="{8AA4D5AA-C3CF-682E-8D63-7DBEB8E5D9B7}"/>
          </ac:spMkLst>
        </pc:spChg>
        <pc:spChg chg="mod">
          <ac:chgData name="陸 柴崎" userId="47b6e960b06a1f92" providerId="LiveId" clId="{DFDF2D9E-0FA2-4FD2-962D-E4713059FE82}" dt="2026-04-29T04:16:59.964" v="2921"/>
          <ac:spMkLst>
            <pc:docMk/>
            <pc:sldMk cId="1836378512" sldId="382"/>
            <ac:spMk id="42" creationId="{2E56369B-4684-A21D-A470-E14ECFF2CB9F}"/>
          </ac:spMkLst>
        </pc:spChg>
        <pc:spChg chg="add mod">
          <ac:chgData name="陸 柴崎" userId="47b6e960b06a1f92" providerId="LiveId" clId="{DFDF2D9E-0FA2-4FD2-962D-E4713059FE82}" dt="2026-04-29T04:19:01.818" v="3214" actId="1076"/>
          <ac:spMkLst>
            <pc:docMk/>
            <pc:sldMk cId="1836378512" sldId="382"/>
            <ac:spMk id="43" creationId="{54994585-F8A5-9573-91C1-D9437C408B87}"/>
          </ac:spMkLst>
        </pc:spChg>
        <pc:spChg chg="mod">
          <ac:chgData name="陸 柴崎" userId="47b6e960b06a1f92" providerId="LiveId" clId="{DFDF2D9E-0FA2-4FD2-962D-E4713059FE82}" dt="2026-04-29T04:16:52.156" v="2919" actId="1076"/>
          <ac:spMkLst>
            <pc:docMk/>
            <pc:sldMk cId="1836378512" sldId="382"/>
            <ac:spMk id="46" creationId="{FBDE426B-08E2-AC02-783C-6983617F86E3}"/>
          </ac:spMkLst>
        </pc:spChg>
        <pc:spChg chg="mod ord">
          <ac:chgData name="陸 柴崎" userId="47b6e960b06a1f92" providerId="LiveId" clId="{DFDF2D9E-0FA2-4FD2-962D-E4713059FE82}" dt="2026-04-29T04:16:52.156" v="2919" actId="1076"/>
          <ac:spMkLst>
            <pc:docMk/>
            <pc:sldMk cId="1836378512" sldId="382"/>
            <ac:spMk id="52" creationId="{F3A786B4-9466-03FB-4773-BE99E078487A}"/>
          </ac:spMkLst>
        </pc:spChg>
        <pc:grpChg chg="add mod">
          <ac:chgData name="陸 柴崎" userId="47b6e960b06a1f92" providerId="LiveId" clId="{DFDF2D9E-0FA2-4FD2-962D-E4713059FE82}" dt="2026-04-29T04:16:46.836" v="2918" actId="1076"/>
          <ac:grpSpMkLst>
            <pc:docMk/>
            <pc:sldMk cId="1836378512" sldId="382"/>
            <ac:grpSpMk id="32" creationId="{EB84B588-3AF2-4F16-C05D-9D6C41012F91}"/>
          </ac:grpSpMkLst>
        </pc:grpChg>
        <pc:grpChg chg="add mod">
          <ac:chgData name="陸 柴崎" userId="47b6e960b06a1f92" providerId="LiveId" clId="{DFDF2D9E-0FA2-4FD2-962D-E4713059FE82}" dt="2026-04-29T04:17:04.188" v="2922" actId="1076"/>
          <ac:grpSpMkLst>
            <pc:docMk/>
            <pc:sldMk cId="1836378512" sldId="382"/>
            <ac:grpSpMk id="39" creationId="{B3127646-18C5-E633-7B4E-2A665F6611BF}"/>
          </ac:grpSpMkLst>
        </pc:grpChg>
      </pc:sldChg>
      <pc:sldChg chg="addSp delSp modSp add mod modNotesTx">
        <pc:chgData name="陸 柴崎" userId="47b6e960b06a1f92" providerId="LiveId" clId="{DFDF2D9E-0FA2-4FD2-962D-E4713059FE82}" dt="2026-05-01T02:26:03.514" v="8962" actId="20577"/>
        <pc:sldMkLst>
          <pc:docMk/>
          <pc:sldMk cId="1842529859" sldId="383"/>
        </pc:sldMkLst>
        <pc:spChg chg="mod">
          <ac:chgData name="陸 柴崎" userId="47b6e960b06a1f92" providerId="LiveId" clId="{DFDF2D9E-0FA2-4FD2-962D-E4713059FE82}" dt="2026-04-29T04:31:25.648" v="3524" actId="5793"/>
          <ac:spMkLst>
            <pc:docMk/>
            <pc:sldMk cId="1842529859" sldId="383"/>
            <ac:spMk id="3" creationId="{AA9A4CD6-77A9-FB68-8785-167AF6CAE821}"/>
          </ac:spMkLst>
        </pc:spChg>
        <pc:spChg chg="add mod">
          <ac:chgData name="陸 柴崎" userId="47b6e960b06a1f92" providerId="LiveId" clId="{DFDF2D9E-0FA2-4FD2-962D-E4713059FE82}" dt="2026-04-29T04:28:12.404" v="3446" actId="1076"/>
          <ac:spMkLst>
            <pc:docMk/>
            <pc:sldMk cId="1842529859" sldId="383"/>
            <ac:spMk id="4" creationId="{4298A570-47D9-2ADA-13C2-4D550C7B75C1}"/>
          </ac:spMkLst>
        </pc:spChg>
        <pc:spChg chg="add mod">
          <ac:chgData name="陸 柴崎" userId="47b6e960b06a1f92" providerId="LiveId" clId="{DFDF2D9E-0FA2-4FD2-962D-E4713059FE82}" dt="2026-05-01T02:26:03.514" v="8962" actId="20577"/>
          <ac:spMkLst>
            <pc:docMk/>
            <pc:sldMk cId="1842529859" sldId="383"/>
            <ac:spMk id="6" creationId="{CE0FCAF9-9774-A843-2E69-26D1819C94E2}"/>
          </ac:spMkLst>
        </pc:spChg>
        <pc:picChg chg="mod modCrop">
          <ac:chgData name="陸 柴崎" userId="47b6e960b06a1f92" providerId="LiveId" clId="{DFDF2D9E-0FA2-4FD2-962D-E4713059FE82}" dt="2026-04-29T04:25:22.485" v="3375" actId="1076"/>
          <ac:picMkLst>
            <pc:docMk/>
            <pc:sldMk cId="1842529859" sldId="383"/>
            <ac:picMk id="8" creationId="{ED1D1EF2-15C4-2BFF-5F32-8D7E3CECEBBA}"/>
          </ac:picMkLst>
        </pc:picChg>
      </pc:sldChg>
      <pc:sldChg chg="addSp delSp modSp add mod modNotesTx">
        <pc:chgData name="陸 柴崎" userId="47b6e960b06a1f92" providerId="LiveId" clId="{DFDF2D9E-0FA2-4FD2-962D-E4713059FE82}" dt="2026-05-01T02:02:07.691" v="8692" actId="20577"/>
        <pc:sldMkLst>
          <pc:docMk/>
          <pc:sldMk cId="4174912585" sldId="384"/>
        </pc:sldMkLst>
        <pc:spChg chg="mod">
          <ac:chgData name="陸 柴崎" userId="47b6e960b06a1f92" providerId="LiveId" clId="{DFDF2D9E-0FA2-4FD2-962D-E4713059FE82}" dt="2026-04-29T04:31:41.158" v="3545" actId="20577"/>
          <ac:spMkLst>
            <pc:docMk/>
            <pc:sldMk cId="4174912585" sldId="384"/>
            <ac:spMk id="3" creationId="{F329DEFC-0DEE-75E9-50D7-A7660AA0FE38}"/>
          </ac:spMkLst>
        </pc:spChg>
        <pc:spChg chg="add mod">
          <ac:chgData name="陸 柴崎" userId="47b6e960b06a1f92" providerId="LiveId" clId="{DFDF2D9E-0FA2-4FD2-962D-E4713059FE82}" dt="2026-05-01T02:02:07.691" v="8692" actId="20577"/>
          <ac:spMkLst>
            <pc:docMk/>
            <pc:sldMk cId="4174912585" sldId="384"/>
            <ac:spMk id="5" creationId="{1CD8CE25-9F7F-D248-7E7F-C432769801BF}"/>
          </ac:spMkLst>
        </pc:spChg>
        <pc:spChg chg="add mod">
          <ac:chgData name="陸 柴崎" userId="47b6e960b06a1f92" providerId="LiveId" clId="{DFDF2D9E-0FA2-4FD2-962D-E4713059FE82}" dt="2026-04-30T12:05:39.699" v="7479" actId="20577"/>
          <ac:spMkLst>
            <pc:docMk/>
            <pc:sldMk cId="4174912585" sldId="384"/>
            <ac:spMk id="29" creationId="{6A4383FB-1A01-E561-3BFA-DAE105C5AE58}"/>
          </ac:spMkLst>
        </pc:spChg>
        <pc:spChg chg="mod">
          <ac:chgData name="陸 柴崎" userId="47b6e960b06a1f92" providerId="LiveId" clId="{DFDF2D9E-0FA2-4FD2-962D-E4713059FE82}" dt="2026-04-29T04:57:48.238" v="3954" actId="20577"/>
          <ac:spMkLst>
            <pc:docMk/>
            <pc:sldMk cId="4174912585" sldId="384"/>
            <ac:spMk id="31" creationId="{FE9F1308-4191-5EAE-5569-95FD6CF8FE06}"/>
          </ac:spMkLst>
        </pc:spChg>
        <pc:spChg chg="mod">
          <ac:chgData name="陸 柴崎" userId="47b6e960b06a1f92" providerId="LiveId" clId="{DFDF2D9E-0FA2-4FD2-962D-E4713059FE82}" dt="2026-04-29T04:52:06.452" v="3927"/>
          <ac:spMkLst>
            <pc:docMk/>
            <pc:sldMk cId="4174912585" sldId="384"/>
            <ac:spMk id="32" creationId="{70E34C47-F945-B029-A6D8-4CC32C6E0454}"/>
          </ac:spMkLst>
        </pc:spChg>
        <pc:spChg chg="mod">
          <ac:chgData name="陸 柴崎" userId="47b6e960b06a1f92" providerId="LiveId" clId="{DFDF2D9E-0FA2-4FD2-962D-E4713059FE82}" dt="2026-04-29T04:57:52.462" v="3970" actId="20577"/>
          <ac:spMkLst>
            <pc:docMk/>
            <pc:sldMk cId="4174912585" sldId="384"/>
            <ac:spMk id="34" creationId="{EE34466C-1319-BE81-91CC-69B1F1707838}"/>
          </ac:spMkLst>
        </pc:spChg>
        <pc:spChg chg="mod">
          <ac:chgData name="陸 柴崎" userId="47b6e960b06a1f92" providerId="LiveId" clId="{DFDF2D9E-0FA2-4FD2-962D-E4713059FE82}" dt="2026-04-29T04:57:36.709" v="3929"/>
          <ac:spMkLst>
            <pc:docMk/>
            <pc:sldMk cId="4174912585" sldId="384"/>
            <ac:spMk id="35" creationId="{39B88E87-FA0D-8927-EBC1-62C06F91BB24}"/>
          </ac:spMkLst>
        </pc:spChg>
        <pc:spChg chg="add mod">
          <ac:chgData name="陸 柴崎" userId="47b6e960b06a1f92" providerId="LiveId" clId="{DFDF2D9E-0FA2-4FD2-962D-E4713059FE82}" dt="2026-04-29T04:59:06.640" v="4173" actId="14100"/>
          <ac:spMkLst>
            <pc:docMk/>
            <pc:sldMk cId="4174912585" sldId="384"/>
            <ac:spMk id="36" creationId="{98DDCF66-9AB3-B47C-E477-4F944F6A78DD}"/>
          </ac:spMkLst>
        </pc:spChg>
        <pc:grpChg chg="add mod">
          <ac:chgData name="陸 柴崎" userId="47b6e960b06a1f92" providerId="LiveId" clId="{DFDF2D9E-0FA2-4FD2-962D-E4713059FE82}" dt="2026-04-29T04:52:09.216" v="3928" actId="1076"/>
          <ac:grpSpMkLst>
            <pc:docMk/>
            <pc:sldMk cId="4174912585" sldId="384"/>
            <ac:grpSpMk id="30" creationId="{F04AE694-DBF6-1825-7380-A4F46A6322D9}"/>
          </ac:grpSpMkLst>
        </pc:grpChg>
        <pc:grpChg chg="add mod">
          <ac:chgData name="陸 柴崎" userId="47b6e960b06a1f92" providerId="LiveId" clId="{DFDF2D9E-0FA2-4FD2-962D-E4713059FE82}" dt="2026-04-29T04:57:41.272" v="3930" actId="1076"/>
          <ac:grpSpMkLst>
            <pc:docMk/>
            <pc:sldMk cId="4174912585" sldId="384"/>
            <ac:grpSpMk id="33" creationId="{9396BE5F-AD4F-CF99-2B0A-C2116302A1E6}"/>
          </ac:grpSpMkLst>
        </pc:grpChg>
        <pc:picChg chg="add mod modCrop">
          <ac:chgData name="陸 柴崎" userId="47b6e960b06a1f92" providerId="LiveId" clId="{DFDF2D9E-0FA2-4FD2-962D-E4713059FE82}" dt="2026-04-29T04:32:53.632" v="3688" actId="1076"/>
          <ac:picMkLst>
            <pc:docMk/>
            <pc:sldMk cId="4174912585" sldId="384"/>
            <ac:picMk id="7" creationId="{C6F6C28C-523E-DFC3-4B93-B07AA0019FFF}"/>
          </ac:picMkLst>
        </pc:picChg>
      </pc:sldChg>
      <pc:sldChg chg="addSp delSp modSp add mod">
        <pc:chgData name="陸 柴崎" userId="47b6e960b06a1f92" providerId="LiveId" clId="{DFDF2D9E-0FA2-4FD2-962D-E4713059FE82}" dt="2026-05-01T02:31:00.446" v="9209" actId="14100"/>
        <pc:sldMkLst>
          <pc:docMk/>
          <pc:sldMk cId="2374721741" sldId="385"/>
        </pc:sldMkLst>
        <pc:spChg chg="mod">
          <ac:chgData name="陸 柴崎" userId="47b6e960b06a1f92" providerId="LiveId" clId="{DFDF2D9E-0FA2-4FD2-962D-E4713059FE82}" dt="2026-04-29T05:47:46.912" v="4961" actId="20577"/>
          <ac:spMkLst>
            <pc:docMk/>
            <pc:sldMk cId="2374721741" sldId="385"/>
            <ac:spMk id="3" creationId="{F63C9E00-BF2A-7B11-952B-B82A9B0A7121}"/>
          </ac:spMkLst>
        </pc:spChg>
        <pc:spChg chg="add mod ord">
          <ac:chgData name="陸 柴崎" userId="47b6e960b06a1f92" providerId="LiveId" clId="{DFDF2D9E-0FA2-4FD2-962D-E4713059FE82}" dt="2026-05-01T02:31:00.446" v="9209" actId="14100"/>
          <ac:spMkLst>
            <pc:docMk/>
            <pc:sldMk cId="2374721741" sldId="385"/>
            <ac:spMk id="4" creationId="{442BC2CD-73FD-EAC2-FCB6-93D20A9B375B}"/>
          </ac:spMkLst>
        </pc:spChg>
        <pc:spChg chg="add del mod">
          <ac:chgData name="陸 柴崎" userId="47b6e960b06a1f92" providerId="LiveId" clId="{DFDF2D9E-0FA2-4FD2-962D-E4713059FE82}" dt="2026-04-29T05:50:06.510" v="5107" actId="1038"/>
          <ac:spMkLst>
            <pc:docMk/>
            <pc:sldMk cId="2374721741" sldId="385"/>
            <ac:spMk id="7" creationId="{BBB9A5F8-E8BF-78FB-9186-D7F0647420A7}"/>
          </ac:spMkLst>
        </pc:spChg>
        <pc:spChg chg="mod">
          <ac:chgData name="陸 柴崎" userId="47b6e960b06a1f92" providerId="LiveId" clId="{DFDF2D9E-0FA2-4FD2-962D-E4713059FE82}" dt="2026-05-01T02:30:23.760" v="9201" actId="1076"/>
          <ac:spMkLst>
            <pc:docMk/>
            <pc:sldMk cId="2374721741" sldId="385"/>
            <ac:spMk id="30" creationId="{ECC624C8-3CED-18E4-CC38-61A118312CA9}"/>
          </ac:spMkLst>
        </pc:spChg>
        <pc:picChg chg="mod">
          <ac:chgData name="陸 柴崎" userId="47b6e960b06a1f92" providerId="LiveId" clId="{DFDF2D9E-0FA2-4FD2-962D-E4713059FE82}" dt="2026-05-01T02:30:52.464" v="9207" actId="14100"/>
          <ac:picMkLst>
            <pc:docMk/>
            <pc:sldMk cId="2374721741" sldId="385"/>
            <ac:picMk id="5" creationId="{184C6D69-7CD6-65B9-A845-6EFC507BA6FE}"/>
          </ac:picMkLst>
        </pc:picChg>
      </pc:sldChg>
      <pc:sldChg chg="modSp mod modNotesTx">
        <pc:chgData name="陸 柴崎" userId="47b6e960b06a1f92" providerId="LiveId" clId="{DFDF2D9E-0FA2-4FD2-962D-E4713059FE82}" dt="2026-05-01T02:19:13.850" v="8961" actId="20577"/>
        <pc:sldMkLst>
          <pc:docMk/>
          <pc:sldMk cId="1223524377" sldId="386"/>
        </pc:sldMkLst>
        <pc:spChg chg="mod">
          <ac:chgData name="陸 柴崎" userId="47b6e960b06a1f92" providerId="LiveId" clId="{DFDF2D9E-0FA2-4FD2-962D-E4713059FE82}" dt="2026-04-30T12:31:20.290" v="7740" actId="20577"/>
          <ac:spMkLst>
            <pc:docMk/>
            <pc:sldMk cId="1223524377" sldId="386"/>
            <ac:spMk id="5" creationId="{77350087-C2FA-F2C1-654B-5944435E7767}"/>
          </ac:spMkLst>
        </pc:spChg>
        <pc:picChg chg="mod">
          <ac:chgData name="陸 柴崎" userId="47b6e960b06a1f92" providerId="LiveId" clId="{DFDF2D9E-0FA2-4FD2-962D-E4713059FE82}" dt="2026-04-30T11:58:51.668" v="7026" actId="1076"/>
          <ac:picMkLst>
            <pc:docMk/>
            <pc:sldMk cId="1223524377" sldId="386"/>
            <ac:picMk id="4" creationId="{06BE6864-C126-6CF5-E6EF-A7663126A3B7}"/>
          </ac:picMkLst>
        </pc:picChg>
      </pc:sldChg>
      <pc:sldChg chg="modSp mod modNotesTx">
        <pc:chgData name="陸 柴崎" userId="47b6e960b06a1f92" providerId="LiveId" clId="{DFDF2D9E-0FA2-4FD2-962D-E4713059FE82}" dt="2026-04-30T12:37:47.834" v="7915" actId="20577"/>
        <pc:sldMkLst>
          <pc:docMk/>
          <pc:sldMk cId="2754484698" sldId="389"/>
        </pc:sldMkLst>
        <pc:spChg chg="mod">
          <ac:chgData name="陸 柴崎" userId="47b6e960b06a1f92" providerId="LiveId" clId="{DFDF2D9E-0FA2-4FD2-962D-E4713059FE82}" dt="2026-04-30T12:37:21.739" v="7844" actId="1076"/>
          <ac:spMkLst>
            <pc:docMk/>
            <pc:sldMk cId="2754484698" sldId="389"/>
            <ac:spMk id="32" creationId="{265DFE8D-5E1E-3707-081F-15E4DFCE1F71}"/>
          </ac:spMkLst>
        </pc:spChg>
        <pc:spChg chg="mod">
          <ac:chgData name="陸 柴崎" userId="47b6e960b06a1f92" providerId="LiveId" clId="{DFDF2D9E-0FA2-4FD2-962D-E4713059FE82}" dt="2026-04-30T12:37:10.751" v="7842" actId="1076"/>
          <ac:spMkLst>
            <pc:docMk/>
            <pc:sldMk cId="2754484698" sldId="389"/>
            <ac:spMk id="34" creationId="{5194975A-806F-BBC0-B29C-1A9BD508CC37}"/>
          </ac:spMkLst>
        </pc:spChg>
        <pc:grpChg chg="mod">
          <ac:chgData name="陸 柴崎" userId="47b6e960b06a1f92" providerId="LiveId" clId="{DFDF2D9E-0FA2-4FD2-962D-E4713059FE82}" dt="2026-04-30T12:37:21.739" v="7844" actId="1076"/>
          <ac:grpSpMkLst>
            <pc:docMk/>
            <pc:sldMk cId="2754484698" sldId="389"/>
            <ac:grpSpMk id="26" creationId="{9646CB49-DA66-BA86-DF1C-449400E7D85B}"/>
          </ac:grpSpMkLst>
        </pc:grpChg>
        <pc:grpChg chg="mod">
          <ac:chgData name="陸 柴崎" userId="47b6e960b06a1f92" providerId="LiveId" clId="{DFDF2D9E-0FA2-4FD2-962D-E4713059FE82}" dt="2026-04-30T12:37:15.603" v="7843" actId="1076"/>
          <ac:grpSpMkLst>
            <pc:docMk/>
            <pc:sldMk cId="2754484698" sldId="389"/>
            <ac:grpSpMk id="29" creationId="{E54F0AFB-A4BC-89C4-30B7-6E084EAAE3E8}"/>
          </ac:grpSpMkLst>
        </pc:grpChg>
      </pc:sldChg>
      <pc:sldChg chg="addSp delSp modSp add mod">
        <pc:chgData name="陸 柴崎" userId="47b6e960b06a1f92" providerId="LiveId" clId="{DFDF2D9E-0FA2-4FD2-962D-E4713059FE82}" dt="2026-04-30T12:38:33.537" v="7955" actId="20577"/>
        <pc:sldMkLst>
          <pc:docMk/>
          <pc:sldMk cId="1612109196" sldId="390"/>
        </pc:sldMkLst>
        <pc:spChg chg="mod">
          <ac:chgData name="陸 柴崎" userId="47b6e960b06a1f92" providerId="LiveId" clId="{DFDF2D9E-0FA2-4FD2-962D-E4713059FE82}" dt="2026-04-30T11:06:56.379" v="5706"/>
          <ac:spMkLst>
            <pc:docMk/>
            <pc:sldMk cId="1612109196" sldId="390"/>
            <ac:spMk id="3" creationId="{FC443BEE-D670-0227-9959-4A3C3637687C}"/>
          </ac:spMkLst>
        </pc:spChg>
        <pc:spChg chg="mod">
          <ac:chgData name="陸 柴崎" userId="47b6e960b06a1f92" providerId="LiveId" clId="{DFDF2D9E-0FA2-4FD2-962D-E4713059FE82}" dt="2026-04-30T12:38:33.537" v="7955" actId="20577"/>
          <ac:spMkLst>
            <pc:docMk/>
            <pc:sldMk cId="1612109196" sldId="390"/>
            <ac:spMk id="26" creationId="{8C00908C-4E00-754F-35B4-B75CBF27CB6C}"/>
          </ac:spMkLst>
        </pc:spChg>
        <pc:spChg chg="mod">
          <ac:chgData name="陸 柴崎" userId="47b6e960b06a1f92" providerId="LiveId" clId="{DFDF2D9E-0FA2-4FD2-962D-E4713059FE82}" dt="2026-04-30T11:05:50.363" v="5696" actId="20577"/>
          <ac:spMkLst>
            <pc:docMk/>
            <pc:sldMk cId="1612109196" sldId="390"/>
            <ac:spMk id="36" creationId="{55689B59-C5D5-FDC4-85E5-9EE214D10D6B}"/>
          </ac:spMkLst>
        </pc:spChg>
        <pc:picChg chg="add mod">
          <ac:chgData name="陸 柴崎" userId="47b6e960b06a1f92" providerId="LiveId" clId="{DFDF2D9E-0FA2-4FD2-962D-E4713059FE82}" dt="2026-04-30T11:03:42.242" v="5448" actId="1076"/>
          <ac:picMkLst>
            <pc:docMk/>
            <pc:sldMk cId="1612109196" sldId="390"/>
            <ac:picMk id="5" creationId="{A6522034-0342-A00A-1748-203D74CE1632}"/>
          </ac:picMkLst>
        </pc:picChg>
        <pc:picChg chg="del">
          <ac:chgData name="陸 柴崎" userId="47b6e960b06a1f92" providerId="LiveId" clId="{DFDF2D9E-0FA2-4FD2-962D-E4713059FE82}" dt="2026-04-30T11:03:36.935" v="5445" actId="478"/>
          <ac:picMkLst>
            <pc:docMk/>
            <pc:sldMk cId="1612109196" sldId="390"/>
            <ac:picMk id="9" creationId="{4FFDE997-EC44-2C8B-2265-F8C06D528B70}"/>
          </ac:picMkLst>
        </pc:picChg>
      </pc:sldChg>
      <pc:sldMasterChg chg="delSldLayout">
        <pc:chgData name="陸 柴崎" userId="47b6e960b06a1f92" providerId="LiveId" clId="{DFDF2D9E-0FA2-4FD2-962D-E4713059FE82}" dt="2026-04-30T12:03:43.408" v="7465" actId="47"/>
        <pc:sldMasterMkLst>
          <pc:docMk/>
          <pc:sldMasterMk cId="0" sldId="2147483648"/>
        </pc:sldMasterMkLst>
        <pc:sldLayoutChg chg="del">
          <pc:chgData name="陸 柴崎" userId="47b6e960b06a1f92" providerId="LiveId" clId="{DFDF2D9E-0FA2-4FD2-962D-E4713059FE82}" dt="2026-04-30T12:03:43.408" v="7465" actId="47"/>
          <pc:sldLayoutMkLst>
            <pc:docMk/>
            <pc:sldMasterMk cId="0" sldId="2147483648"/>
            <pc:sldLayoutMk cId="318537533" sldId="214748366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FC281-721B-4934-9CCF-260B5135F409}"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558F7A-9C9F-42E9-83A4-0C372CE5784D}" type="slidenum">
              <a:rPr kumimoji="1" lang="ja-JP" altLang="en-US" smtClean="0"/>
              <a:t>‹#›</a:t>
            </a:fld>
            <a:endParaRPr kumimoji="1" lang="ja-JP" altLang="en-US"/>
          </a:p>
        </p:txBody>
      </p:sp>
    </p:spTree>
    <p:extLst>
      <p:ext uri="{BB962C8B-B14F-4D97-AF65-F5344CB8AC3E}">
        <p14:creationId xmlns:p14="http://schemas.microsoft.com/office/powerpoint/2010/main" val="6092747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a:t>
            </a:fld>
            <a:endParaRPr kumimoji="1" lang="ja-JP" altLang="en-US"/>
          </a:p>
        </p:txBody>
      </p:sp>
    </p:spTree>
    <p:extLst>
      <p:ext uri="{BB962C8B-B14F-4D97-AF65-F5344CB8AC3E}">
        <p14:creationId xmlns:p14="http://schemas.microsoft.com/office/powerpoint/2010/main" val="232999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自分の研究では、沸騰音をスペクトログラム化して AlexNet や Conformer で熱流束を予測し、Grad-CAM や Integrated Gradients で、モデルがどの時間–周波数領域を根拠にしているかを見ようとしています。今回の論文 CA-LIG は、その Integrated Gradients を Transformer 向けに層・文脈方向へ拡張した手法です。共通点は、IG を使って、どの入力領域が予測に効いたかを可視化するという点にあります。特に Conformer の attention をどう説明に使えるか、寄与を正負に分けて沸騰を強める領域とノイズ領域を切り分けられるか、という点で自分の研究に直結すると考え、この論文を選びました。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4</a:t>
            </a:fld>
            <a:endParaRPr kumimoji="1" lang="ja-JP" altLang="en-US"/>
          </a:p>
        </p:txBody>
      </p:sp>
    </p:spTree>
    <p:extLst>
      <p:ext uri="{BB962C8B-B14F-4D97-AF65-F5344CB8AC3E}">
        <p14:creationId xmlns:p14="http://schemas.microsoft.com/office/powerpoint/2010/main" val="4131199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Transformerは、BERTやViTのように分類や予測で高い性能を出します。しかし層が深く、attentionやFFN、残差接続が多段に重なるため、なぜその予測をしたのかが分かりにくいという問題があります。特に安全性が関わる場面や低リソース言語では、どの入力を根拠にしたかを説明できることが重要です。そのため予測根拠を可視化するXAIが必要になります。ただし最終層だけを見る説明では、層をまたいでどう根拠が形成されたかは分かりません。</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6</a:t>
            </a:fld>
            <a:endParaRPr kumimoji="1" lang="ja-JP" altLang="en-US"/>
          </a:p>
        </p:txBody>
      </p:sp>
    </p:spTree>
    <p:extLst>
      <p:ext uri="{BB962C8B-B14F-4D97-AF65-F5344CB8AC3E}">
        <p14:creationId xmlns:p14="http://schemas.microsoft.com/office/powerpoint/2010/main" val="25724071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7</a:t>
            </a:fld>
            <a:endParaRPr kumimoji="1" lang="ja-JP" altLang="en-US"/>
          </a:p>
        </p:txBody>
      </p:sp>
    </p:spTree>
    <p:extLst>
      <p:ext uri="{BB962C8B-B14F-4D97-AF65-F5344CB8AC3E}">
        <p14:creationId xmlns:p14="http://schemas.microsoft.com/office/powerpoint/2010/main" val="24272936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提案手法は CA-LIG、正式には Context-Aware Layer-wise Integrated Gradients です。名前を3つに分けると、Context-Aware が token 同士の文脈関係を考慮すること、Layer-wise が各 Transformer block を見ること、Integrated Gradients が baseline から入力までの勾配積分で寄与を求めることを表します。通常の IG は入力レベルの寄与を見ますが、本手法ではこれを各層の隠れ表現へ拡張している点が異なります。目的は、この IG を各層で計算し attention gradient と融合して、層をまたいだ文脈的な重要度マップを作ることです。新規性は、IG を各層へ拡張し、token の局所的な重要度と attention の文脈構造を融合する点、さらに層をまたぐ rollout で根拠の形成過程を追え、寄与を正負に分離できる点にあります。一言でいえば、局所的な入力寄与と層をまたいだ文脈情報を同時に説明できることが新しさです。</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8</a:t>
            </a:fld>
            <a:endParaRPr kumimoji="1" lang="ja-JP" altLang="en-US"/>
          </a:p>
        </p:txBody>
      </p:sp>
    </p:spTree>
    <p:extLst>
      <p:ext uri="{BB962C8B-B14F-4D97-AF65-F5344CB8AC3E}">
        <p14:creationId xmlns:p14="http://schemas.microsoft.com/office/powerpoint/2010/main" val="40546974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CA-LIG の処理は大きく4ステップに分かれます。Step1 で各 Transformer block の隠れ表現に Integrated Gradients を適用して token ごとの重要度を求め、Step2 で attention 重みに対する出力の勾配、つまり attention gradient を計算します。Step3 でこの2つを融合し、Step4 で層をまたいで rollout することで、最終的な文脈的な寄与マップを作ります。なお論文の Fig.1 は3つの Stage で描かれていて、図の Stage1 が Step1 と Step2、Stage2 が Step3 の融合、Stage3 が Step4 の rollout に対応します。この後はまず Integrated Gradients の基本から説明します。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10</a:t>
            </a:fld>
            <a:endParaRPr kumimoji="1" lang="ja-JP" altLang="en-US"/>
          </a:p>
        </p:txBody>
      </p:sp>
    </p:spTree>
    <p:extLst>
      <p:ext uri="{BB962C8B-B14F-4D97-AF65-F5344CB8AC3E}">
        <p14:creationId xmlns:p14="http://schemas.microsoft.com/office/powerpoint/2010/main" val="3072492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C46F-FED2-26B4-E962-B032119A21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A8E7D0-7465-C0E2-DDF4-13D9C2DAAB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39779EC-6E1D-F94F-C109-6B2B3A0CAAA8}"/>
              </a:ext>
            </a:extLst>
          </p:cNvPr>
          <p:cNvSpPr>
            <a:spLocks noGrp="1"/>
          </p:cNvSpPr>
          <p:nvPr>
            <p:ph type="body" idx="1"/>
          </p:nvPr>
        </p:nvSpPr>
        <p:spPr/>
        <p:txBody>
          <a:bodyPr/>
          <a:lstStyle/>
          <a:p>
            <a:r>
              <a:rPr lang="ja-JP" altLang="ja-JP" dirty="0"/>
              <a:t>Integrated Gradientsは、何も情報がないbaselineから実際の入力までを少しずつ補間し、その途中の勾配を積分することで入力特徴の寄与を求めます。スペクトログラムに使う場合は、各ピクセルが時刻と周波数の強度を表すので、どの時間帯・周波数帯が沸騰判定や熱流束予測に効いたかを見ることができます。</a:t>
            </a:r>
            <a:endParaRPr kumimoji="1" lang="ja-JP" altLang="en-US" dirty="0"/>
          </a:p>
        </p:txBody>
      </p:sp>
      <p:sp>
        <p:nvSpPr>
          <p:cNvPr id="4" name="スライド番号プレースホルダー 3">
            <a:extLst>
              <a:ext uri="{FF2B5EF4-FFF2-40B4-BE49-F238E27FC236}">
                <a16:creationId xmlns:a16="http://schemas.microsoft.com/office/drawing/2014/main" id="{F99AAEAA-51B2-EF53-5E06-5D4DFCB87ADB}"/>
              </a:ext>
            </a:extLst>
          </p:cNvPr>
          <p:cNvSpPr>
            <a:spLocks noGrp="1"/>
          </p:cNvSpPr>
          <p:nvPr>
            <p:ph type="sldNum" sz="quarter" idx="5"/>
          </p:nvPr>
        </p:nvSpPr>
        <p:spPr/>
        <p:txBody>
          <a:bodyPr/>
          <a:lstStyle/>
          <a:p>
            <a:fld id="{43558F7A-9C9F-42E9-83A4-0C372CE5784D}" type="slidenum">
              <a:rPr kumimoji="1" lang="ja-JP" altLang="en-US" smtClean="0"/>
              <a:t>11</a:t>
            </a:fld>
            <a:endParaRPr kumimoji="1" lang="ja-JP" altLang="en-US"/>
          </a:p>
        </p:txBody>
      </p:sp>
    </p:spTree>
    <p:extLst>
      <p:ext uri="{BB962C8B-B14F-4D97-AF65-F5344CB8AC3E}">
        <p14:creationId xmlns:p14="http://schemas.microsoft.com/office/powerpoint/2010/main" val="20386931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2D927-554F-E5D2-4330-7C7E6D3C5F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E81662-2816-08AF-466E-7D8C26BC08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A0D97C5-3FA3-9CA2-7103-A6789FB1DD2E}"/>
              </a:ext>
            </a:extLst>
          </p:cNvPr>
          <p:cNvSpPr>
            <a:spLocks noGrp="1"/>
          </p:cNvSpPr>
          <p:nvPr>
            <p:ph type="body" idx="1"/>
          </p:nvPr>
        </p:nvSpPr>
        <p:spPr/>
        <p:txBody>
          <a:bodyPr/>
          <a:lstStyle/>
          <a:p>
            <a:r>
              <a:rPr lang="ja-JP" altLang="ja-JP" dirty="0"/>
              <a:t>Step1では、通常のIGを入力だけでなく各Transformer blockの隠れ表現に適用します。これにより、単に入力のどこが重要かだけでなく、浅い層では何を見ていて、深い層では何が重要になっているのかを追うことができます。自分の研究で言えば、Conformerの浅い層では局所的な時間–周波数特徴、深い層ではONB近傍の文脈的な特徴が強くなるかを見るイメージです。</a:t>
            </a:r>
            <a:endParaRPr kumimoji="1" lang="ja-JP" altLang="en-US" dirty="0"/>
          </a:p>
        </p:txBody>
      </p:sp>
      <p:sp>
        <p:nvSpPr>
          <p:cNvPr id="4" name="スライド番号プレースホルダー 3">
            <a:extLst>
              <a:ext uri="{FF2B5EF4-FFF2-40B4-BE49-F238E27FC236}">
                <a16:creationId xmlns:a16="http://schemas.microsoft.com/office/drawing/2014/main" id="{71A7AAF9-BC23-ED7C-3182-0368D6CF3E0D}"/>
              </a:ext>
            </a:extLst>
          </p:cNvPr>
          <p:cNvSpPr>
            <a:spLocks noGrp="1"/>
          </p:cNvSpPr>
          <p:nvPr>
            <p:ph type="sldNum" sz="quarter" idx="5"/>
          </p:nvPr>
        </p:nvSpPr>
        <p:spPr/>
        <p:txBody>
          <a:bodyPr/>
          <a:lstStyle/>
          <a:p>
            <a:fld id="{43558F7A-9C9F-42E9-83A4-0C372CE5784D}" type="slidenum">
              <a:rPr kumimoji="1" lang="ja-JP" altLang="en-US" smtClean="0"/>
              <a:t>12</a:t>
            </a:fld>
            <a:endParaRPr kumimoji="1" lang="ja-JP" altLang="en-US"/>
          </a:p>
        </p:txBody>
      </p:sp>
    </p:spTree>
    <p:extLst>
      <p:ext uri="{BB962C8B-B14F-4D97-AF65-F5344CB8AC3E}">
        <p14:creationId xmlns:p14="http://schemas.microsoft.com/office/powerpoint/2010/main" val="601677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A53A1-0391-85F0-B2B7-861E5A1518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230259-6AFE-E5F2-B376-E1B00424D4D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54CF79-DAFD-CD27-148E-3AC23F3EE648}"/>
              </a:ext>
            </a:extLst>
          </p:cNvPr>
          <p:cNvSpPr>
            <a:spLocks noGrp="1"/>
          </p:cNvSpPr>
          <p:nvPr>
            <p:ph type="body" idx="1"/>
          </p:nvPr>
        </p:nvSpPr>
        <p:spPr/>
        <p:txBody>
          <a:bodyPr/>
          <a:lstStyle/>
          <a:p>
            <a:r>
              <a:rPr lang="ja-JP" altLang="ja-JP" dirty="0"/>
              <a:t>attention mapだけでは、モデルがどこを参照したかは分かりますが、それが本当に予測に効いたかは分かりません。そこでCA-LIGでは、対象クラスの出力に対してattention重みがどれだけ効いたか、つまりattention gradientを計算します。これにより、単なる注目ではなく、予測に効いたattention接続を見ようとしています。</a:t>
            </a:r>
            <a:endParaRPr kumimoji="1" lang="ja-JP" altLang="en-US" dirty="0"/>
          </a:p>
        </p:txBody>
      </p:sp>
      <p:sp>
        <p:nvSpPr>
          <p:cNvPr id="4" name="スライド番号プレースホルダー 3">
            <a:extLst>
              <a:ext uri="{FF2B5EF4-FFF2-40B4-BE49-F238E27FC236}">
                <a16:creationId xmlns:a16="http://schemas.microsoft.com/office/drawing/2014/main" id="{242C29BE-4E34-06B4-AD4A-AECFC7CE5974}"/>
              </a:ext>
            </a:extLst>
          </p:cNvPr>
          <p:cNvSpPr>
            <a:spLocks noGrp="1"/>
          </p:cNvSpPr>
          <p:nvPr>
            <p:ph type="sldNum" sz="quarter" idx="5"/>
          </p:nvPr>
        </p:nvSpPr>
        <p:spPr/>
        <p:txBody>
          <a:bodyPr/>
          <a:lstStyle/>
          <a:p>
            <a:fld id="{43558F7A-9C9F-42E9-83A4-0C372CE5784D}" type="slidenum">
              <a:rPr kumimoji="1" lang="ja-JP" altLang="en-US" smtClean="0"/>
              <a:t>13</a:t>
            </a:fld>
            <a:endParaRPr kumimoji="1" lang="ja-JP" altLang="en-US"/>
          </a:p>
        </p:txBody>
      </p:sp>
    </p:spTree>
    <p:extLst>
      <p:ext uri="{BB962C8B-B14F-4D97-AF65-F5344CB8AC3E}">
        <p14:creationId xmlns:p14="http://schemas.microsoft.com/office/powerpoint/2010/main" val="3589832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DE2A6-8959-EB5B-2452-AFCF34DC02D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B6B680-2CEB-795A-21CA-6D684C9B0D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AF17FB9-A0FF-3AA2-4EC9-90AA5D4B4BCF}"/>
              </a:ext>
            </a:extLst>
          </p:cNvPr>
          <p:cNvSpPr>
            <a:spLocks noGrp="1"/>
          </p:cNvSpPr>
          <p:nvPr>
            <p:ph type="body" idx="1"/>
          </p:nvPr>
        </p:nvSpPr>
        <p:spPr/>
        <p:txBody>
          <a:bodyPr/>
          <a:lstStyle/>
          <a:p>
            <a:r>
              <a:rPr lang="ja-JP" altLang="ja-JP" dirty="0"/>
              <a:t>Step3では、Layer-wise IGで得たtoken重要度と、attention gradientで得たtoken間接続の重要度を掛け合わせます。IGは「どのtokenが重要か」に強く、attention gradientは「どのtoken間関係が予測に効くか」に強いです。この2つを融合することで、どのtokenが、どの文脈的な経路を通じて予測に効いたのかを表現できます。</a:t>
            </a:r>
            <a:endParaRPr kumimoji="1" lang="ja-JP" altLang="en-US" dirty="0"/>
          </a:p>
        </p:txBody>
      </p:sp>
      <p:sp>
        <p:nvSpPr>
          <p:cNvPr id="4" name="スライド番号プレースホルダー 3">
            <a:extLst>
              <a:ext uri="{FF2B5EF4-FFF2-40B4-BE49-F238E27FC236}">
                <a16:creationId xmlns:a16="http://schemas.microsoft.com/office/drawing/2014/main" id="{287262DF-A83E-2D49-0BDE-8A415C896E35}"/>
              </a:ext>
            </a:extLst>
          </p:cNvPr>
          <p:cNvSpPr>
            <a:spLocks noGrp="1"/>
          </p:cNvSpPr>
          <p:nvPr>
            <p:ph type="sldNum" sz="quarter" idx="5"/>
          </p:nvPr>
        </p:nvSpPr>
        <p:spPr/>
        <p:txBody>
          <a:bodyPr/>
          <a:lstStyle/>
          <a:p>
            <a:fld id="{43558F7A-9C9F-42E9-83A4-0C372CE5784D}" type="slidenum">
              <a:rPr kumimoji="1" lang="ja-JP" altLang="en-US" smtClean="0"/>
              <a:t>14</a:t>
            </a:fld>
            <a:endParaRPr kumimoji="1" lang="ja-JP" altLang="en-US"/>
          </a:p>
        </p:txBody>
      </p:sp>
    </p:spTree>
    <p:extLst>
      <p:ext uri="{BB962C8B-B14F-4D97-AF65-F5344CB8AC3E}">
        <p14:creationId xmlns:p14="http://schemas.microsoft.com/office/powerpoint/2010/main" val="40161811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419082-0373-6695-F15E-0313D98AA09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FBE204-6B15-3E44-B2CB-F1C7260172E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D7FA45-4EAC-3ED6-17E3-E5A897C4EDE6}"/>
              </a:ext>
            </a:extLst>
          </p:cNvPr>
          <p:cNvSpPr>
            <a:spLocks noGrp="1"/>
          </p:cNvSpPr>
          <p:nvPr>
            <p:ph type="body" idx="1"/>
          </p:nvPr>
        </p:nvSpPr>
        <p:spPr/>
        <p:txBody>
          <a:bodyPr/>
          <a:lstStyle/>
          <a:p>
            <a:r>
              <a:rPr lang="ja-JP" altLang="ja-JP" dirty="0"/>
              <a:t>最後に、各層で得られたrelevance付きattention行列を掛け合わせることで、入力tokenの影響が層を通じて最終予測へどう伝わったかを表すマップを作ります。また、CA-LIGでは寄与を正と負に分けられます。自分の研究では、正の寄与は沸騰判定を強める時間–周波数領域、負の寄与はノイズや未沸騰的な領域として解釈できる可能性があります。</a:t>
            </a:r>
            <a:endParaRPr kumimoji="1" lang="ja-JP" altLang="en-US" dirty="0"/>
          </a:p>
        </p:txBody>
      </p:sp>
      <p:sp>
        <p:nvSpPr>
          <p:cNvPr id="4" name="スライド番号プレースホルダー 3">
            <a:extLst>
              <a:ext uri="{FF2B5EF4-FFF2-40B4-BE49-F238E27FC236}">
                <a16:creationId xmlns:a16="http://schemas.microsoft.com/office/drawing/2014/main" id="{8DC3AF6E-6CA8-206F-F33A-00454F039E0D}"/>
              </a:ext>
            </a:extLst>
          </p:cNvPr>
          <p:cNvSpPr>
            <a:spLocks noGrp="1"/>
          </p:cNvSpPr>
          <p:nvPr>
            <p:ph type="sldNum" sz="quarter" idx="5"/>
          </p:nvPr>
        </p:nvSpPr>
        <p:spPr/>
        <p:txBody>
          <a:bodyPr/>
          <a:lstStyle/>
          <a:p>
            <a:fld id="{43558F7A-9C9F-42E9-83A4-0C372CE5784D}" type="slidenum">
              <a:rPr kumimoji="1" lang="ja-JP" altLang="en-US" smtClean="0"/>
              <a:t>15</a:t>
            </a:fld>
            <a:endParaRPr kumimoji="1" lang="ja-JP" altLang="en-US"/>
          </a:p>
        </p:txBody>
      </p:sp>
    </p:spTree>
    <p:extLst>
      <p:ext uri="{BB962C8B-B14F-4D97-AF65-F5344CB8AC3E}">
        <p14:creationId xmlns:p14="http://schemas.microsoft.com/office/powerpoint/2010/main" val="38789198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A3B91-BDF9-374E-6A62-23B12ADB38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337102-7AD8-6E80-B316-5F518BAEEB9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851F485-78F9-79A7-532B-410C21B5C278}"/>
              </a:ext>
            </a:extLst>
          </p:cNvPr>
          <p:cNvSpPr>
            <a:spLocks noGrp="1"/>
          </p:cNvSpPr>
          <p:nvPr>
            <p:ph type="body" idx="1"/>
          </p:nvPr>
        </p:nvSpPr>
        <p:spPr/>
        <p:txBody>
          <a:bodyPr/>
          <a:lstStyle/>
          <a:p>
            <a:r>
              <a:rPr lang="ja-JP" altLang="ja-JP" dirty="0"/>
              <a:t>最後に、各層で得られたrelevance付きattention行列を掛け合わせることで、入力tokenの影響が層を通じて最終予測へどう伝わったかを表すマップを作ります。また、CA-LIGでは寄与を正と負に分けられます。自分の研究では、正の寄与は沸騰判定を強める時間–周波数領域、負の寄与はノイズや未沸騰的な領域として解釈できる可能性があります。</a:t>
            </a:r>
            <a:endParaRPr kumimoji="1" lang="ja-JP" altLang="en-US" dirty="0"/>
          </a:p>
        </p:txBody>
      </p:sp>
      <p:sp>
        <p:nvSpPr>
          <p:cNvPr id="4" name="スライド番号プレースホルダー 3">
            <a:extLst>
              <a:ext uri="{FF2B5EF4-FFF2-40B4-BE49-F238E27FC236}">
                <a16:creationId xmlns:a16="http://schemas.microsoft.com/office/drawing/2014/main" id="{E70EA290-8208-6CDF-DCAE-997CFAFB63FA}"/>
              </a:ext>
            </a:extLst>
          </p:cNvPr>
          <p:cNvSpPr>
            <a:spLocks noGrp="1"/>
          </p:cNvSpPr>
          <p:nvPr>
            <p:ph type="sldNum" sz="quarter" idx="5"/>
          </p:nvPr>
        </p:nvSpPr>
        <p:spPr/>
        <p:txBody>
          <a:bodyPr/>
          <a:lstStyle/>
          <a:p>
            <a:fld id="{43558F7A-9C9F-42E9-83A4-0C372CE5784D}" type="slidenum">
              <a:rPr kumimoji="1" lang="ja-JP" altLang="en-US" smtClean="0"/>
              <a:t>16</a:t>
            </a:fld>
            <a:endParaRPr kumimoji="1" lang="ja-JP" altLang="en-US"/>
          </a:p>
        </p:txBody>
      </p:sp>
    </p:spTree>
    <p:extLst>
      <p:ext uri="{BB962C8B-B14F-4D97-AF65-F5344CB8AC3E}">
        <p14:creationId xmlns:p14="http://schemas.microsoft.com/office/powerpoint/2010/main" val="2703907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A2283-8920-53D7-DF30-F19322D11B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5A90D6-4844-1415-799C-29A1BFD8E9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B4E683-F73D-6502-F9E4-B1D34AA5D9A2}"/>
              </a:ext>
            </a:extLst>
          </p:cNvPr>
          <p:cNvSpPr>
            <a:spLocks noGrp="1"/>
          </p:cNvSpPr>
          <p:nvPr>
            <p:ph type="body" idx="1"/>
          </p:nvPr>
        </p:nvSpPr>
        <p:spPr/>
        <p:txBody>
          <a:bodyPr/>
          <a:lstStyle/>
          <a:p>
            <a:r>
              <a:rPr lang="ja-JP" altLang="ja-JP" dirty="0"/>
              <a:t>実験では、NLPと画像の両方でCA-LIGを評価しています。テキストでは感情分析、長文分類、低リソース言語のヘイトスピーチ検出を扱い、画像ではMAE Vision Transformerを用いています。比較対象はInput×Gradient、通常のIG、LRP、Attention Rolloutなどです。つまり、CA-LIGが既存の勾配系・attention系の説明手法より良い説明を出せるかを確認しています。</a:t>
            </a:r>
            <a:endParaRPr kumimoji="1" lang="ja-JP" altLang="en-US" b="1" dirty="0"/>
          </a:p>
        </p:txBody>
      </p:sp>
      <p:sp>
        <p:nvSpPr>
          <p:cNvPr id="4" name="スライド番号プレースホルダー 3">
            <a:extLst>
              <a:ext uri="{FF2B5EF4-FFF2-40B4-BE49-F238E27FC236}">
                <a16:creationId xmlns:a16="http://schemas.microsoft.com/office/drawing/2014/main" id="{7DD279EC-06D0-57C5-F604-E18902F0A61E}"/>
              </a:ext>
            </a:extLst>
          </p:cNvPr>
          <p:cNvSpPr>
            <a:spLocks noGrp="1"/>
          </p:cNvSpPr>
          <p:nvPr>
            <p:ph type="sldNum" sz="quarter" idx="5"/>
          </p:nvPr>
        </p:nvSpPr>
        <p:spPr/>
        <p:txBody>
          <a:bodyPr/>
          <a:lstStyle/>
          <a:p>
            <a:fld id="{43558F7A-9C9F-42E9-83A4-0C372CE5784D}" type="slidenum">
              <a:rPr kumimoji="1" lang="ja-JP" altLang="en-US" smtClean="0"/>
              <a:t>17</a:t>
            </a:fld>
            <a:endParaRPr kumimoji="1" lang="ja-JP" altLang="en-US"/>
          </a:p>
        </p:txBody>
      </p:sp>
    </p:spTree>
    <p:extLst>
      <p:ext uri="{BB962C8B-B14F-4D97-AF65-F5344CB8AC3E}">
        <p14:creationId xmlns:p14="http://schemas.microsoft.com/office/powerpoint/2010/main" val="2059927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72D9A-45CA-132E-FD91-C12C3E36AD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5A460D-B4DB-7B4C-3701-389BD8ED84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AD5E78-64D9-5BE2-6D3E-F6A5B62F848A}"/>
              </a:ext>
            </a:extLst>
          </p:cNvPr>
          <p:cNvSpPr>
            <a:spLocks noGrp="1"/>
          </p:cNvSpPr>
          <p:nvPr>
            <p:ph type="body" idx="1"/>
          </p:nvPr>
        </p:nvSpPr>
        <p:spPr/>
        <p:txBody>
          <a:bodyPr/>
          <a:lstStyle/>
          <a:p>
            <a:r>
              <a:rPr lang="ja-JP" altLang="ja-JP" dirty="0"/>
              <a:t>テキスト分類では、人間が根拠として注釈したtokenとの一致度をtoken-F1で評価しています。結果として、CA-LIGは既存手法より高いtoken-F1を示しました。これは、attentionだけの手法やIG単体よりも、人間が重要とみなす語に近い説明を出せていることを意味します。</a:t>
            </a:r>
            <a:endParaRPr kumimoji="1" lang="ja-JP" altLang="en-US" dirty="0"/>
          </a:p>
        </p:txBody>
      </p:sp>
      <p:sp>
        <p:nvSpPr>
          <p:cNvPr id="4" name="スライド番号プレースホルダー 3">
            <a:extLst>
              <a:ext uri="{FF2B5EF4-FFF2-40B4-BE49-F238E27FC236}">
                <a16:creationId xmlns:a16="http://schemas.microsoft.com/office/drawing/2014/main" id="{BCB242B7-073B-014E-3C61-393DCED5F0C0}"/>
              </a:ext>
            </a:extLst>
          </p:cNvPr>
          <p:cNvSpPr>
            <a:spLocks noGrp="1"/>
          </p:cNvSpPr>
          <p:nvPr>
            <p:ph type="sldNum" sz="quarter" idx="5"/>
          </p:nvPr>
        </p:nvSpPr>
        <p:spPr/>
        <p:txBody>
          <a:bodyPr/>
          <a:lstStyle/>
          <a:p>
            <a:fld id="{43558F7A-9C9F-42E9-83A4-0C372CE5784D}" type="slidenum">
              <a:rPr kumimoji="1" lang="ja-JP" altLang="en-US" smtClean="0"/>
              <a:t>19</a:t>
            </a:fld>
            <a:endParaRPr kumimoji="1" lang="ja-JP" altLang="en-US"/>
          </a:p>
        </p:txBody>
      </p:sp>
    </p:spTree>
    <p:extLst>
      <p:ext uri="{BB962C8B-B14F-4D97-AF65-F5344CB8AC3E}">
        <p14:creationId xmlns:p14="http://schemas.microsoft.com/office/powerpoint/2010/main" val="37745631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CD78-E7DC-8965-09A9-61C7316531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869628-BDEB-07AB-A0D8-2A53AC8F5C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907736-B3B0-1A0C-3815-F4214574633F}"/>
              </a:ext>
            </a:extLst>
          </p:cNvPr>
          <p:cNvSpPr>
            <a:spLocks noGrp="1"/>
          </p:cNvSpPr>
          <p:nvPr>
            <p:ph type="body" idx="1"/>
          </p:nvPr>
        </p:nvSpPr>
        <p:spPr/>
        <p:txBody>
          <a:bodyPr/>
          <a:lstStyle/>
          <a:p>
            <a:r>
              <a:rPr lang="ja-JP" altLang="ja-JP" dirty="0"/>
              <a:t>画像分類では、CA-LIGは対象物の意味的に重要な領域に比較的まとまって注目していることが示されています。これは、自分の研究でスペクトログラム画像に適用したときにも、どの時間–周波数領域が予測に効いたかを可視化できる可能性があるという点で重要です。</a:t>
            </a:r>
            <a:endParaRPr kumimoji="1" lang="ja-JP" altLang="en-US" dirty="0"/>
          </a:p>
        </p:txBody>
      </p:sp>
      <p:sp>
        <p:nvSpPr>
          <p:cNvPr id="4" name="スライド番号プレースホルダー 3">
            <a:extLst>
              <a:ext uri="{FF2B5EF4-FFF2-40B4-BE49-F238E27FC236}">
                <a16:creationId xmlns:a16="http://schemas.microsoft.com/office/drawing/2014/main" id="{5025EB39-8471-2646-2BBB-1C6836B759B3}"/>
              </a:ext>
            </a:extLst>
          </p:cNvPr>
          <p:cNvSpPr>
            <a:spLocks noGrp="1"/>
          </p:cNvSpPr>
          <p:nvPr>
            <p:ph type="sldNum" sz="quarter" idx="5"/>
          </p:nvPr>
        </p:nvSpPr>
        <p:spPr/>
        <p:txBody>
          <a:bodyPr/>
          <a:lstStyle/>
          <a:p>
            <a:fld id="{43558F7A-9C9F-42E9-83A4-0C372CE5784D}" type="slidenum">
              <a:rPr kumimoji="1" lang="ja-JP" altLang="en-US" smtClean="0"/>
              <a:t>20</a:t>
            </a:fld>
            <a:endParaRPr kumimoji="1" lang="ja-JP" altLang="en-US"/>
          </a:p>
        </p:txBody>
      </p:sp>
    </p:spTree>
    <p:extLst>
      <p:ext uri="{BB962C8B-B14F-4D97-AF65-F5344CB8AC3E}">
        <p14:creationId xmlns:p14="http://schemas.microsoft.com/office/powerpoint/2010/main" val="32083712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BB8E-635A-60DE-194C-00C5F0390B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8EC1D60-3F57-0C9D-A3D3-D1720AB32A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CE1466-F614-6587-2306-28A6DB166B68}"/>
              </a:ext>
            </a:extLst>
          </p:cNvPr>
          <p:cNvSpPr>
            <a:spLocks noGrp="1"/>
          </p:cNvSpPr>
          <p:nvPr>
            <p:ph type="body" idx="1"/>
          </p:nvPr>
        </p:nvSpPr>
        <p:spPr/>
        <p:txBody>
          <a:bodyPr/>
          <a:lstStyle/>
          <a:p>
            <a:r>
              <a:rPr lang="ja-JP" altLang="ja-JP" dirty="0"/>
              <a:t>CA-LIGの特徴は、単に最終的な説明マップを出すだけでなく、層ごとのrelevance変化を追える点です。浅い層では表面的特徴、中間層では文脈的関係、深い層ではタスク判断に近い特徴が強まると解釈できます。また、寄与を正負に分離できるため、予測を支持する根拠と、逆に予測を弱める根拠を区別できます。</a:t>
            </a:r>
            <a:endParaRPr kumimoji="1" lang="ja-JP" altLang="en-US" dirty="0"/>
          </a:p>
        </p:txBody>
      </p:sp>
      <p:sp>
        <p:nvSpPr>
          <p:cNvPr id="4" name="スライド番号プレースホルダー 3">
            <a:extLst>
              <a:ext uri="{FF2B5EF4-FFF2-40B4-BE49-F238E27FC236}">
                <a16:creationId xmlns:a16="http://schemas.microsoft.com/office/drawing/2014/main" id="{F663F2AE-16CF-5F56-438E-960E0ED89DFB}"/>
              </a:ext>
            </a:extLst>
          </p:cNvPr>
          <p:cNvSpPr>
            <a:spLocks noGrp="1"/>
          </p:cNvSpPr>
          <p:nvPr>
            <p:ph type="sldNum" sz="quarter" idx="5"/>
          </p:nvPr>
        </p:nvSpPr>
        <p:spPr/>
        <p:txBody>
          <a:bodyPr/>
          <a:lstStyle/>
          <a:p>
            <a:fld id="{43558F7A-9C9F-42E9-83A4-0C372CE5784D}" type="slidenum">
              <a:rPr kumimoji="1" lang="ja-JP" altLang="en-US" smtClean="0"/>
              <a:t>21</a:t>
            </a:fld>
            <a:endParaRPr kumimoji="1" lang="ja-JP" altLang="en-US"/>
          </a:p>
        </p:txBody>
      </p:sp>
    </p:spTree>
    <p:extLst>
      <p:ext uri="{BB962C8B-B14F-4D97-AF65-F5344CB8AC3E}">
        <p14:creationId xmlns:p14="http://schemas.microsoft.com/office/powerpoint/2010/main" val="27519855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EDCD-5CFF-595A-E4C4-57E5884B32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0E3CF4-2AFD-1CC4-57C2-FC2DEDDA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3859D6D-A8E7-CAE4-C3DC-5542A98E7065}"/>
              </a:ext>
            </a:extLst>
          </p:cNvPr>
          <p:cNvSpPr>
            <a:spLocks noGrp="1"/>
          </p:cNvSpPr>
          <p:nvPr>
            <p:ph type="body" idx="1"/>
          </p:nvPr>
        </p:nvSpPr>
        <p:spPr/>
        <p:txBody>
          <a:bodyPr/>
          <a:lstStyle/>
          <a:p>
            <a:r>
              <a:rPr lang="ja-JP" altLang="ja-JP" dirty="0"/>
              <a:t>まとめると、CA-LIGはIntegrated Gradientsを各層に拡張し、attention gradientと融合することで、Transformerの予測根拠を層・文脈方向に説明する手法です。自分の研究では、tokenをスペクトログラムのパッチや時間フレーム・周波数帯に対応させることで、どの時間–周波数領域が沸騰判定を強めたか、あるいは弱めたかを可視化できます。まずは通常のIGをAlexNetやConformerに適用し、その後マスク実験で物理的妥当性を確認するのが現実的だと考えています。</a:t>
            </a:r>
            <a:endParaRPr kumimoji="1" lang="en-US" altLang="ja-JP" dirty="0"/>
          </a:p>
        </p:txBody>
      </p:sp>
      <p:sp>
        <p:nvSpPr>
          <p:cNvPr id="4" name="スライド番号プレースホルダー 3">
            <a:extLst>
              <a:ext uri="{FF2B5EF4-FFF2-40B4-BE49-F238E27FC236}">
                <a16:creationId xmlns:a16="http://schemas.microsoft.com/office/drawing/2014/main" id="{1E8E9EA7-A771-4A77-77A9-F42B165E0FCE}"/>
              </a:ext>
            </a:extLst>
          </p:cNvPr>
          <p:cNvSpPr>
            <a:spLocks noGrp="1"/>
          </p:cNvSpPr>
          <p:nvPr>
            <p:ph type="sldNum" sz="quarter" idx="5"/>
          </p:nvPr>
        </p:nvSpPr>
        <p:spPr/>
        <p:txBody>
          <a:bodyPr/>
          <a:lstStyle/>
          <a:p>
            <a:fld id="{43558F7A-9C9F-42E9-83A4-0C372CE5784D}" type="slidenum">
              <a:rPr kumimoji="1" lang="ja-JP" altLang="en-US" smtClean="0"/>
              <a:t>22</a:t>
            </a:fld>
            <a:endParaRPr kumimoji="1" lang="ja-JP" altLang="en-US"/>
          </a:p>
        </p:txBody>
      </p:sp>
    </p:spTree>
    <p:extLst>
      <p:ext uri="{BB962C8B-B14F-4D97-AF65-F5344CB8AC3E}">
        <p14:creationId xmlns:p14="http://schemas.microsoft.com/office/powerpoint/2010/main" val="1736411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3835141-B1DA-4BCF-9AAA-97947E23424F}"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348189-7185-406F-AF7C-BED606B3670B}"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101697-F5F8-4170-8723-96F9EA86E2DC}"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A9CCBFD-D654-4967-8B61-A3494FDAD3C3}" type="datetime1">
              <a:rPr lang="en-US" altLang="ja-JP"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BF7437-43BB-4691-A20F-B3DC80928B9C}" type="datetime1">
              <a:rPr lang="en-US" altLang="ja-JP" smtClean="0"/>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CDB0C1-09DA-4824-A9FE-04B648356115}" type="datetime1">
              <a:rPr lang="en-US" altLang="ja-JP"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F59CF7-FBD3-43A8-86EA-1BFF241249A7}" type="datetime1">
              <a:rPr lang="en-US" altLang="ja-JP"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228600" y="9715500"/>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2D3CE7-97B2-48B0-AAAA-F59DB167F20C}" type="datetime1">
              <a:rPr lang="en-US" altLang="ja-JP"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C42D9E0-6A31-47E1-86F8-E8D32905AA5C}" type="datetime1">
              <a:rPr lang="en-US" altLang="ja-JP"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58458-117C-445C-93D2-58146BCC020C}"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A68477-63A2-4B58-B832-4FD9CBB3DB7F}"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446D91-97FF-446E-BDC2-075A4D5370E6}" type="datetime1">
              <a:rPr lang="en-US" altLang="ja-JP" smtClean="0"/>
              <a:t>6/4/2026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43800" y="6361199"/>
            <a:ext cx="620097" cy="365125"/>
          </a:xfrm>
          <a:prstGeom prst="rect">
            <a:avLst/>
          </a:prstGeom>
        </p:spPr>
        <p:txBody>
          <a:bodyPr vert="horz" lIns="91440" tIns="45720" rIns="91440" bIns="45720" rtlCol="0" anchor="ctr"/>
          <a:lstStyle>
            <a:lvl1pPr algn="r">
              <a:defRPr sz="2800">
                <a:solidFill>
                  <a:schemeClr val="bg1"/>
                </a:solidFill>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2.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885825" y="495300"/>
            <a:ext cx="16516350" cy="142875"/>
            <a:chOff x="0" y="0"/>
            <a:chExt cx="22021800" cy="190500"/>
          </a:xfrm>
        </p:grpSpPr>
        <p:grpSp>
          <p:nvGrpSpPr>
            <p:cNvPr id="4" name="Group 4"/>
            <p:cNvGrpSpPr/>
            <p:nvPr/>
          </p:nvGrpSpPr>
          <p:grpSpPr>
            <a:xfrm>
              <a:off x="0" y="0"/>
              <a:ext cx="7340600" cy="190500"/>
              <a:chOff x="0" y="0"/>
              <a:chExt cx="1449995" cy="37630"/>
            </a:xfrm>
          </p:grpSpPr>
          <p:sp>
            <p:nvSpPr>
              <p:cNvPr id="5" name="Freeform 5"/>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 name="TextBox 6"/>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7" name="Group 7"/>
            <p:cNvGrpSpPr/>
            <p:nvPr/>
          </p:nvGrpSpPr>
          <p:grpSpPr>
            <a:xfrm>
              <a:off x="7340600" y="0"/>
              <a:ext cx="7340600" cy="190500"/>
              <a:chOff x="0" y="0"/>
              <a:chExt cx="1449995" cy="37630"/>
            </a:xfrm>
          </p:grpSpPr>
          <p:sp>
            <p:nvSpPr>
              <p:cNvPr id="8" name="Freeform 8"/>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9" name="TextBox 9"/>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0" name="Group 10"/>
            <p:cNvGrpSpPr/>
            <p:nvPr/>
          </p:nvGrpSpPr>
          <p:grpSpPr>
            <a:xfrm>
              <a:off x="14681200" y="0"/>
              <a:ext cx="7340600" cy="190500"/>
              <a:chOff x="0" y="0"/>
              <a:chExt cx="1449995" cy="37630"/>
            </a:xfrm>
          </p:grpSpPr>
          <p:sp>
            <p:nvSpPr>
              <p:cNvPr id="11" name="Freeform 11"/>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2" name="TextBox 12"/>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TextBox 17"/>
          <p:cNvSpPr txBox="1"/>
          <p:nvPr/>
        </p:nvSpPr>
        <p:spPr>
          <a:xfrm>
            <a:off x="7126736" y="1575825"/>
            <a:ext cx="4034525" cy="830997"/>
          </a:xfrm>
          <a:prstGeom prst="rect">
            <a:avLst/>
          </a:prstGeom>
        </p:spPr>
        <p:txBody>
          <a:bodyPr wrap="square" lIns="0" tIns="0" rIns="0" bIns="0" rtlCol="0" anchor="t">
            <a:spAutoFit/>
          </a:bodyPr>
          <a:lstStyle/>
          <a:p>
            <a:pPr algn="ctr">
              <a:spcBef>
                <a:spcPct val="0"/>
              </a:spcBef>
            </a:pPr>
            <a:r>
              <a:rPr lang="ja-JP" altLang="en-US" sz="5400" dirty="0">
                <a:solidFill>
                  <a:srgbClr val="292B2B"/>
                </a:solidFill>
                <a:latin typeface="Source Han Sans JP Bold"/>
                <a:ea typeface="Source Han Sans JP Bold"/>
                <a:cs typeface="Source Han Sans JP Bold"/>
                <a:sym typeface="Source Han Sans JP Bold"/>
              </a:rPr>
              <a:t>論文輪講</a:t>
            </a:r>
            <a:endParaRPr lang="en-US" sz="5400" dirty="0">
              <a:solidFill>
                <a:srgbClr val="292B2B"/>
              </a:solidFill>
              <a:latin typeface="Source Han Sans JP Bold"/>
              <a:ea typeface="Source Han Sans JP Bold"/>
              <a:cs typeface="Source Han Sans JP Bold"/>
              <a:sym typeface="Source Han Sans JP Bold"/>
            </a:endParaRPr>
          </a:p>
        </p:txBody>
      </p:sp>
      <p:sp>
        <p:nvSpPr>
          <p:cNvPr id="19" name="TextBox 19"/>
          <p:cNvSpPr txBox="1"/>
          <p:nvPr/>
        </p:nvSpPr>
        <p:spPr>
          <a:xfrm>
            <a:off x="818217" y="8441870"/>
            <a:ext cx="16306800" cy="538609"/>
          </a:xfrm>
          <a:prstGeom prst="rect">
            <a:avLst/>
          </a:prstGeom>
        </p:spPr>
        <p:txBody>
          <a:bodyPr wrap="square" lIns="0" tIns="0" rIns="0" bIns="0" rtlCol="0" anchor="t">
            <a:spAutoFit/>
          </a:bodyPr>
          <a:lstStyle/>
          <a:p>
            <a:pPr algn="ctr">
              <a:lnSpc>
                <a:spcPts val="4200"/>
              </a:lnSpc>
              <a:spcBef>
                <a:spcPct val="0"/>
              </a:spcBef>
            </a:pPr>
            <a:r>
              <a:rPr lang="ja-JP" altLang="en-US" sz="4000" dirty="0">
                <a:latin typeface="Source Han Sans JP" panose="020B0600070205080204" charset="-128"/>
                <a:ea typeface="Source Han Sans JP" panose="020B0600070205080204" charset="-128"/>
              </a:rPr>
              <a:t>植木研究室　　</a:t>
            </a:r>
            <a:r>
              <a:rPr lang="en-US" altLang="ja-JP" sz="4000" dirty="0">
                <a:latin typeface="Source Han Sans JP" panose="020B0600070205080204" charset="-128"/>
                <a:ea typeface="Source Han Sans JP" panose="020B0600070205080204" charset="-128"/>
              </a:rPr>
              <a:t>8125517</a:t>
            </a:r>
            <a:r>
              <a:rPr lang="ja-JP" altLang="en-US" sz="4000" dirty="0">
                <a:latin typeface="Source Han Sans JP" panose="020B0600070205080204" charset="-128"/>
                <a:ea typeface="Source Han Sans JP" panose="020B0600070205080204" charset="-128"/>
              </a:rPr>
              <a:t>　　</a:t>
            </a:r>
            <a:r>
              <a:rPr lang="ja-JP" altLang="en-US" sz="4000" dirty="0">
                <a:solidFill>
                  <a:srgbClr val="292B2B"/>
                </a:solidFill>
                <a:latin typeface="Source Han Sans JP" panose="020B0600070205080204" charset="-128"/>
                <a:ea typeface="Source Han Sans JP" panose="020B0600070205080204" charset="-128"/>
                <a:cs typeface="Source Han Sans JP"/>
                <a:sym typeface="Source Han Sans JP"/>
              </a:rPr>
              <a:t>柴崎陸</a:t>
            </a:r>
            <a:endParaRPr lang="en-US" sz="4000" dirty="0">
              <a:solidFill>
                <a:srgbClr val="292B2B"/>
              </a:solidFill>
              <a:latin typeface="Source Han Sans JP" panose="020B0600070205080204" charset="-128"/>
              <a:ea typeface="Source Han Sans JP" panose="020B0600070205080204" charset="-128"/>
              <a:cs typeface="Source Han Sans JP"/>
              <a:sym typeface="Source Han Sans JP"/>
            </a:endParaRPr>
          </a:p>
        </p:txBody>
      </p:sp>
      <p:sp>
        <p:nvSpPr>
          <p:cNvPr id="20" name="TextBox 20"/>
          <p:cNvSpPr txBox="1"/>
          <p:nvPr/>
        </p:nvSpPr>
        <p:spPr>
          <a:xfrm>
            <a:off x="6111044" y="7586190"/>
            <a:ext cx="5785681" cy="514251"/>
          </a:xfrm>
          <a:prstGeom prst="rect">
            <a:avLst/>
          </a:prstGeom>
        </p:spPr>
        <p:txBody>
          <a:bodyPr lIns="0" tIns="0" rIns="0" bIns="0" rtlCol="0" anchor="t">
            <a:spAutoFit/>
          </a:bodyPr>
          <a:lstStyle/>
          <a:p>
            <a:pPr algn="ctr">
              <a:lnSpc>
                <a:spcPts val="4200"/>
              </a:lnSpc>
              <a:spcBef>
                <a:spcPct val="0"/>
              </a:spcBef>
            </a:pPr>
            <a:r>
              <a:rPr lang="en-US" sz="3000" dirty="0">
                <a:solidFill>
                  <a:srgbClr val="292B2B"/>
                </a:solidFill>
                <a:latin typeface="Source Han Sans JP" panose="020B0600070205080204" charset="-128"/>
                <a:ea typeface="Source Han Sans JP" panose="020B0600070205080204" charset="-128"/>
                <a:cs typeface="Century Gothic Paneuropean"/>
                <a:sym typeface="Century Gothic Paneuropean"/>
              </a:rPr>
              <a:t>2026年6月5日</a:t>
            </a:r>
          </a:p>
        </p:txBody>
      </p:sp>
      <p:grpSp>
        <p:nvGrpSpPr>
          <p:cNvPr id="21" name="Group 21"/>
          <p:cNvGrpSpPr/>
          <p:nvPr/>
        </p:nvGrpSpPr>
        <p:grpSpPr>
          <a:xfrm>
            <a:off x="885825" y="9645596"/>
            <a:ext cx="16516350" cy="142875"/>
            <a:chOff x="0" y="0"/>
            <a:chExt cx="22021800" cy="190500"/>
          </a:xfrm>
        </p:grpSpPr>
        <p:grpSp>
          <p:nvGrpSpPr>
            <p:cNvPr id="22" name="Group 22"/>
            <p:cNvGrpSpPr/>
            <p:nvPr/>
          </p:nvGrpSpPr>
          <p:grpSpPr>
            <a:xfrm>
              <a:off x="0" y="0"/>
              <a:ext cx="7340600" cy="190500"/>
              <a:chOff x="0" y="0"/>
              <a:chExt cx="1449995" cy="37630"/>
            </a:xfrm>
          </p:grpSpPr>
          <p:sp>
            <p:nvSpPr>
              <p:cNvPr id="23" name="Freeform 23"/>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24"/>
              <p:cNvSpPr txBox="1"/>
              <p:nvPr/>
            </p:nvSpPr>
            <p:spPr>
              <a:xfrm>
                <a:off x="0" y="-38100"/>
                <a:ext cx="1449995" cy="75730"/>
              </a:xfrm>
              <a:prstGeom prst="rect">
                <a:avLst/>
              </a:prstGeom>
            </p:spPr>
            <p:txBody>
              <a:bodyPr lIns="50800" tIns="50800" rIns="50800" bIns="50800" rtlCol="0" anchor="ctr"/>
              <a:lstStyle/>
              <a:p>
                <a:pPr algn="ctr">
                  <a:lnSpc>
                    <a:spcPts val="2940"/>
                  </a:lnSpc>
                </a:pPr>
                <a:endParaRPr dirty="0"/>
              </a:p>
            </p:txBody>
          </p:sp>
        </p:grpSp>
        <p:grpSp>
          <p:nvGrpSpPr>
            <p:cNvPr id="25" name="Group 25"/>
            <p:cNvGrpSpPr/>
            <p:nvPr/>
          </p:nvGrpSpPr>
          <p:grpSpPr>
            <a:xfrm>
              <a:off x="7340600" y="0"/>
              <a:ext cx="7340600" cy="190500"/>
              <a:chOff x="0" y="0"/>
              <a:chExt cx="1449995" cy="37630"/>
            </a:xfrm>
          </p:grpSpPr>
          <p:sp>
            <p:nvSpPr>
              <p:cNvPr id="26" name="Freeform 26"/>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7" name="TextBox 27"/>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28" name="Group 28"/>
            <p:cNvGrpSpPr/>
            <p:nvPr/>
          </p:nvGrpSpPr>
          <p:grpSpPr>
            <a:xfrm>
              <a:off x="14681200" y="0"/>
              <a:ext cx="7340600" cy="190500"/>
              <a:chOff x="0" y="0"/>
              <a:chExt cx="1449995" cy="37630"/>
            </a:xfrm>
          </p:grpSpPr>
          <p:sp>
            <p:nvSpPr>
              <p:cNvPr id="29" name="Freeform 29"/>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0" name="TextBox 30"/>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 name="スライド番号プレースホルダー 1">
            <a:extLst>
              <a:ext uri="{FF2B5EF4-FFF2-40B4-BE49-F238E27FC236}">
                <a16:creationId xmlns:a16="http://schemas.microsoft.com/office/drawing/2014/main" id="{9D73F52F-7EA5-9483-9209-847FF8564E80}"/>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13" name="TextBox 24">
            <a:extLst>
              <a:ext uri="{FF2B5EF4-FFF2-40B4-BE49-F238E27FC236}">
                <a16:creationId xmlns:a16="http://schemas.microsoft.com/office/drawing/2014/main" id="{9E46055B-DA28-1F66-CD59-78CAAB0910E0}"/>
              </a:ext>
            </a:extLst>
          </p:cNvPr>
          <p:cNvSpPr txBox="1"/>
          <p:nvPr/>
        </p:nvSpPr>
        <p:spPr>
          <a:xfrm>
            <a:off x="1249292" y="5663664"/>
            <a:ext cx="15925799" cy="1470467"/>
          </a:xfrm>
          <a:prstGeom prst="rect">
            <a:avLst/>
          </a:prstGeom>
        </p:spPr>
        <p:txBody>
          <a:bodyPr wrap="square" lIns="0" tIns="0" rIns="0" bIns="0" rtlCol="0" anchor="t">
            <a:spAutoFit/>
          </a:bodyPr>
          <a:lstStyle/>
          <a:p>
            <a:pPr algn="ctr">
              <a:lnSpc>
                <a:spcPts val="5880"/>
              </a:lnSpc>
              <a:spcBef>
                <a:spcPct val="0"/>
              </a:spcBef>
            </a:pP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r>
              <a:rPr lang="ja-JP" altLang="ja-JP" sz="4400" b="1" dirty="0">
                <a:latin typeface="Source Han Sans JP" panose="020B0600070205080204" charset="-128"/>
                <a:ea typeface="Source Han Sans JP" panose="020B0600070205080204" charset="-128"/>
              </a:rPr>
              <a:t>Integrated Gradients を層・文脈方向に拡張した Transformer の説明手法</a:t>
            </a: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endParaRPr 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endParaRPr>
          </a:p>
        </p:txBody>
      </p:sp>
      <p:sp>
        <p:nvSpPr>
          <p:cNvPr id="14" name="TextBox 24">
            <a:extLst>
              <a:ext uri="{FF2B5EF4-FFF2-40B4-BE49-F238E27FC236}">
                <a16:creationId xmlns:a16="http://schemas.microsoft.com/office/drawing/2014/main" id="{5A851D26-D12C-C610-35D6-4EE88EAAA3D9}"/>
              </a:ext>
            </a:extLst>
          </p:cNvPr>
          <p:cNvSpPr txBox="1"/>
          <p:nvPr/>
        </p:nvSpPr>
        <p:spPr>
          <a:xfrm>
            <a:off x="1225655" y="2674207"/>
            <a:ext cx="16459200" cy="2774093"/>
          </a:xfrm>
          <a:prstGeom prst="rect">
            <a:avLst/>
          </a:prstGeom>
        </p:spPr>
        <p:txBody>
          <a:bodyPr wrap="square" lIns="0" tIns="0" rIns="0" bIns="0" rtlCol="0" anchor="t">
            <a:spAutoFit/>
          </a:bodyPr>
          <a:lstStyle/>
          <a:p>
            <a:pPr>
              <a:lnSpc>
                <a:spcPts val="7300"/>
              </a:lnSpc>
              <a:spcBef>
                <a:spcPct val="0"/>
              </a:spcBef>
            </a:pPr>
            <a:r>
              <a:rPr lang="ja-JP" altLang="ja-JP" sz="6000" dirty="0">
                <a:latin typeface="Source Han Sans JP Bold" panose="020B0600070205080204" charset="-128"/>
                <a:ea typeface="Source Han Sans JP Bold" panose="020B0600070205080204" charset="-128"/>
              </a:rPr>
              <a:t>Explainable AI: Context-Aware Layer-Wise Integrated Gradients</a:t>
            </a:r>
            <a:r>
              <a:rPr lang="ja-JP" altLang="en-US" sz="6000" dirty="0">
                <a:latin typeface="Source Han Sans JP Bold" panose="020B0600070205080204" charset="-128"/>
                <a:ea typeface="Source Han Sans JP Bold" panose="020B0600070205080204" charset="-128"/>
              </a:rPr>
              <a:t>（</a:t>
            </a:r>
            <a:r>
              <a:rPr lang="en-US" altLang="ja-JP" sz="6000" dirty="0">
                <a:latin typeface="Source Han Sans JP Bold" panose="020B0600070205080204" charset="-128"/>
                <a:ea typeface="Source Han Sans JP Bold" panose="020B0600070205080204" charset="-128"/>
              </a:rPr>
              <a:t>CA-LIG</a:t>
            </a:r>
            <a:r>
              <a:rPr lang="ja-JP" altLang="en-US" sz="6000" dirty="0">
                <a:latin typeface="Source Han Sans JP Bold" panose="020B0600070205080204" charset="-128"/>
                <a:ea typeface="Source Han Sans JP Bold" panose="020B0600070205080204" charset="-128"/>
              </a:rPr>
              <a:t>）</a:t>
            </a:r>
            <a:r>
              <a:rPr lang="ja-JP" altLang="ja-JP" sz="6000" dirty="0">
                <a:latin typeface="Source Han Sans JP Bold" panose="020B0600070205080204" charset="-128"/>
                <a:ea typeface="Source Han Sans JP Bold" panose="020B0600070205080204" charset="-128"/>
              </a:rPr>
              <a:t> </a:t>
            </a:r>
            <a:endParaRPr lang="en-US" altLang="ja-JP" sz="6000" dirty="0">
              <a:latin typeface="Source Han Sans JP Bold" panose="020B0600070205080204" charset="-128"/>
              <a:ea typeface="Source Han Sans JP Bold" panose="020B0600070205080204" charset="-128"/>
            </a:endParaRPr>
          </a:p>
          <a:p>
            <a:pPr>
              <a:lnSpc>
                <a:spcPts val="7300"/>
              </a:lnSpc>
              <a:spcBef>
                <a:spcPct val="0"/>
              </a:spcBef>
            </a:pPr>
            <a:r>
              <a:rPr lang="ja-JP" altLang="ja-JP" sz="6000" dirty="0">
                <a:latin typeface="Source Han Sans JP Bold" panose="020B0600070205080204" charset="-128"/>
                <a:ea typeface="Source Han Sans JP Bold" panose="020B0600070205080204" charset="-128"/>
              </a:rPr>
              <a:t>for Explaining Transformer Models</a:t>
            </a:r>
            <a:endParaRPr lang="en-US" sz="6000" dirty="0">
              <a:solidFill>
                <a:srgbClr val="292B2B"/>
              </a:solidFill>
              <a:latin typeface="Source Han Sans JP Bold" panose="020B0600070205080204" charset="-128"/>
              <a:ea typeface="Source Han Sans JP Bold" panose="020B0600070205080204" charset="-128"/>
              <a:cs typeface="Source Han Sans JP Medium"/>
              <a:sym typeface="Source Han Sans JP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B37C-964B-AC11-EDB7-CB194CC0E9D0}"/>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1E877648-141E-2FED-599C-AC5E92A13D55}"/>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00AF81C-D86D-C07A-3F1F-78B9E44DF21D}"/>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787A3FF-958C-EBE9-52DF-D247C70AB5E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FD83F56E-025F-21B4-21B5-7CE1068CF5A3}"/>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F30B28B0-361D-0A34-B344-0CF7B75C2C1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7BFE15D1-B194-B181-AC41-0EC9DAC01C9D}"/>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E19D6CF3-783B-2BEB-000A-8FCFFFCD188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25183898-DA7F-FAA5-6C4A-BF13209DA88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F9DE793-621A-3BDA-ABCC-4984981079F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2E54EF43-91FF-6E0F-058B-14050230655B}"/>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8BA66A8F-9866-DC4A-98C9-37EE0066000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16A319B7-D50F-ED65-AF6B-DF2231064C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BE997E21-DD0B-1294-5BF3-75ACAF7CA261}"/>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1A0D9D66-A21B-66AC-D788-D1C54AAAEFE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1D02DA1C-0B30-93CB-EEA0-B2BC98F0CE7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D09164D7-2F1A-4555-1BC2-B2D96C3AC3AE}"/>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2</a:t>
            </a:fld>
            <a:endParaRPr lang="en-US" sz="2400" dirty="0">
              <a:solidFill>
                <a:schemeClr val="bg1"/>
              </a:solidFill>
            </a:endParaRPr>
          </a:p>
        </p:txBody>
      </p:sp>
      <p:sp>
        <p:nvSpPr>
          <p:cNvPr id="513" name="TextBox 24">
            <a:extLst>
              <a:ext uri="{FF2B5EF4-FFF2-40B4-BE49-F238E27FC236}">
                <a16:creationId xmlns:a16="http://schemas.microsoft.com/office/drawing/2014/main" id="{2A0635B8-BCCD-4E74-98AE-0624FFDD6BD6}"/>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62302C4-E809-FCAB-957F-A716CD8F0562}"/>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A243EAE5-356B-1894-75BE-66367ECE2D1E}"/>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ED03FC3B-8BEB-F105-968D-F000DB9D8CCD}"/>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2429653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1E125-58AC-5DB3-9454-F1522E0E834A}"/>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61B68936-4085-C672-25E2-539DE5B542E0}"/>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BF79094-BE17-55A2-79EE-75FD7D60DCCE}"/>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A2129EB-6C03-1B60-2FF2-EC811E6BF5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589DBABA-638B-2DE2-719E-567A3A2FB6D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153E037-F316-82ED-9485-58B93F6367C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D224E675-FAF1-AA8E-F2C8-0BADF0AB9B67}"/>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FFDFBD60-FDBE-A2CC-0936-7FD327C13203}"/>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B37BF935-8EC0-8CFF-6563-826DD5D88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D324464-3D06-1A37-708D-F0A0D8C339A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770630FB-6B9E-1993-6D39-F78DCF3709B2}"/>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5668E232-42C5-3F54-DDA9-E4A84408A3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6D49311F-513E-F236-470A-E416FE5B22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C5EE9B9C-8F0E-5177-1679-008930E7BD7D}"/>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4604F13E-B615-BFD5-F7D8-D1AD5B63A8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30B52B35-5EEE-2B3C-191D-0772C5F79AD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7395413D-1C3A-7562-FC68-021F1C242622}"/>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3</a:t>
            </a:fld>
            <a:endParaRPr lang="en-US" sz="2400" dirty="0">
              <a:solidFill>
                <a:schemeClr val="bg1"/>
              </a:solidFill>
            </a:endParaRPr>
          </a:p>
        </p:txBody>
      </p:sp>
      <p:sp>
        <p:nvSpPr>
          <p:cNvPr id="513" name="TextBox 24">
            <a:extLst>
              <a:ext uri="{FF2B5EF4-FFF2-40B4-BE49-F238E27FC236}">
                <a16:creationId xmlns:a16="http://schemas.microsoft.com/office/drawing/2014/main" id="{5CCE43B6-B4C5-333A-576C-7C1C222C9DC9}"/>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2DFE006F-89AC-86A8-36C3-00A12FC3D324}"/>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1B03E3FA-A621-3E56-B99E-5AC55F094467}"/>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F836DBF-7A24-6DDB-F4C0-A708A45916F4}"/>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7171966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23B2F-43BD-3FDC-9A52-A3EA57EB462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8A5558E-A446-1DD9-AFE3-4208FF0E097E}"/>
              </a:ext>
            </a:extLst>
          </p:cNvPr>
          <p:cNvSpPr>
            <a:spLocks noGrp="1"/>
          </p:cNvSpPr>
          <p:nvPr>
            <p:ph type="sldNum" sz="quarter" idx="12"/>
          </p:nvPr>
        </p:nvSpPr>
        <p:spPr/>
        <p:txBody>
          <a:bodyPr/>
          <a:lstStyle/>
          <a:p>
            <a:fld id="{B6F15528-21DE-4FAA-801E-634DDDAF4B2B}" type="slidenum">
              <a:rPr lang="en-US" smtClean="0"/>
              <a:pPr/>
              <a:t>4</a:t>
            </a:fld>
            <a:endParaRPr lang="en-US"/>
          </a:p>
        </p:txBody>
      </p:sp>
      <p:grpSp>
        <p:nvGrpSpPr>
          <p:cNvPr id="10" name="グループ化 9">
            <a:extLst>
              <a:ext uri="{FF2B5EF4-FFF2-40B4-BE49-F238E27FC236}">
                <a16:creationId xmlns:a16="http://schemas.microsoft.com/office/drawing/2014/main" id="{12090164-6B0A-4E27-6B0C-FBAFDE60F8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481D39E-081B-36BA-D1C6-ECA6050FE4C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543D728-E890-92F7-D3EF-163706A1352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D183FE0-B5A8-C0D0-095C-96F001DF25F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D166528-B1A4-2464-753B-E9FCE2367A2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8E6D42BB-303C-D5A5-FC53-D6F0D69BA10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C239CE6-827C-AD68-DAF4-2A74EE7BE4D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E221804-E222-6227-A456-103DE17EA6B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8DAED29-4C24-5A6C-DBDE-E7C4A652470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F8B016B-BB39-0129-1334-B9838377B9D7}"/>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21C2BD47-2123-FA61-C0CE-B3DA20B9974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9D7DAA3C-8727-EE89-1AD2-FDD764BB52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0CA5FDE-A678-4415-F02E-3CC120450DDD}"/>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7F430480-BFB2-28B6-5E6B-B12AD2C6C8C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79BC0B9-1557-D27E-0046-31E6A64464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1A1F485-B6A3-1DA2-225E-333B83F3F492}"/>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4</a:t>
            </a:fld>
            <a:endParaRPr lang="en-US" sz="2400" dirty="0"/>
          </a:p>
        </p:txBody>
      </p:sp>
      <p:sp>
        <p:nvSpPr>
          <p:cNvPr id="5" name="TextBox 24">
            <a:extLst>
              <a:ext uri="{FF2B5EF4-FFF2-40B4-BE49-F238E27FC236}">
                <a16:creationId xmlns:a16="http://schemas.microsoft.com/office/drawing/2014/main" id="{30E6FC3A-F563-6BED-77CD-E9A2AECFFCD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論文を選んだ理由</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0" name="TextBox 24">
            <a:extLst>
              <a:ext uri="{FF2B5EF4-FFF2-40B4-BE49-F238E27FC236}">
                <a16:creationId xmlns:a16="http://schemas.microsoft.com/office/drawing/2014/main" id="{18BCDE0D-5E21-57F1-517E-02D58024D4E0}"/>
              </a:ext>
            </a:extLst>
          </p:cNvPr>
          <p:cNvSpPr txBox="1"/>
          <p:nvPr/>
        </p:nvSpPr>
        <p:spPr>
          <a:xfrm>
            <a:off x="1665275" y="2831192"/>
            <a:ext cx="10459013"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自分：</a:t>
            </a:r>
            <a:r>
              <a:rPr lang="en-US" sz="3200" dirty="0" err="1">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AlexNet</a:t>
            </a:r>
            <a:r>
              <a:rPr 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 / </a:t>
            </a:r>
            <a:r>
              <a:rPr lang="en-US" sz="3200" dirty="0" err="1">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Comformer</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で熱流束を予測</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44" name="グループ化 43">
            <a:extLst>
              <a:ext uri="{FF2B5EF4-FFF2-40B4-BE49-F238E27FC236}">
                <a16:creationId xmlns:a16="http://schemas.microsoft.com/office/drawing/2014/main" id="{8545B1C6-AD44-CAA2-F2D8-7D9E0EE8C615}"/>
              </a:ext>
            </a:extLst>
          </p:cNvPr>
          <p:cNvGrpSpPr/>
          <p:nvPr/>
        </p:nvGrpSpPr>
        <p:grpSpPr>
          <a:xfrm>
            <a:off x="1553242" y="1849221"/>
            <a:ext cx="7086600" cy="552410"/>
            <a:chOff x="1535808" y="1451163"/>
            <a:chExt cx="8639037" cy="552410"/>
          </a:xfrm>
        </p:grpSpPr>
        <p:sp>
          <p:nvSpPr>
            <p:cNvPr id="45" name="TextBox 26">
              <a:extLst>
                <a:ext uri="{FF2B5EF4-FFF2-40B4-BE49-F238E27FC236}">
                  <a16:creationId xmlns:a16="http://schemas.microsoft.com/office/drawing/2014/main" id="{63C1B04C-B4CB-6542-F024-DA825EAAA143}"/>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自分の研究との関連性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46" name="Freeform 5">
              <a:extLst>
                <a:ext uri="{FF2B5EF4-FFF2-40B4-BE49-F238E27FC236}">
                  <a16:creationId xmlns:a16="http://schemas.microsoft.com/office/drawing/2014/main" id="{B625E7F0-2BD1-FCC3-A00E-98A23CFC9F05}"/>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7" name="TextBox 24">
            <a:extLst>
              <a:ext uri="{FF2B5EF4-FFF2-40B4-BE49-F238E27FC236}">
                <a16:creationId xmlns:a16="http://schemas.microsoft.com/office/drawing/2014/main" id="{C67B1B63-E895-36A2-FADA-3D87D2B968CB}"/>
              </a:ext>
            </a:extLst>
          </p:cNvPr>
          <p:cNvSpPr txBox="1"/>
          <p:nvPr/>
        </p:nvSpPr>
        <p:spPr>
          <a:xfrm>
            <a:off x="1665274" y="3467100"/>
            <a:ext cx="14641525" cy="2847639"/>
          </a:xfrm>
          <a:prstGeom prst="rect">
            <a:avLst/>
          </a:prstGeom>
        </p:spPr>
        <p:txBody>
          <a:bodyPr wrap="square" lIns="0" tIns="0" rIns="0" bIns="0" rtlCol="0" anchor="t">
            <a:spAutoFit/>
          </a:bodyPr>
          <a:lstStyle/>
          <a:p>
            <a:pPr marL="457200" indent="-457200">
              <a:lnSpc>
                <a:spcPts val="4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今回の論文（</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CA-LIG</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971550" lvl="1" indent="-514350">
              <a:lnSpc>
                <a:spcPts val="4500"/>
              </a:lnSpc>
              <a:spcBef>
                <a:spcPct val="0"/>
              </a:spcBef>
              <a:buClr>
                <a:srgbClr val="64A4A3"/>
              </a:buClr>
              <a:buFont typeface="+mj-lt"/>
              <a:buAutoNum type="arabicPeriod"/>
            </a:pP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Transformer</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の予測根拠を可視化する</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XAI</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手法の一つ</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971550" lvl="1" indent="-514350">
              <a:lnSpc>
                <a:spcPts val="4500"/>
              </a:lnSpc>
              <a:spcBef>
                <a:spcPct val="0"/>
              </a:spcBef>
              <a:buClr>
                <a:srgbClr val="64A4A3"/>
              </a:buClr>
              <a:buFont typeface="+mj-lt"/>
              <a:buAutoNum type="arabicPeriod"/>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各層の </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Integrated Gradients + attention gradient</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を統合することで，</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Token / </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パッチ単位の寄与を層・文脈ごとに説明できる（</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内部の層ごとの変化を踏まえて説明できる）</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66" name="グループ化 65">
            <a:extLst>
              <a:ext uri="{FF2B5EF4-FFF2-40B4-BE49-F238E27FC236}">
                <a16:creationId xmlns:a16="http://schemas.microsoft.com/office/drawing/2014/main" id="{5D8A99AE-AB03-F0C5-CD0B-198872016830}"/>
              </a:ext>
            </a:extLst>
          </p:cNvPr>
          <p:cNvGrpSpPr/>
          <p:nvPr/>
        </p:nvGrpSpPr>
        <p:grpSpPr>
          <a:xfrm>
            <a:off x="1553242" y="7924031"/>
            <a:ext cx="7086600" cy="552410"/>
            <a:chOff x="1535808" y="1451163"/>
            <a:chExt cx="8639037" cy="552410"/>
          </a:xfrm>
        </p:grpSpPr>
        <p:sp>
          <p:nvSpPr>
            <p:cNvPr id="67" name="TextBox 26">
              <a:extLst>
                <a:ext uri="{FF2B5EF4-FFF2-40B4-BE49-F238E27FC236}">
                  <a16:creationId xmlns:a16="http://schemas.microsoft.com/office/drawing/2014/main" id="{A5E42165-316E-EDAF-737B-8D5240564246}"/>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自分の研究への活用可能性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68" name="Freeform 5">
              <a:extLst>
                <a:ext uri="{FF2B5EF4-FFF2-40B4-BE49-F238E27FC236}">
                  <a16:creationId xmlns:a16="http://schemas.microsoft.com/office/drawing/2014/main" id="{9A88EC85-AA71-FB9B-92BC-94969194A57E}"/>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69" name="TextBox 24">
            <a:extLst>
              <a:ext uri="{FF2B5EF4-FFF2-40B4-BE49-F238E27FC236}">
                <a16:creationId xmlns:a16="http://schemas.microsoft.com/office/drawing/2014/main" id="{5A6EDAFF-02C6-07F6-6A7A-521036718516}"/>
              </a:ext>
            </a:extLst>
          </p:cNvPr>
          <p:cNvSpPr txBox="1"/>
          <p:nvPr/>
        </p:nvSpPr>
        <p:spPr>
          <a:xfrm>
            <a:off x="1677221" y="8657071"/>
            <a:ext cx="15759367" cy="897682"/>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Conformer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を「予測に聞いた接続」として分離できる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3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正負の寄与で「沸騰を強める領域 </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弱める領域」を分離できる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 name="矢印: 下 2">
            <a:extLst>
              <a:ext uri="{FF2B5EF4-FFF2-40B4-BE49-F238E27FC236}">
                <a16:creationId xmlns:a16="http://schemas.microsoft.com/office/drawing/2014/main" id="{F2A5ABC3-E266-0634-4B4D-A255C12B0297}"/>
              </a:ext>
            </a:extLst>
          </p:cNvPr>
          <p:cNvSpPr/>
          <p:nvPr/>
        </p:nvSpPr>
        <p:spPr>
          <a:xfrm rot="16200000">
            <a:off x="2215393" y="6730273"/>
            <a:ext cx="1092616" cy="685799"/>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TextBox 24">
            <a:extLst>
              <a:ext uri="{FF2B5EF4-FFF2-40B4-BE49-F238E27FC236}">
                <a16:creationId xmlns:a16="http://schemas.microsoft.com/office/drawing/2014/main" id="{C20DF737-0EA7-732E-D1FB-558737ED9428}"/>
              </a:ext>
            </a:extLst>
          </p:cNvPr>
          <p:cNvSpPr txBox="1"/>
          <p:nvPr/>
        </p:nvSpPr>
        <p:spPr>
          <a:xfrm>
            <a:off x="3505200" y="6442340"/>
            <a:ext cx="13639798" cy="1354089"/>
          </a:xfrm>
          <a:prstGeom prst="rect">
            <a:avLst/>
          </a:prstGeom>
        </p:spPr>
        <p:txBody>
          <a:bodyPr wrap="square" lIns="0" tIns="0" rIns="0" bIns="0" rtlCol="0" anchor="t">
            <a:spAutoFit/>
          </a:bodyPr>
          <a:lstStyle/>
          <a:p>
            <a:pPr algn="l">
              <a:lnSpc>
                <a:spcPts val="5500"/>
              </a:lnSpc>
              <a:spcBef>
                <a:spcPct val="0"/>
              </a:spcBef>
              <a:buClr>
                <a:srgbClr val="64A4A3"/>
              </a:buClr>
            </a:pPr>
            <a:r>
              <a:rPr lang="en-US" altLang="ja-JP" sz="36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 </a:t>
            </a:r>
            <a:r>
              <a:rPr lang="en-US" altLang="ja-JP" sz="3600" dirty="0">
                <a:latin typeface="Source Han Sans JP Medium" panose="020B0600070205080204" charset="-128"/>
                <a:ea typeface="Source Han Sans JP Medium" panose="020B0600070205080204" charset="-128"/>
                <a:cs typeface="Source Han Sans JP Medium"/>
                <a:sym typeface="Source Han Sans JP Medium"/>
              </a:rPr>
              <a:t>map</a:t>
            </a: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よりも高い説明性を持つため，</a:t>
            </a:r>
            <a:r>
              <a:rPr lang="en-US" altLang="ja-JP" sz="3600" dirty="0">
                <a:latin typeface="Source Han Sans JP Medium" panose="020B0600070205080204" charset="-128"/>
                <a:ea typeface="Source Han Sans JP Medium" panose="020B0600070205080204" charset="-128"/>
                <a:cs typeface="Source Han Sans JP Medium"/>
                <a:sym typeface="Source Han Sans JP Medium"/>
              </a:rPr>
              <a:t>Conformer</a:t>
            </a: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の予測根拠の可視化に活用できそう</a:t>
            </a:r>
            <a:endParaRPr lang="en-US" altLang="ja-JP" sz="36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60934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7F6FF-E64A-0E30-BB57-6F79A2A7FE5F}"/>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ED809F81-7402-5608-B71E-400EBA9C882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5CD0C97D-12EA-EBA5-13F7-89C044669B73}"/>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AE2C3AF-DB1F-130B-FBCE-9414E01E16F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E7D9D820-F98A-673F-8DFB-F865BF16953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241A302-C0AB-5A92-2362-19764F296D87}"/>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831B35BF-3950-EBC7-0B8D-F1E56E3CE792}"/>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D8CF483F-4F08-2AA9-782B-A4E984BFDD97}"/>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108E7FE9-7101-9F27-A860-60271BB7456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20256BC5-F422-2BB1-97F2-0166EF485BE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581B487A-9701-C2F4-288B-918464EA84B8}"/>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C32D928D-E790-F8A2-6570-86A3635B72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4C21A52C-F212-32F2-BCB8-102EEA1D92F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826BB833-4A2F-39B5-F92F-28E9D5E70953}"/>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EDC6E3BF-2E96-BBFF-E84E-372480B90CC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0EBAE59-F5E8-E94B-8E3E-0A4879358A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37E88FC0-A95F-3507-90E8-3FFAE4BE7FD3}"/>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5</a:t>
            </a:fld>
            <a:endParaRPr lang="en-US" sz="2400" dirty="0">
              <a:solidFill>
                <a:schemeClr val="bg1"/>
              </a:solidFill>
            </a:endParaRPr>
          </a:p>
        </p:txBody>
      </p:sp>
      <p:sp>
        <p:nvSpPr>
          <p:cNvPr id="513" name="TextBox 24">
            <a:extLst>
              <a:ext uri="{FF2B5EF4-FFF2-40B4-BE49-F238E27FC236}">
                <a16:creationId xmlns:a16="http://schemas.microsoft.com/office/drawing/2014/main" id="{4D7CCE9F-D69E-C6FB-51CB-452F6BCE2F5F}"/>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34EB459-B0E2-92A0-B7D1-236294A6ED1B}"/>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235E1533-E0DD-8C7A-1456-2E669B041196}"/>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F7CDA781-8B69-AA28-0726-999848452A13}"/>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686063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D241A-C9FC-FF15-3966-AAEA80CC1911}"/>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FFA1AE13-BB24-F776-672F-0480F6753BB5}"/>
              </a:ext>
            </a:extLst>
          </p:cNvPr>
          <p:cNvSpPr>
            <a:spLocks noGrp="1"/>
          </p:cNvSpPr>
          <p:nvPr>
            <p:ph type="sldNum" sz="quarter" idx="12"/>
          </p:nvPr>
        </p:nvSpPr>
        <p:spPr/>
        <p:txBody>
          <a:bodyPr/>
          <a:lstStyle/>
          <a:p>
            <a:fld id="{B6F15528-21DE-4FAA-801E-634DDDAF4B2B}" type="slidenum">
              <a:rPr lang="en-US" smtClean="0"/>
              <a:pPr/>
              <a:t>6</a:t>
            </a:fld>
            <a:endParaRPr lang="en-US"/>
          </a:p>
        </p:txBody>
      </p:sp>
      <p:grpSp>
        <p:nvGrpSpPr>
          <p:cNvPr id="10" name="グループ化 9">
            <a:extLst>
              <a:ext uri="{FF2B5EF4-FFF2-40B4-BE49-F238E27FC236}">
                <a16:creationId xmlns:a16="http://schemas.microsoft.com/office/drawing/2014/main" id="{37B588F8-D1F9-A7CB-7907-D079845B8A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531EF3E-8726-0237-E35D-3957828D1F3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86286439-0A2D-6434-0473-D5C48760162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E6D59ED-7DF4-275C-4BDE-606D258867C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2030A6D4-F810-D3A2-C445-08B1FD4E12E1}"/>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79D9877D-6650-4197-B730-0B54C1BD818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5A2A5BD0-F660-7AC7-7241-FF963A7B3DD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0E3039CB-E991-5B2A-CEA9-89E6384A18F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F33ACF9-7C4A-E330-5505-51E00FAC23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CB57FE4-A55C-3206-1173-9546E7018A30}"/>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81D15F9-4298-1A4A-CDF4-00D94FF1053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249ED53-69BF-2B50-97CA-38FA6538142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B1CFBC1-307E-481A-9800-861D29E310E4}"/>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13A1C20-1CAE-E8FA-9E54-AAAE2951307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1D0245B8-0F77-418E-D6F2-F1B08E58601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7B3D34-4759-4E95-4DFA-E27801C70E57}"/>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6</a:t>
            </a:fld>
            <a:endParaRPr lang="en-US" sz="2400" dirty="0"/>
          </a:p>
        </p:txBody>
      </p:sp>
      <p:sp>
        <p:nvSpPr>
          <p:cNvPr id="5" name="TextBox 24">
            <a:extLst>
              <a:ext uri="{FF2B5EF4-FFF2-40B4-BE49-F238E27FC236}">
                <a16:creationId xmlns:a16="http://schemas.microsoft.com/office/drawing/2014/main" id="{E4738322-4920-5653-9CB1-4917B1597833}"/>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研究背景・課題</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6" name="グループ化 5">
            <a:extLst>
              <a:ext uri="{FF2B5EF4-FFF2-40B4-BE49-F238E27FC236}">
                <a16:creationId xmlns:a16="http://schemas.microsoft.com/office/drawing/2014/main" id="{88135447-EB53-39BA-9B68-8D184AA5DCD2}"/>
              </a:ext>
            </a:extLst>
          </p:cNvPr>
          <p:cNvGrpSpPr/>
          <p:nvPr/>
        </p:nvGrpSpPr>
        <p:grpSpPr>
          <a:xfrm>
            <a:off x="1524000" y="1555698"/>
            <a:ext cx="7086600" cy="552410"/>
            <a:chOff x="1535808" y="1451163"/>
            <a:chExt cx="8639037" cy="552410"/>
          </a:xfrm>
        </p:grpSpPr>
        <p:sp>
          <p:nvSpPr>
            <p:cNvPr id="7" name="TextBox 26">
              <a:extLst>
                <a:ext uri="{FF2B5EF4-FFF2-40B4-BE49-F238E27FC236}">
                  <a16:creationId xmlns:a16="http://schemas.microsoft.com/office/drawing/2014/main" id="{8E958BA2-8BAD-ECEC-7518-D511C10CDC84}"/>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背景</a:t>
              </a:r>
              <a:endParaRPr lang="en-US" altLang="ja-JP" sz="3200" dirty="0">
                <a:latin typeface="Source Han Sans JP Medium"/>
                <a:ea typeface="Source Han Sans JP Medium"/>
                <a:cs typeface="Source Han Sans JP Medium"/>
                <a:sym typeface="Source Han Sans JP Medium"/>
              </a:endParaRPr>
            </a:p>
          </p:txBody>
        </p:sp>
        <p:sp>
          <p:nvSpPr>
            <p:cNvPr id="28" name="Freeform 5">
              <a:extLst>
                <a:ext uri="{FF2B5EF4-FFF2-40B4-BE49-F238E27FC236}">
                  <a16:creationId xmlns:a16="http://schemas.microsoft.com/office/drawing/2014/main" id="{99730284-7A70-F206-1EBB-D3F7DD9D76BF}"/>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40" name="TextBox 24">
            <a:extLst>
              <a:ext uri="{FF2B5EF4-FFF2-40B4-BE49-F238E27FC236}">
                <a16:creationId xmlns:a16="http://schemas.microsoft.com/office/drawing/2014/main" id="{2E361B5C-CFB1-8AAC-7296-520CE6FBC6A1}"/>
              </a:ext>
            </a:extLst>
          </p:cNvPr>
          <p:cNvSpPr txBox="1"/>
          <p:nvPr/>
        </p:nvSpPr>
        <p:spPr>
          <a:xfrm>
            <a:off x="1674794" y="2300053"/>
            <a:ext cx="16003606"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Transformer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は分離・予測で高い性能を持つ一方・層が深く構造が複雑</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45" name="TextBox 24">
            <a:extLst>
              <a:ext uri="{FF2B5EF4-FFF2-40B4-BE49-F238E27FC236}">
                <a16:creationId xmlns:a16="http://schemas.microsoft.com/office/drawing/2014/main" id="{E9C36849-A082-11E7-2684-5B557E7897FE}"/>
              </a:ext>
            </a:extLst>
          </p:cNvPr>
          <p:cNvSpPr txBox="1"/>
          <p:nvPr/>
        </p:nvSpPr>
        <p:spPr>
          <a:xfrm>
            <a:off x="2467079" y="3018081"/>
            <a:ext cx="11553721"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Ø"/>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Multi-head 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FFN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・残差接続が多段で重なる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52" name="四角形: 角を丸くする 51">
            <a:extLst>
              <a:ext uri="{FF2B5EF4-FFF2-40B4-BE49-F238E27FC236}">
                <a16:creationId xmlns:a16="http://schemas.microsoft.com/office/drawing/2014/main" id="{82EDB9AC-CB59-BEFD-B5DC-46020D7D6414}"/>
              </a:ext>
            </a:extLst>
          </p:cNvPr>
          <p:cNvSpPr/>
          <p:nvPr/>
        </p:nvSpPr>
        <p:spPr>
          <a:xfrm>
            <a:off x="1580017" y="7816991"/>
            <a:ext cx="16342712" cy="1995010"/>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TextBox 24">
            <a:extLst>
              <a:ext uri="{FF2B5EF4-FFF2-40B4-BE49-F238E27FC236}">
                <a16:creationId xmlns:a16="http://schemas.microsoft.com/office/drawing/2014/main" id="{9CAA9BC2-A211-526C-F842-BB79298AA7F4}"/>
              </a:ext>
            </a:extLst>
          </p:cNvPr>
          <p:cNvSpPr txBox="1"/>
          <p:nvPr/>
        </p:nvSpPr>
        <p:spPr>
          <a:xfrm>
            <a:off x="2008744" y="8432378"/>
            <a:ext cx="15485258" cy="897682"/>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層が深いため，最終層のみを見る説明手法では，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Transformer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内部で文脈・判断根拠が層を跨いでどう形成されたか分からないため，層を跨いだ説明が必要</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4" name="矢印: 下 3">
            <a:extLst>
              <a:ext uri="{FF2B5EF4-FFF2-40B4-BE49-F238E27FC236}">
                <a16:creationId xmlns:a16="http://schemas.microsoft.com/office/drawing/2014/main" id="{C90D2EC1-E0C6-CB2C-2E16-E495BB28CAC2}"/>
              </a:ext>
            </a:extLst>
          </p:cNvPr>
          <p:cNvSpPr/>
          <p:nvPr/>
        </p:nvSpPr>
        <p:spPr>
          <a:xfrm rot="16200000">
            <a:off x="1900068" y="4016986"/>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TextBox 24">
            <a:extLst>
              <a:ext uri="{FF2B5EF4-FFF2-40B4-BE49-F238E27FC236}">
                <a16:creationId xmlns:a16="http://schemas.microsoft.com/office/drawing/2014/main" id="{C63D8827-0A27-19B0-C566-8649470AE413}"/>
              </a:ext>
            </a:extLst>
          </p:cNvPr>
          <p:cNvSpPr txBox="1"/>
          <p:nvPr/>
        </p:nvSpPr>
        <p:spPr>
          <a:xfrm>
            <a:off x="2904678" y="4120306"/>
            <a:ext cx="11801922" cy="448841"/>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u="sng" dirty="0">
                <a:latin typeface="Source Han Sans JP Medium" panose="020B0600070205080204" charset="-128"/>
                <a:ea typeface="Source Han Sans JP Medium" panose="020B0600070205080204" charset="-128"/>
                <a:cs typeface="Source Han Sans JP Medium"/>
                <a:sym typeface="Source Han Sans JP Medium"/>
              </a:rPr>
              <a:t>何故その予測をしたのかが分かりにくい（予測根拠が不透明）</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9" name="TextBox 24">
            <a:extLst>
              <a:ext uri="{FF2B5EF4-FFF2-40B4-BE49-F238E27FC236}">
                <a16:creationId xmlns:a16="http://schemas.microsoft.com/office/drawing/2014/main" id="{33008352-DBFB-6A87-3618-5E6554B75EE3}"/>
              </a:ext>
            </a:extLst>
          </p:cNvPr>
          <p:cNvSpPr txBox="1"/>
          <p:nvPr/>
        </p:nvSpPr>
        <p:spPr>
          <a:xfrm>
            <a:off x="1636033" y="5151859"/>
            <a:ext cx="14636688"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判断の妥当性が問われる場面で説明が不可欠</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7" name="矢印: 下 26">
            <a:extLst>
              <a:ext uri="{FF2B5EF4-FFF2-40B4-BE49-F238E27FC236}">
                <a16:creationId xmlns:a16="http://schemas.microsoft.com/office/drawing/2014/main" id="{82A7A710-567C-62B5-4F83-EFCCA0EC628B}"/>
              </a:ext>
            </a:extLst>
          </p:cNvPr>
          <p:cNvSpPr/>
          <p:nvPr/>
        </p:nvSpPr>
        <p:spPr>
          <a:xfrm>
            <a:off x="7895429" y="6598620"/>
            <a:ext cx="2497141" cy="8526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TextBox 24">
            <a:extLst>
              <a:ext uri="{FF2B5EF4-FFF2-40B4-BE49-F238E27FC236}">
                <a16:creationId xmlns:a16="http://schemas.microsoft.com/office/drawing/2014/main" id="{73722865-4787-8451-37DB-824839BAF03C}"/>
              </a:ext>
            </a:extLst>
          </p:cNvPr>
          <p:cNvSpPr txBox="1"/>
          <p:nvPr/>
        </p:nvSpPr>
        <p:spPr>
          <a:xfrm>
            <a:off x="2467079" y="5833964"/>
            <a:ext cx="11553721"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安全性がかかわるタスクなど</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8398232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8383A-7808-F39D-8E3F-AD076C8A14E7}"/>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48CA8D30-A9FD-1CB0-DF82-98501BE6681C}"/>
              </a:ext>
            </a:extLst>
          </p:cNvPr>
          <p:cNvSpPr>
            <a:spLocks noGrp="1"/>
          </p:cNvSpPr>
          <p:nvPr>
            <p:ph type="sldNum" sz="quarter" idx="12"/>
          </p:nvPr>
        </p:nvSpPr>
        <p:spPr/>
        <p:txBody>
          <a:bodyPr/>
          <a:lstStyle/>
          <a:p>
            <a:fld id="{B6F15528-21DE-4FAA-801E-634DDDAF4B2B}" type="slidenum">
              <a:rPr lang="en-US" smtClean="0"/>
              <a:pPr/>
              <a:t>7</a:t>
            </a:fld>
            <a:endParaRPr lang="en-US"/>
          </a:p>
        </p:txBody>
      </p:sp>
      <p:grpSp>
        <p:nvGrpSpPr>
          <p:cNvPr id="10" name="グループ化 9">
            <a:extLst>
              <a:ext uri="{FF2B5EF4-FFF2-40B4-BE49-F238E27FC236}">
                <a16:creationId xmlns:a16="http://schemas.microsoft.com/office/drawing/2014/main" id="{3A9F3197-48F9-6278-BD08-51B22DAEDF7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319838A-374A-B753-BFD0-5CFCE438FDF2}"/>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7B22AC0B-C19B-78B1-62A4-9EEC13B6F64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B3D70DDC-E180-3944-0552-2AEAF1AE185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470EFF3-0216-B10C-5ABC-9E633668B9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2531EE1-41F6-61B8-31F7-DD5DBB4FD23C}"/>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F6E9C4B5-0CC0-3267-02F8-8431B121836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3374ABC-B5CA-B95B-B555-F2F86579D6F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666266E-6BDA-7955-7ED3-1E421DA8769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E4E46E2-0BAD-8E26-F8E7-5335BBE91BFA}"/>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CD49BB88-CEE6-741F-99AB-D8504242F3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1DD62FBA-0928-6131-CE5B-F0FA097B81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A5E80C9-10A0-5E4F-011C-2F8488E267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323C1D3-5845-DBC9-DCF5-BC77F8C5C25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BA0DA8ED-0485-D2DF-DC68-5A026CCC9E8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DC9C53-A295-3C5F-915D-FC9C369FF730}"/>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7</a:t>
            </a:fld>
            <a:endParaRPr lang="en-US" sz="2400" dirty="0"/>
          </a:p>
        </p:txBody>
      </p:sp>
      <p:sp>
        <p:nvSpPr>
          <p:cNvPr id="5" name="TextBox 24">
            <a:extLst>
              <a:ext uri="{FF2B5EF4-FFF2-40B4-BE49-F238E27FC236}">
                <a16:creationId xmlns:a16="http://schemas.microsoft.com/office/drawing/2014/main" id="{56D8F5B6-178E-BD85-3538-424ABD8BAE9B}"/>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従来手法の課題</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4">
            <a:extLst>
              <a:ext uri="{FF2B5EF4-FFF2-40B4-BE49-F238E27FC236}">
                <a16:creationId xmlns:a16="http://schemas.microsoft.com/office/drawing/2014/main" id="{0B65D4AE-E66D-049C-1296-55B25ED74C65}"/>
              </a:ext>
            </a:extLst>
          </p:cNvPr>
          <p:cNvSpPr txBox="1"/>
          <p:nvPr/>
        </p:nvSpPr>
        <p:spPr>
          <a:xfrm>
            <a:off x="2014405" y="5829300"/>
            <a:ext cx="15663993" cy="1869807"/>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通常の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baseline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から入力までの経路上の勾配積分をして入力の寄与度を計算</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→「入力が最終出力にどう効いたか」を見る手法で，内部の浅い層～深い層にかけて</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relevance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がどう変化するまでは見えない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6" name="グループ化 5">
            <a:extLst>
              <a:ext uri="{FF2B5EF4-FFF2-40B4-BE49-F238E27FC236}">
                <a16:creationId xmlns:a16="http://schemas.microsoft.com/office/drawing/2014/main" id="{0F081759-94A6-6781-B186-DE9BCBEEC146}"/>
              </a:ext>
            </a:extLst>
          </p:cNvPr>
          <p:cNvGrpSpPr/>
          <p:nvPr/>
        </p:nvGrpSpPr>
        <p:grpSpPr>
          <a:xfrm>
            <a:off x="1524003" y="5083689"/>
            <a:ext cx="15912584" cy="539315"/>
            <a:chOff x="1535809" y="1616658"/>
            <a:chExt cx="8639036" cy="539315"/>
          </a:xfrm>
        </p:grpSpPr>
        <p:sp>
          <p:nvSpPr>
            <p:cNvPr id="8" name="TextBox 26">
              <a:extLst>
                <a:ext uri="{FF2B5EF4-FFF2-40B4-BE49-F238E27FC236}">
                  <a16:creationId xmlns:a16="http://schemas.microsoft.com/office/drawing/2014/main" id="{EF91A12A-123E-FDDC-059A-1792E84C0B64}"/>
                </a:ext>
              </a:extLst>
            </p:cNvPr>
            <p:cNvSpPr txBox="1"/>
            <p:nvPr/>
          </p:nvSpPr>
          <p:spPr>
            <a:xfrm>
              <a:off x="1864755" y="1616658"/>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通常の</a:t>
              </a:r>
              <a:r>
                <a:rPr lang="en-US" altLang="ja-JP" sz="3200" dirty="0">
                  <a:latin typeface="Source Han Sans JP Medium"/>
                  <a:ea typeface="Source Han Sans JP Medium"/>
                  <a:cs typeface="Source Han Sans JP Medium"/>
                  <a:sym typeface="Source Han Sans JP Medium"/>
                </a:rPr>
                <a:t>Integrated Gradients</a:t>
              </a:r>
              <a:r>
                <a:rPr lang="ja-JP" altLang="en-US" sz="3200" dirty="0">
                  <a:latin typeface="Source Han Sans JP Medium"/>
                  <a:ea typeface="Source Han Sans JP Medium"/>
                  <a:cs typeface="Source Han Sans JP Medium"/>
                  <a:sym typeface="Source Han Sans JP Medium"/>
                </a:rPr>
                <a:t>は層内部の変化を追いにくい</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0B0E7858-1F6D-B2CD-5E59-AF4C3A29A0E0}"/>
                </a:ext>
              </a:extLst>
            </p:cNvPr>
            <p:cNvSpPr/>
            <p:nvPr/>
          </p:nvSpPr>
          <p:spPr>
            <a:xfrm rot="5400000">
              <a:off x="1303231" y="1862573"/>
              <a:ext cx="525978" cy="6082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6" name="グループ化 25">
            <a:extLst>
              <a:ext uri="{FF2B5EF4-FFF2-40B4-BE49-F238E27FC236}">
                <a16:creationId xmlns:a16="http://schemas.microsoft.com/office/drawing/2014/main" id="{9CADE33E-3CD8-75C2-FD2B-43B158DC581F}"/>
              </a:ext>
            </a:extLst>
          </p:cNvPr>
          <p:cNvGrpSpPr/>
          <p:nvPr/>
        </p:nvGrpSpPr>
        <p:grpSpPr>
          <a:xfrm>
            <a:off x="1524002" y="8083081"/>
            <a:ext cx="11277598" cy="1116396"/>
            <a:chOff x="1535809" y="1451163"/>
            <a:chExt cx="8639036" cy="1116396"/>
          </a:xfrm>
        </p:grpSpPr>
        <p:sp>
          <p:nvSpPr>
            <p:cNvPr id="27" name="TextBox 26">
              <a:extLst>
                <a:ext uri="{FF2B5EF4-FFF2-40B4-BE49-F238E27FC236}">
                  <a16:creationId xmlns:a16="http://schemas.microsoft.com/office/drawing/2014/main" id="{D37EA447-F47E-E56C-D1F4-D7DE925806BD}"/>
                </a:ext>
              </a:extLst>
            </p:cNvPr>
            <p:cNvSpPr txBox="1"/>
            <p:nvPr/>
          </p:nvSpPr>
          <p:spPr>
            <a:xfrm>
              <a:off x="1864755" y="1451163"/>
              <a:ext cx="8310090"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局所的な重要度と大域的な文脈構造を統合できない</a:t>
              </a:r>
              <a:endParaRPr lang="en-US" altLang="ja-JP" sz="3200" dirty="0">
                <a:latin typeface="Source Han Sans JP Medium"/>
                <a:ea typeface="Source Han Sans JP Medium"/>
                <a:cs typeface="Source Han Sans JP Medium"/>
                <a:sym typeface="Source Han Sans JP Medium"/>
              </a:endParaRPr>
            </a:p>
          </p:txBody>
        </p:sp>
        <p:sp>
          <p:nvSpPr>
            <p:cNvPr id="28" name="Freeform 5">
              <a:extLst>
                <a:ext uri="{FF2B5EF4-FFF2-40B4-BE49-F238E27FC236}">
                  <a16:creationId xmlns:a16="http://schemas.microsoft.com/office/drawing/2014/main" id="{08337A91-C3C6-CEE2-8EB2-19F664E62F5A}"/>
                </a:ext>
              </a:extLst>
            </p:cNvPr>
            <p:cNvSpPr/>
            <p:nvPr/>
          </p:nvSpPr>
          <p:spPr>
            <a:xfrm rot="5400000">
              <a:off x="1315730" y="1697673"/>
              <a:ext cx="525978" cy="8582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9" name="グループ化 28">
            <a:extLst>
              <a:ext uri="{FF2B5EF4-FFF2-40B4-BE49-F238E27FC236}">
                <a16:creationId xmlns:a16="http://schemas.microsoft.com/office/drawing/2014/main" id="{87EBB9F7-97EC-1DE3-9EBE-2983B56448DF}"/>
              </a:ext>
            </a:extLst>
          </p:cNvPr>
          <p:cNvGrpSpPr/>
          <p:nvPr/>
        </p:nvGrpSpPr>
        <p:grpSpPr>
          <a:xfrm>
            <a:off x="1524002" y="1619290"/>
            <a:ext cx="16154398" cy="552410"/>
            <a:chOff x="1535809" y="1451163"/>
            <a:chExt cx="8639036" cy="552410"/>
          </a:xfrm>
        </p:grpSpPr>
        <p:sp>
          <p:nvSpPr>
            <p:cNvPr id="30" name="TextBox 26">
              <a:extLst>
                <a:ext uri="{FF2B5EF4-FFF2-40B4-BE49-F238E27FC236}">
                  <a16:creationId xmlns:a16="http://schemas.microsoft.com/office/drawing/2014/main" id="{7ACF466B-00F3-994D-EED6-171C5680B9C3}"/>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Attention map</a:t>
              </a:r>
              <a:r>
                <a:rPr lang="ja-JP" altLang="en-US" sz="3200" dirty="0">
                  <a:latin typeface="Source Han Sans JP Medium"/>
                  <a:ea typeface="Source Han Sans JP Medium"/>
                  <a:cs typeface="Source Han Sans JP Medium"/>
                  <a:sym typeface="Source Han Sans JP Medium"/>
                </a:rPr>
                <a:t>だけでは説明になりにくい</a:t>
              </a:r>
              <a:endParaRPr lang="en-US" altLang="ja-JP" sz="3200" dirty="0">
                <a:latin typeface="Source Han Sans JP Medium"/>
                <a:ea typeface="Source Han Sans JP Medium"/>
                <a:cs typeface="Source Han Sans JP Medium"/>
                <a:sym typeface="Source Han Sans JP Medium"/>
              </a:endParaRPr>
            </a:p>
          </p:txBody>
        </p:sp>
        <p:sp>
          <p:nvSpPr>
            <p:cNvPr id="31" name="Freeform 5">
              <a:extLst>
                <a:ext uri="{FF2B5EF4-FFF2-40B4-BE49-F238E27FC236}">
                  <a16:creationId xmlns:a16="http://schemas.microsoft.com/office/drawing/2014/main" id="{920F7887-9DC1-2347-658B-20C020EE2522}"/>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32" name="TextBox 24">
            <a:extLst>
              <a:ext uri="{FF2B5EF4-FFF2-40B4-BE49-F238E27FC236}">
                <a16:creationId xmlns:a16="http://schemas.microsoft.com/office/drawing/2014/main" id="{6D243FE8-78D0-D6DD-9A29-182BD8960F71}"/>
              </a:ext>
            </a:extLst>
          </p:cNvPr>
          <p:cNvSpPr txBox="1"/>
          <p:nvPr/>
        </p:nvSpPr>
        <p:spPr>
          <a:xfrm>
            <a:off x="2014406" y="2247900"/>
            <a:ext cx="15663993" cy="2511008"/>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の重みは，「どこを参照したか」は分かるが「本当に予測自体に効いているか」が不透明</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だけのため，</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value, feedforward, </a:t>
            </a:r>
            <a:r>
              <a:rPr lang="en-US" altLang="ja-JP" sz="3200" dirty="0" err="1">
                <a:latin typeface="Source Han Sans JP Medium" panose="020B0600070205080204" charset="-128"/>
                <a:ea typeface="Source Han Sans JP Medium" panose="020B0600070205080204" charset="-128"/>
                <a:cs typeface="Source Han Sans JP Medium"/>
                <a:sym typeface="Source Han Sans JP Medium"/>
              </a:rPr>
              <a:t>LayerNorm</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 残差接続などの寄与を無視してしまう</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3" name="TextBox 24">
            <a:extLst>
              <a:ext uri="{FF2B5EF4-FFF2-40B4-BE49-F238E27FC236}">
                <a16:creationId xmlns:a16="http://schemas.microsoft.com/office/drawing/2014/main" id="{EF285294-0C6C-358A-6FE2-44F87DBFEC41}"/>
              </a:ext>
            </a:extLst>
          </p:cNvPr>
          <p:cNvSpPr txBox="1"/>
          <p:nvPr/>
        </p:nvSpPr>
        <p:spPr>
          <a:xfrm>
            <a:off x="2113154" y="8780596"/>
            <a:ext cx="15663993"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単体の寄与に強く，</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の強みである</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間関係とうまく統合すべきである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24814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CCB36-E255-CCB8-5D2F-0AFC62C7B85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B226BC2-CD71-4653-9145-DD4BB20D8301}"/>
              </a:ext>
            </a:extLst>
          </p:cNvPr>
          <p:cNvSpPr>
            <a:spLocks noGrp="1"/>
          </p:cNvSpPr>
          <p:nvPr>
            <p:ph type="sldNum" sz="quarter" idx="12"/>
          </p:nvPr>
        </p:nvSpPr>
        <p:spPr/>
        <p:txBody>
          <a:bodyPr/>
          <a:lstStyle/>
          <a:p>
            <a:fld id="{B6F15528-21DE-4FAA-801E-634DDDAF4B2B}" type="slidenum">
              <a:rPr lang="en-US" smtClean="0"/>
              <a:pPr/>
              <a:t>8</a:t>
            </a:fld>
            <a:endParaRPr lang="en-US"/>
          </a:p>
        </p:txBody>
      </p:sp>
      <p:grpSp>
        <p:nvGrpSpPr>
          <p:cNvPr id="10" name="グループ化 9">
            <a:extLst>
              <a:ext uri="{FF2B5EF4-FFF2-40B4-BE49-F238E27FC236}">
                <a16:creationId xmlns:a16="http://schemas.microsoft.com/office/drawing/2014/main" id="{5A9D196F-316E-E828-D234-4EA9EBB2B14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892C5AB-FB63-7E70-22A1-9D33D1BECDB0}"/>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D680EEB-8E22-56FE-0426-D8EBE702D0AB}"/>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2F8DE39-94C7-51B3-D554-13551CFA4A61}"/>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81AF423-AB99-269F-A1F8-175BFC32997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C972E23-6E2D-D9FD-F81A-24EFDE4816D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3252BF75-94BC-7B76-9B93-253DDF05C6D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BF5842-F392-8ED0-C60C-766D4E55B07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F9FE2CB-68DD-E921-EAA5-91DBA9287F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16A2A1A-4249-5F77-2F60-67696EF553A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90328082-EDF2-2C2B-CD4F-E5A26974CF9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29B0B2B-AC04-9C2B-ADC9-D362B5C4841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4392877-F08D-0614-FB5D-E16299322972}"/>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7BA5FFF-973F-4FE1-5CA1-56A42B29BEE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7808A156-CA95-6E62-7064-1A83F6F1E2F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0F6292B8-C5A5-69F8-283F-A271C8422CE5}"/>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8</a:t>
            </a:fld>
            <a:endParaRPr lang="en-US" sz="2400" dirty="0"/>
          </a:p>
        </p:txBody>
      </p:sp>
      <p:sp>
        <p:nvSpPr>
          <p:cNvPr id="5" name="TextBox 24">
            <a:extLst>
              <a:ext uri="{FF2B5EF4-FFF2-40B4-BE49-F238E27FC236}">
                <a16:creationId xmlns:a16="http://schemas.microsoft.com/office/drawing/2014/main" id="{B9206AD4-9858-463A-56F9-4A2737CD82D2}"/>
              </a:ext>
            </a:extLst>
          </p:cNvPr>
          <p:cNvSpPr txBox="1"/>
          <p:nvPr/>
        </p:nvSpPr>
        <p:spPr>
          <a:xfrm>
            <a:off x="1806795" y="305043"/>
            <a:ext cx="66514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手法の定義・目的</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6" name="TextBox 24">
            <a:extLst>
              <a:ext uri="{FF2B5EF4-FFF2-40B4-BE49-F238E27FC236}">
                <a16:creationId xmlns:a16="http://schemas.microsoft.com/office/drawing/2014/main" id="{FBDE426B-08E2-AC02-783C-6983617F86E3}"/>
              </a:ext>
            </a:extLst>
          </p:cNvPr>
          <p:cNvSpPr txBox="1"/>
          <p:nvPr/>
        </p:nvSpPr>
        <p:spPr>
          <a:xfrm>
            <a:off x="1810695" y="6057901"/>
            <a:ext cx="15663993" cy="897682"/>
          </a:xfrm>
          <a:prstGeom prst="rect">
            <a:avLst/>
          </a:prstGeom>
        </p:spPr>
        <p:txBody>
          <a:bodyPr wrap="square" lIns="0" tIns="0" rIns="0" bIns="0" rtlCol="0" anchor="t">
            <a:spAutoFit/>
          </a:bodyPr>
          <a:lstStyle/>
          <a:p>
            <a:pPr algn="l">
              <a:lnSpc>
                <a:spcPts val="3500"/>
              </a:lnSpc>
              <a:spcBef>
                <a:spcPct val="0"/>
              </a:spcBef>
              <a:buClr>
                <a:srgbClr val="64A4A3"/>
              </a:buClr>
            </a:pPr>
            <a:r>
              <a:rPr lang="en-US" sz="3200" dirty="0">
                <a:latin typeface="Source Han Sans JP Medium" panose="020B0600070205080204" charset="-128"/>
                <a:ea typeface="Source Han Sans JP Medium" panose="020B0600070205080204" charset="-128"/>
                <a:cs typeface="Source Han Sans JP Medium"/>
                <a:sym typeface="Source Han Sans JP Medium"/>
              </a:rPr>
              <a:t>Integrated Gradients</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を各</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Transformer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層で計算し，</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gradient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と統合して，層を跨いだ文脈的な重要度マップを作る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32" name="グループ化 31">
            <a:extLst>
              <a:ext uri="{FF2B5EF4-FFF2-40B4-BE49-F238E27FC236}">
                <a16:creationId xmlns:a16="http://schemas.microsoft.com/office/drawing/2014/main" id="{EB84B588-3AF2-4F16-C05D-9D6C41012F91}"/>
              </a:ext>
            </a:extLst>
          </p:cNvPr>
          <p:cNvGrpSpPr/>
          <p:nvPr/>
        </p:nvGrpSpPr>
        <p:grpSpPr>
          <a:xfrm>
            <a:off x="1455336" y="5205427"/>
            <a:ext cx="7086599" cy="539315"/>
            <a:chOff x="1535809" y="1616658"/>
            <a:chExt cx="8639036" cy="539315"/>
          </a:xfrm>
        </p:grpSpPr>
        <p:sp>
          <p:nvSpPr>
            <p:cNvPr id="33" name="TextBox 26">
              <a:extLst>
                <a:ext uri="{FF2B5EF4-FFF2-40B4-BE49-F238E27FC236}">
                  <a16:creationId xmlns:a16="http://schemas.microsoft.com/office/drawing/2014/main" id="{3BF61C23-CB68-F2BB-5C51-A3BD4EF72978}"/>
                </a:ext>
              </a:extLst>
            </p:cNvPr>
            <p:cNvSpPr txBox="1"/>
            <p:nvPr/>
          </p:nvSpPr>
          <p:spPr>
            <a:xfrm>
              <a:off x="1864755" y="1616658"/>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目的</a:t>
              </a:r>
              <a:endParaRPr lang="en-US" altLang="ja-JP" sz="3200" dirty="0">
                <a:latin typeface="Source Han Sans JP Medium"/>
                <a:ea typeface="Source Han Sans JP Medium"/>
                <a:cs typeface="Source Han Sans JP Medium"/>
                <a:sym typeface="Source Han Sans JP Medium"/>
              </a:endParaRPr>
            </a:p>
          </p:txBody>
        </p:sp>
        <p:sp>
          <p:nvSpPr>
            <p:cNvPr id="34" name="Freeform 5">
              <a:extLst>
                <a:ext uri="{FF2B5EF4-FFF2-40B4-BE49-F238E27FC236}">
                  <a16:creationId xmlns:a16="http://schemas.microsoft.com/office/drawing/2014/main" id="{A5D612EF-A0F7-72A8-56BE-3F39E8805DD8}"/>
                </a:ext>
              </a:extLst>
            </p:cNvPr>
            <p:cNvSpPr/>
            <p:nvPr/>
          </p:nvSpPr>
          <p:spPr>
            <a:xfrm rot="5400000">
              <a:off x="1341107" y="1824697"/>
              <a:ext cx="525978" cy="136574"/>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 name="グループ化 2">
            <a:extLst>
              <a:ext uri="{FF2B5EF4-FFF2-40B4-BE49-F238E27FC236}">
                <a16:creationId xmlns:a16="http://schemas.microsoft.com/office/drawing/2014/main" id="{13270BAD-25D1-5740-878D-F65579AF1441}"/>
              </a:ext>
            </a:extLst>
          </p:cNvPr>
          <p:cNvGrpSpPr/>
          <p:nvPr/>
        </p:nvGrpSpPr>
        <p:grpSpPr>
          <a:xfrm>
            <a:off x="1455336" y="1927360"/>
            <a:ext cx="16154398" cy="552410"/>
            <a:chOff x="1535809" y="1451163"/>
            <a:chExt cx="8639036" cy="552410"/>
          </a:xfrm>
        </p:grpSpPr>
        <p:sp>
          <p:nvSpPr>
            <p:cNvPr id="4" name="TextBox 26">
              <a:extLst>
                <a:ext uri="{FF2B5EF4-FFF2-40B4-BE49-F238E27FC236}">
                  <a16:creationId xmlns:a16="http://schemas.microsoft.com/office/drawing/2014/main" id="{B6A87716-88DE-825E-5933-47097D42F450}"/>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提案手法の定義（</a:t>
              </a:r>
              <a:r>
                <a:rPr lang="en-US" altLang="ja-JP" sz="3200" dirty="0">
                  <a:solidFill>
                    <a:srgbClr val="5276F8"/>
                  </a:solidFill>
                  <a:latin typeface="Source Han Sans JP Medium"/>
                  <a:ea typeface="Source Han Sans JP Medium"/>
                  <a:cs typeface="Source Han Sans JP Medium"/>
                  <a:sym typeface="Source Han Sans JP Medium"/>
                </a:rPr>
                <a:t>CA-LIG</a:t>
              </a:r>
              <a:r>
                <a:rPr lang="en-US" altLang="ja-JP" sz="3200" dirty="0">
                  <a:latin typeface="Source Han Sans JP Medium"/>
                  <a:ea typeface="Source Han Sans JP Medium"/>
                  <a:cs typeface="Source Han Sans JP Medium"/>
                  <a:sym typeface="Source Han Sans JP Medium"/>
                </a:rPr>
                <a:t> = </a:t>
              </a:r>
              <a:r>
                <a:rPr lang="en-US" altLang="ja-JP" sz="3200" dirty="0">
                  <a:solidFill>
                    <a:srgbClr val="5276F8"/>
                  </a:solidFill>
                  <a:latin typeface="Source Han Sans JP Medium"/>
                  <a:ea typeface="Source Han Sans JP Medium"/>
                  <a:cs typeface="Source Han Sans JP Medium"/>
                  <a:sym typeface="Source Han Sans JP Medium"/>
                </a:rPr>
                <a:t>C</a:t>
              </a:r>
              <a:r>
                <a:rPr lang="en-US" altLang="ja-JP" sz="3200" dirty="0">
                  <a:latin typeface="Source Han Sans JP Medium"/>
                  <a:ea typeface="Source Han Sans JP Medium"/>
                  <a:cs typeface="Source Han Sans JP Medium"/>
                  <a:sym typeface="Source Han Sans JP Medium"/>
                </a:rPr>
                <a:t>ontext-</a:t>
              </a:r>
              <a:r>
                <a:rPr lang="en-US" altLang="ja-JP" sz="3200" dirty="0">
                  <a:solidFill>
                    <a:srgbClr val="5276F8"/>
                  </a:solidFill>
                  <a:latin typeface="Source Han Sans JP Medium"/>
                  <a:ea typeface="Source Han Sans JP Medium"/>
                  <a:cs typeface="Source Han Sans JP Medium"/>
                  <a:sym typeface="Source Han Sans JP Medium"/>
                </a:rPr>
                <a:t>A</a:t>
              </a:r>
              <a:r>
                <a:rPr lang="en-US" altLang="ja-JP" sz="3200" dirty="0">
                  <a:latin typeface="Source Han Sans JP Medium"/>
                  <a:ea typeface="Source Han Sans JP Medium"/>
                  <a:cs typeface="Source Han Sans JP Medium"/>
                  <a:sym typeface="Source Han Sans JP Medium"/>
                </a:rPr>
                <a:t>ware / </a:t>
              </a:r>
              <a:r>
                <a:rPr lang="en-US" altLang="ja-JP" sz="3200" dirty="0">
                  <a:solidFill>
                    <a:srgbClr val="5276F8"/>
                  </a:solidFill>
                  <a:latin typeface="Source Han Sans JP Medium"/>
                  <a:ea typeface="Source Han Sans JP Medium"/>
                  <a:cs typeface="Source Han Sans JP Medium"/>
                  <a:sym typeface="Source Han Sans JP Medium"/>
                </a:rPr>
                <a:t>L</a:t>
              </a:r>
              <a:r>
                <a:rPr lang="en-US" altLang="ja-JP" sz="3200" dirty="0">
                  <a:latin typeface="Source Han Sans JP Medium"/>
                  <a:ea typeface="Source Han Sans JP Medium"/>
                  <a:cs typeface="Source Han Sans JP Medium"/>
                  <a:sym typeface="Source Han Sans JP Medium"/>
                </a:rPr>
                <a:t>ayer-wise </a:t>
              </a:r>
              <a:r>
                <a:rPr lang="en-US" altLang="ja-JP" sz="3200" dirty="0">
                  <a:solidFill>
                    <a:srgbClr val="5276F8"/>
                  </a:solidFill>
                  <a:latin typeface="Source Han Sans JP Medium"/>
                  <a:ea typeface="Source Han Sans JP Medium"/>
                  <a:cs typeface="Source Han Sans JP Medium"/>
                  <a:sym typeface="Source Han Sans JP Medium"/>
                </a:rPr>
                <a:t>I</a:t>
              </a:r>
              <a:r>
                <a:rPr lang="en-US" altLang="ja-JP" sz="3200" dirty="0">
                  <a:latin typeface="Source Han Sans JP Medium"/>
                  <a:ea typeface="Source Han Sans JP Medium"/>
                  <a:cs typeface="Source Han Sans JP Medium"/>
                  <a:sym typeface="Source Han Sans JP Medium"/>
                </a:rPr>
                <a:t>ntegrated </a:t>
              </a:r>
              <a:r>
                <a:rPr lang="en-US" altLang="ja-JP" sz="3200" dirty="0">
                  <a:solidFill>
                    <a:srgbClr val="5276F8"/>
                  </a:solidFill>
                  <a:latin typeface="Source Han Sans JP Medium"/>
                  <a:ea typeface="Source Han Sans JP Medium"/>
                  <a:cs typeface="Source Han Sans JP Medium"/>
                  <a:sym typeface="Source Han Sans JP Medium"/>
                </a:rPr>
                <a:t>G</a:t>
              </a:r>
              <a:r>
                <a:rPr lang="en-US" altLang="ja-JP" sz="3200" dirty="0">
                  <a:latin typeface="Source Han Sans JP Medium"/>
                  <a:ea typeface="Source Han Sans JP Medium"/>
                  <a:cs typeface="Source Han Sans JP Medium"/>
                  <a:sym typeface="Source Han Sans JP Medium"/>
                </a:rPr>
                <a:t>radients</a:t>
              </a:r>
              <a:r>
                <a:rPr lang="ja-JP" altLang="en-US" sz="3200" dirty="0">
                  <a:latin typeface="Source Han Sans JP Medium"/>
                  <a:ea typeface="Source Han Sans JP Medium"/>
                  <a:cs typeface="Source Han Sans JP Medium"/>
                  <a:sym typeface="Source Han Sans JP Medium"/>
                </a:rPr>
                <a:t>）</a:t>
              </a:r>
              <a:endParaRPr lang="en-US" altLang="ja-JP" sz="3200" dirty="0">
                <a:latin typeface="Source Han Sans JP Medium"/>
                <a:ea typeface="Source Han Sans JP Medium"/>
                <a:cs typeface="Source Han Sans JP Medium"/>
                <a:sym typeface="Source Han Sans JP Medium"/>
              </a:endParaRPr>
            </a:p>
          </p:txBody>
        </p:sp>
        <p:sp>
          <p:nvSpPr>
            <p:cNvPr id="6" name="Freeform 5">
              <a:extLst>
                <a:ext uri="{FF2B5EF4-FFF2-40B4-BE49-F238E27FC236}">
                  <a16:creationId xmlns:a16="http://schemas.microsoft.com/office/drawing/2014/main" id="{2156B4EB-B6DF-90F9-C022-054B41534F44}"/>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8" name="TextBox 24">
            <a:extLst>
              <a:ext uri="{FF2B5EF4-FFF2-40B4-BE49-F238E27FC236}">
                <a16:creationId xmlns:a16="http://schemas.microsoft.com/office/drawing/2014/main" id="{C2D42E01-4852-8B02-D7F5-0F68EE0AD571}"/>
              </a:ext>
            </a:extLst>
          </p:cNvPr>
          <p:cNvSpPr txBox="1"/>
          <p:nvPr/>
        </p:nvSpPr>
        <p:spPr>
          <a:xfrm>
            <a:off x="1945740" y="2667363"/>
            <a:ext cx="15663993" cy="1869807"/>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Context-Aware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同士の文脈関係（</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構造を考慮）</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Layer-wise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：最終層だけでなく各</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Transformer block</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を見る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Integrated Gradients</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：入力の勾配積分で寄与を求める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6" name="矢印: 下 25">
            <a:extLst>
              <a:ext uri="{FF2B5EF4-FFF2-40B4-BE49-F238E27FC236}">
                <a16:creationId xmlns:a16="http://schemas.microsoft.com/office/drawing/2014/main" id="{F154CC66-B3E8-A7B4-11A1-FE22DC826910}"/>
              </a:ext>
            </a:extLst>
          </p:cNvPr>
          <p:cNvSpPr/>
          <p:nvPr/>
        </p:nvSpPr>
        <p:spPr>
          <a:xfrm>
            <a:off x="7895429" y="7275922"/>
            <a:ext cx="2497141" cy="8526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TextBox 24">
            <a:extLst>
              <a:ext uri="{FF2B5EF4-FFF2-40B4-BE49-F238E27FC236}">
                <a16:creationId xmlns:a16="http://schemas.microsoft.com/office/drawing/2014/main" id="{0FCB6706-0D5A-7142-511B-C0960D206066}"/>
              </a:ext>
            </a:extLst>
          </p:cNvPr>
          <p:cNvSpPr txBox="1"/>
          <p:nvPr/>
        </p:nvSpPr>
        <p:spPr>
          <a:xfrm>
            <a:off x="1878217" y="8484515"/>
            <a:ext cx="15663993" cy="897682"/>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「どの入力が重要か」</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だけでなく，</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algn="l">
              <a:lnSpc>
                <a:spcPts val="3500"/>
              </a:lnSpc>
              <a:spcBef>
                <a:spcPct val="0"/>
              </a:spcBef>
              <a:buClr>
                <a:srgbClr val="64A4A3"/>
              </a:buClr>
            </a:pPr>
            <a:r>
              <a:rPr lang="ja-JP" alt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「その重要性が層を通じてどう変化し，どの</a:t>
            </a:r>
            <a:r>
              <a:rPr lang="en-US" altLang="ja-JP"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間関係を通って予測に効いたか」</a:t>
            </a:r>
            <a:endParaRPr 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836378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0BADB-0A71-FCB8-758D-0A0D63EDE966}"/>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C8D758A5-6900-E8EF-CF82-C47B3CC6739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BF90F6DB-7038-F6C4-5019-AED9186E26D8}"/>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94CB179-1ED7-D800-A15D-4C99F077D1E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8586F637-995B-62DC-5283-6B815288FC6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7C112C2D-6975-E2A9-8639-08239707380B}"/>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63036BA8-1FB6-4AA6-937B-1628F47E922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5E4BD615-F4E6-1A41-3AB8-77E9CC8E3BD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81CBD77B-66CC-20A7-5556-3021548C0DD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77C30B07-2E68-8434-798A-14FE95BB5B9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4CDBA3D9-19B3-631F-CD42-02BA469DEE87}"/>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E139A825-D12D-BF40-2E41-BA550581F63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885AFC63-82BB-9F89-EB10-B6E3328E2D6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D0A66AB7-5A05-F451-6D05-29E98A40BE0F}"/>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32EF71A-A6D1-39CB-DDA8-A2FA28A955F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2EEB4AC-B5C3-C8DC-2D64-B93B0C69DC2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59CDCBFC-D1EA-8DBE-229B-23A6E61BDA0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9</a:t>
            </a:fld>
            <a:endParaRPr lang="en-US" sz="2400" dirty="0">
              <a:solidFill>
                <a:schemeClr val="bg1"/>
              </a:solidFill>
            </a:endParaRPr>
          </a:p>
        </p:txBody>
      </p:sp>
      <p:sp>
        <p:nvSpPr>
          <p:cNvPr id="513" name="TextBox 24">
            <a:extLst>
              <a:ext uri="{FF2B5EF4-FFF2-40B4-BE49-F238E27FC236}">
                <a16:creationId xmlns:a16="http://schemas.microsoft.com/office/drawing/2014/main" id="{D55322E3-18F4-E67A-2369-600AC1A15C30}"/>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49ADF53D-A738-00D1-ABD5-6FD7C9F9E50F}"/>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6A224119-1559-9581-364C-52F53EDA8573}"/>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EE4186A-9132-3C6D-6FAB-D7AE09DFB017}"/>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3977533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EBCF2-66FE-50AD-430A-AE796CEA7864}"/>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D87AC13B-DC10-4AE7-3972-9C98D9840721}"/>
              </a:ext>
            </a:extLst>
          </p:cNvPr>
          <p:cNvSpPr/>
          <p:nvPr/>
        </p:nvSpPr>
        <p:spPr>
          <a:xfrm>
            <a:off x="1644140" y="8167525"/>
            <a:ext cx="16034260" cy="1812925"/>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スライド番号プレースホルダー 1">
            <a:extLst>
              <a:ext uri="{FF2B5EF4-FFF2-40B4-BE49-F238E27FC236}">
                <a16:creationId xmlns:a16="http://schemas.microsoft.com/office/drawing/2014/main" id="{7F47781F-16B9-83C0-EDF8-E2DFABA86C29}"/>
              </a:ext>
            </a:extLst>
          </p:cNvPr>
          <p:cNvSpPr>
            <a:spLocks noGrp="1"/>
          </p:cNvSpPr>
          <p:nvPr>
            <p:ph type="sldNum" sz="quarter" idx="12"/>
          </p:nvPr>
        </p:nvSpPr>
        <p:spPr/>
        <p:txBody>
          <a:bodyPr/>
          <a:lstStyle/>
          <a:p>
            <a:fld id="{B6F15528-21DE-4FAA-801E-634DDDAF4B2B}" type="slidenum">
              <a:rPr lang="en-US" smtClean="0"/>
              <a:pPr/>
              <a:t>10</a:t>
            </a:fld>
            <a:endParaRPr lang="en-US"/>
          </a:p>
        </p:txBody>
      </p:sp>
      <p:grpSp>
        <p:nvGrpSpPr>
          <p:cNvPr id="10" name="グループ化 9">
            <a:extLst>
              <a:ext uri="{FF2B5EF4-FFF2-40B4-BE49-F238E27FC236}">
                <a16:creationId xmlns:a16="http://schemas.microsoft.com/office/drawing/2014/main" id="{DC8DE4F2-467D-CAAF-17CF-1467033D3C73}"/>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68CA480-91D9-6E59-B5C3-FFF3F604E5B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42EE9D9-4155-C45D-D9F1-D468905E99E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109078D-CDEE-5133-6EDF-C6DD41D9E6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2A209A-2B60-5BF4-E526-711F653E187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A5F636E9-9FDE-C6A8-7993-72FCF9C8C8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4BD9DE42-F188-DE83-E120-93DA70AD904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C675EFD7-04B0-4A71-887F-C2655C3A7AB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7E599D1-C474-5D2C-90AC-AC21D723B3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C16FD54-9A02-0E75-5377-882BF2C74C32}"/>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08D7559D-2A3B-D635-0AD4-F99324F608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01229B-F32C-A13C-35E0-139E9A3F7F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02F4A2B-4C3D-2B19-20EC-72897CCAF2F5}"/>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72D99A4-97E6-46F7-9C36-663C8638CFA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6D770E4-E924-C831-8000-D9EDBA168EA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F91BE15-7A6C-4D4B-A801-40A996F917F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10</a:t>
            </a:fld>
            <a:endParaRPr lang="en-US" sz="2400" dirty="0"/>
          </a:p>
        </p:txBody>
      </p:sp>
      <p:sp>
        <p:nvSpPr>
          <p:cNvPr id="3" name="TextBox 24">
            <a:extLst>
              <a:ext uri="{FF2B5EF4-FFF2-40B4-BE49-F238E27FC236}">
                <a16:creationId xmlns:a16="http://schemas.microsoft.com/office/drawing/2014/main" id="{CC63A3F2-F528-F444-0694-96656D4D2EE7}"/>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全体像</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26" name="TextBox 26">
            <a:extLst>
              <a:ext uri="{FF2B5EF4-FFF2-40B4-BE49-F238E27FC236}">
                <a16:creationId xmlns:a16="http://schemas.microsoft.com/office/drawing/2014/main" id="{5C753089-F9CD-9366-72E7-496592706051}"/>
              </a:ext>
            </a:extLst>
          </p:cNvPr>
          <p:cNvSpPr txBox="1"/>
          <p:nvPr/>
        </p:nvSpPr>
        <p:spPr>
          <a:xfrm>
            <a:off x="1676400"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は</a:t>
            </a:r>
            <a:r>
              <a:rPr lang="en-US" altLang="ja-JP" sz="3200" dirty="0">
                <a:latin typeface="Source Han Sans JP Medium"/>
                <a:ea typeface="Source Han Sans JP Medium"/>
                <a:cs typeface="Source Han Sans JP Medium"/>
                <a:sym typeface="Source Han Sans JP Medium"/>
              </a:rPr>
              <a:t>4</a:t>
            </a:r>
            <a:r>
              <a:rPr lang="ja-JP" altLang="en-US" sz="3200" dirty="0">
                <a:latin typeface="Source Han Sans JP Medium"/>
                <a:ea typeface="Source Han Sans JP Medium"/>
                <a:cs typeface="Source Han Sans JP Medium"/>
                <a:sym typeface="Source Han Sans JP Medium"/>
              </a:rPr>
              <a:t>ステップで，層を跨いだ文脈的な寄与マップを作る</a:t>
            </a:r>
            <a:endParaRPr lang="en-US" altLang="ja-JP" sz="3200" dirty="0">
              <a:latin typeface="Source Han Sans JP Medium"/>
              <a:ea typeface="Source Han Sans JP Medium"/>
              <a:cs typeface="Source Han Sans JP Medium"/>
              <a:sym typeface="Source Han Sans JP Medium"/>
            </a:endParaRPr>
          </a:p>
        </p:txBody>
      </p:sp>
      <p:pic>
        <p:nvPicPr>
          <p:cNvPr id="5" name="図 4">
            <a:extLst>
              <a:ext uri="{FF2B5EF4-FFF2-40B4-BE49-F238E27FC236}">
                <a16:creationId xmlns:a16="http://schemas.microsoft.com/office/drawing/2014/main" id="{A9D30852-2F37-1B90-55F8-D9C758CC3628}"/>
              </a:ext>
            </a:extLst>
          </p:cNvPr>
          <p:cNvPicPr>
            <a:picLocks noChangeAspect="1"/>
          </p:cNvPicPr>
          <p:nvPr/>
        </p:nvPicPr>
        <p:blipFill>
          <a:blip r:embed="rId4"/>
          <a:stretch>
            <a:fillRect/>
          </a:stretch>
        </p:blipFill>
        <p:spPr>
          <a:xfrm>
            <a:off x="741547" y="2119475"/>
            <a:ext cx="17317853" cy="5890426"/>
          </a:xfrm>
          <a:prstGeom prst="rect">
            <a:avLst/>
          </a:prstGeom>
        </p:spPr>
      </p:pic>
      <p:sp>
        <p:nvSpPr>
          <p:cNvPr id="4" name="TextBox 26">
            <a:extLst>
              <a:ext uri="{FF2B5EF4-FFF2-40B4-BE49-F238E27FC236}">
                <a16:creationId xmlns:a16="http://schemas.microsoft.com/office/drawing/2014/main" id="{D6B3BCA8-C0FD-1E8D-9095-A22F9C4FE188}"/>
              </a:ext>
            </a:extLst>
          </p:cNvPr>
          <p:cNvSpPr txBox="1"/>
          <p:nvPr/>
        </p:nvSpPr>
        <p:spPr>
          <a:xfrm>
            <a:off x="2041234" y="8511084"/>
            <a:ext cx="3892509"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①各層で</a:t>
            </a:r>
            <a:r>
              <a:rPr lang="en-US" altLang="ja-JP" sz="3200" dirty="0">
                <a:latin typeface="Source Han Sans JP Medium"/>
                <a:ea typeface="Source Han Sans JP Medium"/>
                <a:cs typeface="Source Han Sans JP Medium"/>
                <a:sym typeface="Source Han Sans JP Medium"/>
              </a:rPr>
              <a:t>Integrated Gradients</a:t>
            </a:r>
            <a:r>
              <a:rPr lang="ja-JP" altLang="en-US" sz="3200" dirty="0">
                <a:latin typeface="Source Han Sans JP Medium"/>
                <a:ea typeface="Source Han Sans JP Medium"/>
                <a:cs typeface="Source Han Sans JP Medium"/>
                <a:sym typeface="Source Han Sans JP Medium"/>
              </a:rPr>
              <a:t>を計算</a:t>
            </a:r>
            <a:endParaRPr lang="en-US" altLang="ja-JP" sz="3200" dirty="0">
              <a:latin typeface="Source Han Sans JP Medium"/>
              <a:ea typeface="Source Han Sans JP Medium"/>
              <a:cs typeface="Source Han Sans JP Medium"/>
              <a:sym typeface="Source Han Sans JP Medium"/>
            </a:endParaRPr>
          </a:p>
        </p:txBody>
      </p:sp>
      <p:sp>
        <p:nvSpPr>
          <p:cNvPr id="6" name="矢印: 下 5">
            <a:extLst>
              <a:ext uri="{FF2B5EF4-FFF2-40B4-BE49-F238E27FC236}">
                <a16:creationId xmlns:a16="http://schemas.microsoft.com/office/drawing/2014/main" id="{CED418FC-60B0-2EDB-3612-E49212C2C522}"/>
              </a:ext>
            </a:extLst>
          </p:cNvPr>
          <p:cNvSpPr/>
          <p:nvPr/>
        </p:nvSpPr>
        <p:spPr>
          <a:xfrm rot="16200000">
            <a:off x="5882536" y="8779263"/>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TextBox 26">
            <a:extLst>
              <a:ext uri="{FF2B5EF4-FFF2-40B4-BE49-F238E27FC236}">
                <a16:creationId xmlns:a16="http://schemas.microsoft.com/office/drawing/2014/main" id="{FFC91DF1-7850-F748-426A-E06A8B6A79C6}"/>
              </a:ext>
            </a:extLst>
          </p:cNvPr>
          <p:cNvSpPr txBox="1"/>
          <p:nvPr/>
        </p:nvSpPr>
        <p:spPr>
          <a:xfrm>
            <a:off x="6791984" y="8525868"/>
            <a:ext cx="3158906"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②</a:t>
            </a:r>
            <a:r>
              <a:rPr lang="en-US" altLang="ja-JP" sz="3200" dirty="0">
                <a:latin typeface="Source Han Sans JP Medium"/>
                <a:ea typeface="Source Han Sans JP Medium"/>
                <a:cs typeface="Source Han Sans JP Medium"/>
                <a:sym typeface="Source Han Sans JP Medium"/>
              </a:rPr>
              <a:t>Attention gradient</a:t>
            </a:r>
            <a:r>
              <a:rPr lang="ja-JP" altLang="en-US" sz="3200" dirty="0">
                <a:latin typeface="Source Han Sans JP Medium"/>
                <a:ea typeface="Source Han Sans JP Medium"/>
                <a:cs typeface="Source Han Sans JP Medium"/>
                <a:sym typeface="Source Han Sans JP Medium"/>
              </a:rPr>
              <a:t>を計算</a:t>
            </a:r>
            <a:endParaRPr lang="en-US" altLang="ja-JP" sz="3200" dirty="0">
              <a:latin typeface="Source Han Sans JP Medium"/>
              <a:ea typeface="Source Han Sans JP Medium"/>
              <a:cs typeface="Source Han Sans JP Medium"/>
              <a:sym typeface="Source Han Sans JP Medium"/>
            </a:endParaRPr>
          </a:p>
        </p:txBody>
      </p:sp>
      <p:sp>
        <p:nvSpPr>
          <p:cNvPr id="9" name="矢印: 下 8">
            <a:extLst>
              <a:ext uri="{FF2B5EF4-FFF2-40B4-BE49-F238E27FC236}">
                <a16:creationId xmlns:a16="http://schemas.microsoft.com/office/drawing/2014/main" id="{C4D56731-1593-10ED-507A-BB1F6CE7256C}"/>
              </a:ext>
            </a:extLst>
          </p:cNvPr>
          <p:cNvSpPr/>
          <p:nvPr/>
        </p:nvSpPr>
        <p:spPr>
          <a:xfrm rot="16200000">
            <a:off x="9930441" y="8779263"/>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TextBox 26">
            <a:extLst>
              <a:ext uri="{FF2B5EF4-FFF2-40B4-BE49-F238E27FC236}">
                <a16:creationId xmlns:a16="http://schemas.microsoft.com/office/drawing/2014/main" id="{4E1C7D28-D416-63AA-FC5D-9E483A00DF13}"/>
              </a:ext>
            </a:extLst>
          </p:cNvPr>
          <p:cNvSpPr txBox="1"/>
          <p:nvPr/>
        </p:nvSpPr>
        <p:spPr>
          <a:xfrm>
            <a:off x="10839889" y="8525868"/>
            <a:ext cx="3158906"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③</a:t>
            </a:r>
            <a:r>
              <a:rPr lang="en-US" altLang="ja-JP" sz="3200" dirty="0">
                <a:latin typeface="Source Han Sans JP Medium"/>
                <a:ea typeface="Source Han Sans JP Medium"/>
                <a:cs typeface="Source Han Sans JP Medium"/>
                <a:sym typeface="Source Han Sans JP Medium"/>
              </a:rPr>
              <a:t>IG</a:t>
            </a:r>
            <a:r>
              <a:rPr lang="ja-JP" altLang="en-US" sz="3200" dirty="0">
                <a:latin typeface="Source Han Sans JP Medium"/>
                <a:ea typeface="Source Han Sans JP Medium"/>
                <a:cs typeface="Source Han Sans JP Medium"/>
                <a:sym typeface="Source Han Sans JP Medium"/>
              </a:rPr>
              <a:t>と</a:t>
            </a:r>
            <a:r>
              <a:rPr lang="en-US" altLang="ja-JP" sz="3200" dirty="0">
                <a:latin typeface="Source Han Sans JP Medium"/>
                <a:ea typeface="Source Han Sans JP Medium"/>
                <a:cs typeface="Source Han Sans JP Medium"/>
                <a:sym typeface="Source Han Sans JP Medium"/>
              </a:rPr>
              <a:t>attention gradient</a:t>
            </a:r>
            <a:r>
              <a:rPr lang="ja-JP" altLang="en-US" sz="3200" dirty="0">
                <a:latin typeface="Source Han Sans JP Medium"/>
                <a:ea typeface="Source Han Sans JP Medium"/>
                <a:cs typeface="Source Han Sans JP Medium"/>
                <a:sym typeface="Source Han Sans JP Medium"/>
              </a:rPr>
              <a:t>を融合</a:t>
            </a:r>
            <a:endParaRPr lang="en-US" altLang="ja-JP" sz="3200" dirty="0">
              <a:latin typeface="Source Han Sans JP Medium"/>
              <a:ea typeface="Source Han Sans JP Medium"/>
              <a:cs typeface="Source Han Sans JP Medium"/>
              <a:sym typeface="Source Han Sans JP Medium"/>
            </a:endParaRPr>
          </a:p>
        </p:txBody>
      </p:sp>
      <p:sp>
        <p:nvSpPr>
          <p:cNvPr id="28" name="矢印: 下 27">
            <a:extLst>
              <a:ext uri="{FF2B5EF4-FFF2-40B4-BE49-F238E27FC236}">
                <a16:creationId xmlns:a16="http://schemas.microsoft.com/office/drawing/2014/main" id="{5ADD1B31-A2E1-317A-D3A4-44CE41966A4C}"/>
              </a:ext>
            </a:extLst>
          </p:cNvPr>
          <p:cNvSpPr/>
          <p:nvPr/>
        </p:nvSpPr>
        <p:spPr>
          <a:xfrm rot="16200000">
            <a:off x="13978346" y="8779263"/>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TextBox 26">
            <a:extLst>
              <a:ext uri="{FF2B5EF4-FFF2-40B4-BE49-F238E27FC236}">
                <a16:creationId xmlns:a16="http://schemas.microsoft.com/office/drawing/2014/main" id="{296AF12F-0F15-4282-111E-17E222EF3F87}"/>
              </a:ext>
            </a:extLst>
          </p:cNvPr>
          <p:cNvSpPr txBox="1"/>
          <p:nvPr/>
        </p:nvSpPr>
        <p:spPr>
          <a:xfrm>
            <a:off x="14887794" y="8525868"/>
            <a:ext cx="3158906"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④層を跨いで</a:t>
            </a:r>
            <a:r>
              <a:rPr lang="en-US" altLang="ja-JP" sz="3200" dirty="0">
                <a:latin typeface="Source Han Sans JP Medium"/>
                <a:ea typeface="Source Han Sans JP Medium"/>
                <a:cs typeface="Source Han Sans JP Medium"/>
                <a:sym typeface="Source Han Sans JP Medium"/>
              </a:rPr>
              <a:t>rollout</a:t>
            </a:r>
          </a:p>
        </p:txBody>
      </p:sp>
    </p:spTree>
    <p:extLst>
      <p:ext uri="{BB962C8B-B14F-4D97-AF65-F5344CB8AC3E}">
        <p14:creationId xmlns:p14="http://schemas.microsoft.com/office/powerpoint/2010/main" val="427512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44515-D1F8-871A-449E-E8D4ABDF21F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D82AD28-97DC-B9F2-A783-F3A5766E2C72}"/>
              </a:ext>
            </a:extLst>
          </p:cNvPr>
          <p:cNvSpPr>
            <a:spLocks noGrp="1"/>
          </p:cNvSpPr>
          <p:nvPr>
            <p:ph type="sldNum" sz="quarter" idx="12"/>
          </p:nvPr>
        </p:nvSpPr>
        <p:spPr/>
        <p:txBody>
          <a:bodyPr/>
          <a:lstStyle/>
          <a:p>
            <a:fld id="{B6F15528-21DE-4FAA-801E-634DDDAF4B2B}" type="slidenum">
              <a:rPr lang="en-US" smtClean="0"/>
              <a:pPr/>
              <a:t>11</a:t>
            </a:fld>
            <a:endParaRPr lang="en-US"/>
          </a:p>
        </p:txBody>
      </p:sp>
      <p:grpSp>
        <p:nvGrpSpPr>
          <p:cNvPr id="10" name="グループ化 9">
            <a:extLst>
              <a:ext uri="{FF2B5EF4-FFF2-40B4-BE49-F238E27FC236}">
                <a16:creationId xmlns:a16="http://schemas.microsoft.com/office/drawing/2014/main" id="{C68FD3CB-486A-C367-B18F-A8C20823613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78883FA-B4A2-BEFD-CF82-CB63B926525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D7289A5-8CA4-4EC2-9078-A71CE03910A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BF3E0F-AE27-CE02-4236-14BD52F9D3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CACA831E-EB71-168E-A793-638F0A3A50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A4E2A6-09B1-D04E-260B-170BB2CEBFA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75CAB60-005A-D4B1-8076-8C8E2EC5FDB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21941072-B8A5-2579-8564-C75D4A25D1A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CB6DF0E-F7B4-EDEF-D20F-0901EED6C9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5A766D4-D993-7D6A-8E49-147263EA0FDC}"/>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644AB51-BE69-34C3-DCF9-12565AFE97C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502F678-080F-8977-2344-410E07A3929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1C2D76B7-3E3F-C181-FB5A-1FAA1477BE50}"/>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9A52D14-396E-4501-42E1-238C5470D2F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ADD9A0BE-6FB7-2340-7414-7E5EDD8F2B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F6F88F95-EBD0-985E-E7DB-AE21583C45B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11</a:t>
            </a:fld>
            <a:endParaRPr lang="en-US" sz="2400" dirty="0"/>
          </a:p>
        </p:txBody>
      </p:sp>
      <p:sp>
        <p:nvSpPr>
          <p:cNvPr id="3" name="TextBox 24">
            <a:extLst>
              <a:ext uri="{FF2B5EF4-FFF2-40B4-BE49-F238E27FC236}">
                <a16:creationId xmlns:a16="http://schemas.microsoft.com/office/drawing/2014/main" id="{AA9A4CD6-77A9-FB68-8785-167AF6CAE821}"/>
              </a:ext>
            </a:extLst>
          </p:cNvPr>
          <p:cNvSpPr txBox="1"/>
          <p:nvPr/>
        </p:nvSpPr>
        <p:spPr>
          <a:xfrm>
            <a:off x="1806795" y="305043"/>
            <a:ext cx="954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Integrated</a:t>
            </a:r>
            <a:r>
              <a:rPr lang="ja-JP" altLang="en-US" sz="4000" dirty="0">
                <a:solidFill>
                  <a:srgbClr val="292B2B"/>
                </a:solidFill>
                <a:latin typeface="Source Han Sans JP Medium"/>
                <a:ea typeface="Source Han Sans JP Medium"/>
                <a:cs typeface="Source Han Sans JP Medium"/>
                <a:sym typeface="Source Han Sans JP Medium"/>
              </a:rPr>
              <a:t> </a:t>
            </a:r>
            <a:r>
              <a:rPr lang="en-US" altLang="ja-JP" sz="4000" dirty="0">
                <a:solidFill>
                  <a:srgbClr val="292B2B"/>
                </a:solidFill>
                <a:latin typeface="Source Han Sans JP Medium"/>
                <a:ea typeface="Source Han Sans JP Medium"/>
                <a:cs typeface="Source Han Sans JP Medium"/>
                <a:sym typeface="Source Han Sans JP Medium"/>
              </a:rPr>
              <a:t>Gradients</a:t>
            </a:r>
            <a:r>
              <a:rPr lang="ja-JP" altLang="en-US" sz="4000" dirty="0">
                <a:solidFill>
                  <a:srgbClr val="292B2B"/>
                </a:solidFill>
                <a:latin typeface="Source Han Sans JP Medium"/>
                <a:ea typeface="Source Han Sans JP Medium"/>
                <a:cs typeface="Source Han Sans JP Medium"/>
                <a:sym typeface="Source Han Sans JP Medium"/>
              </a:rPr>
              <a:t>の基本</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4298A570-47D9-2ADA-13C2-4D550C7B75C1}"/>
              </a:ext>
            </a:extLst>
          </p:cNvPr>
          <p:cNvSpPr txBox="1"/>
          <p:nvPr/>
        </p:nvSpPr>
        <p:spPr>
          <a:xfrm>
            <a:off x="1689612" y="1626197"/>
            <a:ext cx="15074388" cy="1116396"/>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Integrated</a:t>
            </a:r>
            <a:r>
              <a:rPr lang="ja-JP" altLang="en-US" sz="3200" dirty="0">
                <a:latin typeface="Source Han Sans JP Medium"/>
                <a:ea typeface="Source Han Sans JP Medium"/>
                <a:cs typeface="Source Han Sans JP Medium"/>
                <a:sym typeface="Source Han Sans JP Medium"/>
              </a:rPr>
              <a:t> </a:t>
            </a:r>
            <a:r>
              <a:rPr lang="en-US" altLang="ja-JP" sz="3200" dirty="0">
                <a:latin typeface="Source Han Sans JP Medium"/>
                <a:ea typeface="Source Han Sans JP Medium"/>
                <a:cs typeface="Source Han Sans JP Medium"/>
                <a:sym typeface="Source Han Sans JP Medium"/>
              </a:rPr>
              <a:t>Gradients</a:t>
            </a:r>
            <a:r>
              <a:rPr lang="ja-JP" altLang="en-US" sz="3200" dirty="0">
                <a:latin typeface="Source Han Sans JP Medium"/>
                <a:ea typeface="Source Han Sans JP Medium"/>
                <a:cs typeface="Source Han Sans JP Medium"/>
                <a:sym typeface="Source Han Sans JP Medium"/>
              </a:rPr>
              <a:t>は</a:t>
            </a:r>
            <a:r>
              <a:rPr lang="en-US" altLang="ja-JP" sz="3200" dirty="0">
                <a:latin typeface="Source Han Sans JP Medium"/>
                <a:ea typeface="Source Han Sans JP Medium"/>
                <a:cs typeface="Source Han Sans JP Medium"/>
                <a:sym typeface="Source Han Sans JP Medium"/>
              </a:rPr>
              <a:t>baseline</a:t>
            </a:r>
            <a:r>
              <a:rPr lang="ja-JP" altLang="en-US" sz="3200" dirty="0">
                <a:latin typeface="Source Han Sans JP Medium"/>
                <a:ea typeface="Source Han Sans JP Medium"/>
                <a:cs typeface="Source Han Sans JP Medium"/>
                <a:sym typeface="Source Han Sans JP Medium"/>
              </a:rPr>
              <a:t>から実入力までの経路上の勾配を積分し，各入力特徴の寄与を求める手法</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843B9FF2-7836-FAE3-9DF2-F7C0F132D602}"/>
              </a:ext>
            </a:extLst>
          </p:cNvPr>
          <p:cNvGrpSpPr/>
          <p:nvPr/>
        </p:nvGrpSpPr>
        <p:grpSpPr>
          <a:xfrm>
            <a:off x="1524000" y="3238500"/>
            <a:ext cx="7086600" cy="552410"/>
            <a:chOff x="1535808" y="1451163"/>
            <a:chExt cx="8639037" cy="552410"/>
          </a:xfrm>
        </p:grpSpPr>
        <p:sp>
          <p:nvSpPr>
            <p:cNvPr id="7" name="TextBox 26">
              <a:extLst>
                <a:ext uri="{FF2B5EF4-FFF2-40B4-BE49-F238E27FC236}">
                  <a16:creationId xmlns:a16="http://schemas.microsoft.com/office/drawing/2014/main" id="{7DB47953-C3E6-358B-5FC3-F8F2BF488980}"/>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0F4D1FCC-715B-4E0A-7ECF-77A34902A68A}"/>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26" name="TextBox 24">
            <a:extLst>
              <a:ext uri="{FF2B5EF4-FFF2-40B4-BE49-F238E27FC236}">
                <a16:creationId xmlns:a16="http://schemas.microsoft.com/office/drawing/2014/main" id="{551A85DA-2782-DC11-2DE1-F0CA95AB2EA6}"/>
              </a:ext>
            </a:extLst>
          </p:cNvPr>
          <p:cNvSpPr txBox="1"/>
          <p:nvPr/>
        </p:nvSpPr>
        <p:spPr>
          <a:xfrm>
            <a:off x="2014407" y="3946902"/>
            <a:ext cx="15663993" cy="2511008"/>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通常の勾配は入力点周りの局所的な情報しか見ない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baseline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から入力まで少しずつ変化させる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その経路上の勾配を平均する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入力との差分を掛けることで，各入力特徴の寄与を求める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33" name="図 32">
            <a:extLst>
              <a:ext uri="{FF2B5EF4-FFF2-40B4-BE49-F238E27FC236}">
                <a16:creationId xmlns:a16="http://schemas.microsoft.com/office/drawing/2014/main" id="{7D5D2897-B59D-E98B-9E4E-877C726E1809}"/>
              </a:ext>
            </a:extLst>
          </p:cNvPr>
          <p:cNvPicPr>
            <a:picLocks noChangeAspect="1"/>
          </p:cNvPicPr>
          <p:nvPr/>
        </p:nvPicPr>
        <p:blipFill>
          <a:blip r:embed="rId4"/>
          <a:stretch>
            <a:fillRect/>
          </a:stretch>
        </p:blipFill>
        <p:spPr>
          <a:xfrm>
            <a:off x="4419600" y="6917635"/>
            <a:ext cx="11250877" cy="2511008"/>
          </a:xfrm>
          <a:prstGeom prst="rect">
            <a:avLst/>
          </a:prstGeom>
        </p:spPr>
      </p:pic>
    </p:spTree>
    <p:extLst>
      <p:ext uri="{BB962C8B-B14F-4D97-AF65-F5344CB8AC3E}">
        <p14:creationId xmlns:p14="http://schemas.microsoft.com/office/powerpoint/2010/main" val="1842529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35FFB-581A-3108-F586-FD843E89578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E582468-A75B-92A7-3A15-58D0A42B6C59}"/>
              </a:ext>
            </a:extLst>
          </p:cNvPr>
          <p:cNvSpPr>
            <a:spLocks noGrp="1"/>
          </p:cNvSpPr>
          <p:nvPr>
            <p:ph type="sldNum" sz="quarter" idx="12"/>
          </p:nvPr>
        </p:nvSpPr>
        <p:spPr/>
        <p:txBody>
          <a:bodyPr/>
          <a:lstStyle/>
          <a:p>
            <a:fld id="{B6F15528-21DE-4FAA-801E-634DDDAF4B2B}" type="slidenum">
              <a:rPr lang="en-US" smtClean="0"/>
              <a:pPr/>
              <a:t>12</a:t>
            </a:fld>
            <a:endParaRPr lang="en-US"/>
          </a:p>
        </p:txBody>
      </p:sp>
      <p:grpSp>
        <p:nvGrpSpPr>
          <p:cNvPr id="10" name="グループ化 9">
            <a:extLst>
              <a:ext uri="{FF2B5EF4-FFF2-40B4-BE49-F238E27FC236}">
                <a16:creationId xmlns:a16="http://schemas.microsoft.com/office/drawing/2014/main" id="{DEFD28C3-12AF-8B07-0796-3C1C4D978CB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41C5CE0-6A9F-187E-0592-B6AC111BD92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C3040671-4AA3-8E55-0502-0F492FAA021A}"/>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D91701B-5070-40C8-9FDD-9564BA890905}"/>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3DED117-8407-C913-A623-D1105DE8DFB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B80FDA-99C5-E52A-F7F3-81EBDE7460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E63F282C-98AE-B030-D498-C8D3E72ADB3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CD63A1-BD9E-EF7F-CDC3-475842AE09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F77CE2D-009C-F3D0-B217-F34C1851CDC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4F983D8-AA97-0DC4-C73A-7932233D200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BA46A88-D731-CB73-F217-BF189A23D1D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712A3A54-424F-CFBA-E08D-BEF8FD1E813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8FEDFC06-151A-835F-A379-8FC9B79B4EA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AF9EEE54-669E-36AF-2FBB-59CAF9019A6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0CD70B23-5DD3-4A24-E84D-FDE42DA42FE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F6436B8-E48C-08A5-3B6E-7D6D9E5CE06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12</a:t>
            </a:fld>
            <a:endParaRPr lang="en-US" sz="2400" dirty="0"/>
          </a:p>
        </p:txBody>
      </p:sp>
      <p:sp>
        <p:nvSpPr>
          <p:cNvPr id="3" name="TextBox 24">
            <a:extLst>
              <a:ext uri="{FF2B5EF4-FFF2-40B4-BE49-F238E27FC236}">
                <a16:creationId xmlns:a16="http://schemas.microsoft.com/office/drawing/2014/main" id="{FCC18C67-29AE-8183-93D0-24F2C543B6DC}"/>
              </a:ext>
            </a:extLst>
          </p:cNvPr>
          <p:cNvSpPr txBox="1"/>
          <p:nvPr/>
        </p:nvSpPr>
        <p:spPr>
          <a:xfrm>
            <a:off x="1806795" y="305043"/>
            <a:ext cx="12290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Step1</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Layer-wise Integrated Gradients</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1007DA29-4774-ACF1-CAC8-00AF2E6521A5}"/>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Attention</a:t>
            </a:r>
            <a:r>
              <a:rPr lang="ja-JP" altLang="en-US" sz="3200" dirty="0">
                <a:latin typeface="Source Han Sans JP Medium"/>
                <a:ea typeface="Source Han Sans JP Medium"/>
                <a:cs typeface="Source Han Sans JP Medium"/>
                <a:sym typeface="Source Han Sans JP Medium"/>
              </a:rPr>
              <a:t>重みそのものではなく，その</a:t>
            </a:r>
            <a:r>
              <a:rPr lang="en-US" altLang="ja-JP" sz="3200" dirty="0">
                <a:latin typeface="Source Han Sans JP Medium"/>
                <a:ea typeface="Source Han Sans JP Medium"/>
                <a:cs typeface="Source Han Sans JP Medium"/>
                <a:sym typeface="Source Han Sans JP Medium"/>
              </a:rPr>
              <a:t>attention</a:t>
            </a:r>
            <a:r>
              <a:rPr lang="ja-JP" altLang="en-US" sz="3200" dirty="0">
                <a:latin typeface="Source Han Sans JP Medium"/>
                <a:ea typeface="Source Han Sans JP Medium"/>
                <a:cs typeface="Source Han Sans JP Medium"/>
                <a:sym typeface="Source Han Sans JP Medium"/>
              </a:rPr>
              <a:t>が予測にどれだけ効いたかを見る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7BFF5554-A560-0B23-4FE2-AF061A471EBD}"/>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E77E66C4-95A9-0DDC-32D5-5B1C58DF6EBB}"/>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9C313DE0-0F5F-F104-DE56-27BF13E6BB90}"/>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mc:Choice xmlns:a14="http://schemas.microsoft.com/office/drawing/2010/main" Requires="a14">
          <p:sp>
            <p:nvSpPr>
              <p:cNvPr id="26" name="TextBox 24">
                <a:extLst>
                  <a:ext uri="{FF2B5EF4-FFF2-40B4-BE49-F238E27FC236}">
                    <a16:creationId xmlns:a16="http://schemas.microsoft.com/office/drawing/2014/main" id="{AF2981B1-9E0D-5F2C-100E-5CD158337030}"/>
                  </a:ext>
                </a:extLst>
              </p:cNvPr>
              <p:cNvSpPr txBox="1"/>
              <p:nvPr/>
            </p:nvSpPr>
            <p:spPr>
              <a:xfrm>
                <a:off x="1981200" y="6445171"/>
                <a:ext cx="9720433" cy="1866858"/>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通常の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：入力が最終出力にどう効いたかを見る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CA-LIG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：各層の隠れ表現（</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block</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）に</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を適用し，各層で</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ごとの寄与度を</a:t>
                </a:r>
                <a14:m>
                  <m:oMath xmlns:m="http://schemas.openxmlformats.org/officeDocument/2006/math">
                    <m:sSup>
                      <m:sSupPr>
                        <m:ctrlPr>
                          <a:rPr lang="ja-JP" altLang="en-US" sz="3200" i="1" smtClean="0">
                            <a:latin typeface="Cambria Math" panose="02040503050406030204" pitchFamily="18" charset="0"/>
                            <a:ea typeface="Source Han Sans JP Medium" panose="020B0600070205080204" charset="-128"/>
                            <a:sym typeface="Source Han Sans JP Medium"/>
                          </a:rPr>
                        </m:ctrlPr>
                      </m:sSupPr>
                      <m:e>
                        <m:sSub>
                          <m:sSubPr>
                            <m:ctrlPr>
                              <a:rPr lang="ja-JP" altLang="en-US" sz="3200" i="1" smtClean="0">
                                <a:latin typeface="Cambria Math" panose="02040503050406030204" pitchFamily="18" charset="0"/>
                                <a:ea typeface="Source Han Sans JP Medium" panose="020B0600070205080204" charset="-128"/>
                                <a:sym typeface="Source Han Sans JP Medium"/>
                              </a:rPr>
                            </m:ctrlPr>
                          </m:sSubPr>
                          <m:e>
                            <m:r>
                              <a:rPr lang="en-US" altLang="ja-JP" sz="3200" b="0" i="1" smtClean="0">
                                <a:latin typeface="Cambria Math" panose="02040503050406030204" pitchFamily="18" charset="0"/>
                                <a:ea typeface="Source Han Sans JP Medium" panose="020B0600070205080204" charset="-128"/>
                                <a:sym typeface="Source Han Sans JP Medium"/>
                              </a:rPr>
                              <m:t>𝑅</m:t>
                            </m:r>
                          </m:e>
                          <m:sub>
                            <m:r>
                              <a:rPr lang="en-US" altLang="ja-JP" sz="3200" b="0" i="1" smtClean="0">
                                <a:latin typeface="Cambria Math" panose="02040503050406030204" pitchFamily="18" charset="0"/>
                                <a:ea typeface="Source Han Sans JP Medium" panose="020B0600070205080204" charset="-128"/>
                                <a:sym typeface="Source Han Sans JP Medium"/>
                              </a:rPr>
                              <m:t>𝑡</m:t>
                            </m:r>
                          </m:sub>
                        </m:sSub>
                      </m:e>
                      <m:sup>
                        <m:r>
                          <a:rPr lang="en-US" altLang="ja-JP" sz="3200" b="0" i="1" smtClean="0">
                            <a:latin typeface="Cambria Math" panose="02040503050406030204" pitchFamily="18" charset="0"/>
                            <a:ea typeface="Source Han Sans JP Medium" panose="020B0600070205080204" charset="-128"/>
                            <a:sym typeface="Source Han Sans JP Medium"/>
                          </a:rPr>
                          <m:t>(</m:t>
                        </m:r>
                        <m:r>
                          <a:rPr lang="en-US" altLang="ja-JP" sz="3200" b="0" i="1" smtClean="0">
                            <a:latin typeface="Cambria Math" panose="02040503050406030204" pitchFamily="18" charset="0"/>
                            <a:ea typeface="Source Han Sans JP Medium" panose="020B0600070205080204" charset="-128"/>
                            <a:sym typeface="Source Han Sans JP Medium"/>
                          </a:rPr>
                          <m:t>𝑙</m:t>
                        </m:r>
                        <m:r>
                          <a:rPr lang="en-US" altLang="ja-JP" sz="3200" b="0" i="1" smtClean="0">
                            <a:latin typeface="Cambria Math" panose="02040503050406030204" pitchFamily="18" charset="0"/>
                            <a:ea typeface="Source Han Sans JP Medium" panose="020B0600070205080204" charset="-128"/>
                            <a:sym typeface="Source Han Sans JP Medium"/>
                          </a:rPr>
                          <m:t>)</m:t>
                        </m:r>
                      </m:sup>
                    </m:sSup>
                  </m:oMath>
                </a14:m>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を得る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Choice>
        <mc:Fallback>
          <p:sp>
            <p:nvSpPr>
              <p:cNvPr id="26" name="TextBox 24">
                <a:extLst>
                  <a:ext uri="{FF2B5EF4-FFF2-40B4-BE49-F238E27FC236}">
                    <a16:creationId xmlns:a16="http://schemas.microsoft.com/office/drawing/2014/main" id="{AF2981B1-9E0D-5F2C-100E-5CD158337030}"/>
                  </a:ext>
                </a:extLst>
              </p:cNvPr>
              <p:cNvSpPr txBox="1">
                <a:spLocks noRot="1" noChangeAspect="1" noMove="1" noResize="1" noEditPoints="1" noAdjustHandles="1" noChangeArrowheads="1" noChangeShapeType="1" noTextEdit="1"/>
              </p:cNvSpPr>
              <p:nvPr/>
            </p:nvSpPr>
            <p:spPr>
              <a:xfrm>
                <a:off x="1981200" y="6445171"/>
                <a:ext cx="9720433" cy="1866858"/>
              </a:xfrm>
              <a:prstGeom prst="rect">
                <a:avLst/>
              </a:prstGeom>
              <a:blipFill>
                <a:blip r:embed="rId4"/>
                <a:stretch>
                  <a:fillRect l="-2320" t="-1629" r="-2633" b="-12052"/>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6B58D4F1-3397-C50D-572D-0757569CB15F}"/>
              </a:ext>
            </a:extLst>
          </p:cNvPr>
          <p:cNvPicPr>
            <a:picLocks noChangeAspect="1"/>
          </p:cNvPicPr>
          <p:nvPr/>
        </p:nvPicPr>
        <p:blipFill>
          <a:blip r:embed="rId5"/>
          <a:stretch>
            <a:fillRect/>
          </a:stretch>
        </p:blipFill>
        <p:spPr>
          <a:xfrm>
            <a:off x="11678479" y="7826350"/>
            <a:ext cx="6400799" cy="2177142"/>
          </a:xfrm>
          <a:prstGeom prst="rect">
            <a:avLst/>
          </a:prstGeom>
        </p:spPr>
      </p:pic>
      <p:sp>
        <p:nvSpPr>
          <p:cNvPr id="27" name="正方形/長方形 26">
            <a:extLst>
              <a:ext uri="{FF2B5EF4-FFF2-40B4-BE49-F238E27FC236}">
                <a16:creationId xmlns:a16="http://schemas.microsoft.com/office/drawing/2014/main" id="{0D7E5081-EC6B-D8CE-DD5E-1FD9523803A4}"/>
              </a:ext>
            </a:extLst>
          </p:cNvPr>
          <p:cNvSpPr/>
          <p:nvPr/>
        </p:nvSpPr>
        <p:spPr>
          <a:xfrm>
            <a:off x="11526079" y="8278872"/>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0664333A-2F22-6207-C68D-66F7D1E1BC00}"/>
              </a:ext>
            </a:extLst>
          </p:cNvPr>
          <p:cNvPicPr>
            <a:picLocks noChangeAspect="1"/>
          </p:cNvPicPr>
          <p:nvPr/>
        </p:nvPicPr>
        <p:blipFill>
          <a:blip r:embed="rId5"/>
          <a:srcRect t="5284" b="48465"/>
          <a:stretch>
            <a:fillRect/>
          </a:stretch>
        </p:blipFill>
        <p:spPr>
          <a:xfrm>
            <a:off x="1632990" y="2557628"/>
            <a:ext cx="16213453" cy="2550636"/>
          </a:xfrm>
          <a:prstGeom prst="rect">
            <a:avLst/>
          </a:prstGeom>
        </p:spPr>
      </p:pic>
      <p:sp>
        <p:nvSpPr>
          <p:cNvPr id="29" name="矢印: 下 28">
            <a:extLst>
              <a:ext uri="{FF2B5EF4-FFF2-40B4-BE49-F238E27FC236}">
                <a16:creationId xmlns:a16="http://schemas.microsoft.com/office/drawing/2014/main" id="{0BFC4051-8CB7-2916-66DC-560489A5DE45}"/>
              </a:ext>
            </a:extLst>
          </p:cNvPr>
          <p:cNvSpPr/>
          <p:nvPr/>
        </p:nvSpPr>
        <p:spPr>
          <a:xfrm rot="16200000">
            <a:off x="12395297" y="6599064"/>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4" name="図 33">
            <a:extLst>
              <a:ext uri="{FF2B5EF4-FFF2-40B4-BE49-F238E27FC236}">
                <a16:creationId xmlns:a16="http://schemas.microsoft.com/office/drawing/2014/main" id="{0CB09C0A-83B4-3BE6-EB4F-A0C540A10A44}"/>
              </a:ext>
            </a:extLst>
          </p:cNvPr>
          <p:cNvPicPr>
            <a:picLocks noChangeAspect="1"/>
          </p:cNvPicPr>
          <p:nvPr/>
        </p:nvPicPr>
        <p:blipFill>
          <a:blip r:embed="rId6"/>
          <a:stretch>
            <a:fillRect/>
          </a:stretch>
        </p:blipFill>
        <p:spPr>
          <a:xfrm>
            <a:off x="13716000" y="6061229"/>
            <a:ext cx="3211526" cy="1779721"/>
          </a:xfrm>
          <a:prstGeom prst="rect">
            <a:avLst/>
          </a:prstGeom>
        </p:spPr>
      </p:pic>
    </p:spTree>
    <p:extLst>
      <p:ext uri="{BB962C8B-B14F-4D97-AF65-F5344CB8AC3E}">
        <p14:creationId xmlns:p14="http://schemas.microsoft.com/office/powerpoint/2010/main" val="2782384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B5009-0A26-0EF6-063B-B9DB8C94852F}"/>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1D0F926-2954-A66B-2121-C4EA999125CF}"/>
              </a:ext>
            </a:extLst>
          </p:cNvPr>
          <p:cNvSpPr>
            <a:spLocks noGrp="1"/>
          </p:cNvSpPr>
          <p:nvPr>
            <p:ph type="sldNum" sz="quarter" idx="12"/>
          </p:nvPr>
        </p:nvSpPr>
        <p:spPr/>
        <p:txBody>
          <a:bodyPr/>
          <a:lstStyle/>
          <a:p>
            <a:fld id="{B6F15528-21DE-4FAA-801E-634DDDAF4B2B}" type="slidenum">
              <a:rPr lang="en-US" smtClean="0"/>
              <a:pPr/>
              <a:t>13</a:t>
            </a:fld>
            <a:endParaRPr lang="en-US"/>
          </a:p>
        </p:txBody>
      </p:sp>
      <p:grpSp>
        <p:nvGrpSpPr>
          <p:cNvPr id="10" name="グループ化 9">
            <a:extLst>
              <a:ext uri="{FF2B5EF4-FFF2-40B4-BE49-F238E27FC236}">
                <a16:creationId xmlns:a16="http://schemas.microsoft.com/office/drawing/2014/main" id="{114F8560-DE64-80BD-D5A1-7153D1AE6CDA}"/>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F667812-2FBD-9967-9BF8-87383D280CE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F32DAFF-635B-3A34-37E0-04E6607FF4E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15B825C-571C-23FD-F0F4-AAC04DC7F23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32493C-3664-035C-5A03-D7A4BF466AB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E9E5CAE7-4F55-104E-FD25-4B19A0DE435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A9F30103-E7F0-A4DF-D17A-7B834DFC9F31}"/>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84611660-F843-FC0D-D781-78A06A7DD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23EFCEC-59E3-09B8-FCE6-2338EDA4A90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6D2859FA-3026-520F-6916-695DE5D6BB06}"/>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F681E64-8227-9C97-FB2F-28113730955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CA55CBE-E860-A35A-CA18-206B31D2507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416F6A6-9E3E-FF97-DEC4-9C39E070AA6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371DDAD-071E-D212-D8FC-78A12E3A2C8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A90EFFB-DE6D-53D1-3036-C2D9C5D7CB80}"/>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5FF9B3CF-D9F5-CA4E-6176-6F6AF6F50ADD}"/>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13</a:t>
            </a:fld>
            <a:endParaRPr lang="en-US" sz="2400" dirty="0"/>
          </a:p>
        </p:txBody>
      </p:sp>
      <p:sp>
        <p:nvSpPr>
          <p:cNvPr id="3" name="TextBox 24">
            <a:extLst>
              <a:ext uri="{FF2B5EF4-FFF2-40B4-BE49-F238E27FC236}">
                <a16:creationId xmlns:a16="http://schemas.microsoft.com/office/drawing/2014/main" id="{B116FE66-F5EF-F9D7-BC11-85C381FB94C8}"/>
              </a:ext>
            </a:extLst>
          </p:cNvPr>
          <p:cNvSpPr txBox="1"/>
          <p:nvPr/>
        </p:nvSpPr>
        <p:spPr>
          <a:xfrm>
            <a:off x="1806795" y="305043"/>
            <a:ext cx="12290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Step2</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Attention Gradient</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4B7271A8-CC52-C038-B559-343FADE3304C}"/>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通常の</a:t>
            </a:r>
            <a:r>
              <a:rPr lang="en-US" altLang="ja-JP" sz="3200" dirty="0">
                <a:latin typeface="Source Han Sans JP Medium"/>
                <a:ea typeface="Source Han Sans JP Medium"/>
                <a:cs typeface="Source Han Sans JP Medium"/>
                <a:sym typeface="Source Han Sans JP Medium"/>
              </a:rPr>
              <a:t>IG</a:t>
            </a:r>
            <a:r>
              <a:rPr lang="ja-JP" altLang="en-US" sz="3200" dirty="0">
                <a:latin typeface="Source Han Sans JP Medium"/>
                <a:ea typeface="Source Han Sans JP Medium"/>
                <a:cs typeface="Source Han Sans JP Medium"/>
                <a:sym typeface="Source Han Sans JP Medium"/>
              </a:rPr>
              <a:t>を入力だけでなく，各</a:t>
            </a:r>
            <a:r>
              <a:rPr lang="en-US" altLang="ja-JP" sz="3200" dirty="0">
                <a:latin typeface="Source Han Sans JP Medium"/>
                <a:ea typeface="Source Han Sans JP Medium"/>
                <a:cs typeface="Source Han Sans JP Medium"/>
                <a:sym typeface="Source Han Sans JP Medium"/>
              </a:rPr>
              <a:t>Transformer block</a:t>
            </a:r>
            <a:r>
              <a:rPr lang="ja-JP" altLang="en-US" sz="3200" dirty="0">
                <a:latin typeface="Source Han Sans JP Medium"/>
                <a:ea typeface="Source Han Sans JP Medium"/>
                <a:cs typeface="Source Han Sans JP Medium"/>
                <a:sym typeface="Source Han Sans JP Medium"/>
              </a:rPr>
              <a:t>の隠れ表現に適用する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EE4AD4F7-DEAB-5805-73F8-C0E3FB7B53C8}"/>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3772A157-F3D5-7F9D-A637-A1B32C78AFDF}"/>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37275E38-C6FB-0891-7746-C5070AE390EC}"/>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mc:Choice xmlns:a14="http://schemas.microsoft.com/office/drawing/2010/main" Requires="a14">
          <p:sp>
            <p:nvSpPr>
              <p:cNvPr id="26" name="TextBox 24">
                <a:extLst>
                  <a:ext uri="{FF2B5EF4-FFF2-40B4-BE49-F238E27FC236}">
                    <a16:creationId xmlns:a16="http://schemas.microsoft.com/office/drawing/2014/main" id="{E1AC2682-D51D-B253-D53C-AEF43FEB29E6}"/>
                  </a:ext>
                </a:extLst>
              </p:cNvPr>
              <p:cNvSpPr txBox="1"/>
              <p:nvPr/>
            </p:nvSpPr>
            <p:spPr>
              <a:xfrm>
                <a:off x="1981200" y="6445171"/>
                <a:ext cx="9493732" cy="3152210"/>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通常の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：どこを参照したか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Gradient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接続が予測に</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どれだけ影響したか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対象クラススコア</a:t>
                </a:r>
                <a14:m>
                  <m:oMath xmlns:m="http://schemas.openxmlformats.org/officeDocument/2006/math">
                    <m:sSub>
                      <m:sSubPr>
                        <m:ctrlPr>
                          <a:rPr lang="en-US" altLang="ja-JP" sz="3200" i="1" smtClean="0">
                            <a:latin typeface="Cambria Math" panose="02040503050406030204" pitchFamily="18" charset="0"/>
                            <a:ea typeface="Source Han Sans JP Medium" panose="020B0600070205080204" charset="-128"/>
                            <a:sym typeface="Source Han Sans JP Medium"/>
                          </a:rPr>
                        </m:ctrlPr>
                      </m:sSubPr>
                      <m:e>
                        <m:r>
                          <a:rPr lang="en-US" altLang="ja-JP" sz="3200" b="0" i="1" smtClean="0">
                            <a:latin typeface="Cambria Math" panose="02040503050406030204" pitchFamily="18" charset="0"/>
                            <a:ea typeface="Source Han Sans JP Medium" panose="020B0600070205080204" charset="-128"/>
                            <a:sym typeface="Source Han Sans JP Medium"/>
                          </a:rPr>
                          <m:t>𝑦</m:t>
                        </m:r>
                      </m:e>
                      <m:sub>
                        <m:r>
                          <a:rPr lang="en-US" altLang="ja-JP" sz="3200" b="0" i="1" smtClean="0">
                            <a:latin typeface="Cambria Math" panose="02040503050406030204" pitchFamily="18" charset="0"/>
                            <a:ea typeface="Source Han Sans JP Medium" panose="020B0600070205080204" charset="-128"/>
                            <a:sym typeface="Source Han Sans JP Medium"/>
                          </a:rPr>
                          <m:t>𝑐</m:t>
                        </m:r>
                      </m:sub>
                    </m:sSub>
                    <m:r>
                      <a:rPr lang="ja-JP" altLang="en-US" sz="3200" i="1">
                        <a:latin typeface="Cambria Math" panose="02040503050406030204" pitchFamily="18" charset="0"/>
                        <a:ea typeface="Source Han Sans JP Medium" panose="020B0600070205080204" charset="-128"/>
                        <a:sym typeface="Source Han Sans JP Medium"/>
                      </a:rPr>
                      <m:t>に対する</m:t>
                    </m:r>
                  </m:oMath>
                </a14:m>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行列</a:t>
                </a:r>
                <a14:m>
                  <m:oMath xmlns:m="http://schemas.openxmlformats.org/officeDocument/2006/math">
                    <m:sSup>
                      <m:sSupPr>
                        <m:ctrlPr>
                          <a:rPr lang="en-US" altLang="ja-JP" sz="3200" i="1" smtClean="0">
                            <a:latin typeface="Cambria Math" panose="02040503050406030204" pitchFamily="18" charset="0"/>
                            <a:ea typeface="Source Han Sans JP Medium" panose="020B0600070205080204" charset="-128"/>
                            <a:sym typeface="Source Han Sans JP Medium"/>
                          </a:rPr>
                        </m:ctrlPr>
                      </m:sSupPr>
                      <m:e>
                        <m:r>
                          <a:rPr lang="en-US" altLang="ja-JP" sz="3200" b="0" i="1" smtClean="0">
                            <a:latin typeface="Cambria Math" panose="02040503050406030204" pitchFamily="18" charset="0"/>
                            <a:ea typeface="Source Han Sans JP Medium" panose="020B0600070205080204" charset="-128"/>
                            <a:sym typeface="Source Han Sans JP Medium"/>
                          </a:rPr>
                          <m:t>𝐴</m:t>
                        </m:r>
                      </m:e>
                      <m:sup>
                        <m:r>
                          <a:rPr lang="en-US" altLang="ja-JP" sz="3200" b="0" i="1" smtClean="0">
                            <a:latin typeface="Cambria Math" panose="02040503050406030204" pitchFamily="18" charset="0"/>
                            <a:ea typeface="Source Han Sans JP Medium" panose="020B0600070205080204" charset="-128"/>
                            <a:sym typeface="Source Han Sans JP Medium"/>
                          </a:rPr>
                          <m:t>(</m:t>
                        </m:r>
                        <m:r>
                          <a:rPr lang="en-US" altLang="ja-JP" sz="3200" b="0" i="1" smtClean="0">
                            <a:latin typeface="Cambria Math" panose="02040503050406030204" pitchFamily="18" charset="0"/>
                            <a:ea typeface="Source Han Sans JP Medium" panose="020B0600070205080204" charset="-128"/>
                            <a:sym typeface="Source Han Sans JP Medium"/>
                          </a:rPr>
                          <m:t>𝑏</m:t>
                        </m:r>
                        <m:r>
                          <a:rPr lang="en-US" altLang="ja-JP" sz="3200" b="0" i="1" smtClean="0">
                            <a:latin typeface="Cambria Math" panose="02040503050406030204" pitchFamily="18" charset="0"/>
                            <a:ea typeface="Source Han Sans JP Medium" panose="020B0600070205080204" charset="-128"/>
                            <a:sym typeface="Source Han Sans JP Medium"/>
                          </a:rPr>
                          <m:t>)</m:t>
                        </m:r>
                      </m:sup>
                    </m:sSup>
                  </m:oMath>
                </a14:m>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の勾配を計算する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Choice>
        <mc:Fallback>
          <p:sp>
            <p:nvSpPr>
              <p:cNvPr id="26" name="TextBox 24">
                <a:extLst>
                  <a:ext uri="{FF2B5EF4-FFF2-40B4-BE49-F238E27FC236}">
                    <a16:creationId xmlns:a16="http://schemas.microsoft.com/office/drawing/2014/main" id="{E1AC2682-D51D-B253-D53C-AEF43FEB29E6}"/>
                  </a:ext>
                </a:extLst>
              </p:cNvPr>
              <p:cNvSpPr txBox="1">
                <a:spLocks noRot="1" noChangeAspect="1" noMove="1" noResize="1" noEditPoints="1" noAdjustHandles="1" noChangeArrowheads="1" noChangeShapeType="1" noTextEdit="1"/>
              </p:cNvSpPr>
              <p:nvPr/>
            </p:nvSpPr>
            <p:spPr>
              <a:xfrm>
                <a:off x="1981200" y="6445171"/>
                <a:ext cx="9493732" cy="3152210"/>
              </a:xfrm>
              <a:prstGeom prst="rect">
                <a:avLst/>
              </a:prstGeom>
              <a:blipFill>
                <a:blip r:embed="rId4"/>
                <a:stretch>
                  <a:fillRect l="-2376" t="-967" b="-6963"/>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C3E96F99-B65C-30A7-59E8-E080B0C0DDB2}"/>
              </a:ext>
            </a:extLst>
          </p:cNvPr>
          <p:cNvPicPr>
            <a:picLocks noChangeAspect="1"/>
          </p:cNvPicPr>
          <p:nvPr/>
        </p:nvPicPr>
        <p:blipFill>
          <a:blip r:embed="rId5"/>
          <a:stretch>
            <a:fillRect/>
          </a:stretch>
        </p:blipFill>
        <p:spPr>
          <a:xfrm>
            <a:off x="11678479" y="7826350"/>
            <a:ext cx="6400799" cy="2177142"/>
          </a:xfrm>
          <a:prstGeom prst="rect">
            <a:avLst/>
          </a:prstGeom>
        </p:spPr>
      </p:pic>
      <p:sp>
        <p:nvSpPr>
          <p:cNvPr id="29" name="矢印: 下 28">
            <a:extLst>
              <a:ext uri="{FF2B5EF4-FFF2-40B4-BE49-F238E27FC236}">
                <a16:creationId xmlns:a16="http://schemas.microsoft.com/office/drawing/2014/main" id="{6FD9E618-EDDA-2D90-7830-2A6D194AD9FF}"/>
              </a:ext>
            </a:extLst>
          </p:cNvPr>
          <p:cNvSpPr/>
          <p:nvPr/>
        </p:nvSpPr>
        <p:spPr>
          <a:xfrm rot="16200000">
            <a:off x="11788914" y="6599062"/>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8" name="図 7">
            <a:extLst>
              <a:ext uri="{FF2B5EF4-FFF2-40B4-BE49-F238E27FC236}">
                <a16:creationId xmlns:a16="http://schemas.microsoft.com/office/drawing/2014/main" id="{C4655524-CD3B-B7DE-45FE-ED74240B50BB}"/>
              </a:ext>
            </a:extLst>
          </p:cNvPr>
          <p:cNvPicPr>
            <a:picLocks noChangeAspect="1"/>
          </p:cNvPicPr>
          <p:nvPr/>
        </p:nvPicPr>
        <p:blipFill>
          <a:blip r:embed="rId5"/>
          <a:srcRect t="5284" b="48465"/>
          <a:stretch>
            <a:fillRect/>
          </a:stretch>
        </p:blipFill>
        <p:spPr>
          <a:xfrm>
            <a:off x="1632990" y="2557628"/>
            <a:ext cx="16213453" cy="2550636"/>
          </a:xfrm>
          <a:prstGeom prst="rect">
            <a:avLst/>
          </a:prstGeom>
        </p:spPr>
      </p:pic>
      <p:sp>
        <p:nvSpPr>
          <p:cNvPr id="30" name="正方形/長方形 29">
            <a:extLst>
              <a:ext uri="{FF2B5EF4-FFF2-40B4-BE49-F238E27FC236}">
                <a16:creationId xmlns:a16="http://schemas.microsoft.com/office/drawing/2014/main" id="{4405986B-FD56-200C-EA74-AAE4A7081B4C}"/>
              </a:ext>
            </a:extLst>
          </p:cNvPr>
          <p:cNvSpPr/>
          <p:nvPr/>
        </p:nvSpPr>
        <p:spPr>
          <a:xfrm>
            <a:off x="11526079" y="8278872"/>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3" name="図 32">
            <a:extLst>
              <a:ext uri="{FF2B5EF4-FFF2-40B4-BE49-F238E27FC236}">
                <a16:creationId xmlns:a16="http://schemas.microsoft.com/office/drawing/2014/main" id="{D769FD9F-D1BD-B14E-59FD-3ED4219D2FB8}"/>
              </a:ext>
            </a:extLst>
          </p:cNvPr>
          <p:cNvPicPr>
            <a:picLocks noChangeAspect="1"/>
          </p:cNvPicPr>
          <p:nvPr/>
        </p:nvPicPr>
        <p:blipFill>
          <a:blip r:embed="rId6"/>
          <a:stretch>
            <a:fillRect/>
          </a:stretch>
        </p:blipFill>
        <p:spPr>
          <a:xfrm>
            <a:off x="12985270" y="6332335"/>
            <a:ext cx="4694125" cy="1219253"/>
          </a:xfrm>
          <a:prstGeom prst="rect">
            <a:avLst/>
          </a:prstGeom>
        </p:spPr>
      </p:pic>
    </p:spTree>
    <p:extLst>
      <p:ext uri="{BB962C8B-B14F-4D97-AF65-F5344CB8AC3E}">
        <p14:creationId xmlns:p14="http://schemas.microsoft.com/office/powerpoint/2010/main" val="3157502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E3C62-6122-9D01-B657-1EF5B9B27D32}"/>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94D4D28B-AB29-3087-02EC-F5B90F1FF55F}"/>
              </a:ext>
            </a:extLst>
          </p:cNvPr>
          <p:cNvSpPr>
            <a:spLocks noGrp="1"/>
          </p:cNvSpPr>
          <p:nvPr>
            <p:ph type="sldNum" sz="quarter" idx="12"/>
          </p:nvPr>
        </p:nvSpPr>
        <p:spPr/>
        <p:txBody>
          <a:bodyPr/>
          <a:lstStyle/>
          <a:p>
            <a:fld id="{B6F15528-21DE-4FAA-801E-634DDDAF4B2B}" type="slidenum">
              <a:rPr lang="en-US" smtClean="0"/>
              <a:pPr/>
              <a:t>14</a:t>
            </a:fld>
            <a:endParaRPr lang="en-US"/>
          </a:p>
        </p:txBody>
      </p:sp>
      <p:grpSp>
        <p:nvGrpSpPr>
          <p:cNvPr id="10" name="グループ化 9">
            <a:extLst>
              <a:ext uri="{FF2B5EF4-FFF2-40B4-BE49-F238E27FC236}">
                <a16:creationId xmlns:a16="http://schemas.microsoft.com/office/drawing/2014/main" id="{16D7DF21-4990-FC28-C22A-A25590AAFC7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00993F9-5721-D03D-0844-AA826C79CED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B016966C-3CD5-4B3C-C54A-DCD2392FA57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AB3E26DA-B039-3294-9943-F3FF0EF3FC9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02689DE-7A2F-C474-12E2-ED9A9D5B0A3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DD0B980-A2A1-A587-44CD-65E74D1BFB3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ED06F8B5-2CD0-8EC1-6D62-7F0CBD116E3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D1AE0F9C-4AB8-71F7-6A11-6012AF74C51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9F51FE6-1762-1A96-2F21-AB59FCBCCA4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DDC9AE5-4148-2012-A12B-82C4B7C4C70B}"/>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19A1AF5-7427-B3FE-E68D-611AEB004CF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5E5F65BA-C95C-4CF6-7747-52CDE3DF1B4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7E0147C-6944-3FC5-7107-9B14070FFE1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4CB3FFE-2BA0-C181-112F-C1A6CE02B2A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D26B3F5-F04C-9174-4230-060A8EDFEC7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222FEA0-7FE5-2592-508B-BD925AD37B16}"/>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14</a:t>
            </a:fld>
            <a:endParaRPr lang="en-US" sz="2400" dirty="0"/>
          </a:p>
        </p:txBody>
      </p:sp>
      <p:sp>
        <p:nvSpPr>
          <p:cNvPr id="3" name="TextBox 24">
            <a:extLst>
              <a:ext uri="{FF2B5EF4-FFF2-40B4-BE49-F238E27FC236}">
                <a16:creationId xmlns:a16="http://schemas.microsoft.com/office/drawing/2014/main" id="{11070941-3039-5293-18F9-CF77A1E892A1}"/>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Step3</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Integrated Gradient</a:t>
            </a:r>
            <a:r>
              <a:rPr lang="ja-JP" altLang="en-US" sz="4000" dirty="0">
                <a:solidFill>
                  <a:srgbClr val="292B2B"/>
                </a:solidFill>
                <a:latin typeface="Source Han Sans JP Medium"/>
                <a:ea typeface="Source Han Sans JP Medium"/>
                <a:cs typeface="Source Han Sans JP Medium"/>
                <a:sym typeface="Source Han Sans JP Medium"/>
              </a:rPr>
              <a:t>と</a:t>
            </a:r>
            <a:r>
              <a:rPr lang="en-US" altLang="ja-JP" sz="4000" dirty="0">
                <a:solidFill>
                  <a:srgbClr val="292B2B"/>
                </a:solidFill>
                <a:latin typeface="Source Han Sans JP Medium"/>
                <a:ea typeface="Source Han Sans JP Medium"/>
                <a:cs typeface="Source Han Sans JP Medium"/>
                <a:sym typeface="Source Han Sans JP Medium"/>
              </a:rPr>
              <a:t>Attention Gradient</a:t>
            </a:r>
            <a:r>
              <a:rPr lang="ja-JP" altLang="en-US" sz="4000" dirty="0">
                <a:solidFill>
                  <a:srgbClr val="292B2B"/>
                </a:solidFill>
                <a:latin typeface="Source Han Sans JP Medium"/>
                <a:ea typeface="Source Han Sans JP Medium"/>
                <a:cs typeface="Source Han Sans JP Medium"/>
                <a:sym typeface="Source Han Sans JP Medium"/>
              </a:rPr>
              <a:t>の融合</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02612CB3-F459-DD98-5A16-E838ABC9BA3B}"/>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Step1, 2</a:t>
            </a:r>
            <a:r>
              <a:rPr lang="ja-JP" altLang="en-US" sz="3200" dirty="0">
                <a:latin typeface="Source Han Sans JP Medium"/>
                <a:ea typeface="Source Han Sans JP Medium"/>
                <a:cs typeface="Source Han Sans JP Medium"/>
                <a:sym typeface="Source Han Sans JP Medium"/>
              </a:rPr>
              <a:t>で計算した</a:t>
            </a:r>
            <a:r>
              <a:rPr lang="en-US" altLang="ja-JP" sz="3200" dirty="0">
                <a:latin typeface="Source Han Sans JP Medium"/>
                <a:ea typeface="Source Han Sans JP Medium"/>
                <a:cs typeface="Source Han Sans JP Medium"/>
                <a:sym typeface="Source Han Sans JP Medium"/>
              </a:rPr>
              <a:t>token</a:t>
            </a:r>
            <a:r>
              <a:rPr lang="ja-JP" altLang="en-US" sz="3200" dirty="0">
                <a:latin typeface="Source Han Sans JP Medium"/>
                <a:ea typeface="Source Han Sans JP Medium"/>
                <a:cs typeface="Source Han Sans JP Medium"/>
                <a:sym typeface="Source Han Sans JP Medium"/>
              </a:rPr>
              <a:t>単体の重要度と</a:t>
            </a:r>
            <a:r>
              <a:rPr lang="en-US" altLang="ja-JP" sz="3200" dirty="0">
                <a:latin typeface="Source Han Sans JP Medium"/>
                <a:ea typeface="Source Han Sans JP Medium"/>
                <a:cs typeface="Source Han Sans JP Medium"/>
                <a:sym typeface="Source Han Sans JP Medium"/>
              </a:rPr>
              <a:t>token</a:t>
            </a:r>
            <a:r>
              <a:rPr lang="ja-JP" altLang="en-US" sz="3200" dirty="0">
                <a:latin typeface="Source Han Sans JP Medium"/>
                <a:ea typeface="Source Han Sans JP Medium"/>
                <a:cs typeface="Source Han Sans JP Medium"/>
                <a:sym typeface="Source Han Sans JP Medium"/>
              </a:rPr>
              <a:t>間の文脈的な関係を融合する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BE8C8451-F061-6885-4D87-969A80008E37}"/>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A1161BAA-702C-DABD-12CB-5DCC0F94473E}"/>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8D988D8E-4491-E5FC-BDCD-DBB206BF516B}"/>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pic>
        <p:nvPicPr>
          <p:cNvPr id="6" name="図 5">
            <a:extLst>
              <a:ext uri="{FF2B5EF4-FFF2-40B4-BE49-F238E27FC236}">
                <a16:creationId xmlns:a16="http://schemas.microsoft.com/office/drawing/2014/main" id="{38DAAC6E-588F-07F2-429B-BE55BFD42677}"/>
              </a:ext>
            </a:extLst>
          </p:cNvPr>
          <p:cNvPicPr>
            <a:picLocks noChangeAspect="1"/>
          </p:cNvPicPr>
          <p:nvPr/>
        </p:nvPicPr>
        <p:blipFill>
          <a:blip r:embed="rId4"/>
          <a:stretch>
            <a:fillRect/>
          </a:stretch>
        </p:blipFill>
        <p:spPr>
          <a:xfrm>
            <a:off x="11678479" y="7826350"/>
            <a:ext cx="6400799" cy="2177142"/>
          </a:xfrm>
          <a:prstGeom prst="rect">
            <a:avLst/>
          </a:prstGeom>
        </p:spPr>
      </p:pic>
      <p:sp>
        <p:nvSpPr>
          <p:cNvPr id="27" name="正方形/長方形 26">
            <a:extLst>
              <a:ext uri="{FF2B5EF4-FFF2-40B4-BE49-F238E27FC236}">
                <a16:creationId xmlns:a16="http://schemas.microsoft.com/office/drawing/2014/main" id="{194D1A50-1C21-8197-F9C0-37142F759613}"/>
              </a:ext>
            </a:extLst>
          </p:cNvPr>
          <p:cNvSpPr/>
          <p:nvPr/>
        </p:nvSpPr>
        <p:spPr>
          <a:xfrm>
            <a:off x="11526081" y="8764331"/>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1F40A251-B504-DC1E-24A1-986996259646}"/>
              </a:ext>
            </a:extLst>
          </p:cNvPr>
          <p:cNvPicPr>
            <a:picLocks noChangeAspect="1"/>
          </p:cNvPicPr>
          <p:nvPr/>
        </p:nvPicPr>
        <p:blipFill>
          <a:blip r:embed="rId4"/>
          <a:srcRect l="78" t="24873" r="3832" b="28794"/>
          <a:stretch>
            <a:fillRect/>
          </a:stretch>
        </p:blipFill>
        <p:spPr>
          <a:xfrm>
            <a:off x="1188619" y="2484150"/>
            <a:ext cx="17021607" cy="2791685"/>
          </a:xfrm>
          <a:prstGeom prst="rect">
            <a:avLst/>
          </a:prstGeom>
        </p:spPr>
      </p:pic>
      <p:sp>
        <p:nvSpPr>
          <p:cNvPr id="29" name="矢印: 下 28">
            <a:extLst>
              <a:ext uri="{FF2B5EF4-FFF2-40B4-BE49-F238E27FC236}">
                <a16:creationId xmlns:a16="http://schemas.microsoft.com/office/drawing/2014/main" id="{EDE85E2D-20D3-43D9-2E0E-6709AA41FA6F}"/>
              </a:ext>
            </a:extLst>
          </p:cNvPr>
          <p:cNvSpPr/>
          <p:nvPr/>
        </p:nvSpPr>
        <p:spPr>
          <a:xfrm rot="16200000">
            <a:off x="11640405" y="6634431"/>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0" name="図 29">
            <a:extLst>
              <a:ext uri="{FF2B5EF4-FFF2-40B4-BE49-F238E27FC236}">
                <a16:creationId xmlns:a16="http://schemas.microsoft.com/office/drawing/2014/main" id="{11616689-B303-A17F-E036-C440AD9DE808}"/>
              </a:ext>
            </a:extLst>
          </p:cNvPr>
          <p:cNvPicPr>
            <a:picLocks noChangeAspect="1"/>
          </p:cNvPicPr>
          <p:nvPr/>
        </p:nvPicPr>
        <p:blipFill>
          <a:blip r:embed="rId5"/>
          <a:stretch>
            <a:fillRect/>
          </a:stretch>
        </p:blipFill>
        <p:spPr>
          <a:xfrm>
            <a:off x="13182600" y="6590419"/>
            <a:ext cx="4896678" cy="773827"/>
          </a:xfrm>
          <a:prstGeom prst="rect">
            <a:avLst/>
          </a:prstGeom>
        </p:spPr>
      </p:pic>
      <p:sp>
        <p:nvSpPr>
          <p:cNvPr id="33" name="TextBox 24">
            <a:extLst>
              <a:ext uri="{FF2B5EF4-FFF2-40B4-BE49-F238E27FC236}">
                <a16:creationId xmlns:a16="http://schemas.microsoft.com/office/drawing/2014/main" id="{83B4280A-B351-87C4-68B6-8C3CD3F92431}"/>
              </a:ext>
            </a:extLst>
          </p:cNvPr>
          <p:cNvSpPr txBox="1"/>
          <p:nvPr/>
        </p:nvSpPr>
        <p:spPr>
          <a:xfrm>
            <a:off x="1981200" y="6445171"/>
            <a:ext cx="9493732"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重要な</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 ×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予測に効いた</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接続</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単純に掛け算しているだけ</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4298802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E449A-54B4-7F02-643E-F639BC3DAD7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E74157C-3209-8C89-2818-EA29341DF71D}"/>
              </a:ext>
            </a:extLst>
          </p:cNvPr>
          <p:cNvSpPr>
            <a:spLocks noGrp="1"/>
          </p:cNvSpPr>
          <p:nvPr>
            <p:ph type="sldNum" sz="quarter" idx="12"/>
          </p:nvPr>
        </p:nvSpPr>
        <p:spPr/>
        <p:txBody>
          <a:bodyPr/>
          <a:lstStyle/>
          <a:p>
            <a:fld id="{B6F15528-21DE-4FAA-801E-634DDDAF4B2B}" type="slidenum">
              <a:rPr lang="en-US" smtClean="0"/>
              <a:pPr/>
              <a:t>15</a:t>
            </a:fld>
            <a:endParaRPr lang="en-US"/>
          </a:p>
        </p:txBody>
      </p:sp>
      <p:grpSp>
        <p:nvGrpSpPr>
          <p:cNvPr id="10" name="グループ化 9">
            <a:extLst>
              <a:ext uri="{FF2B5EF4-FFF2-40B4-BE49-F238E27FC236}">
                <a16:creationId xmlns:a16="http://schemas.microsoft.com/office/drawing/2014/main" id="{3A9AF2B3-B8D6-40DD-6EA0-EA12D9042CC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BCA74FD-F0A0-1690-0373-76D72207233E}"/>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CA1B7237-CF7E-D5A4-DFF1-C4EB29F4CD92}"/>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C987468D-2DD2-D12A-C52E-056CBCA0F82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AC16311E-49E2-B839-9AF7-1B90BC6F4E34}"/>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93B5969-F4B1-DF36-EF55-AFEC4663D70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BFC91E60-6E70-2F8E-EAA2-F4B8B6D5F34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BF3D5F1-475A-40BE-F5C7-0EE2FD0552B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D7FFDC20-D5BA-2FFA-C5E3-88321DDC995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8A3CBD6F-B0A7-35ED-BC41-4A370E54BEE9}"/>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3DE2C6B-B0DB-B748-D4B3-C74F2998C77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378CAB9F-9DDA-BA82-963D-D79799539F7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E9174D01-1F82-4FBF-045D-74AD90D1F5AC}"/>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A5FB53AB-61F3-99F9-D9D9-5F006FEABC3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0497A1-1D45-50B8-ADC5-BAF67A4D8C0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4CDFCBD-BB1C-EC18-595F-1FB7BEC6A38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15</a:t>
            </a:fld>
            <a:endParaRPr lang="en-US" sz="2400" dirty="0"/>
          </a:p>
        </p:txBody>
      </p:sp>
      <p:sp>
        <p:nvSpPr>
          <p:cNvPr id="3" name="TextBox 24">
            <a:extLst>
              <a:ext uri="{FF2B5EF4-FFF2-40B4-BE49-F238E27FC236}">
                <a16:creationId xmlns:a16="http://schemas.microsoft.com/office/drawing/2014/main" id="{DE79D568-0685-D28B-61E7-804F385AEFC9}"/>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Step4</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Rollout</a:t>
            </a:r>
            <a:r>
              <a:rPr lang="ja-JP" altLang="en-US" sz="4000" dirty="0">
                <a:solidFill>
                  <a:srgbClr val="292B2B"/>
                </a:solidFill>
                <a:latin typeface="Source Han Sans JP Medium"/>
                <a:ea typeface="Source Han Sans JP Medium"/>
                <a:cs typeface="Source Han Sans JP Medium"/>
                <a:sym typeface="Source Han Sans JP Medium"/>
              </a:rPr>
              <a:t>と正負寄与</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7884B9C6-1629-69D1-6EAF-8141B2CE9E30}"/>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各層の融合行列を掛け合わせ，最終的な</a:t>
            </a:r>
            <a:r>
              <a:rPr lang="en-US" altLang="ja-JP" sz="3200" dirty="0">
                <a:latin typeface="Source Han Sans JP Medium"/>
                <a:ea typeface="Source Han Sans JP Medium"/>
                <a:cs typeface="Source Han Sans JP Medium"/>
                <a:sym typeface="Source Han Sans JP Medium"/>
              </a:rPr>
              <a:t>Context-Aware attribution map</a:t>
            </a:r>
            <a:r>
              <a:rPr lang="ja-JP" altLang="en-US" sz="3200" dirty="0">
                <a:latin typeface="Source Han Sans JP Medium"/>
                <a:ea typeface="Source Han Sans JP Medium"/>
                <a:cs typeface="Source Han Sans JP Medium"/>
                <a:sym typeface="Source Han Sans JP Medium"/>
              </a:rPr>
              <a:t>を作る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CA8D193D-3488-B51D-A078-64B048FCC300}"/>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8D185237-A2E0-4DE0-0F20-1EEB859CD794}"/>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032A2F72-269B-4DE0-581E-F0E180A91D35}"/>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pic>
        <p:nvPicPr>
          <p:cNvPr id="6" name="図 5">
            <a:extLst>
              <a:ext uri="{FF2B5EF4-FFF2-40B4-BE49-F238E27FC236}">
                <a16:creationId xmlns:a16="http://schemas.microsoft.com/office/drawing/2014/main" id="{575BBE2C-0154-E22F-6A5E-8AD1C9E2C436}"/>
              </a:ext>
            </a:extLst>
          </p:cNvPr>
          <p:cNvPicPr>
            <a:picLocks noChangeAspect="1"/>
          </p:cNvPicPr>
          <p:nvPr/>
        </p:nvPicPr>
        <p:blipFill>
          <a:blip r:embed="rId4"/>
          <a:stretch>
            <a:fillRect/>
          </a:stretch>
        </p:blipFill>
        <p:spPr>
          <a:xfrm>
            <a:off x="11678479" y="7826350"/>
            <a:ext cx="6400799" cy="2177142"/>
          </a:xfrm>
          <a:prstGeom prst="rect">
            <a:avLst/>
          </a:prstGeom>
        </p:spPr>
      </p:pic>
      <p:sp>
        <p:nvSpPr>
          <p:cNvPr id="27" name="正方形/長方形 26">
            <a:extLst>
              <a:ext uri="{FF2B5EF4-FFF2-40B4-BE49-F238E27FC236}">
                <a16:creationId xmlns:a16="http://schemas.microsoft.com/office/drawing/2014/main" id="{B6A42614-BE28-2832-378E-A0D39FD041C8}"/>
              </a:ext>
            </a:extLst>
          </p:cNvPr>
          <p:cNvSpPr/>
          <p:nvPr/>
        </p:nvSpPr>
        <p:spPr>
          <a:xfrm>
            <a:off x="11526081" y="9185929"/>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5EAF52A8-209E-31AD-E6FF-CC76AF48AEFF}"/>
              </a:ext>
            </a:extLst>
          </p:cNvPr>
          <p:cNvPicPr>
            <a:picLocks noChangeAspect="1"/>
          </p:cNvPicPr>
          <p:nvPr/>
        </p:nvPicPr>
        <p:blipFill>
          <a:blip r:embed="rId4"/>
          <a:srcRect l="-3871" t="49918" r="4342" b="13948"/>
          <a:stretch>
            <a:fillRect/>
          </a:stretch>
        </p:blipFill>
        <p:spPr>
          <a:xfrm>
            <a:off x="538648" y="2798499"/>
            <a:ext cx="17631095" cy="2177143"/>
          </a:xfrm>
          <a:prstGeom prst="rect">
            <a:avLst/>
          </a:prstGeom>
        </p:spPr>
      </p:pic>
      <p:sp>
        <p:nvSpPr>
          <p:cNvPr id="29" name="矢印: 下 28">
            <a:extLst>
              <a:ext uri="{FF2B5EF4-FFF2-40B4-BE49-F238E27FC236}">
                <a16:creationId xmlns:a16="http://schemas.microsoft.com/office/drawing/2014/main" id="{9C69527E-F8CF-A44D-ADCB-8561C1699D64}"/>
              </a:ext>
            </a:extLst>
          </p:cNvPr>
          <p:cNvSpPr/>
          <p:nvPr/>
        </p:nvSpPr>
        <p:spPr>
          <a:xfrm rot="16200000">
            <a:off x="11885416" y="6714350"/>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TextBox 24">
            <a:extLst>
              <a:ext uri="{FF2B5EF4-FFF2-40B4-BE49-F238E27FC236}">
                <a16:creationId xmlns:a16="http://schemas.microsoft.com/office/drawing/2014/main" id="{9E3F5A44-5919-3B12-D4FF-406A23A036BE}"/>
              </a:ext>
            </a:extLst>
          </p:cNvPr>
          <p:cNvSpPr txBox="1"/>
          <p:nvPr/>
        </p:nvSpPr>
        <p:spPr>
          <a:xfrm>
            <a:off x="1981200" y="6445171"/>
            <a:ext cx="9493732" cy="3152210"/>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各層で得られた行列同士を掛け合わせ，入力</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の影響がどう最終出力へ伝わるかを見る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最終マップは正と負に分解できる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正：予測を指示</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不：予測を弱める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26" name="図 25">
            <a:extLst>
              <a:ext uri="{FF2B5EF4-FFF2-40B4-BE49-F238E27FC236}">
                <a16:creationId xmlns:a16="http://schemas.microsoft.com/office/drawing/2014/main" id="{5BA73E98-9B97-7E08-77C3-6432E695502C}"/>
              </a:ext>
            </a:extLst>
          </p:cNvPr>
          <p:cNvPicPr>
            <a:picLocks noChangeAspect="1"/>
          </p:cNvPicPr>
          <p:nvPr/>
        </p:nvPicPr>
        <p:blipFill>
          <a:blip r:embed="rId5"/>
          <a:stretch>
            <a:fillRect/>
          </a:stretch>
        </p:blipFill>
        <p:spPr>
          <a:xfrm>
            <a:off x="13178274" y="6629384"/>
            <a:ext cx="4910943" cy="782380"/>
          </a:xfrm>
          <a:prstGeom prst="rect">
            <a:avLst/>
          </a:prstGeom>
        </p:spPr>
      </p:pic>
    </p:spTree>
    <p:extLst>
      <p:ext uri="{BB962C8B-B14F-4D97-AF65-F5344CB8AC3E}">
        <p14:creationId xmlns:p14="http://schemas.microsoft.com/office/powerpoint/2010/main" val="3934278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47D00-CF30-7C4D-93DF-04A42DAA545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8D3DB1D6-3F66-FE97-47B3-EB0774EFC503}"/>
              </a:ext>
            </a:extLst>
          </p:cNvPr>
          <p:cNvSpPr>
            <a:spLocks noGrp="1"/>
          </p:cNvSpPr>
          <p:nvPr>
            <p:ph type="sldNum" sz="quarter" idx="12"/>
          </p:nvPr>
        </p:nvSpPr>
        <p:spPr/>
        <p:txBody>
          <a:bodyPr/>
          <a:lstStyle/>
          <a:p>
            <a:fld id="{B6F15528-21DE-4FAA-801E-634DDDAF4B2B}" type="slidenum">
              <a:rPr lang="en-US" smtClean="0"/>
              <a:pPr/>
              <a:t>16</a:t>
            </a:fld>
            <a:endParaRPr lang="en-US"/>
          </a:p>
        </p:txBody>
      </p:sp>
      <p:grpSp>
        <p:nvGrpSpPr>
          <p:cNvPr id="10" name="グループ化 9">
            <a:extLst>
              <a:ext uri="{FF2B5EF4-FFF2-40B4-BE49-F238E27FC236}">
                <a16:creationId xmlns:a16="http://schemas.microsoft.com/office/drawing/2014/main" id="{9C4D3DA8-3B16-EF77-9AAD-8960F40264A6}"/>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9768B23-7BFF-A71D-1EB1-A58013CC765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08F20DAD-011C-1A3E-4551-C73BDF201549}"/>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8C6E67A-5C02-FBF2-659B-AE4893132A8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FD803218-B78B-E18F-CABF-85E3F52F191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5D6DF33-A5CD-6E3F-2C35-2D069EA269AA}"/>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F3E74A9-C011-BE71-FB5A-E291AD9D31D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145A0A4-BF0C-DB7B-38CE-7B5C013576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09898D5-54DC-F81C-7283-8FFAAE3E6A1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1D7E06A9-051A-69BA-3496-339764B6F07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FA8465D1-2D4A-86C2-CBF3-A19561F85F4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2EC8E3C-DDCA-56BC-95A2-35AE202B13D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4D8252B0-84B9-1596-BDD1-712F5EF97898}"/>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BEEAAEC-D5F2-1B10-9CFE-295D3E1A805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3B815B-5CF9-958F-CD95-785DA52F84B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887C6D1D-7A44-F6B9-537D-05828AB1B3D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16</a:t>
            </a:fld>
            <a:endParaRPr lang="en-US" sz="2400" dirty="0"/>
          </a:p>
        </p:txBody>
      </p:sp>
      <p:sp>
        <p:nvSpPr>
          <p:cNvPr id="3" name="TextBox 24">
            <a:extLst>
              <a:ext uri="{FF2B5EF4-FFF2-40B4-BE49-F238E27FC236}">
                <a16:creationId xmlns:a16="http://schemas.microsoft.com/office/drawing/2014/main" id="{19A5203F-CD87-6AB6-2182-3432D038FD6C}"/>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Step4</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Rollout</a:t>
            </a:r>
            <a:r>
              <a:rPr lang="ja-JP" altLang="en-US" sz="4000" dirty="0">
                <a:solidFill>
                  <a:srgbClr val="292B2B"/>
                </a:solidFill>
                <a:latin typeface="Source Han Sans JP Medium"/>
                <a:ea typeface="Source Han Sans JP Medium"/>
                <a:cs typeface="Source Han Sans JP Medium"/>
                <a:sym typeface="Source Han Sans JP Medium"/>
              </a:rPr>
              <a:t>と正負寄与</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D20864CC-F120-4DBC-579F-7960CA54EA3E}"/>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各層の融合行列を掛け合わせ，最終的な</a:t>
            </a:r>
            <a:r>
              <a:rPr lang="en-US" altLang="ja-JP" sz="3200" dirty="0">
                <a:latin typeface="Source Han Sans JP Medium"/>
                <a:ea typeface="Source Han Sans JP Medium"/>
                <a:cs typeface="Source Han Sans JP Medium"/>
                <a:sym typeface="Source Han Sans JP Medium"/>
              </a:rPr>
              <a:t>Context-Aware attribution map</a:t>
            </a:r>
            <a:r>
              <a:rPr lang="ja-JP" altLang="en-US" sz="3200" dirty="0">
                <a:latin typeface="Source Han Sans JP Medium"/>
                <a:ea typeface="Source Han Sans JP Medium"/>
                <a:cs typeface="Source Han Sans JP Medium"/>
                <a:sym typeface="Source Han Sans JP Medium"/>
              </a:rPr>
              <a:t>を作る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95FF2A14-A57D-A091-9576-7D022F09864E}"/>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CC212FE3-1240-2AC6-E59A-D7D38CA20CBC}"/>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C36463C9-AC12-CED5-EF8D-68D4D6E0CFBC}"/>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pic>
        <p:nvPicPr>
          <p:cNvPr id="6" name="図 5">
            <a:extLst>
              <a:ext uri="{FF2B5EF4-FFF2-40B4-BE49-F238E27FC236}">
                <a16:creationId xmlns:a16="http://schemas.microsoft.com/office/drawing/2014/main" id="{6E14E951-3BD5-E8A6-052C-F0F512151343}"/>
              </a:ext>
            </a:extLst>
          </p:cNvPr>
          <p:cNvPicPr>
            <a:picLocks noChangeAspect="1"/>
          </p:cNvPicPr>
          <p:nvPr/>
        </p:nvPicPr>
        <p:blipFill>
          <a:blip r:embed="rId4"/>
          <a:stretch>
            <a:fillRect/>
          </a:stretch>
        </p:blipFill>
        <p:spPr>
          <a:xfrm>
            <a:off x="11678479" y="7826350"/>
            <a:ext cx="6400799" cy="2177142"/>
          </a:xfrm>
          <a:prstGeom prst="rect">
            <a:avLst/>
          </a:prstGeom>
        </p:spPr>
      </p:pic>
      <p:sp>
        <p:nvSpPr>
          <p:cNvPr id="27" name="正方形/長方形 26">
            <a:extLst>
              <a:ext uri="{FF2B5EF4-FFF2-40B4-BE49-F238E27FC236}">
                <a16:creationId xmlns:a16="http://schemas.microsoft.com/office/drawing/2014/main" id="{4A3822E3-2759-EF2F-05F2-A0071BF4BED4}"/>
              </a:ext>
            </a:extLst>
          </p:cNvPr>
          <p:cNvSpPr/>
          <p:nvPr/>
        </p:nvSpPr>
        <p:spPr>
          <a:xfrm>
            <a:off x="11526081" y="9185929"/>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AF308809-CD09-6AD3-5201-BB7B5BECEB22}"/>
              </a:ext>
            </a:extLst>
          </p:cNvPr>
          <p:cNvPicPr>
            <a:picLocks noChangeAspect="1"/>
          </p:cNvPicPr>
          <p:nvPr/>
        </p:nvPicPr>
        <p:blipFill>
          <a:blip r:embed="rId4"/>
          <a:srcRect l="-3871" t="49918" r="4342" b="13948"/>
          <a:stretch>
            <a:fillRect/>
          </a:stretch>
        </p:blipFill>
        <p:spPr>
          <a:xfrm>
            <a:off x="538648" y="2798499"/>
            <a:ext cx="17631095" cy="2177143"/>
          </a:xfrm>
          <a:prstGeom prst="rect">
            <a:avLst/>
          </a:prstGeom>
        </p:spPr>
      </p:pic>
      <p:sp>
        <p:nvSpPr>
          <p:cNvPr id="29" name="矢印: 下 28">
            <a:extLst>
              <a:ext uri="{FF2B5EF4-FFF2-40B4-BE49-F238E27FC236}">
                <a16:creationId xmlns:a16="http://schemas.microsoft.com/office/drawing/2014/main" id="{C0804257-7201-A3AE-9A7B-7D5F70F00895}"/>
              </a:ext>
            </a:extLst>
          </p:cNvPr>
          <p:cNvSpPr/>
          <p:nvPr/>
        </p:nvSpPr>
        <p:spPr>
          <a:xfrm rot="16200000">
            <a:off x="11885416" y="6714350"/>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TextBox 24">
            <a:extLst>
              <a:ext uri="{FF2B5EF4-FFF2-40B4-BE49-F238E27FC236}">
                <a16:creationId xmlns:a16="http://schemas.microsoft.com/office/drawing/2014/main" id="{3DF734B6-79B7-9676-F377-8CD6F0D83A55}"/>
              </a:ext>
            </a:extLst>
          </p:cNvPr>
          <p:cNvSpPr txBox="1"/>
          <p:nvPr/>
        </p:nvSpPr>
        <p:spPr>
          <a:xfrm>
            <a:off x="1981200" y="6445171"/>
            <a:ext cx="9493732" cy="3793411"/>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各層で得られた行列同士を掛け合わせ，入力</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の影響がどう最終出力へ伝わるかを見る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最終マップは正と負に分解できる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正：予測を指示</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不：予測を弱める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26" name="図 25">
            <a:extLst>
              <a:ext uri="{FF2B5EF4-FFF2-40B4-BE49-F238E27FC236}">
                <a16:creationId xmlns:a16="http://schemas.microsoft.com/office/drawing/2014/main" id="{FDE25DA6-C0DF-3147-6677-10EA84709AB6}"/>
              </a:ext>
            </a:extLst>
          </p:cNvPr>
          <p:cNvPicPr>
            <a:picLocks noChangeAspect="1"/>
          </p:cNvPicPr>
          <p:nvPr/>
        </p:nvPicPr>
        <p:blipFill>
          <a:blip r:embed="rId5"/>
          <a:stretch>
            <a:fillRect/>
          </a:stretch>
        </p:blipFill>
        <p:spPr>
          <a:xfrm>
            <a:off x="13178274" y="6629384"/>
            <a:ext cx="4910943" cy="782380"/>
          </a:xfrm>
          <a:prstGeom prst="rect">
            <a:avLst/>
          </a:prstGeom>
        </p:spPr>
      </p:pic>
      <p:pic>
        <p:nvPicPr>
          <p:cNvPr id="32" name="図 31">
            <a:extLst>
              <a:ext uri="{FF2B5EF4-FFF2-40B4-BE49-F238E27FC236}">
                <a16:creationId xmlns:a16="http://schemas.microsoft.com/office/drawing/2014/main" id="{9645288F-0EE4-44E7-9B5C-6C75BCE8E3A3}"/>
              </a:ext>
            </a:extLst>
          </p:cNvPr>
          <p:cNvPicPr>
            <a:picLocks noChangeAspect="1"/>
          </p:cNvPicPr>
          <p:nvPr/>
        </p:nvPicPr>
        <p:blipFill>
          <a:blip r:embed="rId6"/>
          <a:stretch>
            <a:fillRect/>
          </a:stretch>
        </p:blipFill>
        <p:spPr>
          <a:xfrm>
            <a:off x="228600" y="1134378"/>
            <a:ext cx="18024317" cy="4276358"/>
          </a:xfrm>
          <a:prstGeom prst="rect">
            <a:avLst/>
          </a:prstGeom>
        </p:spPr>
      </p:pic>
    </p:spTree>
    <p:extLst>
      <p:ext uri="{BB962C8B-B14F-4D97-AF65-F5344CB8AC3E}">
        <p14:creationId xmlns:p14="http://schemas.microsoft.com/office/powerpoint/2010/main" val="73916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C9B76-985E-9AA9-0AB6-5A626AB719A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BEC1C7A-0D99-B06C-4768-4380F02B4959}"/>
              </a:ext>
            </a:extLst>
          </p:cNvPr>
          <p:cNvSpPr>
            <a:spLocks noGrp="1"/>
          </p:cNvSpPr>
          <p:nvPr>
            <p:ph type="sldNum" sz="quarter" idx="12"/>
          </p:nvPr>
        </p:nvSpPr>
        <p:spPr/>
        <p:txBody>
          <a:bodyPr/>
          <a:lstStyle/>
          <a:p>
            <a:fld id="{B6F15528-21DE-4FAA-801E-634DDDAF4B2B}" type="slidenum">
              <a:rPr lang="en-US" smtClean="0"/>
              <a:pPr/>
              <a:t>17</a:t>
            </a:fld>
            <a:endParaRPr lang="en-US"/>
          </a:p>
        </p:txBody>
      </p:sp>
      <p:grpSp>
        <p:nvGrpSpPr>
          <p:cNvPr id="10" name="グループ化 9">
            <a:extLst>
              <a:ext uri="{FF2B5EF4-FFF2-40B4-BE49-F238E27FC236}">
                <a16:creationId xmlns:a16="http://schemas.microsoft.com/office/drawing/2014/main" id="{CCA04927-CF76-F0C0-51A1-30FA7655FA00}"/>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C6C5E6C-7CC1-968E-ABAE-822FA636DD08}"/>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9375D562-DBEB-0B8F-12C4-8BFE4A92B58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2014F671-4360-49C6-1ABA-C91EC354E51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B3358A9-C01F-BF9B-D63C-25B3E27D0C5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71C312D-4729-D19F-BA69-3582473B84FE}"/>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0DB8567-604B-5C42-AD62-B8F0563D448E}"/>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A357F2-495B-C979-15D2-6B812FC5B63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98492013-C433-95BD-63A9-23FB934A1A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479774B-E0DF-015F-C53E-288425E259CD}"/>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8D52E6D7-C907-4A0C-C6E9-FA16366EF3F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B88CE565-C149-BCD9-25D7-2FEEF0D3D93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BC18B75-5C63-8EA0-C2CD-4AA0FF36F207}"/>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D1E8A12F-CFE9-0441-6B95-0DC096AC0B1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6DF964A-35A4-8E97-7167-E4403609AF2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9DD5DDB-B9CB-C37F-932D-0305D7BE5BC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17</a:t>
            </a:fld>
            <a:endParaRPr lang="en-US" sz="2400" dirty="0"/>
          </a:p>
        </p:txBody>
      </p:sp>
      <p:sp>
        <p:nvSpPr>
          <p:cNvPr id="3" name="TextBox 24">
            <a:extLst>
              <a:ext uri="{FF2B5EF4-FFF2-40B4-BE49-F238E27FC236}">
                <a16:creationId xmlns:a16="http://schemas.microsoft.com/office/drawing/2014/main" id="{08ED5234-0177-85AC-C2B4-93A061664757}"/>
              </a:ext>
            </a:extLst>
          </p:cNvPr>
          <p:cNvSpPr txBox="1"/>
          <p:nvPr/>
        </p:nvSpPr>
        <p:spPr>
          <a:xfrm>
            <a:off x="1806795" y="305043"/>
            <a:ext cx="6414481"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実験設定値</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879BC0AE-5290-3F86-BF5B-32D4A6082E4C}"/>
              </a:ext>
            </a:extLst>
          </p:cNvPr>
          <p:cNvSpPr txBox="1"/>
          <p:nvPr/>
        </p:nvSpPr>
        <p:spPr>
          <a:xfrm>
            <a:off x="1606806" y="1453959"/>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NLP</a:t>
            </a:r>
            <a:r>
              <a:rPr lang="ja-JP" altLang="en-US" sz="3200" dirty="0">
                <a:latin typeface="Source Han Sans JP Medium"/>
                <a:ea typeface="Source Han Sans JP Medium"/>
                <a:cs typeface="Source Han Sans JP Medium"/>
                <a:sym typeface="Source Han Sans JP Medium"/>
              </a:rPr>
              <a:t>と画像分離の両方で，</a:t>
            </a: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を既存</a:t>
            </a:r>
            <a:r>
              <a:rPr lang="en-US" altLang="ja-JP" sz="3200" dirty="0">
                <a:latin typeface="Source Han Sans JP Medium"/>
                <a:ea typeface="Source Han Sans JP Medium"/>
                <a:cs typeface="Source Han Sans JP Medium"/>
                <a:sym typeface="Source Han Sans JP Medium"/>
              </a:rPr>
              <a:t>XAI</a:t>
            </a:r>
            <a:r>
              <a:rPr lang="ja-JP" altLang="en-US" sz="3200" dirty="0">
                <a:latin typeface="Source Han Sans JP Medium"/>
                <a:ea typeface="Source Han Sans JP Medium"/>
                <a:cs typeface="Source Han Sans JP Medium"/>
                <a:sym typeface="Source Han Sans JP Medium"/>
              </a:rPr>
              <a:t>手法と比較する</a:t>
            </a:r>
            <a:endParaRPr lang="en-US" altLang="ja-JP" sz="3200" dirty="0">
              <a:latin typeface="Source Han Sans JP Medium"/>
              <a:ea typeface="Source Han Sans JP Medium"/>
              <a:cs typeface="Source Han Sans JP Medium"/>
              <a:sym typeface="Source Han Sans JP Medium"/>
            </a:endParaRPr>
          </a:p>
        </p:txBody>
      </p:sp>
      <p:graphicFrame>
        <p:nvGraphicFramePr>
          <p:cNvPr id="4" name="表 3">
            <a:extLst>
              <a:ext uri="{FF2B5EF4-FFF2-40B4-BE49-F238E27FC236}">
                <a16:creationId xmlns:a16="http://schemas.microsoft.com/office/drawing/2014/main" id="{C39F5A55-AFDE-9013-53D4-3F0D15C0C391}"/>
              </a:ext>
            </a:extLst>
          </p:cNvPr>
          <p:cNvGraphicFramePr>
            <a:graphicFrameLocks noGrp="1"/>
          </p:cNvGraphicFramePr>
          <p:nvPr>
            <p:extLst>
              <p:ext uri="{D42A27DB-BD31-4B8C-83A1-F6EECF244321}">
                <p14:modId xmlns:p14="http://schemas.microsoft.com/office/powerpoint/2010/main" val="1190798670"/>
              </p:ext>
            </p:extLst>
          </p:nvPr>
        </p:nvGraphicFramePr>
        <p:xfrm>
          <a:off x="1409701" y="2171700"/>
          <a:ext cx="16015724" cy="5344360"/>
        </p:xfrm>
        <a:graphic>
          <a:graphicData uri="http://schemas.openxmlformats.org/drawingml/2006/table">
            <a:tbl>
              <a:tblPr firstRow="1" bandRow="1">
                <a:tableStyleId>{5940675A-B579-460E-94D1-54222C63F5DA}</a:tableStyleId>
              </a:tblPr>
              <a:tblGrid>
                <a:gridCol w="3657600">
                  <a:extLst>
                    <a:ext uri="{9D8B030D-6E8A-4147-A177-3AD203B41FA5}">
                      <a16:colId xmlns:a16="http://schemas.microsoft.com/office/drawing/2014/main" val="3953687446"/>
                    </a:ext>
                  </a:extLst>
                </a:gridCol>
                <a:gridCol w="6182672">
                  <a:extLst>
                    <a:ext uri="{9D8B030D-6E8A-4147-A177-3AD203B41FA5}">
                      <a16:colId xmlns:a16="http://schemas.microsoft.com/office/drawing/2014/main" val="3910396634"/>
                    </a:ext>
                  </a:extLst>
                </a:gridCol>
                <a:gridCol w="6175452">
                  <a:extLst>
                    <a:ext uri="{9D8B030D-6E8A-4147-A177-3AD203B41FA5}">
                      <a16:colId xmlns:a16="http://schemas.microsoft.com/office/drawing/2014/main" val="2727613667"/>
                    </a:ext>
                  </a:extLst>
                </a:gridCol>
              </a:tblGrid>
              <a:tr h="768372">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分野</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データセット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モデル</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extLst>
                  <a:ext uri="{0D108BD9-81ED-4DB2-BD59-A6C34878D82A}">
                    <a16:rowId xmlns:a16="http://schemas.microsoft.com/office/drawing/2014/main" val="1820924179"/>
                  </a:ext>
                </a:extLst>
              </a:tr>
              <a:tr h="114698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感情分析</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IMDB / Movie Reviews</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BERT</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3966436297"/>
                  </a:ext>
                </a:extLst>
              </a:tr>
              <a:tr h="1143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長文分類</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20 Newsgroups</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BERT</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1396036847"/>
                  </a:ext>
                </a:extLst>
              </a:tr>
              <a:tr h="1143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低リソース言語</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Amharic hate speech</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XLM-R / </a:t>
                      </a:r>
                      <a:r>
                        <a:rPr kumimoji="1" lang="en-US" altLang="ja-JP" sz="3200" b="1" dirty="0" err="1">
                          <a:solidFill>
                            <a:schemeClr val="bg1"/>
                          </a:solidFill>
                          <a:latin typeface="Source Han Sans JP Medium" panose="020B0600070205080204" charset="-128"/>
                          <a:ea typeface="Source Han Sans JP Medium" panose="020B0600070205080204" charset="-128"/>
                        </a:rPr>
                        <a:t>AfroLM</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918216785"/>
                  </a:ext>
                </a:extLst>
              </a:tr>
              <a:tr h="1143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Bold" panose="020B0600070205080204" charset="-128"/>
                          <a:ea typeface="Source Han Sans JP Bold" panose="020B0600070205080204" charset="-128"/>
                        </a:rPr>
                        <a:t>画像分類</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Bold" panose="020B0600070205080204" charset="-128"/>
                          <a:ea typeface="Source Han Sans JP Bold" panose="020B0600070205080204" charset="-128"/>
                        </a:rPr>
                        <a:t>CIFAR-10 / ASIRRA</a:t>
                      </a:r>
                      <a:endParaRPr kumimoji="1" lang="ja-JP" altLang="en-US" sz="3200" b="1" dirty="0">
                        <a:solidFill>
                          <a:schemeClr val="bg1"/>
                        </a:solidFill>
                        <a:latin typeface="Source Han Sans JP Bold" panose="020B0600070205080204" charset="-128"/>
                        <a:ea typeface="Source Han Sans JP Bold"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Bold" panose="020B0600070205080204" charset="-128"/>
                          <a:ea typeface="Source Han Sans JP Bold" panose="020B0600070205080204" charset="-128"/>
                        </a:rPr>
                        <a:t>MAE Vision Transformer</a:t>
                      </a:r>
                      <a:endParaRPr kumimoji="1" lang="ja-JP" altLang="en-US" sz="3200" b="1" dirty="0">
                        <a:solidFill>
                          <a:schemeClr val="bg1"/>
                        </a:solidFill>
                        <a:latin typeface="Source Han Sans JP Bold" panose="020B0600070205080204" charset="-128"/>
                        <a:ea typeface="Source Han Sans JP Bold"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2921955352"/>
                  </a:ext>
                </a:extLst>
              </a:tr>
            </a:tbl>
          </a:graphicData>
        </a:graphic>
      </p:graphicFrame>
      <p:grpSp>
        <p:nvGrpSpPr>
          <p:cNvPr id="6" name="グループ化 5">
            <a:extLst>
              <a:ext uri="{FF2B5EF4-FFF2-40B4-BE49-F238E27FC236}">
                <a16:creationId xmlns:a16="http://schemas.microsoft.com/office/drawing/2014/main" id="{51FA9EAC-C54B-529C-12E3-6521ED911923}"/>
              </a:ext>
            </a:extLst>
          </p:cNvPr>
          <p:cNvGrpSpPr/>
          <p:nvPr/>
        </p:nvGrpSpPr>
        <p:grpSpPr>
          <a:xfrm>
            <a:off x="1384300" y="7715290"/>
            <a:ext cx="7086600" cy="552410"/>
            <a:chOff x="1535808" y="1451163"/>
            <a:chExt cx="8639037" cy="552410"/>
          </a:xfrm>
        </p:grpSpPr>
        <p:sp>
          <p:nvSpPr>
            <p:cNvPr id="8" name="TextBox 26">
              <a:extLst>
                <a:ext uri="{FF2B5EF4-FFF2-40B4-BE49-F238E27FC236}">
                  <a16:creationId xmlns:a16="http://schemas.microsoft.com/office/drawing/2014/main" id="{27499B7F-53C5-9F3B-6D02-281C68415280}"/>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比較手法</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94B43355-27C2-5E8A-418F-962CB6E580BA}"/>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26" name="TextBox 24">
            <a:extLst>
              <a:ext uri="{FF2B5EF4-FFF2-40B4-BE49-F238E27FC236}">
                <a16:creationId xmlns:a16="http://schemas.microsoft.com/office/drawing/2014/main" id="{412D6392-6190-9743-AB5E-1CCC268CF868}"/>
              </a:ext>
            </a:extLst>
          </p:cNvPr>
          <p:cNvSpPr txBox="1"/>
          <p:nvPr/>
        </p:nvSpPr>
        <p:spPr>
          <a:xfrm>
            <a:off x="1927184" y="8264468"/>
            <a:ext cx="15544799" cy="1906548"/>
          </a:xfrm>
          <a:prstGeom prst="rect">
            <a:avLst/>
          </a:prstGeom>
        </p:spPr>
        <p:txBody>
          <a:bodyPr wrap="square" lIns="0" tIns="0" rIns="0" bIns="0" numCol="2" rtlCol="0" anchor="t">
            <a:spAutoFit/>
          </a:bodyPr>
          <a:lstStyle/>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Input × Gradient</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Integrated Gradients</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LRP</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Rollout</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Last</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CA-LIG</a:t>
            </a:r>
          </a:p>
        </p:txBody>
      </p:sp>
    </p:spTree>
    <p:extLst>
      <p:ext uri="{BB962C8B-B14F-4D97-AF65-F5344CB8AC3E}">
        <p14:creationId xmlns:p14="http://schemas.microsoft.com/office/powerpoint/2010/main" val="14981239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523E0-693C-13F2-4D12-BC4073F25902}"/>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027F4519-5428-05A9-7DDC-53560951D60E}"/>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094C272F-1CC9-BEC2-7228-96B3FF53881B}"/>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D23713B2-DDEA-E827-9BB3-5F47B88586C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D6D9FBC5-10B8-FB71-0CF8-A80C95559BB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20A0C3FA-CD61-2101-172C-FD66A8B0CAB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28208141-1A5D-C1D1-A657-8CFFEAD8CE8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182F8F1E-5C36-CDB8-1CFB-E4FFEB6AC508}"/>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7687B30A-6C7A-A6C6-C530-CA1696EF3A1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C1FB8423-67D5-6CF3-E2D5-01B192F4EE5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A8EB9041-7B54-7D7F-7A10-68C82A9714A0}"/>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A6817CB0-0751-8AFE-571D-9157B8B000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2FE1740F-A2F6-681D-464D-5D8B7D8037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E1E6DD2D-D3F6-5C18-1405-D3CE810CE3DE}"/>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FB7977C-286D-62F9-E3FA-917B3F325BA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A474F29D-D7C7-129B-CA56-A326E998CF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E32908F6-5BD3-4C34-5035-397E4992CBD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18</a:t>
            </a:fld>
            <a:endParaRPr lang="en-US" sz="2400" dirty="0">
              <a:solidFill>
                <a:schemeClr val="bg1"/>
              </a:solidFill>
            </a:endParaRPr>
          </a:p>
        </p:txBody>
      </p:sp>
      <p:sp>
        <p:nvSpPr>
          <p:cNvPr id="513" name="TextBox 24">
            <a:extLst>
              <a:ext uri="{FF2B5EF4-FFF2-40B4-BE49-F238E27FC236}">
                <a16:creationId xmlns:a16="http://schemas.microsoft.com/office/drawing/2014/main" id="{860E8E2F-75FB-866D-383B-D8AA7FF726FE}"/>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6E2AF555-67A5-FEDA-771A-CDAEEE6DBCA0}"/>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07B8F09C-2EE2-90F1-9DD9-92A2F8471A1F}"/>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DC954948-0E43-1FBE-EC37-E15DD52C0AB6}"/>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42317560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923CC-92CD-E3D7-DE4F-F976D8E50FC5}"/>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E0C187E-F4DE-79AC-6F44-0D7ADC5875CB}"/>
              </a:ext>
            </a:extLst>
          </p:cNvPr>
          <p:cNvSpPr>
            <a:spLocks noGrp="1"/>
          </p:cNvSpPr>
          <p:nvPr>
            <p:ph type="sldNum" sz="quarter" idx="12"/>
          </p:nvPr>
        </p:nvSpPr>
        <p:spPr/>
        <p:txBody>
          <a:bodyPr/>
          <a:lstStyle/>
          <a:p>
            <a:fld id="{B6F15528-21DE-4FAA-801E-634DDDAF4B2B}" type="slidenum">
              <a:rPr lang="en-US" smtClean="0"/>
              <a:pPr/>
              <a:t>19</a:t>
            </a:fld>
            <a:endParaRPr lang="en-US"/>
          </a:p>
        </p:txBody>
      </p:sp>
      <p:grpSp>
        <p:nvGrpSpPr>
          <p:cNvPr id="10" name="グループ化 9">
            <a:extLst>
              <a:ext uri="{FF2B5EF4-FFF2-40B4-BE49-F238E27FC236}">
                <a16:creationId xmlns:a16="http://schemas.microsoft.com/office/drawing/2014/main" id="{3467EF4E-FD20-9605-1041-6EB36180E9AC}"/>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1DDF56B-41E1-47EC-FC3D-F2DB32D500D3}"/>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D0AF60C4-3E1B-2B12-41C2-BE2FB8EDF0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D3FBDD-AF4A-C364-8AD9-2F73118D35C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9ACD04E-39ED-D3FE-4B58-947898EFDCA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9799362-E248-ACC6-A213-739BAD431B6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EB69E09-B430-ED8C-5C53-39F976849714}"/>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6D5CA655-44B0-F7F9-0B48-3B678B7341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4FB5AA83-19CD-126D-3E53-043EE06514D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0220C8D-B392-350F-E2A4-ED5E507CCD8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AD9D1135-453C-C783-00D6-5100C5D4A85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17CD3E-EF6F-DCFB-0E0E-F968A25DA9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C638C22E-64DF-0FE6-4FAC-A42BBB63AEAF}"/>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0EBEF53-F527-01B1-6405-2E488837F3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704EF96-A5C0-BBBD-2F82-7879FB6D4A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DA0758AE-9CAE-1B50-D0D1-FFDA8EF7F6F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19</a:t>
            </a:fld>
            <a:endParaRPr lang="en-US" sz="2400" dirty="0"/>
          </a:p>
        </p:txBody>
      </p:sp>
      <p:sp>
        <p:nvSpPr>
          <p:cNvPr id="3" name="TextBox 24">
            <a:extLst>
              <a:ext uri="{FF2B5EF4-FFF2-40B4-BE49-F238E27FC236}">
                <a16:creationId xmlns:a16="http://schemas.microsoft.com/office/drawing/2014/main" id="{5EECB152-7FF6-E7FF-4AED-B64C4FB0C9EA}"/>
              </a:ext>
            </a:extLst>
          </p:cNvPr>
          <p:cNvSpPr txBox="1"/>
          <p:nvPr/>
        </p:nvSpPr>
        <p:spPr>
          <a:xfrm>
            <a:off x="1806795" y="305043"/>
            <a:ext cx="9166005" cy="700576"/>
          </a:xfrm>
          <a:prstGeom prst="rect">
            <a:avLst/>
          </a:prstGeom>
        </p:spPr>
        <p:txBody>
          <a:bodyPr wrap="square" lIns="0" tIns="0" rIns="0" bIns="0" rtlCol="0" anchor="t">
            <a:spAutoFit/>
          </a:bodyPr>
          <a:lstStyle/>
          <a:p>
            <a:pPr>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結果①</a:t>
            </a:r>
            <a:r>
              <a:rPr lang="ja-JP" altLang="en-US" sz="4000" dirty="0">
                <a:latin typeface="Source Han Sans JP Medium"/>
                <a:ea typeface="Source Han Sans JP Medium"/>
                <a:cs typeface="Source Han Sans JP Medium"/>
                <a:sym typeface="Source Han Sans JP Medium"/>
              </a:rPr>
              <a:t> ：テキスト分類での説明性能</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35" name="四角形: 角を丸くする 34">
            <a:extLst>
              <a:ext uri="{FF2B5EF4-FFF2-40B4-BE49-F238E27FC236}">
                <a16:creationId xmlns:a16="http://schemas.microsoft.com/office/drawing/2014/main" id="{4E9B6F8F-4409-0CAE-15CC-B110B0D31EE9}"/>
              </a:ext>
            </a:extLst>
          </p:cNvPr>
          <p:cNvSpPr/>
          <p:nvPr/>
        </p:nvSpPr>
        <p:spPr>
          <a:xfrm>
            <a:off x="10570607" y="3282206"/>
            <a:ext cx="7282462" cy="4917012"/>
          </a:xfrm>
          <a:prstGeom prst="roundRect">
            <a:avLst>
              <a:gd name="adj" fmla="val 8457"/>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TextBox 24">
            <a:extLst>
              <a:ext uri="{FF2B5EF4-FFF2-40B4-BE49-F238E27FC236}">
                <a16:creationId xmlns:a16="http://schemas.microsoft.com/office/drawing/2014/main" id="{2AD0E88D-EB32-5444-2C66-41FED6D1ACB3}"/>
              </a:ext>
            </a:extLst>
          </p:cNvPr>
          <p:cNvSpPr txBox="1"/>
          <p:nvPr/>
        </p:nvSpPr>
        <p:spPr>
          <a:xfrm>
            <a:off x="11052966" y="3855817"/>
            <a:ext cx="6451841" cy="4088363"/>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Movie Reviews</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rationale benchmark</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で評価</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指標：</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F1</a:t>
            </a:r>
          </a:p>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CA-LIG / CA-IG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が</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Rollout, IG, LRP</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より高い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人間が重要と判断した後に近い説明が得られた</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6" name="TextBox 26">
            <a:extLst>
              <a:ext uri="{FF2B5EF4-FFF2-40B4-BE49-F238E27FC236}">
                <a16:creationId xmlns:a16="http://schemas.microsoft.com/office/drawing/2014/main" id="{46F98B60-0235-A762-1515-E980046B9D29}"/>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は</a:t>
            </a:r>
            <a:r>
              <a:rPr lang="en-US" altLang="ja-JP" sz="3200" dirty="0">
                <a:latin typeface="Source Han Sans JP Medium"/>
                <a:ea typeface="Source Han Sans JP Medium"/>
                <a:cs typeface="Source Han Sans JP Medium"/>
                <a:sym typeface="Source Han Sans JP Medium"/>
              </a:rPr>
              <a:t>human rationale</a:t>
            </a:r>
            <a:r>
              <a:rPr lang="ja-JP" altLang="en-US" sz="3200" dirty="0">
                <a:latin typeface="Source Han Sans JP Medium"/>
                <a:ea typeface="Source Han Sans JP Medium"/>
                <a:cs typeface="Source Han Sans JP Medium"/>
                <a:sym typeface="Source Han Sans JP Medium"/>
              </a:rPr>
              <a:t>との一致度で既存手法を上回る</a:t>
            </a:r>
            <a:endParaRPr lang="en-US" altLang="ja-JP" sz="3200" dirty="0">
              <a:latin typeface="Source Han Sans JP Medium"/>
              <a:ea typeface="Source Han Sans JP Medium"/>
              <a:cs typeface="Source Han Sans JP Medium"/>
              <a:sym typeface="Source Han Sans JP Medium"/>
            </a:endParaRPr>
          </a:p>
        </p:txBody>
      </p:sp>
      <p:pic>
        <p:nvPicPr>
          <p:cNvPr id="5" name="図 4">
            <a:extLst>
              <a:ext uri="{FF2B5EF4-FFF2-40B4-BE49-F238E27FC236}">
                <a16:creationId xmlns:a16="http://schemas.microsoft.com/office/drawing/2014/main" id="{39320D53-17F5-1C94-E8AE-34A96F0486BE}"/>
              </a:ext>
            </a:extLst>
          </p:cNvPr>
          <p:cNvPicPr>
            <a:picLocks noChangeAspect="1"/>
          </p:cNvPicPr>
          <p:nvPr/>
        </p:nvPicPr>
        <p:blipFill>
          <a:blip r:embed="rId4"/>
          <a:stretch>
            <a:fillRect/>
          </a:stretch>
        </p:blipFill>
        <p:spPr>
          <a:xfrm>
            <a:off x="1447932" y="2555201"/>
            <a:ext cx="8740746" cy="7424935"/>
          </a:xfrm>
          <a:prstGeom prst="rect">
            <a:avLst/>
          </a:prstGeom>
        </p:spPr>
      </p:pic>
    </p:spTree>
    <p:extLst>
      <p:ext uri="{BB962C8B-B14F-4D97-AF65-F5344CB8AC3E}">
        <p14:creationId xmlns:p14="http://schemas.microsoft.com/office/powerpoint/2010/main" val="7769356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F546B-F521-023C-B313-6CA442538F6B}"/>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B4077F7-8F75-EEC3-90B3-BF1C5554AFCC}"/>
              </a:ext>
            </a:extLst>
          </p:cNvPr>
          <p:cNvSpPr>
            <a:spLocks noGrp="1"/>
          </p:cNvSpPr>
          <p:nvPr>
            <p:ph type="sldNum" sz="quarter" idx="12"/>
          </p:nvPr>
        </p:nvSpPr>
        <p:spPr/>
        <p:txBody>
          <a:bodyPr/>
          <a:lstStyle/>
          <a:p>
            <a:fld id="{B6F15528-21DE-4FAA-801E-634DDDAF4B2B}" type="slidenum">
              <a:rPr lang="en-US" smtClean="0"/>
              <a:pPr/>
              <a:t>20</a:t>
            </a:fld>
            <a:endParaRPr lang="en-US"/>
          </a:p>
        </p:txBody>
      </p:sp>
      <p:grpSp>
        <p:nvGrpSpPr>
          <p:cNvPr id="10" name="グループ化 9">
            <a:extLst>
              <a:ext uri="{FF2B5EF4-FFF2-40B4-BE49-F238E27FC236}">
                <a16:creationId xmlns:a16="http://schemas.microsoft.com/office/drawing/2014/main" id="{F1582A94-2708-787D-6EF4-23359B1E1BC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0133119-4501-0931-00B8-19EE0D6F792D}"/>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AFEE2BF-F120-8E42-A48C-3960EDCC2B4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C365473-FDC8-1566-CD25-FB74CDB9064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EEF1B04-AA63-4B24-1E6A-7FE46997100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02B754E3-B7FE-A168-B071-D92F3159C6E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C2D3ED34-6D33-FF4D-D807-857B16540E1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B0E77B-276E-3659-13C9-106EBE0FC93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D3BCF0B-7FA7-01D0-047E-58D8DFEE779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2AB69B6-C2ED-31BC-6C84-1512C6AFB7C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DA298ED-67AA-E6B2-5547-46DC7A45D81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4EAAEB49-7459-76A3-B7FD-615282F290C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3AB2C1C-5192-D1C0-A071-52D5689FA3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9973AB2-B153-A28B-45C2-C31EE85AA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FF7BD949-824A-9812-9C7D-7B34F2C429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E40155E-7726-4812-5822-71B801539AF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20</a:t>
            </a:fld>
            <a:endParaRPr lang="en-US" sz="2400" dirty="0"/>
          </a:p>
        </p:txBody>
      </p:sp>
      <p:sp>
        <p:nvSpPr>
          <p:cNvPr id="3" name="TextBox 24">
            <a:extLst>
              <a:ext uri="{FF2B5EF4-FFF2-40B4-BE49-F238E27FC236}">
                <a16:creationId xmlns:a16="http://schemas.microsoft.com/office/drawing/2014/main" id="{47C59F46-929A-5313-7A47-8A2B5F2DD145}"/>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結果②：画像分類</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6DB342B9-19AE-5210-55C8-A8A36BDE9938}"/>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は対象物の意味的に重要な領域へ集中しやすい</a:t>
            </a:r>
            <a:endParaRPr lang="en-US" altLang="ja-JP" sz="3200" dirty="0">
              <a:latin typeface="Source Han Sans JP Medium"/>
              <a:ea typeface="Source Han Sans JP Medium"/>
              <a:cs typeface="Source Han Sans JP Medium"/>
              <a:sym typeface="Source Han Sans JP Medium"/>
            </a:endParaRPr>
          </a:p>
        </p:txBody>
      </p:sp>
      <p:sp>
        <p:nvSpPr>
          <p:cNvPr id="6" name="四角形: 角を丸くする 5">
            <a:extLst>
              <a:ext uri="{FF2B5EF4-FFF2-40B4-BE49-F238E27FC236}">
                <a16:creationId xmlns:a16="http://schemas.microsoft.com/office/drawing/2014/main" id="{94F52187-2AEF-1DA9-D8E7-ED8B0599250F}"/>
              </a:ext>
            </a:extLst>
          </p:cNvPr>
          <p:cNvSpPr/>
          <p:nvPr/>
        </p:nvSpPr>
        <p:spPr>
          <a:xfrm>
            <a:off x="4595182" y="7872465"/>
            <a:ext cx="9788304" cy="2109492"/>
          </a:xfrm>
          <a:prstGeom prst="roundRect">
            <a:avLst>
              <a:gd name="adj" fmla="val 8457"/>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TextBox 24">
            <a:extLst>
              <a:ext uri="{FF2B5EF4-FFF2-40B4-BE49-F238E27FC236}">
                <a16:creationId xmlns:a16="http://schemas.microsoft.com/office/drawing/2014/main" id="{FC5491CD-94D9-0EF6-17F4-26D8FC5A7980}"/>
              </a:ext>
            </a:extLst>
          </p:cNvPr>
          <p:cNvSpPr txBox="1"/>
          <p:nvPr/>
        </p:nvSpPr>
        <p:spPr>
          <a:xfrm>
            <a:off x="5163287" y="8100208"/>
            <a:ext cx="11179328" cy="1728743"/>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Grad-CAM, LRP, 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と比較</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CA-LIG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は対象物の目・鼻・輪郭などに集中</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背景や無関係領域への拡散が少ない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28" name="図 27">
            <a:extLst>
              <a:ext uri="{FF2B5EF4-FFF2-40B4-BE49-F238E27FC236}">
                <a16:creationId xmlns:a16="http://schemas.microsoft.com/office/drawing/2014/main" id="{2DF550A8-115B-B1B0-1BBA-D1286450C103}"/>
              </a:ext>
            </a:extLst>
          </p:cNvPr>
          <p:cNvPicPr>
            <a:picLocks noChangeAspect="1"/>
          </p:cNvPicPr>
          <p:nvPr/>
        </p:nvPicPr>
        <p:blipFill>
          <a:blip r:embed="rId4"/>
          <a:stretch>
            <a:fillRect/>
          </a:stretch>
        </p:blipFill>
        <p:spPr>
          <a:xfrm>
            <a:off x="2373868" y="2247043"/>
            <a:ext cx="14052914" cy="5277581"/>
          </a:xfrm>
          <a:prstGeom prst="rect">
            <a:avLst/>
          </a:prstGeom>
        </p:spPr>
      </p:pic>
    </p:spTree>
    <p:extLst>
      <p:ext uri="{BB962C8B-B14F-4D97-AF65-F5344CB8AC3E}">
        <p14:creationId xmlns:p14="http://schemas.microsoft.com/office/powerpoint/2010/main" val="25015063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F232A-F653-E492-B2EC-E2AD8275972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A9E00C6-8EC8-B622-3F76-FA849F2B66C0}"/>
              </a:ext>
            </a:extLst>
          </p:cNvPr>
          <p:cNvSpPr>
            <a:spLocks noGrp="1"/>
          </p:cNvSpPr>
          <p:nvPr>
            <p:ph type="sldNum" sz="quarter" idx="12"/>
          </p:nvPr>
        </p:nvSpPr>
        <p:spPr/>
        <p:txBody>
          <a:bodyPr/>
          <a:lstStyle/>
          <a:p>
            <a:fld id="{B6F15528-21DE-4FAA-801E-634DDDAF4B2B}" type="slidenum">
              <a:rPr lang="en-US" smtClean="0"/>
              <a:pPr/>
              <a:t>21</a:t>
            </a:fld>
            <a:endParaRPr lang="en-US"/>
          </a:p>
        </p:txBody>
      </p:sp>
      <p:grpSp>
        <p:nvGrpSpPr>
          <p:cNvPr id="10" name="グループ化 9">
            <a:extLst>
              <a:ext uri="{FF2B5EF4-FFF2-40B4-BE49-F238E27FC236}">
                <a16:creationId xmlns:a16="http://schemas.microsoft.com/office/drawing/2014/main" id="{FFE43D03-CDD9-5680-B615-0B781AAF6CC7}"/>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9883676-3EEE-DC43-F2BF-8AB17E23D8BA}"/>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8E81955-09FB-9414-1AC8-D2EB5FE3E54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CFAB0742-6510-E5AA-74C4-764A5DE59C3C}"/>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A9273F6-01B1-3F1B-5693-641DC5A117F8}"/>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668E250D-C0BA-1C55-1541-8D7C237EBA48}"/>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D81F18E3-4C72-AA1A-2E10-8EF35F734FA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9EFC06FA-8D1F-D0B9-F7C9-9605DE860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5FA3F453-F47A-81AC-C7F7-E4F2A6A2FB7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0D4F8E8-295C-1534-FAD6-062E4E66AED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57D8F30-05CD-DD12-9157-1B3DAB8A7D0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54B69A9-D12B-0696-1C95-04216B9E5B2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46641532-9571-EB03-27C3-97BCEC63B18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C9889AC1-6D87-DF1C-CB67-D9350A714D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45641AB-33C5-9A0C-7AAB-662CE9E72A4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1C53FC28-F6E8-D38C-B641-23954BFC0A3E}"/>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21</a:t>
            </a:fld>
            <a:endParaRPr lang="en-US" sz="2400" dirty="0"/>
          </a:p>
        </p:txBody>
      </p:sp>
      <p:sp>
        <p:nvSpPr>
          <p:cNvPr id="3" name="TextBox 24">
            <a:extLst>
              <a:ext uri="{FF2B5EF4-FFF2-40B4-BE49-F238E27FC236}">
                <a16:creationId xmlns:a16="http://schemas.microsoft.com/office/drawing/2014/main" id="{E7095364-DE72-7560-365C-438AF8E54CA0}"/>
              </a:ext>
            </a:extLst>
          </p:cNvPr>
          <p:cNvSpPr txBox="1"/>
          <p:nvPr/>
        </p:nvSpPr>
        <p:spPr>
          <a:xfrm>
            <a:off x="1806795" y="305043"/>
            <a:ext cx="9120198"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結果③：層ごとの変化と正負寄与</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08AF81C1-A7F8-3CBB-400E-D8E15CED2455}"/>
              </a:ext>
            </a:extLst>
          </p:cNvPr>
          <p:cNvSpPr txBox="1"/>
          <p:nvPr/>
        </p:nvSpPr>
        <p:spPr>
          <a:xfrm>
            <a:off x="1523999" y="1479985"/>
            <a:ext cx="15268369"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は，層ごとの根拠形成と，予測を支持 </a:t>
            </a:r>
            <a:r>
              <a:rPr lang="en-US" altLang="ja-JP" sz="3200" dirty="0">
                <a:latin typeface="Source Han Sans JP Medium"/>
                <a:ea typeface="Source Han Sans JP Medium"/>
                <a:cs typeface="Source Han Sans JP Medium"/>
                <a:sym typeface="Source Han Sans JP Medium"/>
              </a:rPr>
              <a:t>/ </a:t>
            </a:r>
            <a:r>
              <a:rPr lang="ja-JP" altLang="en-US" sz="3200" dirty="0">
                <a:latin typeface="Source Han Sans JP Medium"/>
                <a:ea typeface="Source Han Sans JP Medium"/>
                <a:cs typeface="Source Han Sans JP Medium"/>
                <a:sym typeface="Source Han Sans JP Medium"/>
              </a:rPr>
              <a:t>抑制する寄与を分けて説明できる</a:t>
            </a:r>
            <a:endParaRPr lang="en-US" altLang="ja-JP" sz="3200" dirty="0">
              <a:latin typeface="Source Han Sans JP Medium"/>
              <a:ea typeface="Source Han Sans JP Medium"/>
              <a:cs typeface="Source Han Sans JP Medium"/>
              <a:sym typeface="Source Han Sans JP Medium"/>
            </a:endParaRPr>
          </a:p>
        </p:txBody>
      </p:sp>
      <p:pic>
        <p:nvPicPr>
          <p:cNvPr id="5" name="図 4">
            <a:extLst>
              <a:ext uri="{FF2B5EF4-FFF2-40B4-BE49-F238E27FC236}">
                <a16:creationId xmlns:a16="http://schemas.microsoft.com/office/drawing/2014/main" id="{B5701A18-613E-5B32-4CC6-69963457E51F}"/>
              </a:ext>
            </a:extLst>
          </p:cNvPr>
          <p:cNvPicPr>
            <a:picLocks noChangeAspect="1"/>
          </p:cNvPicPr>
          <p:nvPr/>
        </p:nvPicPr>
        <p:blipFill>
          <a:blip r:embed="rId4"/>
          <a:stretch>
            <a:fillRect/>
          </a:stretch>
        </p:blipFill>
        <p:spPr>
          <a:xfrm>
            <a:off x="1326909" y="2570776"/>
            <a:ext cx="9431362" cy="7411181"/>
          </a:xfrm>
          <a:prstGeom prst="rect">
            <a:avLst/>
          </a:prstGeom>
        </p:spPr>
      </p:pic>
      <p:sp>
        <p:nvSpPr>
          <p:cNvPr id="6" name="四角形: 角を丸くする 5">
            <a:extLst>
              <a:ext uri="{FF2B5EF4-FFF2-40B4-BE49-F238E27FC236}">
                <a16:creationId xmlns:a16="http://schemas.microsoft.com/office/drawing/2014/main" id="{E983E24C-4C55-5830-7571-6B48F354A377}"/>
              </a:ext>
            </a:extLst>
          </p:cNvPr>
          <p:cNvSpPr/>
          <p:nvPr/>
        </p:nvSpPr>
        <p:spPr>
          <a:xfrm>
            <a:off x="11049000" y="3848100"/>
            <a:ext cx="6941907" cy="3753285"/>
          </a:xfrm>
          <a:prstGeom prst="roundRect">
            <a:avLst>
              <a:gd name="adj" fmla="val 8457"/>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TextBox 24">
            <a:extLst>
              <a:ext uri="{FF2B5EF4-FFF2-40B4-BE49-F238E27FC236}">
                <a16:creationId xmlns:a16="http://schemas.microsoft.com/office/drawing/2014/main" id="{23C94D01-6A59-7762-9010-48320E8A13B8}"/>
              </a:ext>
            </a:extLst>
          </p:cNvPr>
          <p:cNvSpPr txBox="1"/>
          <p:nvPr/>
        </p:nvSpPr>
        <p:spPr>
          <a:xfrm>
            <a:off x="11412448" y="4324785"/>
            <a:ext cx="6459548" cy="2908553"/>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浅い層：表面的・局所的特徴</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中間層：文脈的な関係</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深い層：タスク判断に近い特徴</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正の寄与：予測を支持</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負の寄与：予測を弱める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2684837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BAF55-CCF7-4DB6-25BC-2C6B2B9364DF}"/>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E5CD3BE-7DA2-5BAC-194D-4C4B0CC83E1B}"/>
              </a:ext>
            </a:extLst>
          </p:cNvPr>
          <p:cNvSpPr>
            <a:spLocks noGrp="1"/>
          </p:cNvSpPr>
          <p:nvPr>
            <p:ph type="sldNum" sz="quarter" idx="12"/>
          </p:nvPr>
        </p:nvSpPr>
        <p:spPr/>
        <p:txBody>
          <a:bodyPr/>
          <a:lstStyle/>
          <a:p>
            <a:fld id="{B6F15528-21DE-4FAA-801E-634DDDAF4B2B}" type="slidenum">
              <a:rPr lang="en-US" smtClean="0"/>
              <a:pPr/>
              <a:t>22</a:t>
            </a:fld>
            <a:endParaRPr lang="en-US"/>
          </a:p>
        </p:txBody>
      </p:sp>
      <p:grpSp>
        <p:nvGrpSpPr>
          <p:cNvPr id="10" name="グループ化 9">
            <a:extLst>
              <a:ext uri="{FF2B5EF4-FFF2-40B4-BE49-F238E27FC236}">
                <a16:creationId xmlns:a16="http://schemas.microsoft.com/office/drawing/2014/main" id="{6DF0F0ED-6D18-6DEE-316D-D72367E6B4D1}"/>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6FFB105-DA98-9E52-DC55-31EDF096292B}"/>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50DF04B4-31AF-AE7E-542A-A1C0D49876D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E171EEE-9B1A-05DD-3DEC-3529EC08443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73BAE7C-FB9F-D3FC-4EA6-4CBBC4DA4ED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1F02BED-8460-9777-0FB5-B5B0031BD05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BD01264B-C603-102D-FF99-8783146EB3F3}"/>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ACC566B-FC17-4590-869D-F1AACD5BD52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55D75C42-5345-82CE-1557-1D9A002C1C7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B0ADE0C-66F4-0939-89E5-05CA538E8974}"/>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C3EF6E3-F8B7-F025-5F8C-C104756A806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99CC91F-38C7-D6F0-C444-7FCBBB05588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55BA52C-CF6E-8FA9-94A2-428A2E6A6E6B}"/>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990BA7A0-18B0-3EFE-33C2-82AE8A8F2E3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41510A-C79E-91D5-4FB3-6DD93CF6870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6A81A511-BAA4-1256-1201-9AD60CB754B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22</a:t>
            </a:fld>
            <a:endParaRPr lang="en-US" sz="2400" dirty="0"/>
          </a:p>
        </p:txBody>
      </p:sp>
      <p:sp>
        <p:nvSpPr>
          <p:cNvPr id="3" name="TextBox 24">
            <a:extLst>
              <a:ext uri="{FF2B5EF4-FFF2-40B4-BE49-F238E27FC236}">
                <a16:creationId xmlns:a16="http://schemas.microsoft.com/office/drawing/2014/main" id="{9ADEC29E-6A49-5BC4-EA75-FA046144BA8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結論</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8" name="Rectangle 1">
            <a:extLst>
              <a:ext uri="{FF2B5EF4-FFF2-40B4-BE49-F238E27FC236}">
                <a16:creationId xmlns:a16="http://schemas.microsoft.com/office/drawing/2014/main" id="{96AE8F1D-9161-8F3E-3D71-273BB156ECDA}"/>
              </a:ext>
            </a:extLst>
          </p:cNvPr>
          <p:cNvSpPr>
            <a:spLocks noChangeArrowheads="1"/>
          </p:cNvSpPr>
          <p:nvPr/>
        </p:nvSpPr>
        <p:spPr bwMode="auto">
          <a:xfrm>
            <a:off x="2018791" y="2019300"/>
            <a:ext cx="15392397" cy="74749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CA-LIGは，IGを各Transformer層へ拡張し，attention gradientと融合すること</a:t>
            </a:r>
            <a:r>
              <a:rPr lang="ja-JP" altLang="en-US" sz="3600" dirty="0"/>
              <a:t>で，</a:t>
            </a:r>
            <a:r>
              <a:rPr lang="ja-JP" altLang="ja-JP" sz="3600" dirty="0"/>
              <a:t>予測根拠を層・文脈方向に説明する手法である</a:t>
            </a:r>
            <a:endParaRPr lang="en-US" altLang="ja-JP" sz="3600" dirty="0"/>
          </a:p>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自分の研究では，スペクトログラムの時間–周波数領域にIGを適用し，沸騰判定に効いた領域を可視化できる</a:t>
            </a:r>
            <a:endParaRPr lang="en-US" altLang="ja-JP" sz="3600" dirty="0"/>
          </a:p>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正の寄与は「沸騰を強める領域」，負の寄与は「ノイズ・未沸騰的な領域」として解釈できる可能性がある</a:t>
            </a:r>
            <a:endParaRPr lang="en-US" altLang="ja-JP" sz="3600" dirty="0"/>
          </a:p>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まずはAlexNet / Conformerに通常のIGを適用し，ONB近傍の寄与を確認する</a:t>
            </a:r>
            <a:endParaRPr lang="en-US" altLang="ja-JP" sz="3600" dirty="0"/>
          </a:p>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その後，高寄与領域を時間・周波数方向にマスクし，予測が変化するかを検証する</a:t>
            </a:r>
            <a:endParaRPr kumimoji="0" lang="ja-JP" altLang="ja-JP" sz="36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373078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28262</TotalTime>
  <Words>3058</Words>
  <Application>Microsoft Office PowerPoint</Application>
  <PresentationFormat>ユーザー設定</PresentationFormat>
  <Paragraphs>270</Paragraphs>
  <Slides>22</Slides>
  <Notes>17</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22</vt:i4>
      </vt:variant>
    </vt:vector>
  </HeadingPairs>
  <TitlesOfParts>
    <vt:vector size="32" baseType="lpstr">
      <vt:lpstr>Source Han Sans JP</vt:lpstr>
      <vt:lpstr>Now</vt:lpstr>
      <vt:lpstr>Calibri</vt:lpstr>
      <vt:lpstr>Arial</vt:lpstr>
      <vt:lpstr>游ゴシック</vt:lpstr>
      <vt:lpstr>Source Han Sans JP Bold</vt:lpstr>
      <vt:lpstr>Cambria Math</vt:lpstr>
      <vt:lpstr>Wingdings</vt:lpstr>
      <vt:lpstr>Source Han Sans JP Medium</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グリーン ホワイト シンプル 業務改善 提案書 ビジネス グラフ 表 プレゼンテーション</dc:title>
  <dc:creator>shiba</dc:creator>
  <cp:lastModifiedBy>陸 柴崎</cp:lastModifiedBy>
  <cp:revision>107</cp:revision>
  <dcterms:created xsi:type="dcterms:W3CDTF">2006-08-16T00:00:00Z</dcterms:created>
  <dcterms:modified xsi:type="dcterms:W3CDTF">2026-06-04T13:01:36Z</dcterms:modified>
  <dc:identifier>DAGKJCfN4aw</dc:identifier>
</cp:coreProperties>
</file>
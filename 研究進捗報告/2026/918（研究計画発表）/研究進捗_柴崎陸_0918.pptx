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14"/>
  </p:notesMasterIdLst>
  <p:sldIdLst>
    <p:sldId id="454" r:id="rId2"/>
    <p:sldId id="501" r:id="rId3"/>
    <p:sldId id="491" r:id="rId4"/>
    <p:sldId id="493" r:id="rId5"/>
    <p:sldId id="494" r:id="rId6"/>
    <p:sldId id="488" r:id="rId7"/>
    <p:sldId id="495" r:id="rId8"/>
    <p:sldId id="500" r:id="rId9"/>
    <p:sldId id="502" r:id="rId10"/>
    <p:sldId id="503" r:id="rId11"/>
    <p:sldId id="497" r:id="rId12"/>
    <p:sldId id="499" r:id="rId13"/>
  </p:sldIdLst>
  <p:sldSz cx="18288000" cy="10287000"/>
  <p:notesSz cx="6858000" cy="9144000"/>
  <p:embeddedFontLst>
    <p:embeddedFont>
      <p:font typeface="Source Han Sans JP" panose="020B0600070205080204" charset="-128"/>
      <p:regular r:id="rId15"/>
    </p:embeddedFont>
    <p:embeddedFont>
      <p:font typeface="Source Han Sans JP Bold" panose="020B0600070205080204" charset="-128"/>
      <p:regular r:id="rId16"/>
    </p:embeddedFont>
    <p:embeddedFont>
      <p:font typeface="Source Han Sans JP Medium" panose="020B0600070205080204" charset="-128"/>
      <p:regular r:id="rId17"/>
    </p:embeddedFont>
    <p:embeddedFont>
      <p:font typeface="Century Gothic Paneuropean" panose="020B0600070205080204" charset="0"/>
      <p:regular r:id="rId18"/>
    </p:embeddedFont>
    <p:embeddedFont>
      <p:font typeface="游ゴシック" panose="020B0400000000000000" pitchFamily="50" charset="-128"/>
      <p:regular r:id="rId19"/>
      <p:bold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タイトルなしのセクション" id="{4DFD7D12-A81E-460B-B0A9-1B2C599831E7}">
          <p14:sldIdLst>
            <p14:sldId id="454"/>
            <p14:sldId id="501"/>
            <p14:sldId id="491"/>
            <p14:sldId id="493"/>
            <p14:sldId id="494"/>
            <p14:sldId id="488"/>
            <p14:sldId id="495"/>
            <p14:sldId id="500"/>
            <p14:sldId id="502"/>
            <p14:sldId id="503"/>
            <p14:sldId id="497"/>
            <p14:sldId id="49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1F1"/>
    <a:srgbClr val="BED8D7"/>
    <a:srgbClr val="B3D1D0"/>
    <a:srgbClr val="91BDBC"/>
    <a:srgbClr val="61A3A1"/>
    <a:srgbClr val="95C1C0"/>
    <a:srgbClr val="FFFFFF"/>
    <a:srgbClr val="849A9A"/>
    <a:srgbClr val="AACECD"/>
    <a:srgbClr val="ABCD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1DD41C-0630-45D5-9049-54DFDE666A7F}" v="83" dt="2026-05-22T00:42:41.8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 autoAdjust="0"/>
    <p:restoredTop sz="74696" autoAdjust="0"/>
  </p:normalViewPr>
  <p:slideViewPr>
    <p:cSldViewPr>
      <p:cViewPr varScale="1">
        <p:scale>
          <a:sx n="50" d="100"/>
          <a:sy n="50" d="100"/>
        </p:scale>
        <p:origin x="300" y="2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5370"/>
    </p:cViewPr>
  </p:sorterViewPr>
  <p:notesViewPr>
    <p:cSldViewPr>
      <p:cViewPr varScale="1">
        <p:scale>
          <a:sx n="56" d="100"/>
          <a:sy n="56" d="100"/>
        </p:scale>
        <p:origin x="2588" y="5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陸 柴崎" userId="47b6e960b06a1f92" providerId="LiveId" clId="{DFDF2D9E-0FA2-4FD2-962D-E4713059FE82}"/>
    <pc:docChg chg="undo redo custSel addSld delSld modSld sldOrd addSection delSection modSection">
      <pc:chgData name="陸 柴崎" userId="47b6e960b06a1f92" providerId="LiveId" clId="{DFDF2D9E-0FA2-4FD2-962D-E4713059FE82}" dt="2026-05-22T04:22:46.778" v="14765" actId="20577"/>
      <pc:docMkLst>
        <pc:docMk/>
      </pc:docMkLst>
      <pc:sldChg chg="addSp modSp mod modNotesTx">
        <pc:chgData name="陸 柴崎" userId="47b6e960b06a1f92" providerId="LiveId" clId="{DFDF2D9E-0FA2-4FD2-962D-E4713059FE82}" dt="2026-05-22T04:22:46.778" v="14765" actId="20577"/>
        <pc:sldMkLst>
          <pc:docMk/>
          <pc:sldMk cId="0" sldId="256"/>
        </pc:sldMkLst>
        <pc:spChg chg="add mod">
          <ac:chgData name="陸 柴崎" userId="47b6e960b06a1f92" providerId="LiveId" clId="{DFDF2D9E-0FA2-4FD2-962D-E4713059FE82}" dt="2026-05-21T12:19:05.551" v="10644" actId="1076"/>
          <ac:spMkLst>
            <pc:docMk/>
            <pc:sldMk cId="0" sldId="256"/>
            <ac:spMk id="13" creationId="{B2D46370-B0AA-E6EF-7D69-27BC452AE345}"/>
          </ac:spMkLst>
        </pc:spChg>
        <pc:spChg chg="mod">
          <ac:chgData name="陸 柴崎" userId="47b6e960b06a1f92" providerId="LiveId" clId="{DFDF2D9E-0FA2-4FD2-962D-E4713059FE82}" dt="2026-05-21T12:18:59.251" v="10643" actId="1076"/>
          <ac:spMkLst>
            <pc:docMk/>
            <pc:sldMk cId="0" sldId="256"/>
            <ac:spMk id="17" creationId="{00000000-0000-0000-0000-000000000000}"/>
          </ac:spMkLst>
        </pc:spChg>
        <pc:spChg chg="mod">
          <ac:chgData name="陸 柴崎" userId="47b6e960b06a1f92" providerId="LiveId" clId="{DFDF2D9E-0FA2-4FD2-962D-E4713059FE82}" dt="2026-05-21T12:19:13.918" v="10650" actId="20577"/>
          <ac:spMkLst>
            <pc:docMk/>
            <pc:sldMk cId="0" sldId="256"/>
            <ac:spMk id="20" creationId="{00000000-0000-0000-0000-000000000000}"/>
          </ac:spMkLst>
        </pc:spChg>
      </pc:sldChg>
      <pc:sldChg chg="addSp delSp modSp mod">
        <pc:chgData name="陸 柴崎" userId="47b6e960b06a1f92" providerId="LiveId" clId="{DFDF2D9E-0FA2-4FD2-962D-E4713059FE82}" dt="2026-05-21T13:47:46.888" v="13350" actId="478"/>
        <pc:sldMkLst>
          <pc:docMk/>
          <pc:sldMk cId="3350605095" sldId="313"/>
        </pc:sldMkLst>
        <pc:spChg chg="add mod">
          <ac:chgData name="陸 柴崎" userId="47b6e960b06a1f92" providerId="LiveId" clId="{DFDF2D9E-0FA2-4FD2-962D-E4713059FE82}" dt="2026-05-21T13:20:06.761" v="12599" actId="1076"/>
          <ac:spMkLst>
            <pc:docMk/>
            <pc:sldMk cId="3350605095" sldId="313"/>
            <ac:spMk id="2" creationId="{BB09F34A-7AF2-70ED-5253-A1C6878E39F2}"/>
          </ac:spMkLst>
        </pc:spChg>
        <pc:spChg chg="del">
          <ac:chgData name="陸 柴崎" userId="47b6e960b06a1f92" providerId="LiveId" clId="{DFDF2D9E-0FA2-4FD2-962D-E4713059FE82}" dt="2026-05-21T13:18:07.886" v="12396" actId="478"/>
          <ac:spMkLst>
            <pc:docMk/>
            <pc:sldMk cId="3350605095" sldId="313"/>
            <ac:spMk id="3" creationId="{DF602F12-FE81-A4EB-431F-271A5241960F}"/>
          </ac:spMkLst>
        </pc:spChg>
        <pc:spChg chg="add mod">
          <ac:chgData name="陸 柴崎" userId="47b6e960b06a1f92" providerId="LiveId" clId="{DFDF2D9E-0FA2-4FD2-962D-E4713059FE82}" dt="2026-05-21T13:21:10.564" v="12793" actId="20577"/>
          <ac:spMkLst>
            <pc:docMk/>
            <pc:sldMk cId="3350605095" sldId="313"/>
            <ac:spMk id="4" creationId="{93CE4734-C21A-44D0-46B1-4613EEBEDF12}"/>
          </ac:spMkLst>
        </pc:spChg>
        <pc:spChg chg="add del mod">
          <ac:chgData name="陸 柴崎" userId="47b6e960b06a1f92" providerId="LiveId" clId="{DFDF2D9E-0FA2-4FD2-962D-E4713059FE82}" dt="2026-05-21T13:47:46.888" v="13350" actId="478"/>
          <ac:spMkLst>
            <pc:docMk/>
            <pc:sldMk cId="3350605095" sldId="313"/>
            <ac:spMk id="5" creationId="{82DF9C97-FB9B-7292-3184-B0665D66EE9B}"/>
          </ac:spMkLst>
        </pc:spChg>
        <pc:spChg chg="add del mod">
          <ac:chgData name="陸 柴崎" userId="47b6e960b06a1f92" providerId="LiveId" clId="{DFDF2D9E-0FA2-4FD2-962D-E4713059FE82}" dt="2026-05-21T13:47:46.319" v="13349" actId="478"/>
          <ac:spMkLst>
            <pc:docMk/>
            <pc:sldMk cId="3350605095" sldId="313"/>
            <ac:spMk id="6" creationId="{111F2E27-C396-9BCB-D985-381B3E1BF86C}"/>
          </ac:spMkLst>
        </pc:spChg>
        <pc:spChg chg="del">
          <ac:chgData name="陸 柴崎" userId="47b6e960b06a1f92" providerId="LiveId" clId="{DFDF2D9E-0FA2-4FD2-962D-E4713059FE82}" dt="2026-05-21T13:18:07.886" v="12396" actId="478"/>
          <ac:spMkLst>
            <pc:docMk/>
            <pc:sldMk cId="3350605095" sldId="313"/>
            <ac:spMk id="10" creationId="{7957F1B0-4960-AC1C-C340-8C51E0F65E3A}"/>
          </ac:spMkLst>
        </pc:spChg>
        <pc:spChg chg="del">
          <ac:chgData name="陸 柴崎" userId="47b6e960b06a1f92" providerId="LiveId" clId="{DFDF2D9E-0FA2-4FD2-962D-E4713059FE82}" dt="2026-05-21T13:18:07.886" v="12396" actId="478"/>
          <ac:spMkLst>
            <pc:docMk/>
            <pc:sldMk cId="3350605095" sldId="313"/>
            <ac:spMk id="12" creationId="{1F76A923-3A91-A446-04FC-E3CD3FE0BEEC}"/>
          </ac:spMkLst>
        </pc:spChg>
        <pc:spChg chg="del">
          <ac:chgData name="陸 柴崎" userId="47b6e960b06a1f92" providerId="LiveId" clId="{DFDF2D9E-0FA2-4FD2-962D-E4713059FE82}" dt="2026-05-21T13:18:05.189" v="12395" actId="478"/>
          <ac:spMkLst>
            <pc:docMk/>
            <pc:sldMk cId="3350605095" sldId="313"/>
            <ac:spMk id="43" creationId="{6DF013EC-B698-FA6B-19A0-0C2FE2F057BB}"/>
          </ac:spMkLst>
        </pc:spChg>
        <pc:spChg chg="mod">
          <ac:chgData name="陸 柴崎" userId="47b6e960b06a1f92" providerId="LiveId" clId="{DFDF2D9E-0FA2-4FD2-962D-E4713059FE82}" dt="2026-05-21T13:18:02.396" v="12393" actId="14100"/>
          <ac:spMkLst>
            <pc:docMk/>
            <pc:sldMk cId="3350605095" sldId="313"/>
            <ac:spMk id="73" creationId="{B4165350-5F3F-DCAE-3409-2B604BE8BC3A}"/>
          </ac:spMkLst>
        </pc:spChg>
        <pc:spChg chg="mod">
          <ac:chgData name="陸 柴崎" userId="47b6e960b06a1f92" providerId="LiveId" clId="{DFDF2D9E-0FA2-4FD2-962D-E4713059FE82}" dt="2026-05-21T13:19:07.604" v="12461" actId="20577"/>
          <ac:spMkLst>
            <pc:docMk/>
            <pc:sldMk cId="3350605095" sldId="313"/>
            <ac:spMk id="77" creationId="{CD594EE4-8A3E-E297-4213-136F9F34DD56}"/>
          </ac:spMkLst>
        </pc:spChg>
        <pc:spChg chg="mod">
          <ac:chgData name="陸 柴崎" userId="47b6e960b06a1f92" providerId="LiveId" clId="{DFDF2D9E-0FA2-4FD2-962D-E4713059FE82}" dt="2026-05-21T13:19:41.911" v="12595" actId="14100"/>
          <ac:spMkLst>
            <pc:docMk/>
            <pc:sldMk cId="3350605095" sldId="313"/>
            <ac:spMk id="79" creationId="{E2A766EC-1BAE-346A-7E7C-4E38CBD2BA86}"/>
          </ac:spMkLst>
        </pc:spChg>
        <pc:spChg chg="del">
          <ac:chgData name="陸 柴崎" userId="47b6e960b06a1f92" providerId="LiveId" clId="{DFDF2D9E-0FA2-4FD2-962D-E4713059FE82}" dt="2026-05-21T13:18:07.886" v="12396" actId="478"/>
          <ac:spMkLst>
            <pc:docMk/>
            <pc:sldMk cId="3350605095" sldId="313"/>
            <ac:spMk id="82" creationId="{A9761B4B-B073-C132-48DE-C862F85810D2}"/>
          </ac:spMkLst>
        </pc:spChg>
        <pc:picChg chg="del">
          <ac:chgData name="陸 柴崎" userId="47b6e960b06a1f92" providerId="LiveId" clId="{DFDF2D9E-0FA2-4FD2-962D-E4713059FE82}" dt="2026-05-21T13:18:03.843" v="12394" actId="478"/>
          <ac:picMkLst>
            <pc:docMk/>
            <pc:sldMk cId="3350605095" sldId="313"/>
            <ac:picMk id="75" creationId="{82AF2989-EE28-BE69-25B2-B75DED7A62E1}"/>
          </ac:picMkLst>
        </pc:picChg>
      </pc:sldChg>
      <pc:sldChg chg="del">
        <pc:chgData name="陸 柴崎" userId="47b6e960b06a1f92" providerId="LiveId" clId="{DFDF2D9E-0FA2-4FD2-962D-E4713059FE82}" dt="2026-05-22T01:20:16.615" v="14672" actId="47"/>
        <pc:sldMkLst>
          <pc:docMk/>
          <pc:sldMk cId="953242606" sldId="362"/>
        </pc:sldMkLst>
      </pc:sldChg>
      <pc:sldChg chg="addSp delSp modSp mod">
        <pc:chgData name="陸 柴崎" userId="47b6e960b06a1f92" providerId="LiveId" clId="{DFDF2D9E-0FA2-4FD2-962D-E4713059FE82}" dt="2026-05-22T00:42:38.886" v="14073"/>
        <pc:sldMkLst>
          <pc:docMk/>
          <pc:sldMk cId="1569866030" sldId="369"/>
        </pc:sldMkLst>
        <pc:spChg chg="mod">
          <ac:chgData name="陸 柴崎" userId="47b6e960b06a1f92" providerId="LiveId" clId="{DFDF2D9E-0FA2-4FD2-962D-E4713059FE82}" dt="2026-05-21T12:41:00.964" v="11443" actId="20577"/>
          <ac:spMkLst>
            <pc:docMk/>
            <pc:sldMk cId="1569866030" sldId="369"/>
            <ac:spMk id="3" creationId="{4309D8E8-8051-D1AD-CF43-7973221BE1C1}"/>
          </ac:spMkLst>
        </pc:spChg>
        <pc:spChg chg="mod">
          <ac:chgData name="陸 柴崎" userId="47b6e960b06a1f92" providerId="LiveId" clId="{DFDF2D9E-0FA2-4FD2-962D-E4713059FE82}" dt="2026-05-21T12:39:07.020" v="11201"/>
          <ac:spMkLst>
            <pc:docMk/>
            <pc:sldMk cId="1569866030" sldId="369"/>
            <ac:spMk id="4" creationId="{0AA9759E-4AA8-2C29-97FC-323695049066}"/>
          </ac:spMkLst>
        </pc:spChg>
        <pc:spChg chg="add del mod">
          <ac:chgData name="陸 柴崎" userId="47b6e960b06a1f92" providerId="LiveId" clId="{DFDF2D9E-0FA2-4FD2-962D-E4713059FE82}" dt="2026-05-21T12:55:23.516" v="11982" actId="478"/>
          <ac:spMkLst>
            <pc:docMk/>
            <pc:sldMk cId="1569866030" sldId="369"/>
            <ac:spMk id="5" creationId="{739A5A95-9744-5CA5-25E5-A3FEB8482E5D}"/>
          </ac:spMkLst>
        </pc:spChg>
        <pc:spChg chg="add del mod">
          <ac:chgData name="陸 柴崎" userId="47b6e960b06a1f92" providerId="LiveId" clId="{DFDF2D9E-0FA2-4FD2-962D-E4713059FE82}" dt="2026-05-21T12:55:22.589" v="11981" actId="478"/>
          <ac:spMkLst>
            <pc:docMk/>
            <pc:sldMk cId="1569866030" sldId="369"/>
            <ac:spMk id="6" creationId="{B1D87530-0320-66BB-CC53-A960087F48A5}"/>
          </ac:spMkLst>
        </pc:spChg>
        <pc:spChg chg="del mod">
          <ac:chgData name="陸 柴崎" userId="47b6e960b06a1f92" providerId="LiveId" clId="{DFDF2D9E-0FA2-4FD2-962D-E4713059FE82}" dt="2026-05-21T12:55:24.549" v="11983" actId="478"/>
          <ac:spMkLst>
            <pc:docMk/>
            <pc:sldMk cId="1569866030" sldId="369"/>
            <ac:spMk id="22" creationId="{022DE87D-C8BD-1C1C-1665-66FF203AF948}"/>
          </ac:spMkLst>
        </pc:spChg>
        <pc:spChg chg="del">
          <ac:chgData name="陸 柴崎" userId="47b6e960b06a1f92" providerId="LiveId" clId="{DFDF2D9E-0FA2-4FD2-962D-E4713059FE82}" dt="2026-05-21T12:37:28.445" v="10955" actId="478"/>
          <ac:spMkLst>
            <pc:docMk/>
            <pc:sldMk cId="1569866030" sldId="369"/>
            <ac:spMk id="26" creationId="{60312724-A3F8-D877-C2B7-FA86BEF98AFC}"/>
          </ac:spMkLst>
        </pc:spChg>
        <pc:spChg chg="mod">
          <ac:chgData name="陸 柴崎" userId="47b6e960b06a1f92" providerId="LiveId" clId="{DFDF2D9E-0FA2-4FD2-962D-E4713059FE82}" dt="2026-05-21T12:28:19.133" v="10952" actId="20577"/>
          <ac:spMkLst>
            <pc:docMk/>
            <pc:sldMk cId="1569866030" sldId="369"/>
            <ac:spMk id="43" creationId="{29F16302-7E62-85B7-3C03-875C434D5C5B}"/>
          </ac:spMkLst>
        </pc:spChg>
        <pc:spChg chg="mod">
          <ac:chgData name="陸 柴崎" userId="47b6e960b06a1f92" providerId="LiveId" clId="{DFDF2D9E-0FA2-4FD2-962D-E4713059FE82}" dt="2026-05-22T00:33:24.819" v="14025" actId="20577"/>
          <ac:spMkLst>
            <pc:docMk/>
            <pc:sldMk cId="1569866030" sldId="369"/>
            <ac:spMk id="45" creationId="{64C37D32-7FF7-A3E9-2AB4-A18186A72682}"/>
          </ac:spMkLst>
        </pc:spChg>
        <pc:spChg chg="del mod">
          <ac:chgData name="陸 柴崎" userId="47b6e960b06a1f92" providerId="LiveId" clId="{DFDF2D9E-0FA2-4FD2-962D-E4713059FE82}" dt="2026-05-21T12:37:31.058" v="10958" actId="478"/>
          <ac:spMkLst>
            <pc:docMk/>
            <pc:sldMk cId="1569866030" sldId="369"/>
            <ac:spMk id="47" creationId="{6E7A7030-D93D-0703-963D-8485025CB6B4}"/>
          </ac:spMkLst>
        </pc:spChg>
        <pc:spChg chg="del">
          <ac:chgData name="陸 柴崎" userId="47b6e960b06a1f92" providerId="LiveId" clId="{DFDF2D9E-0FA2-4FD2-962D-E4713059FE82}" dt="2026-05-21T12:37:34.981" v="10961" actId="478"/>
          <ac:spMkLst>
            <pc:docMk/>
            <pc:sldMk cId="1569866030" sldId="369"/>
            <ac:spMk id="48" creationId="{41455BF1-AC8E-4116-6D15-75B465908946}"/>
          </ac:spMkLst>
        </pc:spChg>
        <pc:spChg chg="del">
          <ac:chgData name="陸 柴崎" userId="47b6e960b06a1f92" providerId="LiveId" clId="{DFDF2D9E-0FA2-4FD2-962D-E4713059FE82}" dt="2026-05-21T12:37:35.756" v="10962" actId="478"/>
          <ac:spMkLst>
            <pc:docMk/>
            <pc:sldMk cId="1569866030" sldId="369"/>
            <ac:spMk id="49" creationId="{CC2651DF-EE8A-8ABA-9793-F11924A2FADF}"/>
          </ac:spMkLst>
        </pc:spChg>
        <pc:spChg chg="del">
          <ac:chgData name="陸 柴崎" userId="47b6e960b06a1f92" providerId="LiveId" clId="{DFDF2D9E-0FA2-4FD2-962D-E4713059FE82}" dt="2026-05-21T12:37:27.019" v="10954" actId="478"/>
          <ac:spMkLst>
            <pc:docMk/>
            <pc:sldMk cId="1569866030" sldId="369"/>
            <ac:spMk id="51" creationId="{1DCE962B-2A8A-96F2-633F-6FCB049C9F83}"/>
          </ac:spMkLst>
        </pc:spChg>
        <pc:spChg chg="del">
          <ac:chgData name="陸 柴崎" userId="47b6e960b06a1f92" providerId="LiveId" clId="{DFDF2D9E-0FA2-4FD2-962D-E4713059FE82}" dt="2026-05-21T12:37:29.319" v="10956" actId="478"/>
          <ac:spMkLst>
            <pc:docMk/>
            <pc:sldMk cId="1569866030" sldId="369"/>
            <ac:spMk id="55" creationId="{BDC97152-C90E-C1F6-99C1-6D189D5FBC71}"/>
          </ac:spMkLst>
        </pc:spChg>
        <pc:spChg chg="del">
          <ac:chgData name="陸 柴崎" userId="47b6e960b06a1f92" providerId="LiveId" clId="{DFDF2D9E-0FA2-4FD2-962D-E4713059FE82}" dt="2026-05-21T12:37:32.060" v="10959" actId="478"/>
          <ac:spMkLst>
            <pc:docMk/>
            <pc:sldMk cId="1569866030" sldId="369"/>
            <ac:spMk id="56" creationId="{800B316A-5AE9-C01E-B9B4-38464A1ABBC9}"/>
          </ac:spMkLst>
        </pc:spChg>
        <pc:grpChg chg="add del mod">
          <ac:chgData name="陸 柴崎" userId="47b6e960b06a1f92" providerId="LiveId" clId="{DFDF2D9E-0FA2-4FD2-962D-E4713059FE82}" dt="2026-05-21T12:55:30.861" v="11985" actId="478"/>
          <ac:grpSpMkLst>
            <pc:docMk/>
            <pc:sldMk cId="1569866030" sldId="369"/>
            <ac:grpSpMk id="2" creationId="{0BC2CE5B-1B94-3DE9-13C9-A2B01C562B97}"/>
          </ac:grpSpMkLst>
        </pc:grpChg>
        <pc:grpChg chg="mod">
          <ac:chgData name="陸 柴崎" userId="47b6e960b06a1f92" providerId="LiveId" clId="{DFDF2D9E-0FA2-4FD2-962D-E4713059FE82}" dt="2026-05-21T12:37:47.443" v="10987" actId="1076"/>
          <ac:grpSpMkLst>
            <pc:docMk/>
            <pc:sldMk cId="1569866030" sldId="369"/>
            <ac:grpSpMk id="44" creationId="{84CFE8E6-CA31-68B8-E270-C24AD76686AA}"/>
          </ac:grpSpMkLst>
        </pc:grpChg>
        <pc:grpChg chg="del">
          <ac:chgData name="陸 柴崎" userId="47b6e960b06a1f92" providerId="LiveId" clId="{DFDF2D9E-0FA2-4FD2-962D-E4713059FE82}" dt="2026-05-21T12:37:34.072" v="10960" actId="478"/>
          <ac:grpSpMkLst>
            <pc:docMk/>
            <pc:sldMk cId="1569866030" sldId="369"/>
            <ac:grpSpMk id="52" creationId="{D4E7004D-9449-3DAB-7415-91222CC2A4B7}"/>
          </ac:grpSpMkLst>
        </pc:grpChg>
        <pc:graphicFrameChg chg="add mod modGraphic">
          <ac:chgData name="陸 柴崎" userId="47b6e960b06a1f92" providerId="LiveId" clId="{DFDF2D9E-0FA2-4FD2-962D-E4713059FE82}" dt="2026-05-22T00:42:38.886" v="14073"/>
          <ac:graphicFrameMkLst>
            <pc:docMk/>
            <pc:sldMk cId="1569866030" sldId="369"/>
            <ac:graphicFrameMk id="7" creationId="{E9DB68DD-C56E-51E0-574C-A706283BB492}"/>
          </ac:graphicFrameMkLst>
        </pc:graphicFrameChg>
        <pc:picChg chg="del">
          <ac:chgData name="陸 柴崎" userId="47b6e960b06a1f92" providerId="LiveId" clId="{DFDF2D9E-0FA2-4FD2-962D-E4713059FE82}" dt="2026-05-21T12:37:25.281" v="10953" actId="478"/>
          <ac:picMkLst>
            <pc:docMk/>
            <pc:sldMk cId="1569866030" sldId="369"/>
            <ac:picMk id="50" creationId="{C977F46C-CCD8-7616-487E-11187611C46C}"/>
          </ac:picMkLst>
        </pc:picChg>
      </pc:sldChg>
      <pc:sldChg chg="del">
        <pc:chgData name="陸 柴崎" userId="47b6e960b06a1f92" providerId="LiveId" clId="{DFDF2D9E-0FA2-4FD2-962D-E4713059FE82}" dt="2026-05-21T12:55:09.931" v="11977" actId="47"/>
        <pc:sldMkLst>
          <pc:docMk/>
          <pc:sldMk cId="3260072393" sldId="370"/>
        </pc:sldMkLst>
      </pc:sldChg>
      <pc:sldChg chg="del">
        <pc:chgData name="陸 柴崎" userId="47b6e960b06a1f92" providerId="LiveId" clId="{DFDF2D9E-0FA2-4FD2-962D-E4713059FE82}" dt="2026-05-21T13:18:11.498" v="12397" actId="47"/>
        <pc:sldMkLst>
          <pc:docMk/>
          <pc:sldMk cId="2502347136" sldId="371"/>
        </pc:sldMkLst>
      </pc:sldChg>
      <pc:sldChg chg="del">
        <pc:chgData name="陸 柴崎" userId="47b6e960b06a1f92" providerId="LiveId" clId="{DFDF2D9E-0FA2-4FD2-962D-E4713059FE82}" dt="2026-05-21T12:28:13.427" v="10942" actId="47"/>
        <pc:sldMkLst>
          <pc:docMk/>
          <pc:sldMk cId="3935920942" sldId="374"/>
        </pc:sldMkLst>
      </pc:sldChg>
      <pc:sldChg chg="del">
        <pc:chgData name="陸 柴崎" userId="47b6e960b06a1f92" providerId="LiveId" clId="{DFDF2D9E-0FA2-4FD2-962D-E4713059FE82}" dt="2026-05-21T13:18:19.956" v="12398" actId="47"/>
        <pc:sldMkLst>
          <pc:docMk/>
          <pc:sldMk cId="1553878061" sldId="385"/>
        </pc:sldMkLst>
      </pc:sldChg>
      <pc:sldChg chg="del">
        <pc:chgData name="陸 柴崎" userId="47b6e960b06a1f92" providerId="LiveId" clId="{DFDF2D9E-0FA2-4FD2-962D-E4713059FE82}" dt="2026-05-21T13:17:39.863" v="12381" actId="47"/>
        <pc:sldMkLst>
          <pc:docMk/>
          <pc:sldMk cId="3965887894" sldId="386"/>
        </pc:sldMkLst>
      </pc:sldChg>
      <pc:sldChg chg="modSp mod">
        <pc:chgData name="陸 柴崎" userId="47b6e960b06a1f92" providerId="LiveId" clId="{DFDF2D9E-0FA2-4FD2-962D-E4713059FE82}" dt="2026-05-21T12:28:05.199" v="10938" actId="20577"/>
        <pc:sldMkLst>
          <pc:docMk/>
          <pc:sldMk cId="3089603987" sldId="387"/>
        </pc:sldMkLst>
        <pc:spChg chg="mod">
          <ac:chgData name="陸 柴崎" userId="47b6e960b06a1f92" providerId="LiveId" clId="{DFDF2D9E-0FA2-4FD2-962D-E4713059FE82}" dt="2026-05-21T12:28:05.199" v="10938" actId="20577"/>
          <ac:spMkLst>
            <pc:docMk/>
            <pc:sldMk cId="3089603987" sldId="387"/>
            <ac:spMk id="515" creationId="{6B9CE90F-EEDB-29E9-1F6F-E60EB4984943}"/>
          </ac:spMkLst>
        </pc:spChg>
        <pc:spChg chg="mod">
          <ac:chgData name="陸 柴崎" userId="47b6e960b06a1f92" providerId="LiveId" clId="{DFDF2D9E-0FA2-4FD2-962D-E4713059FE82}" dt="2026-05-21T12:27:19.766" v="10846" actId="5793"/>
          <ac:spMkLst>
            <pc:docMk/>
            <pc:sldMk cId="3089603987" sldId="387"/>
            <ac:spMk id="518" creationId="{1B75EA65-74B7-4696-A102-5E05620BF840}"/>
          </ac:spMkLst>
        </pc:spChg>
      </pc:sldChg>
      <pc:sldChg chg="delSp modSp mod modNotesTx">
        <pc:chgData name="陸 柴崎" userId="47b6e960b06a1f92" providerId="LiveId" clId="{DFDF2D9E-0FA2-4FD2-962D-E4713059FE82}" dt="2026-05-22T04:11:59.833" v="14678" actId="20577"/>
        <pc:sldMkLst>
          <pc:docMk/>
          <pc:sldMk cId="485867691" sldId="388"/>
        </pc:sldMkLst>
        <pc:spChg chg="del">
          <ac:chgData name="陸 柴崎" userId="47b6e960b06a1f92" providerId="LiveId" clId="{DFDF2D9E-0FA2-4FD2-962D-E4713059FE82}" dt="2026-05-22T01:08:32.986" v="14278" actId="478"/>
          <ac:spMkLst>
            <pc:docMk/>
            <pc:sldMk cId="485867691" sldId="388"/>
            <ac:spMk id="36" creationId="{0B419683-AB18-B1BC-9268-B74118494A0B}"/>
          </ac:spMkLst>
        </pc:spChg>
        <pc:spChg chg="del">
          <ac:chgData name="陸 柴崎" userId="47b6e960b06a1f92" providerId="LiveId" clId="{DFDF2D9E-0FA2-4FD2-962D-E4713059FE82}" dt="2026-05-22T01:08:34.543" v="14279" actId="478"/>
          <ac:spMkLst>
            <pc:docMk/>
            <pc:sldMk cId="485867691" sldId="388"/>
            <ac:spMk id="38" creationId="{3C1B04B4-5021-4242-51EB-7AAC9C7115F0}"/>
          </ac:spMkLst>
        </pc:spChg>
        <pc:spChg chg="mod">
          <ac:chgData name="陸 柴崎" userId="47b6e960b06a1f92" providerId="LiveId" clId="{DFDF2D9E-0FA2-4FD2-962D-E4713059FE82}" dt="2026-05-22T01:13:57.026" v="14671" actId="20577"/>
          <ac:spMkLst>
            <pc:docMk/>
            <pc:sldMk cId="485867691" sldId="388"/>
            <ac:spMk id="40" creationId="{48B77CC8-BB40-B359-58B1-50C80B0CDD88}"/>
          </ac:spMkLst>
        </pc:spChg>
        <pc:spChg chg="mod">
          <ac:chgData name="陸 柴崎" userId="47b6e960b06a1f92" providerId="LiveId" clId="{DFDF2D9E-0FA2-4FD2-962D-E4713059FE82}" dt="2026-05-22T00:21:14.360" v="14023" actId="20577"/>
          <ac:spMkLst>
            <pc:docMk/>
            <pc:sldMk cId="485867691" sldId="388"/>
            <ac:spMk id="51" creationId="{3D45409B-4B35-B8AF-0F59-9AD0EED04F74}"/>
          </ac:spMkLst>
        </pc:spChg>
        <pc:spChg chg="mod">
          <ac:chgData name="陸 柴崎" userId="47b6e960b06a1f92" providerId="LiveId" clId="{DFDF2D9E-0FA2-4FD2-962D-E4713059FE82}" dt="2026-05-22T01:12:20.578" v="14378" actId="20577"/>
          <ac:spMkLst>
            <pc:docMk/>
            <pc:sldMk cId="485867691" sldId="388"/>
            <ac:spMk id="53" creationId="{47A57A5E-4F1F-CA33-C365-E96F361D5AE3}"/>
          </ac:spMkLst>
        </pc:spChg>
        <pc:grpChg chg="del">
          <ac:chgData name="陸 柴崎" userId="47b6e960b06a1f92" providerId="LiveId" clId="{DFDF2D9E-0FA2-4FD2-962D-E4713059FE82}" dt="2026-05-22T01:08:35.788" v="14280" actId="478"/>
          <ac:grpSpMkLst>
            <pc:docMk/>
            <pc:sldMk cId="485867691" sldId="388"/>
            <ac:grpSpMk id="2" creationId="{B064165D-DE67-BAAA-6D5E-6CC4402C8E1D}"/>
          </ac:grpSpMkLst>
        </pc:grpChg>
      </pc:sldChg>
      <pc:sldChg chg="modSp add mod ord">
        <pc:chgData name="陸 柴崎" userId="47b6e960b06a1f92" providerId="LiveId" clId="{DFDF2D9E-0FA2-4FD2-962D-E4713059FE82}" dt="2026-05-22T02:22:05.865" v="14674" actId="207"/>
        <pc:sldMkLst>
          <pc:docMk/>
          <pc:sldMk cId="689613912" sldId="389"/>
        </pc:sldMkLst>
        <pc:spChg chg="mod">
          <ac:chgData name="陸 柴崎" userId="47b6e960b06a1f92" providerId="LiveId" clId="{DFDF2D9E-0FA2-4FD2-962D-E4713059FE82}" dt="2026-05-22T02:22:02.499" v="14673" actId="207"/>
          <ac:spMkLst>
            <pc:docMk/>
            <pc:sldMk cId="689613912" sldId="389"/>
            <ac:spMk id="515" creationId="{9B67FFB6-03DA-1488-20D7-01E32BD3616D}"/>
          </ac:spMkLst>
        </pc:spChg>
        <pc:spChg chg="mod">
          <ac:chgData name="陸 柴崎" userId="47b6e960b06a1f92" providerId="LiveId" clId="{DFDF2D9E-0FA2-4FD2-962D-E4713059FE82}" dt="2026-05-22T02:22:05.865" v="14674" actId="207"/>
          <ac:spMkLst>
            <pc:docMk/>
            <pc:sldMk cId="689613912" sldId="389"/>
            <ac:spMk id="518" creationId="{A42A1BEF-57ED-45A9-F690-5F0677ADF6D5}"/>
          </ac:spMkLst>
        </pc:spChg>
      </pc:sldChg>
      <pc:sldChg chg="delSp modSp add mod ord">
        <pc:chgData name="陸 柴崎" userId="47b6e960b06a1f92" providerId="LiveId" clId="{DFDF2D9E-0FA2-4FD2-962D-E4713059FE82}" dt="2026-05-21T13:19:56.472" v="12597" actId="1076"/>
        <pc:sldMkLst>
          <pc:docMk/>
          <pc:sldMk cId="3988243320" sldId="390"/>
        </pc:sldMkLst>
        <pc:spChg chg="mod">
          <ac:chgData name="陸 柴崎" userId="47b6e960b06a1f92" providerId="LiveId" clId="{DFDF2D9E-0FA2-4FD2-962D-E4713059FE82}" dt="2026-05-21T13:19:56.472" v="12597" actId="1076"/>
          <ac:spMkLst>
            <pc:docMk/>
            <pc:sldMk cId="3988243320" sldId="390"/>
            <ac:spMk id="5" creationId="{E5F5B368-5222-D730-84C5-A4066FEAB9BE}"/>
          </ac:spMkLst>
        </pc:spChg>
        <pc:spChg chg="mod">
          <ac:chgData name="陸 柴崎" userId="47b6e960b06a1f92" providerId="LiveId" clId="{DFDF2D9E-0FA2-4FD2-962D-E4713059FE82}" dt="2026-05-21T13:19:53.813" v="12596" actId="1076"/>
          <ac:spMkLst>
            <pc:docMk/>
            <pc:sldMk cId="3988243320" sldId="390"/>
            <ac:spMk id="6" creationId="{0774DB0D-E2A8-0D11-F3A7-B5E3EA9084F3}"/>
          </ac:spMkLst>
        </pc:spChg>
        <pc:grpChg chg="del">
          <ac:chgData name="陸 柴崎" userId="47b6e960b06a1f92" providerId="LiveId" clId="{DFDF2D9E-0FA2-4FD2-962D-E4713059FE82}" dt="2026-05-21T12:55:17.277" v="11980" actId="478"/>
          <ac:grpSpMkLst>
            <pc:docMk/>
            <pc:sldMk cId="3988243320" sldId="390"/>
            <ac:grpSpMk id="2" creationId="{86A1C7C9-6A89-46D3-46C3-14F8ED615912}"/>
          </ac:grpSpMkLst>
        </pc:grpChg>
        <pc:graphicFrameChg chg="del">
          <ac:chgData name="陸 柴崎" userId="47b6e960b06a1f92" providerId="LiveId" clId="{DFDF2D9E-0FA2-4FD2-962D-E4713059FE82}" dt="2026-05-21T12:55:16.078" v="11979" actId="478"/>
          <ac:graphicFrameMkLst>
            <pc:docMk/>
            <pc:sldMk cId="3988243320" sldId="390"/>
            <ac:graphicFrameMk id="7" creationId="{E3396CAD-821D-9D55-DE0F-A60AAFA28376}"/>
          </ac:graphicFrameMkLst>
        </pc:graphicFrameChg>
      </pc:sldChg>
      <pc:sldChg chg="modSp add mod">
        <pc:chgData name="陸 柴崎" userId="47b6e960b06a1f92" providerId="LiveId" clId="{DFDF2D9E-0FA2-4FD2-962D-E4713059FE82}" dt="2026-05-22T00:39:29.594" v="14067" actId="20577"/>
        <pc:sldMkLst>
          <pc:docMk/>
          <pc:sldMk cId="2684589240" sldId="391"/>
        </pc:sldMkLst>
        <pc:spChg chg="mod">
          <ac:chgData name="陸 柴崎" userId="47b6e960b06a1f92" providerId="LiveId" clId="{DFDF2D9E-0FA2-4FD2-962D-E4713059FE82}" dt="2026-05-22T00:33:26.878" v="14027" actId="20577"/>
          <ac:spMkLst>
            <pc:docMk/>
            <pc:sldMk cId="2684589240" sldId="391"/>
            <ac:spMk id="45" creationId="{324E38FC-B101-3DE0-74C6-4312789798A3}"/>
          </ac:spMkLst>
        </pc:spChg>
        <pc:graphicFrameChg chg="modGraphic">
          <ac:chgData name="陸 柴崎" userId="47b6e960b06a1f92" providerId="LiveId" clId="{DFDF2D9E-0FA2-4FD2-962D-E4713059FE82}" dt="2026-05-22T00:39:29.594" v="14067" actId="20577"/>
          <ac:graphicFrameMkLst>
            <pc:docMk/>
            <pc:sldMk cId="2684589240" sldId="391"/>
            <ac:graphicFrameMk id="7" creationId="{BAB97362-2075-35BA-1994-76ACBA393A1C}"/>
          </ac:graphicFrameMkLst>
        </pc:graphicFrameChg>
      </pc:sldChg>
      <pc:sldChg chg="modSp add mod">
        <pc:chgData name="陸 柴崎" userId="47b6e960b06a1f92" providerId="LiveId" clId="{DFDF2D9E-0FA2-4FD2-962D-E4713059FE82}" dt="2026-05-22T00:42:44.210" v="14079" actId="20577"/>
        <pc:sldMkLst>
          <pc:docMk/>
          <pc:sldMk cId="286101248" sldId="392"/>
        </pc:sldMkLst>
        <pc:spChg chg="mod">
          <ac:chgData name="陸 柴崎" userId="47b6e960b06a1f92" providerId="LiveId" clId="{DFDF2D9E-0FA2-4FD2-962D-E4713059FE82}" dt="2026-05-22T00:33:29.376" v="14029" actId="20577"/>
          <ac:spMkLst>
            <pc:docMk/>
            <pc:sldMk cId="286101248" sldId="392"/>
            <ac:spMk id="45" creationId="{4BB1EF7E-7BF8-DDEC-FC30-3F280CF37468}"/>
          </ac:spMkLst>
        </pc:spChg>
        <pc:graphicFrameChg chg="mod modGraphic">
          <ac:chgData name="陸 柴崎" userId="47b6e960b06a1f92" providerId="LiveId" clId="{DFDF2D9E-0FA2-4FD2-962D-E4713059FE82}" dt="2026-05-22T00:42:44.210" v="14079" actId="20577"/>
          <ac:graphicFrameMkLst>
            <pc:docMk/>
            <pc:sldMk cId="286101248" sldId="392"/>
            <ac:graphicFrameMk id="7" creationId="{5CDB6077-B671-C54D-1C8B-7D1CDC0019DC}"/>
          </ac:graphicFrameMkLst>
        </pc:graphicFrameChg>
      </pc:sldChg>
      <pc:sldChg chg="modSp add del mod ord">
        <pc:chgData name="陸 柴崎" userId="47b6e960b06a1f92" providerId="LiveId" clId="{DFDF2D9E-0FA2-4FD2-962D-E4713059FE82}" dt="2026-05-21T13:17:24.214" v="12379" actId="47"/>
        <pc:sldMkLst>
          <pc:docMk/>
          <pc:sldMk cId="179250878" sldId="393"/>
        </pc:sldMkLst>
        <pc:spChg chg="mod">
          <ac:chgData name="陸 柴崎" userId="47b6e960b06a1f92" providerId="LiveId" clId="{DFDF2D9E-0FA2-4FD2-962D-E4713059FE82}" dt="2026-05-21T13:15:10.635" v="12351" actId="1076"/>
          <ac:spMkLst>
            <pc:docMk/>
            <pc:sldMk cId="179250878" sldId="393"/>
            <ac:spMk id="5" creationId="{138CE3CE-2BB8-419C-4BB4-F6D5CC1EFAD9}"/>
          </ac:spMkLst>
        </pc:spChg>
        <pc:spChg chg="mod">
          <ac:chgData name="陸 柴崎" userId="47b6e960b06a1f92" providerId="LiveId" clId="{DFDF2D9E-0FA2-4FD2-962D-E4713059FE82}" dt="2026-05-21T13:15:08.209" v="12350" actId="1076"/>
          <ac:spMkLst>
            <pc:docMk/>
            <pc:sldMk cId="179250878" sldId="393"/>
            <ac:spMk id="6" creationId="{C6AEDF9C-C513-9A04-3508-40AF43236521}"/>
          </ac:spMkLst>
        </pc:spChg>
      </pc:sldChg>
      <pc:sldChg chg="modSp add mod">
        <pc:chgData name="陸 柴崎" userId="47b6e960b06a1f92" providerId="LiveId" clId="{DFDF2D9E-0FA2-4FD2-962D-E4713059FE82}" dt="2026-05-22T02:22:16.668" v="14675" actId="207"/>
        <pc:sldMkLst>
          <pc:docMk/>
          <pc:sldMk cId="3878955928" sldId="393"/>
        </pc:sldMkLst>
        <pc:spChg chg="mod">
          <ac:chgData name="陸 柴崎" userId="47b6e960b06a1f92" providerId="LiveId" clId="{DFDF2D9E-0FA2-4FD2-962D-E4713059FE82}" dt="2026-05-22T02:22:16.668" v="14675" actId="207"/>
          <ac:spMkLst>
            <pc:docMk/>
            <pc:sldMk cId="3878955928" sldId="393"/>
            <ac:spMk id="515" creationId="{0D4FE7A9-DA72-A03B-902C-359860AF3B21}"/>
          </ac:spMkLst>
        </pc:spChg>
      </pc:sldChg>
      <pc:sldChg chg="modSp add mod ord">
        <pc:chgData name="陸 柴崎" userId="47b6e960b06a1f92" providerId="LiveId" clId="{DFDF2D9E-0FA2-4FD2-962D-E4713059FE82}" dt="2026-05-22T02:22:30.186" v="14677" actId="207"/>
        <pc:sldMkLst>
          <pc:docMk/>
          <pc:sldMk cId="1742131445" sldId="394"/>
        </pc:sldMkLst>
        <pc:spChg chg="mod">
          <ac:chgData name="陸 柴崎" userId="47b6e960b06a1f92" providerId="LiveId" clId="{DFDF2D9E-0FA2-4FD2-962D-E4713059FE82}" dt="2026-05-22T02:22:30.186" v="14677" actId="207"/>
          <ac:spMkLst>
            <pc:docMk/>
            <pc:sldMk cId="1742131445" sldId="394"/>
            <ac:spMk id="515" creationId="{49C23873-C38D-A566-7EDE-A2941F623400}"/>
          </ac:spMkLst>
        </pc:spChg>
        <pc:spChg chg="mod">
          <ac:chgData name="陸 柴崎" userId="47b6e960b06a1f92" providerId="LiveId" clId="{DFDF2D9E-0FA2-4FD2-962D-E4713059FE82}" dt="2026-05-22T02:22:27.231" v="14676" actId="207"/>
          <ac:spMkLst>
            <pc:docMk/>
            <pc:sldMk cId="1742131445" sldId="394"/>
            <ac:spMk id="518" creationId="{AD55AD37-E116-0603-1830-8E5CE30CBE84}"/>
          </ac:spMkLst>
        </pc:spChg>
      </pc:sldChg>
      <pc:sldChg chg="addSp delSp modSp add mod modNotesTx">
        <pc:chgData name="陸 柴崎" userId="47b6e960b06a1f92" providerId="LiveId" clId="{DFDF2D9E-0FA2-4FD2-962D-E4713059FE82}" dt="2026-05-22T00:01:38.777" v="13970" actId="20577"/>
        <pc:sldMkLst>
          <pc:docMk/>
          <pc:sldMk cId="957425642" sldId="395"/>
        </pc:sldMkLst>
        <pc:spChg chg="del">
          <ac:chgData name="陸 柴崎" userId="47b6e960b06a1f92" providerId="LiveId" clId="{DFDF2D9E-0FA2-4FD2-962D-E4713059FE82}" dt="2026-05-21T13:24:18.364" v="12953" actId="478"/>
          <ac:spMkLst>
            <pc:docMk/>
            <pc:sldMk cId="957425642" sldId="395"/>
            <ac:spMk id="2" creationId="{5A7E6C34-FE3C-C7EF-4879-76535F65E468}"/>
          </ac:spMkLst>
        </pc:spChg>
        <pc:spChg chg="del">
          <ac:chgData name="陸 柴崎" userId="47b6e960b06a1f92" providerId="LiveId" clId="{DFDF2D9E-0FA2-4FD2-962D-E4713059FE82}" dt="2026-05-21T13:24:17.862" v="12952" actId="478"/>
          <ac:spMkLst>
            <pc:docMk/>
            <pc:sldMk cId="957425642" sldId="395"/>
            <ac:spMk id="4" creationId="{DBB15312-48E0-9CAB-EEEF-4364CF56E2ED}"/>
          </ac:spMkLst>
        </pc:spChg>
        <pc:spChg chg="del">
          <ac:chgData name="陸 柴崎" userId="47b6e960b06a1f92" providerId="LiveId" clId="{DFDF2D9E-0FA2-4FD2-962D-E4713059FE82}" dt="2026-05-21T13:29:14.989" v="12987" actId="478"/>
          <ac:spMkLst>
            <pc:docMk/>
            <pc:sldMk cId="957425642" sldId="395"/>
            <ac:spMk id="5" creationId="{A3FA2E27-8932-04BD-68AC-D5189E9BD8AF}"/>
          </ac:spMkLst>
        </pc:spChg>
        <pc:spChg chg="del">
          <ac:chgData name="陸 柴崎" userId="47b6e960b06a1f92" providerId="LiveId" clId="{DFDF2D9E-0FA2-4FD2-962D-E4713059FE82}" dt="2026-05-21T13:29:15.894" v="12988" actId="478"/>
          <ac:spMkLst>
            <pc:docMk/>
            <pc:sldMk cId="957425642" sldId="395"/>
            <ac:spMk id="6" creationId="{96A10C84-6E1F-6F03-02B3-C47F35566CBD}"/>
          </ac:spMkLst>
        </pc:spChg>
        <pc:spChg chg="mod">
          <ac:chgData name="陸 柴崎" userId="47b6e960b06a1f92" providerId="LiveId" clId="{DFDF2D9E-0FA2-4FD2-962D-E4713059FE82}" dt="2026-05-21T13:48:20.516" v="13425" actId="20577"/>
          <ac:spMkLst>
            <pc:docMk/>
            <pc:sldMk cId="957425642" sldId="395"/>
            <ac:spMk id="77" creationId="{C6DB513A-4DFD-42B8-6469-690254538437}"/>
          </ac:spMkLst>
        </pc:spChg>
        <pc:spChg chg="mod">
          <ac:chgData name="陸 柴崎" userId="47b6e960b06a1f92" providerId="LiveId" clId="{DFDF2D9E-0FA2-4FD2-962D-E4713059FE82}" dt="2026-05-21T23:55:20.789" v="13925" actId="20577"/>
          <ac:spMkLst>
            <pc:docMk/>
            <pc:sldMk cId="957425642" sldId="395"/>
            <ac:spMk id="79" creationId="{1AC1E42C-0853-22D0-B26D-F12EAF781ED4}"/>
          </ac:spMkLst>
        </pc:spChg>
        <pc:graphicFrameChg chg="add mod modGraphic">
          <ac:chgData name="陸 柴崎" userId="47b6e960b06a1f92" providerId="LiveId" clId="{DFDF2D9E-0FA2-4FD2-962D-E4713059FE82}" dt="2026-05-21T23:58:15.389" v="13940" actId="207"/>
          <ac:graphicFrameMkLst>
            <pc:docMk/>
            <pc:sldMk cId="957425642" sldId="395"/>
            <ac:graphicFrameMk id="2" creationId="{0E26AD38-7C47-7401-1118-2C60D95972BB}"/>
          </ac:graphicFrameMkLst>
        </pc:graphicFrameChg>
      </pc:sldChg>
      <pc:sldChg chg="modSp add del mod">
        <pc:chgData name="陸 柴崎" userId="47b6e960b06a1f92" providerId="LiveId" clId="{DFDF2D9E-0FA2-4FD2-962D-E4713059FE82}" dt="2026-05-21T13:47:51.067" v="13351" actId="47"/>
        <pc:sldMkLst>
          <pc:docMk/>
          <pc:sldMk cId="1234931104" sldId="396"/>
        </pc:sldMkLst>
        <pc:spChg chg="mod">
          <ac:chgData name="陸 柴崎" userId="47b6e960b06a1f92" providerId="LiveId" clId="{DFDF2D9E-0FA2-4FD2-962D-E4713059FE82}" dt="2026-05-21T13:37:20.250" v="13109" actId="20577"/>
          <ac:spMkLst>
            <pc:docMk/>
            <pc:sldMk cId="1234931104" sldId="396"/>
            <ac:spMk id="77" creationId="{DA2BFC7B-27A9-F617-9AAF-E8F93345C623}"/>
          </ac:spMkLst>
        </pc:spChg>
      </pc:sldChg>
      <pc:sldChg chg="add del modNotesTx">
        <pc:chgData name="陸 柴崎" userId="47b6e960b06a1f92" providerId="LiveId" clId="{DFDF2D9E-0FA2-4FD2-962D-E4713059FE82}" dt="2026-05-22T00:16:32.844" v="13980" actId="47"/>
        <pc:sldMkLst>
          <pc:docMk/>
          <pc:sldMk cId="2212778155" sldId="396"/>
        </pc:sldMkLst>
      </pc:sldChg>
      <pc:sldChg chg="modSp add mod modNotesTx">
        <pc:chgData name="陸 柴崎" userId="47b6e960b06a1f92" providerId="LiveId" clId="{DFDF2D9E-0FA2-4FD2-962D-E4713059FE82}" dt="2026-05-22T00:01:36.062" v="13969" actId="20577"/>
        <pc:sldMkLst>
          <pc:docMk/>
          <pc:sldMk cId="4222723107" sldId="397"/>
        </pc:sldMkLst>
        <pc:spChg chg="mod">
          <ac:chgData name="陸 柴崎" userId="47b6e960b06a1f92" providerId="LiveId" clId="{DFDF2D9E-0FA2-4FD2-962D-E4713059FE82}" dt="2026-05-21T23:58:29.541" v="13942"/>
          <ac:spMkLst>
            <pc:docMk/>
            <pc:sldMk cId="4222723107" sldId="397"/>
            <ac:spMk id="79" creationId="{7D7216F3-CE21-43E4-3D49-EA8C26411CCD}"/>
          </ac:spMkLst>
        </pc:spChg>
        <pc:graphicFrameChg chg="mod modGraphic">
          <ac:chgData name="陸 柴崎" userId="47b6e960b06a1f92" providerId="LiveId" clId="{DFDF2D9E-0FA2-4FD2-962D-E4713059FE82}" dt="2026-05-22T00:01:10.036" v="13957" actId="1076"/>
          <ac:graphicFrameMkLst>
            <pc:docMk/>
            <pc:sldMk cId="4222723107" sldId="397"/>
            <ac:graphicFrameMk id="2" creationId="{2C25EB33-F81B-32CA-B35D-6994FD99D82D}"/>
          </ac:graphicFrameMkLst>
        </pc:graphicFrameChg>
      </pc:sldChg>
      <pc:sldChg chg="modSp add mod modNotesTx">
        <pc:chgData name="陸 柴崎" userId="47b6e960b06a1f92" providerId="LiveId" clId="{DFDF2D9E-0FA2-4FD2-962D-E4713059FE82}" dt="2026-05-22T00:04:53.320" v="13979" actId="207"/>
        <pc:sldMkLst>
          <pc:docMk/>
          <pc:sldMk cId="1214596124" sldId="398"/>
        </pc:sldMkLst>
        <pc:spChg chg="mod">
          <ac:chgData name="陸 柴崎" userId="47b6e960b06a1f92" providerId="LiveId" clId="{DFDF2D9E-0FA2-4FD2-962D-E4713059FE82}" dt="2026-05-22T00:01:27.742" v="13967" actId="20577"/>
          <ac:spMkLst>
            <pc:docMk/>
            <pc:sldMk cId="1214596124" sldId="398"/>
            <ac:spMk id="79" creationId="{D9447EA2-B9D1-221A-BA08-FCADFF607399}"/>
          </ac:spMkLst>
        </pc:spChg>
        <pc:graphicFrameChg chg="mod modGraphic">
          <ac:chgData name="陸 柴崎" userId="47b6e960b06a1f92" providerId="LiveId" clId="{DFDF2D9E-0FA2-4FD2-962D-E4713059FE82}" dt="2026-05-22T00:04:53.320" v="13979" actId="207"/>
          <ac:graphicFrameMkLst>
            <pc:docMk/>
            <pc:sldMk cId="1214596124" sldId="398"/>
            <ac:graphicFrameMk id="2" creationId="{9D511245-060E-A27C-BCD5-BAC7F192533C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BFC281-721B-4934-9CCF-260B5135F409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558F7A-9C9F-42E9-83A4-0C372CE578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92747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狙いを定め直した方が良い気がしている．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ja-JP" altLang="en-US"/>
              <a:t>手法の採用を</a:t>
            </a:r>
            <a:endParaRPr kumimoji="1" lang="en-US" altLang="ja-JP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299960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【年間計画に対する到達度（①〜④）】</a:t>
            </a:r>
          </a:p>
          <a:p>
            <a:r>
              <a:rPr lang="ja-JP" altLang="en-US" dirty="0"/>
              <a:t>① RF単体の確立：入力・回帰・ONBしきい値評価・結果保存まで完了。→ 完了扱い。</a:t>
            </a:r>
          </a:p>
          <a:p>
            <a:r>
              <a:rPr lang="ja-JP" altLang="en-US" dirty="0"/>
              <a:t>② 各モデルへの説明性付与：手法決定・実装・代表条件での出力まで完了。目視確認、信頼性、物理的妥当性の評価が残る。→ 進行中。</a:t>
            </a:r>
          </a:p>
          <a:p>
            <a:r>
              <a:rPr lang="ja-JP" altLang="en-US" dirty="0"/>
              <a:t>③ 3モデルアンサンブルの確立：パラメータ再調整、各モデルの安定化、3モデル・複数統合方法の同条件評価まで実施。アンサンブルの有効性と最終方式の判断が残る。→ 実装基盤は完了。</a:t>
            </a:r>
          </a:p>
          <a:p>
            <a:r>
              <a:rPr lang="ja-JP" altLang="en-US" dirty="0"/>
              <a:t>④ 沸騰開始点へのアプローチ：ONB近傍誤差としきい値検知指標を導入。データ設計・入力表現・検知遅れ・一般化検証が残る。→ 着手段階。</a:t>
            </a:r>
          </a:p>
          <a:p>
            <a:r>
              <a:rPr lang="ja-JP" altLang="en-US" dirty="0"/>
              <a:t>※「実装が完了したこと」と「研究上の検証・解釈が完了したこと」は分けて説明する。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04810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14BFA-AB6B-4641-F270-7C0B2ECAE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C2CC994-1BFD-B85E-6B21-4AC1FC16D4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66FEFC1-BAF9-F7ED-69BE-8D9EFA3DA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温度が高くなりすぎて破損しちゃうよ．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AI</a:t>
            </a:r>
            <a:r>
              <a:rPr kumimoji="1" lang="ja-JP" altLang="en-US" dirty="0"/>
              <a:t>の必要性を答えらえるようになりたいよね</a:t>
            </a:r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ACCDFA2-F157-BA16-AE06-E0FF189542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09394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1A9E9-AE27-1E01-9835-EF48D367B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B534F1C-5D18-FC8A-8DEF-C46AB3E0D9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2770C4D-86E6-D25C-9111-77341F57D5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温度が高くなりすぎて破損しちゃうよ．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AI</a:t>
            </a:r>
            <a:r>
              <a:rPr kumimoji="1" lang="ja-JP" altLang="en-US" dirty="0"/>
              <a:t>の必要性を答えらえるようになりたいよね</a:t>
            </a:r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E60FBB3-999D-3E47-4628-001993935F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28398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19844-7479-4761-8AC7-853C4B311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066FFAA-7C12-7D95-5E85-103771BD85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AD4A18C-3D01-1769-0E06-C86D1BB87F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D58A47E-C6C9-18D1-0F1C-B25EF89967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052582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FA046-5D5B-2321-1581-D4060B329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5C42F3A-8E35-6B59-A565-89F1D1267E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1B32A0E-F09F-1AA3-CA80-C5B4AFB3E0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104843-6162-F930-9485-6E27445AF6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1962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394A4-6904-542B-82FB-EFAD1EDF1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44BCA49-E1F0-09AA-616B-D32AD8151D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134A034-1478-99F7-1BB1-A60FB787E0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E5639B5-CD74-FA4D-827E-C0167F01A8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05573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545E4-B9B9-554E-8899-3266B7DEC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9C0710D-C792-2F16-2B79-8917D339DE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99D4327-A3A0-2B20-4891-5D0CE59697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24A3B95-7E6A-318B-2CAB-533FB426EF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91587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温度が高くなりすぎて破損しちゃうよ．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AI</a:t>
            </a:r>
            <a:r>
              <a:rPr kumimoji="1" lang="ja-JP" altLang="en-US" dirty="0"/>
              <a:t>の必要性を答えらえるようになりたいよね</a:t>
            </a:r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08260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35141-B1DA-4BCF-9AAA-97947E23424F}" type="datetime1">
              <a:rPr lang="en-US" altLang="ja-JP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348189-7185-406F-AF7C-BED606B3670B}" type="datetime1">
              <a:rPr lang="en-US" altLang="ja-JP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01697-F5F8-4170-8723-96F9EA86E2DC}" type="datetime1">
              <a:rPr lang="en-US" altLang="ja-JP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CCBFD-D654-4967-8B61-A3494FDAD3C3}" type="datetime1">
              <a:rPr lang="en-US" altLang="ja-JP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F7437-43BB-4691-A20F-B3DC80928B9C}" type="datetime1">
              <a:rPr lang="en-US" altLang="ja-JP" smtClean="0"/>
              <a:t>7/24/2026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CDB0C1-09DA-4824-A9FE-04B648356115}" type="datetime1">
              <a:rPr lang="en-US" altLang="ja-JP" smtClean="0"/>
              <a:t>7/24/2026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F59CF7-FBD3-43A8-86EA-1BFF241249A7}" type="datetime1">
              <a:rPr lang="en-US" altLang="ja-JP" smtClean="0"/>
              <a:t>7/24/2026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228600" y="9715500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2D3CE7-97B2-48B0-AAAA-F59DB167F20C}" type="datetime1">
              <a:rPr lang="en-US" altLang="ja-JP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2D9E0-6A31-47E1-86F8-E8D32905AA5C}" type="datetime1">
              <a:rPr lang="en-US" altLang="ja-JP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458458-117C-445C-93D2-58146BCC020C}" type="datetime1">
              <a:rPr lang="en-US" altLang="ja-JP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68477-63A2-4B58-B832-4FD9CBB3DB7F}" type="datetime1">
              <a:rPr lang="en-US" altLang="ja-JP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46D91-97FF-446E-BDC2-075A4D5370E6}" type="datetime1">
              <a:rPr lang="en-US" altLang="ja-JP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43800" y="6361199"/>
            <a:ext cx="6200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885825" y="495300"/>
            <a:ext cx="16516350" cy="142875"/>
            <a:chOff x="0" y="0"/>
            <a:chExt cx="22021800" cy="190500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0" name="Group 10"/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17" name="TextBox 17"/>
          <p:cNvSpPr txBox="1"/>
          <p:nvPr/>
        </p:nvSpPr>
        <p:spPr>
          <a:xfrm>
            <a:off x="2226627" y="3924300"/>
            <a:ext cx="13854732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altLang="ja-JP" sz="4000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CNN</a:t>
            </a:r>
            <a:r>
              <a:rPr lang="ja-JP" altLang="en-US" sz="4000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アンサンブル学習に基づく音響識別による</a:t>
            </a:r>
            <a:endParaRPr lang="en-US" altLang="ja-JP" sz="4000" dirty="0">
              <a:solidFill>
                <a:srgbClr val="292B2B"/>
              </a:solidFill>
              <a:latin typeface="Source Han Sans JP Bold"/>
              <a:ea typeface="Source Han Sans JP Bold"/>
              <a:cs typeface="Source Han Sans JP Bold"/>
              <a:sym typeface="Source Han Sans JP Bold"/>
            </a:endParaRPr>
          </a:p>
          <a:p>
            <a:pPr algn="ctr"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プール沸騰の発生検知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85825" y="7729472"/>
            <a:ext cx="16306800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ja-JP" altLang="en-US" sz="4000" dirty="0"/>
              <a:t>植木研究室　　</a:t>
            </a:r>
            <a:r>
              <a:rPr lang="ja-JP" altLang="en-US" sz="4000" dirty="0">
                <a:solidFill>
                  <a:srgbClr val="292B2B"/>
                </a:solidFill>
                <a:latin typeface="+mj-ea"/>
                <a:ea typeface="+mj-ea"/>
                <a:cs typeface="Source Han Sans JP"/>
                <a:sym typeface="Source Han Sans JP"/>
              </a:rPr>
              <a:t>柴崎陸</a:t>
            </a:r>
            <a:endParaRPr lang="en-US" sz="4000" dirty="0">
              <a:solidFill>
                <a:srgbClr val="292B2B"/>
              </a:solidFill>
              <a:latin typeface="+mj-ea"/>
              <a:ea typeface="+mj-ea"/>
              <a:cs typeface="Source Han Sans JP"/>
              <a:sym typeface="Source Han Sans JP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6111044" y="6792441"/>
            <a:ext cx="5785681" cy="503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ja-JP" altLang="en-US" sz="3000" dirty="0">
                <a:solidFill>
                  <a:srgbClr val="292B2B"/>
                </a:solidFill>
                <a:latin typeface="Century Gothic Paneuropean"/>
                <a:ea typeface="Source Han Sans JP"/>
                <a:cs typeface="Century Gothic Paneuropean"/>
                <a:sym typeface="Century Gothic Paneuropean"/>
              </a:rPr>
              <a:t>2026年7月24日　中間発表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885825" y="9645596"/>
            <a:ext cx="16516350" cy="142875"/>
            <a:chOff x="0" y="0"/>
            <a:chExt cx="22021800" cy="190500"/>
          </a:xfrm>
        </p:grpSpPr>
        <p:grpSp>
          <p:nvGrpSpPr>
            <p:cNvPr id="22" name="Group 22"/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 dirty="0"/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9D73F52F-7EA5-9483-9209-847FF8564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13" name="TextBox 17">
            <a:extLst>
              <a:ext uri="{FF2B5EF4-FFF2-40B4-BE49-F238E27FC236}">
                <a16:creationId xmlns:a16="http://schemas.microsoft.com/office/drawing/2014/main" id="{B2D46370-B0AA-E6EF-7D69-27BC452AE345}"/>
              </a:ext>
            </a:extLst>
          </p:cNvPr>
          <p:cNvSpPr txBox="1"/>
          <p:nvPr/>
        </p:nvSpPr>
        <p:spPr>
          <a:xfrm>
            <a:off x="2111859" y="2095500"/>
            <a:ext cx="13854732" cy="6771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ja-JP" altLang="en-US" sz="4400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中間報告</a:t>
            </a:r>
            <a:endParaRPr lang="en-US" sz="4400" dirty="0">
              <a:solidFill>
                <a:srgbClr val="292B2B"/>
              </a:solidFill>
              <a:latin typeface="Source Han Sans JP Bold"/>
              <a:ea typeface="Source Han Sans JP Bold"/>
              <a:cs typeface="Source Han Sans JP Bold"/>
              <a:sym typeface="Source Han Sans JP Bold"/>
            </a:endParaRPr>
          </a:p>
        </p:txBody>
      </p:sp>
    </p:spTree>
    <p:extLst>
      <p:ext uri="{BB962C8B-B14F-4D97-AF65-F5344CB8AC3E}">
        <p14:creationId xmlns:p14="http://schemas.microsoft.com/office/powerpoint/2010/main" val="1462715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78CC8-D48C-2743-BDF1-ECD66C65E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CEE746A5-2EA0-7091-CE1B-4CA2830713A6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49" name="図 48">
              <a:extLst>
                <a:ext uri="{FF2B5EF4-FFF2-40B4-BE49-F238E27FC236}">
                  <a16:creationId xmlns:a16="http://schemas.microsoft.com/office/drawing/2014/main" id="{70958775-508E-6262-548A-C76F63D774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41BA4E38-AE3E-68EF-51D9-A344EE59086C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51" name="直線コネクタ 50">
              <a:extLst>
                <a:ext uri="{FF2B5EF4-FFF2-40B4-BE49-F238E27FC236}">
                  <a16:creationId xmlns:a16="http://schemas.microsoft.com/office/drawing/2014/main" id="{0152DED0-19F6-05C3-C9FF-989B1429AF02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フローチャート: 論理積ゲート 51">
              <a:extLst>
                <a:ext uri="{FF2B5EF4-FFF2-40B4-BE49-F238E27FC236}">
                  <a16:creationId xmlns:a16="http://schemas.microsoft.com/office/drawing/2014/main" id="{BA6EA534-61D8-686C-86C9-B0FDB6111F9F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53" name="Group 3">
            <a:extLst>
              <a:ext uri="{FF2B5EF4-FFF2-40B4-BE49-F238E27FC236}">
                <a16:creationId xmlns:a16="http://schemas.microsoft.com/office/drawing/2014/main" id="{CECFB917-CF11-0A3B-8B44-C670007A018C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54" name="Group 4">
              <a:extLst>
                <a:ext uri="{FF2B5EF4-FFF2-40B4-BE49-F238E27FC236}">
                  <a16:creationId xmlns:a16="http://schemas.microsoft.com/office/drawing/2014/main" id="{91A2E58B-D56D-16D3-4661-BA3BBA74542D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61" name="Freeform 5">
                <a:extLst>
                  <a:ext uri="{FF2B5EF4-FFF2-40B4-BE49-F238E27FC236}">
                    <a16:creationId xmlns:a16="http://schemas.microsoft.com/office/drawing/2014/main" id="{31378A26-691B-21D8-F51A-2BCE66598507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2" name="TextBox 6">
                <a:extLst>
                  <a:ext uri="{FF2B5EF4-FFF2-40B4-BE49-F238E27FC236}">
                    <a16:creationId xmlns:a16="http://schemas.microsoft.com/office/drawing/2014/main" id="{B26AAB03-99EC-2423-EABE-926D29D0C8F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55" name="Group 7">
              <a:extLst>
                <a:ext uri="{FF2B5EF4-FFF2-40B4-BE49-F238E27FC236}">
                  <a16:creationId xmlns:a16="http://schemas.microsoft.com/office/drawing/2014/main" id="{29867762-ABD7-CC40-7E63-B819E3C692C8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59" name="Freeform 8">
                <a:extLst>
                  <a:ext uri="{FF2B5EF4-FFF2-40B4-BE49-F238E27FC236}">
                    <a16:creationId xmlns:a16="http://schemas.microsoft.com/office/drawing/2014/main" id="{7C70FADF-E307-0A92-9A76-AA2A20A2C00D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0" name="TextBox 9">
                <a:extLst>
                  <a:ext uri="{FF2B5EF4-FFF2-40B4-BE49-F238E27FC236}">
                    <a16:creationId xmlns:a16="http://schemas.microsoft.com/office/drawing/2014/main" id="{11692D9C-3C53-381D-F3A1-3F5EFE102AA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56" name="Group 10">
              <a:extLst>
                <a:ext uri="{FF2B5EF4-FFF2-40B4-BE49-F238E27FC236}">
                  <a16:creationId xmlns:a16="http://schemas.microsoft.com/office/drawing/2014/main" id="{2F474822-BEB2-EBEC-7A2F-017173F3CC92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57" name="Freeform 11">
                <a:extLst>
                  <a:ext uri="{FF2B5EF4-FFF2-40B4-BE49-F238E27FC236}">
                    <a16:creationId xmlns:a16="http://schemas.microsoft.com/office/drawing/2014/main" id="{98FB6128-7B40-96C8-A76A-6673F6DB3B79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58" name="TextBox 12">
                <a:extLst>
                  <a:ext uri="{FF2B5EF4-FFF2-40B4-BE49-F238E27FC236}">
                    <a16:creationId xmlns:a16="http://schemas.microsoft.com/office/drawing/2014/main" id="{20FB272E-47CE-4D63-AC8D-B52F20BC8A7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512" name="スライド番号プレースホルダー 28">
            <a:extLst>
              <a:ext uri="{FF2B5EF4-FFF2-40B4-BE49-F238E27FC236}">
                <a16:creationId xmlns:a16="http://schemas.microsoft.com/office/drawing/2014/main" id="{86641A16-74EF-B03F-FD0C-9EDF72B6C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23863" y="9825038"/>
            <a:ext cx="392112" cy="420687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2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513" name="TextBox 24">
            <a:extLst>
              <a:ext uri="{FF2B5EF4-FFF2-40B4-BE49-F238E27FC236}">
                <a16:creationId xmlns:a16="http://schemas.microsoft.com/office/drawing/2014/main" id="{482A15FD-BC4A-9198-CEDF-1767C02D8C29}"/>
              </a:ext>
            </a:extLst>
          </p:cNvPr>
          <p:cNvSpPr txBox="1"/>
          <p:nvPr/>
        </p:nvSpPr>
        <p:spPr>
          <a:xfrm>
            <a:off x="1806795" y="305043"/>
            <a:ext cx="3590727" cy="70057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Medium"/>
                <a:ea typeface="Source Han Sans JP Medium"/>
                <a:cs typeface="Source Han Sans JP Medium"/>
                <a:sym typeface="Source Han Sans JP Medium"/>
              </a:rPr>
              <a:t>今回の発表内容</a:t>
            </a:r>
          </a:p>
        </p:txBody>
      </p:sp>
      <p:sp>
        <p:nvSpPr>
          <p:cNvPr id="700" name="AgendaList">
            <a:extLst>
              <a:ext uri="{FF2B5EF4-FFF2-40B4-BE49-F238E27FC236}">
                <a16:creationId xmlns:a16="http://schemas.microsoft.com/office/drawing/2014/main" id="{2EED158D-59B9-6093-A9C4-E45BE54051B5}"/>
              </a:ext>
            </a:extLst>
          </p:cNvPr>
          <p:cNvSpPr txBox="1"/>
          <p:nvPr/>
        </p:nvSpPr>
        <p:spPr>
          <a:xfrm>
            <a:off x="3576758" y="4253854"/>
            <a:ext cx="12446000" cy="177929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900000" indent="-900000">
              <a:lnSpc>
                <a:spcPts val="4400"/>
              </a:lnSpc>
            </a:pPr>
            <a:r>
              <a:rPr lang="en-US" altLang="ja-JP" sz="4400" b="1" dirty="0">
                <a:solidFill>
                  <a:srgbClr val="64A4A3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01</a:t>
            </a:r>
            <a:r>
              <a:rPr lang="ja-JP" altLang="en-US" sz="3200" b="1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　　年間計画に対する現在の進捗</a:t>
            </a:r>
          </a:p>
          <a:p>
            <a:pPr marL="900000" indent="-900000">
              <a:lnSpc>
                <a:spcPts val="4400"/>
              </a:lnSpc>
              <a:spcBef>
                <a:spcPts val="2800"/>
              </a:spcBef>
            </a:pPr>
            <a:r>
              <a:rPr lang="en-US" altLang="ja-JP" sz="4400" b="1" dirty="0">
                <a:solidFill>
                  <a:srgbClr val="64A4A3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02</a:t>
            </a:r>
            <a:r>
              <a:rPr lang="ja-JP" altLang="en-US" sz="3200" b="1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　　前回からの進捗の詳細</a:t>
            </a:r>
          </a:p>
        </p:txBody>
      </p:sp>
    </p:spTree>
    <p:extLst>
      <p:ext uri="{BB962C8B-B14F-4D97-AF65-F5344CB8AC3E}">
        <p14:creationId xmlns:p14="http://schemas.microsoft.com/office/powerpoint/2010/main" val="32630727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0B380CD6-6546-7D10-A42A-9E7F5014A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</a:t>
            </a:fld>
            <a:endParaRPr 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BD478F2-93FB-7553-E103-A6B3839A5A0D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7D11835D-57AA-BE86-BCDE-68226B6025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3B78E05A-DEF5-2D6B-B55B-DB82EC5920C4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EEE9B645-6430-60ED-1258-90350A0DD8B6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フローチャート: 論理積ゲート 13">
              <a:extLst>
                <a:ext uri="{FF2B5EF4-FFF2-40B4-BE49-F238E27FC236}">
                  <a16:creationId xmlns:a16="http://schemas.microsoft.com/office/drawing/2014/main" id="{7D062015-C78C-B7BE-0F9C-81E88D230C46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5" name="Group 3">
            <a:extLst>
              <a:ext uri="{FF2B5EF4-FFF2-40B4-BE49-F238E27FC236}">
                <a16:creationId xmlns:a16="http://schemas.microsoft.com/office/drawing/2014/main" id="{60F8FF6D-0F13-7307-815B-B6A9447179C4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16" name="Group 4">
              <a:extLst>
                <a:ext uri="{FF2B5EF4-FFF2-40B4-BE49-F238E27FC236}">
                  <a16:creationId xmlns:a16="http://schemas.microsoft.com/office/drawing/2014/main" id="{41D664AF-D53E-642F-86FD-B1A855E2DB95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23" name="Freeform 5">
                <a:extLst>
                  <a:ext uri="{FF2B5EF4-FFF2-40B4-BE49-F238E27FC236}">
                    <a16:creationId xmlns:a16="http://schemas.microsoft.com/office/drawing/2014/main" id="{39CA5124-E45E-0CB1-1810-EE57DA2A98C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C0A1028B-7828-4E23-A025-A2A2D2431AD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7" name="Group 7">
              <a:extLst>
                <a:ext uri="{FF2B5EF4-FFF2-40B4-BE49-F238E27FC236}">
                  <a16:creationId xmlns:a16="http://schemas.microsoft.com/office/drawing/2014/main" id="{C17D89E3-8887-6561-DC46-CE8A5DF780C6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21" name="Freeform 8">
                <a:extLst>
                  <a:ext uri="{FF2B5EF4-FFF2-40B4-BE49-F238E27FC236}">
                    <a16:creationId xmlns:a16="http://schemas.microsoft.com/office/drawing/2014/main" id="{5489C4AE-4A0B-0D6B-1EBE-B87B0D432183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2" name="TextBox 9">
                <a:extLst>
                  <a:ext uri="{FF2B5EF4-FFF2-40B4-BE49-F238E27FC236}">
                    <a16:creationId xmlns:a16="http://schemas.microsoft.com/office/drawing/2014/main" id="{6322874F-AD47-9232-CAC5-BCBEFE78F56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8" name="Group 10">
              <a:extLst>
                <a:ext uri="{FF2B5EF4-FFF2-40B4-BE49-F238E27FC236}">
                  <a16:creationId xmlns:a16="http://schemas.microsoft.com/office/drawing/2014/main" id="{A393E3CE-4414-5AEF-237E-CCB155796221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19" name="Freeform 11">
                <a:extLst>
                  <a:ext uri="{FF2B5EF4-FFF2-40B4-BE49-F238E27FC236}">
                    <a16:creationId xmlns:a16="http://schemas.microsoft.com/office/drawing/2014/main" id="{340D6A49-4FDE-F2E2-098C-1B68ABAF617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0" name="TextBox 12">
                <a:extLst>
                  <a:ext uri="{FF2B5EF4-FFF2-40B4-BE49-F238E27FC236}">
                    <a16:creationId xmlns:a16="http://schemas.microsoft.com/office/drawing/2014/main" id="{D07D97A3-99DD-DF89-C8F5-40F48C6E3FF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25" name="スライド番号プレースホルダー 28">
            <a:extLst>
              <a:ext uri="{FF2B5EF4-FFF2-40B4-BE49-F238E27FC236}">
                <a16:creationId xmlns:a16="http://schemas.microsoft.com/office/drawing/2014/main" id="{99EC6C07-FABB-D71C-DE41-019BC555F7B8}"/>
              </a:ext>
            </a:extLst>
          </p:cNvPr>
          <p:cNvSpPr txBox="1">
            <a:spLocks/>
          </p:cNvSpPr>
          <p:nvPr/>
        </p:nvSpPr>
        <p:spPr>
          <a:xfrm>
            <a:off x="270494" y="9748987"/>
            <a:ext cx="599456" cy="4622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6F15528-21DE-4FAA-801E-634DDDAF4B2B}" type="slidenum">
              <a:rPr lang="en-US" sz="2400" smtClean="0"/>
              <a:pPr/>
              <a:t>3</a:t>
            </a:fld>
            <a:endParaRPr lang="en-US" sz="2400" dirty="0"/>
          </a:p>
        </p:txBody>
      </p:sp>
      <p:sp>
        <p:nvSpPr>
          <p:cNvPr id="5" name="TextBox 24">
            <a:extLst>
              <a:ext uri="{FF2B5EF4-FFF2-40B4-BE49-F238E27FC236}">
                <a16:creationId xmlns:a16="http://schemas.microsoft.com/office/drawing/2014/main" id="{F4C6E962-1682-6D74-EA96-1F07AA9F6988}"/>
              </a:ext>
            </a:extLst>
          </p:cNvPr>
          <p:cNvSpPr txBox="1"/>
          <p:nvPr/>
        </p:nvSpPr>
        <p:spPr>
          <a:xfrm>
            <a:off x="1806795" y="305043"/>
            <a:ext cx="5129609" cy="70057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Medium"/>
                <a:ea typeface="Source Han Sans JP Medium"/>
              </a:rPr>
              <a:t>年間計画と現在の位置</a:t>
            </a:r>
          </a:p>
        </p:txBody>
      </p:sp>
      <p:graphicFrame>
        <p:nvGraphicFramePr>
          <p:cNvPr id="7" name="GanttTable">
            <a:extLst>
              <a:ext uri="{FF2B5EF4-FFF2-40B4-BE49-F238E27FC236}">
                <a16:creationId xmlns:a16="http://schemas.microsoft.com/office/drawing/2014/main" id="{E9F5895E-877D-483B-9260-909FCBF394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29447"/>
              </p:ext>
            </p:extLst>
          </p:nvPr>
        </p:nvGraphicFramePr>
        <p:xfrm>
          <a:off x="1206500" y="1270000"/>
          <a:ext cx="16700500" cy="886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9700">
                  <a:extLst>
                    <a:ext uri="{9D8B030D-6E8A-4147-A177-3AD203B41FA5}">
                      <a16:colId xmlns:a16="http://schemas.microsoft.com/office/drawing/2014/main" val="2225326839"/>
                    </a:ext>
                  </a:extLst>
                </a:gridCol>
                <a:gridCol w="4876800">
                  <a:extLst>
                    <a:ext uri="{9D8B030D-6E8A-4147-A177-3AD203B41FA5}">
                      <a16:colId xmlns:a16="http://schemas.microsoft.com/office/drawing/2014/main" val="3156811629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22375209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2594020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45627662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03440794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96018535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62586373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279443829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46977671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69845423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81844196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413851841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801529613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900" b="1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大項目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900" b="1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小項目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4月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700" b="1" dirty="0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5月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700" b="1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6月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700" b="1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7月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700" b="1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8月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700" b="1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9月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700" b="1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10月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700" b="1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11月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700" b="1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12月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700" b="1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1月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700" b="1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2月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700" b="1">
                          <a:solidFill>
                            <a:srgbClr val="FFFFFF"/>
                          </a:solidFill>
                          <a:latin typeface="Source Han Sans JP Medium"/>
                          <a:ea typeface="Source Han Sans JP Medium"/>
                        </a:rPr>
                        <a:t>3月</a:t>
                      </a:r>
                    </a:p>
                  </a:txBody>
                  <a:tcPr anchor="ctr">
                    <a:solidFill>
                      <a:srgbClr val="64A4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3523936"/>
                  </a:ext>
                </a:extLst>
              </a:tr>
              <a:tr h="457200">
                <a:tc rowSpan="3">
                  <a:txBody>
                    <a:bodyPr/>
                    <a:lstStyle/>
                    <a:p>
                      <a:pPr algn="l"/>
                      <a:r>
                        <a:rPr lang="ja-JP" altLang="en-US" sz="2400" b="1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① RF単体の確立</a:t>
                      </a: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評価指標・</a:t>
                      </a:r>
                      <a:r>
                        <a:rPr lang="en-US" altLang="ja-JP" sz="2000" b="0" dirty="0" err="1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npy</a:t>
                      </a:r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などの整理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 dirty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686209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アンサンブル方法の確定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1209277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RF単体で回帰〜ONB検知を確立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9548815"/>
                  </a:ext>
                </a:extLst>
              </a:tr>
              <a:tr h="457200">
                <a:tc rowSpan="4">
                  <a:txBody>
                    <a:bodyPr/>
                    <a:lstStyle/>
                    <a:p>
                      <a:pPr algn="l"/>
                      <a:r>
                        <a:rPr lang="ja-JP" altLang="en-US" sz="2400" b="1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② 各モデルへの説明性付与</a:t>
                      </a: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各モデルで使用する説明性指標を決定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2673497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RF：周波数・時間マスク, PI, SHAP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755566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CNN系：Grad-CAM, IG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8649891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Transformer：attention map・マスク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0935747"/>
                  </a:ext>
                </a:extLst>
              </a:tr>
              <a:tr h="457200">
                <a:tc rowSpan="3">
                  <a:txBody>
                    <a:bodyPr/>
                    <a:lstStyle/>
                    <a:p>
                      <a:pPr algn="l"/>
                      <a:r>
                        <a:rPr lang="ja-JP" altLang="en-US" sz="2400" b="1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③ 3モデルアンサンブルの確立</a:t>
                      </a:r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入力・学習設定やパラメータの立て直し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9837035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各モデル単体の安定化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1326250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3種アンサンブルで回帰〜検知の確立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835225"/>
                  </a:ext>
                </a:extLst>
              </a:tr>
              <a:tr h="457200">
                <a:tc rowSpan="5">
                  <a:txBody>
                    <a:bodyPr/>
                    <a:lstStyle/>
                    <a:p>
                      <a:pPr algn="l"/>
                      <a:r>
                        <a:rPr lang="ja-JP" altLang="en-US" sz="2400" b="1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④ 沸騰開始点近傍への対策</a:t>
                      </a: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データ設計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9107438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入力や評価指標など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2963057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学習方法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4732367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アンサンブル・説明性指標など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1035604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検証</a:t>
                      </a: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E9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013195"/>
                  </a:ext>
                </a:extLst>
              </a:tr>
              <a:tr h="457200">
                <a:tc rowSpan="3">
                  <a:txBody>
                    <a:bodyPr/>
                    <a:lstStyle/>
                    <a:p>
                      <a:pPr algn="l"/>
                      <a:r>
                        <a:rPr lang="ja-JP" altLang="en-US" sz="2400" b="1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⑤ 修論執筆・</a:t>
                      </a:r>
                      <a:endParaRPr lang="en-US" altLang="ja-JP" sz="2400" b="1" dirty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  <a:p>
                      <a:pPr algn="l"/>
                      <a:r>
                        <a:rPr lang="ja-JP" altLang="en-US" sz="2400" b="1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まとめ</a:t>
                      </a: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最終モデル確定・結果図整理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145074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修論執筆・発表準備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6233786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pPr algn="l"/>
                      <a:endParaRPr lang="ja-JP" altLang="en-US" sz="1400" b="1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86B8B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2000" b="0" dirty="0">
                          <a:solidFill>
                            <a:srgbClr val="292B2B"/>
                          </a:solidFill>
                          <a:latin typeface="Source Han Sans JP Medium"/>
                          <a:ea typeface="Source Han Sans JP Medium"/>
                        </a:rPr>
                        <a:t>最終整理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 dirty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400" b="0" dirty="0">
                        <a:solidFill>
                          <a:srgbClr val="292B2B"/>
                        </a:solidFill>
                        <a:latin typeface="Source Han Sans JP Medium"/>
                        <a:ea typeface="Source Han Sans JP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5324804"/>
                  </a:ext>
                </a:extLst>
              </a:tr>
            </a:tbl>
          </a:graphicData>
        </a:graphic>
      </p:graphicFrame>
      <p:sp>
        <p:nvSpPr>
          <p:cNvPr id="9" name="Arrow_r1">
            <a:extLst>
              <a:ext uri="{FF2B5EF4-FFF2-40B4-BE49-F238E27FC236}">
                <a16:creationId xmlns:a16="http://schemas.microsoft.com/office/drawing/2014/main" id="{6E63415D-5F77-4C74-A025-8BB883A304BF}"/>
              </a:ext>
            </a:extLst>
          </p:cNvPr>
          <p:cNvSpPr/>
          <p:nvPr/>
        </p:nvSpPr>
        <p:spPr>
          <a:xfrm>
            <a:off x="10287000" y="1968500"/>
            <a:ext cx="1524000" cy="330200"/>
          </a:xfrm>
          <a:prstGeom prst="homePlate">
            <a:avLst/>
          </a:prstGeom>
          <a:solidFill>
            <a:schemeClr val="bg1">
              <a:lumMod val="65000"/>
              <a:alpha val="93725"/>
            </a:scheme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6" name="Arrow_r2">
            <a:extLst>
              <a:ext uri="{FF2B5EF4-FFF2-40B4-BE49-F238E27FC236}">
                <a16:creationId xmlns:a16="http://schemas.microsoft.com/office/drawing/2014/main" id="{6FA5F99E-FAE7-4FBF-87F3-CE25A622C256}"/>
              </a:ext>
            </a:extLst>
          </p:cNvPr>
          <p:cNvSpPr/>
          <p:nvPr/>
        </p:nvSpPr>
        <p:spPr>
          <a:xfrm>
            <a:off x="10287000" y="2425700"/>
            <a:ext cx="1524000" cy="330200"/>
          </a:xfrm>
          <a:prstGeom prst="homePlate">
            <a:avLst/>
          </a:prstGeom>
          <a:solidFill>
            <a:schemeClr val="bg1">
              <a:lumMod val="65000"/>
              <a:alpha val="93725"/>
            </a:scheme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7" name="Arrow_r3">
            <a:extLst>
              <a:ext uri="{FF2B5EF4-FFF2-40B4-BE49-F238E27FC236}">
                <a16:creationId xmlns:a16="http://schemas.microsoft.com/office/drawing/2014/main" id="{F459DB02-0D81-4B09-8166-B7B697BEEB6F}"/>
              </a:ext>
            </a:extLst>
          </p:cNvPr>
          <p:cNvSpPr/>
          <p:nvPr/>
        </p:nvSpPr>
        <p:spPr>
          <a:xfrm>
            <a:off x="11049000" y="2882900"/>
            <a:ext cx="762000" cy="330200"/>
          </a:xfrm>
          <a:prstGeom prst="homePlate">
            <a:avLst/>
          </a:prstGeom>
          <a:solidFill>
            <a:schemeClr val="bg1">
              <a:lumMod val="65000"/>
              <a:alpha val="93725"/>
            </a:scheme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8" name="Arrow_r4">
            <a:extLst>
              <a:ext uri="{FF2B5EF4-FFF2-40B4-BE49-F238E27FC236}">
                <a16:creationId xmlns:a16="http://schemas.microsoft.com/office/drawing/2014/main" id="{F9B80A96-F230-4E40-92DE-0CB70ADCC9AB}"/>
              </a:ext>
            </a:extLst>
          </p:cNvPr>
          <p:cNvSpPr/>
          <p:nvPr/>
        </p:nvSpPr>
        <p:spPr>
          <a:xfrm>
            <a:off x="10287000" y="3340100"/>
            <a:ext cx="1524000" cy="330200"/>
          </a:xfrm>
          <a:prstGeom prst="homePlate">
            <a:avLst/>
          </a:prstGeom>
          <a:solidFill>
            <a:schemeClr val="bg1">
              <a:lumMod val="65000"/>
              <a:alpha val="93725"/>
            </a:scheme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9" name="Arrow_r5">
            <a:extLst>
              <a:ext uri="{FF2B5EF4-FFF2-40B4-BE49-F238E27FC236}">
                <a16:creationId xmlns:a16="http://schemas.microsoft.com/office/drawing/2014/main" id="{569D38A7-5B10-4193-87C0-B3C6E0995665}"/>
              </a:ext>
            </a:extLst>
          </p:cNvPr>
          <p:cNvSpPr/>
          <p:nvPr/>
        </p:nvSpPr>
        <p:spPr>
          <a:xfrm>
            <a:off x="11049000" y="3797300"/>
            <a:ext cx="762000" cy="330200"/>
          </a:xfrm>
          <a:prstGeom prst="homePlate">
            <a:avLst/>
          </a:prstGeom>
          <a:solidFill>
            <a:schemeClr val="bg1">
              <a:lumMod val="65000"/>
              <a:alpha val="93725"/>
            </a:scheme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0" name="Arrow_r6">
            <a:extLst>
              <a:ext uri="{FF2B5EF4-FFF2-40B4-BE49-F238E27FC236}">
                <a16:creationId xmlns:a16="http://schemas.microsoft.com/office/drawing/2014/main" id="{77812BFF-EB39-4381-BD3C-B6B155A25546}"/>
              </a:ext>
            </a:extLst>
          </p:cNvPr>
          <p:cNvSpPr/>
          <p:nvPr/>
        </p:nvSpPr>
        <p:spPr>
          <a:xfrm>
            <a:off x="11049000" y="4254500"/>
            <a:ext cx="1524000" cy="330200"/>
          </a:xfrm>
          <a:prstGeom prst="homePlate">
            <a:avLst/>
          </a:prstGeom>
          <a:solidFill>
            <a:srgbClr val="F79646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1" name="Arrow_r7">
            <a:extLst>
              <a:ext uri="{FF2B5EF4-FFF2-40B4-BE49-F238E27FC236}">
                <a16:creationId xmlns:a16="http://schemas.microsoft.com/office/drawing/2014/main" id="{CE4696B6-F452-44D2-8FB3-71D2647B5531}"/>
              </a:ext>
            </a:extLst>
          </p:cNvPr>
          <p:cNvSpPr/>
          <p:nvPr/>
        </p:nvSpPr>
        <p:spPr>
          <a:xfrm>
            <a:off x="11811000" y="4711700"/>
            <a:ext cx="762000" cy="330200"/>
          </a:xfrm>
          <a:prstGeom prst="homePlate">
            <a:avLst/>
          </a:prstGeom>
          <a:solidFill>
            <a:srgbClr val="F79646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2" name="Arrow_r8">
            <a:extLst>
              <a:ext uri="{FF2B5EF4-FFF2-40B4-BE49-F238E27FC236}">
                <a16:creationId xmlns:a16="http://schemas.microsoft.com/office/drawing/2014/main" id="{B61D8F6C-A200-4120-B4CE-C8218F090801}"/>
              </a:ext>
            </a:extLst>
          </p:cNvPr>
          <p:cNvSpPr/>
          <p:nvPr/>
        </p:nvSpPr>
        <p:spPr>
          <a:xfrm>
            <a:off x="12573000" y="5168900"/>
            <a:ext cx="1524000" cy="330200"/>
          </a:xfrm>
          <a:prstGeom prst="homePlate">
            <a:avLst/>
          </a:prstGeom>
          <a:solidFill>
            <a:schemeClr val="bg1">
              <a:lumMod val="65000"/>
              <a:alpha val="93725"/>
            </a:scheme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3" name="Arrow_r9">
            <a:extLst>
              <a:ext uri="{FF2B5EF4-FFF2-40B4-BE49-F238E27FC236}">
                <a16:creationId xmlns:a16="http://schemas.microsoft.com/office/drawing/2014/main" id="{46D98C71-2375-4675-973C-71970E2CF804}"/>
              </a:ext>
            </a:extLst>
          </p:cNvPr>
          <p:cNvSpPr/>
          <p:nvPr/>
        </p:nvSpPr>
        <p:spPr>
          <a:xfrm>
            <a:off x="12573000" y="5626100"/>
            <a:ext cx="1524000" cy="330200"/>
          </a:xfrm>
          <a:prstGeom prst="homePlate">
            <a:avLst/>
          </a:prstGeom>
          <a:solidFill>
            <a:schemeClr val="bg1">
              <a:lumMod val="65000"/>
              <a:alpha val="93725"/>
            </a:scheme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4" name="Arrow_r10">
            <a:extLst>
              <a:ext uri="{FF2B5EF4-FFF2-40B4-BE49-F238E27FC236}">
                <a16:creationId xmlns:a16="http://schemas.microsoft.com/office/drawing/2014/main" id="{70ABB943-D9AF-46F6-8C32-86BDEA71AB55}"/>
              </a:ext>
            </a:extLst>
          </p:cNvPr>
          <p:cNvSpPr/>
          <p:nvPr/>
        </p:nvSpPr>
        <p:spPr>
          <a:xfrm>
            <a:off x="13335000" y="6083300"/>
            <a:ext cx="1524000" cy="330200"/>
          </a:xfrm>
          <a:prstGeom prst="homePlate">
            <a:avLst/>
          </a:prstGeom>
          <a:solidFill>
            <a:schemeClr val="bg1">
              <a:lumMod val="65000"/>
              <a:alpha val="93725"/>
            </a:scheme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5" name="Arrow_r11">
            <a:extLst>
              <a:ext uri="{FF2B5EF4-FFF2-40B4-BE49-F238E27FC236}">
                <a16:creationId xmlns:a16="http://schemas.microsoft.com/office/drawing/2014/main" id="{60F3019B-4096-4C5D-B4A3-B8BE8B6E6B57}"/>
              </a:ext>
            </a:extLst>
          </p:cNvPr>
          <p:cNvSpPr/>
          <p:nvPr/>
        </p:nvSpPr>
        <p:spPr>
          <a:xfrm>
            <a:off x="10287000" y="6540500"/>
            <a:ext cx="2286000" cy="330200"/>
          </a:xfrm>
          <a:prstGeom prst="homePlate">
            <a:avLst/>
          </a:prstGeom>
          <a:solidFill>
            <a:srgbClr val="F79646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6" name="Arrow_r12">
            <a:extLst>
              <a:ext uri="{FF2B5EF4-FFF2-40B4-BE49-F238E27FC236}">
                <a16:creationId xmlns:a16="http://schemas.microsoft.com/office/drawing/2014/main" id="{D57190CC-F617-4CCA-BE83-5B453C0B39C4}"/>
              </a:ext>
            </a:extLst>
          </p:cNvPr>
          <p:cNvSpPr/>
          <p:nvPr/>
        </p:nvSpPr>
        <p:spPr>
          <a:xfrm>
            <a:off x="10287000" y="6997700"/>
            <a:ext cx="2286000" cy="330200"/>
          </a:xfrm>
          <a:prstGeom prst="homePlate">
            <a:avLst/>
          </a:prstGeom>
          <a:solidFill>
            <a:srgbClr val="F79646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7" name="Arrow_r13">
            <a:extLst>
              <a:ext uri="{FF2B5EF4-FFF2-40B4-BE49-F238E27FC236}">
                <a16:creationId xmlns:a16="http://schemas.microsoft.com/office/drawing/2014/main" id="{E3FB46B8-AAB7-48D5-B48F-9573C29F5A7A}"/>
              </a:ext>
            </a:extLst>
          </p:cNvPr>
          <p:cNvSpPr/>
          <p:nvPr/>
        </p:nvSpPr>
        <p:spPr>
          <a:xfrm>
            <a:off x="12573000" y="7454900"/>
            <a:ext cx="2286000" cy="330200"/>
          </a:xfrm>
          <a:prstGeom prst="homePlate">
            <a:avLst/>
          </a:prstGeom>
          <a:solidFill>
            <a:srgbClr val="F79646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8" name="Arrow_r14">
            <a:extLst>
              <a:ext uri="{FF2B5EF4-FFF2-40B4-BE49-F238E27FC236}">
                <a16:creationId xmlns:a16="http://schemas.microsoft.com/office/drawing/2014/main" id="{0749BADC-D141-47F7-ABA2-DF5C119F855C}"/>
              </a:ext>
            </a:extLst>
          </p:cNvPr>
          <p:cNvSpPr/>
          <p:nvPr/>
        </p:nvSpPr>
        <p:spPr>
          <a:xfrm>
            <a:off x="13335000" y="7912100"/>
            <a:ext cx="2286000" cy="330200"/>
          </a:xfrm>
          <a:prstGeom prst="homePlate">
            <a:avLst/>
          </a:prstGeom>
          <a:solidFill>
            <a:srgbClr val="F79646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9" name="Arrow_r15">
            <a:extLst>
              <a:ext uri="{FF2B5EF4-FFF2-40B4-BE49-F238E27FC236}">
                <a16:creationId xmlns:a16="http://schemas.microsoft.com/office/drawing/2014/main" id="{CAB2B8DC-087F-4474-B759-422C39A7203B}"/>
              </a:ext>
            </a:extLst>
          </p:cNvPr>
          <p:cNvSpPr/>
          <p:nvPr/>
        </p:nvSpPr>
        <p:spPr>
          <a:xfrm>
            <a:off x="10287000" y="8369300"/>
            <a:ext cx="5334000" cy="330200"/>
          </a:xfrm>
          <a:prstGeom prst="homePlate">
            <a:avLst/>
          </a:prstGeom>
          <a:solidFill>
            <a:srgbClr val="F79646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40" name="Arrow_r16">
            <a:extLst>
              <a:ext uri="{FF2B5EF4-FFF2-40B4-BE49-F238E27FC236}">
                <a16:creationId xmlns:a16="http://schemas.microsoft.com/office/drawing/2014/main" id="{3BBF6912-6F90-427F-8B86-C16A086DFBE5}"/>
              </a:ext>
            </a:extLst>
          </p:cNvPr>
          <p:cNvSpPr/>
          <p:nvPr/>
        </p:nvSpPr>
        <p:spPr>
          <a:xfrm>
            <a:off x="14859000" y="8826500"/>
            <a:ext cx="1524000" cy="330200"/>
          </a:xfrm>
          <a:prstGeom prst="homePlate">
            <a:avLst/>
          </a:prstGeom>
          <a:solidFill>
            <a:srgbClr val="F79646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41" name="Arrow_r17">
            <a:extLst>
              <a:ext uri="{FF2B5EF4-FFF2-40B4-BE49-F238E27FC236}">
                <a16:creationId xmlns:a16="http://schemas.microsoft.com/office/drawing/2014/main" id="{270ADA1E-020E-484E-BCAE-0CD832B724F8}"/>
              </a:ext>
            </a:extLst>
          </p:cNvPr>
          <p:cNvSpPr/>
          <p:nvPr/>
        </p:nvSpPr>
        <p:spPr>
          <a:xfrm>
            <a:off x="15621000" y="9283700"/>
            <a:ext cx="1524000" cy="330200"/>
          </a:xfrm>
          <a:prstGeom prst="homePlate">
            <a:avLst/>
          </a:prstGeom>
          <a:solidFill>
            <a:srgbClr val="F79646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42" name="Arrow_r18">
            <a:extLst>
              <a:ext uri="{FF2B5EF4-FFF2-40B4-BE49-F238E27FC236}">
                <a16:creationId xmlns:a16="http://schemas.microsoft.com/office/drawing/2014/main" id="{0D1A7D83-2DAF-454E-AFD1-4E738298B70A}"/>
              </a:ext>
            </a:extLst>
          </p:cNvPr>
          <p:cNvSpPr/>
          <p:nvPr/>
        </p:nvSpPr>
        <p:spPr>
          <a:xfrm>
            <a:off x="17145000" y="9740900"/>
            <a:ext cx="762000" cy="330200"/>
          </a:xfrm>
          <a:prstGeom prst="homePlate">
            <a:avLst/>
          </a:prstGeom>
          <a:solidFill>
            <a:srgbClr val="F79646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760" name="mk760"/>
          <p:cNvSpPr/>
          <p:nvPr/>
        </p:nvSpPr>
        <p:spPr>
          <a:xfrm>
            <a:off x="11690350" y="1244600"/>
            <a:ext cx="44450" cy="8890000"/>
          </a:xfrm>
          <a:prstGeom prst="rect">
            <a:avLst/>
          </a:prstGeom>
          <a:solidFill>
            <a:srgbClr val="1F5C5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tb730">
            <a:extLst>
              <a:ext uri="{FF2B5EF4-FFF2-40B4-BE49-F238E27FC236}">
                <a16:creationId xmlns:a16="http://schemas.microsoft.com/office/drawing/2014/main" id="{B7CB8C4A-CEF5-9933-C219-90296BACE9C3}"/>
              </a:ext>
            </a:extLst>
          </p:cNvPr>
          <p:cNvSpPr txBox="1"/>
          <p:nvPr/>
        </p:nvSpPr>
        <p:spPr>
          <a:xfrm>
            <a:off x="12649200" y="4224337"/>
            <a:ext cx="1524000" cy="487363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algn="l">
              <a:lnSpc>
                <a:spcPts val="3000"/>
              </a:lnSpc>
              <a:spcBef>
                <a:spcPts val="700"/>
              </a:spcBef>
              <a:buClr>
                <a:srgbClr val="64A4A3"/>
              </a:buClr>
              <a:buSzPct val="80000"/>
            </a:pPr>
            <a:r>
              <a:rPr lang="ja-JP" altLang="en-US" sz="2000" dirty="0">
                <a:solidFill>
                  <a:srgbClr val="292B2B"/>
                </a:solidFill>
                <a:latin typeface="Source Han Sans JP Bold" panose="020B0600070205080204" charset="-128"/>
                <a:ea typeface="Source Han Sans JP Bold" panose="020B0600070205080204" charset="-128"/>
              </a:rPr>
              <a:t>結果の確認中</a:t>
            </a:r>
          </a:p>
        </p:txBody>
      </p:sp>
      <p:sp>
        <p:nvSpPr>
          <p:cNvPr id="8" name="tb730">
            <a:extLst>
              <a:ext uri="{FF2B5EF4-FFF2-40B4-BE49-F238E27FC236}">
                <a16:creationId xmlns:a16="http://schemas.microsoft.com/office/drawing/2014/main" id="{E327C4E7-F344-DA9A-D23B-66CD248E95E3}"/>
              </a:ext>
            </a:extLst>
          </p:cNvPr>
          <p:cNvSpPr txBox="1"/>
          <p:nvPr/>
        </p:nvSpPr>
        <p:spPr>
          <a:xfrm>
            <a:off x="12649200" y="4618037"/>
            <a:ext cx="1524000" cy="487363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algn="l">
              <a:lnSpc>
                <a:spcPts val="3000"/>
              </a:lnSpc>
              <a:spcBef>
                <a:spcPts val="700"/>
              </a:spcBef>
              <a:buClr>
                <a:srgbClr val="64A4A3"/>
              </a:buClr>
              <a:buSzPct val="80000"/>
            </a:pPr>
            <a:r>
              <a:rPr lang="ja-JP" altLang="en-US" sz="2000" dirty="0">
                <a:solidFill>
                  <a:srgbClr val="292B2B"/>
                </a:solidFill>
                <a:latin typeface="Source Han Sans JP Bold" panose="020B0600070205080204" charset="-128"/>
                <a:ea typeface="Source Han Sans JP Bold" panose="020B0600070205080204" charset="-128"/>
              </a:rPr>
              <a:t>結果の確認中</a:t>
            </a:r>
          </a:p>
        </p:txBody>
      </p:sp>
      <p:sp>
        <p:nvSpPr>
          <p:cNvPr id="6" name="tb730">
            <a:extLst>
              <a:ext uri="{FF2B5EF4-FFF2-40B4-BE49-F238E27FC236}">
                <a16:creationId xmlns:a16="http://schemas.microsoft.com/office/drawing/2014/main" id="{ED8CEC0F-1C54-8BCB-BA1D-667EE0FA33A1}"/>
              </a:ext>
            </a:extLst>
          </p:cNvPr>
          <p:cNvSpPr txBox="1"/>
          <p:nvPr/>
        </p:nvSpPr>
        <p:spPr>
          <a:xfrm>
            <a:off x="12725400" y="6461918"/>
            <a:ext cx="1524000" cy="487363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algn="l">
              <a:lnSpc>
                <a:spcPts val="3000"/>
              </a:lnSpc>
              <a:spcBef>
                <a:spcPts val="700"/>
              </a:spcBef>
              <a:buClr>
                <a:srgbClr val="64A4A3"/>
              </a:buClr>
              <a:buSzPct val="80000"/>
            </a:pPr>
            <a:r>
              <a:rPr lang="ja-JP" altLang="en-US" sz="2000" dirty="0">
                <a:solidFill>
                  <a:srgbClr val="292B2B"/>
                </a:solidFill>
                <a:latin typeface="Source Han Sans JP Bold" panose="020B0600070205080204" charset="-128"/>
                <a:ea typeface="Source Han Sans JP Bold" panose="020B0600070205080204" charset="-128"/>
              </a:rPr>
              <a:t>検討中</a:t>
            </a:r>
          </a:p>
        </p:txBody>
      </p:sp>
      <p:sp>
        <p:nvSpPr>
          <p:cNvPr id="44" name="tb730">
            <a:extLst>
              <a:ext uri="{FF2B5EF4-FFF2-40B4-BE49-F238E27FC236}">
                <a16:creationId xmlns:a16="http://schemas.microsoft.com/office/drawing/2014/main" id="{0E91B0B1-05D9-EABC-D44B-F6BA62FFC8F1}"/>
              </a:ext>
            </a:extLst>
          </p:cNvPr>
          <p:cNvSpPr txBox="1"/>
          <p:nvPr/>
        </p:nvSpPr>
        <p:spPr>
          <a:xfrm>
            <a:off x="12725400" y="6967536"/>
            <a:ext cx="1524000" cy="487363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algn="l">
              <a:lnSpc>
                <a:spcPts val="3000"/>
              </a:lnSpc>
              <a:spcBef>
                <a:spcPts val="700"/>
              </a:spcBef>
              <a:buClr>
                <a:srgbClr val="64A4A3"/>
              </a:buClr>
              <a:buSzPct val="80000"/>
            </a:pPr>
            <a:r>
              <a:rPr lang="ja-JP" altLang="en-US" sz="2000" dirty="0">
                <a:solidFill>
                  <a:srgbClr val="292B2B"/>
                </a:solidFill>
                <a:latin typeface="Source Han Sans JP Bold" panose="020B0600070205080204" charset="-128"/>
                <a:ea typeface="Source Han Sans JP Bold" panose="020B0600070205080204" charset="-128"/>
              </a:rPr>
              <a:t>検討中</a:t>
            </a:r>
          </a:p>
        </p:txBody>
      </p:sp>
    </p:spTree>
    <p:extLst>
      <p:ext uri="{BB962C8B-B14F-4D97-AF65-F5344CB8AC3E}">
        <p14:creationId xmlns:p14="http://schemas.microsoft.com/office/powerpoint/2010/main" val="28983675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7C129-D25A-7AC6-7BEF-4C9175EAF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スライド番号プレースホルダー 28">
            <a:extLst>
              <a:ext uri="{FF2B5EF4-FFF2-40B4-BE49-F238E27FC236}">
                <a16:creationId xmlns:a16="http://schemas.microsoft.com/office/drawing/2014/main" id="{5E2DE968-B75A-4966-7944-C0E604979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024509" y="342900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4800" smtClean="0"/>
              <a:pPr/>
              <a:t>4</a:t>
            </a:fld>
            <a:endParaRPr lang="en-US" sz="4800" dirty="0"/>
          </a:p>
        </p:txBody>
      </p: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8334DFA0-8DE6-A1CA-4B02-956CC822A9B5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9234DEB0-6736-6EE9-246A-A8C26C7C9E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1308B1B8-79E4-CD3C-D7C4-9B5CAD7A4825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31" name="直線コネクタ 30">
              <a:extLst>
                <a:ext uri="{FF2B5EF4-FFF2-40B4-BE49-F238E27FC236}">
                  <a16:creationId xmlns:a16="http://schemas.microsoft.com/office/drawing/2014/main" id="{82FA91DD-ECEC-A9A2-B78A-0D36BD00ECF9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フローチャート: 論理積ゲート 31">
              <a:extLst>
                <a:ext uri="{FF2B5EF4-FFF2-40B4-BE49-F238E27FC236}">
                  <a16:creationId xmlns:a16="http://schemas.microsoft.com/office/drawing/2014/main" id="{39DAEC2D-10BC-E35B-E68E-038FDAB88E3B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33" name="Group 3">
            <a:extLst>
              <a:ext uri="{FF2B5EF4-FFF2-40B4-BE49-F238E27FC236}">
                <a16:creationId xmlns:a16="http://schemas.microsoft.com/office/drawing/2014/main" id="{75415183-6A0B-502C-65AD-08663C06A2DF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34" name="Group 4">
              <a:extLst>
                <a:ext uri="{FF2B5EF4-FFF2-40B4-BE49-F238E27FC236}">
                  <a16:creationId xmlns:a16="http://schemas.microsoft.com/office/drawing/2014/main" id="{6A0BEC33-F965-528A-7EE7-031A0AB8DA45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41" name="Freeform 5">
                <a:extLst>
                  <a:ext uri="{FF2B5EF4-FFF2-40B4-BE49-F238E27FC236}">
                    <a16:creationId xmlns:a16="http://schemas.microsoft.com/office/drawing/2014/main" id="{8A863B98-136D-237B-09CF-149AAA8BE2B9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42" name="TextBox 6">
                <a:extLst>
                  <a:ext uri="{FF2B5EF4-FFF2-40B4-BE49-F238E27FC236}">
                    <a16:creationId xmlns:a16="http://schemas.microsoft.com/office/drawing/2014/main" id="{17AD1CFE-1A95-DE00-441C-F562D15D638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35" name="Group 7">
              <a:extLst>
                <a:ext uri="{FF2B5EF4-FFF2-40B4-BE49-F238E27FC236}">
                  <a16:creationId xmlns:a16="http://schemas.microsoft.com/office/drawing/2014/main" id="{9F40753F-BB08-75A3-4F38-FE37C7E7FE24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39" name="Freeform 8">
                <a:extLst>
                  <a:ext uri="{FF2B5EF4-FFF2-40B4-BE49-F238E27FC236}">
                    <a16:creationId xmlns:a16="http://schemas.microsoft.com/office/drawing/2014/main" id="{16FC310A-FDD8-3ADD-AE87-FC477F0C1C7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40" name="TextBox 9">
                <a:extLst>
                  <a:ext uri="{FF2B5EF4-FFF2-40B4-BE49-F238E27FC236}">
                    <a16:creationId xmlns:a16="http://schemas.microsoft.com/office/drawing/2014/main" id="{75CC62C7-66F2-5778-DDBA-0831A041373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36" name="Group 10">
              <a:extLst>
                <a:ext uri="{FF2B5EF4-FFF2-40B4-BE49-F238E27FC236}">
                  <a16:creationId xmlns:a16="http://schemas.microsoft.com/office/drawing/2014/main" id="{3C9B4FA2-551E-3693-F907-BF36FC39C727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37" name="Freeform 11">
                <a:extLst>
                  <a:ext uri="{FF2B5EF4-FFF2-40B4-BE49-F238E27FC236}">
                    <a16:creationId xmlns:a16="http://schemas.microsoft.com/office/drawing/2014/main" id="{CA0FAD96-CF91-9BBF-A514-58238E6AF9AF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38" name="TextBox 12">
                <a:extLst>
                  <a:ext uri="{FF2B5EF4-FFF2-40B4-BE49-F238E27FC236}">
                    <a16:creationId xmlns:a16="http://schemas.microsoft.com/office/drawing/2014/main" id="{BFB98F27-F591-E6C2-4786-B56BD000279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43" name="TextBox 24">
            <a:extLst>
              <a:ext uri="{FF2B5EF4-FFF2-40B4-BE49-F238E27FC236}">
                <a16:creationId xmlns:a16="http://schemas.microsoft.com/office/drawing/2014/main" id="{F7A8671A-FFC8-8BF2-36F1-EF11EE7843D7}"/>
              </a:ext>
            </a:extLst>
          </p:cNvPr>
          <p:cNvSpPr txBox="1"/>
          <p:nvPr/>
        </p:nvSpPr>
        <p:spPr>
          <a:xfrm>
            <a:off x="1806795" y="305043"/>
            <a:ext cx="6155531" cy="70057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Medium"/>
                <a:ea typeface="Source Han Sans JP Medium"/>
              </a:rPr>
              <a:t>現在残っている課題と理由</a:t>
            </a:r>
          </a:p>
        </p:txBody>
      </p:sp>
      <p:sp>
        <p:nvSpPr>
          <p:cNvPr id="700" name="bar700"/>
          <p:cNvSpPr/>
          <p:nvPr/>
        </p:nvSpPr>
        <p:spPr>
          <a:xfrm>
            <a:off x="1536700" y="1905000"/>
            <a:ext cx="165100" cy="584200"/>
          </a:xfrm>
          <a:prstGeom prst="rect">
            <a:avLst/>
          </a:prstGeom>
          <a:solidFill>
            <a:srgbClr val="64A4A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01" name="tb701"/>
          <p:cNvSpPr txBox="1"/>
          <p:nvPr/>
        </p:nvSpPr>
        <p:spPr>
          <a:xfrm>
            <a:off x="1905000" y="1905000"/>
            <a:ext cx="15621000" cy="635000"/>
          </a:xfrm>
          <a:prstGeom prst="rect">
            <a:avLst/>
          </a:prstGeom>
          <a:noFill/>
        </p:spPr>
        <p:txBody>
          <a:bodyPr wrap="square" lIns="0" rIns="0" rtlCol="0" anchor="ctr">
            <a:normAutofit/>
          </a:bodyPr>
          <a:lstStyle/>
          <a:p>
            <a:pPr algn="l">
              <a:lnSpc>
                <a:spcPts val="3740"/>
              </a:lnSpc>
            </a:pPr>
            <a:r>
              <a:rPr lang="ja-JP" altLang="en-US" sz="2990" b="1" dirty="0">
                <a:solidFill>
                  <a:srgbClr val="292B2B"/>
                </a:solidFill>
                <a:latin typeface="Source Han Sans JP Bold"/>
                <a:ea typeface="Source Han Sans JP Bold"/>
              </a:rPr>
              <a:t>アンサンブルの実装を優先してしまっていたため，説明性が遅れ気味</a:t>
            </a:r>
          </a:p>
        </p:txBody>
      </p:sp>
      <p:sp>
        <p:nvSpPr>
          <p:cNvPr id="710" name="tb710"/>
          <p:cNvSpPr txBox="1"/>
          <p:nvPr/>
        </p:nvSpPr>
        <p:spPr>
          <a:xfrm>
            <a:off x="1524000" y="3403600"/>
            <a:ext cx="8382000" cy="47879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ja-JP" altLang="en-US" sz="299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現在残っている課題</a:t>
            </a:r>
          </a:p>
          <a:p>
            <a:pPr marL="0" indent="0" algn="l">
              <a:lnSpc>
                <a:spcPts val="3740"/>
              </a:lnSpc>
              <a:spcBef>
                <a:spcPts val="1100"/>
              </a:spcBef>
              <a:buNone/>
            </a:pPr>
            <a:r>
              <a:rPr lang="ja-JP" altLang="en-US" sz="2760" b="1" dirty="0">
                <a:solidFill>
                  <a:srgbClr val="292B2B"/>
                </a:solidFill>
                <a:latin typeface="Source Han Sans JP Bold"/>
                <a:ea typeface="Source Han Sans JP Bold"/>
              </a:rPr>
              <a:t>1. 説明性出力の確認と解釈</a:t>
            </a:r>
          </a:p>
          <a:p>
            <a:pPr marL="660400" indent="-304800" algn="l">
              <a:lnSpc>
                <a:spcPts val="3850"/>
              </a:lnSpc>
              <a:spcBef>
                <a:spcPts val="220"/>
              </a:spcBef>
              <a:buClr>
                <a:srgbClr val="9BBFBE"/>
              </a:buClr>
              <a:buFont typeface="Arial" pitchFamily="34" charset="0"/>
              <a:buChar char="–"/>
            </a:pPr>
            <a:r>
              <a:rPr lang="ja-JP" altLang="en-US" sz="2530" dirty="0">
                <a:solidFill>
                  <a:srgbClr val="47514F"/>
                </a:solidFill>
                <a:latin typeface="Source Han Sans JP"/>
                <a:ea typeface="Source Han Sans JP"/>
              </a:rPr>
              <a:t>各手法による結果の確認</a:t>
            </a:r>
            <a:endParaRPr lang="en-US" altLang="ja-JP" sz="2530" dirty="0">
              <a:solidFill>
                <a:srgbClr val="47514F"/>
              </a:solidFill>
              <a:latin typeface="Source Han Sans JP"/>
              <a:ea typeface="Source Han Sans JP"/>
            </a:endParaRPr>
          </a:p>
          <a:p>
            <a:pPr marL="660400" indent="-304800" algn="l">
              <a:lnSpc>
                <a:spcPts val="3850"/>
              </a:lnSpc>
              <a:spcBef>
                <a:spcPts val="220"/>
              </a:spcBef>
              <a:buClr>
                <a:srgbClr val="9BBFBE"/>
              </a:buClr>
              <a:buFont typeface="Arial" pitchFamily="34" charset="0"/>
              <a:buChar char="–"/>
            </a:pPr>
            <a:r>
              <a:rPr lang="ja-JP" altLang="en-US" sz="2530" dirty="0">
                <a:solidFill>
                  <a:srgbClr val="47514F"/>
                </a:solidFill>
                <a:latin typeface="Source Han Sans JP"/>
                <a:ea typeface="Source Han Sans JP"/>
              </a:rPr>
              <a:t>各手法や条件間で結果の比較</a:t>
            </a:r>
          </a:p>
          <a:p>
            <a:pPr marL="0" indent="0" algn="l">
              <a:lnSpc>
                <a:spcPts val="3740"/>
              </a:lnSpc>
              <a:spcBef>
                <a:spcPts val="1100"/>
              </a:spcBef>
              <a:buNone/>
            </a:pPr>
            <a:r>
              <a:rPr lang="ja-JP" altLang="en-US" sz="2760" b="1" dirty="0">
                <a:solidFill>
                  <a:srgbClr val="292B2B"/>
                </a:solidFill>
                <a:latin typeface="Source Han Sans JP Bold"/>
                <a:ea typeface="Source Han Sans JP Bold"/>
              </a:rPr>
              <a:t>2. ONBに特化した検知手法について</a:t>
            </a:r>
          </a:p>
          <a:p>
            <a:pPr marL="660400" indent="-304800" algn="l">
              <a:lnSpc>
                <a:spcPts val="3850"/>
              </a:lnSpc>
              <a:spcBef>
                <a:spcPts val="220"/>
              </a:spcBef>
              <a:buClr>
                <a:srgbClr val="9BBFBE"/>
              </a:buClr>
              <a:buFont typeface="Arial" pitchFamily="34" charset="0"/>
              <a:buChar char="–"/>
            </a:pPr>
            <a:r>
              <a:rPr lang="ja-JP" altLang="en-US" sz="2530" dirty="0">
                <a:solidFill>
                  <a:srgbClr val="47514F"/>
                </a:solidFill>
                <a:latin typeface="Source Han Sans JP"/>
                <a:ea typeface="Source Han Sans JP"/>
              </a:rPr>
              <a:t>ONB近傍の正式な定義</a:t>
            </a:r>
          </a:p>
          <a:p>
            <a:pPr marL="660400" indent="-304800">
              <a:lnSpc>
                <a:spcPts val="3850"/>
              </a:lnSpc>
              <a:spcBef>
                <a:spcPts val="220"/>
              </a:spcBef>
              <a:buClr>
                <a:srgbClr val="9BBFBE"/>
              </a:buClr>
              <a:buFont typeface="Arial" pitchFamily="34" charset="0"/>
              <a:buChar char="–"/>
            </a:pPr>
            <a:r>
              <a:rPr lang="ja-JP" altLang="en-US" sz="2530" dirty="0">
                <a:solidFill>
                  <a:srgbClr val="47514F"/>
                </a:solidFill>
                <a:latin typeface="Source Han Sans JP"/>
                <a:ea typeface="Source Han Sans JP"/>
              </a:rPr>
              <a:t>ONB近傍のデータの刻み幅や入力表現等の検討</a:t>
            </a:r>
          </a:p>
          <a:p>
            <a:pPr marL="660400" indent="-304800">
              <a:lnSpc>
                <a:spcPts val="3850"/>
              </a:lnSpc>
              <a:spcBef>
                <a:spcPts val="220"/>
              </a:spcBef>
              <a:buClr>
                <a:srgbClr val="9BBFBE"/>
              </a:buClr>
              <a:buFont typeface="Arial" pitchFamily="34" charset="0"/>
              <a:buChar char="–"/>
            </a:pPr>
            <a:r>
              <a:rPr lang="ja-JP" altLang="en-US" sz="2530" dirty="0">
                <a:solidFill>
                  <a:srgbClr val="47514F"/>
                </a:solidFill>
                <a:latin typeface="Source Han Sans JP"/>
                <a:ea typeface="Source Han Sans JP"/>
              </a:rPr>
              <a:t>ONB近傍の見逃し率や検知遅れ等の評価指標</a:t>
            </a:r>
          </a:p>
        </p:txBody>
      </p:sp>
      <p:sp>
        <p:nvSpPr>
          <p:cNvPr id="720" name="tb720"/>
          <p:cNvSpPr txBox="1"/>
          <p:nvPr/>
        </p:nvSpPr>
        <p:spPr>
          <a:xfrm>
            <a:off x="10160000" y="3403600"/>
            <a:ext cx="6921500" cy="37211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ja-JP" altLang="en-US" sz="299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未完了となった理由</a:t>
            </a:r>
          </a:p>
          <a:p>
            <a:pPr marL="457200" indent="-457200" algn="l">
              <a:lnSpc>
                <a:spcPts val="4620"/>
              </a:lnSpc>
              <a:spcBef>
                <a:spcPts val="330"/>
              </a:spcBef>
              <a:buClr>
                <a:srgbClr val="64A4A3"/>
              </a:buClr>
              <a:buFont typeface="Wingdings" pitchFamily="2" charset="2"/>
              <a:buChar char="l"/>
            </a:pPr>
            <a:r>
              <a:rPr lang="en-US" altLang="ja-JP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Conformer</a:t>
            </a: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とAlexNetの精度が悪く，その修正に時間がかかった</a:t>
            </a:r>
            <a:endParaRPr lang="en-US" altLang="ja-JP" sz="2760" dirty="0">
              <a:solidFill>
                <a:srgbClr val="292B2B"/>
              </a:solidFill>
              <a:latin typeface="Source Han Sans JP"/>
              <a:ea typeface="Source Han Sans JP"/>
            </a:endParaRPr>
          </a:p>
          <a:p>
            <a:pPr marL="457200" indent="-457200" algn="l">
              <a:lnSpc>
                <a:spcPts val="4620"/>
              </a:lnSpc>
              <a:spcBef>
                <a:spcPts val="330"/>
              </a:spcBef>
              <a:buClr>
                <a:srgbClr val="64A4A3"/>
              </a:buClr>
              <a:buFont typeface="Wingdings" pitchFamily="2" charset="2"/>
              <a:buChar char="l"/>
            </a:pP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中間発表に向けて，説明性手法の実装を前倒しした</a:t>
            </a:r>
          </a:p>
        </p:txBody>
      </p:sp>
    </p:spTree>
    <p:extLst>
      <p:ext uri="{BB962C8B-B14F-4D97-AF65-F5344CB8AC3E}">
        <p14:creationId xmlns:p14="http://schemas.microsoft.com/office/powerpoint/2010/main" val="482142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97095-AF12-5A0D-09C9-F7ABC48E7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スライド番号プレースホルダー 28">
            <a:extLst>
              <a:ext uri="{FF2B5EF4-FFF2-40B4-BE49-F238E27FC236}">
                <a16:creationId xmlns:a16="http://schemas.microsoft.com/office/drawing/2014/main" id="{100212A4-2D93-E42D-F43F-3D865B11C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024509" y="342900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4800" smtClean="0"/>
              <a:pPr/>
              <a:t>5</a:t>
            </a:fld>
            <a:endParaRPr lang="en-US" sz="4800" dirty="0"/>
          </a:p>
        </p:txBody>
      </p: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CE5E0B2F-F763-22C1-3700-7F4CFDF22105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1B8EB6B3-4219-0C79-A21E-539259355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FEC8B33A-3850-6CCC-9DBD-D99CE1297D12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31" name="直線コネクタ 30">
              <a:extLst>
                <a:ext uri="{FF2B5EF4-FFF2-40B4-BE49-F238E27FC236}">
                  <a16:creationId xmlns:a16="http://schemas.microsoft.com/office/drawing/2014/main" id="{1822B7CD-3D84-25E4-FAE7-A724B030373F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フローチャート: 論理積ゲート 31">
              <a:extLst>
                <a:ext uri="{FF2B5EF4-FFF2-40B4-BE49-F238E27FC236}">
                  <a16:creationId xmlns:a16="http://schemas.microsoft.com/office/drawing/2014/main" id="{26FB7247-73F4-FC6B-704A-F91C1DE1A043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33" name="Group 3">
            <a:extLst>
              <a:ext uri="{FF2B5EF4-FFF2-40B4-BE49-F238E27FC236}">
                <a16:creationId xmlns:a16="http://schemas.microsoft.com/office/drawing/2014/main" id="{6386CD71-55CF-7637-1C85-71D30F14EE9C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34" name="Group 4">
              <a:extLst>
                <a:ext uri="{FF2B5EF4-FFF2-40B4-BE49-F238E27FC236}">
                  <a16:creationId xmlns:a16="http://schemas.microsoft.com/office/drawing/2014/main" id="{BA8360CB-CB3C-63BA-89C3-98C8234ABC08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41" name="Freeform 5">
                <a:extLst>
                  <a:ext uri="{FF2B5EF4-FFF2-40B4-BE49-F238E27FC236}">
                    <a16:creationId xmlns:a16="http://schemas.microsoft.com/office/drawing/2014/main" id="{ABDD11FB-9DE8-4416-596D-5D975399CCAF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42" name="TextBox 6">
                <a:extLst>
                  <a:ext uri="{FF2B5EF4-FFF2-40B4-BE49-F238E27FC236}">
                    <a16:creationId xmlns:a16="http://schemas.microsoft.com/office/drawing/2014/main" id="{1DC3491A-DFDB-3889-4EAC-A1D3F71F14A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35" name="Group 7">
              <a:extLst>
                <a:ext uri="{FF2B5EF4-FFF2-40B4-BE49-F238E27FC236}">
                  <a16:creationId xmlns:a16="http://schemas.microsoft.com/office/drawing/2014/main" id="{1372A997-48C4-BE0C-4790-A7FE9E9737A0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39" name="Freeform 8">
                <a:extLst>
                  <a:ext uri="{FF2B5EF4-FFF2-40B4-BE49-F238E27FC236}">
                    <a16:creationId xmlns:a16="http://schemas.microsoft.com/office/drawing/2014/main" id="{C8AFE3BE-6429-7349-B897-8EA584E8347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40" name="TextBox 9">
                <a:extLst>
                  <a:ext uri="{FF2B5EF4-FFF2-40B4-BE49-F238E27FC236}">
                    <a16:creationId xmlns:a16="http://schemas.microsoft.com/office/drawing/2014/main" id="{7860339D-880B-7B5E-A3B7-53BD6268E88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36" name="Group 10">
              <a:extLst>
                <a:ext uri="{FF2B5EF4-FFF2-40B4-BE49-F238E27FC236}">
                  <a16:creationId xmlns:a16="http://schemas.microsoft.com/office/drawing/2014/main" id="{4EBF17AC-C77C-794D-1B8F-86F1A3CF92AA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37" name="Freeform 11">
                <a:extLst>
                  <a:ext uri="{FF2B5EF4-FFF2-40B4-BE49-F238E27FC236}">
                    <a16:creationId xmlns:a16="http://schemas.microsoft.com/office/drawing/2014/main" id="{E47837EC-ADEA-A18E-B40C-355AC095EBC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38" name="TextBox 12">
                <a:extLst>
                  <a:ext uri="{FF2B5EF4-FFF2-40B4-BE49-F238E27FC236}">
                    <a16:creationId xmlns:a16="http://schemas.microsoft.com/office/drawing/2014/main" id="{63760B9E-661E-BA99-9078-A8547168F8A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43" name="TextBox 24">
            <a:extLst>
              <a:ext uri="{FF2B5EF4-FFF2-40B4-BE49-F238E27FC236}">
                <a16:creationId xmlns:a16="http://schemas.microsoft.com/office/drawing/2014/main" id="{05B0307B-5FEB-41EC-FEC9-58D8111E678E}"/>
              </a:ext>
            </a:extLst>
          </p:cNvPr>
          <p:cNvSpPr txBox="1"/>
          <p:nvPr/>
        </p:nvSpPr>
        <p:spPr>
          <a:xfrm>
            <a:off x="1806795" y="305043"/>
            <a:ext cx="3077766" cy="70057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Medium"/>
                <a:ea typeface="Source Han Sans JP Medium"/>
              </a:rPr>
              <a:t>今後やること</a:t>
            </a:r>
          </a:p>
        </p:txBody>
      </p:sp>
      <p:sp>
        <p:nvSpPr>
          <p:cNvPr id="700" name="bar700"/>
          <p:cNvSpPr/>
          <p:nvPr/>
        </p:nvSpPr>
        <p:spPr>
          <a:xfrm>
            <a:off x="1536700" y="1905000"/>
            <a:ext cx="165100" cy="609600"/>
          </a:xfrm>
          <a:prstGeom prst="rect">
            <a:avLst/>
          </a:prstGeom>
          <a:solidFill>
            <a:srgbClr val="64A4A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01" name="tb701"/>
          <p:cNvSpPr txBox="1"/>
          <p:nvPr/>
        </p:nvSpPr>
        <p:spPr>
          <a:xfrm>
            <a:off x="1905000" y="1905000"/>
            <a:ext cx="15875000" cy="6604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algn="l">
              <a:lnSpc>
                <a:spcPts val="3885"/>
              </a:lnSpc>
            </a:pPr>
            <a:r>
              <a:rPr lang="ja-JP" altLang="en-US" sz="3024" b="1" dirty="0">
                <a:solidFill>
                  <a:srgbClr val="292B2B"/>
                </a:solidFill>
                <a:latin typeface="Source Han Sans JP Bold"/>
                <a:ea typeface="Source Han Sans JP Bold"/>
              </a:rPr>
              <a:t>説明性の確認からONB評価定義・データ設計・再検証へ段階的に進める</a:t>
            </a:r>
          </a:p>
        </p:txBody>
      </p:sp>
      <p:sp>
        <p:nvSpPr>
          <p:cNvPr id="710" name="tb710"/>
          <p:cNvSpPr txBox="1"/>
          <p:nvPr/>
        </p:nvSpPr>
        <p:spPr>
          <a:xfrm>
            <a:off x="2429592" y="3611598"/>
            <a:ext cx="12505608" cy="54737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787400" indent="-787400" algn="l">
              <a:lnSpc>
                <a:spcPts val="3780"/>
              </a:lnSpc>
              <a:spcBef>
                <a:spcPts val="1260"/>
              </a:spcBef>
              <a:buNone/>
            </a:pPr>
            <a:r>
              <a:rPr lang="en-US" altLang="ja-JP" sz="324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1  </a:t>
            </a:r>
            <a:r>
              <a:rPr lang="ja-JP" altLang="en-US" sz="3240" b="1" dirty="0">
                <a:solidFill>
                  <a:srgbClr val="292B2B"/>
                </a:solidFill>
                <a:latin typeface="Source Han Sans JP Bold"/>
                <a:ea typeface="Source Han Sans JP Bold"/>
              </a:rPr>
              <a:t>説明性出力を確認</a:t>
            </a:r>
          </a:p>
          <a:p>
            <a:pPr marL="787400" indent="0" algn="l">
              <a:lnSpc>
                <a:spcPts val="3255"/>
              </a:lnSpc>
              <a:spcBef>
                <a:spcPts val="210"/>
              </a:spcBef>
              <a:buNone/>
            </a:pPr>
            <a:r>
              <a:rPr lang="ja-JP" altLang="en-US" sz="2800" dirty="0">
                <a:solidFill>
                  <a:srgbClr val="47514F"/>
                </a:solidFill>
                <a:latin typeface="Source Han Sans JP"/>
                <a:ea typeface="Source Han Sans JP"/>
              </a:rPr>
              <a:t>代表標本・モデル間・ノイズ条件間を比較</a:t>
            </a:r>
          </a:p>
          <a:p>
            <a:pPr marL="787400" indent="-787400" algn="l">
              <a:lnSpc>
                <a:spcPts val="3780"/>
              </a:lnSpc>
              <a:spcBef>
                <a:spcPts val="1260"/>
              </a:spcBef>
              <a:buNone/>
            </a:pPr>
            <a:r>
              <a:rPr lang="en-US" altLang="ja-JP" sz="324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2  </a:t>
            </a:r>
            <a:r>
              <a:rPr lang="ja-JP" altLang="en-US" sz="3240" b="1" dirty="0">
                <a:solidFill>
                  <a:srgbClr val="292B2B"/>
                </a:solidFill>
                <a:latin typeface="Source Han Sans JP Bold"/>
                <a:ea typeface="Source Han Sans JP Bold"/>
              </a:rPr>
              <a:t>ONB近傍評価を正式に定義</a:t>
            </a:r>
          </a:p>
          <a:p>
            <a:pPr marL="787400" indent="0" algn="l">
              <a:lnSpc>
                <a:spcPts val="3255"/>
              </a:lnSpc>
              <a:spcBef>
                <a:spcPts val="210"/>
              </a:spcBef>
              <a:buNone/>
            </a:pPr>
            <a:r>
              <a:rPr lang="ja-JP" altLang="en-US" sz="2800" dirty="0">
                <a:solidFill>
                  <a:srgbClr val="47514F"/>
                </a:solidFill>
                <a:latin typeface="Source Han Sans JP"/>
                <a:ea typeface="Source Han Sans JP"/>
              </a:rPr>
              <a:t>近傍幅、Recall、False Negative、検知遅れ、評価単位</a:t>
            </a:r>
          </a:p>
          <a:p>
            <a:pPr marL="787400" indent="-787400" algn="l">
              <a:lnSpc>
                <a:spcPts val="3780"/>
              </a:lnSpc>
              <a:spcBef>
                <a:spcPts val="1260"/>
              </a:spcBef>
              <a:buNone/>
            </a:pPr>
            <a:r>
              <a:rPr lang="en-US" altLang="ja-JP" sz="324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3  </a:t>
            </a:r>
            <a:r>
              <a:rPr lang="ja-JP" altLang="en-US" sz="3240" b="1" dirty="0">
                <a:solidFill>
                  <a:srgbClr val="292B2B"/>
                </a:solidFill>
                <a:latin typeface="Source Han Sans JP Bold"/>
                <a:ea typeface="Source Han Sans JP Bold"/>
              </a:rPr>
              <a:t>ONB向けデータ・入力表現を設計</a:t>
            </a:r>
          </a:p>
          <a:p>
            <a:pPr marL="787400" indent="0" algn="l">
              <a:lnSpc>
                <a:spcPts val="3255"/>
              </a:lnSpc>
              <a:spcBef>
                <a:spcPts val="210"/>
              </a:spcBef>
              <a:buNone/>
            </a:pPr>
            <a:r>
              <a:rPr lang="ja-JP" altLang="en-US" sz="2800" dirty="0">
                <a:solidFill>
                  <a:srgbClr val="47514F"/>
                </a:solidFill>
                <a:latin typeface="Source Han Sans JP"/>
                <a:ea typeface="Source Han Sans JP"/>
              </a:rPr>
              <a:t>ONB前後の刻み、時間分解能、周波数表現</a:t>
            </a:r>
          </a:p>
          <a:p>
            <a:pPr marL="787400" indent="-787400" algn="l">
              <a:lnSpc>
                <a:spcPts val="3780"/>
              </a:lnSpc>
              <a:spcBef>
                <a:spcPts val="1260"/>
              </a:spcBef>
              <a:buNone/>
            </a:pPr>
            <a:r>
              <a:rPr lang="en-US" altLang="ja-JP" sz="324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4  </a:t>
            </a:r>
            <a:r>
              <a:rPr lang="ja-JP" altLang="en-US" sz="3240" b="1" dirty="0">
                <a:solidFill>
                  <a:srgbClr val="292B2B"/>
                </a:solidFill>
                <a:latin typeface="Source Han Sans JP Bold"/>
                <a:ea typeface="Source Han Sans JP Bold"/>
              </a:rPr>
              <a:t>評価分割と一般化条件を見直す</a:t>
            </a:r>
          </a:p>
          <a:p>
            <a:pPr marL="787400" indent="0" algn="l">
              <a:lnSpc>
                <a:spcPts val="3255"/>
              </a:lnSpc>
              <a:spcBef>
                <a:spcPts val="210"/>
              </a:spcBef>
              <a:buNone/>
            </a:pPr>
            <a:r>
              <a:rPr lang="ja-JP" altLang="en-US" sz="2800" dirty="0">
                <a:solidFill>
                  <a:srgbClr val="47514F"/>
                </a:solidFill>
                <a:latin typeface="Source Han Sans JP"/>
                <a:ea typeface="Source Han Sans JP"/>
              </a:rPr>
              <a:t>元WAV単位、実験日単位、未知ノイズ条件</a:t>
            </a:r>
          </a:p>
          <a:p>
            <a:pPr marL="787400" indent="-787400" algn="l">
              <a:lnSpc>
                <a:spcPts val="3780"/>
              </a:lnSpc>
              <a:spcBef>
                <a:spcPts val="1260"/>
              </a:spcBef>
              <a:buNone/>
            </a:pPr>
            <a:r>
              <a:rPr lang="en-US" altLang="ja-JP" sz="324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5  </a:t>
            </a:r>
            <a:r>
              <a:rPr lang="ja-JP" altLang="en-US" sz="3240" b="1" dirty="0">
                <a:solidFill>
                  <a:srgbClr val="292B2B"/>
                </a:solidFill>
                <a:latin typeface="Source Han Sans JP Bold"/>
                <a:ea typeface="Source Han Sans JP Bold"/>
              </a:rPr>
              <a:t>単体モデル・アンサンブル・説明性を再検証</a:t>
            </a:r>
          </a:p>
          <a:p>
            <a:pPr marL="787400" indent="0" algn="l">
              <a:lnSpc>
                <a:spcPts val="3255"/>
              </a:lnSpc>
              <a:spcBef>
                <a:spcPts val="210"/>
              </a:spcBef>
              <a:buNone/>
            </a:pPr>
            <a:r>
              <a:rPr lang="ja-JP" altLang="en-US" sz="2800" dirty="0">
                <a:solidFill>
                  <a:srgbClr val="47514F"/>
                </a:solidFill>
                <a:latin typeface="Source Han Sans JP"/>
                <a:ea typeface="Source Han Sans JP"/>
              </a:rPr>
              <a:t>最終モデルと主張できる範囲を確定</a:t>
            </a:r>
          </a:p>
        </p:txBody>
      </p:sp>
    </p:spTree>
    <p:extLst>
      <p:ext uri="{BB962C8B-B14F-4D97-AF65-F5344CB8AC3E}">
        <p14:creationId xmlns:p14="http://schemas.microsoft.com/office/powerpoint/2010/main" val="18332209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B7DBA-2758-567D-82F6-FE8746635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31FDD1B6-32E0-8C05-9527-5A05D0CB8FBA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49" name="図 48">
              <a:extLst>
                <a:ext uri="{FF2B5EF4-FFF2-40B4-BE49-F238E27FC236}">
                  <a16:creationId xmlns:a16="http://schemas.microsoft.com/office/drawing/2014/main" id="{25A9AAE0-C0D8-4AE3-4EE7-2FC110C7E8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3205A0F4-B628-0765-DD0A-72D376D63AE8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51" name="直線コネクタ 50">
              <a:extLst>
                <a:ext uri="{FF2B5EF4-FFF2-40B4-BE49-F238E27FC236}">
                  <a16:creationId xmlns:a16="http://schemas.microsoft.com/office/drawing/2014/main" id="{B4A325FB-2811-1BD8-D526-B03A68B4A6FF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フローチャート: 論理積ゲート 51">
              <a:extLst>
                <a:ext uri="{FF2B5EF4-FFF2-40B4-BE49-F238E27FC236}">
                  <a16:creationId xmlns:a16="http://schemas.microsoft.com/office/drawing/2014/main" id="{C9EEB48E-6709-B95F-FDC0-3406A19E4251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53" name="Group 3">
            <a:extLst>
              <a:ext uri="{FF2B5EF4-FFF2-40B4-BE49-F238E27FC236}">
                <a16:creationId xmlns:a16="http://schemas.microsoft.com/office/drawing/2014/main" id="{E90B6402-28A2-0D31-2A85-703A630DA4C8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54" name="Group 4">
              <a:extLst>
                <a:ext uri="{FF2B5EF4-FFF2-40B4-BE49-F238E27FC236}">
                  <a16:creationId xmlns:a16="http://schemas.microsoft.com/office/drawing/2014/main" id="{A0B6161C-0C2A-11C7-D0FD-6AB9C0D6CD99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61" name="Freeform 5">
                <a:extLst>
                  <a:ext uri="{FF2B5EF4-FFF2-40B4-BE49-F238E27FC236}">
                    <a16:creationId xmlns:a16="http://schemas.microsoft.com/office/drawing/2014/main" id="{0EDB1A10-6A86-A9E2-ADA5-DFE687EEB90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2" name="TextBox 6">
                <a:extLst>
                  <a:ext uri="{FF2B5EF4-FFF2-40B4-BE49-F238E27FC236}">
                    <a16:creationId xmlns:a16="http://schemas.microsoft.com/office/drawing/2014/main" id="{3A4D1B91-49CB-F62B-2DC9-7BDF36B8230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55" name="Group 7">
              <a:extLst>
                <a:ext uri="{FF2B5EF4-FFF2-40B4-BE49-F238E27FC236}">
                  <a16:creationId xmlns:a16="http://schemas.microsoft.com/office/drawing/2014/main" id="{2BD12D40-2EF5-CF42-3D79-1408FCDB853D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59" name="Freeform 8">
                <a:extLst>
                  <a:ext uri="{FF2B5EF4-FFF2-40B4-BE49-F238E27FC236}">
                    <a16:creationId xmlns:a16="http://schemas.microsoft.com/office/drawing/2014/main" id="{D560941D-4AAF-B02B-E416-7E968ED60777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0" name="TextBox 9">
                <a:extLst>
                  <a:ext uri="{FF2B5EF4-FFF2-40B4-BE49-F238E27FC236}">
                    <a16:creationId xmlns:a16="http://schemas.microsoft.com/office/drawing/2014/main" id="{5D610E7F-1630-0428-6471-665083D584B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56" name="Group 10">
              <a:extLst>
                <a:ext uri="{FF2B5EF4-FFF2-40B4-BE49-F238E27FC236}">
                  <a16:creationId xmlns:a16="http://schemas.microsoft.com/office/drawing/2014/main" id="{34847E17-1927-2C52-E4B0-A0067E6DDEEA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57" name="Freeform 11">
                <a:extLst>
                  <a:ext uri="{FF2B5EF4-FFF2-40B4-BE49-F238E27FC236}">
                    <a16:creationId xmlns:a16="http://schemas.microsoft.com/office/drawing/2014/main" id="{3CFEC47B-DCB8-86CB-0D00-86C1C3BC34FC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58" name="TextBox 12">
                <a:extLst>
                  <a:ext uri="{FF2B5EF4-FFF2-40B4-BE49-F238E27FC236}">
                    <a16:creationId xmlns:a16="http://schemas.microsoft.com/office/drawing/2014/main" id="{43EB5519-431F-1EF8-7E88-E9FB6CE2F265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512" name="スライド番号プレースホルダー 28">
            <a:extLst>
              <a:ext uri="{FF2B5EF4-FFF2-40B4-BE49-F238E27FC236}">
                <a16:creationId xmlns:a16="http://schemas.microsoft.com/office/drawing/2014/main" id="{65FEACC6-0AEE-91D0-8F92-89C268F4A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23863" y="9825038"/>
            <a:ext cx="392112" cy="420687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6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513" name="TextBox 24">
            <a:extLst>
              <a:ext uri="{FF2B5EF4-FFF2-40B4-BE49-F238E27FC236}">
                <a16:creationId xmlns:a16="http://schemas.microsoft.com/office/drawing/2014/main" id="{4DA3C519-A589-4ED7-4045-E863895E0BAD}"/>
              </a:ext>
            </a:extLst>
          </p:cNvPr>
          <p:cNvSpPr txBox="1"/>
          <p:nvPr/>
        </p:nvSpPr>
        <p:spPr>
          <a:xfrm>
            <a:off x="1806795" y="305043"/>
            <a:ext cx="3590727" cy="70057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Medium"/>
                <a:ea typeface="Source Han Sans JP Medium"/>
                <a:cs typeface="Source Han Sans JP Medium"/>
                <a:sym typeface="Source Han Sans JP Medium"/>
              </a:rPr>
              <a:t>今回の発表内容</a:t>
            </a:r>
          </a:p>
        </p:txBody>
      </p:sp>
      <p:sp>
        <p:nvSpPr>
          <p:cNvPr id="700" name="AgendaList">
            <a:extLst>
              <a:ext uri="{FF2B5EF4-FFF2-40B4-BE49-F238E27FC236}">
                <a16:creationId xmlns:a16="http://schemas.microsoft.com/office/drawing/2014/main" id="{DFE5A427-471B-D89A-9EA9-F4BBA3384E1B}"/>
              </a:ext>
            </a:extLst>
          </p:cNvPr>
          <p:cNvSpPr txBox="1"/>
          <p:nvPr/>
        </p:nvSpPr>
        <p:spPr>
          <a:xfrm>
            <a:off x="3576758" y="4253854"/>
            <a:ext cx="12446000" cy="177929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900000" indent="-900000">
              <a:lnSpc>
                <a:spcPts val="4400"/>
              </a:lnSpc>
            </a:pPr>
            <a:r>
              <a:rPr lang="en-US" altLang="ja-JP" sz="4400" b="1" dirty="0">
                <a:solidFill>
                  <a:srgbClr val="64A4A3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01</a:t>
            </a:r>
            <a:r>
              <a:rPr lang="ja-JP" altLang="en-US" sz="3200" b="1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　　年間計画に対する現在の進捗</a:t>
            </a:r>
          </a:p>
          <a:p>
            <a:pPr marL="900000" indent="-900000">
              <a:lnSpc>
                <a:spcPts val="4400"/>
              </a:lnSpc>
              <a:spcBef>
                <a:spcPts val="2800"/>
              </a:spcBef>
            </a:pPr>
            <a:r>
              <a:rPr lang="en-US" altLang="ja-JP" sz="4400" b="1" dirty="0">
                <a:solidFill>
                  <a:srgbClr val="64A4A3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02</a:t>
            </a:r>
            <a:r>
              <a:rPr lang="ja-JP" altLang="en-US" sz="3200" b="1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　　前回からの進捗の詳細</a:t>
            </a:r>
          </a:p>
        </p:txBody>
      </p:sp>
    </p:spTree>
    <p:extLst>
      <p:ext uri="{BB962C8B-B14F-4D97-AF65-F5344CB8AC3E}">
        <p14:creationId xmlns:p14="http://schemas.microsoft.com/office/powerpoint/2010/main" val="41396340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1C04D-3962-402F-F1FD-D7A567A5E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E619D498-DBD6-0784-0BDB-ED7BA8D54BC7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52960E3F-5A9B-2825-2223-1B867FC981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9" name="テキスト ボックス 58">
              <a:extLst>
                <a:ext uri="{FF2B5EF4-FFF2-40B4-BE49-F238E27FC236}">
                  <a16:creationId xmlns:a16="http://schemas.microsoft.com/office/drawing/2014/main" id="{2DD7D1B6-C3C8-7C54-FA18-205D1B151753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31871A78-2B56-BE29-D884-226FCEE2A36B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フローチャート: 論理積ゲート 60">
              <a:extLst>
                <a:ext uri="{FF2B5EF4-FFF2-40B4-BE49-F238E27FC236}">
                  <a16:creationId xmlns:a16="http://schemas.microsoft.com/office/drawing/2014/main" id="{745395BE-D6A1-43E4-B0BF-5B24F5616143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62" name="Group 3">
            <a:extLst>
              <a:ext uri="{FF2B5EF4-FFF2-40B4-BE49-F238E27FC236}">
                <a16:creationId xmlns:a16="http://schemas.microsoft.com/office/drawing/2014/main" id="{8A46ADEE-0A86-5B5C-61AF-D5EBA9F2EA67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63" name="Group 4">
              <a:extLst>
                <a:ext uri="{FF2B5EF4-FFF2-40B4-BE49-F238E27FC236}">
                  <a16:creationId xmlns:a16="http://schemas.microsoft.com/office/drawing/2014/main" id="{CB2FBAFE-310E-329B-9ED4-4BDBC6EE535D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70" name="Freeform 5">
                <a:extLst>
                  <a:ext uri="{FF2B5EF4-FFF2-40B4-BE49-F238E27FC236}">
                    <a16:creationId xmlns:a16="http://schemas.microsoft.com/office/drawing/2014/main" id="{E3602D07-EE1F-3072-3249-36421FD853C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71" name="TextBox 6">
                <a:extLst>
                  <a:ext uri="{FF2B5EF4-FFF2-40B4-BE49-F238E27FC236}">
                    <a16:creationId xmlns:a16="http://schemas.microsoft.com/office/drawing/2014/main" id="{4AE11EC1-B660-7D09-AAE8-D7555BB4EA9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4" name="Group 7">
              <a:extLst>
                <a:ext uri="{FF2B5EF4-FFF2-40B4-BE49-F238E27FC236}">
                  <a16:creationId xmlns:a16="http://schemas.microsoft.com/office/drawing/2014/main" id="{2CF558ED-826B-41F1-048D-CDB7AFF7A30D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68" name="Freeform 8">
                <a:extLst>
                  <a:ext uri="{FF2B5EF4-FFF2-40B4-BE49-F238E27FC236}">
                    <a16:creationId xmlns:a16="http://schemas.microsoft.com/office/drawing/2014/main" id="{480EDD19-B6D3-EA2D-EF05-CBF220D03EFA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9" name="TextBox 9">
                <a:extLst>
                  <a:ext uri="{FF2B5EF4-FFF2-40B4-BE49-F238E27FC236}">
                    <a16:creationId xmlns:a16="http://schemas.microsoft.com/office/drawing/2014/main" id="{EF577D8E-7E41-D347-EC63-F426994FD73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5" name="Group 10">
              <a:extLst>
                <a:ext uri="{FF2B5EF4-FFF2-40B4-BE49-F238E27FC236}">
                  <a16:creationId xmlns:a16="http://schemas.microsoft.com/office/drawing/2014/main" id="{54FD14E3-7606-F032-10D0-C1A62A277B00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66" name="Freeform 11">
                <a:extLst>
                  <a:ext uri="{FF2B5EF4-FFF2-40B4-BE49-F238E27FC236}">
                    <a16:creationId xmlns:a16="http://schemas.microsoft.com/office/drawing/2014/main" id="{00618396-4050-1DE8-F136-8B6BCA1B7780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7" name="TextBox 12">
                <a:extLst>
                  <a:ext uri="{FF2B5EF4-FFF2-40B4-BE49-F238E27FC236}">
                    <a16:creationId xmlns:a16="http://schemas.microsoft.com/office/drawing/2014/main" id="{23C6D6F7-39FF-28E5-B432-9C9C2CB0215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72" name="スライド番号プレースホルダー 28">
            <a:extLst>
              <a:ext uri="{FF2B5EF4-FFF2-40B4-BE49-F238E27FC236}">
                <a16:creationId xmlns:a16="http://schemas.microsoft.com/office/drawing/2014/main" id="{D8693FEA-9388-F51A-A629-471D6184C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70494" y="9748987"/>
            <a:ext cx="599456" cy="462299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7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73" name="TextBox 24">
            <a:extLst>
              <a:ext uri="{FF2B5EF4-FFF2-40B4-BE49-F238E27FC236}">
                <a16:creationId xmlns:a16="http://schemas.microsoft.com/office/drawing/2014/main" id="{3803B00A-CF69-AFAA-44F0-30E03BC53203}"/>
              </a:ext>
            </a:extLst>
          </p:cNvPr>
          <p:cNvSpPr txBox="1"/>
          <p:nvPr/>
        </p:nvSpPr>
        <p:spPr>
          <a:xfrm>
            <a:off x="1806795" y="305043"/>
            <a:ext cx="5129609" cy="70057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Medium"/>
                <a:ea typeface="Source Han Sans JP Medium"/>
              </a:rPr>
              <a:t>前回からの進捗の詳細</a:t>
            </a:r>
          </a:p>
        </p:txBody>
      </p:sp>
      <p:sp>
        <p:nvSpPr>
          <p:cNvPr id="700" name="bar700"/>
          <p:cNvSpPr/>
          <p:nvPr/>
        </p:nvSpPr>
        <p:spPr>
          <a:xfrm>
            <a:off x="1536700" y="1905000"/>
            <a:ext cx="165100" cy="584200"/>
          </a:xfrm>
          <a:prstGeom prst="rect">
            <a:avLst/>
          </a:prstGeom>
          <a:solidFill>
            <a:srgbClr val="64A4A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01" name="tb701"/>
          <p:cNvSpPr txBox="1"/>
          <p:nvPr/>
        </p:nvSpPr>
        <p:spPr>
          <a:xfrm>
            <a:off x="1905000" y="1905000"/>
            <a:ext cx="15875000" cy="635000"/>
          </a:xfrm>
          <a:prstGeom prst="rect">
            <a:avLst/>
          </a:prstGeom>
          <a:noFill/>
        </p:spPr>
        <p:txBody>
          <a:bodyPr wrap="square" lIns="0" rIns="0" rtlCol="0" anchor="ctr">
            <a:normAutofit/>
          </a:bodyPr>
          <a:lstStyle/>
          <a:p>
            <a:pPr algn="l">
              <a:lnSpc>
                <a:spcPts val="3888"/>
              </a:lnSpc>
            </a:pPr>
            <a:r>
              <a:rPr lang="ja-JP" altLang="en-US" sz="2990" b="1" dirty="0">
                <a:solidFill>
                  <a:srgbClr val="292B2B"/>
                </a:solidFill>
                <a:latin typeface="Source Han Sans JP Bold"/>
                <a:ea typeface="Source Han Sans JP Bold"/>
              </a:rPr>
              <a:t>6月の発表以降、モデルの立て直しと説明性・アンサンブル整備を進めた</a:t>
            </a:r>
          </a:p>
        </p:txBody>
      </p:sp>
      <p:sp>
        <p:nvSpPr>
          <p:cNvPr id="702" name="bar702"/>
          <p:cNvSpPr/>
          <p:nvPr/>
        </p:nvSpPr>
        <p:spPr>
          <a:xfrm>
            <a:off x="2413000" y="4572000"/>
            <a:ext cx="13970000" cy="50800"/>
          </a:xfrm>
          <a:prstGeom prst="rect">
            <a:avLst/>
          </a:prstGeom>
          <a:solidFill>
            <a:srgbClr val="BFDDD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10" name="tb710"/>
          <p:cNvSpPr txBox="1"/>
          <p:nvPr/>
        </p:nvSpPr>
        <p:spPr>
          <a:xfrm>
            <a:off x="2159000" y="3759200"/>
            <a:ext cx="3810000" cy="558800"/>
          </a:xfrm>
          <a:prstGeom prst="rect">
            <a:avLst/>
          </a:prstGeom>
          <a:noFill/>
        </p:spPr>
        <p:txBody>
          <a:bodyPr wrap="square" lIns="0" rIns="0" rtlCol="0" anchor="ctr">
            <a:normAutofit/>
          </a:bodyPr>
          <a:lstStyle/>
          <a:p>
            <a:pPr algn="ctr">
              <a:lnSpc>
                <a:spcPts val="3132"/>
              </a:lnSpc>
            </a:pPr>
            <a:r>
              <a:rPr lang="ja-JP" altLang="en-US" sz="276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6月19日</a:t>
            </a:r>
          </a:p>
        </p:txBody>
      </p:sp>
      <p:sp>
        <p:nvSpPr>
          <p:cNvPr id="720" name="dot720"/>
          <p:cNvSpPr/>
          <p:nvPr/>
        </p:nvSpPr>
        <p:spPr>
          <a:xfrm>
            <a:off x="3886200" y="4445000"/>
            <a:ext cx="304800" cy="304800"/>
          </a:xfrm>
          <a:prstGeom prst="ellipse">
            <a:avLst/>
          </a:prstGeom>
          <a:solidFill>
            <a:srgbClr val="64A4A3"/>
          </a:solidFill>
          <a:ln w="381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30" name="tb730"/>
          <p:cNvSpPr txBox="1"/>
          <p:nvPr/>
        </p:nvSpPr>
        <p:spPr>
          <a:xfrm>
            <a:off x="2451100" y="5054600"/>
            <a:ext cx="3225800" cy="48260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330200" indent="-330200" algn="l">
              <a:lnSpc>
                <a:spcPts val="3240"/>
              </a:lnSpc>
              <a:spcBef>
                <a:spcPts val="756"/>
              </a:spcBef>
              <a:buClr>
                <a:srgbClr val="64A4A3"/>
              </a:buClr>
              <a:buSzPct val="80000"/>
              <a:buFont typeface="Wingdings" pitchFamily="2" charset="2"/>
              <a:buChar char="l"/>
            </a:pPr>
            <a:r>
              <a:rPr lang="ja-JP" altLang="en-US" sz="2300" dirty="0">
                <a:solidFill>
                  <a:srgbClr val="292B2B"/>
                </a:solidFill>
                <a:latin typeface="Source Han Sans JP"/>
                <a:ea typeface="Source Han Sans JP"/>
              </a:rPr>
              <a:t>ランダムフォレストを基準モデルとして、回帰からONB検知までの流れを整理</a:t>
            </a:r>
          </a:p>
        </p:txBody>
      </p:sp>
      <p:sp>
        <p:nvSpPr>
          <p:cNvPr id="711" name="tb711"/>
          <p:cNvSpPr txBox="1"/>
          <p:nvPr/>
        </p:nvSpPr>
        <p:spPr>
          <a:xfrm>
            <a:off x="5715000" y="3759200"/>
            <a:ext cx="3810000" cy="558800"/>
          </a:xfrm>
          <a:prstGeom prst="rect">
            <a:avLst/>
          </a:prstGeom>
          <a:noFill/>
        </p:spPr>
        <p:txBody>
          <a:bodyPr wrap="square" lIns="0" rIns="0" rtlCol="0" anchor="ctr">
            <a:normAutofit/>
          </a:bodyPr>
          <a:lstStyle/>
          <a:p>
            <a:pPr algn="ctr">
              <a:lnSpc>
                <a:spcPts val="3132"/>
              </a:lnSpc>
            </a:pPr>
            <a:r>
              <a:rPr lang="ja-JP" altLang="en-US" sz="276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7月上旬</a:t>
            </a:r>
          </a:p>
        </p:txBody>
      </p:sp>
      <p:sp>
        <p:nvSpPr>
          <p:cNvPr id="721" name="dot721"/>
          <p:cNvSpPr/>
          <p:nvPr/>
        </p:nvSpPr>
        <p:spPr>
          <a:xfrm>
            <a:off x="7442200" y="4445000"/>
            <a:ext cx="304800" cy="304800"/>
          </a:xfrm>
          <a:prstGeom prst="ellipse">
            <a:avLst/>
          </a:prstGeom>
          <a:solidFill>
            <a:srgbClr val="64A4A3"/>
          </a:solidFill>
          <a:ln w="381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31" name="tb731"/>
          <p:cNvSpPr txBox="1"/>
          <p:nvPr/>
        </p:nvSpPr>
        <p:spPr>
          <a:xfrm>
            <a:off x="6007100" y="5054600"/>
            <a:ext cx="3225800" cy="48260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330200" indent="-330200" algn="l">
              <a:lnSpc>
                <a:spcPts val="3240"/>
              </a:lnSpc>
              <a:spcBef>
                <a:spcPts val="756"/>
              </a:spcBef>
              <a:buClr>
                <a:srgbClr val="64A4A3"/>
              </a:buClr>
              <a:buSzPct val="80000"/>
              <a:buFont typeface="Wingdings" pitchFamily="2" charset="2"/>
              <a:buChar char="l"/>
            </a:pPr>
            <a:r>
              <a:rPr lang="en-US" altLang="ja-JP" sz="2300" dirty="0">
                <a:solidFill>
                  <a:srgbClr val="292B2B"/>
                </a:solidFill>
                <a:latin typeface="Source Han Sans JP"/>
                <a:ea typeface="Source Han Sans JP"/>
              </a:rPr>
              <a:t>Conformer</a:t>
            </a:r>
            <a:r>
              <a:rPr lang="ja-JP" altLang="en-US" sz="2300" dirty="0">
                <a:solidFill>
                  <a:srgbClr val="292B2B"/>
                </a:solidFill>
                <a:latin typeface="Source Han Sans JP"/>
                <a:ea typeface="Source Han Sans JP"/>
              </a:rPr>
              <a:t>・AlexNetの精度低下を調査</a:t>
            </a:r>
          </a:p>
          <a:p>
            <a:pPr marL="330200" indent="-330200" algn="l">
              <a:lnSpc>
                <a:spcPts val="3240"/>
              </a:lnSpc>
              <a:spcBef>
                <a:spcPts val="756"/>
              </a:spcBef>
              <a:buClr>
                <a:srgbClr val="64A4A3"/>
              </a:buClr>
              <a:buSzPct val="80000"/>
              <a:buFont typeface="Wingdings" pitchFamily="2" charset="2"/>
              <a:buChar char="l"/>
            </a:pPr>
            <a:r>
              <a:rPr lang="ja-JP" altLang="en-US" sz="2300" dirty="0">
                <a:solidFill>
                  <a:srgbClr val="292B2B"/>
                </a:solidFill>
                <a:latin typeface="Source Han Sans JP"/>
                <a:ea typeface="Source Han Sans JP"/>
              </a:rPr>
              <a:t>パラメータ調整で学習を立て直し</a:t>
            </a:r>
          </a:p>
        </p:txBody>
      </p:sp>
      <p:sp>
        <p:nvSpPr>
          <p:cNvPr id="712" name="tb712"/>
          <p:cNvSpPr txBox="1"/>
          <p:nvPr/>
        </p:nvSpPr>
        <p:spPr>
          <a:xfrm>
            <a:off x="9271000" y="3759200"/>
            <a:ext cx="3810000" cy="558800"/>
          </a:xfrm>
          <a:prstGeom prst="rect">
            <a:avLst/>
          </a:prstGeom>
          <a:noFill/>
        </p:spPr>
        <p:txBody>
          <a:bodyPr wrap="square" lIns="0" rIns="0" rtlCol="0" anchor="ctr">
            <a:normAutofit/>
          </a:bodyPr>
          <a:lstStyle/>
          <a:p>
            <a:pPr algn="ctr">
              <a:lnSpc>
                <a:spcPts val="3132"/>
              </a:lnSpc>
            </a:pPr>
            <a:r>
              <a:rPr lang="ja-JP" altLang="en-US" sz="276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7月中旬</a:t>
            </a:r>
          </a:p>
        </p:txBody>
      </p:sp>
      <p:sp>
        <p:nvSpPr>
          <p:cNvPr id="722" name="dot722"/>
          <p:cNvSpPr/>
          <p:nvPr/>
        </p:nvSpPr>
        <p:spPr>
          <a:xfrm>
            <a:off x="10998200" y="4445000"/>
            <a:ext cx="304800" cy="304800"/>
          </a:xfrm>
          <a:prstGeom prst="ellipse">
            <a:avLst/>
          </a:prstGeom>
          <a:solidFill>
            <a:srgbClr val="64A4A3"/>
          </a:solidFill>
          <a:ln w="381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32" name="tb732"/>
          <p:cNvSpPr txBox="1"/>
          <p:nvPr/>
        </p:nvSpPr>
        <p:spPr>
          <a:xfrm>
            <a:off x="9563100" y="5054600"/>
            <a:ext cx="3225800" cy="48260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330200" indent="-330200" algn="l">
              <a:lnSpc>
                <a:spcPts val="3240"/>
              </a:lnSpc>
              <a:spcBef>
                <a:spcPts val="756"/>
              </a:spcBef>
              <a:buClr>
                <a:srgbClr val="64A4A3"/>
              </a:buClr>
              <a:buSzPct val="80000"/>
              <a:buFont typeface="Wingdings" pitchFamily="2" charset="2"/>
              <a:buChar char="l"/>
            </a:pPr>
            <a:r>
              <a:rPr lang="ja-JP" altLang="en-US" sz="2300" dirty="0">
                <a:solidFill>
                  <a:srgbClr val="292B2B"/>
                </a:solidFill>
                <a:latin typeface="Source Han Sans JP"/>
                <a:ea typeface="Source Han Sans JP"/>
              </a:rPr>
              <a:t>各モデルに適した説明手法を決定</a:t>
            </a:r>
          </a:p>
          <a:p>
            <a:pPr marL="330200" indent="-330200" algn="l">
              <a:lnSpc>
                <a:spcPts val="3240"/>
              </a:lnSpc>
              <a:spcBef>
                <a:spcPts val="756"/>
              </a:spcBef>
              <a:buClr>
                <a:srgbClr val="64A4A3"/>
              </a:buClr>
              <a:buSzPct val="80000"/>
              <a:buFont typeface="Wingdings" pitchFamily="2" charset="2"/>
              <a:buChar char="l"/>
            </a:pPr>
            <a:r>
              <a:rPr lang="ja-JP" altLang="en-US" sz="2300" dirty="0">
                <a:solidFill>
                  <a:srgbClr val="292B2B"/>
                </a:solidFill>
                <a:latin typeface="Source Han Sans JP"/>
                <a:ea typeface="Source Han Sans JP"/>
              </a:rPr>
              <a:t>説明性評価を学習・検証処理へ統合</a:t>
            </a:r>
          </a:p>
        </p:txBody>
      </p:sp>
      <p:sp>
        <p:nvSpPr>
          <p:cNvPr id="713" name="tb713"/>
          <p:cNvSpPr txBox="1"/>
          <p:nvPr/>
        </p:nvSpPr>
        <p:spPr>
          <a:xfrm>
            <a:off x="12827000" y="3759200"/>
            <a:ext cx="3810000" cy="558800"/>
          </a:xfrm>
          <a:prstGeom prst="rect">
            <a:avLst/>
          </a:prstGeom>
          <a:noFill/>
        </p:spPr>
        <p:txBody>
          <a:bodyPr wrap="square" lIns="0" rIns="0" rtlCol="0" anchor="ctr">
            <a:normAutofit/>
          </a:bodyPr>
          <a:lstStyle/>
          <a:p>
            <a:pPr algn="ctr">
              <a:lnSpc>
                <a:spcPts val="3132"/>
              </a:lnSpc>
            </a:pPr>
            <a:r>
              <a:rPr lang="ja-JP" altLang="en-US" sz="276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7月下旬</a:t>
            </a:r>
          </a:p>
        </p:txBody>
      </p:sp>
      <p:sp>
        <p:nvSpPr>
          <p:cNvPr id="723" name="dot723"/>
          <p:cNvSpPr/>
          <p:nvPr/>
        </p:nvSpPr>
        <p:spPr>
          <a:xfrm>
            <a:off x="14554200" y="4445000"/>
            <a:ext cx="304800" cy="304800"/>
          </a:xfrm>
          <a:prstGeom prst="ellipse">
            <a:avLst/>
          </a:prstGeom>
          <a:solidFill>
            <a:srgbClr val="64A4A3"/>
          </a:solidFill>
          <a:ln w="381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33" name="tb733"/>
          <p:cNvSpPr txBox="1"/>
          <p:nvPr/>
        </p:nvSpPr>
        <p:spPr>
          <a:xfrm>
            <a:off x="13119100" y="5054600"/>
            <a:ext cx="3225800" cy="48260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330200" indent="-330200" algn="l">
              <a:lnSpc>
                <a:spcPts val="3240"/>
              </a:lnSpc>
              <a:spcBef>
                <a:spcPts val="756"/>
              </a:spcBef>
              <a:buClr>
                <a:srgbClr val="64A4A3"/>
              </a:buClr>
              <a:buSzPct val="80000"/>
              <a:buFont typeface="Wingdings" pitchFamily="2" charset="2"/>
              <a:buChar char="l"/>
            </a:pPr>
            <a:r>
              <a:rPr lang="ja-JP" altLang="en-US" sz="2300" dirty="0">
                <a:solidFill>
                  <a:srgbClr val="292B2B"/>
                </a:solidFill>
                <a:latin typeface="Source Han Sans JP"/>
                <a:ea typeface="Source Han Sans JP"/>
              </a:rPr>
              <a:t>複数のアンサンブル方法を同一条件で比較</a:t>
            </a:r>
          </a:p>
          <a:p>
            <a:pPr marL="330200" indent="-330200" algn="l">
              <a:lnSpc>
                <a:spcPts val="3240"/>
              </a:lnSpc>
              <a:spcBef>
                <a:spcPts val="756"/>
              </a:spcBef>
              <a:buClr>
                <a:srgbClr val="64A4A3"/>
              </a:buClr>
              <a:buSzPct val="80000"/>
              <a:buFont typeface="Wingdings" pitchFamily="2" charset="2"/>
              <a:buChar char="l"/>
            </a:pPr>
            <a:r>
              <a:rPr lang="ja-JP" altLang="en-US" sz="2300" dirty="0">
                <a:solidFill>
                  <a:srgbClr val="292B2B"/>
                </a:solidFill>
                <a:latin typeface="Source Han Sans JP"/>
                <a:ea typeface="Source Han Sans JP"/>
              </a:rPr>
              <a:t>代表条件で説明性結果を出力</a:t>
            </a:r>
          </a:p>
        </p:txBody>
      </p:sp>
    </p:spTree>
    <p:extLst>
      <p:ext uri="{BB962C8B-B14F-4D97-AF65-F5344CB8AC3E}">
        <p14:creationId xmlns:p14="http://schemas.microsoft.com/office/powerpoint/2010/main" val="18887386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882ED-91FB-1FFD-EED9-E2CCF1CB3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75BFE32B-F018-C4E4-FAB7-80C0D2CDC22E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1226A433-2043-B47F-E0E8-72C7A0748C7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9" name="テキスト ボックス 58">
              <a:extLst>
                <a:ext uri="{FF2B5EF4-FFF2-40B4-BE49-F238E27FC236}">
                  <a16:creationId xmlns:a16="http://schemas.microsoft.com/office/drawing/2014/main" id="{F53AD6DF-8ABC-58C4-0BDA-981F712C6600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583BFE6C-617D-A3DC-D51E-18A6133895AB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フローチャート: 論理積ゲート 60">
              <a:extLst>
                <a:ext uri="{FF2B5EF4-FFF2-40B4-BE49-F238E27FC236}">
                  <a16:creationId xmlns:a16="http://schemas.microsoft.com/office/drawing/2014/main" id="{63EE0EEB-3C48-D4D2-9411-176CDF6BB0D2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62" name="Group 3">
            <a:extLst>
              <a:ext uri="{FF2B5EF4-FFF2-40B4-BE49-F238E27FC236}">
                <a16:creationId xmlns:a16="http://schemas.microsoft.com/office/drawing/2014/main" id="{66CE81F5-9908-5CB9-4AC3-1FCBE2FF3FAA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63" name="Group 4">
              <a:extLst>
                <a:ext uri="{FF2B5EF4-FFF2-40B4-BE49-F238E27FC236}">
                  <a16:creationId xmlns:a16="http://schemas.microsoft.com/office/drawing/2014/main" id="{F18484CA-1C82-F32C-E492-71BB690B31BD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70" name="Freeform 5">
                <a:extLst>
                  <a:ext uri="{FF2B5EF4-FFF2-40B4-BE49-F238E27FC236}">
                    <a16:creationId xmlns:a16="http://schemas.microsoft.com/office/drawing/2014/main" id="{99894FA7-D161-F806-1A5F-52AABFBB084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71" name="TextBox 6">
                <a:extLst>
                  <a:ext uri="{FF2B5EF4-FFF2-40B4-BE49-F238E27FC236}">
                    <a16:creationId xmlns:a16="http://schemas.microsoft.com/office/drawing/2014/main" id="{72556C4C-3473-3018-70C4-085FA6F987B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4" name="Group 7">
              <a:extLst>
                <a:ext uri="{FF2B5EF4-FFF2-40B4-BE49-F238E27FC236}">
                  <a16:creationId xmlns:a16="http://schemas.microsoft.com/office/drawing/2014/main" id="{F7A34761-E638-B2A2-9E72-32563CB39D5B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68" name="Freeform 8">
                <a:extLst>
                  <a:ext uri="{FF2B5EF4-FFF2-40B4-BE49-F238E27FC236}">
                    <a16:creationId xmlns:a16="http://schemas.microsoft.com/office/drawing/2014/main" id="{66779A7D-5ECB-D310-B556-EC0E21709BC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9" name="TextBox 9">
                <a:extLst>
                  <a:ext uri="{FF2B5EF4-FFF2-40B4-BE49-F238E27FC236}">
                    <a16:creationId xmlns:a16="http://schemas.microsoft.com/office/drawing/2014/main" id="{96F89EAF-9FB5-76B1-24F0-8313C0D5D3B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5" name="Group 10">
              <a:extLst>
                <a:ext uri="{FF2B5EF4-FFF2-40B4-BE49-F238E27FC236}">
                  <a16:creationId xmlns:a16="http://schemas.microsoft.com/office/drawing/2014/main" id="{0F7B6D61-78D9-D77B-900A-F293F294C432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66" name="Freeform 11">
                <a:extLst>
                  <a:ext uri="{FF2B5EF4-FFF2-40B4-BE49-F238E27FC236}">
                    <a16:creationId xmlns:a16="http://schemas.microsoft.com/office/drawing/2014/main" id="{3CE663F6-1B9A-DFEE-C6F5-CE676E3CD077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7" name="TextBox 12">
                <a:extLst>
                  <a:ext uri="{FF2B5EF4-FFF2-40B4-BE49-F238E27FC236}">
                    <a16:creationId xmlns:a16="http://schemas.microsoft.com/office/drawing/2014/main" id="{509D1305-F68D-3300-CC15-A5584E7FBBA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72" name="スライド番号プレースホルダー 28">
            <a:extLst>
              <a:ext uri="{FF2B5EF4-FFF2-40B4-BE49-F238E27FC236}">
                <a16:creationId xmlns:a16="http://schemas.microsoft.com/office/drawing/2014/main" id="{47B74506-C052-E656-B19A-11FB4A117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70494" y="9748987"/>
            <a:ext cx="599456" cy="462299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8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73" name="TextBox 24">
            <a:extLst>
              <a:ext uri="{FF2B5EF4-FFF2-40B4-BE49-F238E27FC236}">
                <a16:creationId xmlns:a16="http://schemas.microsoft.com/office/drawing/2014/main" id="{446B9C47-DB87-1000-32F5-EA27475F3627}"/>
              </a:ext>
            </a:extLst>
          </p:cNvPr>
          <p:cNvSpPr txBox="1"/>
          <p:nvPr/>
        </p:nvSpPr>
        <p:spPr>
          <a:xfrm>
            <a:off x="1806795" y="305043"/>
            <a:ext cx="6155531" cy="70057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Medium"/>
                <a:ea typeface="Source Han Sans JP Medium"/>
              </a:rPr>
              <a:t>モデル別に用いる説明手法</a:t>
            </a:r>
          </a:p>
        </p:txBody>
      </p:sp>
      <p:graphicFrame>
        <p:nvGraphicFramePr>
          <p:cNvPr id="700" name="t700"/>
          <p:cNvGraphicFramePr/>
          <p:nvPr>
            <p:extLst>
              <p:ext uri="{D42A27DB-BD31-4B8C-83A1-F6EECF244321}">
                <p14:modId xmlns:p14="http://schemas.microsoft.com/office/powerpoint/2010/main" val="1801199673"/>
              </p:ext>
            </p:extLst>
          </p:nvPr>
        </p:nvGraphicFramePr>
        <p:xfrm>
          <a:off x="1806795" y="2324100"/>
          <a:ext cx="14782799" cy="6473952"/>
        </p:xfrm>
        <a:graphic>
          <a:graphicData uri="http://schemas.openxmlformats.org/drawingml/2006/table">
            <a:tbl>
              <a:tblPr firstRow="1"/>
              <a:tblGrid>
                <a:gridCol w="40783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24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61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77824">
                <a:tc>
                  <a:txBody>
                    <a:bodyPr/>
                    <a:lstStyle/>
                    <a:p>
                      <a:pPr algn="ctr">
                        <a:lnSpc>
                          <a:spcPts val="3259"/>
                        </a:lnSpc>
                      </a:pPr>
                      <a:r>
                        <a:rPr lang="ja-JP" altLang="en-US" sz="2635" b="1" dirty="0">
                          <a:solidFill>
                            <a:srgbClr val="FFFFFF"/>
                          </a:solidFill>
                          <a:latin typeface="Source Han Sans JP Bold"/>
                          <a:ea typeface="Source Han Sans JP Bold"/>
                        </a:rPr>
                        <a:t>モデル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59"/>
                        </a:lnSpc>
                      </a:pPr>
                      <a:r>
                        <a:rPr lang="ja-JP" altLang="en-US" sz="2635" b="1" dirty="0">
                          <a:solidFill>
                            <a:srgbClr val="FFFFFF"/>
                          </a:solidFill>
                          <a:latin typeface="Source Han Sans JP Bold"/>
                          <a:ea typeface="Source Han Sans JP Bold"/>
                        </a:rPr>
                        <a:t>主な説明手法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59"/>
                        </a:lnSpc>
                      </a:pPr>
                      <a:r>
                        <a:rPr lang="ja-JP" altLang="en-US" sz="2635" b="1" dirty="0">
                          <a:solidFill>
                            <a:srgbClr val="FFFFFF"/>
                          </a:solidFill>
                          <a:latin typeface="Source Han Sans JP Bold"/>
                          <a:ea typeface="Source Han Sans JP Bold"/>
                        </a:rPr>
                        <a:t>補助・共通評価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64A4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65376">
                <a:tc>
                  <a:txBody>
                    <a:bodyPr/>
                    <a:lstStyle/>
                    <a:p>
                      <a:pPr algn="ctr">
                        <a:lnSpc>
                          <a:spcPts val="3259"/>
                        </a:lnSpc>
                      </a:pPr>
                      <a:r>
                        <a:rPr lang="ja-JP" altLang="en-US" sz="2635" b="1" dirty="0">
                          <a:solidFill>
                            <a:srgbClr val="292B2B"/>
                          </a:solidFill>
                          <a:latin typeface="Source Han Sans JP Bold"/>
                          <a:ea typeface="Source Han Sans JP Bold"/>
                        </a:rPr>
                        <a:t>ランダムフォレスト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EAF3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096"/>
                        </a:lnSpc>
                      </a:pPr>
                      <a:r>
                        <a:rPr lang="ja-JP" altLang="en-US" sz="2503" b="0" dirty="0">
                          <a:solidFill>
                            <a:srgbClr val="292B2B"/>
                          </a:solidFill>
                          <a:latin typeface="Source Han Sans JP"/>
                          <a:ea typeface="Source Han Sans JP"/>
                        </a:rPr>
                        <a:t>PCA空間の</a:t>
                      </a:r>
                      <a:r>
                        <a:rPr lang="ja-JP" altLang="en-US" sz="2503" b="0" dirty="0">
                          <a:solidFill>
                            <a:srgbClr val="292B2B"/>
                          </a:solidFill>
                          <a:latin typeface="Source Han Sans JP Bold" panose="020B0600070205080204" charset="-128"/>
                          <a:ea typeface="Source Han Sans JP Bold" panose="020B0600070205080204" charset="-128"/>
                        </a:rPr>
                        <a:t>TreeSHAP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096"/>
                        </a:lnSpc>
                      </a:pPr>
                      <a:r>
                        <a:rPr lang="ja-JP" altLang="en-US" sz="2503" b="0" dirty="0">
                          <a:solidFill>
                            <a:srgbClr val="292B2B"/>
                          </a:solidFill>
                          <a:latin typeface="Source Han Sans JP"/>
                          <a:ea typeface="Source Han Sans JP"/>
                        </a:rPr>
                        <a:t>周波数帯・時間帯マスク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65376">
                <a:tc>
                  <a:txBody>
                    <a:bodyPr/>
                    <a:lstStyle/>
                    <a:p>
                      <a:pPr algn="ctr">
                        <a:lnSpc>
                          <a:spcPts val="3096"/>
                        </a:lnSpc>
                      </a:pPr>
                      <a:r>
                        <a:rPr lang="en-US" altLang="ja-JP" sz="2503" b="1" dirty="0">
                          <a:solidFill>
                            <a:srgbClr val="292B2B"/>
                          </a:solidFill>
                          <a:latin typeface="Source Han Sans JP Bold"/>
                          <a:ea typeface="Source Han Sans JP Bold"/>
                        </a:rPr>
                        <a:t>Conformer</a:t>
                      </a:r>
                      <a:endParaRPr lang="ja-JP" altLang="en-US" sz="2503" b="1" dirty="0">
                        <a:solidFill>
                          <a:srgbClr val="292B2B"/>
                        </a:solidFill>
                        <a:latin typeface="Source Han Sans JP Bold"/>
                        <a:ea typeface="Source Han Sans JP Bold"/>
                      </a:endParaRP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EAF3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096"/>
                        </a:lnSpc>
                      </a:pPr>
                      <a:r>
                        <a:rPr lang="ja-JP" altLang="en-US" sz="2503" b="0" dirty="0">
                          <a:solidFill>
                            <a:srgbClr val="292B2B"/>
                          </a:solidFill>
                          <a:latin typeface="Source Han Sans JP Bold" panose="020B0600070205080204" charset="-128"/>
                          <a:ea typeface="Source Han Sans JP Bold" panose="020B0600070205080204" charset="-128"/>
                        </a:rPr>
                        <a:t>Integrated Gradients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096"/>
                        </a:lnSpc>
                      </a:pPr>
                      <a:r>
                        <a:rPr lang="ja-JP" altLang="en-US" sz="2503" b="0" dirty="0">
                          <a:solidFill>
                            <a:srgbClr val="292B2B"/>
                          </a:solidFill>
                          <a:latin typeface="Source Han Sans JP"/>
                          <a:ea typeface="Source Han Sans JP"/>
                        </a:rPr>
                        <a:t>周波数帯・時間帯マスク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65376">
                <a:tc>
                  <a:txBody>
                    <a:bodyPr/>
                    <a:lstStyle/>
                    <a:p>
                      <a:pPr algn="ctr">
                        <a:lnSpc>
                          <a:spcPts val="3259"/>
                        </a:lnSpc>
                      </a:pPr>
                      <a:r>
                        <a:rPr lang="ja-JP" altLang="en-US" sz="2635" b="1" dirty="0">
                          <a:solidFill>
                            <a:srgbClr val="292B2B"/>
                          </a:solidFill>
                          <a:latin typeface="Source Han Sans JP Bold"/>
                          <a:ea typeface="Source Han Sans JP Bold"/>
                        </a:rPr>
                        <a:t>AlexNet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EAF3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096"/>
                        </a:lnSpc>
                      </a:pPr>
                      <a:r>
                        <a:rPr lang="ja-JP" altLang="en-US" sz="2503" b="0" dirty="0">
                          <a:solidFill>
                            <a:srgbClr val="292B2B"/>
                          </a:solidFill>
                          <a:latin typeface="Source Han Sans JP Bold" panose="020B0600070205080204" charset="-128"/>
                          <a:ea typeface="Source Han Sans JP Bold" panose="020B0600070205080204" charset="-128"/>
                        </a:rPr>
                        <a:t>Integrated Gradients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096"/>
                        </a:lnSpc>
                      </a:pPr>
                      <a:r>
                        <a:rPr lang="ja-JP" altLang="en-US" sz="2503" b="0" dirty="0">
                          <a:solidFill>
                            <a:srgbClr val="292B2B"/>
                          </a:solidFill>
                          <a:latin typeface="Source Han Sans JP"/>
                          <a:ea typeface="Source Han Sans JP"/>
                        </a:rPr>
                        <a:t>周波数帯・時間帯マスク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67236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47873-2EC1-2F93-0905-E44843059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B6CC1BEF-2449-F17C-E3FB-1F8C6727571A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C1230FAE-71A3-79E1-0608-1F4EB553DF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9" name="テキスト ボックス 58">
              <a:extLst>
                <a:ext uri="{FF2B5EF4-FFF2-40B4-BE49-F238E27FC236}">
                  <a16:creationId xmlns:a16="http://schemas.microsoft.com/office/drawing/2014/main" id="{DB1721DD-DB37-7904-E5A9-698E65313336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61B37C6B-A30B-35E1-9B0A-D5A935C346C5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フローチャート: 論理積ゲート 60">
              <a:extLst>
                <a:ext uri="{FF2B5EF4-FFF2-40B4-BE49-F238E27FC236}">
                  <a16:creationId xmlns:a16="http://schemas.microsoft.com/office/drawing/2014/main" id="{2AA16B22-1F7B-0773-2DA3-D12CB28E4654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62" name="Group 3">
            <a:extLst>
              <a:ext uri="{FF2B5EF4-FFF2-40B4-BE49-F238E27FC236}">
                <a16:creationId xmlns:a16="http://schemas.microsoft.com/office/drawing/2014/main" id="{E78E0546-4258-9B81-E308-605A71819860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63" name="Group 4">
              <a:extLst>
                <a:ext uri="{FF2B5EF4-FFF2-40B4-BE49-F238E27FC236}">
                  <a16:creationId xmlns:a16="http://schemas.microsoft.com/office/drawing/2014/main" id="{ED6CEF01-B2E3-6F1D-6C25-57E5F7010615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70" name="Freeform 5">
                <a:extLst>
                  <a:ext uri="{FF2B5EF4-FFF2-40B4-BE49-F238E27FC236}">
                    <a16:creationId xmlns:a16="http://schemas.microsoft.com/office/drawing/2014/main" id="{C04D652A-0B63-18C7-DD95-6ECA7B412E46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71" name="TextBox 6">
                <a:extLst>
                  <a:ext uri="{FF2B5EF4-FFF2-40B4-BE49-F238E27FC236}">
                    <a16:creationId xmlns:a16="http://schemas.microsoft.com/office/drawing/2014/main" id="{750ACADC-F1A6-A213-0DEE-BBED26CE6D6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4" name="Group 7">
              <a:extLst>
                <a:ext uri="{FF2B5EF4-FFF2-40B4-BE49-F238E27FC236}">
                  <a16:creationId xmlns:a16="http://schemas.microsoft.com/office/drawing/2014/main" id="{03BEFC5B-4FEB-DFF4-D192-59FCFAEBAF1C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68" name="Freeform 8">
                <a:extLst>
                  <a:ext uri="{FF2B5EF4-FFF2-40B4-BE49-F238E27FC236}">
                    <a16:creationId xmlns:a16="http://schemas.microsoft.com/office/drawing/2014/main" id="{6568ABC8-2C2D-2581-89C9-6CD3E43C15E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9" name="TextBox 9">
                <a:extLst>
                  <a:ext uri="{FF2B5EF4-FFF2-40B4-BE49-F238E27FC236}">
                    <a16:creationId xmlns:a16="http://schemas.microsoft.com/office/drawing/2014/main" id="{585C058D-2797-AF19-8B20-142275ECF0F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5" name="Group 10">
              <a:extLst>
                <a:ext uri="{FF2B5EF4-FFF2-40B4-BE49-F238E27FC236}">
                  <a16:creationId xmlns:a16="http://schemas.microsoft.com/office/drawing/2014/main" id="{7C1E3F85-AC37-3012-2E60-FF44D9EC8EF8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66" name="Freeform 11">
                <a:extLst>
                  <a:ext uri="{FF2B5EF4-FFF2-40B4-BE49-F238E27FC236}">
                    <a16:creationId xmlns:a16="http://schemas.microsoft.com/office/drawing/2014/main" id="{4E7B5180-457C-D63A-0173-A462E3D07EBC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7" name="TextBox 12">
                <a:extLst>
                  <a:ext uri="{FF2B5EF4-FFF2-40B4-BE49-F238E27FC236}">
                    <a16:creationId xmlns:a16="http://schemas.microsoft.com/office/drawing/2014/main" id="{5510E6AB-67D6-9BC1-CD64-7C9AA9E0768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72" name="スライド番号プレースホルダー 28">
            <a:extLst>
              <a:ext uri="{FF2B5EF4-FFF2-40B4-BE49-F238E27FC236}">
                <a16:creationId xmlns:a16="http://schemas.microsoft.com/office/drawing/2014/main" id="{5CDBF412-87A7-3D67-BDC6-CCD44249D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70494" y="9748987"/>
            <a:ext cx="599456" cy="462299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9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73" name="TextBox 24">
            <a:extLst>
              <a:ext uri="{FF2B5EF4-FFF2-40B4-BE49-F238E27FC236}">
                <a16:creationId xmlns:a16="http://schemas.microsoft.com/office/drawing/2014/main" id="{15AF042B-F7AD-723C-A8CE-4583BF30EE97}"/>
              </a:ext>
            </a:extLst>
          </p:cNvPr>
          <p:cNvSpPr txBox="1"/>
          <p:nvPr/>
        </p:nvSpPr>
        <p:spPr>
          <a:xfrm>
            <a:off x="1806795" y="305043"/>
            <a:ext cx="6155531" cy="70057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Medium"/>
                <a:ea typeface="Source Han Sans JP Medium"/>
              </a:rPr>
              <a:t>モデル別に用いる説明手法</a:t>
            </a:r>
          </a:p>
        </p:txBody>
      </p:sp>
      <p:graphicFrame>
        <p:nvGraphicFramePr>
          <p:cNvPr id="700" name="t700">
            <a:extLst>
              <a:ext uri="{FF2B5EF4-FFF2-40B4-BE49-F238E27FC236}">
                <a16:creationId xmlns:a16="http://schemas.microsoft.com/office/drawing/2014/main" id="{BFAA4D06-3AA6-4B27-9A20-E0806A094780}"/>
              </a:ext>
            </a:extLst>
          </p:cNvPr>
          <p:cNvGraphicFramePr/>
          <p:nvPr/>
        </p:nvGraphicFramePr>
        <p:xfrm>
          <a:off x="1806795" y="2324100"/>
          <a:ext cx="14782799" cy="6473952"/>
        </p:xfrm>
        <a:graphic>
          <a:graphicData uri="http://schemas.openxmlformats.org/drawingml/2006/table">
            <a:tbl>
              <a:tblPr firstRow="1"/>
              <a:tblGrid>
                <a:gridCol w="40783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24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61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77824">
                <a:tc>
                  <a:txBody>
                    <a:bodyPr/>
                    <a:lstStyle/>
                    <a:p>
                      <a:pPr algn="ctr">
                        <a:lnSpc>
                          <a:spcPts val="3259"/>
                        </a:lnSpc>
                      </a:pPr>
                      <a:r>
                        <a:rPr lang="ja-JP" altLang="en-US" sz="2635" b="1" dirty="0">
                          <a:solidFill>
                            <a:srgbClr val="FFFFFF"/>
                          </a:solidFill>
                          <a:latin typeface="Source Han Sans JP Bold"/>
                          <a:ea typeface="Source Han Sans JP Bold"/>
                        </a:rPr>
                        <a:t>モデル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59"/>
                        </a:lnSpc>
                      </a:pPr>
                      <a:r>
                        <a:rPr lang="ja-JP" altLang="en-US" sz="2635" b="1" dirty="0">
                          <a:solidFill>
                            <a:srgbClr val="FFFFFF"/>
                          </a:solidFill>
                          <a:latin typeface="Source Han Sans JP Bold"/>
                          <a:ea typeface="Source Han Sans JP Bold"/>
                        </a:rPr>
                        <a:t>主な説明手法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64A4A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59"/>
                        </a:lnSpc>
                      </a:pPr>
                      <a:r>
                        <a:rPr lang="ja-JP" altLang="en-US" sz="2635" b="1" dirty="0">
                          <a:solidFill>
                            <a:srgbClr val="FFFFFF"/>
                          </a:solidFill>
                          <a:latin typeface="Source Han Sans JP Bold"/>
                          <a:ea typeface="Source Han Sans JP Bold"/>
                        </a:rPr>
                        <a:t>補助・共通評価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64A4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65376">
                <a:tc>
                  <a:txBody>
                    <a:bodyPr/>
                    <a:lstStyle/>
                    <a:p>
                      <a:pPr algn="ctr">
                        <a:lnSpc>
                          <a:spcPts val="3259"/>
                        </a:lnSpc>
                      </a:pPr>
                      <a:r>
                        <a:rPr lang="ja-JP" altLang="en-US" sz="2635" b="1" dirty="0">
                          <a:solidFill>
                            <a:srgbClr val="292B2B"/>
                          </a:solidFill>
                          <a:latin typeface="Source Han Sans JP Bold"/>
                          <a:ea typeface="Source Han Sans JP Bold"/>
                        </a:rPr>
                        <a:t>ランダムフォレスト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EAF3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096"/>
                        </a:lnSpc>
                      </a:pPr>
                      <a:r>
                        <a:rPr lang="ja-JP" altLang="en-US" sz="2503" b="0" dirty="0">
                          <a:solidFill>
                            <a:srgbClr val="292B2B"/>
                          </a:solidFill>
                          <a:latin typeface="Source Han Sans JP"/>
                          <a:ea typeface="Source Han Sans JP"/>
                        </a:rPr>
                        <a:t>PCA空間の</a:t>
                      </a:r>
                      <a:r>
                        <a:rPr lang="ja-JP" altLang="en-US" sz="2503" b="0" dirty="0">
                          <a:solidFill>
                            <a:srgbClr val="292B2B"/>
                          </a:solidFill>
                          <a:latin typeface="Source Han Sans JP Bold" panose="020B0600070205080204" charset="-128"/>
                          <a:ea typeface="Source Han Sans JP Bold" panose="020B0600070205080204" charset="-128"/>
                        </a:rPr>
                        <a:t>TreeSHAP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096"/>
                        </a:lnSpc>
                      </a:pPr>
                      <a:r>
                        <a:rPr lang="ja-JP" altLang="en-US" sz="2503" b="0" dirty="0">
                          <a:solidFill>
                            <a:srgbClr val="292B2B"/>
                          </a:solidFill>
                          <a:latin typeface="Source Han Sans JP"/>
                          <a:ea typeface="Source Han Sans JP"/>
                        </a:rPr>
                        <a:t>周波数帯・時間帯マスク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65376">
                <a:tc>
                  <a:txBody>
                    <a:bodyPr/>
                    <a:lstStyle/>
                    <a:p>
                      <a:pPr algn="ctr">
                        <a:lnSpc>
                          <a:spcPts val="3096"/>
                        </a:lnSpc>
                      </a:pPr>
                      <a:r>
                        <a:rPr lang="en-US" altLang="ja-JP" sz="2503" b="1" dirty="0">
                          <a:solidFill>
                            <a:srgbClr val="292B2B"/>
                          </a:solidFill>
                          <a:latin typeface="Source Han Sans JP Bold"/>
                          <a:ea typeface="Source Han Sans JP Bold"/>
                        </a:rPr>
                        <a:t>Conformer</a:t>
                      </a:r>
                      <a:endParaRPr lang="ja-JP" altLang="en-US" sz="2503" b="1" dirty="0">
                        <a:solidFill>
                          <a:srgbClr val="292B2B"/>
                        </a:solidFill>
                        <a:latin typeface="Source Han Sans JP Bold"/>
                        <a:ea typeface="Source Han Sans JP Bold"/>
                      </a:endParaRP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EAF3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096"/>
                        </a:lnSpc>
                      </a:pPr>
                      <a:r>
                        <a:rPr lang="ja-JP" altLang="en-US" sz="2503" b="0" dirty="0">
                          <a:solidFill>
                            <a:srgbClr val="292B2B"/>
                          </a:solidFill>
                          <a:latin typeface="Source Han Sans JP Bold" panose="020B0600070205080204" charset="-128"/>
                          <a:ea typeface="Source Han Sans JP Bold" panose="020B0600070205080204" charset="-128"/>
                        </a:rPr>
                        <a:t>Integrated Gradients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096"/>
                        </a:lnSpc>
                      </a:pPr>
                      <a:r>
                        <a:rPr lang="ja-JP" altLang="en-US" sz="2503" b="0" dirty="0">
                          <a:solidFill>
                            <a:srgbClr val="292B2B"/>
                          </a:solidFill>
                          <a:latin typeface="Source Han Sans JP"/>
                          <a:ea typeface="Source Han Sans JP"/>
                        </a:rPr>
                        <a:t>周波数帯・時間帯マスク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65376">
                <a:tc>
                  <a:txBody>
                    <a:bodyPr/>
                    <a:lstStyle/>
                    <a:p>
                      <a:pPr algn="ctr">
                        <a:lnSpc>
                          <a:spcPts val="3259"/>
                        </a:lnSpc>
                      </a:pPr>
                      <a:r>
                        <a:rPr lang="ja-JP" altLang="en-US" sz="2635" b="1" dirty="0">
                          <a:solidFill>
                            <a:srgbClr val="292B2B"/>
                          </a:solidFill>
                          <a:latin typeface="Source Han Sans JP Bold"/>
                          <a:ea typeface="Source Han Sans JP Bold"/>
                        </a:rPr>
                        <a:t>AlexNet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EAF3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096"/>
                        </a:lnSpc>
                      </a:pPr>
                      <a:r>
                        <a:rPr lang="ja-JP" altLang="en-US" sz="2503" b="0" dirty="0">
                          <a:solidFill>
                            <a:srgbClr val="292B2B"/>
                          </a:solidFill>
                          <a:latin typeface="Source Han Sans JP Bold" panose="020B0600070205080204" charset="-128"/>
                          <a:ea typeface="Source Han Sans JP Bold" panose="020B0600070205080204" charset="-128"/>
                        </a:rPr>
                        <a:t>Integrated Gradients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096"/>
                        </a:lnSpc>
                      </a:pPr>
                      <a:r>
                        <a:rPr lang="ja-JP" altLang="en-US" sz="2503" b="0" dirty="0">
                          <a:solidFill>
                            <a:srgbClr val="292B2B"/>
                          </a:solidFill>
                          <a:latin typeface="Source Han Sans JP"/>
                          <a:ea typeface="Source Han Sans JP"/>
                        </a:rPr>
                        <a:t>周波数帯・時間帯マスク</a:t>
                      </a:r>
                    </a:p>
                  </a:txBody>
                  <a:tcPr marL="100000" marR="100000" marT="50000" marB="50000" anchor="ctr">
                    <a:lnL w="9525">
                      <a:solidFill>
                        <a:srgbClr val="D5E3E2"/>
                      </a:solidFill>
                    </a:lnL>
                    <a:lnR w="9525">
                      <a:solidFill>
                        <a:srgbClr val="D5E3E2"/>
                      </a:solidFill>
                    </a:lnR>
                    <a:lnT w="9525">
                      <a:solidFill>
                        <a:srgbClr val="D5E3E2"/>
                      </a:solidFill>
                    </a:lnT>
                    <a:lnB w="9525">
                      <a:solidFill>
                        <a:srgbClr val="D5E3E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30030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C6B7A-BBA2-7F7C-7C94-C50C16F85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D53115BB-4676-8FEF-7373-A118571B75B5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DC50DE46-9569-2CF9-EEFD-5E4269CF5D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9" name="テキスト ボックス 58">
              <a:extLst>
                <a:ext uri="{FF2B5EF4-FFF2-40B4-BE49-F238E27FC236}">
                  <a16:creationId xmlns:a16="http://schemas.microsoft.com/office/drawing/2014/main" id="{32F39ADD-556E-FD1C-8606-2D1BF514D630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CB3E2A75-09AC-578E-12EB-B6B0417CA1E4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フローチャート: 論理積ゲート 60">
              <a:extLst>
                <a:ext uri="{FF2B5EF4-FFF2-40B4-BE49-F238E27FC236}">
                  <a16:creationId xmlns:a16="http://schemas.microsoft.com/office/drawing/2014/main" id="{B65B272C-A5D5-4CB5-BC19-E30EA1D49C2B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62" name="Group 3">
            <a:extLst>
              <a:ext uri="{FF2B5EF4-FFF2-40B4-BE49-F238E27FC236}">
                <a16:creationId xmlns:a16="http://schemas.microsoft.com/office/drawing/2014/main" id="{DF2F1FC0-E61B-F7F2-CC05-9284F1F874A9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63" name="Group 4">
              <a:extLst>
                <a:ext uri="{FF2B5EF4-FFF2-40B4-BE49-F238E27FC236}">
                  <a16:creationId xmlns:a16="http://schemas.microsoft.com/office/drawing/2014/main" id="{C9F44B98-80E0-A756-8887-6397FCA0767C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70" name="Freeform 5">
                <a:extLst>
                  <a:ext uri="{FF2B5EF4-FFF2-40B4-BE49-F238E27FC236}">
                    <a16:creationId xmlns:a16="http://schemas.microsoft.com/office/drawing/2014/main" id="{2E8A69AF-5FB0-9637-3552-65D6D000109F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71" name="TextBox 6">
                <a:extLst>
                  <a:ext uri="{FF2B5EF4-FFF2-40B4-BE49-F238E27FC236}">
                    <a16:creationId xmlns:a16="http://schemas.microsoft.com/office/drawing/2014/main" id="{E6D22F2B-0227-2669-DB06-9260C7E4EC6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4" name="Group 7">
              <a:extLst>
                <a:ext uri="{FF2B5EF4-FFF2-40B4-BE49-F238E27FC236}">
                  <a16:creationId xmlns:a16="http://schemas.microsoft.com/office/drawing/2014/main" id="{DD791D53-6622-F6E6-468E-FA0E40BA8BDC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68" name="Freeform 8">
                <a:extLst>
                  <a:ext uri="{FF2B5EF4-FFF2-40B4-BE49-F238E27FC236}">
                    <a16:creationId xmlns:a16="http://schemas.microsoft.com/office/drawing/2014/main" id="{658A6FCA-2782-60E6-8ED8-8BBCA1B74E7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9" name="TextBox 9">
                <a:extLst>
                  <a:ext uri="{FF2B5EF4-FFF2-40B4-BE49-F238E27FC236}">
                    <a16:creationId xmlns:a16="http://schemas.microsoft.com/office/drawing/2014/main" id="{1C0DB6D5-1F47-662F-F20C-5C60496C1C3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5" name="Group 10">
              <a:extLst>
                <a:ext uri="{FF2B5EF4-FFF2-40B4-BE49-F238E27FC236}">
                  <a16:creationId xmlns:a16="http://schemas.microsoft.com/office/drawing/2014/main" id="{BA5A87E2-7EB4-701B-D4E9-29108DE56E26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66" name="Freeform 11">
                <a:extLst>
                  <a:ext uri="{FF2B5EF4-FFF2-40B4-BE49-F238E27FC236}">
                    <a16:creationId xmlns:a16="http://schemas.microsoft.com/office/drawing/2014/main" id="{A2A54EDF-CE99-D170-6E87-5E37252FA44F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7" name="TextBox 12">
                <a:extLst>
                  <a:ext uri="{FF2B5EF4-FFF2-40B4-BE49-F238E27FC236}">
                    <a16:creationId xmlns:a16="http://schemas.microsoft.com/office/drawing/2014/main" id="{40A00CD3-1C19-635B-A208-D902D538413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72" name="スライド番号プレースホルダー 28">
            <a:extLst>
              <a:ext uri="{FF2B5EF4-FFF2-40B4-BE49-F238E27FC236}">
                <a16:creationId xmlns:a16="http://schemas.microsoft.com/office/drawing/2014/main" id="{01D2D754-48E3-D797-3CDA-7E4DF46DD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70494" y="9748987"/>
            <a:ext cx="599456" cy="462299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10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73" name="TextBox 24">
            <a:extLst>
              <a:ext uri="{FF2B5EF4-FFF2-40B4-BE49-F238E27FC236}">
                <a16:creationId xmlns:a16="http://schemas.microsoft.com/office/drawing/2014/main" id="{972BE9D2-9DD4-C399-B2ED-10498EC98BFD}"/>
              </a:ext>
            </a:extLst>
          </p:cNvPr>
          <p:cNvSpPr txBox="1"/>
          <p:nvPr/>
        </p:nvSpPr>
        <p:spPr>
          <a:xfrm>
            <a:off x="1806795" y="305043"/>
            <a:ext cx="6576672" cy="70057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en-US" altLang="ja-JP" sz="4000" dirty="0">
                <a:solidFill>
                  <a:srgbClr val="292B2B"/>
                </a:solidFill>
                <a:latin typeface="Source Han Sans JP Medium"/>
                <a:ea typeface="Source Han Sans JP Medium"/>
              </a:rPr>
              <a:t>Integrated Gradients</a:t>
            </a:r>
            <a:r>
              <a:rPr lang="ja-JP" altLang="en-US" sz="4000">
                <a:solidFill>
                  <a:srgbClr val="292B2B"/>
                </a:solidFill>
                <a:latin typeface="Source Han Sans JP Medium"/>
                <a:ea typeface="Source Han Sans JP Medium"/>
              </a:rPr>
              <a:t>の一例</a:t>
            </a:r>
            <a:endParaRPr lang="ja-JP" altLang="en-US" sz="4000" dirty="0">
              <a:solidFill>
                <a:srgbClr val="292B2B"/>
              </a:solidFill>
              <a:latin typeface="Source Han Sans JP Medium"/>
              <a:ea typeface="Source Han Sans JP Medium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84B5C79-B617-A08C-C850-FB3B12893B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0343" y="2247900"/>
            <a:ext cx="7335056" cy="672632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340CD639-9E01-0B6D-9FF8-8994766560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3" y="2273300"/>
            <a:ext cx="7464574" cy="6726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89073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9434D-2DE3-DE53-DA57-3218695A6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7D3FFEB6-1BF8-B383-B19B-1FE1F9AD10EA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49" name="図 48">
              <a:extLst>
                <a:ext uri="{FF2B5EF4-FFF2-40B4-BE49-F238E27FC236}">
                  <a16:creationId xmlns:a16="http://schemas.microsoft.com/office/drawing/2014/main" id="{A9A52D06-11C2-FB38-6088-E43EB1EDC6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8827E916-F2F2-8AD2-167E-C728D6EF985E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51" name="直線コネクタ 50">
              <a:extLst>
                <a:ext uri="{FF2B5EF4-FFF2-40B4-BE49-F238E27FC236}">
                  <a16:creationId xmlns:a16="http://schemas.microsoft.com/office/drawing/2014/main" id="{7CC4C3B4-EF25-1DFB-8895-4512A5239541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フローチャート: 論理積ゲート 51">
              <a:extLst>
                <a:ext uri="{FF2B5EF4-FFF2-40B4-BE49-F238E27FC236}">
                  <a16:creationId xmlns:a16="http://schemas.microsoft.com/office/drawing/2014/main" id="{46534A75-EE5C-0570-42B1-D4708A5D311B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53" name="Group 3">
            <a:extLst>
              <a:ext uri="{FF2B5EF4-FFF2-40B4-BE49-F238E27FC236}">
                <a16:creationId xmlns:a16="http://schemas.microsoft.com/office/drawing/2014/main" id="{4859911D-24E5-DAC7-219E-E1B8B0FC5A9E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54" name="Group 4">
              <a:extLst>
                <a:ext uri="{FF2B5EF4-FFF2-40B4-BE49-F238E27FC236}">
                  <a16:creationId xmlns:a16="http://schemas.microsoft.com/office/drawing/2014/main" id="{7B4CFF76-B5E0-2D22-1278-0A45CF422EA8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61" name="Freeform 5">
                <a:extLst>
                  <a:ext uri="{FF2B5EF4-FFF2-40B4-BE49-F238E27FC236}">
                    <a16:creationId xmlns:a16="http://schemas.microsoft.com/office/drawing/2014/main" id="{3EED31BD-5D24-2AB1-AA6F-BCFB0245C473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2" name="TextBox 6">
                <a:extLst>
                  <a:ext uri="{FF2B5EF4-FFF2-40B4-BE49-F238E27FC236}">
                    <a16:creationId xmlns:a16="http://schemas.microsoft.com/office/drawing/2014/main" id="{5F2A5654-E21C-567F-4DAA-FFED561C468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55" name="Group 7">
              <a:extLst>
                <a:ext uri="{FF2B5EF4-FFF2-40B4-BE49-F238E27FC236}">
                  <a16:creationId xmlns:a16="http://schemas.microsoft.com/office/drawing/2014/main" id="{AC65F757-7AD3-8C06-5A53-665ADC3E8D98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59" name="Freeform 8">
                <a:extLst>
                  <a:ext uri="{FF2B5EF4-FFF2-40B4-BE49-F238E27FC236}">
                    <a16:creationId xmlns:a16="http://schemas.microsoft.com/office/drawing/2014/main" id="{52938506-2071-EFB1-967A-2339DB77D8DD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0" name="TextBox 9">
                <a:extLst>
                  <a:ext uri="{FF2B5EF4-FFF2-40B4-BE49-F238E27FC236}">
                    <a16:creationId xmlns:a16="http://schemas.microsoft.com/office/drawing/2014/main" id="{1AE1C156-4EC9-E052-F65C-D2906606F0F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56" name="Group 10">
              <a:extLst>
                <a:ext uri="{FF2B5EF4-FFF2-40B4-BE49-F238E27FC236}">
                  <a16:creationId xmlns:a16="http://schemas.microsoft.com/office/drawing/2014/main" id="{086CABE0-83DB-7A80-3B0A-9818082BDE4E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57" name="Freeform 11">
                <a:extLst>
                  <a:ext uri="{FF2B5EF4-FFF2-40B4-BE49-F238E27FC236}">
                    <a16:creationId xmlns:a16="http://schemas.microsoft.com/office/drawing/2014/main" id="{99FBF0D1-1E4B-B008-9B0C-8AA2743C8DE1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58" name="TextBox 12">
                <a:extLst>
                  <a:ext uri="{FF2B5EF4-FFF2-40B4-BE49-F238E27FC236}">
                    <a16:creationId xmlns:a16="http://schemas.microsoft.com/office/drawing/2014/main" id="{65C311FB-AACB-DAC1-B7EC-F08C05A0BA7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512" name="スライド番号プレースホルダー 28">
            <a:extLst>
              <a:ext uri="{FF2B5EF4-FFF2-40B4-BE49-F238E27FC236}">
                <a16:creationId xmlns:a16="http://schemas.microsoft.com/office/drawing/2014/main" id="{33A168E0-8DE6-964F-F7C5-CFEF20674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23863" y="9825038"/>
            <a:ext cx="392112" cy="420687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11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513" name="TextBox 24">
            <a:extLst>
              <a:ext uri="{FF2B5EF4-FFF2-40B4-BE49-F238E27FC236}">
                <a16:creationId xmlns:a16="http://schemas.microsoft.com/office/drawing/2014/main" id="{96A0BF60-34DE-4303-576F-7F09CC423BFD}"/>
              </a:ext>
            </a:extLst>
          </p:cNvPr>
          <p:cNvSpPr txBox="1"/>
          <p:nvPr/>
        </p:nvSpPr>
        <p:spPr>
          <a:xfrm>
            <a:off x="1806795" y="305043"/>
            <a:ext cx="5642570" cy="70057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Medium"/>
                <a:ea typeface="Source Han Sans JP Medium"/>
              </a:rPr>
              <a:t>説明性評価の現在の進捗</a:t>
            </a:r>
          </a:p>
        </p:txBody>
      </p:sp>
      <p:sp>
        <p:nvSpPr>
          <p:cNvPr id="700" name="bar700"/>
          <p:cNvSpPr/>
          <p:nvPr/>
        </p:nvSpPr>
        <p:spPr>
          <a:xfrm>
            <a:off x="1536700" y="1905000"/>
            <a:ext cx="165100" cy="584200"/>
          </a:xfrm>
          <a:prstGeom prst="rect">
            <a:avLst/>
          </a:prstGeom>
          <a:solidFill>
            <a:srgbClr val="64A4A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01" name="tb701"/>
          <p:cNvSpPr txBox="1"/>
          <p:nvPr/>
        </p:nvSpPr>
        <p:spPr>
          <a:xfrm>
            <a:off x="1905000" y="1905000"/>
            <a:ext cx="15875000" cy="635000"/>
          </a:xfrm>
          <a:prstGeom prst="rect">
            <a:avLst/>
          </a:prstGeom>
          <a:noFill/>
        </p:spPr>
        <p:txBody>
          <a:bodyPr wrap="square" lIns="0" rIns="0" rtlCol="0" anchor="ctr">
            <a:normAutofit/>
          </a:bodyPr>
          <a:lstStyle/>
          <a:p>
            <a:pPr algn="l">
              <a:lnSpc>
                <a:spcPts val="3672"/>
              </a:lnSpc>
            </a:pPr>
            <a:r>
              <a:rPr lang="ja-JP" altLang="en-US" sz="2990" b="1" dirty="0">
                <a:solidFill>
                  <a:srgbClr val="292B2B"/>
                </a:solidFill>
                <a:latin typeface="Source Han Sans JP Bold"/>
                <a:ea typeface="Source Han Sans JP Bold"/>
              </a:rPr>
              <a:t>説明結果の出力までは完了し、物理的解釈とモデル間比較を検証中</a:t>
            </a:r>
          </a:p>
        </p:txBody>
      </p:sp>
      <p:sp>
        <p:nvSpPr>
          <p:cNvPr id="710" name="tb710"/>
          <p:cNvSpPr txBox="1"/>
          <p:nvPr/>
        </p:nvSpPr>
        <p:spPr>
          <a:xfrm>
            <a:off x="1524000" y="3022600"/>
            <a:ext cx="8318500" cy="69850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0" indent="0" algn="l">
              <a:lnSpc>
                <a:spcPts val="3888"/>
              </a:lnSpc>
              <a:buNone/>
            </a:pPr>
            <a:r>
              <a:rPr lang="ja-JP" altLang="en-US" sz="299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完了したこと</a:t>
            </a:r>
          </a:p>
          <a:p>
            <a:pPr marL="457200" indent="-457200" algn="l">
              <a:lnSpc>
                <a:spcPts val="4536"/>
              </a:lnSpc>
              <a:spcBef>
                <a:spcPts val="324"/>
              </a:spcBef>
              <a:buClr>
                <a:srgbClr val="64A4A3"/>
              </a:buClr>
              <a:buFont typeface="Wingdings" pitchFamily="2" charset="2"/>
              <a:buChar char="l"/>
            </a:pP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ランダムフォレストのTreeSHAP</a:t>
            </a:r>
          </a:p>
          <a:p>
            <a:pPr marL="457200" indent="-457200" algn="l">
              <a:lnSpc>
                <a:spcPts val="4536"/>
              </a:lnSpc>
              <a:spcBef>
                <a:spcPts val="324"/>
              </a:spcBef>
              <a:buClr>
                <a:srgbClr val="64A4A3"/>
              </a:buClr>
              <a:buFont typeface="Wingdings" pitchFamily="2" charset="2"/>
              <a:buChar char="l"/>
            </a:pPr>
            <a:r>
              <a:rPr lang="en-US" altLang="ja-JP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Conformer</a:t>
            </a: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・AlexNetの</a:t>
            </a:r>
            <a:r>
              <a:rPr lang="en-US" altLang="ja-JP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Integrated Gradients</a:t>
            </a:r>
            <a:endParaRPr lang="ja-JP" altLang="en-US" sz="2760" dirty="0">
              <a:solidFill>
                <a:srgbClr val="292B2B"/>
              </a:solidFill>
              <a:latin typeface="Source Han Sans JP"/>
              <a:ea typeface="Source Han Sans JP"/>
            </a:endParaRPr>
          </a:p>
          <a:p>
            <a:pPr marL="457200" indent="-457200" algn="l">
              <a:lnSpc>
                <a:spcPts val="4536"/>
              </a:lnSpc>
              <a:spcBef>
                <a:spcPts val="324"/>
              </a:spcBef>
              <a:buClr>
                <a:srgbClr val="64A4A3"/>
              </a:buClr>
              <a:buFont typeface="Wingdings" pitchFamily="2" charset="2"/>
              <a:buChar char="l"/>
            </a:pP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全モデルの周波数帯・時間帯マスクでの出力</a:t>
            </a:r>
          </a:p>
          <a:p>
            <a:pPr marL="457200" indent="-457200" algn="l">
              <a:lnSpc>
                <a:spcPts val="4536"/>
              </a:lnSpc>
              <a:spcBef>
                <a:spcPts val="324"/>
              </a:spcBef>
              <a:buClr>
                <a:srgbClr val="64A4A3"/>
              </a:buClr>
              <a:buFont typeface="Wingdings" pitchFamily="2" charset="2"/>
              <a:buChar char="l"/>
            </a:pP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説明の安定性・ランダム化確認の出力</a:t>
            </a:r>
          </a:p>
        </p:txBody>
      </p:sp>
      <p:sp>
        <p:nvSpPr>
          <p:cNvPr id="720" name="tb720"/>
          <p:cNvSpPr txBox="1"/>
          <p:nvPr/>
        </p:nvSpPr>
        <p:spPr>
          <a:xfrm>
            <a:off x="10160000" y="3022600"/>
            <a:ext cx="6921500" cy="69850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0" indent="0" algn="l">
              <a:lnSpc>
                <a:spcPts val="3888"/>
              </a:lnSpc>
              <a:buNone/>
            </a:pPr>
            <a:r>
              <a:rPr lang="ja-JP" altLang="en-US" sz="299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現在確認していること</a:t>
            </a:r>
          </a:p>
          <a:p>
            <a:pPr marL="457200" indent="-457200" algn="l">
              <a:lnSpc>
                <a:spcPts val="4536"/>
              </a:lnSpc>
              <a:spcBef>
                <a:spcPts val="324"/>
              </a:spcBef>
              <a:buClr>
                <a:srgbClr val="64A4A3"/>
              </a:buClr>
              <a:buFont typeface="Wingdings" pitchFamily="2" charset="2"/>
              <a:buChar char="l"/>
            </a:pP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入力スペクトログラムと説明画像の対応</a:t>
            </a:r>
          </a:p>
          <a:p>
            <a:pPr marL="457200" indent="-457200" algn="l">
              <a:lnSpc>
                <a:spcPts val="4536"/>
              </a:lnSpc>
              <a:spcBef>
                <a:spcPts val="324"/>
              </a:spcBef>
              <a:buClr>
                <a:srgbClr val="64A4A3"/>
              </a:buClr>
              <a:buFont typeface="Wingdings" pitchFamily="2" charset="2"/>
              <a:buChar char="l"/>
            </a:pP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同一標本でのIGの整合性</a:t>
            </a:r>
          </a:p>
          <a:p>
            <a:pPr marL="457200" indent="-457200" algn="l">
              <a:lnSpc>
                <a:spcPts val="4536"/>
              </a:lnSpc>
              <a:spcBef>
                <a:spcPts val="324"/>
              </a:spcBef>
              <a:buClr>
                <a:srgbClr val="64A4A3"/>
              </a:buClr>
              <a:buFont typeface="Wingdings" pitchFamily="2" charset="2"/>
              <a:buChar char="l"/>
            </a:pP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モデル間で重要領域が異なるか</a:t>
            </a:r>
          </a:p>
          <a:p>
            <a:pPr marL="457200" indent="-457200" algn="l">
              <a:lnSpc>
                <a:spcPts val="4536"/>
              </a:lnSpc>
              <a:spcBef>
                <a:spcPts val="324"/>
              </a:spcBef>
              <a:buClr>
                <a:srgbClr val="64A4A3"/>
              </a:buClr>
              <a:buFont typeface="Wingdings" pitchFamily="2" charset="2"/>
              <a:buChar char="l"/>
            </a:pP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ノイズ条件で重要領域が変化する理由</a:t>
            </a:r>
          </a:p>
          <a:p>
            <a:pPr marL="457200" indent="-457200" algn="l">
              <a:lnSpc>
                <a:spcPts val="4536"/>
              </a:lnSpc>
              <a:spcBef>
                <a:spcPts val="324"/>
              </a:spcBef>
              <a:buClr>
                <a:srgbClr val="64A4A3"/>
              </a:buClr>
              <a:buFont typeface="Wingdings" pitchFamily="2" charset="2"/>
              <a:buChar char="l"/>
            </a:pP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重要領域を除くとONB性能が悪化するか</a:t>
            </a:r>
          </a:p>
        </p:txBody>
      </p:sp>
    </p:spTree>
    <p:extLst>
      <p:ext uri="{BB962C8B-B14F-4D97-AF65-F5344CB8AC3E}">
        <p14:creationId xmlns:p14="http://schemas.microsoft.com/office/powerpoint/2010/main" val="36209940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DB37C-964B-AC11-EDB7-CB194CC0E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スライド番号プレースホルダー 28">
            <a:extLst>
              <a:ext uri="{FF2B5EF4-FFF2-40B4-BE49-F238E27FC236}">
                <a16:creationId xmlns:a16="http://schemas.microsoft.com/office/drawing/2014/main" id="{64C6A2B1-D68F-3D23-4EB7-F0A679C2E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024509" y="342900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4800" smtClean="0"/>
              <a:pPr/>
              <a:t>12</a:t>
            </a:fld>
            <a:endParaRPr lang="en-US" sz="4800" dirty="0"/>
          </a:p>
        </p:txBody>
      </p: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43AE7C6B-7351-5825-E0E1-3777BB8F152C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29CF0DB2-C51E-08ED-FEB3-D6567673BB1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D3CFCC76-1AE5-A05F-2873-E25C6D79E399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31" name="直線コネクタ 30">
              <a:extLst>
                <a:ext uri="{FF2B5EF4-FFF2-40B4-BE49-F238E27FC236}">
                  <a16:creationId xmlns:a16="http://schemas.microsoft.com/office/drawing/2014/main" id="{EB4B6EEE-4EAA-E0E7-CAA1-E9DFB1A6B961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フローチャート: 論理積ゲート 31">
              <a:extLst>
                <a:ext uri="{FF2B5EF4-FFF2-40B4-BE49-F238E27FC236}">
                  <a16:creationId xmlns:a16="http://schemas.microsoft.com/office/drawing/2014/main" id="{76C22DF7-203B-60AF-6317-7E96F3FA660C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33" name="Group 3">
            <a:extLst>
              <a:ext uri="{FF2B5EF4-FFF2-40B4-BE49-F238E27FC236}">
                <a16:creationId xmlns:a16="http://schemas.microsoft.com/office/drawing/2014/main" id="{5DF53C7B-1F38-147D-28ED-EADF164DCBED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34" name="Group 4">
              <a:extLst>
                <a:ext uri="{FF2B5EF4-FFF2-40B4-BE49-F238E27FC236}">
                  <a16:creationId xmlns:a16="http://schemas.microsoft.com/office/drawing/2014/main" id="{9F7BB424-5D5B-559C-D094-327D1427FAC9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41" name="Freeform 5">
                <a:extLst>
                  <a:ext uri="{FF2B5EF4-FFF2-40B4-BE49-F238E27FC236}">
                    <a16:creationId xmlns:a16="http://schemas.microsoft.com/office/drawing/2014/main" id="{3738E4EE-6CB8-C75A-EEA6-6682037FC9F8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42" name="TextBox 6">
                <a:extLst>
                  <a:ext uri="{FF2B5EF4-FFF2-40B4-BE49-F238E27FC236}">
                    <a16:creationId xmlns:a16="http://schemas.microsoft.com/office/drawing/2014/main" id="{174E6FBE-A7B7-773F-4FED-7C193977588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35" name="Group 7">
              <a:extLst>
                <a:ext uri="{FF2B5EF4-FFF2-40B4-BE49-F238E27FC236}">
                  <a16:creationId xmlns:a16="http://schemas.microsoft.com/office/drawing/2014/main" id="{F9BC06B8-13DC-11CF-3C00-4CEAE0D8307C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39" name="Freeform 8">
                <a:extLst>
                  <a:ext uri="{FF2B5EF4-FFF2-40B4-BE49-F238E27FC236}">
                    <a16:creationId xmlns:a16="http://schemas.microsoft.com/office/drawing/2014/main" id="{F95155B5-987B-CFDC-AC53-052DFB8B969F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40" name="TextBox 9">
                <a:extLst>
                  <a:ext uri="{FF2B5EF4-FFF2-40B4-BE49-F238E27FC236}">
                    <a16:creationId xmlns:a16="http://schemas.microsoft.com/office/drawing/2014/main" id="{DADC0933-F8DA-E030-073B-DCE0A8A1760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36" name="Group 10">
              <a:extLst>
                <a:ext uri="{FF2B5EF4-FFF2-40B4-BE49-F238E27FC236}">
                  <a16:creationId xmlns:a16="http://schemas.microsoft.com/office/drawing/2014/main" id="{8FC66875-01D3-021C-13B3-0CA23E986AF2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37" name="Freeform 11">
                <a:extLst>
                  <a:ext uri="{FF2B5EF4-FFF2-40B4-BE49-F238E27FC236}">
                    <a16:creationId xmlns:a16="http://schemas.microsoft.com/office/drawing/2014/main" id="{EC64C948-81F2-06EA-57BF-D2B0E8375E26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38" name="TextBox 12">
                <a:extLst>
                  <a:ext uri="{FF2B5EF4-FFF2-40B4-BE49-F238E27FC236}">
                    <a16:creationId xmlns:a16="http://schemas.microsoft.com/office/drawing/2014/main" id="{A0D26BA9-C298-92EA-2113-1B64EA0C837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43" name="TextBox 24">
            <a:extLst>
              <a:ext uri="{FF2B5EF4-FFF2-40B4-BE49-F238E27FC236}">
                <a16:creationId xmlns:a16="http://schemas.microsoft.com/office/drawing/2014/main" id="{29F16302-7E62-85B7-3C03-875C434D5C5B}"/>
              </a:ext>
            </a:extLst>
          </p:cNvPr>
          <p:cNvSpPr txBox="1"/>
          <p:nvPr/>
        </p:nvSpPr>
        <p:spPr>
          <a:xfrm>
            <a:off x="1806795" y="305043"/>
            <a:ext cx="1538883" cy="70057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Medium"/>
                <a:ea typeface="Source Han Sans JP Medium"/>
              </a:rPr>
              <a:t>まとめ</a:t>
            </a:r>
          </a:p>
        </p:txBody>
      </p:sp>
      <p:sp>
        <p:nvSpPr>
          <p:cNvPr id="710" name="tb710"/>
          <p:cNvSpPr txBox="1"/>
          <p:nvPr/>
        </p:nvSpPr>
        <p:spPr>
          <a:xfrm>
            <a:off x="1524000" y="2286000"/>
            <a:ext cx="8382000" cy="59690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0" indent="0" algn="l">
              <a:lnSpc>
                <a:spcPts val="3888"/>
              </a:lnSpc>
              <a:buNone/>
            </a:pPr>
            <a:r>
              <a:rPr lang="ja-JP" altLang="en-US" sz="299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年間計画に対する進捗</a:t>
            </a:r>
            <a:endParaRPr lang="en-US" altLang="ja-JP" sz="2990" b="1" dirty="0">
              <a:solidFill>
                <a:srgbClr val="64A4A3"/>
              </a:solidFill>
              <a:latin typeface="Source Han Sans JP Bold"/>
              <a:ea typeface="Source Han Sans JP Bold"/>
            </a:endParaRPr>
          </a:p>
          <a:p>
            <a:pPr marL="0" indent="0" algn="l">
              <a:lnSpc>
                <a:spcPts val="3888"/>
              </a:lnSpc>
              <a:buNone/>
            </a:pPr>
            <a:endParaRPr lang="en-US" altLang="ja-JP" sz="2990" b="1" dirty="0">
              <a:solidFill>
                <a:srgbClr val="64A4A3"/>
              </a:solidFill>
              <a:latin typeface="Source Han Sans JP Bold"/>
              <a:ea typeface="Source Han Sans JP Bold"/>
            </a:endParaRPr>
          </a:p>
          <a:p>
            <a:pPr marL="0" indent="0" algn="l">
              <a:lnSpc>
                <a:spcPts val="3888"/>
              </a:lnSpc>
              <a:buNone/>
            </a:pPr>
            <a:r>
              <a:rPr lang="en-US" altLang="ja-JP" sz="276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①  </a:t>
            </a: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RF単体の回帰からONB評価までの基盤は確立</a:t>
            </a:r>
          </a:p>
          <a:p>
            <a:pPr marL="558800" indent="-558800" algn="l">
              <a:lnSpc>
                <a:spcPts val="4320"/>
              </a:lnSpc>
              <a:spcBef>
                <a:spcPts val="540"/>
              </a:spcBef>
              <a:buNone/>
            </a:pPr>
            <a:r>
              <a:rPr lang="en-US" altLang="ja-JP" sz="276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②  </a:t>
            </a: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3モデルの安定化と統合評価の実装は完了</a:t>
            </a:r>
          </a:p>
          <a:p>
            <a:pPr marL="558800" indent="-558800" algn="l">
              <a:lnSpc>
                <a:spcPts val="4320"/>
              </a:lnSpc>
              <a:spcBef>
                <a:spcPts val="540"/>
              </a:spcBef>
              <a:buNone/>
            </a:pPr>
            <a:r>
              <a:rPr lang="en-US" altLang="ja-JP" sz="276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③  </a:t>
            </a: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説明手法は選定・実装済み、結果解釈は進行中</a:t>
            </a:r>
          </a:p>
          <a:p>
            <a:pPr marL="558800" indent="-558800" algn="l">
              <a:lnSpc>
                <a:spcPts val="4320"/>
              </a:lnSpc>
              <a:spcBef>
                <a:spcPts val="540"/>
              </a:spcBef>
              <a:buNone/>
            </a:pPr>
            <a:r>
              <a:rPr lang="en-US" altLang="ja-JP" sz="276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④  </a:t>
            </a: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ONB近傍指標には着手、データ設計と早期検知定義は未完了</a:t>
            </a:r>
          </a:p>
        </p:txBody>
      </p:sp>
      <p:sp>
        <p:nvSpPr>
          <p:cNvPr id="720" name="tb720"/>
          <p:cNvSpPr txBox="1"/>
          <p:nvPr/>
        </p:nvSpPr>
        <p:spPr>
          <a:xfrm>
            <a:off x="10287000" y="2286000"/>
            <a:ext cx="6794500" cy="59690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0" indent="0" algn="l">
              <a:lnSpc>
                <a:spcPts val="3888"/>
              </a:lnSpc>
              <a:buNone/>
            </a:pPr>
            <a:r>
              <a:rPr lang="ja-JP" altLang="en-US" sz="299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次に行うこと</a:t>
            </a:r>
            <a:endParaRPr lang="en-US" altLang="ja-JP" sz="2990" b="1" dirty="0">
              <a:solidFill>
                <a:srgbClr val="64A4A3"/>
              </a:solidFill>
              <a:latin typeface="Source Han Sans JP Bold"/>
              <a:ea typeface="Source Han Sans JP Bold"/>
            </a:endParaRPr>
          </a:p>
          <a:p>
            <a:pPr marL="0" indent="0" algn="l">
              <a:lnSpc>
                <a:spcPts val="3888"/>
              </a:lnSpc>
              <a:buNone/>
            </a:pPr>
            <a:endParaRPr lang="ja-JP" altLang="en-US" sz="2990" b="1" dirty="0">
              <a:solidFill>
                <a:srgbClr val="64A4A3"/>
              </a:solidFill>
              <a:latin typeface="Source Han Sans JP Bold"/>
              <a:ea typeface="Source Han Sans JP Bold"/>
            </a:endParaRPr>
          </a:p>
          <a:p>
            <a:pPr marL="558800" indent="-558800" algn="l">
              <a:lnSpc>
                <a:spcPts val="4320"/>
              </a:lnSpc>
              <a:spcBef>
                <a:spcPts val="540"/>
              </a:spcBef>
              <a:buNone/>
            </a:pPr>
            <a:r>
              <a:rPr lang="en-US" altLang="ja-JP" sz="276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1  </a:t>
            </a: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説明性出力の目視・信頼性・物理妥当性確認</a:t>
            </a:r>
          </a:p>
          <a:p>
            <a:pPr marL="558800" indent="-558800" algn="l">
              <a:lnSpc>
                <a:spcPts val="4320"/>
              </a:lnSpc>
              <a:spcBef>
                <a:spcPts val="540"/>
              </a:spcBef>
              <a:buNone/>
            </a:pPr>
            <a:r>
              <a:rPr lang="en-US" altLang="ja-JP" sz="276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2  </a:t>
            </a: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ONB近傍と検知遅れの正式な定義</a:t>
            </a:r>
          </a:p>
          <a:p>
            <a:pPr marL="558800" indent="-558800" algn="l">
              <a:lnSpc>
                <a:spcPts val="4320"/>
              </a:lnSpc>
              <a:spcBef>
                <a:spcPts val="540"/>
              </a:spcBef>
              <a:buNone/>
            </a:pPr>
            <a:r>
              <a:rPr lang="en-US" altLang="ja-JP" sz="276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3  </a:t>
            </a: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データ設計・評価分割の見直し</a:t>
            </a:r>
          </a:p>
          <a:p>
            <a:pPr marL="558800" indent="-558800" algn="l">
              <a:lnSpc>
                <a:spcPts val="4320"/>
              </a:lnSpc>
              <a:spcBef>
                <a:spcPts val="540"/>
              </a:spcBef>
              <a:buNone/>
            </a:pPr>
            <a:r>
              <a:rPr lang="en-US" altLang="ja-JP" sz="2760" b="1" dirty="0">
                <a:solidFill>
                  <a:srgbClr val="64A4A3"/>
                </a:solidFill>
                <a:latin typeface="Source Han Sans JP Bold"/>
                <a:ea typeface="Source Han Sans JP Bold"/>
              </a:rPr>
              <a:t>4  </a:t>
            </a:r>
            <a:r>
              <a:rPr lang="ja-JP" altLang="en-US" sz="2760" dirty="0">
                <a:solidFill>
                  <a:srgbClr val="292B2B"/>
                </a:solidFill>
                <a:latin typeface="Source Han Sans JP"/>
                <a:ea typeface="Source Han Sans JP"/>
              </a:rPr>
              <a:t>同一条件での最終比較と一般化検証</a:t>
            </a:r>
          </a:p>
        </p:txBody>
      </p:sp>
    </p:spTree>
    <p:extLst>
      <p:ext uri="{BB962C8B-B14F-4D97-AF65-F5344CB8AC3E}">
        <p14:creationId xmlns:p14="http://schemas.microsoft.com/office/powerpoint/2010/main" val="14160113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1482E6">
            <a:alpha val="94000"/>
          </a:srgbClr>
        </a:solidFill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5D7A1B7-69B7-4925-99B8-A306950AE00F}">
  <we:reference id="wa200010001" version="1.0.0.1" store="ja-JP" storeType="OMEX"/>
  <we:alternateReferences>
    <we:reference id="WA200010001" version="1.0.0.1" store="WA200010001" storeType="OMEX"/>
  </we:alternateReferences>
  <we:properties>
    <we:property name="claude.fileId" value="&quot;47c20542-9aa0-420f-8b84-a53bce3b6a3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26483</TotalTime>
  <Words>1126</Words>
  <Application>Microsoft Office PowerPoint</Application>
  <PresentationFormat>ユーザー設定</PresentationFormat>
  <Paragraphs>196</Paragraphs>
  <Slides>12</Slides>
  <Notes>9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21" baseType="lpstr">
      <vt:lpstr>Arial</vt:lpstr>
      <vt:lpstr>游ゴシック</vt:lpstr>
      <vt:lpstr>Source Han Sans JP Bold</vt:lpstr>
      <vt:lpstr>Calibri</vt:lpstr>
      <vt:lpstr>Wingdings</vt:lpstr>
      <vt:lpstr>Source Han Sans JP Medium</vt:lpstr>
      <vt:lpstr>Source Han Sans JP</vt:lpstr>
      <vt:lpstr>Century Gothic Paneuropean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グリーン ホワイト シンプル 業務改善 提案書 ビジネス グラフ 表 プレゼンテーション</dc:title>
  <dc:creator>shiba</dc:creator>
  <cp:lastModifiedBy>陸 柴崎</cp:lastModifiedBy>
  <cp:revision>147</cp:revision>
  <dcterms:created xsi:type="dcterms:W3CDTF">2006-08-16T00:00:00Z</dcterms:created>
  <dcterms:modified xsi:type="dcterms:W3CDTF">2026-07-24T04:15:09Z</dcterms:modified>
  <dc:identifier>DAGKJCfN4aw</dc:identifier>
</cp:coreProperties>
</file>
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4"/>
  </p:notesMasterIdLst>
  <p:sldIdLst>
    <p:sldId id="454" r:id="rId2"/>
    <p:sldId id="456" r:id="rId3"/>
    <p:sldId id="491" r:id="rId4"/>
    <p:sldId id="493" r:id="rId5"/>
    <p:sldId id="494" r:id="rId6"/>
    <p:sldId id="488" r:id="rId7"/>
    <p:sldId id="495" r:id="rId8"/>
    <p:sldId id="500" r:id="rId9"/>
    <p:sldId id="497" r:id="rId10"/>
    <p:sldId id="498" r:id="rId11"/>
    <p:sldId id="499" r:id="rId12"/>
    <p:sldId id="430" r:id="rId13"/>
  </p:sldIdLst>
  <p:sldSz cx="18288000" cy="10287000"/>
  <p:notesSz cx="6858000" cy="9144000"/>
  <p:embeddedFontLst>
    <p:embeddedFont>
      <p:font typeface="Source Han Sans JP" panose="020B0600070205080204" charset="-128"/>
      <p:regular r:id="rId15"/>
    </p:embeddedFont>
    <p:embeddedFont>
      <p:font typeface="Source Han Sans JP Bold" panose="020B0600070205080204" charset="-128"/>
      <p:regular r:id="rId16"/>
    </p:embeddedFont>
    <p:embeddedFont>
      <p:font typeface="Source Han Sans JP Medium" panose="020B0600070205080204" charset="-128"/>
      <p:regular r:id="rId17"/>
    </p:embeddedFont>
    <p:embeddedFont>
      <p:font typeface="Century Gothic Paneuropean" panose="020B0600070205080204" charset="0"/>
      <p:regular r:id="rId18"/>
    </p:embeddedFont>
    <p:embeddedFont>
      <p:font typeface="游ゴシック" panose="020B0400000000000000" pitchFamily="50" charset="-128"/>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4DFD7D12-A81E-460B-B0A9-1B2C599831E7}">
          <p14:sldIdLst>
            <p14:sldId id="454"/>
            <p14:sldId id="456"/>
            <p14:sldId id="491"/>
            <p14:sldId id="493"/>
            <p14:sldId id="494"/>
            <p14:sldId id="488"/>
            <p14:sldId id="495"/>
            <p14:sldId id="500"/>
            <p14:sldId id="497"/>
            <p14:sldId id="498"/>
            <p14:sldId id="499"/>
            <p14:sldId id="43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1"/>
    <a:srgbClr val="BED8D7"/>
    <a:srgbClr val="B3D1D0"/>
    <a:srgbClr val="91BDBC"/>
    <a:srgbClr val="61A3A1"/>
    <a:srgbClr val="95C1C0"/>
    <a:srgbClr val="FFFFFF"/>
    <a:srgbClr val="849A9A"/>
    <a:srgbClr val="AACECD"/>
    <a:srgbClr val="ABC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74696" autoAdjust="0"/>
  </p:normalViewPr>
  <p:slideViewPr>
    <p:cSldViewPr>
      <p:cViewPr varScale="1">
        <p:scale>
          <a:sx n="39" d="100"/>
          <a:sy n="39" d="100"/>
        </p:scale>
        <p:origin x="52" y="3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redo custSel addSld delSld modSld sldOrd addSection delSection modSection">
      <pc:chgData name="陸 柴崎" userId="47b6e960b06a1f92" providerId="LiveId" clId="{DFDF2D9E-0FA2-4FD2-962D-E4713059FE82}" dt="2026-05-22T04:22:46.778" v="14765" actId="20577"/>
      <pc:docMkLst>
        <pc:docMk/>
      </pc:docMkLst>
      <pc:sldChg chg="addSp modSp mod modNotesTx">
        <pc:chgData name="陸 柴崎" userId="47b6e960b06a1f92" providerId="LiveId" clId="{DFDF2D9E-0FA2-4FD2-962D-E4713059FE82}" dt="2026-05-22T04:22:46.778" v="14765" actId="20577"/>
        <pc:sldMkLst>
          <pc:docMk/>
          <pc:sldMk cId="0" sldId="256"/>
        </pc:sldMkLst>
        <pc:spChg chg="add mod">
          <ac:chgData name="陸 柴崎" userId="47b6e960b06a1f92" providerId="LiveId" clId="{DFDF2D9E-0FA2-4FD2-962D-E4713059FE82}" dt="2026-05-21T12:19:05.551" v="10644" actId="1076"/>
          <ac:spMkLst>
            <pc:docMk/>
            <pc:sldMk cId="0" sldId="256"/>
            <ac:spMk id="13" creationId="{B2D46370-B0AA-E6EF-7D69-27BC452AE345}"/>
          </ac:spMkLst>
        </pc:spChg>
        <pc:spChg chg="mod">
          <ac:chgData name="陸 柴崎" userId="47b6e960b06a1f92" providerId="LiveId" clId="{DFDF2D9E-0FA2-4FD2-962D-E4713059FE82}" dt="2026-05-21T12:18:59.251" v="10643" actId="1076"/>
          <ac:spMkLst>
            <pc:docMk/>
            <pc:sldMk cId="0" sldId="256"/>
            <ac:spMk id="17" creationId="{00000000-0000-0000-0000-000000000000}"/>
          </ac:spMkLst>
        </pc:spChg>
        <pc:spChg chg="mod">
          <ac:chgData name="陸 柴崎" userId="47b6e960b06a1f92" providerId="LiveId" clId="{DFDF2D9E-0FA2-4FD2-962D-E4713059FE82}" dt="2026-05-21T12:19:13.918" v="10650" actId="20577"/>
          <ac:spMkLst>
            <pc:docMk/>
            <pc:sldMk cId="0" sldId="256"/>
            <ac:spMk id="20" creationId="{00000000-0000-0000-0000-000000000000}"/>
          </ac:spMkLst>
        </pc:spChg>
      </pc:sldChg>
      <pc:sldChg chg="addSp delSp modSp mod">
        <pc:chgData name="陸 柴崎" userId="47b6e960b06a1f92" providerId="LiveId" clId="{DFDF2D9E-0FA2-4FD2-962D-E4713059FE82}" dt="2026-05-21T13:47:46.888" v="13350" actId="478"/>
        <pc:sldMkLst>
          <pc:docMk/>
          <pc:sldMk cId="3350605095" sldId="313"/>
        </pc:sldMkLst>
        <pc:spChg chg="add mod">
          <ac:chgData name="陸 柴崎" userId="47b6e960b06a1f92" providerId="LiveId" clId="{DFDF2D9E-0FA2-4FD2-962D-E4713059FE82}" dt="2026-05-21T13:20:06.761" v="12599" actId="1076"/>
          <ac:spMkLst>
            <pc:docMk/>
            <pc:sldMk cId="3350605095" sldId="313"/>
            <ac:spMk id="2" creationId="{BB09F34A-7AF2-70ED-5253-A1C6878E39F2}"/>
          </ac:spMkLst>
        </pc:spChg>
        <pc:spChg chg="del">
          <ac:chgData name="陸 柴崎" userId="47b6e960b06a1f92" providerId="LiveId" clId="{DFDF2D9E-0FA2-4FD2-962D-E4713059FE82}" dt="2026-05-21T13:18:07.886" v="12396" actId="478"/>
          <ac:spMkLst>
            <pc:docMk/>
            <pc:sldMk cId="3350605095" sldId="313"/>
            <ac:spMk id="3" creationId="{DF602F12-FE81-A4EB-431F-271A5241960F}"/>
          </ac:spMkLst>
        </pc:spChg>
        <pc:spChg chg="add mod">
          <ac:chgData name="陸 柴崎" userId="47b6e960b06a1f92" providerId="LiveId" clId="{DFDF2D9E-0FA2-4FD2-962D-E4713059FE82}" dt="2026-05-21T13:21:10.564" v="12793" actId="20577"/>
          <ac:spMkLst>
            <pc:docMk/>
            <pc:sldMk cId="3350605095" sldId="313"/>
            <ac:spMk id="4" creationId="{93CE4734-C21A-44D0-46B1-4613EEBEDF12}"/>
          </ac:spMkLst>
        </pc:spChg>
        <pc:spChg chg="add del mod">
          <ac:chgData name="陸 柴崎" userId="47b6e960b06a1f92" providerId="LiveId" clId="{DFDF2D9E-0FA2-4FD2-962D-E4713059FE82}" dt="2026-05-21T13:47:46.888" v="13350" actId="478"/>
          <ac:spMkLst>
            <pc:docMk/>
            <pc:sldMk cId="3350605095" sldId="313"/>
            <ac:spMk id="5" creationId="{82DF9C97-FB9B-7292-3184-B0665D66EE9B}"/>
          </ac:spMkLst>
        </pc:spChg>
        <pc:spChg chg="add del mod">
          <ac:chgData name="陸 柴崎" userId="47b6e960b06a1f92" providerId="LiveId" clId="{DFDF2D9E-0FA2-4FD2-962D-E4713059FE82}" dt="2026-05-21T13:47:46.319" v="13349" actId="478"/>
          <ac:spMkLst>
            <pc:docMk/>
            <pc:sldMk cId="3350605095" sldId="313"/>
            <ac:spMk id="6" creationId="{111F2E27-C396-9BCB-D985-381B3E1BF86C}"/>
          </ac:spMkLst>
        </pc:spChg>
        <pc:spChg chg="del">
          <ac:chgData name="陸 柴崎" userId="47b6e960b06a1f92" providerId="LiveId" clId="{DFDF2D9E-0FA2-4FD2-962D-E4713059FE82}" dt="2026-05-21T13:18:07.886" v="12396" actId="478"/>
          <ac:spMkLst>
            <pc:docMk/>
            <pc:sldMk cId="3350605095" sldId="313"/>
            <ac:spMk id="10" creationId="{7957F1B0-4960-AC1C-C340-8C51E0F65E3A}"/>
          </ac:spMkLst>
        </pc:spChg>
        <pc:spChg chg="del">
          <ac:chgData name="陸 柴崎" userId="47b6e960b06a1f92" providerId="LiveId" clId="{DFDF2D9E-0FA2-4FD2-962D-E4713059FE82}" dt="2026-05-21T13:18:07.886" v="12396" actId="478"/>
          <ac:spMkLst>
            <pc:docMk/>
            <pc:sldMk cId="3350605095" sldId="313"/>
            <ac:spMk id="12" creationId="{1F76A923-3A91-A446-04FC-E3CD3FE0BEEC}"/>
          </ac:spMkLst>
        </pc:spChg>
        <pc:spChg chg="del">
          <ac:chgData name="陸 柴崎" userId="47b6e960b06a1f92" providerId="LiveId" clId="{DFDF2D9E-0FA2-4FD2-962D-E4713059FE82}" dt="2026-05-21T13:18:05.189" v="12395" actId="478"/>
          <ac:spMkLst>
            <pc:docMk/>
            <pc:sldMk cId="3350605095" sldId="313"/>
            <ac:spMk id="43" creationId="{6DF013EC-B698-FA6B-19A0-0C2FE2F057BB}"/>
          </ac:spMkLst>
        </pc:spChg>
        <pc:spChg chg="mod">
          <ac:chgData name="陸 柴崎" userId="47b6e960b06a1f92" providerId="LiveId" clId="{DFDF2D9E-0FA2-4FD2-962D-E4713059FE82}" dt="2026-05-21T13:18:02.396" v="12393" actId="14100"/>
          <ac:spMkLst>
            <pc:docMk/>
            <pc:sldMk cId="3350605095" sldId="313"/>
            <ac:spMk id="73" creationId="{B4165350-5F3F-DCAE-3409-2B604BE8BC3A}"/>
          </ac:spMkLst>
        </pc:spChg>
        <pc:spChg chg="mod">
          <ac:chgData name="陸 柴崎" userId="47b6e960b06a1f92" providerId="LiveId" clId="{DFDF2D9E-0FA2-4FD2-962D-E4713059FE82}" dt="2026-05-21T13:19:07.604" v="12461" actId="20577"/>
          <ac:spMkLst>
            <pc:docMk/>
            <pc:sldMk cId="3350605095" sldId="313"/>
            <ac:spMk id="77" creationId="{CD594EE4-8A3E-E297-4213-136F9F34DD56}"/>
          </ac:spMkLst>
        </pc:spChg>
        <pc:spChg chg="mod">
          <ac:chgData name="陸 柴崎" userId="47b6e960b06a1f92" providerId="LiveId" clId="{DFDF2D9E-0FA2-4FD2-962D-E4713059FE82}" dt="2026-05-21T13:19:41.911" v="12595" actId="14100"/>
          <ac:spMkLst>
            <pc:docMk/>
            <pc:sldMk cId="3350605095" sldId="313"/>
            <ac:spMk id="79" creationId="{E2A766EC-1BAE-346A-7E7C-4E38CBD2BA86}"/>
          </ac:spMkLst>
        </pc:spChg>
        <pc:spChg chg="del">
          <ac:chgData name="陸 柴崎" userId="47b6e960b06a1f92" providerId="LiveId" clId="{DFDF2D9E-0FA2-4FD2-962D-E4713059FE82}" dt="2026-05-21T13:18:07.886" v="12396" actId="478"/>
          <ac:spMkLst>
            <pc:docMk/>
            <pc:sldMk cId="3350605095" sldId="313"/>
            <ac:spMk id="82" creationId="{A9761B4B-B073-C132-48DE-C862F85810D2}"/>
          </ac:spMkLst>
        </pc:spChg>
        <pc:picChg chg="del">
          <ac:chgData name="陸 柴崎" userId="47b6e960b06a1f92" providerId="LiveId" clId="{DFDF2D9E-0FA2-4FD2-962D-E4713059FE82}" dt="2026-05-21T13:18:03.843" v="12394" actId="478"/>
          <ac:picMkLst>
            <pc:docMk/>
            <pc:sldMk cId="3350605095" sldId="313"/>
            <ac:picMk id="75" creationId="{82AF2989-EE28-BE69-25B2-B75DED7A62E1}"/>
          </ac:picMkLst>
        </pc:picChg>
      </pc:sldChg>
      <pc:sldChg chg="del">
        <pc:chgData name="陸 柴崎" userId="47b6e960b06a1f92" providerId="LiveId" clId="{DFDF2D9E-0FA2-4FD2-962D-E4713059FE82}" dt="2026-05-22T01:20:16.615" v="14672" actId="47"/>
        <pc:sldMkLst>
          <pc:docMk/>
          <pc:sldMk cId="953242606" sldId="362"/>
        </pc:sldMkLst>
      </pc:sldChg>
      <pc:sldChg chg="addSp delSp modSp mod">
        <pc:chgData name="陸 柴崎" userId="47b6e960b06a1f92" providerId="LiveId" clId="{DFDF2D9E-0FA2-4FD2-962D-E4713059FE82}" dt="2026-05-22T00:42:38.886" v="14073"/>
        <pc:sldMkLst>
          <pc:docMk/>
          <pc:sldMk cId="1569866030" sldId="369"/>
        </pc:sldMkLst>
        <pc:spChg chg="mod">
          <ac:chgData name="陸 柴崎" userId="47b6e960b06a1f92" providerId="LiveId" clId="{DFDF2D9E-0FA2-4FD2-962D-E4713059FE82}" dt="2026-05-21T12:41:00.964" v="11443" actId="20577"/>
          <ac:spMkLst>
            <pc:docMk/>
            <pc:sldMk cId="1569866030" sldId="369"/>
            <ac:spMk id="3" creationId="{4309D8E8-8051-D1AD-CF43-7973221BE1C1}"/>
          </ac:spMkLst>
        </pc:spChg>
        <pc:spChg chg="mod">
          <ac:chgData name="陸 柴崎" userId="47b6e960b06a1f92" providerId="LiveId" clId="{DFDF2D9E-0FA2-4FD2-962D-E4713059FE82}" dt="2026-05-21T12:39:07.020" v="11201"/>
          <ac:spMkLst>
            <pc:docMk/>
            <pc:sldMk cId="1569866030" sldId="369"/>
            <ac:spMk id="4" creationId="{0AA9759E-4AA8-2C29-97FC-323695049066}"/>
          </ac:spMkLst>
        </pc:spChg>
        <pc:spChg chg="add del mod">
          <ac:chgData name="陸 柴崎" userId="47b6e960b06a1f92" providerId="LiveId" clId="{DFDF2D9E-0FA2-4FD2-962D-E4713059FE82}" dt="2026-05-21T12:55:23.516" v="11982" actId="478"/>
          <ac:spMkLst>
            <pc:docMk/>
            <pc:sldMk cId="1569866030" sldId="369"/>
            <ac:spMk id="5" creationId="{739A5A95-9744-5CA5-25E5-A3FEB8482E5D}"/>
          </ac:spMkLst>
        </pc:spChg>
        <pc:spChg chg="add del mod">
          <ac:chgData name="陸 柴崎" userId="47b6e960b06a1f92" providerId="LiveId" clId="{DFDF2D9E-0FA2-4FD2-962D-E4713059FE82}" dt="2026-05-21T12:55:22.589" v="11981" actId="478"/>
          <ac:spMkLst>
            <pc:docMk/>
            <pc:sldMk cId="1569866030" sldId="369"/>
            <ac:spMk id="6" creationId="{B1D87530-0320-66BB-CC53-A960087F48A5}"/>
          </ac:spMkLst>
        </pc:spChg>
        <pc:spChg chg="del mod">
          <ac:chgData name="陸 柴崎" userId="47b6e960b06a1f92" providerId="LiveId" clId="{DFDF2D9E-0FA2-4FD2-962D-E4713059FE82}" dt="2026-05-21T12:55:24.549" v="11983" actId="478"/>
          <ac:spMkLst>
            <pc:docMk/>
            <pc:sldMk cId="1569866030" sldId="369"/>
            <ac:spMk id="22" creationId="{022DE87D-C8BD-1C1C-1665-66FF203AF948}"/>
          </ac:spMkLst>
        </pc:spChg>
        <pc:spChg chg="del">
          <ac:chgData name="陸 柴崎" userId="47b6e960b06a1f92" providerId="LiveId" clId="{DFDF2D9E-0FA2-4FD2-962D-E4713059FE82}" dt="2026-05-21T12:37:28.445" v="10955" actId="478"/>
          <ac:spMkLst>
            <pc:docMk/>
            <pc:sldMk cId="1569866030" sldId="369"/>
            <ac:spMk id="26" creationId="{60312724-A3F8-D877-C2B7-FA86BEF98AFC}"/>
          </ac:spMkLst>
        </pc:spChg>
        <pc:spChg chg="mod">
          <ac:chgData name="陸 柴崎" userId="47b6e960b06a1f92" providerId="LiveId" clId="{DFDF2D9E-0FA2-4FD2-962D-E4713059FE82}" dt="2026-05-21T12:28:19.133" v="10952" actId="20577"/>
          <ac:spMkLst>
            <pc:docMk/>
            <pc:sldMk cId="1569866030" sldId="369"/>
            <ac:spMk id="43" creationId="{29F16302-7E62-85B7-3C03-875C434D5C5B}"/>
          </ac:spMkLst>
        </pc:spChg>
        <pc:spChg chg="mod">
          <ac:chgData name="陸 柴崎" userId="47b6e960b06a1f92" providerId="LiveId" clId="{DFDF2D9E-0FA2-4FD2-962D-E4713059FE82}" dt="2026-05-22T00:33:24.819" v="14025" actId="20577"/>
          <ac:spMkLst>
            <pc:docMk/>
            <pc:sldMk cId="1569866030" sldId="369"/>
            <ac:spMk id="45" creationId="{64C37D32-7FF7-A3E9-2AB4-A18186A72682}"/>
          </ac:spMkLst>
        </pc:spChg>
        <pc:spChg chg="del mod">
          <ac:chgData name="陸 柴崎" userId="47b6e960b06a1f92" providerId="LiveId" clId="{DFDF2D9E-0FA2-4FD2-962D-E4713059FE82}" dt="2026-05-21T12:37:31.058" v="10958" actId="478"/>
          <ac:spMkLst>
            <pc:docMk/>
            <pc:sldMk cId="1569866030" sldId="369"/>
            <ac:spMk id="47" creationId="{6E7A7030-D93D-0703-963D-8485025CB6B4}"/>
          </ac:spMkLst>
        </pc:spChg>
        <pc:spChg chg="del">
          <ac:chgData name="陸 柴崎" userId="47b6e960b06a1f92" providerId="LiveId" clId="{DFDF2D9E-0FA2-4FD2-962D-E4713059FE82}" dt="2026-05-21T12:37:34.981" v="10961" actId="478"/>
          <ac:spMkLst>
            <pc:docMk/>
            <pc:sldMk cId="1569866030" sldId="369"/>
            <ac:spMk id="48" creationId="{41455BF1-AC8E-4116-6D15-75B465908946}"/>
          </ac:spMkLst>
        </pc:spChg>
        <pc:spChg chg="del">
          <ac:chgData name="陸 柴崎" userId="47b6e960b06a1f92" providerId="LiveId" clId="{DFDF2D9E-0FA2-4FD2-962D-E4713059FE82}" dt="2026-05-21T12:37:35.756" v="10962" actId="478"/>
          <ac:spMkLst>
            <pc:docMk/>
            <pc:sldMk cId="1569866030" sldId="369"/>
            <ac:spMk id="49" creationId="{CC2651DF-EE8A-8ABA-9793-F11924A2FADF}"/>
          </ac:spMkLst>
        </pc:spChg>
        <pc:spChg chg="del">
          <ac:chgData name="陸 柴崎" userId="47b6e960b06a1f92" providerId="LiveId" clId="{DFDF2D9E-0FA2-4FD2-962D-E4713059FE82}" dt="2026-05-21T12:37:27.019" v="10954" actId="478"/>
          <ac:spMkLst>
            <pc:docMk/>
            <pc:sldMk cId="1569866030" sldId="369"/>
            <ac:spMk id="51" creationId="{1DCE962B-2A8A-96F2-633F-6FCB049C9F83}"/>
          </ac:spMkLst>
        </pc:spChg>
        <pc:spChg chg="del">
          <ac:chgData name="陸 柴崎" userId="47b6e960b06a1f92" providerId="LiveId" clId="{DFDF2D9E-0FA2-4FD2-962D-E4713059FE82}" dt="2026-05-21T12:37:29.319" v="10956" actId="478"/>
          <ac:spMkLst>
            <pc:docMk/>
            <pc:sldMk cId="1569866030" sldId="369"/>
            <ac:spMk id="55" creationId="{BDC97152-C90E-C1F6-99C1-6D189D5FBC71}"/>
          </ac:spMkLst>
        </pc:spChg>
        <pc:spChg chg="del">
          <ac:chgData name="陸 柴崎" userId="47b6e960b06a1f92" providerId="LiveId" clId="{DFDF2D9E-0FA2-4FD2-962D-E4713059FE82}" dt="2026-05-21T12:37:32.060" v="10959" actId="478"/>
          <ac:spMkLst>
            <pc:docMk/>
            <pc:sldMk cId="1569866030" sldId="369"/>
            <ac:spMk id="56" creationId="{800B316A-5AE9-C01E-B9B4-38464A1ABBC9}"/>
          </ac:spMkLst>
        </pc:spChg>
        <pc:grpChg chg="add del mod">
          <ac:chgData name="陸 柴崎" userId="47b6e960b06a1f92" providerId="LiveId" clId="{DFDF2D9E-0FA2-4FD2-962D-E4713059FE82}" dt="2026-05-21T12:55:30.861" v="11985" actId="478"/>
          <ac:grpSpMkLst>
            <pc:docMk/>
            <pc:sldMk cId="1569866030" sldId="369"/>
            <ac:grpSpMk id="2" creationId="{0BC2CE5B-1B94-3DE9-13C9-A2B01C562B97}"/>
          </ac:grpSpMkLst>
        </pc:grpChg>
        <pc:grpChg chg="mod">
          <ac:chgData name="陸 柴崎" userId="47b6e960b06a1f92" providerId="LiveId" clId="{DFDF2D9E-0FA2-4FD2-962D-E4713059FE82}" dt="2026-05-21T12:37:47.443" v="10987" actId="1076"/>
          <ac:grpSpMkLst>
            <pc:docMk/>
            <pc:sldMk cId="1569866030" sldId="369"/>
            <ac:grpSpMk id="44" creationId="{84CFE8E6-CA31-68B8-E270-C24AD76686AA}"/>
          </ac:grpSpMkLst>
        </pc:grpChg>
        <pc:grpChg chg="del">
          <ac:chgData name="陸 柴崎" userId="47b6e960b06a1f92" providerId="LiveId" clId="{DFDF2D9E-0FA2-4FD2-962D-E4713059FE82}" dt="2026-05-21T12:37:34.072" v="10960" actId="478"/>
          <ac:grpSpMkLst>
            <pc:docMk/>
            <pc:sldMk cId="1569866030" sldId="369"/>
            <ac:grpSpMk id="52" creationId="{D4E7004D-9449-3DAB-7415-91222CC2A4B7}"/>
          </ac:grpSpMkLst>
        </pc:grpChg>
        <pc:graphicFrameChg chg="add mod modGraphic">
          <ac:chgData name="陸 柴崎" userId="47b6e960b06a1f92" providerId="LiveId" clId="{DFDF2D9E-0FA2-4FD2-962D-E4713059FE82}" dt="2026-05-22T00:42:38.886" v="14073"/>
          <ac:graphicFrameMkLst>
            <pc:docMk/>
            <pc:sldMk cId="1569866030" sldId="369"/>
            <ac:graphicFrameMk id="7" creationId="{E9DB68DD-C56E-51E0-574C-A706283BB492}"/>
          </ac:graphicFrameMkLst>
        </pc:graphicFrameChg>
        <pc:picChg chg="del">
          <ac:chgData name="陸 柴崎" userId="47b6e960b06a1f92" providerId="LiveId" clId="{DFDF2D9E-0FA2-4FD2-962D-E4713059FE82}" dt="2026-05-21T12:37:25.281" v="10953" actId="478"/>
          <ac:picMkLst>
            <pc:docMk/>
            <pc:sldMk cId="1569866030" sldId="369"/>
            <ac:picMk id="50" creationId="{C977F46C-CCD8-7616-487E-11187611C46C}"/>
          </ac:picMkLst>
        </pc:picChg>
      </pc:sldChg>
      <pc:sldChg chg="del">
        <pc:chgData name="陸 柴崎" userId="47b6e960b06a1f92" providerId="LiveId" clId="{DFDF2D9E-0FA2-4FD2-962D-E4713059FE82}" dt="2026-05-21T12:55:09.931" v="11977" actId="47"/>
        <pc:sldMkLst>
          <pc:docMk/>
          <pc:sldMk cId="3260072393" sldId="370"/>
        </pc:sldMkLst>
      </pc:sldChg>
      <pc:sldChg chg="del">
        <pc:chgData name="陸 柴崎" userId="47b6e960b06a1f92" providerId="LiveId" clId="{DFDF2D9E-0FA2-4FD2-962D-E4713059FE82}" dt="2026-05-21T13:18:11.498" v="12397" actId="47"/>
        <pc:sldMkLst>
          <pc:docMk/>
          <pc:sldMk cId="2502347136" sldId="371"/>
        </pc:sldMkLst>
      </pc:sldChg>
      <pc:sldChg chg="del">
        <pc:chgData name="陸 柴崎" userId="47b6e960b06a1f92" providerId="LiveId" clId="{DFDF2D9E-0FA2-4FD2-962D-E4713059FE82}" dt="2026-05-21T12:28:13.427" v="10942" actId="47"/>
        <pc:sldMkLst>
          <pc:docMk/>
          <pc:sldMk cId="3935920942" sldId="374"/>
        </pc:sldMkLst>
      </pc:sldChg>
      <pc:sldChg chg="del">
        <pc:chgData name="陸 柴崎" userId="47b6e960b06a1f92" providerId="LiveId" clId="{DFDF2D9E-0FA2-4FD2-962D-E4713059FE82}" dt="2026-05-21T13:18:19.956" v="12398" actId="47"/>
        <pc:sldMkLst>
          <pc:docMk/>
          <pc:sldMk cId="1553878061" sldId="385"/>
        </pc:sldMkLst>
      </pc:sldChg>
      <pc:sldChg chg="del">
        <pc:chgData name="陸 柴崎" userId="47b6e960b06a1f92" providerId="LiveId" clId="{DFDF2D9E-0FA2-4FD2-962D-E4713059FE82}" dt="2026-05-21T13:17:39.863" v="12381" actId="47"/>
        <pc:sldMkLst>
          <pc:docMk/>
          <pc:sldMk cId="3965887894" sldId="386"/>
        </pc:sldMkLst>
      </pc:sldChg>
      <pc:sldChg chg="modSp mod">
        <pc:chgData name="陸 柴崎" userId="47b6e960b06a1f92" providerId="LiveId" clId="{DFDF2D9E-0FA2-4FD2-962D-E4713059FE82}" dt="2026-05-21T12:28:05.199" v="10938" actId="20577"/>
        <pc:sldMkLst>
          <pc:docMk/>
          <pc:sldMk cId="3089603987" sldId="387"/>
        </pc:sldMkLst>
        <pc:spChg chg="mod">
          <ac:chgData name="陸 柴崎" userId="47b6e960b06a1f92" providerId="LiveId" clId="{DFDF2D9E-0FA2-4FD2-962D-E4713059FE82}" dt="2026-05-21T12:28:05.199" v="10938" actId="20577"/>
          <ac:spMkLst>
            <pc:docMk/>
            <pc:sldMk cId="3089603987" sldId="387"/>
            <ac:spMk id="515" creationId="{6B9CE90F-EEDB-29E9-1F6F-E60EB4984943}"/>
          </ac:spMkLst>
        </pc:spChg>
        <pc:spChg chg="mod">
          <ac:chgData name="陸 柴崎" userId="47b6e960b06a1f92" providerId="LiveId" clId="{DFDF2D9E-0FA2-4FD2-962D-E4713059FE82}" dt="2026-05-21T12:27:19.766" v="10846" actId="5793"/>
          <ac:spMkLst>
            <pc:docMk/>
            <pc:sldMk cId="3089603987" sldId="387"/>
            <ac:spMk id="518" creationId="{1B75EA65-74B7-4696-A102-5E05620BF840}"/>
          </ac:spMkLst>
        </pc:spChg>
      </pc:sldChg>
      <pc:sldChg chg="delSp modSp mod modNotesTx">
        <pc:chgData name="陸 柴崎" userId="47b6e960b06a1f92" providerId="LiveId" clId="{DFDF2D9E-0FA2-4FD2-962D-E4713059FE82}" dt="2026-05-22T04:11:59.833" v="14678" actId="20577"/>
        <pc:sldMkLst>
          <pc:docMk/>
          <pc:sldMk cId="485867691" sldId="388"/>
        </pc:sldMkLst>
        <pc:spChg chg="del">
          <ac:chgData name="陸 柴崎" userId="47b6e960b06a1f92" providerId="LiveId" clId="{DFDF2D9E-0FA2-4FD2-962D-E4713059FE82}" dt="2026-05-22T01:08:32.986" v="14278" actId="478"/>
          <ac:spMkLst>
            <pc:docMk/>
            <pc:sldMk cId="485867691" sldId="388"/>
            <ac:spMk id="36" creationId="{0B419683-AB18-B1BC-9268-B74118494A0B}"/>
          </ac:spMkLst>
        </pc:spChg>
        <pc:spChg chg="del">
          <ac:chgData name="陸 柴崎" userId="47b6e960b06a1f92" providerId="LiveId" clId="{DFDF2D9E-0FA2-4FD2-962D-E4713059FE82}" dt="2026-05-22T01:08:34.543" v="14279" actId="478"/>
          <ac:spMkLst>
            <pc:docMk/>
            <pc:sldMk cId="485867691" sldId="388"/>
            <ac:spMk id="38" creationId="{3C1B04B4-5021-4242-51EB-7AAC9C7115F0}"/>
          </ac:spMkLst>
        </pc:spChg>
        <pc:spChg chg="mod">
          <ac:chgData name="陸 柴崎" userId="47b6e960b06a1f92" providerId="LiveId" clId="{DFDF2D9E-0FA2-4FD2-962D-E4713059FE82}" dt="2026-05-22T01:13:57.026" v="14671" actId="20577"/>
          <ac:spMkLst>
            <pc:docMk/>
            <pc:sldMk cId="485867691" sldId="388"/>
            <ac:spMk id="40" creationId="{48B77CC8-BB40-B359-58B1-50C80B0CDD88}"/>
          </ac:spMkLst>
        </pc:spChg>
        <pc:spChg chg="mod">
          <ac:chgData name="陸 柴崎" userId="47b6e960b06a1f92" providerId="LiveId" clId="{DFDF2D9E-0FA2-4FD2-962D-E4713059FE82}" dt="2026-05-22T00:21:14.360" v="14023" actId="20577"/>
          <ac:spMkLst>
            <pc:docMk/>
            <pc:sldMk cId="485867691" sldId="388"/>
            <ac:spMk id="51" creationId="{3D45409B-4B35-B8AF-0F59-9AD0EED04F74}"/>
          </ac:spMkLst>
        </pc:spChg>
        <pc:spChg chg="mod">
          <ac:chgData name="陸 柴崎" userId="47b6e960b06a1f92" providerId="LiveId" clId="{DFDF2D9E-0FA2-4FD2-962D-E4713059FE82}" dt="2026-05-22T01:12:20.578" v="14378" actId="20577"/>
          <ac:spMkLst>
            <pc:docMk/>
            <pc:sldMk cId="485867691" sldId="388"/>
            <ac:spMk id="53" creationId="{47A57A5E-4F1F-CA33-C365-E96F361D5AE3}"/>
          </ac:spMkLst>
        </pc:spChg>
        <pc:grpChg chg="del">
          <ac:chgData name="陸 柴崎" userId="47b6e960b06a1f92" providerId="LiveId" clId="{DFDF2D9E-0FA2-4FD2-962D-E4713059FE82}" dt="2026-05-22T01:08:35.788" v="14280" actId="478"/>
          <ac:grpSpMkLst>
            <pc:docMk/>
            <pc:sldMk cId="485867691" sldId="388"/>
            <ac:grpSpMk id="2" creationId="{B064165D-DE67-BAAA-6D5E-6CC4402C8E1D}"/>
          </ac:grpSpMkLst>
        </pc:grpChg>
      </pc:sldChg>
      <pc:sldChg chg="modSp add mod ord">
        <pc:chgData name="陸 柴崎" userId="47b6e960b06a1f92" providerId="LiveId" clId="{DFDF2D9E-0FA2-4FD2-962D-E4713059FE82}" dt="2026-05-22T02:22:05.865" v="14674" actId="207"/>
        <pc:sldMkLst>
          <pc:docMk/>
          <pc:sldMk cId="689613912" sldId="389"/>
        </pc:sldMkLst>
        <pc:spChg chg="mod">
          <ac:chgData name="陸 柴崎" userId="47b6e960b06a1f92" providerId="LiveId" clId="{DFDF2D9E-0FA2-4FD2-962D-E4713059FE82}" dt="2026-05-22T02:22:02.499" v="14673" actId="207"/>
          <ac:spMkLst>
            <pc:docMk/>
            <pc:sldMk cId="689613912" sldId="389"/>
            <ac:spMk id="515" creationId="{9B67FFB6-03DA-1488-20D7-01E32BD3616D}"/>
          </ac:spMkLst>
        </pc:spChg>
        <pc:spChg chg="mod">
          <ac:chgData name="陸 柴崎" userId="47b6e960b06a1f92" providerId="LiveId" clId="{DFDF2D9E-0FA2-4FD2-962D-E4713059FE82}" dt="2026-05-22T02:22:05.865" v="14674" actId="207"/>
          <ac:spMkLst>
            <pc:docMk/>
            <pc:sldMk cId="689613912" sldId="389"/>
            <ac:spMk id="518" creationId="{A42A1BEF-57ED-45A9-F690-5F0677ADF6D5}"/>
          </ac:spMkLst>
        </pc:spChg>
      </pc:sldChg>
      <pc:sldChg chg="delSp modSp add mod ord">
        <pc:chgData name="陸 柴崎" userId="47b6e960b06a1f92" providerId="LiveId" clId="{DFDF2D9E-0FA2-4FD2-962D-E4713059FE82}" dt="2026-05-21T13:19:56.472" v="12597" actId="1076"/>
        <pc:sldMkLst>
          <pc:docMk/>
          <pc:sldMk cId="3988243320" sldId="390"/>
        </pc:sldMkLst>
        <pc:spChg chg="mod">
          <ac:chgData name="陸 柴崎" userId="47b6e960b06a1f92" providerId="LiveId" clId="{DFDF2D9E-0FA2-4FD2-962D-E4713059FE82}" dt="2026-05-21T13:19:56.472" v="12597" actId="1076"/>
          <ac:spMkLst>
            <pc:docMk/>
            <pc:sldMk cId="3988243320" sldId="390"/>
            <ac:spMk id="5" creationId="{E5F5B368-5222-D730-84C5-A4066FEAB9BE}"/>
          </ac:spMkLst>
        </pc:spChg>
        <pc:spChg chg="mod">
          <ac:chgData name="陸 柴崎" userId="47b6e960b06a1f92" providerId="LiveId" clId="{DFDF2D9E-0FA2-4FD2-962D-E4713059FE82}" dt="2026-05-21T13:19:53.813" v="12596" actId="1076"/>
          <ac:spMkLst>
            <pc:docMk/>
            <pc:sldMk cId="3988243320" sldId="390"/>
            <ac:spMk id="6" creationId="{0774DB0D-E2A8-0D11-F3A7-B5E3EA9084F3}"/>
          </ac:spMkLst>
        </pc:spChg>
        <pc:grpChg chg="del">
          <ac:chgData name="陸 柴崎" userId="47b6e960b06a1f92" providerId="LiveId" clId="{DFDF2D9E-0FA2-4FD2-962D-E4713059FE82}" dt="2026-05-21T12:55:17.277" v="11980" actId="478"/>
          <ac:grpSpMkLst>
            <pc:docMk/>
            <pc:sldMk cId="3988243320" sldId="390"/>
            <ac:grpSpMk id="2" creationId="{86A1C7C9-6A89-46D3-46C3-14F8ED615912}"/>
          </ac:grpSpMkLst>
        </pc:grpChg>
        <pc:graphicFrameChg chg="del">
          <ac:chgData name="陸 柴崎" userId="47b6e960b06a1f92" providerId="LiveId" clId="{DFDF2D9E-0FA2-4FD2-962D-E4713059FE82}" dt="2026-05-21T12:55:16.078" v="11979" actId="478"/>
          <ac:graphicFrameMkLst>
            <pc:docMk/>
            <pc:sldMk cId="3988243320" sldId="390"/>
            <ac:graphicFrameMk id="7" creationId="{E3396CAD-821D-9D55-DE0F-A60AAFA28376}"/>
          </ac:graphicFrameMkLst>
        </pc:graphicFrameChg>
      </pc:sldChg>
      <pc:sldChg chg="modSp add mod">
        <pc:chgData name="陸 柴崎" userId="47b6e960b06a1f92" providerId="LiveId" clId="{DFDF2D9E-0FA2-4FD2-962D-E4713059FE82}" dt="2026-05-22T00:39:29.594" v="14067" actId="20577"/>
        <pc:sldMkLst>
          <pc:docMk/>
          <pc:sldMk cId="2684589240" sldId="391"/>
        </pc:sldMkLst>
        <pc:spChg chg="mod">
          <ac:chgData name="陸 柴崎" userId="47b6e960b06a1f92" providerId="LiveId" clId="{DFDF2D9E-0FA2-4FD2-962D-E4713059FE82}" dt="2026-05-22T00:33:26.878" v="14027" actId="20577"/>
          <ac:spMkLst>
            <pc:docMk/>
            <pc:sldMk cId="2684589240" sldId="391"/>
            <ac:spMk id="45" creationId="{324E38FC-B101-3DE0-74C6-4312789798A3}"/>
          </ac:spMkLst>
        </pc:spChg>
        <pc:graphicFrameChg chg="modGraphic">
          <ac:chgData name="陸 柴崎" userId="47b6e960b06a1f92" providerId="LiveId" clId="{DFDF2D9E-0FA2-4FD2-962D-E4713059FE82}" dt="2026-05-22T00:39:29.594" v="14067" actId="20577"/>
          <ac:graphicFrameMkLst>
            <pc:docMk/>
            <pc:sldMk cId="2684589240" sldId="391"/>
            <ac:graphicFrameMk id="7" creationId="{BAB97362-2075-35BA-1994-76ACBA393A1C}"/>
          </ac:graphicFrameMkLst>
        </pc:graphicFrameChg>
      </pc:sldChg>
      <pc:sldChg chg="modSp add mod">
        <pc:chgData name="陸 柴崎" userId="47b6e960b06a1f92" providerId="LiveId" clId="{DFDF2D9E-0FA2-4FD2-962D-E4713059FE82}" dt="2026-05-22T00:42:44.210" v="14079" actId="20577"/>
        <pc:sldMkLst>
          <pc:docMk/>
          <pc:sldMk cId="286101248" sldId="392"/>
        </pc:sldMkLst>
        <pc:spChg chg="mod">
          <ac:chgData name="陸 柴崎" userId="47b6e960b06a1f92" providerId="LiveId" clId="{DFDF2D9E-0FA2-4FD2-962D-E4713059FE82}" dt="2026-05-22T00:33:29.376" v="14029" actId="20577"/>
          <ac:spMkLst>
            <pc:docMk/>
            <pc:sldMk cId="286101248" sldId="392"/>
            <ac:spMk id="45" creationId="{4BB1EF7E-7BF8-DDEC-FC30-3F280CF37468}"/>
          </ac:spMkLst>
        </pc:spChg>
        <pc:graphicFrameChg chg="mod modGraphic">
          <ac:chgData name="陸 柴崎" userId="47b6e960b06a1f92" providerId="LiveId" clId="{DFDF2D9E-0FA2-4FD2-962D-E4713059FE82}" dt="2026-05-22T00:42:44.210" v="14079" actId="20577"/>
          <ac:graphicFrameMkLst>
            <pc:docMk/>
            <pc:sldMk cId="286101248" sldId="392"/>
            <ac:graphicFrameMk id="7" creationId="{5CDB6077-B671-C54D-1C8B-7D1CDC0019DC}"/>
          </ac:graphicFrameMkLst>
        </pc:graphicFrameChg>
      </pc:sldChg>
      <pc:sldChg chg="modSp add del mod ord">
        <pc:chgData name="陸 柴崎" userId="47b6e960b06a1f92" providerId="LiveId" clId="{DFDF2D9E-0FA2-4FD2-962D-E4713059FE82}" dt="2026-05-21T13:17:24.214" v="12379" actId="47"/>
        <pc:sldMkLst>
          <pc:docMk/>
          <pc:sldMk cId="179250878" sldId="393"/>
        </pc:sldMkLst>
        <pc:spChg chg="mod">
          <ac:chgData name="陸 柴崎" userId="47b6e960b06a1f92" providerId="LiveId" clId="{DFDF2D9E-0FA2-4FD2-962D-E4713059FE82}" dt="2026-05-21T13:15:10.635" v="12351" actId="1076"/>
          <ac:spMkLst>
            <pc:docMk/>
            <pc:sldMk cId="179250878" sldId="393"/>
            <ac:spMk id="5" creationId="{138CE3CE-2BB8-419C-4BB4-F6D5CC1EFAD9}"/>
          </ac:spMkLst>
        </pc:spChg>
        <pc:spChg chg="mod">
          <ac:chgData name="陸 柴崎" userId="47b6e960b06a1f92" providerId="LiveId" clId="{DFDF2D9E-0FA2-4FD2-962D-E4713059FE82}" dt="2026-05-21T13:15:08.209" v="12350" actId="1076"/>
          <ac:spMkLst>
            <pc:docMk/>
            <pc:sldMk cId="179250878" sldId="393"/>
            <ac:spMk id="6" creationId="{C6AEDF9C-C513-9A04-3508-40AF43236521}"/>
          </ac:spMkLst>
        </pc:spChg>
      </pc:sldChg>
      <pc:sldChg chg="modSp add mod">
        <pc:chgData name="陸 柴崎" userId="47b6e960b06a1f92" providerId="LiveId" clId="{DFDF2D9E-0FA2-4FD2-962D-E4713059FE82}" dt="2026-05-22T02:22:16.668" v="14675" actId="207"/>
        <pc:sldMkLst>
          <pc:docMk/>
          <pc:sldMk cId="3878955928" sldId="393"/>
        </pc:sldMkLst>
        <pc:spChg chg="mod">
          <ac:chgData name="陸 柴崎" userId="47b6e960b06a1f92" providerId="LiveId" clId="{DFDF2D9E-0FA2-4FD2-962D-E4713059FE82}" dt="2026-05-22T02:22:16.668" v="14675" actId="207"/>
          <ac:spMkLst>
            <pc:docMk/>
            <pc:sldMk cId="3878955928" sldId="393"/>
            <ac:spMk id="515" creationId="{0D4FE7A9-DA72-A03B-902C-359860AF3B21}"/>
          </ac:spMkLst>
        </pc:spChg>
      </pc:sldChg>
      <pc:sldChg chg="modSp add mod ord">
        <pc:chgData name="陸 柴崎" userId="47b6e960b06a1f92" providerId="LiveId" clId="{DFDF2D9E-0FA2-4FD2-962D-E4713059FE82}" dt="2026-05-22T02:22:30.186" v="14677" actId="207"/>
        <pc:sldMkLst>
          <pc:docMk/>
          <pc:sldMk cId="1742131445" sldId="394"/>
        </pc:sldMkLst>
        <pc:spChg chg="mod">
          <ac:chgData name="陸 柴崎" userId="47b6e960b06a1f92" providerId="LiveId" clId="{DFDF2D9E-0FA2-4FD2-962D-E4713059FE82}" dt="2026-05-22T02:22:30.186" v="14677" actId="207"/>
          <ac:spMkLst>
            <pc:docMk/>
            <pc:sldMk cId="1742131445" sldId="394"/>
            <ac:spMk id="515" creationId="{49C23873-C38D-A566-7EDE-A2941F623400}"/>
          </ac:spMkLst>
        </pc:spChg>
        <pc:spChg chg="mod">
          <ac:chgData name="陸 柴崎" userId="47b6e960b06a1f92" providerId="LiveId" clId="{DFDF2D9E-0FA2-4FD2-962D-E4713059FE82}" dt="2026-05-22T02:22:27.231" v="14676" actId="207"/>
          <ac:spMkLst>
            <pc:docMk/>
            <pc:sldMk cId="1742131445" sldId="394"/>
            <ac:spMk id="518" creationId="{AD55AD37-E116-0603-1830-8E5CE30CBE84}"/>
          </ac:spMkLst>
        </pc:spChg>
      </pc:sldChg>
      <pc:sldChg chg="addSp delSp modSp add mod modNotesTx">
        <pc:chgData name="陸 柴崎" userId="47b6e960b06a1f92" providerId="LiveId" clId="{DFDF2D9E-0FA2-4FD2-962D-E4713059FE82}" dt="2026-05-22T00:01:38.777" v="13970" actId="20577"/>
        <pc:sldMkLst>
          <pc:docMk/>
          <pc:sldMk cId="957425642" sldId="395"/>
        </pc:sldMkLst>
        <pc:spChg chg="del">
          <ac:chgData name="陸 柴崎" userId="47b6e960b06a1f92" providerId="LiveId" clId="{DFDF2D9E-0FA2-4FD2-962D-E4713059FE82}" dt="2026-05-21T13:24:18.364" v="12953" actId="478"/>
          <ac:spMkLst>
            <pc:docMk/>
            <pc:sldMk cId="957425642" sldId="395"/>
            <ac:spMk id="2" creationId="{5A7E6C34-FE3C-C7EF-4879-76535F65E468}"/>
          </ac:spMkLst>
        </pc:spChg>
        <pc:spChg chg="del">
          <ac:chgData name="陸 柴崎" userId="47b6e960b06a1f92" providerId="LiveId" clId="{DFDF2D9E-0FA2-4FD2-962D-E4713059FE82}" dt="2026-05-21T13:24:17.862" v="12952" actId="478"/>
          <ac:spMkLst>
            <pc:docMk/>
            <pc:sldMk cId="957425642" sldId="395"/>
            <ac:spMk id="4" creationId="{DBB15312-48E0-9CAB-EEEF-4364CF56E2ED}"/>
          </ac:spMkLst>
        </pc:spChg>
        <pc:spChg chg="del">
          <ac:chgData name="陸 柴崎" userId="47b6e960b06a1f92" providerId="LiveId" clId="{DFDF2D9E-0FA2-4FD2-962D-E4713059FE82}" dt="2026-05-21T13:29:14.989" v="12987" actId="478"/>
          <ac:spMkLst>
            <pc:docMk/>
            <pc:sldMk cId="957425642" sldId="395"/>
            <ac:spMk id="5" creationId="{A3FA2E27-8932-04BD-68AC-D5189E9BD8AF}"/>
          </ac:spMkLst>
        </pc:spChg>
        <pc:spChg chg="del">
          <ac:chgData name="陸 柴崎" userId="47b6e960b06a1f92" providerId="LiveId" clId="{DFDF2D9E-0FA2-4FD2-962D-E4713059FE82}" dt="2026-05-21T13:29:15.894" v="12988" actId="478"/>
          <ac:spMkLst>
            <pc:docMk/>
            <pc:sldMk cId="957425642" sldId="395"/>
            <ac:spMk id="6" creationId="{96A10C84-6E1F-6F03-02B3-C47F35566CBD}"/>
          </ac:spMkLst>
        </pc:spChg>
        <pc:spChg chg="mod">
          <ac:chgData name="陸 柴崎" userId="47b6e960b06a1f92" providerId="LiveId" clId="{DFDF2D9E-0FA2-4FD2-962D-E4713059FE82}" dt="2026-05-21T13:48:20.516" v="13425" actId="20577"/>
          <ac:spMkLst>
            <pc:docMk/>
            <pc:sldMk cId="957425642" sldId="395"/>
            <ac:spMk id="77" creationId="{C6DB513A-4DFD-42B8-6469-690254538437}"/>
          </ac:spMkLst>
        </pc:spChg>
        <pc:spChg chg="mod">
          <ac:chgData name="陸 柴崎" userId="47b6e960b06a1f92" providerId="LiveId" clId="{DFDF2D9E-0FA2-4FD2-962D-E4713059FE82}" dt="2026-05-21T23:55:20.789" v="13925" actId="20577"/>
          <ac:spMkLst>
            <pc:docMk/>
            <pc:sldMk cId="957425642" sldId="395"/>
            <ac:spMk id="79" creationId="{1AC1E42C-0853-22D0-B26D-F12EAF781ED4}"/>
          </ac:spMkLst>
        </pc:spChg>
        <pc:graphicFrameChg chg="add mod modGraphic">
          <ac:chgData name="陸 柴崎" userId="47b6e960b06a1f92" providerId="LiveId" clId="{DFDF2D9E-0FA2-4FD2-962D-E4713059FE82}" dt="2026-05-21T23:58:15.389" v="13940" actId="207"/>
          <ac:graphicFrameMkLst>
            <pc:docMk/>
            <pc:sldMk cId="957425642" sldId="395"/>
            <ac:graphicFrameMk id="2" creationId="{0E26AD38-7C47-7401-1118-2C60D95972BB}"/>
          </ac:graphicFrameMkLst>
        </pc:graphicFrameChg>
      </pc:sldChg>
      <pc:sldChg chg="modSp add del mod">
        <pc:chgData name="陸 柴崎" userId="47b6e960b06a1f92" providerId="LiveId" clId="{DFDF2D9E-0FA2-4FD2-962D-E4713059FE82}" dt="2026-05-21T13:47:51.067" v="13351" actId="47"/>
        <pc:sldMkLst>
          <pc:docMk/>
          <pc:sldMk cId="1234931104" sldId="396"/>
        </pc:sldMkLst>
        <pc:spChg chg="mod">
          <ac:chgData name="陸 柴崎" userId="47b6e960b06a1f92" providerId="LiveId" clId="{DFDF2D9E-0FA2-4FD2-962D-E4713059FE82}" dt="2026-05-21T13:37:20.250" v="13109" actId="20577"/>
          <ac:spMkLst>
            <pc:docMk/>
            <pc:sldMk cId="1234931104" sldId="396"/>
            <ac:spMk id="77" creationId="{DA2BFC7B-27A9-F617-9AAF-E8F93345C623}"/>
          </ac:spMkLst>
        </pc:spChg>
      </pc:sldChg>
      <pc:sldChg chg="add del modNotesTx">
        <pc:chgData name="陸 柴崎" userId="47b6e960b06a1f92" providerId="LiveId" clId="{DFDF2D9E-0FA2-4FD2-962D-E4713059FE82}" dt="2026-05-22T00:16:32.844" v="13980" actId="47"/>
        <pc:sldMkLst>
          <pc:docMk/>
          <pc:sldMk cId="2212778155" sldId="396"/>
        </pc:sldMkLst>
      </pc:sldChg>
      <pc:sldChg chg="modSp add mod modNotesTx">
        <pc:chgData name="陸 柴崎" userId="47b6e960b06a1f92" providerId="LiveId" clId="{DFDF2D9E-0FA2-4FD2-962D-E4713059FE82}" dt="2026-05-22T00:01:36.062" v="13969" actId="20577"/>
        <pc:sldMkLst>
          <pc:docMk/>
          <pc:sldMk cId="4222723107" sldId="397"/>
        </pc:sldMkLst>
        <pc:spChg chg="mod">
          <ac:chgData name="陸 柴崎" userId="47b6e960b06a1f92" providerId="LiveId" clId="{DFDF2D9E-0FA2-4FD2-962D-E4713059FE82}" dt="2026-05-21T23:58:29.541" v="13942"/>
          <ac:spMkLst>
            <pc:docMk/>
            <pc:sldMk cId="4222723107" sldId="397"/>
            <ac:spMk id="79" creationId="{7D7216F3-CE21-43E4-3D49-EA8C26411CCD}"/>
          </ac:spMkLst>
        </pc:spChg>
        <pc:graphicFrameChg chg="mod modGraphic">
          <ac:chgData name="陸 柴崎" userId="47b6e960b06a1f92" providerId="LiveId" clId="{DFDF2D9E-0FA2-4FD2-962D-E4713059FE82}" dt="2026-05-22T00:01:10.036" v="13957" actId="1076"/>
          <ac:graphicFrameMkLst>
            <pc:docMk/>
            <pc:sldMk cId="4222723107" sldId="397"/>
            <ac:graphicFrameMk id="2" creationId="{2C25EB33-F81B-32CA-B35D-6994FD99D82D}"/>
          </ac:graphicFrameMkLst>
        </pc:graphicFrameChg>
      </pc:sldChg>
      <pc:sldChg chg="modSp add mod modNotesTx">
        <pc:chgData name="陸 柴崎" userId="47b6e960b06a1f92" providerId="LiveId" clId="{DFDF2D9E-0FA2-4FD2-962D-E4713059FE82}" dt="2026-05-22T00:04:53.320" v="13979" actId="207"/>
        <pc:sldMkLst>
          <pc:docMk/>
          <pc:sldMk cId="1214596124" sldId="398"/>
        </pc:sldMkLst>
        <pc:spChg chg="mod">
          <ac:chgData name="陸 柴崎" userId="47b6e960b06a1f92" providerId="LiveId" clId="{DFDF2D9E-0FA2-4FD2-962D-E4713059FE82}" dt="2026-05-22T00:01:27.742" v="13967" actId="20577"/>
          <ac:spMkLst>
            <pc:docMk/>
            <pc:sldMk cId="1214596124" sldId="398"/>
            <ac:spMk id="79" creationId="{D9447EA2-B9D1-221A-BA08-FCADFF607399}"/>
          </ac:spMkLst>
        </pc:spChg>
        <pc:graphicFrameChg chg="mod modGraphic">
          <ac:chgData name="陸 柴崎" userId="47b6e960b06a1f92" providerId="LiveId" clId="{DFDF2D9E-0FA2-4FD2-962D-E4713059FE82}" dt="2026-05-22T00:04:53.320" v="13979" actId="207"/>
          <ac:graphicFrameMkLst>
            <pc:docMk/>
            <pc:sldMk cId="1214596124" sldId="398"/>
            <ac:graphicFrameMk id="2" creationId="{9D511245-060E-A27C-BCD5-BAC7F192533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2026/7/24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狙いを定め直した方が良い気がしている．</a:t>
            </a:r>
            <a:endParaRPr kumimoji="1" lang="en-US" altLang="ja-JP" dirty="0"/>
          </a:p>
          <a:p>
            <a:endParaRPr kumimoji="1" lang="en-US" altLang="ja-JP" dirty="0"/>
          </a:p>
          <a:p>
            <a:r>
              <a:rPr kumimoji="1" lang="ja-JP" altLang="en-US"/>
              <a:t>手法の採用を</a:t>
            </a: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【年間計画に対する到達度（①〜④）】</a:t>
            </a:r>
          </a:p>
          <a:p>
            <a:r>
              <a:rPr lang="ja-JP" altLang="en-US" dirty="0"/>
              <a:t>① RF単体の確立：入力・回帰・ONBしきい値評価・結果保存まで完了。→ 完了扱い。</a:t>
            </a:r>
          </a:p>
          <a:p>
            <a:r>
              <a:rPr lang="ja-JP" altLang="en-US" dirty="0"/>
              <a:t>② 各モデルへの説明性付与：手法決定・実装・代表条件での出力まで完了。目視確認、信頼性、物理的妥当性の評価が残る。→ 進行中。</a:t>
            </a:r>
          </a:p>
          <a:p>
            <a:r>
              <a:rPr lang="ja-JP" altLang="en-US" dirty="0"/>
              <a:t>③ 3モデルアンサンブルの確立：パラメータ再調整、各モデルの安定化、3モデル・複数統合方法の同条件評価まで実施。アンサンブルの有効性と最終方式の判断が残る。→ 実装基盤は完了。</a:t>
            </a:r>
          </a:p>
          <a:p>
            <a:r>
              <a:rPr lang="ja-JP" altLang="en-US" dirty="0"/>
              <a:t>④ 沸騰開始点へのアプローチ：ONB近傍誤差としきい値検知指標を導入。データ設計・入力表現・検知遅れ・一般化検証が残る。→ 着手段階。</a:t>
            </a:r>
          </a:p>
          <a:p>
            <a:r>
              <a:rPr lang="ja-JP" altLang="en-US" dirty="0"/>
              <a:t>※「実装が完了したこと」と「研究上の検証・解釈が完了したこと」は分けて説明する。</a:t>
            </a:r>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3</a:t>
            </a:fld>
            <a:endParaRPr kumimoji="1" lang="ja-JP" altLang="en-US"/>
          </a:p>
        </p:txBody>
      </p:sp>
    </p:spTree>
    <p:extLst>
      <p:ext uri="{BB962C8B-B14F-4D97-AF65-F5344CB8AC3E}">
        <p14:creationId xmlns:p14="http://schemas.microsoft.com/office/powerpoint/2010/main" val="920481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4BFA-AB6B-4641-F270-7C0B2ECAE6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2CC994-1BFD-B85E-6B21-4AC1FC16D4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6FEFC1-BAF9-F7ED-69BE-8D9EFA3DA98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8ACCDFA2-F157-BA16-AE06-E0FF189542CF}"/>
              </a:ext>
            </a:extLst>
          </p:cNvPr>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1850939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A9E9-AE27-1E01-9835-EF48D367B2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34F1C-5D18-FC8A-8DEF-C46AB3E0D9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770C4D-86E6-D25C-9111-77341F57D5F0}"/>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CE60FBB3-999D-3E47-4628-001993935F93}"/>
              </a:ext>
            </a:extLst>
          </p:cNvPr>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1282839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9844-7479-4761-8AC7-853C4B311D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6FFAA-7C12-7D95-5E85-103771BD85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D4A18C-3D01-1769-0E06-C86D1BB87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58A47E-C6C9-18D1-0F1C-B25EF8996712}"/>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3705258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A046-5D5B-2321-1581-D4060B329B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C42F3A-8E35-6B59-A565-89F1D1267E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B32A0E-F09F-1AA3-CA80-C5B4AFB3E01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104843-6162-F930-9485-6E27445AF616}"/>
              </a:ext>
            </a:extLst>
          </p:cNvPr>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4041962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1460826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1460826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A3D94-8910-4A78-5AFE-3E86D153F9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AB1EFB-A43D-0183-6EB4-A8F02E1C7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6D9439-0858-255A-145C-8C9E3F11CED1}"/>
              </a:ext>
            </a:extLst>
          </p:cNvPr>
          <p:cNvSpPr>
            <a:spLocks noGrp="1"/>
          </p:cNvSpPr>
          <p:nvPr>
            <p:ph type="body" idx="1"/>
          </p:nvPr>
        </p:nvSpPr>
        <p:spPr/>
        <p:txBody>
          <a:bodyPr/>
          <a:lstStyle/>
          <a:p>
            <a:r>
              <a:rPr kumimoji="1" lang="ja-JP" altLang="en-US" dirty="0"/>
              <a:t>温度が高くなりすぎて破損しちゃうよ．</a:t>
            </a:r>
            <a:endParaRPr kumimoji="1" lang="en-US" altLang="ja-JP" dirty="0"/>
          </a:p>
          <a:p>
            <a:endParaRPr kumimoji="1" lang="en-US" altLang="ja-JP" dirty="0"/>
          </a:p>
          <a:p>
            <a:r>
              <a:rPr kumimoji="1" lang="en-US" altLang="ja-JP" dirty="0"/>
              <a:t>AI</a:t>
            </a:r>
            <a:r>
              <a:rPr kumimoji="1" lang="ja-JP" altLang="en-US" dirty="0"/>
              <a:t>の必要性を答えらえるようになりたいよね</a:t>
            </a:r>
            <a:endParaRPr kumimoji="1" lang="en-US" altLang="ja-JP" dirty="0"/>
          </a:p>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5885A07B-187B-6095-E7DC-140A60698906}"/>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2270684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3924300"/>
            <a:ext cx="13854732" cy="1231106"/>
          </a:xfrm>
          <a:prstGeom prst="rect">
            <a:avLst/>
          </a:prstGeom>
        </p:spPr>
        <p:txBody>
          <a:bodyPr wrap="square" lIns="0" tIns="0" rIns="0" bIns="0" rtlCol="0" anchor="t">
            <a:spAutoFit/>
          </a:bodyPr>
          <a:lstStyle/>
          <a:p>
            <a:pPr algn="ctr">
              <a:spcBef>
                <a:spcPct val="0"/>
              </a:spcBef>
            </a:pPr>
            <a:r>
              <a:rPr lang="en-US" altLang="ja-JP" sz="4000" dirty="0">
                <a:solidFill>
                  <a:srgbClr val="292B2B"/>
                </a:solidFill>
                <a:latin typeface="Source Han Sans JP Bold"/>
                <a:ea typeface="Source Han Sans JP Bold"/>
                <a:cs typeface="Source Han Sans JP Bold"/>
                <a:sym typeface="Source Han Sans JP Bold"/>
              </a:rPr>
              <a:t>CNN</a:t>
            </a:r>
            <a:r>
              <a:rPr lang="ja-JP" altLang="en-US" sz="40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0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プール沸騰の発生検知</a:t>
            </a: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503664"/>
          </a:xfrm>
          <a:prstGeom prst="rect">
            <a:avLst/>
          </a:prstGeom>
        </p:spPr>
        <p:txBody>
          <a:bodyPr lIns="0" tIns="0" rIns="0" bIns="0" rtlCol="0" anchor="t">
            <a:spAutoFit/>
          </a:bodyPr>
          <a:lstStyle/>
          <a:p>
            <a:pPr algn="ctr">
              <a:lnSpc>
                <a:spcPts val="4200"/>
              </a:lnSpc>
              <a:spcBef>
                <a:spcPct val="0"/>
              </a:spcBef>
            </a:pPr>
            <a:r>
              <a:rPr lang="ja-JP" altLang="en-US" sz="3000" dirty="0">
                <a:solidFill>
                  <a:srgbClr val="292B2B"/>
                </a:solidFill>
                <a:latin typeface="Century Gothic Paneuropean"/>
                <a:ea typeface="Source Han Sans JP"/>
                <a:cs typeface="Century Gothic Paneuropean"/>
                <a:sym typeface="Century Gothic Paneuropean"/>
              </a:rPr>
              <a:t>2026年7月24日　中間発表</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095500"/>
            <a:ext cx="13854732" cy="677108"/>
          </a:xfrm>
          <a:prstGeom prst="rect">
            <a:avLst/>
          </a:prstGeom>
        </p:spPr>
        <p:txBody>
          <a:bodyPr wrap="square" lIns="0" tIns="0" rIns="0" bIns="0" rtlCol="0" anchor="t">
            <a:spAutoFit/>
          </a:bodyPr>
          <a:lstStyle/>
          <a:p>
            <a:pPr algn="ctr">
              <a:spcBef>
                <a:spcPct val="0"/>
              </a:spcBef>
            </a:pPr>
            <a:r>
              <a:rPr lang="ja-JP" altLang="en-US" sz="4400" dirty="0">
                <a:solidFill>
                  <a:srgbClr val="292B2B"/>
                </a:solidFill>
                <a:latin typeface="Source Han Sans JP Bold"/>
                <a:ea typeface="Source Han Sans JP Bold"/>
                <a:cs typeface="Source Han Sans JP Bold"/>
                <a:sym typeface="Source Han Sans JP Bold"/>
              </a:rPr>
              <a:t>中間報告</a:t>
            </a:r>
            <a:endParaRPr lang="en-US" sz="4400" dirty="0">
              <a:solidFill>
                <a:srgbClr val="292B2B"/>
              </a:solidFill>
              <a:latin typeface="Source Han Sans JP Bold"/>
              <a:ea typeface="Source Han Sans JP Bold"/>
              <a:cs typeface="Source Han Sans JP Bold"/>
              <a:sym typeface="Source Han Sans JP Bold"/>
            </a:endParaRPr>
          </a:p>
        </p:txBody>
      </p:sp>
    </p:spTree>
    <p:extLst>
      <p:ext uri="{BB962C8B-B14F-4D97-AF65-F5344CB8AC3E}">
        <p14:creationId xmlns:p14="http://schemas.microsoft.com/office/powerpoint/2010/main" val="14627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F7763-2D1A-C694-B5B5-8F51F780E8FC}"/>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A12A8F40-7102-C7D1-923B-5C13B72F5BE6}"/>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1AAD0476-6679-D251-7DB6-C096006979E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C0DC7045-F2DC-68AC-D91B-C9B055F1457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927E74C-26F8-B701-2934-8887140D66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BEF7DB9F-99AB-C26F-E2F7-3616316E0D2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16E4EA7-5D1B-164D-F6EB-BA4B2FAC845C}"/>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B2D41046-D395-1D5D-734E-1D2D3A1326EA}"/>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D6A13BA3-6272-8D07-BEF3-0BE995EE6EE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305F8F9-BFE3-4866-ABB4-3B55A9223DD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662FA83C-2E82-71DC-97A9-9255FD8BB6E4}"/>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0A959509-04E6-3250-0B5D-4AF3808402E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559E136A-9CA4-2FEC-7939-DD1D74D8601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6EF31E37-21F0-23D1-F2A1-1444BEFA89B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61D7212-F948-A870-8BCC-207438C5DB1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23CD345-FBBE-15ED-3849-2C2AC7DC52B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EF17899-2953-A607-C6FC-366903498AF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32392C98-BF95-2629-766B-4112A1AECDD7}"/>
              </a:ext>
            </a:extLst>
          </p:cNvPr>
          <p:cNvSpPr txBox="1"/>
          <p:nvPr/>
        </p:nvSpPr>
        <p:spPr>
          <a:xfrm>
            <a:off x="1806795" y="305043"/>
            <a:ext cx="3590727"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今回の発表内容</a:t>
            </a:r>
          </a:p>
        </p:txBody>
      </p:sp>
      <p:sp>
        <p:nvSpPr>
          <p:cNvPr id="700" name="AgendaList"/>
          <p:cNvSpPr txBox="1"/>
          <p:nvPr/>
        </p:nvSpPr>
        <p:spPr>
          <a:xfrm>
            <a:off x="3505200" y="4305300"/>
            <a:ext cx="12446000" cy="2590800"/>
          </a:xfrm>
          <a:prstGeom prst="rect">
            <a:avLst/>
          </a:prstGeom>
          <a:noFill/>
        </p:spPr>
        <p:txBody>
          <a:bodyPr wrap="square" rtlCol="0">
            <a:normAutofit/>
          </a:bodyPr>
          <a:lstStyle/>
          <a:p>
            <a:pPr marL="900000" indent="-900000">
              <a:lnSpc>
                <a:spcPts val="4400"/>
              </a:lnSpc>
            </a:pPr>
            <a:r>
              <a:rPr lang="en-US" altLang="ja-JP" sz="4400" b="1" dirty="0">
                <a:solidFill>
                  <a:srgbClr val="64A4A3"/>
                </a:solidFill>
                <a:latin typeface="Source Han Sans JP Bold"/>
                <a:ea typeface="Source Han Sans JP Bold"/>
                <a:cs typeface="Source Han Sans JP Bold"/>
                <a:sym typeface="Source Han Sans JP Bold"/>
              </a:rPr>
              <a:t>01</a:t>
            </a:r>
            <a:r>
              <a:rPr lang="ja-JP" altLang="en-US" sz="3200" b="1" dirty="0">
                <a:solidFill>
                  <a:srgbClr val="292B2B"/>
                </a:solidFill>
                <a:latin typeface="Source Han Sans JP Bold"/>
                <a:ea typeface="Source Han Sans JP Bold"/>
                <a:cs typeface="Source Han Sans JP Bold"/>
                <a:sym typeface="Source Han Sans JP Bold"/>
              </a:rPr>
              <a:t>　　年間計画に対する現在の進捗</a:t>
            </a:r>
          </a:p>
          <a:p>
            <a:pPr marL="900000" indent="-900000">
              <a:lnSpc>
                <a:spcPts val="4400"/>
              </a:lnSpc>
              <a:spcBef>
                <a:spcPts val="2800"/>
              </a:spcBef>
            </a:pPr>
            <a:r>
              <a:rPr lang="en-US" altLang="ja-JP" sz="4400" b="1" dirty="0">
                <a:solidFill>
                  <a:srgbClr val="64A4A3"/>
                </a:solidFill>
                <a:latin typeface="Source Han Sans JP Bold"/>
                <a:ea typeface="Source Han Sans JP Bold"/>
                <a:cs typeface="Source Han Sans JP Bold"/>
                <a:sym typeface="Source Han Sans JP Bold"/>
              </a:rPr>
              <a:t>02</a:t>
            </a:r>
            <a:r>
              <a:rPr lang="ja-JP" altLang="en-US" sz="3200" b="1" dirty="0">
                <a:solidFill>
                  <a:srgbClr val="292B2B"/>
                </a:solidFill>
                <a:latin typeface="Source Han Sans JP Bold"/>
                <a:ea typeface="Source Han Sans JP Bold"/>
                <a:cs typeface="Source Han Sans JP Bold"/>
                <a:sym typeface="Source Han Sans JP Bold"/>
              </a:rPr>
              <a:t>　　前回からの進捗の詳細</a:t>
            </a:r>
          </a:p>
          <a:p>
            <a:pPr marL="900000" indent="-900000">
              <a:lnSpc>
                <a:spcPts val="4400"/>
              </a:lnSpc>
              <a:spcBef>
                <a:spcPts val="2800"/>
              </a:spcBef>
            </a:pPr>
            <a:r>
              <a:rPr lang="en-US" altLang="ja-JP" sz="4400" b="1" dirty="0">
                <a:solidFill>
                  <a:srgbClr val="64A4A3"/>
                </a:solidFill>
                <a:latin typeface="Source Han Sans JP Bold"/>
                <a:ea typeface="Source Han Sans JP Bold"/>
                <a:cs typeface="Source Han Sans JP Bold"/>
                <a:sym typeface="Source Han Sans JP Bold"/>
              </a:rPr>
              <a:t>03</a:t>
            </a:r>
            <a:r>
              <a:rPr lang="ja-JP" altLang="en-US" sz="3200" b="1" dirty="0">
                <a:solidFill>
                  <a:srgbClr val="292B2B"/>
                </a:solidFill>
                <a:latin typeface="Source Han Sans JP Bold"/>
                <a:ea typeface="Source Han Sans JP Bold"/>
                <a:cs typeface="Source Han Sans JP Bold"/>
                <a:sym typeface="Source Han Sans JP Bold"/>
              </a:rPr>
              <a:t>　　沸騰開始点近傍の評価方法</a:t>
            </a:r>
          </a:p>
        </p:txBody>
      </p:sp>
    </p:spTree>
    <p:extLst>
      <p:ext uri="{BB962C8B-B14F-4D97-AF65-F5344CB8AC3E}">
        <p14:creationId xmlns:p14="http://schemas.microsoft.com/office/powerpoint/2010/main" val="4175189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B380CD6-6546-7D10-A42A-9E7F5014AE6A}"/>
              </a:ext>
            </a:extLst>
          </p:cNvPr>
          <p:cNvSpPr>
            <a:spLocks noGrp="1"/>
          </p:cNvSpPr>
          <p:nvPr>
            <p:ph type="sldNum" sz="quarter" idx="12"/>
          </p:nvPr>
        </p:nvSpPr>
        <p:spPr/>
        <p:txBody>
          <a:bodyPr/>
          <a:lstStyle/>
          <a:p>
            <a:fld id="{B6F15528-21DE-4FAA-801E-634DDDAF4B2B}" type="slidenum">
              <a:rPr lang="en-US" smtClean="0"/>
              <a:pPr/>
              <a:t>3</a:t>
            </a:fld>
            <a:endParaRPr lang="en-US"/>
          </a:p>
        </p:txBody>
      </p:sp>
      <p:grpSp>
        <p:nvGrpSpPr>
          <p:cNvPr id="10" name="グループ化 9">
            <a:extLst>
              <a:ext uri="{FF2B5EF4-FFF2-40B4-BE49-F238E27FC236}">
                <a16:creationId xmlns:a16="http://schemas.microsoft.com/office/drawing/2014/main" id="{9BD478F2-93FB-7553-E103-A6B3839A5A0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D11835D-57AA-BE86-BCDE-68226B6025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B78E05A-DEF5-2D6B-B55B-DB82EC5920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E9B645-6430-60ED-1258-90350A0DD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D062015-C78C-B7BE-0F9C-81E88D230C4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0F8FF6D-0F13-7307-815B-B6A9447179C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1D664AF-D53E-642F-86FD-B1A855E2DB9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9CA5124-E45E-0CB1-1810-EE57DA2A98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A1028B-7828-4E23-A025-A2A2D2431A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17D89E3-8887-6561-DC46-CE8A5DF780C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489C4AE-4A0B-0D6B-1EBE-B87B0D4321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322874F-AD47-9232-CAC5-BCBEFE78F56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393E3CE-4414-5AEF-237E-CCB15579622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40D6A49-4FDE-F2E2-098C-1B68ABAF61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07D97A3-99DD-DF89-C8F5-40F48C6E3F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9EC6C07-FABB-D71C-DE41-019BC555F7B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3</a:t>
            </a:fld>
            <a:endParaRPr lang="en-US" sz="2400" dirty="0"/>
          </a:p>
        </p:txBody>
      </p:sp>
      <p:sp>
        <p:nvSpPr>
          <p:cNvPr id="5" name="TextBox 24">
            <a:extLst>
              <a:ext uri="{FF2B5EF4-FFF2-40B4-BE49-F238E27FC236}">
                <a16:creationId xmlns:a16="http://schemas.microsoft.com/office/drawing/2014/main" id="{F4C6E962-1682-6D74-EA96-1F07AA9F6988}"/>
              </a:ext>
            </a:extLst>
          </p:cNvPr>
          <p:cNvSpPr txBox="1"/>
          <p:nvPr/>
        </p:nvSpPr>
        <p:spPr>
          <a:xfrm>
            <a:off x="1806795" y="305043"/>
            <a:ext cx="5129609"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年間計画と現在の位置</a:t>
            </a:r>
          </a:p>
        </p:txBody>
      </p:sp>
      <p:graphicFrame>
        <p:nvGraphicFramePr>
          <p:cNvPr id="7" name="GanttTable">
            <a:extLst>
              <a:ext uri="{FF2B5EF4-FFF2-40B4-BE49-F238E27FC236}">
                <a16:creationId xmlns:a16="http://schemas.microsoft.com/office/drawing/2014/main" id="{E9F5895E-877D-483B-9260-909FCBF394A2}"/>
              </a:ext>
            </a:extLst>
          </p:cNvPr>
          <p:cNvGraphicFramePr>
            <a:graphicFrameLocks noGrp="1"/>
          </p:cNvGraphicFramePr>
          <p:nvPr/>
        </p:nvGraphicFramePr>
        <p:xfrm>
          <a:off x="1206500" y="1270000"/>
          <a:ext cx="16700500" cy="8864600"/>
        </p:xfrm>
        <a:graphic>
          <a:graphicData uri="http://schemas.openxmlformats.org/drawingml/2006/table">
            <a:tbl>
              <a:tblPr firstRow="1" bandRow="1">
                <a:tableStyleId>{5C22544A-7EE6-4342-B048-85BDC9FD1C3A}</a:tableStyleId>
              </a:tblPr>
              <a:tblGrid>
                <a:gridCol w="2679700">
                  <a:extLst>
                    <a:ext uri="{9D8B030D-6E8A-4147-A177-3AD203B41FA5}">
                      <a16:colId xmlns:a16="http://schemas.microsoft.com/office/drawing/2014/main" val="2225326839"/>
                    </a:ext>
                  </a:extLst>
                </a:gridCol>
                <a:gridCol w="4876800">
                  <a:extLst>
                    <a:ext uri="{9D8B030D-6E8A-4147-A177-3AD203B41FA5}">
                      <a16:colId xmlns:a16="http://schemas.microsoft.com/office/drawing/2014/main" val="3156811629"/>
                    </a:ext>
                  </a:extLst>
                </a:gridCol>
                <a:gridCol w="762000">
                  <a:extLst>
                    <a:ext uri="{9D8B030D-6E8A-4147-A177-3AD203B41FA5}">
                      <a16:colId xmlns:a16="http://schemas.microsoft.com/office/drawing/2014/main" val="3223752097"/>
                    </a:ext>
                  </a:extLst>
                </a:gridCol>
                <a:gridCol w="762000">
                  <a:extLst>
                    <a:ext uri="{9D8B030D-6E8A-4147-A177-3AD203B41FA5}">
                      <a16:colId xmlns:a16="http://schemas.microsoft.com/office/drawing/2014/main" val="325940200"/>
                    </a:ext>
                  </a:extLst>
                </a:gridCol>
                <a:gridCol w="762000">
                  <a:extLst>
                    <a:ext uri="{9D8B030D-6E8A-4147-A177-3AD203B41FA5}">
                      <a16:colId xmlns:a16="http://schemas.microsoft.com/office/drawing/2014/main" val="2456276626"/>
                    </a:ext>
                  </a:extLst>
                </a:gridCol>
                <a:gridCol w="762000">
                  <a:extLst>
                    <a:ext uri="{9D8B030D-6E8A-4147-A177-3AD203B41FA5}">
                      <a16:colId xmlns:a16="http://schemas.microsoft.com/office/drawing/2014/main" val="1034407947"/>
                    </a:ext>
                  </a:extLst>
                </a:gridCol>
                <a:gridCol w="762000">
                  <a:extLst>
                    <a:ext uri="{9D8B030D-6E8A-4147-A177-3AD203B41FA5}">
                      <a16:colId xmlns:a16="http://schemas.microsoft.com/office/drawing/2014/main" val="2960185353"/>
                    </a:ext>
                  </a:extLst>
                </a:gridCol>
                <a:gridCol w="762000">
                  <a:extLst>
                    <a:ext uri="{9D8B030D-6E8A-4147-A177-3AD203B41FA5}">
                      <a16:colId xmlns:a16="http://schemas.microsoft.com/office/drawing/2014/main" val="3625863737"/>
                    </a:ext>
                  </a:extLst>
                </a:gridCol>
                <a:gridCol w="762000">
                  <a:extLst>
                    <a:ext uri="{9D8B030D-6E8A-4147-A177-3AD203B41FA5}">
                      <a16:colId xmlns:a16="http://schemas.microsoft.com/office/drawing/2014/main" val="1279443829"/>
                    </a:ext>
                  </a:extLst>
                </a:gridCol>
                <a:gridCol w="762000">
                  <a:extLst>
                    <a:ext uri="{9D8B030D-6E8A-4147-A177-3AD203B41FA5}">
                      <a16:colId xmlns:a16="http://schemas.microsoft.com/office/drawing/2014/main" val="469776711"/>
                    </a:ext>
                  </a:extLst>
                </a:gridCol>
                <a:gridCol w="762000">
                  <a:extLst>
                    <a:ext uri="{9D8B030D-6E8A-4147-A177-3AD203B41FA5}">
                      <a16:colId xmlns:a16="http://schemas.microsoft.com/office/drawing/2014/main" val="2698454230"/>
                    </a:ext>
                  </a:extLst>
                </a:gridCol>
                <a:gridCol w="762000">
                  <a:extLst>
                    <a:ext uri="{9D8B030D-6E8A-4147-A177-3AD203B41FA5}">
                      <a16:colId xmlns:a16="http://schemas.microsoft.com/office/drawing/2014/main" val="3818441967"/>
                    </a:ext>
                  </a:extLst>
                </a:gridCol>
                <a:gridCol w="762000">
                  <a:extLst>
                    <a:ext uri="{9D8B030D-6E8A-4147-A177-3AD203B41FA5}">
                      <a16:colId xmlns:a16="http://schemas.microsoft.com/office/drawing/2014/main" val="4138518414"/>
                    </a:ext>
                  </a:extLst>
                </a:gridCol>
                <a:gridCol w="762000">
                  <a:extLst>
                    <a:ext uri="{9D8B030D-6E8A-4147-A177-3AD203B41FA5}">
                      <a16:colId xmlns:a16="http://schemas.microsoft.com/office/drawing/2014/main" val="2801529613"/>
                    </a:ext>
                  </a:extLst>
                </a:gridCol>
              </a:tblGrid>
              <a:tr h="635000">
                <a:tc>
                  <a:txBody>
                    <a:bodyPr/>
                    <a:lstStyle/>
                    <a:p>
                      <a:pPr algn="ctr"/>
                      <a:r>
                        <a:rPr lang="ja-JP" altLang="en-US" sz="1900" b="1">
                          <a:solidFill>
                            <a:srgbClr val="FFFFFF"/>
                          </a:solidFill>
                          <a:latin typeface="Source Han Sans JP Medium"/>
                          <a:ea typeface="Source Han Sans JP Medium"/>
                        </a:rPr>
                        <a:t>大項目</a:t>
                      </a:r>
                    </a:p>
                  </a:txBody>
                  <a:tcPr anchor="ctr">
                    <a:solidFill>
                      <a:srgbClr val="64A4A3"/>
                    </a:solidFill>
                  </a:tcPr>
                </a:tc>
                <a:tc>
                  <a:txBody>
                    <a:bodyPr/>
                    <a:lstStyle/>
                    <a:p>
                      <a:pPr algn="ctr"/>
                      <a:r>
                        <a:rPr lang="ja-JP" altLang="en-US" sz="1900" b="1">
                          <a:solidFill>
                            <a:srgbClr val="FFFFFF"/>
                          </a:solidFill>
                          <a:latin typeface="Source Han Sans JP Medium"/>
                          <a:ea typeface="Source Han Sans JP Medium"/>
                        </a:rPr>
                        <a:t>小項目</a:t>
                      </a:r>
                    </a:p>
                  </a:txBody>
                  <a:tcPr anchor="ctr">
                    <a:solidFill>
                      <a:srgbClr val="64A4A3"/>
                    </a:solidFill>
                  </a:tcPr>
                </a:tc>
                <a:tc>
                  <a:txBody>
                    <a:bodyPr/>
                    <a:lstStyle/>
                    <a:p>
                      <a:pPr algn="ctr"/>
                      <a:r>
                        <a:rPr lang="ja-JP" altLang="en-US" sz="1700" b="1" dirty="0">
                          <a:solidFill>
                            <a:srgbClr val="FFFFFF"/>
                          </a:solidFill>
                          <a:latin typeface="Source Han Sans JP Medium"/>
                          <a:ea typeface="Source Han Sans JP Medium"/>
                        </a:rPr>
                        <a:t>4月</a:t>
                      </a:r>
                    </a:p>
                  </a:txBody>
                  <a:tcPr anchor="ctr">
                    <a:solidFill>
                      <a:srgbClr val="64A4A3"/>
                    </a:solidFill>
                  </a:tcPr>
                </a:tc>
                <a:tc>
                  <a:txBody>
                    <a:bodyPr/>
                    <a:lstStyle/>
                    <a:p>
                      <a:pPr algn="ctr"/>
                      <a:r>
                        <a:rPr lang="ja-JP" altLang="en-US" sz="1700" b="1" dirty="0">
                          <a:solidFill>
                            <a:srgbClr val="FFFFFF"/>
                          </a:solidFill>
                          <a:latin typeface="Source Han Sans JP Medium"/>
                          <a:ea typeface="Source Han Sans JP Medium"/>
                        </a:rPr>
                        <a:t>5月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6月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7月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8月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9月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10月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11月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12月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1月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2月</a:t>
                      </a:r>
                    </a:p>
                  </a:txBody>
                  <a:tcPr anchor="ctr">
                    <a:solidFill>
                      <a:srgbClr val="64A4A3"/>
                    </a:solidFill>
                  </a:tcPr>
                </a:tc>
                <a:tc>
                  <a:txBody>
                    <a:bodyPr/>
                    <a:lstStyle/>
                    <a:p>
                      <a:pPr algn="ctr"/>
                      <a:r>
                        <a:rPr lang="ja-JP" altLang="en-US" sz="1700" b="1">
                          <a:solidFill>
                            <a:srgbClr val="FFFFFF"/>
                          </a:solidFill>
                          <a:latin typeface="Source Han Sans JP Medium"/>
                          <a:ea typeface="Source Han Sans JP Medium"/>
                        </a:rPr>
                        <a:t>3月</a:t>
                      </a:r>
                    </a:p>
                  </a:txBody>
                  <a:tcPr anchor="ctr">
                    <a:solidFill>
                      <a:srgbClr val="64A4A3"/>
                    </a:solidFill>
                  </a:tcPr>
                </a:tc>
                <a:extLst>
                  <a:ext uri="{0D108BD9-81ED-4DB2-BD59-A6C34878D82A}">
                    <a16:rowId xmlns:a16="http://schemas.microsoft.com/office/drawing/2014/main" val="1573523936"/>
                  </a:ext>
                </a:extLst>
              </a:tr>
              <a:tr h="457200">
                <a:tc rowSpan="3">
                  <a:txBody>
                    <a:bodyPr/>
                    <a:lstStyle/>
                    <a:p>
                      <a:pPr algn="l"/>
                      <a:r>
                        <a:rPr lang="ja-JP" altLang="en-US" sz="2400" b="1" dirty="0">
                          <a:solidFill>
                            <a:srgbClr val="292B2B"/>
                          </a:solidFill>
                          <a:latin typeface="Source Han Sans JP Medium"/>
                          <a:ea typeface="Source Han Sans JP Medium"/>
                        </a:rPr>
                        <a:t>① RF単体の確立</a:t>
                      </a: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評価指標・</a:t>
                      </a:r>
                      <a:r>
                        <a:rPr lang="en-US" altLang="ja-JP" sz="2000" b="0" dirty="0" err="1">
                          <a:solidFill>
                            <a:srgbClr val="292B2B"/>
                          </a:solidFill>
                          <a:latin typeface="Source Han Sans JP Medium"/>
                          <a:ea typeface="Source Han Sans JP Medium"/>
                        </a:rPr>
                        <a:t>npy</a:t>
                      </a:r>
                      <a:r>
                        <a:rPr lang="ja-JP" altLang="en-US" sz="2000" b="0" dirty="0">
                          <a:solidFill>
                            <a:srgbClr val="292B2B"/>
                          </a:solidFill>
                          <a:latin typeface="Source Han Sans JP Medium"/>
                          <a:ea typeface="Source Han Sans JP Medium"/>
                        </a:rPr>
                        <a:t>などの整理</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dirty="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386686209"/>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アンサンブル方法の確定</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1351209277"/>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RF単体で回帰〜ONB検知を確立</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1589548815"/>
                  </a:ext>
                </a:extLst>
              </a:tr>
              <a:tr h="457200">
                <a:tc rowSpan="4">
                  <a:txBody>
                    <a:bodyPr/>
                    <a:lstStyle/>
                    <a:p>
                      <a:pPr algn="l"/>
                      <a:r>
                        <a:rPr lang="ja-JP" altLang="en-US" sz="2400" b="1">
                          <a:solidFill>
                            <a:srgbClr val="292B2B"/>
                          </a:solidFill>
                          <a:latin typeface="Source Han Sans JP Medium"/>
                          <a:ea typeface="Source Han Sans JP Medium"/>
                        </a:rPr>
                        <a:t>② 各モデルへの説明性付与</a:t>
                      </a: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各モデルで使用する説明性指標を決定</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1112673497"/>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RF：周波数・時間マスク, PI, SHAP</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200755566"/>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CNN系：Grad-CAM, IG</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2898649891"/>
                  </a:ext>
                </a:extLst>
              </a:tr>
              <a:tr h="457200">
                <a:tc vMerge="1">
                  <a:txBody>
                    <a:bodyPr/>
                    <a:lstStyle/>
                    <a:p>
                      <a:pPr algn="l"/>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Transformer：attention map・マスク</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1270935747"/>
                  </a:ext>
                </a:extLst>
              </a:tr>
              <a:tr h="457200">
                <a:tc rowSpan="3">
                  <a:txBody>
                    <a:bodyPr/>
                    <a:lstStyle/>
                    <a:p>
                      <a:pPr algn="l"/>
                      <a:r>
                        <a:rPr lang="ja-JP" altLang="en-US" sz="2400" b="1" dirty="0">
                          <a:solidFill>
                            <a:srgbClr val="292B2B"/>
                          </a:solidFill>
                          <a:latin typeface="Source Han Sans JP Medium"/>
                          <a:ea typeface="Source Han Sans JP Medium"/>
                        </a:rPr>
                        <a:t>③ 3モデルアンサンブルの確立</a:t>
                      </a:r>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a:solidFill>
                            <a:srgbClr val="292B2B"/>
                          </a:solidFill>
                          <a:latin typeface="Source Han Sans JP Medium"/>
                          <a:ea typeface="Source Han Sans JP Medium"/>
                        </a:rPr>
                        <a:t>入力・学習設定やパラメータの立て直し</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3299837035"/>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a:solidFill>
                            <a:srgbClr val="292B2B"/>
                          </a:solidFill>
                          <a:latin typeface="Source Han Sans JP Medium"/>
                          <a:ea typeface="Source Han Sans JP Medium"/>
                        </a:rPr>
                        <a:t>各モデル単体の安定化</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1191326250"/>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a:solidFill>
                            <a:srgbClr val="292B2B"/>
                          </a:solidFill>
                          <a:latin typeface="Source Han Sans JP Medium"/>
                          <a:ea typeface="Source Han Sans JP Medium"/>
                        </a:rPr>
                        <a:t>3種アンサンブルで回帰〜検知の確立</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983835225"/>
                  </a:ext>
                </a:extLst>
              </a:tr>
              <a:tr h="457200">
                <a:tc rowSpan="5">
                  <a:txBody>
                    <a:bodyPr/>
                    <a:lstStyle/>
                    <a:p>
                      <a:pPr algn="l"/>
                      <a:r>
                        <a:rPr lang="ja-JP" altLang="en-US" sz="2400" b="1" dirty="0">
                          <a:solidFill>
                            <a:srgbClr val="292B2B"/>
                          </a:solidFill>
                          <a:latin typeface="Source Han Sans JP Medium"/>
                          <a:ea typeface="Source Han Sans JP Medium"/>
                        </a:rPr>
                        <a:t>④ 沸騰開始点近傍への対策</a:t>
                      </a: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データ設計</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3559107438"/>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入力表現</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3442963057"/>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学習方法</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2864732367"/>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アンサンブル・説明性指標など</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911035604"/>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検証</a:t>
                      </a: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E9F1F0"/>
                    </a:solidFill>
                  </a:tcPr>
                </a:tc>
                <a:extLst>
                  <a:ext uri="{0D108BD9-81ED-4DB2-BD59-A6C34878D82A}">
                    <a16:rowId xmlns:a16="http://schemas.microsoft.com/office/drawing/2014/main" val="4268013195"/>
                  </a:ext>
                </a:extLst>
              </a:tr>
              <a:tr h="457200">
                <a:tc rowSpan="3">
                  <a:txBody>
                    <a:bodyPr/>
                    <a:lstStyle/>
                    <a:p>
                      <a:pPr algn="l"/>
                      <a:r>
                        <a:rPr lang="ja-JP" altLang="en-US" sz="2400" b="1" dirty="0">
                          <a:solidFill>
                            <a:srgbClr val="292B2B"/>
                          </a:solidFill>
                          <a:latin typeface="Source Han Sans JP Medium"/>
                          <a:ea typeface="Source Han Sans JP Medium"/>
                        </a:rPr>
                        <a:t>⑤ 修論執筆・</a:t>
                      </a:r>
                      <a:endParaRPr lang="en-US" altLang="ja-JP" sz="2400" b="1" dirty="0">
                        <a:solidFill>
                          <a:srgbClr val="292B2B"/>
                        </a:solidFill>
                        <a:latin typeface="Source Han Sans JP Medium"/>
                        <a:ea typeface="Source Han Sans JP Medium"/>
                      </a:endParaRPr>
                    </a:p>
                    <a:p>
                      <a:pPr algn="l"/>
                      <a:r>
                        <a:rPr lang="ja-JP" altLang="en-US" sz="2400" b="1" dirty="0">
                          <a:solidFill>
                            <a:srgbClr val="292B2B"/>
                          </a:solidFill>
                          <a:latin typeface="Source Han Sans JP Medium"/>
                          <a:ea typeface="Source Han Sans JP Medium"/>
                        </a:rPr>
                        <a:t>まとめ</a:t>
                      </a:r>
                    </a:p>
                  </a:txBody>
                  <a:tcPr anchor="ctr">
                    <a:solidFill>
                      <a:srgbClr val="86B8B7"/>
                    </a:solidFill>
                  </a:tcPr>
                </a:tc>
                <a:tc>
                  <a:txBody>
                    <a:bodyPr/>
                    <a:lstStyle/>
                    <a:p>
                      <a:pPr algn="l"/>
                      <a:r>
                        <a:rPr lang="ja-JP" altLang="en-US" sz="2000" b="0">
                          <a:solidFill>
                            <a:srgbClr val="292B2B"/>
                          </a:solidFill>
                          <a:latin typeface="Source Han Sans JP Medium"/>
                          <a:ea typeface="Source Han Sans JP Medium"/>
                        </a:rPr>
                        <a:t>最終モデル確定・結果図整理</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194145074"/>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修論執筆・発表準備</a:t>
                      </a: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3256233786"/>
                  </a:ext>
                </a:extLst>
              </a:tr>
              <a:tr h="457200">
                <a:tc vMerge="1">
                  <a:txBody>
                    <a:bodyPr/>
                    <a:lstStyle/>
                    <a:p>
                      <a:pPr algn="l"/>
                      <a:endParaRPr lang="ja-JP" altLang="en-US" sz="1400" b="1">
                        <a:solidFill>
                          <a:srgbClr val="292B2B"/>
                        </a:solidFill>
                        <a:latin typeface="Source Han Sans JP Medium"/>
                        <a:ea typeface="Source Han Sans JP Medium"/>
                      </a:endParaRPr>
                    </a:p>
                  </a:txBody>
                  <a:tcPr anchor="ctr">
                    <a:solidFill>
                      <a:srgbClr val="86B8B7"/>
                    </a:solidFill>
                  </a:tcPr>
                </a:tc>
                <a:tc>
                  <a:txBody>
                    <a:bodyPr/>
                    <a:lstStyle/>
                    <a:p>
                      <a:pPr algn="l"/>
                      <a:r>
                        <a:rPr lang="ja-JP" altLang="en-US" sz="2000" b="0" dirty="0">
                          <a:solidFill>
                            <a:srgbClr val="292B2B"/>
                          </a:solidFill>
                          <a:latin typeface="Source Han Sans JP Medium"/>
                          <a:ea typeface="Source Han Sans JP Medium"/>
                        </a:rPr>
                        <a:t>最終整理</a:t>
                      </a:r>
                    </a:p>
                  </a:txBody>
                  <a:tcPr anchor="ctr">
                    <a:solidFill>
                      <a:srgbClr val="FFFFFF"/>
                    </a:solidFill>
                  </a:tcPr>
                </a:tc>
                <a:tc>
                  <a:txBody>
                    <a:bodyPr/>
                    <a:lstStyle/>
                    <a:p>
                      <a:pPr algn="ctr"/>
                      <a:endParaRPr lang="ja-JP" altLang="en-US" sz="1400" b="0" dirty="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a:solidFill>
                          <a:srgbClr val="292B2B"/>
                        </a:solidFill>
                        <a:latin typeface="Source Han Sans JP Medium"/>
                        <a:ea typeface="Source Han Sans JP Medium"/>
                      </a:endParaRPr>
                    </a:p>
                  </a:txBody>
                  <a:tcPr anchor="ctr">
                    <a:solidFill>
                      <a:srgbClr val="FFFFFF"/>
                    </a:solidFill>
                  </a:tcPr>
                </a:tc>
                <a:tc>
                  <a:txBody>
                    <a:bodyPr/>
                    <a:lstStyle/>
                    <a:p>
                      <a:pPr algn="ctr"/>
                      <a:endParaRPr lang="ja-JP" altLang="en-US" sz="1400" b="0" dirty="0">
                        <a:solidFill>
                          <a:srgbClr val="292B2B"/>
                        </a:solidFill>
                        <a:latin typeface="Source Han Sans JP Medium"/>
                        <a:ea typeface="Source Han Sans JP Medium"/>
                      </a:endParaRPr>
                    </a:p>
                  </a:txBody>
                  <a:tcPr anchor="ctr">
                    <a:solidFill>
                      <a:srgbClr val="FFFFFF"/>
                    </a:solidFill>
                  </a:tcPr>
                </a:tc>
                <a:extLst>
                  <a:ext uri="{0D108BD9-81ED-4DB2-BD59-A6C34878D82A}">
                    <a16:rowId xmlns:a16="http://schemas.microsoft.com/office/drawing/2014/main" val="2055324804"/>
                  </a:ext>
                </a:extLst>
              </a:tr>
            </a:tbl>
          </a:graphicData>
        </a:graphic>
      </p:graphicFrame>
      <p:sp>
        <p:nvSpPr>
          <p:cNvPr id="9" name="Arrow_r1">
            <a:extLst>
              <a:ext uri="{FF2B5EF4-FFF2-40B4-BE49-F238E27FC236}">
                <a16:creationId xmlns:a16="http://schemas.microsoft.com/office/drawing/2014/main" id="{6E63415D-5F77-4C74-A025-8BB883A304BF}"/>
              </a:ext>
            </a:extLst>
          </p:cNvPr>
          <p:cNvSpPr/>
          <p:nvPr/>
        </p:nvSpPr>
        <p:spPr>
          <a:xfrm>
            <a:off x="10287000" y="19685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6" name="Arrow_r2">
            <a:extLst>
              <a:ext uri="{FF2B5EF4-FFF2-40B4-BE49-F238E27FC236}">
                <a16:creationId xmlns:a16="http://schemas.microsoft.com/office/drawing/2014/main" id="{6FA5F99E-FAE7-4FBF-87F3-CE25A622C256}"/>
              </a:ext>
            </a:extLst>
          </p:cNvPr>
          <p:cNvSpPr/>
          <p:nvPr/>
        </p:nvSpPr>
        <p:spPr>
          <a:xfrm>
            <a:off x="10287000" y="24257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7" name="Arrow_r3">
            <a:extLst>
              <a:ext uri="{FF2B5EF4-FFF2-40B4-BE49-F238E27FC236}">
                <a16:creationId xmlns:a16="http://schemas.microsoft.com/office/drawing/2014/main" id="{F459DB02-0D81-4B09-8166-B7B697BEEB6F}"/>
              </a:ext>
            </a:extLst>
          </p:cNvPr>
          <p:cNvSpPr/>
          <p:nvPr/>
        </p:nvSpPr>
        <p:spPr>
          <a:xfrm>
            <a:off x="11049000" y="2882900"/>
            <a:ext cx="762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8" name="Arrow_r4">
            <a:extLst>
              <a:ext uri="{FF2B5EF4-FFF2-40B4-BE49-F238E27FC236}">
                <a16:creationId xmlns:a16="http://schemas.microsoft.com/office/drawing/2014/main" id="{F9B80A96-F230-4E40-92DE-0CB70ADCC9AB}"/>
              </a:ext>
            </a:extLst>
          </p:cNvPr>
          <p:cNvSpPr/>
          <p:nvPr/>
        </p:nvSpPr>
        <p:spPr>
          <a:xfrm>
            <a:off x="10287000" y="33401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9" name="Arrow_r5">
            <a:extLst>
              <a:ext uri="{FF2B5EF4-FFF2-40B4-BE49-F238E27FC236}">
                <a16:creationId xmlns:a16="http://schemas.microsoft.com/office/drawing/2014/main" id="{569D38A7-5B10-4193-87C0-B3C6E0995665}"/>
              </a:ext>
            </a:extLst>
          </p:cNvPr>
          <p:cNvSpPr/>
          <p:nvPr/>
        </p:nvSpPr>
        <p:spPr>
          <a:xfrm>
            <a:off x="11049000" y="3797300"/>
            <a:ext cx="762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0" name="Arrow_r6">
            <a:extLst>
              <a:ext uri="{FF2B5EF4-FFF2-40B4-BE49-F238E27FC236}">
                <a16:creationId xmlns:a16="http://schemas.microsoft.com/office/drawing/2014/main" id="{77812BFF-EB39-4381-BD3C-B6B155A25546}"/>
              </a:ext>
            </a:extLst>
          </p:cNvPr>
          <p:cNvSpPr/>
          <p:nvPr/>
        </p:nvSpPr>
        <p:spPr>
          <a:xfrm>
            <a:off x="11049000" y="4254500"/>
            <a:ext cx="1524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1" name="Arrow_r7">
            <a:extLst>
              <a:ext uri="{FF2B5EF4-FFF2-40B4-BE49-F238E27FC236}">
                <a16:creationId xmlns:a16="http://schemas.microsoft.com/office/drawing/2014/main" id="{CE4696B6-F452-44D2-8FB3-71D2647B5531}"/>
              </a:ext>
            </a:extLst>
          </p:cNvPr>
          <p:cNvSpPr/>
          <p:nvPr/>
        </p:nvSpPr>
        <p:spPr>
          <a:xfrm>
            <a:off x="11811000" y="4711700"/>
            <a:ext cx="762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2" name="Arrow_r8">
            <a:extLst>
              <a:ext uri="{FF2B5EF4-FFF2-40B4-BE49-F238E27FC236}">
                <a16:creationId xmlns:a16="http://schemas.microsoft.com/office/drawing/2014/main" id="{B61D8F6C-A200-4120-B4CE-C8218F090801}"/>
              </a:ext>
            </a:extLst>
          </p:cNvPr>
          <p:cNvSpPr/>
          <p:nvPr/>
        </p:nvSpPr>
        <p:spPr>
          <a:xfrm>
            <a:off x="12573000" y="51689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3" name="Arrow_r9">
            <a:extLst>
              <a:ext uri="{FF2B5EF4-FFF2-40B4-BE49-F238E27FC236}">
                <a16:creationId xmlns:a16="http://schemas.microsoft.com/office/drawing/2014/main" id="{46D98C71-2375-4675-973C-71970E2CF804}"/>
              </a:ext>
            </a:extLst>
          </p:cNvPr>
          <p:cNvSpPr/>
          <p:nvPr/>
        </p:nvSpPr>
        <p:spPr>
          <a:xfrm>
            <a:off x="12573000" y="56261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4" name="Arrow_r10">
            <a:extLst>
              <a:ext uri="{FF2B5EF4-FFF2-40B4-BE49-F238E27FC236}">
                <a16:creationId xmlns:a16="http://schemas.microsoft.com/office/drawing/2014/main" id="{70ABB943-D9AF-46F6-8C32-86BDEA71AB55}"/>
              </a:ext>
            </a:extLst>
          </p:cNvPr>
          <p:cNvSpPr/>
          <p:nvPr/>
        </p:nvSpPr>
        <p:spPr>
          <a:xfrm>
            <a:off x="13335000" y="6083300"/>
            <a:ext cx="1524000" cy="330200"/>
          </a:xfrm>
          <a:prstGeom prst="homePlate">
            <a:avLst/>
          </a:prstGeom>
          <a:solidFill>
            <a:schemeClr val="bg1">
              <a:lumMod val="65000"/>
              <a:alpha val="93725"/>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5" name="Arrow_r11">
            <a:extLst>
              <a:ext uri="{FF2B5EF4-FFF2-40B4-BE49-F238E27FC236}">
                <a16:creationId xmlns:a16="http://schemas.microsoft.com/office/drawing/2014/main" id="{60F3019B-4096-4C5D-B4A3-B8BE8B6E6B57}"/>
              </a:ext>
            </a:extLst>
          </p:cNvPr>
          <p:cNvSpPr/>
          <p:nvPr/>
        </p:nvSpPr>
        <p:spPr>
          <a:xfrm>
            <a:off x="10287000" y="6540500"/>
            <a:ext cx="2286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6" name="Arrow_r12">
            <a:extLst>
              <a:ext uri="{FF2B5EF4-FFF2-40B4-BE49-F238E27FC236}">
                <a16:creationId xmlns:a16="http://schemas.microsoft.com/office/drawing/2014/main" id="{D57190CC-F617-4CCA-BE83-5B453C0B39C4}"/>
              </a:ext>
            </a:extLst>
          </p:cNvPr>
          <p:cNvSpPr/>
          <p:nvPr/>
        </p:nvSpPr>
        <p:spPr>
          <a:xfrm>
            <a:off x="10287000" y="6997700"/>
            <a:ext cx="2286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7" name="Arrow_r13">
            <a:extLst>
              <a:ext uri="{FF2B5EF4-FFF2-40B4-BE49-F238E27FC236}">
                <a16:creationId xmlns:a16="http://schemas.microsoft.com/office/drawing/2014/main" id="{E3FB46B8-AAB7-48D5-B48F-9573C29F5A7A}"/>
              </a:ext>
            </a:extLst>
          </p:cNvPr>
          <p:cNvSpPr/>
          <p:nvPr/>
        </p:nvSpPr>
        <p:spPr>
          <a:xfrm>
            <a:off x="12573000" y="7454900"/>
            <a:ext cx="2286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8" name="Arrow_r14">
            <a:extLst>
              <a:ext uri="{FF2B5EF4-FFF2-40B4-BE49-F238E27FC236}">
                <a16:creationId xmlns:a16="http://schemas.microsoft.com/office/drawing/2014/main" id="{0749BADC-D141-47F7-ABA2-DF5C119F855C}"/>
              </a:ext>
            </a:extLst>
          </p:cNvPr>
          <p:cNvSpPr/>
          <p:nvPr/>
        </p:nvSpPr>
        <p:spPr>
          <a:xfrm>
            <a:off x="13335000" y="7912100"/>
            <a:ext cx="2286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9" name="Arrow_r15">
            <a:extLst>
              <a:ext uri="{FF2B5EF4-FFF2-40B4-BE49-F238E27FC236}">
                <a16:creationId xmlns:a16="http://schemas.microsoft.com/office/drawing/2014/main" id="{CAB2B8DC-087F-4474-B759-422C39A7203B}"/>
              </a:ext>
            </a:extLst>
          </p:cNvPr>
          <p:cNvSpPr/>
          <p:nvPr/>
        </p:nvSpPr>
        <p:spPr>
          <a:xfrm>
            <a:off x="10287000" y="8369300"/>
            <a:ext cx="5334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40" name="Arrow_r16">
            <a:extLst>
              <a:ext uri="{FF2B5EF4-FFF2-40B4-BE49-F238E27FC236}">
                <a16:creationId xmlns:a16="http://schemas.microsoft.com/office/drawing/2014/main" id="{3BBF6912-6F90-427F-8B86-C16A086DFBE5}"/>
              </a:ext>
            </a:extLst>
          </p:cNvPr>
          <p:cNvSpPr/>
          <p:nvPr/>
        </p:nvSpPr>
        <p:spPr>
          <a:xfrm>
            <a:off x="14859000" y="8826500"/>
            <a:ext cx="1524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41" name="Arrow_r17">
            <a:extLst>
              <a:ext uri="{FF2B5EF4-FFF2-40B4-BE49-F238E27FC236}">
                <a16:creationId xmlns:a16="http://schemas.microsoft.com/office/drawing/2014/main" id="{270ADA1E-020E-484E-BCAE-0CD832B724F8}"/>
              </a:ext>
            </a:extLst>
          </p:cNvPr>
          <p:cNvSpPr/>
          <p:nvPr/>
        </p:nvSpPr>
        <p:spPr>
          <a:xfrm>
            <a:off x="15621000" y="9283700"/>
            <a:ext cx="1524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42" name="Arrow_r18">
            <a:extLst>
              <a:ext uri="{FF2B5EF4-FFF2-40B4-BE49-F238E27FC236}">
                <a16:creationId xmlns:a16="http://schemas.microsoft.com/office/drawing/2014/main" id="{0D1A7D83-2DAF-454E-AFD1-4E738298B70A}"/>
              </a:ext>
            </a:extLst>
          </p:cNvPr>
          <p:cNvSpPr/>
          <p:nvPr/>
        </p:nvSpPr>
        <p:spPr>
          <a:xfrm>
            <a:off x="17145000" y="9740900"/>
            <a:ext cx="762000" cy="330200"/>
          </a:xfrm>
          <a:prstGeom prst="homePlate">
            <a:avLst/>
          </a:prstGeom>
          <a:solidFill>
            <a:srgbClr val="F79646">
              <a:alpha val="93725"/>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760" name="mk760"/>
          <p:cNvSpPr/>
          <p:nvPr/>
        </p:nvSpPr>
        <p:spPr>
          <a:xfrm>
            <a:off x="11690350" y="1244600"/>
            <a:ext cx="44450" cy="8890000"/>
          </a:xfrm>
          <a:prstGeom prst="rect">
            <a:avLst/>
          </a:prstGeom>
          <a:solidFill>
            <a:srgbClr val="1F5C58"/>
          </a:solidFill>
          <a:ln>
            <a:noFill/>
          </a:ln>
        </p:spPr>
        <p:txBody>
          <a:bodyPr/>
          <a:lstStyle/>
          <a:p>
            <a:endParaRPr/>
          </a:p>
        </p:txBody>
      </p:sp>
      <p:sp>
        <p:nvSpPr>
          <p:cNvPr id="4" name="tb730">
            <a:extLst>
              <a:ext uri="{FF2B5EF4-FFF2-40B4-BE49-F238E27FC236}">
                <a16:creationId xmlns:a16="http://schemas.microsoft.com/office/drawing/2014/main" id="{B7CB8C4A-CEF5-9933-C219-90296BACE9C3}"/>
              </a:ext>
            </a:extLst>
          </p:cNvPr>
          <p:cNvSpPr txBox="1"/>
          <p:nvPr/>
        </p:nvSpPr>
        <p:spPr>
          <a:xfrm>
            <a:off x="12649200" y="4224337"/>
            <a:ext cx="1524000" cy="487363"/>
          </a:xfrm>
          <a:prstGeom prst="rect">
            <a:avLst/>
          </a:prstGeom>
          <a:noFill/>
        </p:spPr>
        <p:txBody>
          <a:bodyPr wrap="square" lIns="0" rIns="0" rtlCol="0" anchor="t">
            <a:normAutofit/>
          </a:bodyPr>
          <a:lstStyle/>
          <a:p>
            <a:pPr algn="l">
              <a:lnSpc>
                <a:spcPts val="3000"/>
              </a:lnSpc>
              <a:spcBef>
                <a:spcPts val="700"/>
              </a:spcBef>
              <a:buClr>
                <a:srgbClr val="64A4A3"/>
              </a:buClr>
              <a:buSzPct val="80000"/>
            </a:pPr>
            <a:r>
              <a:rPr lang="ja-JP" altLang="en-US" sz="2000" dirty="0">
                <a:solidFill>
                  <a:srgbClr val="292B2B"/>
                </a:solidFill>
                <a:latin typeface="Source Han Sans JP Bold" panose="020B0600070205080204" charset="-128"/>
                <a:ea typeface="Source Han Sans JP Bold" panose="020B0600070205080204" charset="-128"/>
              </a:rPr>
              <a:t>結果の確認中</a:t>
            </a:r>
          </a:p>
        </p:txBody>
      </p:sp>
      <p:sp>
        <p:nvSpPr>
          <p:cNvPr id="8" name="tb730">
            <a:extLst>
              <a:ext uri="{FF2B5EF4-FFF2-40B4-BE49-F238E27FC236}">
                <a16:creationId xmlns:a16="http://schemas.microsoft.com/office/drawing/2014/main" id="{E327C4E7-F344-DA9A-D23B-66CD248E95E3}"/>
              </a:ext>
            </a:extLst>
          </p:cNvPr>
          <p:cNvSpPr txBox="1"/>
          <p:nvPr/>
        </p:nvSpPr>
        <p:spPr>
          <a:xfrm>
            <a:off x="12649200" y="4618037"/>
            <a:ext cx="1524000" cy="487363"/>
          </a:xfrm>
          <a:prstGeom prst="rect">
            <a:avLst/>
          </a:prstGeom>
          <a:noFill/>
        </p:spPr>
        <p:txBody>
          <a:bodyPr wrap="square" lIns="0" rIns="0" rtlCol="0" anchor="t">
            <a:normAutofit/>
          </a:bodyPr>
          <a:lstStyle/>
          <a:p>
            <a:pPr algn="l">
              <a:lnSpc>
                <a:spcPts val="3000"/>
              </a:lnSpc>
              <a:spcBef>
                <a:spcPts val="700"/>
              </a:spcBef>
              <a:buClr>
                <a:srgbClr val="64A4A3"/>
              </a:buClr>
              <a:buSzPct val="80000"/>
            </a:pPr>
            <a:r>
              <a:rPr lang="ja-JP" altLang="en-US" sz="2000" dirty="0">
                <a:solidFill>
                  <a:srgbClr val="292B2B"/>
                </a:solidFill>
                <a:latin typeface="Source Han Sans JP Bold" panose="020B0600070205080204" charset="-128"/>
                <a:ea typeface="Source Han Sans JP Bold" panose="020B0600070205080204" charset="-128"/>
              </a:rPr>
              <a:t>結果の確認中</a:t>
            </a:r>
          </a:p>
        </p:txBody>
      </p:sp>
    </p:spTree>
    <p:extLst>
      <p:ext uri="{BB962C8B-B14F-4D97-AF65-F5344CB8AC3E}">
        <p14:creationId xmlns:p14="http://schemas.microsoft.com/office/powerpoint/2010/main" val="2898367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C129-D25A-7AC6-7BEF-4C9175EAF0C5}"/>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5E2DE968-B75A-4966-7944-C0E6049794A3}"/>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grpSp>
        <p:nvGrpSpPr>
          <p:cNvPr id="27" name="グループ化 26">
            <a:extLst>
              <a:ext uri="{FF2B5EF4-FFF2-40B4-BE49-F238E27FC236}">
                <a16:creationId xmlns:a16="http://schemas.microsoft.com/office/drawing/2014/main" id="{8334DFA0-8DE6-A1CA-4B02-956CC822A9B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9234DEB0-6736-6EE9-246A-A8C26C7C9E6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1308B1B8-79E4-CD3C-D7C4-9B5CAD7A482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82FA91DD-ECEC-A9A2-B78A-0D36BD00ECF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39DAEC2D-10BC-E35B-E68E-038FDAB88E3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75415183-6A0B-502C-65AD-08663C06A2DF}"/>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6A0BEC33-F965-528A-7EE7-031A0AB8DA45}"/>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8A863B98-136D-237B-09CF-149AAA8BE2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AD1CFE-1A95-DE00-441C-F562D15D638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9F40753F-BB08-75A3-4F38-FE37C7E7FE24}"/>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16FC310A-FDD8-3ADD-AE87-FC477F0C1C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5CC62C7-66F2-5778-DDBA-0831A04137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3C9B4FA2-551E-3693-F907-BF36FC39C727}"/>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CA0FAD96-CF91-9BBF-A514-58238E6AF9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BFB98F27-F591-E6C2-4786-B56BD000279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F7A8671A-FFC8-8BF2-36F1-EF11EE7843D7}"/>
              </a:ext>
            </a:extLst>
          </p:cNvPr>
          <p:cNvSpPr txBox="1"/>
          <p:nvPr/>
        </p:nvSpPr>
        <p:spPr>
          <a:xfrm>
            <a:off x="1806795" y="305043"/>
            <a:ext cx="6155531"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現在残っている課題と理由</a:t>
            </a:r>
          </a:p>
        </p:txBody>
      </p:sp>
      <p:sp>
        <p:nvSpPr>
          <p:cNvPr id="700" name="bar700"/>
          <p:cNvSpPr/>
          <p:nvPr/>
        </p:nvSpPr>
        <p:spPr>
          <a:xfrm>
            <a:off x="1536700" y="1905000"/>
            <a:ext cx="165100" cy="584200"/>
          </a:xfrm>
          <a:prstGeom prst="rect">
            <a:avLst/>
          </a:prstGeom>
          <a:solidFill>
            <a:srgbClr val="64A4A3"/>
          </a:solidFill>
          <a:ln>
            <a:noFill/>
          </a:ln>
        </p:spPr>
        <p:txBody>
          <a:bodyPr/>
          <a:lstStyle/>
          <a:p>
            <a:endParaRPr/>
          </a:p>
        </p:txBody>
      </p:sp>
      <p:sp>
        <p:nvSpPr>
          <p:cNvPr id="701" name="tb701"/>
          <p:cNvSpPr txBox="1"/>
          <p:nvPr/>
        </p:nvSpPr>
        <p:spPr>
          <a:xfrm>
            <a:off x="1905000" y="1905000"/>
            <a:ext cx="15621000" cy="635000"/>
          </a:xfrm>
          <a:prstGeom prst="rect">
            <a:avLst/>
          </a:prstGeom>
          <a:noFill/>
        </p:spPr>
        <p:txBody>
          <a:bodyPr wrap="square" lIns="0" rIns="0" rtlCol="0" anchor="ctr">
            <a:normAutofit/>
          </a:bodyPr>
          <a:lstStyle/>
          <a:p>
            <a:pPr algn="l">
              <a:lnSpc>
                <a:spcPts val="3740"/>
              </a:lnSpc>
            </a:pPr>
            <a:r>
              <a:rPr lang="ja-JP" altLang="en-US" sz="2990" b="1" dirty="0">
                <a:solidFill>
                  <a:srgbClr val="292B2B"/>
                </a:solidFill>
                <a:latin typeface="Source Han Sans JP Bold"/>
                <a:ea typeface="Source Han Sans JP Bold"/>
              </a:rPr>
              <a:t>アンサンブルの実装を優先してしまっていたため，説明性が遅れ気味</a:t>
            </a:r>
          </a:p>
        </p:txBody>
      </p:sp>
      <p:sp>
        <p:nvSpPr>
          <p:cNvPr id="710" name="tb710"/>
          <p:cNvSpPr txBox="1"/>
          <p:nvPr/>
        </p:nvSpPr>
        <p:spPr>
          <a:xfrm>
            <a:off x="1524000" y="2946400"/>
            <a:ext cx="8382000" cy="7061200"/>
          </a:xfrm>
          <a:prstGeom prst="rect">
            <a:avLst/>
          </a:prstGeom>
          <a:noFill/>
        </p:spPr>
        <p:txBody>
          <a:bodyPr wrap="square" lIns="0" rIns="0" rtlCol="0" anchor="t">
            <a:normAutofit/>
          </a:bodyPr>
          <a:lstStyle/>
          <a:p>
            <a:pPr marL="0" indent="0" algn="l">
              <a:lnSpc>
                <a:spcPts val="3960"/>
              </a:lnSpc>
              <a:buNone/>
            </a:pPr>
            <a:r>
              <a:rPr lang="ja-JP" altLang="en-US" sz="2990" b="1" dirty="0">
                <a:solidFill>
                  <a:srgbClr val="64A4A3"/>
                </a:solidFill>
                <a:latin typeface="Source Han Sans JP Bold"/>
                <a:ea typeface="Source Han Sans JP Bold"/>
              </a:rPr>
              <a:t>現在残っている課題</a:t>
            </a:r>
          </a:p>
          <a:p>
            <a:pPr marL="0" indent="0" algn="l">
              <a:lnSpc>
                <a:spcPts val="3740"/>
              </a:lnSpc>
              <a:spcBef>
                <a:spcPts val="1100"/>
              </a:spcBef>
              <a:buNone/>
            </a:pPr>
            <a:r>
              <a:rPr lang="ja-JP" altLang="en-US" sz="2760" b="1" dirty="0">
                <a:solidFill>
                  <a:srgbClr val="292B2B"/>
                </a:solidFill>
                <a:latin typeface="Source Han Sans JP Bold"/>
                <a:ea typeface="Source Han Sans JP Bold"/>
              </a:rPr>
              <a:t>1. 説明性出力の確認と解釈</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手法間・条件間で結果が整合するか</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物理的に妥当な周波数・時間領域か</a:t>
            </a:r>
          </a:p>
          <a:p>
            <a:pPr marL="0" indent="0" algn="l">
              <a:lnSpc>
                <a:spcPts val="3740"/>
              </a:lnSpc>
              <a:spcBef>
                <a:spcPts val="1100"/>
              </a:spcBef>
              <a:buNone/>
            </a:pPr>
            <a:r>
              <a:rPr lang="ja-JP" altLang="en-US" sz="2760" b="1" dirty="0">
                <a:solidFill>
                  <a:srgbClr val="292B2B"/>
                </a:solidFill>
                <a:latin typeface="Source Han Sans JP Bold"/>
                <a:ea typeface="Source Han Sans JP Bold"/>
              </a:rPr>
              <a:t>2. ONBに特化した研究設計</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ONB近傍の正式な定義</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データの刻み幅・入力表現</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見逃しと検知遅れの評価</a:t>
            </a:r>
          </a:p>
          <a:p>
            <a:pPr marL="0" indent="0" algn="l">
              <a:lnSpc>
                <a:spcPts val="3740"/>
              </a:lnSpc>
              <a:spcBef>
                <a:spcPts val="1100"/>
              </a:spcBef>
              <a:buNone/>
            </a:pPr>
            <a:r>
              <a:rPr lang="ja-JP" altLang="en-US" sz="2760" b="1" dirty="0">
                <a:solidFill>
                  <a:srgbClr val="292B2B"/>
                </a:solidFill>
                <a:latin typeface="Source Han Sans JP Bold"/>
                <a:ea typeface="Source Han Sans JP Bold"/>
              </a:rPr>
              <a:t>3. 評価方法の妥当性</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chunk単位分割と未知条件への一般化</a:t>
            </a:r>
          </a:p>
          <a:p>
            <a:pPr marL="660400" indent="-304800" algn="l">
              <a:lnSpc>
                <a:spcPts val="3850"/>
              </a:lnSpc>
              <a:spcBef>
                <a:spcPts val="220"/>
              </a:spcBef>
              <a:buClr>
                <a:srgbClr val="9BBFBE"/>
              </a:buClr>
              <a:buFont typeface="Arial" pitchFamily="34" charset="0"/>
              <a:buChar char="–"/>
            </a:pPr>
            <a:r>
              <a:rPr lang="ja-JP" altLang="en-US" sz="2530" dirty="0">
                <a:solidFill>
                  <a:srgbClr val="47514F"/>
                </a:solidFill>
                <a:latin typeface="Source Han Sans JP"/>
                <a:ea typeface="Source Han Sans JP"/>
              </a:rPr>
              <a:t>ノイズ条件の評価方法</a:t>
            </a:r>
          </a:p>
        </p:txBody>
      </p:sp>
      <p:sp>
        <p:nvSpPr>
          <p:cNvPr id="720" name="tb720"/>
          <p:cNvSpPr txBox="1"/>
          <p:nvPr/>
        </p:nvSpPr>
        <p:spPr>
          <a:xfrm>
            <a:off x="10160000" y="2946400"/>
            <a:ext cx="6921500" cy="7061200"/>
          </a:xfrm>
          <a:prstGeom prst="rect">
            <a:avLst/>
          </a:prstGeom>
          <a:noFill/>
        </p:spPr>
        <p:txBody>
          <a:bodyPr wrap="square" lIns="0" rIns="0" rtlCol="0" anchor="t">
            <a:normAutofit/>
          </a:bodyPr>
          <a:lstStyle/>
          <a:p>
            <a:pPr marL="0" indent="0" algn="l">
              <a:lnSpc>
                <a:spcPts val="3960"/>
              </a:lnSpc>
              <a:buNone/>
            </a:pPr>
            <a:r>
              <a:rPr lang="ja-JP" altLang="en-US" sz="2990" b="1" dirty="0">
                <a:solidFill>
                  <a:srgbClr val="64A4A3"/>
                </a:solidFill>
                <a:latin typeface="Source Han Sans JP Bold"/>
                <a:ea typeface="Source Han Sans JP Bold"/>
              </a:rPr>
              <a:t>未完了となった理由</a:t>
            </a:r>
          </a:p>
          <a:p>
            <a:pPr marL="457200" indent="-457200" algn="l">
              <a:lnSpc>
                <a:spcPts val="4620"/>
              </a:lnSpc>
              <a:spcBef>
                <a:spcPts val="330"/>
              </a:spcBef>
              <a:buClr>
                <a:srgbClr val="64A4A3"/>
              </a:buClr>
              <a:buFont typeface="Wingdings" pitchFamily="2" charset="2"/>
              <a:buChar char="l"/>
            </a:pPr>
            <a:r>
              <a:rPr lang="en-US" altLang="ja-JP" sz="2760" dirty="0">
                <a:solidFill>
                  <a:srgbClr val="292B2B"/>
                </a:solidFill>
                <a:latin typeface="Source Han Sans JP"/>
                <a:ea typeface="Source Han Sans JP"/>
              </a:rPr>
              <a:t>Conformer</a:t>
            </a:r>
            <a:r>
              <a:rPr lang="ja-JP" altLang="en-US" sz="2760" dirty="0">
                <a:solidFill>
                  <a:srgbClr val="292B2B"/>
                </a:solidFill>
                <a:latin typeface="Source Han Sans JP"/>
                <a:ea typeface="Source Han Sans JP"/>
              </a:rPr>
              <a:t>とAlexNetの精度が悪く，その修正に時間がかかった</a:t>
            </a:r>
            <a:endParaRPr lang="en-US" altLang="ja-JP" sz="2760" dirty="0">
              <a:solidFill>
                <a:srgbClr val="292B2B"/>
              </a:solidFill>
              <a:latin typeface="Source Han Sans JP"/>
              <a:ea typeface="Source Han Sans JP"/>
            </a:endParaRPr>
          </a:p>
          <a:p>
            <a:pPr marL="457200" indent="-457200" algn="l">
              <a:lnSpc>
                <a:spcPts val="4620"/>
              </a:lnSpc>
              <a:spcBef>
                <a:spcPts val="330"/>
              </a:spcBef>
              <a:buClr>
                <a:srgbClr val="64A4A3"/>
              </a:buClr>
              <a:buFont typeface="Wingdings" pitchFamily="2" charset="2"/>
              <a:buChar char="l"/>
            </a:pPr>
            <a:r>
              <a:rPr lang="ja-JP" altLang="en-US" sz="2760" dirty="0">
                <a:solidFill>
                  <a:srgbClr val="292B2B"/>
                </a:solidFill>
                <a:latin typeface="Source Han Sans JP"/>
                <a:ea typeface="Source Han Sans JP"/>
              </a:rPr>
              <a:t>中間発表に向けて，説明性手法の実装を前倒しした</a:t>
            </a:r>
          </a:p>
        </p:txBody>
      </p:sp>
    </p:spTree>
    <p:extLst>
      <p:ext uri="{BB962C8B-B14F-4D97-AF65-F5344CB8AC3E}">
        <p14:creationId xmlns:p14="http://schemas.microsoft.com/office/powerpoint/2010/main" val="482142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7095-AF12-5A0D-09C9-F7ABC48E7F2B}"/>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100212A4-2D93-E42D-F43F-3D865B11C6B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5</a:t>
            </a:fld>
            <a:endParaRPr lang="en-US" sz="4800" dirty="0"/>
          </a:p>
        </p:txBody>
      </p:sp>
      <p:grpSp>
        <p:nvGrpSpPr>
          <p:cNvPr id="27" name="グループ化 26">
            <a:extLst>
              <a:ext uri="{FF2B5EF4-FFF2-40B4-BE49-F238E27FC236}">
                <a16:creationId xmlns:a16="http://schemas.microsoft.com/office/drawing/2014/main" id="{CE5E0B2F-F763-22C1-3700-7F4CFDF2210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1B8EB6B3-4219-0C79-A21E-5392593559F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EC8B33A-3850-6CCC-9DBD-D99CE1297D1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1822B7CD-3D84-25E4-FAE7-A724B030373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6FB7247-73F4-FC6B-704A-F91C1DE1A0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6386CD71-55CF-7637-1C85-71D30F14EE9C}"/>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BA8360CB-CB3C-63BA-89C3-98C8234ABC08}"/>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ABDD11FB-9DE8-4416-596D-5D975399C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DC3491A-DFDB-3889-4EAC-A1D3F71F14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1372A997-48C4-BE0C-4790-A7FE9E9737A0}"/>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C8AFE3BE-6429-7349-B897-8EA584E834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860339D-880B-7B5E-A3B7-53BD6268E8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4EBF17AC-C77C-794D-1B8F-86F1A3CF92AA}"/>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47837EC-ADEA-A18E-B40C-355AC095E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63760B9E-661E-BA99-9078-A8547168F8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05B0307B-5FEB-41EC-FEC9-58D8111E678E}"/>
              </a:ext>
            </a:extLst>
          </p:cNvPr>
          <p:cNvSpPr txBox="1"/>
          <p:nvPr/>
        </p:nvSpPr>
        <p:spPr>
          <a:xfrm>
            <a:off x="1806795" y="305043"/>
            <a:ext cx="3077766"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今後やること</a:t>
            </a:r>
          </a:p>
        </p:txBody>
      </p:sp>
      <p:sp>
        <p:nvSpPr>
          <p:cNvPr id="700" name="bar700"/>
          <p:cNvSpPr/>
          <p:nvPr/>
        </p:nvSpPr>
        <p:spPr>
          <a:xfrm>
            <a:off x="1536700" y="1905000"/>
            <a:ext cx="165100" cy="609600"/>
          </a:xfrm>
          <a:prstGeom prst="rect">
            <a:avLst/>
          </a:prstGeom>
          <a:solidFill>
            <a:srgbClr val="64A4A3"/>
          </a:solidFill>
          <a:ln>
            <a:noFill/>
          </a:ln>
        </p:spPr>
        <p:txBody>
          <a:bodyPr/>
          <a:lstStyle/>
          <a:p>
            <a:endParaRPr/>
          </a:p>
        </p:txBody>
      </p:sp>
      <p:sp>
        <p:nvSpPr>
          <p:cNvPr id="701" name="tb701"/>
          <p:cNvSpPr txBox="1"/>
          <p:nvPr/>
        </p:nvSpPr>
        <p:spPr>
          <a:xfrm>
            <a:off x="1905000" y="1905000"/>
            <a:ext cx="15875000" cy="660400"/>
          </a:xfrm>
          <a:prstGeom prst="rect">
            <a:avLst/>
          </a:prstGeom>
          <a:noFill/>
        </p:spPr>
        <p:txBody>
          <a:bodyPr wrap="square" lIns="0" rIns="0" rtlCol="0" anchor="t">
            <a:normAutofit/>
          </a:bodyPr>
          <a:lstStyle/>
          <a:p>
            <a:pPr algn="l">
              <a:lnSpc>
                <a:spcPts val="3885"/>
              </a:lnSpc>
            </a:pPr>
            <a:r>
              <a:rPr lang="ja-JP" altLang="en-US" sz="3024" b="1" dirty="0">
                <a:solidFill>
                  <a:srgbClr val="292B2B"/>
                </a:solidFill>
                <a:latin typeface="Source Han Sans JP Bold"/>
                <a:ea typeface="Source Han Sans JP Bold"/>
              </a:rPr>
              <a:t>説明性の確認からONB評価定義・データ設計・再検証へ段階的に進める</a:t>
            </a:r>
          </a:p>
        </p:txBody>
      </p:sp>
      <p:sp>
        <p:nvSpPr>
          <p:cNvPr id="710" name="tb710"/>
          <p:cNvSpPr txBox="1"/>
          <p:nvPr/>
        </p:nvSpPr>
        <p:spPr>
          <a:xfrm>
            <a:off x="2429592" y="3611598"/>
            <a:ext cx="12505608" cy="5473700"/>
          </a:xfrm>
          <a:prstGeom prst="rect">
            <a:avLst/>
          </a:prstGeom>
          <a:noFill/>
        </p:spPr>
        <p:txBody>
          <a:bodyPr wrap="square" lIns="0" rIns="0" rtlCol="0" anchor="t">
            <a:normAutofit/>
          </a:bodyPr>
          <a:lstStyle/>
          <a:p>
            <a:pPr marL="787400" indent="-787400" algn="l">
              <a:lnSpc>
                <a:spcPts val="3780"/>
              </a:lnSpc>
              <a:spcBef>
                <a:spcPts val="1260"/>
              </a:spcBef>
              <a:buNone/>
            </a:pPr>
            <a:r>
              <a:rPr lang="en-US" altLang="ja-JP" sz="3240" b="1" dirty="0">
                <a:solidFill>
                  <a:srgbClr val="64A4A3"/>
                </a:solidFill>
                <a:latin typeface="Source Han Sans JP Bold"/>
                <a:ea typeface="Source Han Sans JP Bold"/>
              </a:rPr>
              <a:t>1  </a:t>
            </a:r>
            <a:r>
              <a:rPr lang="ja-JP" altLang="en-US" sz="3240" b="1" dirty="0">
                <a:solidFill>
                  <a:srgbClr val="292B2B"/>
                </a:solidFill>
                <a:latin typeface="Source Han Sans JP Bold"/>
                <a:ea typeface="Source Han Sans JP Bold"/>
              </a:rPr>
              <a:t>説明性出力を確認</a:t>
            </a:r>
          </a:p>
          <a:p>
            <a:pPr marL="787400" indent="0" algn="l">
              <a:lnSpc>
                <a:spcPts val="3255"/>
              </a:lnSpc>
              <a:spcBef>
                <a:spcPts val="210"/>
              </a:spcBef>
              <a:buNone/>
            </a:pPr>
            <a:r>
              <a:rPr lang="ja-JP" altLang="en-US" sz="2800" dirty="0">
                <a:solidFill>
                  <a:srgbClr val="47514F"/>
                </a:solidFill>
                <a:latin typeface="Source Han Sans JP"/>
                <a:ea typeface="Source Han Sans JP"/>
              </a:rPr>
              <a:t>代表標本・モデル間・ノイズ条件間を比較</a:t>
            </a:r>
          </a:p>
          <a:p>
            <a:pPr marL="787400" indent="-787400" algn="l">
              <a:lnSpc>
                <a:spcPts val="3780"/>
              </a:lnSpc>
              <a:spcBef>
                <a:spcPts val="1260"/>
              </a:spcBef>
              <a:buNone/>
            </a:pPr>
            <a:r>
              <a:rPr lang="en-US" altLang="ja-JP" sz="3240" b="1" dirty="0">
                <a:solidFill>
                  <a:srgbClr val="64A4A3"/>
                </a:solidFill>
                <a:latin typeface="Source Han Sans JP Bold"/>
                <a:ea typeface="Source Han Sans JP Bold"/>
              </a:rPr>
              <a:t>2  </a:t>
            </a:r>
            <a:r>
              <a:rPr lang="ja-JP" altLang="en-US" sz="3240" b="1" dirty="0">
                <a:solidFill>
                  <a:srgbClr val="292B2B"/>
                </a:solidFill>
                <a:latin typeface="Source Han Sans JP Bold"/>
                <a:ea typeface="Source Han Sans JP Bold"/>
              </a:rPr>
              <a:t>ONB近傍評価を正式に定義</a:t>
            </a:r>
          </a:p>
          <a:p>
            <a:pPr marL="787400" indent="0" algn="l">
              <a:lnSpc>
                <a:spcPts val="3255"/>
              </a:lnSpc>
              <a:spcBef>
                <a:spcPts val="210"/>
              </a:spcBef>
              <a:buNone/>
            </a:pPr>
            <a:r>
              <a:rPr lang="ja-JP" altLang="en-US" sz="2800" dirty="0">
                <a:solidFill>
                  <a:srgbClr val="47514F"/>
                </a:solidFill>
                <a:latin typeface="Source Han Sans JP"/>
                <a:ea typeface="Source Han Sans JP"/>
              </a:rPr>
              <a:t>近傍幅、Recall、False Negative、検知遅れ、評価単位</a:t>
            </a:r>
          </a:p>
          <a:p>
            <a:pPr marL="787400" indent="-787400" algn="l">
              <a:lnSpc>
                <a:spcPts val="3780"/>
              </a:lnSpc>
              <a:spcBef>
                <a:spcPts val="1260"/>
              </a:spcBef>
              <a:buNone/>
            </a:pPr>
            <a:r>
              <a:rPr lang="en-US" altLang="ja-JP" sz="3240" b="1" dirty="0">
                <a:solidFill>
                  <a:srgbClr val="64A4A3"/>
                </a:solidFill>
                <a:latin typeface="Source Han Sans JP Bold"/>
                <a:ea typeface="Source Han Sans JP Bold"/>
              </a:rPr>
              <a:t>3  </a:t>
            </a:r>
            <a:r>
              <a:rPr lang="ja-JP" altLang="en-US" sz="3240" b="1" dirty="0">
                <a:solidFill>
                  <a:srgbClr val="292B2B"/>
                </a:solidFill>
                <a:latin typeface="Source Han Sans JP Bold"/>
                <a:ea typeface="Source Han Sans JP Bold"/>
              </a:rPr>
              <a:t>ONB向けデータ・入力表現を設計</a:t>
            </a:r>
          </a:p>
          <a:p>
            <a:pPr marL="787400" indent="0" algn="l">
              <a:lnSpc>
                <a:spcPts val="3255"/>
              </a:lnSpc>
              <a:spcBef>
                <a:spcPts val="210"/>
              </a:spcBef>
              <a:buNone/>
            </a:pPr>
            <a:r>
              <a:rPr lang="ja-JP" altLang="en-US" sz="2800" dirty="0">
                <a:solidFill>
                  <a:srgbClr val="47514F"/>
                </a:solidFill>
                <a:latin typeface="Source Han Sans JP"/>
                <a:ea typeface="Source Han Sans JP"/>
              </a:rPr>
              <a:t>ONB前後の刻み、時間分解能、周波数表現</a:t>
            </a:r>
          </a:p>
          <a:p>
            <a:pPr marL="787400" indent="-787400" algn="l">
              <a:lnSpc>
                <a:spcPts val="3780"/>
              </a:lnSpc>
              <a:spcBef>
                <a:spcPts val="1260"/>
              </a:spcBef>
              <a:buNone/>
            </a:pPr>
            <a:r>
              <a:rPr lang="en-US" altLang="ja-JP" sz="3240" b="1" dirty="0">
                <a:solidFill>
                  <a:srgbClr val="64A4A3"/>
                </a:solidFill>
                <a:latin typeface="Source Han Sans JP Bold"/>
                <a:ea typeface="Source Han Sans JP Bold"/>
              </a:rPr>
              <a:t>4  </a:t>
            </a:r>
            <a:r>
              <a:rPr lang="ja-JP" altLang="en-US" sz="3240" b="1" dirty="0">
                <a:solidFill>
                  <a:srgbClr val="292B2B"/>
                </a:solidFill>
                <a:latin typeface="Source Han Sans JP Bold"/>
                <a:ea typeface="Source Han Sans JP Bold"/>
              </a:rPr>
              <a:t>評価分割と一般化条件を見直す</a:t>
            </a:r>
          </a:p>
          <a:p>
            <a:pPr marL="787400" indent="0" algn="l">
              <a:lnSpc>
                <a:spcPts val="3255"/>
              </a:lnSpc>
              <a:spcBef>
                <a:spcPts val="210"/>
              </a:spcBef>
              <a:buNone/>
            </a:pPr>
            <a:r>
              <a:rPr lang="ja-JP" altLang="en-US" sz="2800" dirty="0">
                <a:solidFill>
                  <a:srgbClr val="47514F"/>
                </a:solidFill>
                <a:latin typeface="Source Han Sans JP"/>
                <a:ea typeface="Source Han Sans JP"/>
              </a:rPr>
              <a:t>元WAV単位、実験日単位、未知ノイズ条件</a:t>
            </a:r>
          </a:p>
          <a:p>
            <a:pPr marL="787400" indent="-787400" algn="l">
              <a:lnSpc>
                <a:spcPts val="3780"/>
              </a:lnSpc>
              <a:spcBef>
                <a:spcPts val="1260"/>
              </a:spcBef>
              <a:buNone/>
            </a:pPr>
            <a:r>
              <a:rPr lang="en-US" altLang="ja-JP" sz="3240" b="1" dirty="0">
                <a:solidFill>
                  <a:srgbClr val="64A4A3"/>
                </a:solidFill>
                <a:latin typeface="Source Han Sans JP Bold"/>
                <a:ea typeface="Source Han Sans JP Bold"/>
              </a:rPr>
              <a:t>5  </a:t>
            </a:r>
            <a:r>
              <a:rPr lang="ja-JP" altLang="en-US" sz="3240" b="1" dirty="0">
                <a:solidFill>
                  <a:srgbClr val="292B2B"/>
                </a:solidFill>
                <a:latin typeface="Source Han Sans JP Bold"/>
                <a:ea typeface="Source Han Sans JP Bold"/>
              </a:rPr>
              <a:t>単体モデル・アンサンブル・説明性を再検証</a:t>
            </a:r>
          </a:p>
          <a:p>
            <a:pPr marL="787400" indent="0" algn="l">
              <a:lnSpc>
                <a:spcPts val="3255"/>
              </a:lnSpc>
              <a:spcBef>
                <a:spcPts val="210"/>
              </a:spcBef>
              <a:buNone/>
            </a:pPr>
            <a:r>
              <a:rPr lang="ja-JP" altLang="en-US" sz="2800" dirty="0">
                <a:solidFill>
                  <a:srgbClr val="47514F"/>
                </a:solidFill>
                <a:latin typeface="Source Han Sans JP"/>
                <a:ea typeface="Source Han Sans JP"/>
              </a:rPr>
              <a:t>最終モデルと主張できる範囲を確定</a:t>
            </a:r>
          </a:p>
        </p:txBody>
      </p:sp>
    </p:spTree>
    <p:extLst>
      <p:ext uri="{BB962C8B-B14F-4D97-AF65-F5344CB8AC3E}">
        <p14:creationId xmlns:p14="http://schemas.microsoft.com/office/powerpoint/2010/main" val="1833220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DBA-2758-567D-82F6-FE87466352AB}"/>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31FDD1B6-32E0-8C05-9527-5A05D0CB8FBA}"/>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25A9AAE0-C0D8-4AE3-4EE7-2FC110C7E87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3205A0F4-B628-0765-DD0A-72D376D63AE8}"/>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B4A325FB-2811-1BD8-D526-B03A68B4A6F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C9EEB48E-6709-B95F-FDC0-3406A19E425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E90B6402-28A2-0D31-2A85-703A630DA4C8}"/>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A0B6161C-0C2A-11C7-D0FD-6AB9C0D6CD99}"/>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0EDB1A10-6A86-A9E2-ADA5-DFE687EEB90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3A4D1B91-49CB-F62B-2DC9-7BDF36B8230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BD12D40-2EF5-CF42-3D79-1408FCDB853D}"/>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D560941D-4AAF-B02B-E416-7E968ED607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5D610E7F-1630-0428-6471-665083D584B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34847E17-1927-2C52-E4B0-A0067E6DDEEA}"/>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3CFEC47B-DCB8-86CB-0D00-86C1C3BC34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43EB5519-431F-1EF8-7E88-E9FB6CE2F26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65FEACC6-0AEE-91D0-8F92-89C268F4AF14}"/>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513" name="TextBox 24">
            <a:extLst>
              <a:ext uri="{FF2B5EF4-FFF2-40B4-BE49-F238E27FC236}">
                <a16:creationId xmlns:a16="http://schemas.microsoft.com/office/drawing/2014/main" id="{4DA3C519-A589-4ED7-4045-E863895E0BAD}"/>
              </a:ext>
            </a:extLst>
          </p:cNvPr>
          <p:cNvSpPr txBox="1"/>
          <p:nvPr/>
        </p:nvSpPr>
        <p:spPr>
          <a:xfrm>
            <a:off x="1806795" y="305043"/>
            <a:ext cx="3590727"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今回の発表内容</a:t>
            </a:r>
          </a:p>
        </p:txBody>
      </p:sp>
      <p:sp>
        <p:nvSpPr>
          <p:cNvPr id="700" name="AgendaList">
            <a:extLst>
              <a:ext uri="{FF2B5EF4-FFF2-40B4-BE49-F238E27FC236}">
                <a16:creationId xmlns:a16="http://schemas.microsoft.com/office/drawing/2014/main" id="{DFE5A427-471B-D89A-9EA9-F4BBA3384E1B}"/>
              </a:ext>
            </a:extLst>
          </p:cNvPr>
          <p:cNvSpPr txBox="1"/>
          <p:nvPr/>
        </p:nvSpPr>
        <p:spPr>
          <a:xfrm>
            <a:off x="3505200" y="4305300"/>
            <a:ext cx="12446000" cy="2590800"/>
          </a:xfrm>
          <a:prstGeom prst="rect">
            <a:avLst/>
          </a:prstGeom>
          <a:noFill/>
        </p:spPr>
        <p:txBody>
          <a:bodyPr wrap="square" rtlCol="0">
            <a:normAutofit/>
          </a:bodyPr>
          <a:lstStyle/>
          <a:p>
            <a:pPr marL="900000" indent="-900000">
              <a:lnSpc>
                <a:spcPts val="4400"/>
              </a:lnSpc>
            </a:pPr>
            <a:r>
              <a:rPr lang="en-US" altLang="ja-JP" sz="4400" b="1" dirty="0">
                <a:solidFill>
                  <a:srgbClr val="64A4A3"/>
                </a:solidFill>
                <a:latin typeface="Source Han Sans JP Bold"/>
                <a:ea typeface="Source Han Sans JP Bold"/>
                <a:cs typeface="Source Han Sans JP Bold"/>
                <a:sym typeface="Source Han Sans JP Bold"/>
              </a:rPr>
              <a:t>01</a:t>
            </a:r>
            <a:r>
              <a:rPr lang="ja-JP" altLang="en-US" sz="3200" b="1" dirty="0">
                <a:solidFill>
                  <a:srgbClr val="292B2B"/>
                </a:solidFill>
                <a:latin typeface="Source Han Sans JP Bold"/>
                <a:ea typeface="Source Han Sans JP Bold"/>
                <a:cs typeface="Source Han Sans JP Bold"/>
                <a:sym typeface="Source Han Sans JP Bold"/>
              </a:rPr>
              <a:t>　　年間計画に対する現在の進捗</a:t>
            </a:r>
          </a:p>
          <a:p>
            <a:pPr marL="900000" indent="-900000">
              <a:lnSpc>
                <a:spcPts val="4400"/>
              </a:lnSpc>
              <a:spcBef>
                <a:spcPts val="2800"/>
              </a:spcBef>
            </a:pPr>
            <a:r>
              <a:rPr lang="en-US" altLang="ja-JP" sz="4400" b="1" dirty="0">
                <a:solidFill>
                  <a:srgbClr val="64A4A3"/>
                </a:solidFill>
                <a:latin typeface="Source Han Sans JP Bold"/>
                <a:ea typeface="Source Han Sans JP Bold"/>
                <a:cs typeface="Source Han Sans JP Bold"/>
                <a:sym typeface="Source Han Sans JP Bold"/>
              </a:rPr>
              <a:t>02</a:t>
            </a:r>
            <a:r>
              <a:rPr lang="ja-JP" altLang="en-US" sz="3200" b="1" dirty="0">
                <a:solidFill>
                  <a:srgbClr val="292B2B"/>
                </a:solidFill>
                <a:latin typeface="Source Han Sans JP Bold"/>
                <a:ea typeface="Source Han Sans JP Bold"/>
                <a:cs typeface="Source Han Sans JP Bold"/>
                <a:sym typeface="Source Han Sans JP Bold"/>
              </a:rPr>
              <a:t>　　前回からの進捗の詳細</a:t>
            </a:r>
          </a:p>
          <a:p>
            <a:pPr marL="900000" indent="-900000">
              <a:lnSpc>
                <a:spcPts val="4400"/>
              </a:lnSpc>
              <a:spcBef>
                <a:spcPts val="2800"/>
              </a:spcBef>
            </a:pPr>
            <a:r>
              <a:rPr lang="en-US" altLang="ja-JP" sz="4400" b="1" dirty="0">
                <a:solidFill>
                  <a:srgbClr val="64A4A3"/>
                </a:solidFill>
                <a:latin typeface="Source Han Sans JP Bold"/>
                <a:ea typeface="Source Han Sans JP Bold"/>
                <a:cs typeface="Source Han Sans JP Bold"/>
                <a:sym typeface="Source Han Sans JP Bold"/>
              </a:rPr>
              <a:t>03</a:t>
            </a:r>
            <a:r>
              <a:rPr lang="ja-JP" altLang="en-US" sz="3200" b="1" dirty="0">
                <a:solidFill>
                  <a:srgbClr val="292B2B"/>
                </a:solidFill>
                <a:latin typeface="Source Han Sans JP Bold"/>
                <a:ea typeface="Source Han Sans JP Bold"/>
                <a:cs typeface="Source Han Sans JP Bold"/>
                <a:sym typeface="Source Han Sans JP Bold"/>
              </a:rPr>
              <a:t>　　沸騰開始点近傍の評価方法</a:t>
            </a:r>
          </a:p>
        </p:txBody>
      </p:sp>
    </p:spTree>
    <p:extLst>
      <p:ext uri="{BB962C8B-B14F-4D97-AF65-F5344CB8AC3E}">
        <p14:creationId xmlns:p14="http://schemas.microsoft.com/office/powerpoint/2010/main" val="4139634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C04D-3962-402F-F1FD-D7A567A5E301}"/>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E619D498-DBD6-0784-0BDB-ED7BA8D54BC7}"/>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52960E3F-5A9B-2825-2223-1B867FC9814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2DD7D1B6-C3C8-7C54-FA18-205D1B15175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31871A78-2B56-BE29-D884-226FCEE2A36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45395BE-D6A1-43E4-B0BF-5B24F56161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8A46ADEE-0A86-5B5C-61AF-D5EBA9F2EA67}"/>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B2FBAFE-310E-329B-9ED4-4BDBC6EE535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E3602D07-EE1F-3072-3249-36421FD853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4AE11EC1-B660-7D09-AAE8-D7555BB4E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2CF558ED-826B-41F1-048D-CDB7AFF7A30D}"/>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480EDD19-B6D3-EA2D-EF05-CBF220D03E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F577D8E-7E41-D347-EC63-F426994FD73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54FD14E3-7606-F032-10D0-C1A62A277B00}"/>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00618396-4050-1DE8-F136-8B6BCA1B77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23C6D6F7-39FF-28E5-B432-9C9C2CB021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D8693FEA-9388-F51A-A629-471D6184CDB7}"/>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73" name="TextBox 24">
            <a:extLst>
              <a:ext uri="{FF2B5EF4-FFF2-40B4-BE49-F238E27FC236}">
                <a16:creationId xmlns:a16="http://schemas.microsoft.com/office/drawing/2014/main" id="{3803B00A-CF69-AFAA-44F0-30E03BC53203}"/>
              </a:ext>
            </a:extLst>
          </p:cNvPr>
          <p:cNvSpPr txBox="1"/>
          <p:nvPr/>
        </p:nvSpPr>
        <p:spPr>
          <a:xfrm>
            <a:off x="1806795" y="305043"/>
            <a:ext cx="5129609"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前回からの進捗の詳細</a:t>
            </a:r>
          </a:p>
        </p:txBody>
      </p:sp>
      <p:sp>
        <p:nvSpPr>
          <p:cNvPr id="700" name="bar700"/>
          <p:cNvSpPr/>
          <p:nvPr/>
        </p:nvSpPr>
        <p:spPr>
          <a:xfrm>
            <a:off x="1536700" y="1905000"/>
            <a:ext cx="165100" cy="584200"/>
          </a:xfrm>
          <a:prstGeom prst="rect">
            <a:avLst/>
          </a:prstGeom>
          <a:solidFill>
            <a:srgbClr val="64A4A3"/>
          </a:solidFill>
          <a:ln>
            <a:noFill/>
          </a:ln>
        </p:spPr>
        <p:txBody>
          <a:bodyPr/>
          <a:lstStyle/>
          <a:p>
            <a:endParaRPr/>
          </a:p>
        </p:txBody>
      </p:sp>
      <p:sp>
        <p:nvSpPr>
          <p:cNvPr id="701" name="tb701"/>
          <p:cNvSpPr txBox="1"/>
          <p:nvPr/>
        </p:nvSpPr>
        <p:spPr>
          <a:xfrm>
            <a:off x="1905000" y="1905000"/>
            <a:ext cx="15875000" cy="635000"/>
          </a:xfrm>
          <a:prstGeom prst="rect">
            <a:avLst/>
          </a:prstGeom>
          <a:noFill/>
        </p:spPr>
        <p:txBody>
          <a:bodyPr wrap="square" lIns="0" rIns="0" rtlCol="0" anchor="ctr">
            <a:normAutofit/>
          </a:bodyPr>
          <a:lstStyle/>
          <a:p>
            <a:pPr algn="l">
              <a:lnSpc>
                <a:spcPts val="3888"/>
              </a:lnSpc>
            </a:pPr>
            <a:r>
              <a:rPr lang="ja-JP" altLang="en-US" sz="2990" b="1" dirty="0">
                <a:solidFill>
                  <a:srgbClr val="292B2B"/>
                </a:solidFill>
                <a:latin typeface="Source Han Sans JP Bold"/>
                <a:ea typeface="Source Han Sans JP Bold"/>
              </a:rPr>
              <a:t>6月の発表以降、モデルの立て直しと説明性・アンサンブル整備を進めた</a:t>
            </a:r>
          </a:p>
        </p:txBody>
      </p:sp>
      <p:sp>
        <p:nvSpPr>
          <p:cNvPr id="702" name="bar702"/>
          <p:cNvSpPr/>
          <p:nvPr/>
        </p:nvSpPr>
        <p:spPr>
          <a:xfrm>
            <a:off x="2413000" y="4572000"/>
            <a:ext cx="13970000" cy="50800"/>
          </a:xfrm>
          <a:prstGeom prst="rect">
            <a:avLst/>
          </a:prstGeom>
          <a:solidFill>
            <a:srgbClr val="BFDDDB"/>
          </a:solidFill>
          <a:ln>
            <a:noFill/>
          </a:ln>
        </p:spPr>
        <p:txBody>
          <a:bodyPr/>
          <a:lstStyle/>
          <a:p>
            <a:endParaRPr/>
          </a:p>
        </p:txBody>
      </p:sp>
      <p:sp>
        <p:nvSpPr>
          <p:cNvPr id="710" name="tb710"/>
          <p:cNvSpPr txBox="1"/>
          <p:nvPr/>
        </p:nvSpPr>
        <p:spPr>
          <a:xfrm>
            <a:off x="2159000" y="3759200"/>
            <a:ext cx="3810000" cy="558800"/>
          </a:xfrm>
          <a:prstGeom prst="rect">
            <a:avLst/>
          </a:prstGeom>
          <a:noFill/>
        </p:spPr>
        <p:txBody>
          <a:bodyPr wrap="square" lIns="0" rIns="0" rtlCol="0" anchor="ctr">
            <a:normAutofit/>
          </a:bodyPr>
          <a:lstStyle/>
          <a:p>
            <a:pPr algn="ctr">
              <a:lnSpc>
                <a:spcPts val="3132"/>
              </a:lnSpc>
            </a:pPr>
            <a:r>
              <a:rPr lang="ja-JP" altLang="en-US" sz="2760" b="1" dirty="0">
                <a:solidFill>
                  <a:srgbClr val="64A4A3"/>
                </a:solidFill>
                <a:latin typeface="Source Han Sans JP Bold"/>
                <a:ea typeface="Source Han Sans JP Bold"/>
              </a:rPr>
              <a:t>6月19日</a:t>
            </a:r>
          </a:p>
        </p:txBody>
      </p:sp>
      <p:sp>
        <p:nvSpPr>
          <p:cNvPr id="720" name="dot720"/>
          <p:cNvSpPr/>
          <p:nvPr/>
        </p:nvSpPr>
        <p:spPr>
          <a:xfrm>
            <a:off x="3886200" y="4445000"/>
            <a:ext cx="304800" cy="304800"/>
          </a:xfrm>
          <a:prstGeom prst="ellipse">
            <a:avLst/>
          </a:prstGeom>
          <a:solidFill>
            <a:srgbClr val="64A4A3"/>
          </a:solidFill>
          <a:ln w="38100">
            <a:solidFill>
              <a:srgbClr val="FFFFFF"/>
            </a:solidFill>
          </a:ln>
        </p:spPr>
        <p:txBody>
          <a:bodyPr/>
          <a:lstStyle/>
          <a:p>
            <a:endParaRPr/>
          </a:p>
        </p:txBody>
      </p:sp>
      <p:sp>
        <p:nvSpPr>
          <p:cNvPr id="730" name="tb730"/>
          <p:cNvSpPr txBox="1"/>
          <p:nvPr/>
        </p:nvSpPr>
        <p:spPr>
          <a:xfrm>
            <a:off x="2451100" y="5054600"/>
            <a:ext cx="3225800" cy="4826000"/>
          </a:xfrm>
          <a:prstGeom prst="rect">
            <a:avLst/>
          </a:prstGeom>
          <a:noFill/>
        </p:spPr>
        <p:txBody>
          <a:bodyPr wrap="square" lIns="0" rIns="0" rtlCol="0" anchor="t">
            <a:normAutofit/>
          </a:bodyPr>
          <a:lstStyle/>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ランダムフォレストを基準モデルとして、回帰からONB検知までの流れを整理</a:t>
            </a:r>
          </a:p>
        </p:txBody>
      </p:sp>
      <p:sp>
        <p:nvSpPr>
          <p:cNvPr id="711" name="tb711"/>
          <p:cNvSpPr txBox="1"/>
          <p:nvPr/>
        </p:nvSpPr>
        <p:spPr>
          <a:xfrm>
            <a:off x="5715000" y="3759200"/>
            <a:ext cx="3810000" cy="558800"/>
          </a:xfrm>
          <a:prstGeom prst="rect">
            <a:avLst/>
          </a:prstGeom>
          <a:noFill/>
        </p:spPr>
        <p:txBody>
          <a:bodyPr wrap="square" lIns="0" rIns="0" rtlCol="0" anchor="ctr">
            <a:normAutofit/>
          </a:bodyPr>
          <a:lstStyle/>
          <a:p>
            <a:pPr algn="ctr">
              <a:lnSpc>
                <a:spcPts val="3132"/>
              </a:lnSpc>
            </a:pPr>
            <a:r>
              <a:rPr lang="ja-JP" altLang="en-US" sz="2760" b="1" dirty="0">
                <a:solidFill>
                  <a:srgbClr val="64A4A3"/>
                </a:solidFill>
                <a:latin typeface="Source Han Sans JP Bold"/>
                <a:ea typeface="Source Han Sans JP Bold"/>
              </a:rPr>
              <a:t>7月上旬</a:t>
            </a:r>
          </a:p>
        </p:txBody>
      </p:sp>
      <p:sp>
        <p:nvSpPr>
          <p:cNvPr id="721" name="dot721"/>
          <p:cNvSpPr/>
          <p:nvPr/>
        </p:nvSpPr>
        <p:spPr>
          <a:xfrm>
            <a:off x="7442200" y="4445000"/>
            <a:ext cx="304800" cy="304800"/>
          </a:xfrm>
          <a:prstGeom prst="ellipse">
            <a:avLst/>
          </a:prstGeom>
          <a:solidFill>
            <a:srgbClr val="64A4A3"/>
          </a:solidFill>
          <a:ln w="38100">
            <a:solidFill>
              <a:srgbClr val="FFFFFF"/>
            </a:solidFill>
          </a:ln>
        </p:spPr>
        <p:txBody>
          <a:bodyPr/>
          <a:lstStyle/>
          <a:p>
            <a:endParaRPr/>
          </a:p>
        </p:txBody>
      </p:sp>
      <p:sp>
        <p:nvSpPr>
          <p:cNvPr id="731" name="tb731"/>
          <p:cNvSpPr txBox="1"/>
          <p:nvPr/>
        </p:nvSpPr>
        <p:spPr>
          <a:xfrm>
            <a:off x="6007100" y="5054600"/>
            <a:ext cx="3225800" cy="4826000"/>
          </a:xfrm>
          <a:prstGeom prst="rect">
            <a:avLst/>
          </a:prstGeom>
          <a:noFill/>
        </p:spPr>
        <p:txBody>
          <a:bodyPr wrap="square" lIns="0" rIns="0" rtlCol="0" anchor="t">
            <a:normAutofit/>
          </a:bodyPr>
          <a:lstStyle/>
          <a:p>
            <a:pPr marL="330200" indent="-330200" algn="l">
              <a:lnSpc>
                <a:spcPts val="3240"/>
              </a:lnSpc>
              <a:spcBef>
                <a:spcPts val="756"/>
              </a:spcBef>
              <a:buClr>
                <a:srgbClr val="64A4A3"/>
              </a:buClr>
              <a:buSzPct val="80000"/>
              <a:buFont typeface="Wingdings" pitchFamily="2" charset="2"/>
              <a:buChar char="l"/>
            </a:pPr>
            <a:r>
              <a:rPr lang="en-US" altLang="ja-JP" sz="2300" dirty="0">
                <a:solidFill>
                  <a:srgbClr val="292B2B"/>
                </a:solidFill>
                <a:latin typeface="Source Han Sans JP"/>
                <a:ea typeface="Source Han Sans JP"/>
              </a:rPr>
              <a:t>Conformer</a:t>
            </a:r>
            <a:r>
              <a:rPr lang="ja-JP" altLang="en-US" sz="2300" dirty="0">
                <a:solidFill>
                  <a:srgbClr val="292B2B"/>
                </a:solidFill>
                <a:latin typeface="Source Han Sans JP"/>
                <a:ea typeface="Source Han Sans JP"/>
              </a:rPr>
              <a:t>・AlexNetの精度低下を調査</a:t>
            </a:r>
          </a:p>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パラメータ調整で学習を立て直し</a:t>
            </a:r>
          </a:p>
        </p:txBody>
      </p:sp>
      <p:sp>
        <p:nvSpPr>
          <p:cNvPr id="712" name="tb712"/>
          <p:cNvSpPr txBox="1"/>
          <p:nvPr/>
        </p:nvSpPr>
        <p:spPr>
          <a:xfrm>
            <a:off x="9271000" y="3759200"/>
            <a:ext cx="3810000" cy="558800"/>
          </a:xfrm>
          <a:prstGeom prst="rect">
            <a:avLst/>
          </a:prstGeom>
          <a:noFill/>
        </p:spPr>
        <p:txBody>
          <a:bodyPr wrap="square" lIns="0" rIns="0" rtlCol="0" anchor="ctr">
            <a:normAutofit/>
          </a:bodyPr>
          <a:lstStyle/>
          <a:p>
            <a:pPr algn="ctr">
              <a:lnSpc>
                <a:spcPts val="3132"/>
              </a:lnSpc>
            </a:pPr>
            <a:r>
              <a:rPr lang="ja-JP" altLang="en-US" sz="2760" b="1" dirty="0">
                <a:solidFill>
                  <a:srgbClr val="64A4A3"/>
                </a:solidFill>
                <a:latin typeface="Source Han Sans JP Bold"/>
                <a:ea typeface="Source Han Sans JP Bold"/>
              </a:rPr>
              <a:t>7月中旬</a:t>
            </a:r>
          </a:p>
        </p:txBody>
      </p:sp>
      <p:sp>
        <p:nvSpPr>
          <p:cNvPr id="722" name="dot722"/>
          <p:cNvSpPr/>
          <p:nvPr/>
        </p:nvSpPr>
        <p:spPr>
          <a:xfrm>
            <a:off x="10998200" y="4445000"/>
            <a:ext cx="304800" cy="304800"/>
          </a:xfrm>
          <a:prstGeom prst="ellipse">
            <a:avLst/>
          </a:prstGeom>
          <a:solidFill>
            <a:srgbClr val="64A4A3"/>
          </a:solidFill>
          <a:ln w="38100">
            <a:solidFill>
              <a:srgbClr val="FFFFFF"/>
            </a:solidFill>
          </a:ln>
        </p:spPr>
        <p:txBody>
          <a:bodyPr/>
          <a:lstStyle/>
          <a:p>
            <a:endParaRPr/>
          </a:p>
        </p:txBody>
      </p:sp>
      <p:sp>
        <p:nvSpPr>
          <p:cNvPr id="732" name="tb732"/>
          <p:cNvSpPr txBox="1"/>
          <p:nvPr/>
        </p:nvSpPr>
        <p:spPr>
          <a:xfrm>
            <a:off x="9563100" y="5054600"/>
            <a:ext cx="3225800" cy="4826000"/>
          </a:xfrm>
          <a:prstGeom prst="rect">
            <a:avLst/>
          </a:prstGeom>
          <a:noFill/>
        </p:spPr>
        <p:txBody>
          <a:bodyPr wrap="square" lIns="0" rIns="0" rtlCol="0" anchor="t">
            <a:normAutofit/>
          </a:bodyPr>
          <a:lstStyle/>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各モデルに適した説明手法を決定</a:t>
            </a:r>
          </a:p>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説明性評価を学習・検証処理へ統合</a:t>
            </a:r>
          </a:p>
        </p:txBody>
      </p:sp>
      <p:sp>
        <p:nvSpPr>
          <p:cNvPr id="713" name="tb713"/>
          <p:cNvSpPr txBox="1"/>
          <p:nvPr/>
        </p:nvSpPr>
        <p:spPr>
          <a:xfrm>
            <a:off x="12827000" y="3759200"/>
            <a:ext cx="3810000" cy="558800"/>
          </a:xfrm>
          <a:prstGeom prst="rect">
            <a:avLst/>
          </a:prstGeom>
          <a:noFill/>
        </p:spPr>
        <p:txBody>
          <a:bodyPr wrap="square" lIns="0" rIns="0" rtlCol="0" anchor="ctr">
            <a:normAutofit/>
          </a:bodyPr>
          <a:lstStyle/>
          <a:p>
            <a:pPr algn="ctr">
              <a:lnSpc>
                <a:spcPts val="3132"/>
              </a:lnSpc>
            </a:pPr>
            <a:r>
              <a:rPr lang="ja-JP" altLang="en-US" sz="2760" b="1" dirty="0">
                <a:solidFill>
                  <a:srgbClr val="64A4A3"/>
                </a:solidFill>
                <a:latin typeface="Source Han Sans JP Bold"/>
                <a:ea typeface="Source Han Sans JP Bold"/>
              </a:rPr>
              <a:t>7月下旬</a:t>
            </a:r>
          </a:p>
        </p:txBody>
      </p:sp>
      <p:sp>
        <p:nvSpPr>
          <p:cNvPr id="723" name="dot723"/>
          <p:cNvSpPr/>
          <p:nvPr/>
        </p:nvSpPr>
        <p:spPr>
          <a:xfrm>
            <a:off x="14554200" y="4445000"/>
            <a:ext cx="304800" cy="304800"/>
          </a:xfrm>
          <a:prstGeom prst="ellipse">
            <a:avLst/>
          </a:prstGeom>
          <a:solidFill>
            <a:srgbClr val="64A4A3"/>
          </a:solidFill>
          <a:ln w="38100">
            <a:solidFill>
              <a:srgbClr val="FFFFFF"/>
            </a:solidFill>
          </a:ln>
        </p:spPr>
        <p:txBody>
          <a:bodyPr/>
          <a:lstStyle/>
          <a:p>
            <a:endParaRPr/>
          </a:p>
        </p:txBody>
      </p:sp>
      <p:sp>
        <p:nvSpPr>
          <p:cNvPr id="733" name="tb733"/>
          <p:cNvSpPr txBox="1"/>
          <p:nvPr/>
        </p:nvSpPr>
        <p:spPr>
          <a:xfrm>
            <a:off x="13119100" y="5054600"/>
            <a:ext cx="3225800" cy="4826000"/>
          </a:xfrm>
          <a:prstGeom prst="rect">
            <a:avLst/>
          </a:prstGeom>
          <a:noFill/>
        </p:spPr>
        <p:txBody>
          <a:bodyPr wrap="square" lIns="0" rIns="0" rtlCol="0" anchor="t">
            <a:normAutofit/>
          </a:bodyPr>
          <a:lstStyle/>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複数のアンサンブル方法を同一条件で比較</a:t>
            </a:r>
          </a:p>
          <a:p>
            <a:pPr marL="330200" indent="-330200" algn="l">
              <a:lnSpc>
                <a:spcPts val="3240"/>
              </a:lnSpc>
              <a:spcBef>
                <a:spcPts val="756"/>
              </a:spcBef>
              <a:buClr>
                <a:srgbClr val="64A4A3"/>
              </a:buClr>
              <a:buSzPct val="80000"/>
              <a:buFont typeface="Wingdings" pitchFamily="2" charset="2"/>
              <a:buChar char="l"/>
            </a:pPr>
            <a:r>
              <a:rPr lang="ja-JP" altLang="en-US" sz="2300" dirty="0">
                <a:solidFill>
                  <a:srgbClr val="292B2B"/>
                </a:solidFill>
                <a:latin typeface="Source Han Sans JP"/>
                <a:ea typeface="Source Han Sans JP"/>
              </a:rPr>
              <a:t>代表条件で説明性結果を出力</a:t>
            </a:r>
          </a:p>
        </p:txBody>
      </p:sp>
    </p:spTree>
    <p:extLst>
      <p:ext uri="{BB962C8B-B14F-4D97-AF65-F5344CB8AC3E}">
        <p14:creationId xmlns:p14="http://schemas.microsoft.com/office/powerpoint/2010/main" val="1888738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82ED-91FB-1FFD-EED9-E2CCF1CB38B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1226A433-2043-B47F-E0E8-72C7A0748C7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47B74506-C052-E656-B19A-11FB4A1174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8</a:t>
            </a:fld>
            <a:endParaRPr lang="en-US" sz="2400" dirty="0">
              <a:solidFill>
                <a:schemeClr val="bg1"/>
              </a:solidFill>
            </a:endParaRPr>
          </a:p>
        </p:txBody>
      </p:sp>
      <p:sp>
        <p:nvSpPr>
          <p:cNvPr id="73" name="TextBox 24">
            <a:extLst>
              <a:ext uri="{FF2B5EF4-FFF2-40B4-BE49-F238E27FC236}">
                <a16:creationId xmlns:a16="http://schemas.microsoft.com/office/drawing/2014/main" id="{446B9C47-DB87-1000-32F5-EA27475F3627}"/>
              </a:ext>
            </a:extLst>
          </p:cNvPr>
          <p:cNvSpPr txBox="1"/>
          <p:nvPr/>
        </p:nvSpPr>
        <p:spPr>
          <a:xfrm>
            <a:off x="1806795" y="305043"/>
            <a:ext cx="6668492"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モデル構造に応じた説明手法</a:t>
            </a:r>
          </a:p>
        </p:txBody>
      </p:sp>
      <p:graphicFrame>
        <p:nvGraphicFramePr>
          <p:cNvPr id="700" name="t700"/>
          <p:cNvGraphicFramePr/>
          <p:nvPr>
            <p:extLst>
              <p:ext uri="{D42A27DB-BD31-4B8C-83A1-F6EECF244321}">
                <p14:modId xmlns:p14="http://schemas.microsoft.com/office/powerpoint/2010/main" val="3212729433"/>
              </p:ext>
            </p:extLst>
          </p:nvPr>
        </p:nvGraphicFramePr>
        <p:xfrm>
          <a:off x="1206500" y="2108200"/>
          <a:ext cx="16573500" cy="6473952"/>
        </p:xfrm>
        <a:graphic>
          <a:graphicData uri="http://schemas.openxmlformats.org/drawingml/2006/table">
            <a:tbl>
              <a:tblPr firstRow="1"/>
              <a:tblGrid>
                <a:gridCol w="3175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gridCol w="5397500">
                  <a:extLst>
                    <a:ext uri="{9D8B030D-6E8A-4147-A177-3AD203B41FA5}">
                      <a16:colId xmlns:a16="http://schemas.microsoft.com/office/drawing/2014/main" val="20003"/>
                    </a:ext>
                  </a:extLst>
                </a:gridCol>
              </a:tblGrid>
              <a:tr h="877824">
                <a:tc>
                  <a:txBody>
                    <a:bodyPr/>
                    <a:lstStyle/>
                    <a:p>
                      <a:pPr algn="ctr">
                        <a:lnSpc>
                          <a:spcPts val="3259"/>
                        </a:lnSpc>
                      </a:pPr>
                      <a:r>
                        <a:rPr lang="ja-JP" altLang="en-US" sz="2635" b="1" dirty="0">
                          <a:solidFill>
                            <a:srgbClr val="FFFFFF"/>
                          </a:solidFill>
                          <a:latin typeface="Source Han Sans JP Bold"/>
                          <a:ea typeface="Source Han Sans JP Bold"/>
                        </a:rPr>
                        <a:t>モデル</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64A4A3"/>
                    </a:solidFill>
                  </a:tcPr>
                </a:tc>
                <a:tc>
                  <a:txBody>
                    <a:bodyPr/>
                    <a:lstStyle/>
                    <a:p>
                      <a:pPr algn="ctr">
                        <a:lnSpc>
                          <a:spcPts val="3259"/>
                        </a:lnSpc>
                      </a:pPr>
                      <a:r>
                        <a:rPr lang="ja-JP" altLang="en-US" sz="2635" b="1" dirty="0">
                          <a:solidFill>
                            <a:srgbClr val="FFFFFF"/>
                          </a:solidFill>
                          <a:latin typeface="Source Han Sans JP Bold"/>
                          <a:ea typeface="Source Han Sans JP Bold"/>
                        </a:rPr>
                        <a:t>主な説明手法</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64A4A3"/>
                    </a:solidFill>
                  </a:tcPr>
                </a:tc>
                <a:tc>
                  <a:txBody>
                    <a:bodyPr/>
                    <a:lstStyle/>
                    <a:p>
                      <a:pPr algn="ctr">
                        <a:lnSpc>
                          <a:spcPts val="3259"/>
                        </a:lnSpc>
                      </a:pPr>
                      <a:r>
                        <a:rPr lang="ja-JP" altLang="en-US" sz="2635" b="1" dirty="0">
                          <a:solidFill>
                            <a:srgbClr val="FFFFFF"/>
                          </a:solidFill>
                          <a:latin typeface="Source Han Sans JP Bold"/>
                          <a:ea typeface="Source Han Sans JP Bold"/>
                        </a:rPr>
                        <a:t>補助・共通評価</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64A4A3"/>
                    </a:solidFill>
                  </a:tcPr>
                </a:tc>
                <a:tc>
                  <a:txBody>
                    <a:bodyPr/>
                    <a:lstStyle/>
                    <a:p>
                      <a:pPr algn="ctr">
                        <a:lnSpc>
                          <a:spcPts val="3259"/>
                        </a:lnSpc>
                      </a:pPr>
                      <a:r>
                        <a:rPr lang="ja-JP" altLang="en-US" sz="2635" b="1" dirty="0">
                          <a:solidFill>
                            <a:srgbClr val="FFFFFF"/>
                          </a:solidFill>
                          <a:latin typeface="Source Han Sans JP Bold"/>
                          <a:ea typeface="Source Han Sans JP Bold"/>
                        </a:rPr>
                        <a:t>注意点</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64A4A3"/>
                    </a:solidFill>
                  </a:tcPr>
                </a:tc>
                <a:extLst>
                  <a:ext uri="{0D108BD9-81ED-4DB2-BD59-A6C34878D82A}">
                    <a16:rowId xmlns:a16="http://schemas.microsoft.com/office/drawing/2014/main" val="10000"/>
                  </a:ext>
                </a:extLst>
              </a:tr>
              <a:tr h="1865376">
                <a:tc>
                  <a:txBody>
                    <a:bodyPr/>
                    <a:lstStyle/>
                    <a:p>
                      <a:pPr algn="l">
                        <a:lnSpc>
                          <a:spcPts val="3259"/>
                        </a:lnSpc>
                      </a:pPr>
                      <a:r>
                        <a:rPr lang="ja-JP" altLang="en-US" sz="2635" b="1" dirty="0">
                          <a:solidFill>
                            <a:srgbClr val="292B2B"/>
                          </a:solidFill>
                          <a:latin typeface="Source Han Sans JP Bold"/>
                          <a:ea typeface="Source Han Sans JP Bold"/>
                        </a:rPr>
                        <a:t>RF系モデル</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EAF3F2"/>
                    </a:solidFill>
                  </a:tcPr>
                </a:tc>
                <a:tc>
                  <a:txBody>
                    <a:bodyPr/>
                    <a:lstStyle/>
                    <a:p>
                      <a:pPr algn="l">
                        <a:lnSpc>
                          <a:spcPts val="3096"/>
                        </a:lnSpc>
                      </a:pPr>
                      <a:r>
                        <a:rPr lang="ja-JP" altLang="en-US" sz="2503" b="0" dirty="0">
                          <a:solidFill>
                            <a:srgbClr val="292B2B"/>
                          </a:solidFill>
                          <a:latin typeface="Source Han Sans JP"/>
                          <a:ea typeface="Source Han Sans JP"/>
                        </a:rPr>
                        <a:t>PCA空間のTreeSHAP</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周波数帯・時間帯マスク</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PCA特徴を特定周波数帯へ直接読み替えない</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extLst>
                  <a:ext uri="{0D108BD9-81ED-4DB2-BD59-A6C34878D82A}">
                    <a16:rowId xmlns:a16="http://schemas.microsoft.com/office/drawing/2014/main" val="10001"/>
                  </a:ext>
                </a:extLst>
              </a:tr>
              <a:tr h="1865376">
                <a:tc>
                  <a:txBody>
                    <a:bodyPr/>
                    <a:lstStyle/>
                    <a:p>
                      <a:pPr algn="l">
                        <a:lnSpc>
                          <a:spcPts val="3096"/>
                        </a:lnSpc>
                      </a:pPr>
                      <a:r>
                        <a:rPr lang="ja-JP" altLang="en-US" sz="2503" b="1" dirty="0">
                          <a:solidFill>
                            <a:srgbClr val="292B2B"/>
                          </a:solidFill>
                          <a:latin typeface="Source Han Sans JP Bold"/>
                          <a:ea typeface="Source Han Sans JP Bold"/>
                        </a:rPr>
                        <a:t>CNN+Transformer v2 GAP</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EAF3F2"/>
                    </a:solidFill>
                  </a:tcPr>
                </a:tc>
                <a:tc>
                  <a:txBody>
                    <a:bodyPr/>
                    <a:lstStyle/>
                    <a:p>
                      <a:pPr algn="l">
                        <a:lnSpc>
                          <a:spcPts val="3096"/>
                        </a:lnSpc>
                      </a:pPr>
                      <a:r>
                        <a:rPr lang="ja-JP" altLang="en-US" sz="2503" b="0" dirty="0">
                          <a:solidFill>
                            <a:srgbClr val="292B2B"/>
                          </a:solidFill>
                          <a:latin typeface="Source Han Sans JP"/>
                          <a:ea typeface="Source Han Sans JP"/>
                        </a:rPr>
                        <a:t>Integrated Gradients</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周波数帯・時間帯マスク</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説明の安定性を別途確認する</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extLst>
                  <a:ext uri="{0D108BD9-81ED-4DB2-BD59-A6C34878D82A}">
                    <a16:rowId xmlns:a16="http://schemas.microsoft.com/office/drawing/2014/main" val="10002"/>
                  </a:ext>
                </a:extLst>
              </a:tr>
              <a:tr h="1865376">
                <a:tc>
                  <a:txBody>
                    <a:bodyPr/>
                    <a:lstStyle/>
                    <a:p>
                      <a:pPr algn="l">
                        <a:lnSpc>
                          <a:spcPts val="3259"/>
                        </a:lnSpc>
                      </a:pPr>
                      <a:r>
                        <a:rPr lang="ja-JP" altLang="en-US" sz="2635" b="1" dirty="0">
                          <a:solidFill>
                            <a:srgbClr val="292B2B"/>
                          </a:solidFill>
                          <a:latin typeface="Source Han Sans JP Bold"/>
                          <a:ea typeface="Source Han Sans JP Bold"/>
                        </a:rPr>
                        <a:t>AlexNet</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EAF3F2"/>
                    </a:solidFill>
                  </a:tcPr>
                </a:tc>
                <a:tc>
                  <a:txBody>
                    <a:bodyPr/>
                    <a:lstStyle/>
                    <a:p>
                      <a:pPr algn="l">
                        <a:lnSpc>
                          <a:spcPts val="3096"/>
                        </a:lnSpc>
                      </a:pPr>
                      <a:r>
                        <a:rPr lang="ja-JP" altLang="en-US" sz="2503" b="0" dirty="0">
                          <a:solidFill>
                            <a:srgbClr val="292B2B"/>
                          </a:solidFill>
                          <a:latin typeface="Source Han Sans JP"/>
                          <a:ea typeface="Source Han Sans JP"/>
                        </a:rPr>
                        <a:t>Integrated Gradients</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Grad-CAM、周波数帯・時間帯マスク</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tc>
                  <a:txBody>
                    <a:bodyPr/>
                    <a:lstStyle/>
                    <a:p>
                      <a:pPr algn="l">
                        <a:lnSpc>
                          <a:spcPts val="3096"/>
                        </a:lnSpc>
                      </a:pPr>
                      <a:r>
                        <a:rPr lang="ja-JP" altLang="en-US" sz="2503" b="0" dirty="0">
                          <a:solidFill>
                            <a:srgbClr val="292B2B"/>
                          </a:solidFill>
                          <a:latin typeface="Source Han Sans JP"/>
                          <a:ea typeface="Source Han Sans JP"/>
                        </a:rPr>
                        <a:t>Grad-CAMは粗い補助表示として扱う</a:t>
                      </a:r>
                    </a:p>
                  </a:txBody>
                  <a:tcPr marL="100000" marR="100000" marT="50000" marB="50000" anchor="ctr">
                    <a:lnL w="9525">
                      <a:solidFill>
                        <a:srgbClr val="D5E3E2"/>
                      </a:solidFill>
                    </a:lnL>
                    <a:lnR w="9525">
                      <a:solidFill>
                        <a:srgbClr val="D5E3E2"/>
                      </a:solidFill>
                    </a:lnR>
                    <a:lnT w="9525">
                      <a:solidFill>
                        <a:srgbClr val="D5E3E2"/>
                      </a:solidFill>
                    </a:lnT>
                    <a:lnB w="9525">
                      <a:solidFill>
                        <a:srgbClr val="D5E3E2"/>
                      </a:solidFill>
                    </a:lnB>
                    <a:solidFill>
                      <a:srgbClr val="FFFFFF"/>
                    </a:solidFill>
                  </a:tcPr>
                </a:tc>
                <a:extLst>
                  <a:ext uri="{0D108BD9-81ED-4DB2-BD59-A6C34878D82A}">
                    <a16:rowId xmlns:a16="http://schemas.microsoft.com/office/drawing/2014/main" val="10003"/>
                  </a:ext>
                </a:extLst>
              </a:tr>
            </a:tbl>
          </a:graphicData>
        </a:graphic>
      </p:graphicFrame>
      <p:sp>
        <p:nvSpPr>
          <p:cNvPr id="720" name="bar720"/>
          <p:cNvSpPr/>
          <p:nvPr/>
        </p:nvSpPr>
        <p:spPr>
          <a:xfrm>
            <a:off x="1724245" y="8763000"/>
            <a:ext cx="165100" cy="1143000"/>
          </a:xfrm>
          <a:prstGeom prst="rect">
            <a:avLst/>
          </a:prstGeom>
          <a:solidFill>
            <a:srgbClr val="64A4A3"/>
          </a:solidFill>
          <a:ln>
            <a:noFill/>
          </a:ln>
        </p:spPr>
        <p:txBody>
          <a:bodyPr/>
          <a:lstStyle/>
          <a:p>
            <a:endParaRPr/>
          </a:p>
        </p:txBody>
      </p:sp>
      <p:sp>
        <p:nvSpPr>
          <p:cNvPr id="721" name="tb721"/>
          <p:cNvSpPr txBox="1"/>
          <p:nvPr/>
        </p:nvSpPr>
        <p:spPr>
          <a:xfrm>
            <a:off x="2269506" y="8763000"/>
            <a:ext cx="15748000" cy="1143000"/>
          </a:xfrm>
          <a:prstGeom prst="rect">
            <a:avLst/>
          </a:prstGeom>
          <a:noFill/>
        </p:spPr>
        <p:txBody>
          <a:bodyPr wrap="square" lIns="0" rIns="0" rtlCol="0" anchor="ctr">
            <a:normAutofit/>
          </a:bodyPr>
          <a:lstStyle/>
          <a:p>
            <a:pPr algn="l">
              <a:lnSpc>
                <a:spcPts val="3498"/>
              </a:lnSpc>
            </a:pPr>
            <a:r>
              <a:rPr lang="ja-JP" altLang="en-US" sz="2592" b="1" dirty="0">
                <a:solidFill>
                  <a:srgbClr val="292B2B"/>
                </a:solidFill>
                <a:latin typeface="Source Han Sans JP Bold"/>
                <a:ea typeface="Source Han Sans JP Bold"/>
              </a:rPr>
              <a:t>全モデルを同じ物理軸で比較するため、</a:t>
            </a:r>
          </a:p>
          <a:p>
            <a:pPr algn="l">
              <a:lnSpc>
                <a:spcPts val="3498"/>
              </a:lnSpc>
            </a:pPr>
            <a:r>
              <a:rPr lang="ja-JP" altLang="en-US" sz="2592" b="1" dirty="0">
                <a:solidFill>
                  <a:srgbClr val="64A4A3"/>
                </a:solidFill>
                <a:latin typeface="Source Han Sans JP Bold"/>
                <a:ea typeface="Source Han Sans JP Bold"/>
              </a:rPr>
              <a:t>周波数帯・時間帯マスク時の性能変化を共通指標とする。</a:t>
            </a:r>
          </a:p>
        </p:txBody>
      </p:sp>
    </p:spTree>
    <p:extLst>
      <p:ext uri="{BB962C8B-B14F-4D97-AF65-F5344CB8AC3E}">
        <p14:creationId xmlns:p14="http://schemas.microsoft.com/office/powerpoint/2010/main" val="3036723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9434D-2DE3-DE53-DA57-3218695A64A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7D3FFEB6-1BF8-B383-B19B-1FE1F9AD10EA}"/>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9A52D06-11C2-FB38-6088-E43EB1EDC6E7}"/>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8827E916-F2F2-8AD2-167E-C728D6EF985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7CC4C3B4-EF25-1DFB-8895-4512A523954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46534A75-EE5C-0570-42B1-D4708A5D311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4859911D-24E5-DAC7-219E-E1B8B0FC5A9E}"/>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7B4CFF76-B5E0-2D22-1278-0A45CF422EA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EED31BD-5D24-2AB1-AA6F-BCFB0245C4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5F2A5654-E21C-567F-4DAA-FFED561C468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C65F757-7AD3-8C06-5A53-665ADC3E8D9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2938506-2071-EFB1-967A-2339DB77D8D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AE1C156-4EC9-E052-F65C-D2906606F0F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086CABE0-83DB-7A80-3B0A-9818082BDE4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99FBF0D1-1E4B-B008-9B0C-8AA2743C8D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65C311FB-AACB-DAC1-B7EC-F08C05A0BA7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3A168E0-8DE6-964F-F7C5-CFEF2067492C}"/>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96A0BF60-34DE-4303-576F-7F09CC423BFD}"/>
              </a:ext>
            </a:extLst>
          </p:cNvPr>
          <p:cNvSpPr txBox="1"/>
          <p:nvPr/>
        </p:nvSpPr>
        <p:spPr>
          <a:xfrm>
            <a:off x="1806795" y="305043"/>
            <a:ext cx="4616648"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説明性評価の現在地</a:t>
            </a:r>
          </a:p>
        </p:txBody>
      </p:sp>
      <p:sp>
        <p:nvSpPr>
          <p:cNvPr id="700" name="bar700"/>
          <p:cNvSpPr/>
          <p:nvPr/>
        </p:nvSpPr>
        <p:spPr>
          <a:xfrm>
            <a:off x="1536700" y="1905000"/>
            <a:ext cx="165100" cy="584200"/>
          </a:xfrm>
          <a:prstGeom prst="rect">
            <a:avLst/>
          </a:prstGeom>
          <a:solidFill>
            <a:srgbClr val="64A4A3"/>
          </a:solidFill>
          <a:ln>
            <a:noFill/>
          </a:ln>
        </p:spPr>
        <p:txBody>
          <a:bodyPr/>
          <a:lstStyle/>
          <a:p>
            <a:endParaRPr/>
          </a:p>
        </p:txBody>
      </p:sp>
      <p:sp>
        <p:nvSpPr>
          <p:cNvPr id="701" name="tb701"/>
          <p:cNvSpPr txBox="1"/>
          <p:nvPr/>
        </p:nvSpPr>
        <p:spPr>
          <a:xfrm>
            <a:off x="1905000" y="1905000"/>
            <a:ext cx="15875000" cy="635000"/>
          </a:xfrm>
          <a:prstGeom prst="rect">
            <a:avLst/>
          </a:prstGeom>
          <a:noFill/>
        </p:spPr>
        <p:txBody>
          <a:bodyPr wrap="square" lIns="0" rIns="0" rtlCol="0" anchor="ctr">
            <a:normAutofit/>
          </a:bodyPr>
          <a:lstStyle/>
          <a:p>
            <a:pPr algn="l">
              <a:lnSpc>
                <a:spcPts val="3672"/>
              </a:lnSpc>
            </a:pPr>
            <a:r>
              <a:rPr lang="ja-JP" altLang="en-US" sz="2990" b="1" dirty="0">
                <a:solidFill>
                  <a:srgbClr val="292B2B"/>
                </a:solidFill>
                <a:latin typeface="Source Han Sans JP Bold"/>
                <a:ea typeface="Source Han Sans JP Bold"/>
              </a:rPr>
              <a:t>説明結果の出力までは完了し、物理的解釈とモデル間比較を検証中</a:t>
            </a:r>
          </a:p>
        </p:txBody>
      </p:sp>
      <p:sp>
        <p:nvSpPr>
          <p:cNvPr id="710" name="tb710"/>
          <p:cNvSpPr txBox="1"/>
          <p:nvPr/>
        </p:nvSpPr>
        <p:spPr>
          <a:xfrm>
            <a:off x="1524000" y="3022600"/>
            <a:ext cx="8318500" cy="6985000"/>
          </a:xfrm>
          <a:prstGeom prst="rect">
            <a:avLst/>
          </a:prstGeom>
          <a:noFill/>
        </p:spPr>
        <p:txBody>
          <a:bodyPr wrap="square" lIns="0" rIns="0" rtlCol="0" anchor="t">
            <a:normAutofit/>
          </a:bodyPr>
          <a:lstStyle/>
          <a:p>
            <a:pPr marL="0" indent="0" algn="l">
              <a:lnSpc>
                <a:spcPts val="3888"/>
              </a:lnSpc>
              <a:buNone/>
            </a:pPr>
            <a:r>
              <a:rPr lang="ja-JP" altLang="en-US" sz="2990" b="1" dirty="0">
                <a:solidFill>
                  <a:srgbClr val="64A4A3"/>
                </a:solidFill>
                <a:latin typeface="Source Han Sans JP Bold"/>
                <a:ea typeface="Source Han Sans JP Bold"/>
              </a:rPr>
              <a:t>完了したこと</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RFのTreeSHAP出力</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CNN+Transformer・AlexNetのIG出力</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AlexNetのGrad-CAM出力</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全モデルの周波数帯・時間帯マスク比較</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説明の安定性・ランダム化確認の出力</a:t>
            </a:r>
          </a:p>
        </p:txBody>
      </p:sp>
      <p:sp>
        <p:nvSpPr>
          <p:cNvPr id="720" name="tb720"/>
          <p:cNvSpPr txBox="1"/>
          <p:nvPr/>
        </p:nvSpPr>
        <p:spPr>
          <a:xfrm>
            <a:off x="10160000" y="3022600"/>
            <a:ext cx="6921500" cy="6985000"/>
          </a:xfrm>
          <a:prstGeom prst="rect">
            <a:avLst/>
          </a:prstGeom>
          <a:noFill/>
        </p:spPr>
        <p:txBody>
          <a:bodyPr wrap="square" lIns="0" rIns="0" rtlCol="0" anchor="t">
            <a:normAutofit/>
          </a:bodyPr>
          <a:lstStyle/>
          <a:p>
            <a:pPr marL="0" indent="0" algn="l">
              <a:lnSpc>
                <a:spcPts val="3888"/>
              </a:lnSpc>
              <a:buNone/>
            </a:pPr>
            <a:r>
              <a:rPr lang="ja-JP" altLang="en-US" sz="2990" b="1" dirty="0">
                <a:solidFill>
                  <a:srgbClr val="64A4A3"/>
                </a:solidFill>
                <a:latin typeface="Source Han Sans JP Bold"/>
                <a:ea typeface="Source Han Sans JP Bold"/>
              </a:rPr>
              <a:t>現在確認していること</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入力スペクトログラムと説明画像の対応</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同一標本でのIGとGrad-CAMの整合性</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モデル間で重要領域が異なるか</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ノイズ条件で重要領域が変化する理由</a:t>
            </a:r>
          </a:p>
          <a:p>
            <a:pPr marL="457200" indent="-457200" algn="l">
              <a:lnSpc>
                <a:spcPts val="4536"/>
              </a:lnSpc>
              <a:spcBef>
                <a:spcPts val="324"/>
              </a:spcBef>
              <a:buClr>
                <a:srgbClr val="64A4A3"/>
              </a:buClr>
              <a:buFont typeface="Wingdings" pitchFamily="2" charset="2"/>
              <a:buChar char="l"/>
            </a:pPr>
            <a:r>
              <a:rPr lang="ja-JP" altLang="en-US" sz="2760" dirty="0">
                <a:solidFill>
                  <a:srgbClr val="292B2B"/>
                </a:solidFill>
                <a:latin typeface="Source Han Sans JP"/>
                <a:ea typeface="Source Han Sans JP"/>
              </a:rPr>
              <a:t>重要領域を除くとONB性能が悪化するか</a:t>
            </a:r>
          </a:p>
        </p:txBody>
      </p:sp>
    </p:spTree>
    <p:extLst>
      <p:ext uri="{BB962C8B-B14F-4D97-AF65-F5344CB8AC3E}">
        <p14:creationId xmlns:p14="http://schemas.microsoft.com/office/powerpoint/2010/main" val="3620994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10</a:t>
            </a:fld>
            <a:endParaRPr lang="en-US" sz="4800" dirty="0"/>
          </a:p>
        </p:txBody>
      </p:sp>
      <p:grpSp>
        <p:nvGrpSpPr>
          <p:cNvPr id="27" name="グループ化 26">
            <a:extLst>
              <a:ext uri="{FF2B5EF4-FFF2-40B4-BE49-F238E27FC236}">
                <a16:creationId xmlns:a16="http://schemas.microsoft.com/office/drawing/2014/main" id="{43AE7C6B-7351-5825-E0E1-3777BB8F152C}"/>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29CF0DB2-C51E-08ED-FEB3-D6567673BB1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3CFCC76-1AE5-A05F-2873-E25C6D79E39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EB4B6EEE-4EAA-E0E7-CAA1-E9DFB1A6B9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76C22DF7-203B-60AF-6317-7E96F3FA660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5DF53C7B-1F38-147D-28ED-EADF164DCBED}"/>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9F7BB424-5D5B-559C-D094-327D1427FAC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3738E4EE-6CB8-C75A-EEA6-6682037FC9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4E6FBE-A7B7-773F-4FED-7C1939775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F9BC06B8-13DC-11CF-3C00-4CEAE0D8307C}"/>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F95155B5-987B-CFDC-AC53-052DFB8B96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DADC0933-F8DA-E030-073B-DCE0A8A176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8FC66875-01D3-021C-13B3-0CA23E986AF2}"/>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C64C948-81F2-06EA-57BF-D2B0E8375E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A0D26BA9-C298-92EA-2113-1B64EA0C83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29F16302-7E62-85B7-3C03-875C434D5C5B}"/>
              </a:ext>
            </a:extLst>
          </p:cNvPr>
          <p:cNvSpPr txBox="1"/>
          <p:nvPr/>
        </p:nvSpPr>
        <p:spPr>
          <a:xfrm>
            <a:off x="1806795" y="305043"/>
            <a:ext cx="5129609"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沸騰開始点近傍の評価</a:t>
            </a:r>
          </a:p>
        </p:txBody>
      </p:sp>
      <p:sp>
        <p:nvSpPr>
          <p:cNvPr id="700" name="bar700"/>
          <p:cNvSpPr/>
          <p:nvPr/>
        </p:nvSpPr>
        <p:spPr>
          <a:xfrm>
            <a:off x="1536700" y="1905000"/>
            <a:ext cx="165100" cy="1143000"/>
          </a:xfrm>
          <a:prstGeom prst="rect">
            <a:avLst/>
          </a:prstGeom>
          <a:solidFill>
            <a:srgbClr val="64A4A3"/>
          </a:solidFill>
          <a:ln>
            <a:noFill/>
          </a:ln>
        </p:spPr>
        <p:txBody>
          <a:bodyPr/>
          <a:lstStyle/>
          <a:p>
            <a:endParaRPr/>
          </a:p>
        </p:txBody>
      </p:sp>
      <p:sp>
        <p:nvSpPr>
          <p:cNvPr id="701" name="tb701"/>
          <p:cNvSpPr txBox="1"/>
          <p:nvPr/>
        </p:nvSpPr>
        <p:spPr>
          <a:xfrm>
            <a:off x="1905000" y="1905000"/>
            <a:ext cx="15875000" cy="1219200"/>
          </a:xfrm>
          <a:prstGeom prst="rect">
            <a:avLst/>
          </a:prstGeom>
          <a:noFill/>
        </p:spPr>
        <p:txBody>
          <a:bodyPr wrap="square" lIns="0" rIns="0" rtlCol="0" anchor="t">
            <a:normAutofit/>
          </a:bodyPr>
          <a:lstStyle/>
          <a:p>
            <a:pPr algn="l">
              <a:lnSpc>
                <a:spcPts val="3710"/>
              </a:lnSpc>
            </a:pPr>
            <a:r>
              <a:rPr lang="ja-JP" altLang="en-US" sz="2912" b="1" dirty="0">
                <a:solidFill>
                  <a:srgbClr val="292B2B"/>
                </a:solidFill>
                <a:latin typeface="Source Han Sans JP Bold"/>
                <a:ea typeface="Source Han Sans JP Bold"/>
              </a:rPr>
              <a:t>全体の回帰誤差が小さくても、ONBしきい値付近では</a:t>
            </a:r>
          </a:p>
          <a:p>
            <a:pPr algn="l">
              <a:lnSpc>
                <a:spcPts val="3710"/>
              </a:lnSpc>
            </a:pPr>
            <a:r>
              <a:rPr lang="ja-JP" altLang="en-US" sz="2912" b="1" dirty="0">
                <a:solidFill>
                  <a:srgbClr val="292B2B"/>
                </a:solidFill>
                <a:latin typeface="Source Han Sans JP Bold"/>
                <a:ea typeface="Source Han Sans JP Bold"/>
              </a:rPr>
              <a:t>小さな予測誤差が見逃しにつながる。</a:t>
            </a:r>
          </a:p>
        </p:txBody>
      </p:sp>
      <p:sp>
        <p:nvSpPr>
          <p:cNvPr id="710" name="s710"/>
          <p:cNvSpPr/>
          <p:nvPr/>
        </p:nvSpPr>
        <p:spPr>
          <a:xfrm>
            <a:off x="2032000" y="3860800"/>
            <a:ext cx="14224000" cy="381000"/>
          </a:xfrm>
          <a:prstGeom prst="rightArrow">
            <a:avLst>
              <a:gd name="adj1" fmla="val 50000"/>
              <a:gd name="adj2" fmla="val 60000"/>
            </a:avLst>
          </a:prstGeom>
          <a:solidFill>
            <a:srgbClr val="D5DEDD"/>
          </a:solidFill>
          <a:ln>
            <a:noFill/>
          </a:ln>
        </p:spPr>
        <p:txBody>
          <a:bodyPr/>
          <a:lstStyle/>
          <a:p>
            <a:endParaRPr/>
          </a:p>
        </p:txBody>
      </p:sp>
      <p:sp>
        <p:nvSpPr>
          <p:cNvPr id="711" name="s711"/>
          <p:cNvSpPr/>
          <p:nvPr/>
        </p:nvSpPr>
        <p:spPr>
          <a:xfrm>
            <a:off x="7950200" y="3759200"/>
            <a:ext cx="2387600" cy="584200"/>
          </a:xfrm>
          <a:prstGeom prst="roundRect">
            <a:avLst>
              <a:gd name="adj" fmla="val 20000"/>
            </a:avLst>
          </a:prstGeom>
          <a:solidFill>
            <a:srgbClr val="64A4A3"/>
          </a:solidFill>
          <a:ln>
            <a:noFill/>
          </a:ln>
        </p:spPr>
        <p:txBody>
          <a:bodyPr/>
          <a:lstStyle/>
          <a:p>
            <a:endParaRPr/>
          </a:p>
        </p:txBody>
      </p:sp>
      <p:sp>
        <p:nvSpPr>
          <p:cNvPr id="712" name="s712"/>
          <p:cNvSpPr/>
          <p:nvPr/>
        </p:nvSpPr>
        <p:spPr>
          <a:xfrm>
            <a:off x="9118600" y="3581400"/>
            <a:ext cx="50800" cy="939800"/>
          </a:xfrm>
          <a:prstGeom prst="rect">
            <a:avLst/>
          </a:prstGeom>
          <a:solidFill>
            <a:srgbClr val="292B2B"/>
          </a:solidFill>
          <a:ln>
            <a:noFill/>
          </a:ln>
        </p:spPr>
        <p:txBody>
          <a:bodyPr/>
          <a:lstStyle/>
          <a:p>
            <a:endParaRPr/>
          </a:p>
        </p:txBody>
      </p:sp>
      <p:sp>
        <p:nvSpPr>
          <p:cNvPr id="713" name="tb713"/>
          <p:cNvSpPr txBox="1"/>
          <p:nvPr/>
        </p:nvSpPr>
        <p:spPr>
          <a:xfrm>
            <a:off x="6604000" y="3251200"/>
            <a:ext cx="5080000" cy="355600"/>
          </a:xfrm>
          <a:prstGeom prst="rect">
            <a:avLst/>
          </a:prstGeom>
          <a:noFill/>
        </p:spPr>
        <p:txBody>
          <a:bodyPr wrap="square" lIns="0" rIns="0" rtlCol="0" anchor="ctr">
            <a:normAutofit fontScale="47500" lnSpcReduction="20000"/>
          </a:bodyPr>
          <a:lstStyle/>
          <a:p>
            <a:pPr algn="ctr">
              <a:lnSpc>
                <a:spcPts val="2404"/>
              </a:lnSpc>
            </a:pPr>
            <a:r>
              <a:rPr lang="ja-JP" altLang="en-US" sz="2016" b="1" dirty="0">
                <a:solidFill>
                  <a:srgbClr val="64A4A3"/>
                </a:solidFill>
                <a:latin typeface="Source Han Sans JP Bold"/>
                <a:ea typeface="Source Han Sans JP Bold"/>
              </a:rPr>
              <a:t>ONBしきい値  q_ONB ± 10%</a:t>
            </a:r>
          </a:p>
        </p:txBody>
      </p:sp>
      <p:sp>
        <p:nvSpPr>
          <p:cNvPr id="714" name="tb714"/>
          <p:cNvSpPr txBox="1"/>
          <p:nvPr/>
        </p:nvSpPr>
        <p:spPr>
          <a:xfrm>
            <a:off x="2133600" y="4445000"/>
            <a:ext cx="2794000" cy="381000"/>
          </a:xfrm>
          <a:prstGeom prst="rect">
            <a:avLst/>
          </a:prstGeom>
          <a:noFill/>
        </p:spPr>
        <p:txBody>
          <a:bodyPr wrap="square" lIns="0" rIns="0" rtlCol="0" anchor="t">
            <a:normAutofit fontScale="70000" lnSpcReduction="20000"/>
          </a:bodyPr>
          <a:lstStyle/>
          <a:p>
            <a:pPr algn="l">
              <a:lnSpc>
                <a:spcPts val="2538"/>
              </a:lnSpc>
            </a:pPr>
            <a:r>
              <a:rPr lang="ja-JP" altLang="en-US" sz="2128" b="1" dirty="0">
                <a:solidFill>
                  <a:srgbClr val="292B2B"/>
                </a:solidFill>
                <a:latin typeface="Source Han Sans JP Bold"/>
                <a:ea typeface="Source Han Sans JP Bold"/>
              </a:rPr>
              <a:t>低熱流束</a:t>
            </a:r>
          </a:p>
        </p:txBody>
      </p:sp>
      <p:sp>
        <p:nvSpPr>
          <p:cNvPr id="715" name="tb715"/>
          <p:cNvSpPr txBox="1"/>
          <p:nvPr/>
        </p:nvSpPr>
        <p:spPr>
          <a:xfrm>
            <a:off x="7950200" y="3886200"/>
            <a:ext cx="2387600" cy="355600"/>
          </a:xfrm>
          <a:prstGeom prst="rect">
            <a:avLst/>
          </a:prstGeom>
          <a:noFill/>
        </p:spPr>
        <p:txBody>
          <a:bodyPr wrap="square" lIns="0" rIns="0" rtlCol="0" anchor="t">
            <a:normAutofit fontScale="92500"/>
          </a:bodyPr>
          <a:lstStyle/>
          <a:p>
            <a:pPr algn="ctr">
              <a:lnSpc>
                <a:spcPts val="2137"/>
              </a:lnSpc>
            </a:pPr>
            <a:r>
              <a:rPr lang="ja-JP" altLang="en-US" sz="1792" b="1" dirty="0">
                <a:solidFill>
                  <a:srgbClr val="FFFFFF"/>
                </a:solidFill>
                <a:latin typeface="Source Han Sans JP Bold"/>
                <a:ea typeface="Source Han Sans JP Bold"/>
              </a:rPr>
              <a:t>ONB近傍</a:t>
            </a:r>
          </a:p>
        </p:txBody>
      </p:sp>
      <p:sp>
        <p:nvSpPr>
          <p:cNvPr id="716" name="tb716"/>
          <p:cNvSpPr txBox="1"/>
          <p:nvPr/>
        </p:nvSpPr>
        <p:spPr>
          <a:xfrm>
            <a:off x="13462000" y="4445000"/>
            <a:ext cx="2794000" cy="381000"/>
          </a:xfrm>
          <a:prstGeom prst="rect">
            <a:avLst/>
          </a:prstGeom>
          <a:noFill/>
        </p:spPr>
        <p:txBody>
          <a:bodyPr wrap="square" lIns="0" rIns="0" rtlCol="0" anchor="t">
            <a:normAutofit fontScale="70000" lnSpcReduction="20000"/>
          </a:bodyPr>
          <a:lstStyle/>
          <a:p>
            <a:pPr algn="r">
              <a:lnSpc>
                <a:spcPts val="2538"/>
              </a:lnSpc>
            </a:pPr>
            <a:r>
              <a:rPr lang="ja-JP" altLang="en-US" sz="2128" b="1" dirty="0">
                <a:solidFill>
                  <a:srgbClr val="292B2B"/>
                </a:solidFill>
                <a:latin typeface="Source Han Sans JP Bold"/>
                <a:ea typeface="Source Han Sans JP Bold"/>
              </a:rPr>
              <a:t>高熱流束</a:t>
            </a:r>
          </a:p>
        </p:txBody>
      </p:sp>
      <p:sp>
        <p:nvSpPr>
          <p:cNvPr id="720" name="tb720"/>
          <p:cNvSpPr txBox="1"/>
          <p:nvPr/>
        </p:nvSpPr>
        <p:spPr>
          <a:xfrm>
            <a:off x="1524000" y="5207000"/>
            <a:ext cx="8382000" cy="533400"/>
          </a:xfrm>
          <a:prstGeom prst="rect">
            <a:avLst/>
          </a:prstGeom>
          <a:noFill/>
        </p:spPr>
        <p:txBody>
          <a:bodyPr wrap="square" lIns="0" rIns="0" rtlCol="0" anchor="t">
            <a:normAutofit/>
          </a:bodyPr>
          <a:lstStyle/>
          <a:p>
            <a:pPr marL="0" indent="0" algn="l">
              <a:lnSpc>
                <a:spcPts val="3392"/>
              </a:lnSpc>
              <a:buNone/>
            </a:pPr>
            <a:r>
              <a:rPr lang="ja-JP" altLang="en-US" sz="2912" b="1" dirty="0">
                <a:solidFill>
                  <a:srgbClr val="64A4A3"/>
                </a:solidFill>
                <a:latin typeface="Source Han Sans JP Bold"/>
                <a:ea typeface="Source Han Sans JP Bold"/>
              </a:rPr>
              <a:t>現行の主な指標</a:t>
            </a:r>
          </a:p>
        </p:txBody>
      </p:sp>
      <p:sp>
        <p:nvSpPr>
          <p:cNvPr id="721" name="tb721"/>
          <p:cNvSpPr txBox="1"/>
          <p:nvPr/>
        </p:nvSpPr>
        <p:spPr>
          <a:xfrm>
            <a:off x="1524000" y="5892800"/>
            <a:ext cx="8445500" cy="4064000"/>
          </a:xfrm>
          <a:prstGeom prst="rect">
            <a:avLst/>
          </a:prstGeom>
          <a:noFill/>
        </p:spPr>
        <p:txBody>
          <a:bodyPr wrap="square" lIns="0" rIns="0" rtlCol="0" anchor="t">
            <a:normAutofit/>
          </a:bodyPr>
          <a:lstStyle/>
          <a:p>
            <a:pPr marL="381000" indent="-381000" algn="l">
              <a:lnSpc>
                <a:spcPts val="3498"/>
              </a:lnSpc>
              <a:spcBef>
                <a:spcPts val="530"/>
              </a:spcBef>
              <a:buClr>
                <a:srgbClr val="64A4A3"/>
              </a:buClr>
              <a:buFont typeface="Wingdings" pitchFamily="2" charset="2"/>
              <a:buChar char="l"/>
            </a:pPr>
            <a:r>
              <a:rPr lang="ja-JP" altLang="en-US" sz="2464" b="1" dirty="0">
                <a:solidFill>
                  <a:srgbClr val="292B2B"/>
                </a:solidFill>
                <a:latin typeface="Source Han Sans JP Bold"/>
                <a:ea typeface="Source Han Sans JP Bold"/>
              </a:rPr>
              <a:t>ONB近傍 RMSE / MAE</a:t>
            </a:r>
            <a:r>
              <a:rPr lang="ja-JP" altLang="en-US" sz="2464" dirty="0">
                <a:solidFill>
                  <a:srgbClr val="47514F"/>
                </a:solidFill>
                <a:latin typeface="Source Han Sans JP"/>
                <a:ea typeface="Source Han Sans JP"/>
              </a:rPr>
              <a:t>　真値が±10%に入る標本の予測誤差</a:t>
            </a:r>
          </a:p>
          <a:p>
            <a:pPr marL="381000" indent="-381000" algn="l">
              <a:lnSpc>
                <a:spcPts val="3498"/>
              </a:lnSpc>
              <a:spcBef>
                <a:spcPts val="530"/>
              </a:spcBef>
              <a:buClr>
                <a:srgbClr val="64A4A3"/>
              </a:buClr>
              <a:buFont typeface="Wingdings" pitchFamily="2" charset="2"/>
              <a:buChar char="l"/>
            </a:pPr>
            <a:r>
              <a:rPr lang="ja-JP" altLang="en-US" sz="2464" b="1" dirty="0">
                <a:solidFill>
                  <a:srgbClr val="292B2B"/>
                </a:solidFill>
                <a:latin typeface="Source Han Sans JP Bold"/>
                <a:ea typeface="Source Han Sans JP Bold"/>
              </a:rPr>
              <a:t>Recall / False Negative</a:t>
            </a:r>
            <a:r>
              <a:rPr lang="ja-JP" altLang="en-US" sz="2464" dirty="0">
                <a:solidFill>
                  <a:srgbClr val="47514F"/>
                </a:solidFill>
                <a:latin typeface="Source Han Sans JP"/>
                <a:ea typeface="Source Han Sans JP"/>
              </a:rPr>
              <a:t>　ONB以上の標本の見逃し</a:t>
            </a:r>
          </a:p>
          <a:p>
            <a:pPr marL="381000" indent="-381000" algn="l">
              <a:lnSpc>
                <a:spcPts val="3498"/>
              </a:lnSpc>
              <a:spcBef>
                <a:spcPts val="530"/>
              </a:spcBef>
              <a:buClr>
                <a:srgbClr val="64A4A3"/>
              </a:buClr>
              <a:buFont typeface="Wingdings" pitchFamily="2" charset="2"/>
              <a:buChar char="l"/>
            </a:pPr>
            <a:r>
              <a:rPr lang="ja-JP" altLang="en-US" sz="2464" b="1" dirty="0">
                <a:solidFill>
                  <a:srgbClr val="292B2B"/>
                </a:solidFill>
                <a:latin typeface="Source Han Sans JP Bold"/>
                <a:ea typeface="Source Han Sans JP Bold"/>
              </a:rPr>
              <a:t>F1</a:t>
            </a:r>
            <a:r>
              <a:rPr lang="ja-JP" altLang="en-US" sz="2464" dirty="0">
                <a:solidFill>
                  <a:srgbClr val="47514F"/>
                </a:solidFill>
                <a:latin typeface="Source Han Sans JP"/>
                <a:ea typeface="Source Han Sans JP"/>
              </a:rPr>
              <a:t>　見逃しと誤検知のバランス</a:t>
            </a:r>
          </a:p>
          <a:p>
            <a:pPr marL="381000" indent="-381000" algn="l">
              <a:lnSpc>
                <a:spcPts val="3498"/>
              </a:lnSpc>
              <a:spcBef>
                <a:spcPts val="530"/>
              </a:spcBef>
              <a:buClr>
                <a:srgbClr val="64A4A3"/>
              </a:buClr>
              <a:buFont typeface="Wingdings" pitchFamily="2" charset="2"/>
              <a:buChar char="l"/>
            </a:pPr>
            <a:r>
              <a:rPr lang="ja-JP" altLang="en-US" sz="2464" b="1" dirty="0">
                <a:solidFill>
                  <a:srgbClr val="292B2B"/>
                </a:solidFill>
                <a:latin typeface="Source Han Sans JP Bold"/>
                <a:ea typeface="Source Han Sans JP Bold"/>
              </a:rPr>
              <a:t>マスク後の指標変化</a:t>
            </a:r>
            <a:r>
              <a:rPr lang="ja-JP" altLang="en-US" sz="2464" dirty="0">
                <a:solidFill>
                  <a:srgbClr val="47514F"/>
                </a:solidFill>
                <a:latin typeface="Source Han Sans JP"/>
                <a:ea typeface="Source Han Sans JP"/>
              </a:rPr>
              <a:t>　時間・周波数領域とONB性能の関係</a:t>
            </a:r>
          </a:p>
        </p:txBody>
      </p:sp>
      <p:sp>
        <p:nvSpPr>
          <p:cNvPr id="730" name="tb730"/>
          <p:cNvSpPr txBox="1"/>
          <p:nvPr/>
        </p:nvSpPr>
        <p:spPr>
          <a:xfrm>
            <a:off x="10350500" y="5207000"/>
            <a:ext cx="6731000" cy="533400"/>
          </a:xfrm>
          <a:prstGeom prst="rect">
            <a:avLst/>
          </a:prstGeom>
          <a:noFill/>
        </p:spPr>
        <p:txBody>
          <a:bodyPr wrap="square" lIns="0" rIns="0" rtlCol="0" anchor="t">
            <a:normAutofit/>
          </a:bodyPr>
          <a:lstStyle/>
          <a:p>
            <a:pPr marL="0" indent="0" algn="l">
              <a:lnSpc>
                <a:spcPts val="3392"/>
              </a:lnSpc>
              <a:buNone/>
            </a:pPr>
            <a:r>
              <a:rPr lang="ja-JP" altLang="en-US" sz="2912" b="1" dirty="0">
                <a:solidFill>
                  <a:srgbClr val="64A4A3"/>
                </a:solidFill>
                <a:latin typeface="Source Han Sans JP Bold"/>
                <a:ea typeface="Source Han Sans JP Bold"/>
              </a:rPr>
              <a:t>今後必要なこと</a:t>
            </a:r>
          </a:p>
        </p:txBody>
      </p:sp>
      <p:sp>
        <p:nvSpPr>
          <p:cNvPr id="731" name="tb731"/>
          <p:cNvSpPr txBox="1"/>
          <p:nvPr/>
        </p:nvSpPr>
        <p:spPr>
          <a:xfrm>
            <a:off x="10350500" y="5892800"/>
            <a:ext cx="6731000" cy="4064000"/>
          </a:xfrm>
          <a:prstGeom prst="rect">
            <a:avLst/>
          </a:prstGeom>
          <a:noFill/>
        </p:spPr>
        <p:txBody>
          <a:bodyPr wrap="square" lIns="0" rIns="0" rtlCol="0" anchor="t">
            <a:normAutofit/>
          </a:bodyPr>
          <a:lstStyle/>
          <a:p>
            <a:pPr marL="381000" indent="-381000" algn="l">
              <a:lnSpc>
                <a:spcPts val="3710"/>
              </a:lnSpc>
              <a:spcBef>
                <a:spcPts val="530"/>
              </a:spcBef>
              <a:buClr>
                <a:srgbClr val="64A4A3"/>
              </a:buClr>
              <a:buFont typeface="Wingdings" pitchFamily="2" charset="2"/>
              <a:buChar char="l"/>
            </a:pPr>
            <a:r>
              <a:rPr lang="ja-JP" altLang="en-US" sz="2464" dirty="0">
                <a:solidFill>
                  <a:srgbClr val="292B2B"/>
                </a:solidFill>
                <a:latin typeface="Source Han Sans JP"/>
                <a:ea typeface="Source Han Sans JP"/>
              </a:rPr>
              <a:t>±10%という近傍幅の妥当性確認</a:t>
            </a:r>
          </a:p>
          <a:p>
            <a:pPr marL="381000" indent="-381000" algn="l">
              <a:lnSpc>
                <a:spcPts val="3710"/>
              </a:lnSpc>
              <a:spcBef>
                <a:spcPts val="530"/>
              </a:spcBef>
              <a:buClr>
                <a:srgbClr val="64A4A3"/>
              </a:buClr>
              <a:buFont typeface="Wingdings" pitchFamily="2" charset="2"/>
              <a:buChar char="l"/>
            </a:pPr>
            <a:r>
              <a:rPr lang="ja-JP" altLang="en-US" sz="2464" dirty="0">
                <a:solidFill>
                  <a:srgbClr val="292B2B"/>
                </a:solidFill>
                <a:latin typeface="Source Han Sans JP"/>
                <a:ea typeface="Source Han Sans JP"/>
              </a:rPr>
              <a:t>検知遅れ・リードタイムの定義</a:t>
            </a:r>
          </a:p>
          <a:p>
            <a:pPr marL="381000" indent="-381000" algn="l">
              <a:lnSpc>
                <a:spcPts val="3710"/>
              </a:lnSpc>
              <a:spcBef>
                <a:spcPts val="530"/>
              </a:spcBef>
              <a:buClr>
                <a:srgbClr val="64A4A3"/>
              </a:buClr>
              <a:buFont typeface="Wingdings" pitchFamily="2" charset="2"/>
              <a:buChar char="l"/>
            </a:pPr>
            <a:r>
              <a:rPr lang="ja-JP" altLang="en-US" sz="2464" dirty="0">
                <a:solidFill>
                  <a:srgbClr val="292B2B"/>
                </a:solidFill>
                <a:latin typeface="Source Han Sans JP"/>
                <a:ea typeface="Source Han Sans JP"/>
              </a:rPr>
              <a:t>ONB前後を細かく測るデータ設計</a:t>
            </a:r>
          </a:p>
          <a:p>
            <a:pPr marL="381000" indent="-381000" algn="l">
              <a:lnSpc>
                <a:spcPts val="3710"/>
              </a:lnSpc>
              <a:spcBef>
                <a:spcPts val="530"/>
              </a:spcBef>
              <a:buClr>
                <a:srgbClr val="64A4A3"/>
              </a:buClr>
              <a:buFont typeface="Wingdings" pitchFamily="2" charset="2"/>
              <a:buChar char="l"/>
            </a:pPr>
            <a:r>
              <a:rPr lang="ja-JP" altLang="en-US" sz="2464" dirty="0">
                <a:solidFill>
                  <a:srgbClr val="292B2B"/>
                </a:solidFill>
                <a:latin typeface="Source Han Sans JP"/>
                <a:ea typeface="Source Han Sans JP"/>
              </a:rPr>
              <a:t>元WAV・実験日単位の一般化評価</a:t>
            </a:r>
          </a:p>
        </p:txBody>
      </p:sp>
    </p:spTree>
    <p:extLst>
      <p:ext uri="{BB962C8B-B14F-4D97-AF65-F5344CB8AC3E}">
        <p14:creationId xmlns:p14="http://schemas.microsoft.com/office/powerpoint/2010/main" val="1016781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11</a:t>
            </a:fld>
            <a:endParaRPr lang="en-US" sz="4800" dirty="0"/>
          </a:p>
        </p:txBody>
      </p:sp>
      <p:grpSp>
        <p:nvGrpSpPr>
          <p:cNvPr id="27" name="グループ化 26">
            <a:extLst>
              <a:ext uri="{FF2B5EF4-FFF2-40B4-BE49-F238E27FC236}">
                <a16:creationId xmlns:a16="http://schemas.microsoft.com/office/drawing/2014/main" id="{43AE7C6B-7351-5825-E0E1-3777BB8F152C}"/>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29CF0DB2-C51E-08ED-FEB3-D6567673BB1F}"/>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D3CFCC76-1AE5-A05F-2873-E25C6D79E39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EB4B6EEE-4EAA-E0E7-CAA1-E9DFB1A6B9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76C22DF7-203B-60AF-6317-7E96F3FA660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5DF53C7B-1F38-147D-28ED-EADF164DCBED}"/>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9F7BB424-5D5B-559C-D094-327D1427FAC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3738E4EE-6CB8-C75A-EEA6-6682037FC9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74E6FBE-A7B7-773F-4FED-7C1939775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F9BC06B8-13DC-11CF-3C00-4CEAE0D8307C}"/>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F95155B5-987B-CFDC-AC53-052DFB8B96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DADC0933-F8DA-E030-073B-DCE0A8A1760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8FC66875-01D3-021C-13B3-0CA23E986AF2}"/>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C64C948-81F2-06EA-57BF-D2B0E8375E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A0D26BA9-C298-92EA-2113-1B64EA0C837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29F16302-7E62-85B7-3C03-875C434D5C5B}"/>
              </a:ext>
            </a:extLst>
          </p:cNvPr>
          <p:cNvSpPr txBox="1"/>
          <p:nvPr/>
        </p:nvSpPr>
        <p:spPr>
          <a:xfrm>
            <a:off x="1806795" y="305043"/>
            <a:ext cx="1538883"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rPr>
              <a:t>まとめ</a:t>
            </a:r>
          </a:p>
        </p:txBody>
      </p:sp>
      <p:sp>
        <p:nvSpPr>
          <p:cNvPr id="710" name="tb710"/>
          <p:cNvSpPr txBox="1"/>
          <p:nvPr/>
        </p:nvSpPr>
        <p:spPr>
          <a:xfrm>
            <a:off x="1524000" y="2286000"/>
            <a:ext cx="8382000" cy="5969000"/>
          </a:xfrm>
          <a:prstGeom prst="rect">
            <a:avLst/>
          </a:prstGeom>
          <a:noFill/>
        </p:spPr>
        <p:txBody>
          <a:bodyPr wrap="square" lIns="0" rIns="0" rtlCol="0" anchor="t">
            <a:normAutofit/>
          </a:bodyPr>
          <a:lstStyle/>
          <a:p>
            <a:pPr marL="0" indent="0" algn="l">
              <a:lnSpc>
                <a:spcPts val="3888"/>
              </a:lnSpc>
              <a:buNone/>
            </a:pPr>
            <a:r>
              <a:rPr lang="ja-JP" altLang="en-US" sz="2990" b="1" dirty="0">
                <a:solidFill>
                  <a:srgbClr val="64A4A3"/>
                </a:solidFill>
                <a:latin typeface="Source Han Sans JP Bold"/>
                <a:ea typeface="Source Han Sans JP Bold"/>
              </a:rPr>
              <a:t>年間計画に対する現在地</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①  </a:t>
            </a:r>
            <a:r>
              <a:rPr lang="ja-JP" altLang="en-US" sz="2760" dirty="0">
                <a:solidFill>
                  <a:srgbClr val="292B2B"/>
                </a:solidFill>
                <a:latin typeface="Source Han Sans JP"/>
                <a:ea typeface="Source Han Sans JP"/>
              </a:rPr>
              <a:t>RF単体の回帰からONB評価までの基盤は確立</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②  </a:t>
            </a:r>
            <a:r>
              <a:rPr lang="ja-JP" altLang="en-US" sz="2760" dirty="0">
                <a:solidFill>
                  <a:srgbClr val="292B2B"/>
                </a:solidFill>
                <a:latin typeface="Source Han Sans JP"/>
                <a:ea typeface="Source Han Sans JP"/>
              </a:rPr>
              <a:t>3モデルの安定化と統合評価の実装は完了</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③  </a:t>
            </a:r>
            <a:r>
              <a:rPr lang="ja-JP" altLang="en-US" sz="2760" dirty="0">
                <a:solidFill>
                  <a:srgbClr val="292B2B"/>
                </a:solidFill>
                <a:latin typeface="Source Han Sans JP"/>
                <a:ea typeface="Source Han Sans JP"/>
              </a:rPr>
              <a:t>説明手法は選定・実装済み、結果解釈は進行中</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④  </a:t>
            </a:r>
            <a:r>
              <a:rPr lang="ja-JP" altLang="en-US" sz="2760" dirty="0">
                <a:solidFill>
                  <a:srgbClr val="292B2B"/>
                </a:solidFill>
                <a:latin typeface="Source Han Sans JP"/>
                <a:ea typeface="Source Han Sans JP"/>
              </a:rPr>
              <a:t>ONB近傍指標には着手、データ設計と早期検知定義は未完了</a:t>
            </a:r>
          </a:p>
        </p:txBody>
      </p:sp>
      <p:sp>
        <p:nvSpPr>
          <p:cNvPr id="720" name="tb720"/>
          <p:cNvSpPr txBox="1"/>
          <p:nvPr/>
        </p:nvSpPr>
        <p:spPr>
          <a:xfrm>
            <a:off x="10287000" y="2286000"/>
            <a:ext cx="6794500" cy="5969000"/>
          </a:xfrm>
          <a:prstGeom prst="rect">
            <a:avLst/>
          </a:prstGeom>
          <a:noFill/>
        </p:spPr>
        <p:txBody>
          <a:bodyPr wrap="square" lIns="0" rIns="0" rtlCol="0" anchor="t">
            <a:normAutofit/>
          </a:bodyPr>
          <a:lstStyle/>
          <a:p>
            <a:pPr marL="0" indent="0" algn="l">
              <a:lnSpc>
                <a:spcPts val="3888"/>
              </a:lnSpc>
              <a:buNone/>
            </a:pPr>
            <a:r>
              <a:rPr lang="ja-JP" altLang="en-US" sz="2990" b="1" dirty="0">
                <a:solidFill>
                  <a:srgbClr val="64A4A3"/>
                </a:solidFill>
                <a:latin typeface="Source Han Sans JP Bold"/>
                <a:ea typeface="Source Han Sans JP Bold"/>
              </a:rPr>
              <a:t>次に行うこと</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1  </a:t>
            </a:r>
            <a:r>
              <a:rPr lang="ja-JP" altLang="en-US" sz="2760" dirty="0">
                <a:solidFill>
                  <a:srgbClr val="292B2B"/>
                </a:solidFill>
                <a:latin typeface="Source Han Sans JP"/>
                <a:ea typeface="Source Han Sans JP"/>
              </a:rPr>
              <a:t>説明性出力の目視・信頼性・物理妥当性確認</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2  </a:t>
            </a:r>
            <a:r>
              <a:rPr lang="ja-JP" altLang="en-US" sz="2760" dirty="0">
                <a:solidFill>
                  <a:srgbClr val="292B2B"/>
                </a:solidFill>
                <a:latin typeface="Source Han Sans JP"/>
                <a:ea typeface="Source Han Sans JP"/>
              </a:rPr>
              <a:t>ONB近傍と検知遅れの正式な定義</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3  </a:t>
            </a:r>
            <a:r>
              <a:rPr lang="ja-JP" altLang="en-US" sz="2760" dirty="0">
                <a:solidFill>
                  <a:srgbClr val="292B2B"/>
                </a:solidFill>
                <a:latin typeface="Source Han Sans JP"/>
                <a:ea typeface="Source Han Sans JP"/>
              </a:rPr>
              <a:t>データ設計・評価分割の見直し</a:t>
            </a:r>
          </a:p>
          <a:p>
            <a:pPr marL="558800" indent="-558800" algn="l">
              <a:lnSpc>
                <a:spcPts val="4320"/>
              </a:lnSpc>
              <a:spcBef>
                <a:spcPts val="540"/>
              </a:spcBef>
              <a:buNone/>
            </a:pPr>
            <a:r>
              <a:rPr lang="en-US" altLang="ja-JP" sz="2760" b="1" dirty="0">
                <a:solidFill>
                  <a:srgbClr val="64A4A3"/>
                </a:solidFill>
                <a:latin typeface="Source Han Sans JP Bold"/>
                <a:ea typeface="Source Han Sans JP Bold"/>
              </a:rPr>
              <a:t>4  </a:t>
            </a:r>
            <a:r>
              <a:rPr lang="ja-JP" altLang="en-US" sz="2760" dirty="0">
                <a:solidFill>
                  <a:srgbClr val="292B2B"/>
                </a:solidFill>
                <a:latin typeface="Source Han Sans JP"/>
                <a:ea typeface="Source Han Sans JP"/>
              </a:rPr>
              <a:t>同一条件での最終比較と一般化検証</a:t>
            </a:r>
          </a:p>
        </p:txBody>
      </p:sp>
      <p:sp>
        <p:nvSpPr>
          <p:cNvPr id="700" name="bar700"/>
          <p:cNvSpPr/>
          <p:nvPr/>
        </p:nvSpPr>
        <p:spPr>
          <a:xfrm>
            <a:off x="1536700" y="8585200"/>
            <a:ext cx="165100" cy="1066800"/>
          </a:xfrm>
          <a:prstGeom prst="rect">
            <a:avLst/>
          </a:prstGeom>
          <a:solidFill>
            <a:srgbClr val="64A4A3"/>
          </a:solidFill>
          <a:ln>
            <a:noFill/>
          </a:ln>
        </p:spPr>
        <p:txBody>
          <a:bodyPr/>
          <a:lstStyle/>
          <a:p>
            <a:endParaRPr/>
          </a:p>
        </p:txBody>
      </p:sp>
      <p:sp>
        <p:nvSpPr>
          <p:cNvPr id="701" name="tb701"/>
          <p:cNvSpPr txBox="1"/>
          <p:nvPr/>
        </p:nvSpPr>
        <p:spPr>
          <a:xfrm>
            <a:off x="1905000" y="8585200"/>
            <a:ext cx="15748000" cy="1066800"/>
          </a:xfrm>
          <a:prstGeom prst="rect">
            <a:avLst/>
          </a:prstGeom>
          <a:noFill/>
        </p:spPr>
        <p:txBody>
          <a:bodyPr wrap="square" lIns="0" rIns="0" rtlCol="0" anchor="ctr">
            <a:normAutofit/>
          </a:bodyPr>
          <a:lstStyle/>
          <a:p>
            <a:pPr algn="l">
              <a:lnSpc>
                <a:spcPts val="3564"/>
              </a:lnSpc>
            </a:pPr>
            <a:r>
              <a:rPr lang="ja-JP" altLang="en-US" sz="2760" b="1" dirty="0">
                <a:solidFill>
                  <a:srgbClr val="292B2B"/>
                </a:solidFill>
                <a:latin typeface="Source Han Sans JP Bold"/>
                <a:ea typeface="Source Han Sans JP Bold"/>
              </a:rPr>
              <a:t>モデル実装は計画より前倒しで進んだ一方、</a:t>
            </a:r>
          </a:p>
          <a:p>
            <a:pPr algn="l">
              <a:lnSpc>
                <a:spcPts val="3564"/>
              </a:lnSpc>
            </a:pPr>
            <a:r>
              <a:rPr lang="ja-JP" altLang="en-US" sz="2760" b="1" dirty="0">
                <a:solidFill>
                  <a:srgbClr val="64A4A3"/>
                </a:solidFill>
                <a:latin typeface="Source Han Sans JP Bold"/>
                <a:ea typeface="Source Han Sans JP Bold"/>
              </a:rPr>
              <a:t>今後は説明結果の検証とONB専用の研究設計を優先する。</a:t>
            </a:r>
          </a:p>
        </p:txBody>
      </p:sp>
    </p:spTree>
    <p:extLst>
      <p:ext uri="{BB962C8B-B14F-4D97-AF65-F5344CB8AC3E}">
        <p14:creationId xmlns:p14="http://schemas.microsoft.com/office/powerpoint/2010/main" val="1416011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DDD9-AA3E-828B-458D-87E5CF8035D1}"/>
            </a:ext>
          </a:extLst>
        </p:cNvPr>
        <p:cNvGrpSpPr/>
        <p:nvPr/>
      </p:nvGrpSpPr>
      <p:grpSpPr>
        <a:xfrm>
          <a:off x="0" y="0"/>
          <a:ext cx="0" cy="0"/>
          <a:chOff x="0" y="0"/>
          <a:chExt cx="0" cy="0"/>
        </a:xfrm>
      </p:grpSpPr>
      <p:sp>
        <p:nvSpPr>
          <p:cNvPr id="29" name="スライド番号プレースホルダー 28">
            <a:extLst>
              <a:ext uri="{FF2B5EF4-FFF2-40B4-BE49-F238E27FC236}">
                <a16:creationId xmlns:a16="http://schemas.microsoft.com/office/drawing/2014/main" id="{E0C1D5F1-63B1-5ED2-3CC9-819CDE760F37}"/>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12</a:t>
            </a:fld>
            <a:endParaRPr lang="en-US" sz="4800" dirty="0"/>
          </a:p>
        </p:txBody>
      </p:sp>
      <p:grpSp>
        <p:nvGrpSpPr>
          <p:cNvPr id="27" name="グループ化 26">
            <a:extLst>
              <a:ext uri="{FF2B5EF4-FFF2-40B4-BE49-F238E27FC236}">
                <a16:creationId xmlns:a16="http://schemas.microsoft.com/office/drawing/2014/main" id="{BC3A1525-EC00-A7EC-AA1D-CED5141A295B}"/>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7D86D22B-B807-4099-53ED-CA836C3A5D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28C5E33-85A0-91AA-089E-FF10063543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A824666F-9F4C-B6BC-2E1A-923351D9DEC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58C53BF-6FD3-4D40-2A45-DD617BD77DA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FEE9F059-53E6-E92F-8173-7686E0DBE4D8}"/>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07F2B4C5-F944-FB04-5CC0-AE29EB90BB99}"/>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B1FA759F-0D11-328F-1A78-FA8A209A80D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82F702D4-351D-4F8E-A509-3529DC2409E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315BCBE5-CB15-4163-6415-F45975AC7CF7}"/>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9D371226-5FA0-200A-9C25-5FCCA49219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641BAAB4-D4A8-9C20-C334-920853397B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B5B9C4F5-359D-3287-655E-EE39E5CB0B8C}"/>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8A01A4D5-4135-B298-6367-D2C906A55B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2CF252EE-815A-3F9A-A885-5ABD52A500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C29A7678-49E5-0B46-8274-104C9CAAEEEE}"/>
              </a:ext>
            </a:extLst>
          </p:cNvPr>
          <p:cNvSpPr txBox="1"/>
          <p:nvPr/>
        </p:nvSpPr>
        <p:spPr>
          <a:xfrm>
            <a:off x="1806795" y="305043"/>
            <a:ext cx="5617435" cy="700576"/>
          </a:xfrm>
          <a:prstGeom prst="rect">
            <a:avLst/>
          </a:prstGeom>
        </p:spPr>
        <p:txBody>
          <a:bodyPr wrap="non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今回の進捗の位置づけ</a:t>
            </a:r>
          </a:p>
        </p:txBody>
      </p:sp>
      <p:sp>
        <p:nvSpPr>
          <p:cNvPr id="901" name="SubBar"/>
          <p:cNvSpPr/>
          <p:nvPr/>
        </p:nvSpPr>
        <p:spPr>
          <a:xfrm>
            <a:off x="1536700" y="1790700"/>
            <a:ext cx="139700" cy="482600"/>
          </a:xfrm>
          <a:prstGeom prst="rect">
            <a:avLst/>
          </a:prstGeom>
          <a:solidFill>
            <a:srgbClr val="64A4A3"/>
          </a:solidFill>
          <a:ln>
            <a:noFill/>
          </a:ln>
        </p:spPr>
        <p:txBody>
          <a:bodyPr/>
          <a:lstStyle/>
          <a:p>
            <a:endParaRPr lang="en-US"/>
          </a:p>
        </p:txBody>
      </p:sp>
      <p:sp>
        <p:nvSpPr>
          <p:cNvPr id="902" name="SubTitle"/>
          <p:cNvSpPr txBox="1"/>
          <p:nvPr/>
        </p:nvSpPr>
        <p:spPr>
          <a:xfrm>
            <a:off x="1828800" y="1759645"/>
            <a:ext cx="9669314" cy="519309"/>
          </a:xfrm>
          <a:prstGeom prst="rect">
            <a:avLst/>
          </a:prstGeom>
          <a:noFill/>
        </p:spPr>
        <p:txBody>
          <a:bodyPr wrap="none" lIns="0" tIns="0" rIns="0" bIns="0" anchor="ctr" anchorCtr="0">
            <a:spAutoFit/>
          </a:bodyPr>
          <a:lstStyle/>
          <a:p>
            <a:pPr algn="l">
              <a:lnSpc>
                <a:spcPts val="4480"/>
              </a:lnSpc>
            </a:pPr>
            <a:r>
              <a:rPr lang="ja-JP" altLang="en-US" sz="2600" dirty="0">
                <a:solidFill>
                  <a:srgbClr val="292B2B"/>
                </a:solidFill>
                <a:latin typeface="Source Han Sans JP Bold"/>
                <a:ea typeface="Source Han Sans JP Bold"/>
                <a:cs typeface="Source Han Sans JP Bold"/>
                <a:sym typeface="Source Han Sans JP Bold"/>
              </a:rPr>
              <a:t>ランダムフォレストを基準モデルとして回帰できる形で作成した</a:t>
            </a:r>
          </a:p>
        </p:txBody>
      </p:sp>
      <p:sp>
        <p:nvSpPr>
          <p:cNvPr id="903" name="Body"/>
          <p:cNvSpPr txBox="1"/>
          <p:nvPr/>
        </p:nvSpPr>
        <p:spPr>
          <a:xfrm>
            <a:off x="1905000" y="2667000"/>
            <a:ext cx="15748000" cy="7112000"/>
          </a:xfrm>
          <a:prstGeom prst="rect">
            <a:avLst/>
          </a:prstGeom>
          <a:noFill/>
        </p:spPr>
        <p:txBody>
          <a:bodyPr wrap="square" lIns="0" tIns="0" rIns="0" bIns="0">
            <a:normAutofit/>
          </a:bodyPr>
          <a:lstStyle/>
          <a:p>
            <a:pPr algn="l">
              <a:lnSpc>
                <a:spcPts val="4200"/>
              </a:lnSpc>
              <a:spcBef>
                <a:spcPts val="0"/>
              </a:spcBef>
              <a:buNone/>
            </a:pPr>
            <a:r>
              <a:rPr lang="ja-JP" altLang="en-US" sz="2600" b="1" dirty="0">
                <a:solidFill>
                  <a:srgbClr val="292B2B"/>
                </a:solidFill>
                <a:latin typeface="Source Han Sans JP Bold"/>
                <a:ea typeface="Source Han Sans JP Bold"/>
                <a:cs typeface="Source Han Sans JP Bold"/>
                <a:sym typeface="Source Han Sans JP Bold"/>
              </a:rPr>
              <a:t>今回できたこと</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ランダムフォレストを独立した回帰モデルとして作成し，実行できるようにした</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音響データを.npy形式にし，入力から熱流束予測までの流れを確認</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6周波数上限 × 7ノイズ条件 = 42条件で評価</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ランダムフォレストが現状の基準モデルとして比較的高い安定性を示すことを確認</a:t>
            </a:r>
          </a:p>
          <a:p>
            <a:pPr algn="l">
              <a:lnSpc>
                <a:spcPts val="4200"/>
              </a:lnSpc>
              <a:spcBef>
                <a:spcPts val="600"/>
              </a:spcBef>
              <a:buNone/>
            </a:pPr>
            <a:r>
              <a:rPr lang="ja-JP" altLang="en-US" sz="2600" b="1" dirty="0">
                <a:solidFill>
                  <a:srgbClr val="292B2B"/>
                </a:solidFill>
                <a:latin typeface="Source Han Sans JP Bold"/>
                <a:ea typeface="Source Han Sans JP Bold"/>
                <a:cs typeface="Source Han Sans JP Bold"/>
                <a:sym typeface="Source Han Sans JP Bold"/>
              </a:rPr>
              <a:t>現在確認中のこと</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アンサンブルの取り扱い（より良い統合の仕方がないか？）</a:t>
            </a:r>
            <a:endParaRPr lang="en-US" altLang="ja-JP" sz="2400" dirty="0">
              <a:solidFill>
                <a:srgbClr val="292B2B"/>
              </a:solidFill>
              <a:latin typeface="Source Han Sans JP"/>
              <a:ea typeface="Source Han Sans JP"/>
              <a:cs typeface="Source Han Sans JP"/>
              <a:sym typeface="Source Han Sans JP"/>
            </a:endParaRP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chunk単位KFoldの妥当性</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AUC指標の扱い</a:t>
            </a:r>
          </a:p>
          <a:p>
            <a:pPr marL="457200" indent="-457200" algn="l">
              <a:lnSpc>
                <a:spcPts val="4200"/>
              </a:lnSpc>
              <a:buClr>
                <a:srgbClr val="64A4A3"/>
              </a:buClr>
              <a:buFont typeface="Wingdings" panose="05000000000000000000" pitchFamily="2" charset="2"/>
              <a:buChar char="l"/>
            </a:pPr>
            <a:r>
              <a:rPr lang="ja-JP" altLang="en-US" sz="2400" dirty="0">
                <a:solidFill>
                  <a:srgbClr val="292B2B"/>
                </a:solidFill>
                <a:latin typeface="Source Han Sans JP"/>
                <a:ea typeface="Source Han Sans JP"/>
                <a:cs typeface="Source Han Sans JP"/>
                <a:sym typeface="Source Han Sans JP"/>
              </a:rPr>
              <a:t>説明性評価の方法</a:t>
            </a:r>
          </a:p>
        </p:txBody>
      </p:sp>
    </p:spTree>
    <p:extLst>
      <p:ext uri="{BB962C8B-B14F-4D97-AF65-F5344CB8AC3E}">
        <p14:creationId xmlns:p14="http://schemas.microsoft.com/office/powerpoint/2010/main" val="1463719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D7A1B7-69B7-4925-99B8-A306950AE00F}">
  <we:reference id="wa200010001" version="1.0.0.1" store="ja-JP" storeType="OMEX"/>
  <we:alternateReferences>
    <we:reference id="WA200010001" version="1.0.0.1" store="WA200010001" storeType="OMEX"/>
  </we:alternateReferences>
  <we:properties>
    <we:property name="claude.fileId" value="&quot;47c20542-9aa0-420f-8b84-a53bce3b6a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26417</TotalTime>
  <Words>1474</Words>
  <Application>Microsoft Office PowerPoint</Application>
  <PresentationFormat>ユーザー設定</PresentationFormat>
  <Paragraphs>227</Paragraphs>
  <Slides>12</Slides>
  <Notes>9</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12</vt:i4>
      </vt:variant>
    </vt:vector>
  </HeadingPairs>
  <TitlesOfParts>
    <vt:vector size="21" baseType="lpstr">
      <vt:lpstr>Century Gothic Paneuropean</vt:lpstr>
      <vt:lpstr>Source Han Sans JP</vt:lpstr>
      <vt:lpstr>游ゴシック</vt:lpstr>
      <vt:lpstr>Source Han Sans JP Bold</vt:lpstr>
      <vt:lpstr>Calibri</vt:lpstr>
      <vt:lpstr>Wingdings</vt:lpstr>
      <vt:lpstr>Source Han Sans JP Medium</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124</cp:revision>
  <dcterms:created xsi:type="dcterms:W3CDTF">2006-08-16T00:00:00Z</dcterms:created>
  <dcterms:modified xsi:type="dcterms:W3CDTF">2026-07-24T02:32:20Z</dcterms:modified>
  <dc:identifier>DAGKJCfN4aw</dc:identifier>
</cp:coreProperties>
</file>
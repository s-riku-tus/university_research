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4"/>
  </p:notesMasterIdLst>
  <p:sldIdLst>
    <p:sldId id="454" r:id="rId2"/>
    <p:sldId id="501" r:id="rId3"/>
    <p:sldId id="491" r:id="rId4"/>
    <p:sldId id="493" r:id="rId5"/>
    <p:sldId id="494" r:id="rId6"/>
    <p:sldId id="488" r:id="rId7"/>
    <p:sldId id="495" r:id="rId8"/>
    <p:sldId id="500" r:id="rId9"/>
    <p:sldId id="502" r:id="rId10"/>
    <p:sldId id="503" r:id="rId11"/>
    <p:sldId id="497" r:id="rId12"/>
    <p:sldId id="499" r:id="rId13"/>
  </p:sldIdLst>
  <p:sldSz cx="18288000" cy="10287000"/>
  <p:notesSz cx="6858000" cy="9144000"/>
  <p:embeddedFontLst>
    <p:embeddedFont>
      <p:font typeface="Source Han Sans JP" panose="020B0600070205080204" charset="-128"/>
      <p:regular r:id="rId15"/>
    </p:embeddedFont>
    <p:embeddedFont>
      <p:font typeface="Source Han Sans JP Bold" panose="020B0600070205080204" charset="-128"/>
      <p:regular r:id="rId16"/>
    </p:embeddedFont>
    <p:embeddedFont>
      <p:font typeface="Source Han Sans JP Medium" panose="020B0600070205080204" charset="-128"/>
      <p:regular r:id="rId17"/>
    </p:embeddedFont>
    <p:embeddedFont>
      <p:font typeface="Century Gothic Paneuropean" panose="020B0600070205080204" charset="0"/>
      <p:regular r:id="rId18"/>
    </p:embeddedFont>
    <p:embeddedFont>
      <p:font typeface="游ゴシック" panose="020B0400000000000000" pitchFamily="50" charset="-128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454"/>
            <p14:sldId id="501"/>
            <p14:sldId id="491"/>
            <p14:sldId id="493"/>
            <p14:sldId id="494"/>
            <p14:sldId id="488"/>
            <p14:sldId id="495"/>
            <p14:sldId id="500"/>
            <p14:sldId id="502"/>
            <p14:sldId id="503"/>
            <p14:sldId id="497"/>
            <p14:sldId id="4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陸 柴崎" userId="47b6e960b06a1f92" providerId="LiveId" clId="{DFDF2D9E-0FA2-4FD2-962D-E4713059FE82}"/>
    <pc:docChg chg="undo redo custSel addSld delSld modSld sldOrd addSection delSection modSection">
      <pc:chgData name="陸 柴崎" userId="47b6e960b06a1f92" providerId="LiveId" clId="{DFDF2D9E-0FA2-4FD2-962D-E4713059FE82}" dt="2026-05-22T04:22:46.778" v="14765" actId="20577"/>
      <pc:docMkLst>
        <pc:docMk/>
      </pc:docMkLst>
      <pc:sldChg chg="addSp modSp mod modNotesTx">
        <pc:chgData name="陸 柴崎" userId="47b6e960b06a1f92" providerId="LiveId" clId="{DFDF2D9E-0FA2-4FD2-962D-E4713059FE82}" dt="2026-05-22T04:22:46.778" v="14765" actId="20577"/>
        <pc:sldMkLst>
          <pc:docMk/>
          <pc:sldMk cId="0" sldId="256"/>
        </pc:sldMkLst>
        <pc:spChg chg="add mod">
          <ac:chgData name="陸 柴崎" userId="47b6e960b06a1f92" providerId="LiveId" clId="{DFDF2D9E-0FA2-4FD2-962D-E4713059FE82}" dt="2026-05-21T12:19:05.551" v="10644" actId="1076"/>
          <ac:spMkLst>
            <pc:docMk/>
            <pc:sldMk cId="0" sldId="256"/>
            <ac:spMk id="13" creationId="{B2D46370-B0AA-E6EF-7D69-27BC452AE345}"/>
          </ac:spMkLst>
        </pc:spChg>
        <pc:spChg chg="mod">
          <ac:chgData name="陸 柴崎" userId="47b6e960b06a1f92" providerId="LiveId" clId="{DFDF2D9E-0FA2-4FD2-962D-E4713059FE82}" dt="2026-05-21T12:18:59.251" v="10643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陸 柴崎" userId="47b6e960b06a1f92" providerId="LiveId" clId="{DFDF2D9E-0FA2-4FD2-962D-E4713059FE82}" dt="2026-05-21T12:19:13.918" v="10650" actId="20577"/>
          <ac:spMkLst>
            <pc:docMk/>
            <pc:sldMk cId="0" sldId="256"/>
            <ac:spMk id="20" creationId="{00000000-0000-0000-0000-000000000000}"/>
          </ac:spMkLst>
        </pc:spChg>
      </pc:sldChg>
      <pc:sldChg chg="addSp delSp modSp mod">
        <pc:chgData name="陸 柴崎" userId="47b6e960b06a1f92" providerId="LiveId" clId="{DFDF2D9E-0FA2-4FD2-962D-E4713059FE82}" dt="2026-05-21T13:47:46.888" v="13350" actId="478"/>
        <pc:sldMkLst>
          <pc:docMk/>
          <pc:sldMk cId="3350605095" sldId="313"/>
        </pc:sldMkLst>
        <pc:spChg chg="add mod">
          <ac:chgData name="陸 柴崎" userId="47b6e960b06a1f92" providerId="LiveId" clId="{DFDF2D9E-0FA2-4FD2-962D-E4713059FE82}" dt="2026-05-21T13:20:06.761" v="12599" actId="1076"/>
          <ac:spMkLst>
            <pc:docMk/>
            <pc:sldMk cId="3350605095" sldId="313"/>
            <ac:spMk id="2" creationId="{BB09F34A-7AF2-70ED-5253-A1C6878E39F2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3" creationId="{DF602F12-FE81-A4EB-431F-271A5241960F}"/>
          </ac:spMkLst>
        </pc:spChg>
        <pc:spChg chg="add mod">
          <ac:chgData name="陸 柴崎" userId="47b6e960b06a1f92" providerId="LiveId" clId="{DFDF2D9E-0FA2-4FD2-962D-E4713059FE82}" dt="2026-05-21T13:21:10.564" v="12793" actId="20577"/>
          <ac:spMkLst>
            <pc:docMk/>
            <pc:sldMk cId="3350605095" sldId="313"/>
            <ac:spMk id="4" creationId="{93CE4734-C21A-44D0-46B1-4613EEBEDF12}"/>
          </ac:spMkLst>
        </pc:spChg>
        <pc:spChg chg="add del mod">
          <ac:chgData name="陸 柴崎" userId="47b6e960b06a1f92" providerId="LiveId" clId="{DFDF2D9E-0FA2-4FD2-962D-E4713059FE82}" dt="2026-05-21T13:47:46.888" v="13350" actId="478"/>
          <ac:spMkLst>
            <pc:docMk/>
            <pc:sldMk cId="3350605095" sldId="313"/>
            <ac:spMk id="5" creationId="{82DF9C97-FB9B-7292-3184-B0665D66EE9B}"/>
          </ac:spMkLst>
        </pc:spChg>
        <pc:spChg chg="add del mod">
          <ac:chgData name="陸 柴崎" userId="47b6e960b06a1f92" providerId="LiveId" clId="{DFDF2D9E-0FA2-4FD2-962D-E4713059FE82}" dt="2026-05-21T13:47:46.319" v="13349" actId="478"/>
          <ac:spMkLst>
            <pc:docMk/>
            <pc:sldMk cId="3350605095" sldId="313"/>
            <ac:spMk id="6" creationId="{111F2E27-C396-9BCB-D985-381B3E1BF86C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0" creationId="{7957F1B0-4960-AC1C-C340-8C51E0F65E3A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2" creationId="{1F76A923-3A91-A446-04FC-E3CD3FE0BEEC}"/>
          </ac:spMkLst>
        </pc:spChg>
        <pc:spChg chg="del">
          <ac:chgData name="陸 柴崎" userId="47b6e960b06a1f92" providerId="LiveId" clId="{DFDF2D9E-0FA2-4FD2-962D-E4713059FE82}" dt="2026-05-21T13:18:05.189" v="12395" actId="478"/>
          <ac:spMkLst>
            <pc:docMk/>
            <pc:sldMk cId="3350605095" sldId="313"/>
            <ac:spMk id="43" creationId="{6DF013EC-B698-FA6B-19A0-0C2FE2F057BB}"/>
          </ac:spMkLst>
        </pc:spChg>
        <pc:spChg chg="mod">
          <ac:chgData name="陸 柴崎" userId="47b6e960b06a1f92" providerId="LiveId" clId="{DFDF2D9E-0FA2-4FD2-962D-E4713059FE82}" dt="2026-05-21T13:18:02.396" v="12393" actId="14100"/>
          <ac:spMkLst>
            <pc:docMk/>
            <pc:sldMk cId="3350605095" sldId="313"/>
            <ac:spMk id="73" creationId="{B4165350-5F3F-DCAE-3409-2B604BE8BC3A}"/>
          </ac:spMkLst>
        </pc:spChg>
        <pc:spChg chg="mod">
          <ac:chgData name="陸 柴崎" userId="47b6e960b06a1f92" providerId="LiveId" clId="{DFDF2D9E-0FA2-4FD2-962D-E4713059FE82}" dt="2026-05-21T13:19:07.604" v="12461" actId="20577"/>
          <ac:spMkLst>
            <pc:docMk/>
            <pc:sldMk cId="3350605095" sldId="313"/>
            <ac:spMk id="77" creationId="{CD594EE4-8A3E-E297-4213-136F9F34DD56}"/>
          </ac:spMkLst>
        </pc:spChg>
        <pc:spChg chg="mod">
          <ac:chgData name="陸 柴崎" userId="47b6e960b06a1f92" providerId="LiveId" clId="{DFDF2D9E-0FA2-4FD2-962D-E4713059FE82}" dt="2026-05-21T13:19:41.911" v="12595" actId="14100"/>
          <ac:spMkLst>
            <pc:docMk/>
            <pc:sldMk cId="3350605095" sldId="313"/>
            <ac:spMk id="79" creationId="{E2A766EC-1BAE-346A-7E7C-4E38CBD2BA86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82" creationId="{A9761B4B-B073-C132-48DE-C862F85810D2}"/>
          </ac:spMkLst>
        </pc:spChg>
        <pc:picChg chg="del">
          <ac:chgData name="陸 柴崎" userId="47b6e960b06a1f92" providerId="LiveId" clId="{DFDF2D9E-0FA2-4FD2-962D-E4713059FE82}" dt="2026-05-21T13:18:03.843" v="12394" actId="478"/>
          <ac:picMkLst>
            <pc:docMk/>
            <pc:sldMk cId="3350605095" sldId="313"/>
            <ac:picMk id="75" creationId="{82AF2989-EE28-BE69-25B2-B75DED7A62E1}"/>
          </ac:picMkLst>
        </pc:picChg>
      </pc:sldChg>
      <pc:sldChg chg="del">
        <pc:chgData name="陸 柴崎" userId="47b6e960b06a1f92" providerId="LiveId" clId="{DFDF2D9E-0FA2-4FD2-962D-E4713059FE82}" dt="2026-05-22T01:20:16.615" v="14672" actId="47"/>
        <pc:sldMkLst>
          <pc:docMk/>
          <pc:sldMk cId="953242606" sldId="362"/>
        </pc:sldMkLst>
      </pc:sldChg>
      <pc:sldChg chg="addSp delSp modSp mod">
        <pc:chgData name="陸 柴崎" userId="47b6e960b06a1f92" providerId="LiveId" clId="{DFDF2D9E-0FA2-4FD2-962D-E4713059FE82}" dt="2026-05-22T00:42:38.886" v="14073"/>
        <pc:sldMkLst>
          <pc:docMk/>
          <pc:sldMk cId="1569866030" sldId="369"/>
        </pc:sldMkLst>
        <pc:spChg chg="mod">
          <ac:chgData name="陸 柴崎" userId="47b6e960b06a1f92" providerId="LiveId" clId="{DFDF2D9E-0FA2-4FD2-962D-E4713059FE82}" dt="2026-05-21T12:41:00.964" v="11443" actId="20577"/>
          <ac:spMkLst>
            <pc:docMk/>
            <pc:sldMk cId="1569866030" sldId="369"/>
            <ac:spMk id="3" creationId="{4309D8E8-8051-D1AD-CF43-7973221BE1C1}"/>
          </ac:spMkLst>
        </pc:spChg>
        <pc:spChg chg="mod">
          <ac:chgData name="陸 柴崎" userId="47b6e960b06a1f92" providerId="LiveId" clId="{DFDF2D9E-0FA2-4FD2-962D-E4713059FE82}" dt="2026-05-21T12:39:07.020" v="11201"/>
          <ac:spMkLst>
            <pc:docMk/>
            <pc:sldMk cId="1569866030" sldId="369"/>
            <ac:spMk id="4" creationId="{0AA9759E-4AA8-2C29-97FC-323695049066}"/>
          </ac:spMkLst>
        </pc:spChg>
        <pc:spChg chg="add del mod">
          <ac:chgData name="陸 柴崎" userId="47b6e960b06a1f92" providerId="LiveId" clId="{DFDF2D9E-0FA2-4FD2-962D-E4713059FE82}" dt="2026-05-21T12:55:23.516" v="11982" actId="478"/>
          <ac:spMkLst>
            <pc:docMk/>
            <pc:sldMk cId="1569866030" sldId="369"/>
            <ac:spMk id="5" creationId="{739A5A95-9744-5CA5-25E5-A3FEB8482E5D}"/>
          </ac:spMkLst>
        </pc:spChg>
        <pc:spChg chg="add del mod">
          <ac:chgData name="陸 柴崎" userId="47b6e960b06a1f92" providerId="LiveId" clId="{DFDF2D9E-0FA2-4FD2-962D-E4713059FE82}" dt="2026-05-21T12:55:22.589" v="11981" actId="478"/>
          <ac:spMkLst>
            <pc:docMk/>
            <pc:sldMk cId="1569866030" sldId="369"/>
            <ac:spMk id="6" creationId="{B1D87530-0320-66BB-CC53-A960087F48A5}"/>
          </ac:spMkLst>
        </pc:spChg>
        <pc:spChg chg="del mod">
          <ac:chgData name="陸 柴崎" userId="47b6e960b06a1f92" providerId="LiveId" clId="{DFDF2D9E-0FA2-4FD2-962D-E4713059FE82}" dt="2026-05-21T12:55:24.549" v="11983" actId="478"/>
          <ac:spMkLst>
            <pc:docMk/>
            <pc:sldMk cId="1569866030" sldId="369"/>
            <ac:spMk id="22" creationId="{022DE87D-C8BD-1C1C-1665-66FF203AF948}"/>
          </ac:spMkLst>
        </pc:spChg>
        <pc:spChg chg="del">
          <ac:chgData name="陸 柴崎" userId="47b6e960b06a1f92" providerId="LiveId" clId="{DFDF2D9E-0FA2-4FD2-962D-E4713059FE82}" dt="2026-05-21T12:37:28.445" v="10955" actId="478"/>
          <ac:spMkLst>
            <pc:docMk/>
            <pc:sldMk cId="1569866030" sldId="369"/>
            <ac:spMk id="26" creationId="{60312724-A3F8-D877-C2B7-FA86BEF98AFC}"/>
          </ac:spMkLst>
        </pc:spChg>
        <pc:spChg chg="mod">
          <ac:chgData name="陸 柴崎" userId="47b6e960b06a1f92" providerId="LiveId" clId="{DFDF2D9E-0FA2-4FD2-962D-E4713059FE82}" dt="2026-05-21T12:28:19.133" v="10952" actId="20577"/>
          <ac:spMkLst>
            <pc:docMk/>
            <pc:sldMk cId="1569866030" sldId="369"/>
            <ac:spMk id="43" creationId="{29F16302-7E62-85B7-3C03-875C434D5C5B}"/>
          </ac:spMkLst>
        </pc:spChg>
        <pc:spChg chg="mod">
          <ac:chgData name="陸 柴崎" userId="47b6e960b06a1f92" providerId="LiveId" clId="{DFDF2D9E-0FA2-4FD2-962D-E4713059FE82}" dt="2026-05-22T00:33:24.819" v="14025" actId="20577"/>
          <ac:spMkLst>
            <pc:docMk/>
            <pc:sldMk cId="1569866030" sldId="369"/>
            <ac:spMk id="45" creationId="{64C37D32-7FF7-A3E9-2AB4-A18186A72682}"/>
          </ac:spMkLst>
        </pc:spChg>
        <pc:spChg chg="del mod">
          <ac:chgData name="陸 柴崎" userId="47b6e960b06a1f92" providerId="LiveId" clId="{DFDF2D9E-0FA2-4FD2-962D-E4713059FE82}" dt="2026-05-21T12:37:31.058" v="10958" actId="478"/>
          <ac:spMkLst>
            <pc:docMk/>
            <pc:sldMk cId="1569866030" sldId="369"/>
            <ac:spMk id="47" creationId="{6E7A7030-D93D-0703-963D-8485025CB6B4}"/>
          </ac:spMkLst>
        </pc:spChg>
        <pc:spChg chg="del">
          <ac:chgData name="陸 柴崎" userId="47b6e960b06a1f92" providerId="LiveId" clId="{DFDF2D9E-0FA2-4FD2-962D-E4713059FE82}" dt="2026-05-21T12:37:34.981" v="10961" actId="478"/>
          <ac:spMkLst>
            <pc:docMk/>
            <pc:sldMk cId="1569866030" sldId="369"/>
            <ac:spMk id="48" creationId="{41455BF1-AC8E-4116-6D15-75B465908946}"/>
          </ac:spMkLst>
        </pc:spChg>
        <pc:spChg chg="del">
          <ac:chgData name="陸 柴崎" userId="47b6e960b06a1f92" providerId="LiveId" clId="{DFDF2D9E-0FA2-4FD2-962D-E4713059FE82}" dt="2026-05-21T12:37:35.756" v="10962" actId="478"/>
          <ac:spMkLst>
            <pc:docMk/>
            <pc:sldMk cId="1569866030" sldId="369"/>
            <ac:spMk id="49" creationId="{CC2651DF-EE8A-8ABA-9793-F11924A2FADF}"/>
          </ac:spMkLst>
        </pc:spChg>
        <pc:spChg chg="del">
          <ac:chgData name="陸 柴崎" userId="47b6e960b06a1f92" providerId="LiveId" clId="{DFDF2D9E-0FA2-4FD2-962D-E4713059FE82}" dt="2026-05-21T12:37:27.019" v="10954" actId="478"/>
          <ac:spMkLst>
            <pc:docMk/>
            <pc:sldMk cId="1569866030" sldId="369"/>
            <ac:spMk id="51" creationId="{1DCE962B-2A8A-96F2-633F-6FCB049C9F83}"/>
          </ac:spMkLst>
        </pc:spChg>
        <pc:spChg chg="del">
          <ac:chgData name="陸 柴崎" userId="47b6e960b06a1f92" providerId="LiveId" clId="{DFDF2D9E-0FA2-4FD2-962D-E4713059FE82}" dt="2026-05-21T12:37:29.319" v="10956" actId="478"/>
          <ac:spMkLst>
            <pc:docMk/>
            <pc:sldMk cId="1569866030" sldId="369"/>
            <ac:spMk id="55" creationId="{BDC97152-C90E-C1F6-99C1-6D189D5FBC71}"/>
          </ac:spMkLst>
        </pc:spChg>
        <pc:spChg chg="del">
          <ac:chgData name="陸 柴崎" userId="47b6e960b06a1f92" providerId="LiveId" clId="{DFDF2D9E-0FA2-4FD2-962D-E4713059FE82}" dt="2026-05-21T12:37:32.060" v="10959" actId="478"/>
          <ac:spMkLst>
            <pc:docMk/>
            <pc:sldMk cId="1569866030" sldId="369"/>
            <ac:spMk id="56" creationId="{800B316A-5AE9-C01E-B9B4-38464A1ABBC9}"/>
          </ac:spMkLst>
        </pc:spChg>
        <pc:grpChg chg="add del mod">
          <ac:chgData name="陸 柴崎" userId="47b6e960b06a1f92" providerId="LiveId" clId="{DFDF2D9E-0FA2-4FD2-962D-E4713059FE82}" dt="2026-05-21T12:55:30.861" v="11985" actId="478"/>
          <ac:grpSpMkLst>
            <pc:docMk/>
            <pc:sldMk cId="1569866030" sldId="369"/>
            <ac:grpSpMk id="2" creationId="{0BC2CE5B-1B94-3DE9-13C9-A2B01C562B97}"/>
          </ac:grpSpMkLst>
        </pc:grpChg>
        <pc:grpChg chg="mod">
          <ac:chgData name="陸 柴崎" userId="47b6e960b06a1f92" providerId="LiveId" clId="{DFDF2D9E-0FA2-4FD2-962D-E4713059FE82}" dt="2026-05-21T12:37:47.443" v="10987" actId="1076"/>
          <ac:grpSpMkLst>
            <pc:docMk/>
            <pc:sldMk cId="1569866030" sldId="369"/>
            <ac:grpSpMk id="44" creationId="{84CFE8E6-CA31-68B8-E270-C24AD76686AA}"/>
          </ac:grpSpMkLst>
        </pc:grpChg>
        <pc:grpChg chg="del">
          <ac:chgData name="陸 柴崎" userId="47b6e960b06a1f92" providerId="LiveId" clId="{DFDF2D9E-0FA2-4FD2-962D-E4713059FE82}" dt="2026-05-21T12:37:34.072" v="10960" actId="478"/>
          <ac:grpSpMkLst>
            <pc:docMk/>
            <pc:sldMk cId="1569866030" sldId="369"/>
            <ac:grpSpMk id="52" creationId="{D4E7004D-9449-3DAB-7415-91222CC2A4B7}"/>
          </ac:grpSpMkLst>
        </pc:grpChg>
        <pc:graphicFrameChg chg="add mod modGraphic">
          <ac:chgData name="陸 柴崎" userId="47b6e960b06a1f92" providerId="LiveId" clId="{DFDF2D9E-0FA2-4FD2-962D-E4713059FE82}" dt="2026-05-22T00:42:38.886" v="14073"/>
          <ac:graphicFrameMkLst>
            <pc:docMk/>
            <pc:sldMk cId="1569866030" sldId="369"/>
            <ac:graphicFrameMk id="7" creationId="{E9DB68DD-C56E-51E0-574C-A706283BB492}"/>
          </ac:graphicFrameMkLst>
        </pc:graphicFrameChg>
        <pc:picChg chg="del">
          <ac:chgData name="陸 柴崎" userId="47b6e960b06a1f92" providerId="LiveId" clId="{DFDF2D9E-0FA2-4FD2-962D-E4713059FE82}" dt="2026-05-21T12:37:25.281" v="10953" actId="478"/>
          <ac:picMkLst>
            <pc:docMk/>
            <pc:sldMk cId="1569866030" sldId="369"/>
            <ac:picMk id="50" creationId="{C977F46C-CCD8-7616-487E-11187611C46C}"/>
          </ac:picMkLst>
        </pc:picChg>
      </pc:sldChg>
      <pc:sldChg chg="del">
        <pc:chgData name="陸 柴崎" userId="47b6e960b06a1f92" providerId="LiveId" clId="{DFDF2D9E-0FA2-4FD2-962D-E4713059FE82}" dt="2026-05-21T12:55:09.931" v="11977" actId="47"/>
        <pc:sldMkLst>
          <pc:docMk/>
          <pc:sldMk cId="3260072393" sldId="370"/>
        </pc:sldMkLst>
      </pc:sldChg>
      <pc:sldChg chg="del">
        <pc:chgData name="陸 柴崎" userId="47b6e960b06a1f92" providerId="LiveId" clId="{DFDF2D9E-0FA2-4FD2-962D-E4713059FE82}" dt="2026-05-21T13:18:11.498" v="12397" actId="47"/>
        <pc:sldMkLst>
          <pc:docMk/>
          <pc:sldMk cId="2502347136" sldId="371"/>
        </pc:sldMkLst>
      </pc:sldChg>
      <pc:sldChg chg="del">
        <pc:chgData name="陸 柴崎" userId="47b6e960b06a1f92" providerId="LiveId" clId="{DFDF2D9E-0FA2-4FD2-962D-E4713059FE82}" dt="2026-05-21T12:28:13.427" v="10942" actId="47"/>
        <pc:sldMkLst>
          <pc:docMk/>
          <pc:sldMk cId="3935920942" sldId="374"/>
        </pc:sldMkLst>
      </pc:sldChg>
      <pc:sldChg chg="del">
        <pc:chgData name="陸 柴崎" userId="47b6e960b06a1f92" providerId="LiveId" clId="{DFDF2D9E-0FA2-4FD2-962D-E4713059FE82}" dt="2026-05-21T13:18:19.956" v="12398" actId="47"/>
        <pc:sldMkLst>
          <pc:docMk/>
          <pc:sldMk cId="1553878061" sldId="385"/>
        </pc:sldMkLst>
      </pc:sldChg>
      <pc:sldChg chg="del">
        <pc:chgData name="陸 柴崎" userId="47b6e960b06a1f92" providerId="LiveId" clId="{DFDF2D9E-0FA2-4FD2-962D-E4713059FE82}" dt="2026-05-21T13:17:39.863" v="12381" actId="47"/>
        <pc:sldMkLst>
          <pc:docMk/>
          <pc:sldMk cId="3965887894" sldId="386"/>
        </pc:sldMkLst>
      </pc:sldChg>
      <pc:sldChg chg="modSp mod">
        <pc:chgData name="陸 柴崎" userId="47b6e960b06a1f92" providerId="LiveId" clId="{DFDF2D9E-0FA2-4FD2-962D-E4713059FE82}" dt="2026-05-21T12:28:05.199" v="10938" actId="20577"/>
        <pc:sldMkLst>
          <pc:docMk/>
          <pc:sldMk cId="3089603987" sldId="387"/>
        </pc:sldMkLst>
        <pc:spChg chg="mod">
          <ac:chgData name="陸 柴崎" userId="47b6e960b06a1f92" providerId="LiveId" clId="{DFDF2D9E-0FA2-4FD2-962D-E4713059FE82}" dt="2026-05-21T12:28:05.199" v="10938" actId="20577"/>
          <ac:spMkLst>
            <pc:docMk/>
            <pc:sldMk cId="3089603987" sldId="387"/>
            <ac:spMk id="515" creationId="{6B9CE90F-EEDB-29E9-1F6F-E60EB4984943}"/>
          </ac:spMkLst>
        </pc:spChg>
        <pc:spChg chg="mod">
          <ac:chgData name="陸 柴崎" userId="47b6e960b06a1f92" providerId="LiveId" clId="{DFDF2D9E-0FA2-4FD2-962D-E4713059FE82}" dt="2026-05-21T12:27:19.766" v="10846" actId="5793"/>
          <ac:spMkLst>
            <pc:docMk/>
            <pc:sldMk cId="3089603987" sldId="387"/>
            <ac:spMk id="518" creationId="{1B75EA65-74B7-4696-A102-5E05620BF840}"/>
          </ac:spMkLst>
        </pc:spChg>
      </pc:sldChg>
      <pc:sldChg chg="delSp modSp mod modNotesTx">
        <pc:chgData name="陸 柴崎" userId="47b6e960b06a1f92" providerId="LiveId" clId="{DFDF2D9E-0FA2-4FD2-962D-E4713059FE82}" dt="2026-05-22T04:11:59.833" v="14678" actId="20577"/>
        <pc:sldMkLst>
          <pc:docMk/>
          <pc:sldMk cId="485867691" sldId="388"/>
        </pc:sldMkLst>
        <pc:spChg chg="del">
          <ac:chgData name="陸 柴崎" userId="47b6e960b06a1f92" providerId="LiveId" clId="{DFDF2D9E-0FA2-4FD2-962D-E4713059FE82}" dt="2026-05-22T01:08:32.986" v="14278" actId="478"/>
          <ac:spMkLst>
            <pc:docMk/>
            <pc:sldMk cId="485867691" sldId="388"/>
            <ac:spMk id="36" creationId="{0B419683-AB18-B1BC-9268-B74118494A0B}"/>
          </ac:spMkLst>
        </pc:spChg>
        <pc:spChg chg="del">
          <ac:chgData name="陸 柴崎" userId="47b6e960b06a1f92" providerId="LiveId" clId="{DFDF2D9E-0FA2-4FD2-962D-E4713059FE82}" dt="2026-05-22T01:08:34.543" v="14279" actId="478"/>
          <ac:spMkLst>
            <pc:docMk/>
            <pc:sldMk cId="485867691" sldId="388"/>
            <ac:spMk id="38" creationId="{3C1B04B4-5021-4242-51EB-7AAC9C7115F0}"/>
          </ac:spMkLst>
        </pc:spChg>
        <pc:spChg chg="mod">
          <ac:chgData name="陸 柴崎" userId="47b6e960b06a1f92" providerId="LiveId" clId="{DFDF2D9E-0FA2-4FD2-962D-E4713059FE82}" dt="2026-05-22T01:13:57.026" v="14671" actId="20577"/>
          <ac:spMkLst>
            <pc:docMk/>
            <pc:sldMk cId="485867691" sldId="388"/>
            <ac:spMk id="40" creationId="{48B77CC8-BB40-B359-58B1-50C80B0CDD88}"/>
          </ac:spMkLst>
        </pc:spChg>
        <pc:spChg chg="mod">
          <ac:chgData name="陸 柴崎" userId="47b6e960b06a1f92" providerId="LiveId" clId="{DFDF2D9E-0FA2-4FD2-962D-E4713059FE82}" dt="2026-05-22T00:21:14.360" v="14023" actId="20577"/>
          <ac:spMkLst>
            <pc:docMk/>
            <pc:sldMk cId="485867691" sldId="388"/>
            <ac:spMk id="51" creationId="{3D45409B-4B35-B8AF-0F59-9AD0EED04F74}"/>
          </ac:spMkLst>
        </pc:spChg>
        <pc:spChg chg="mod">
          <ac:chgData name="陸 柴崎" userId="47b6e960b06a1f92" providerId="LiveId" clId="{DFDF2D9E-0FA2-4FD2-962D-E4713059FE82}" dt="2026-05-22T01:12:20.578" v="14378" actId="20577"/>
          <ac:spMkLst>
            <pc:docMk/>
            <pc:sldMk cId="485867691" sldId="388"/>
            <ac:spMk id="53" creationId="{47A57A5E-4F1F-CA33-C365-E96F361D5AE3}"/>
          </ac:spMkLst>
        </pc:spChg>
        <pc:grpChg chg="del">
          <ac:chgData name="陸 柴崎" userId="47b6e960b06a1f92" providerId="LiveId" clId="{DFDF2D9E-0FA2-4FD2-962D-E4713059FE82}" dt="2026-05-22T01:08:35.788" v="14280" actId="478"/>
          <ac:grpSpMkLst>
            <pc:docMk/>
            <pc:sldMk cId="485867691" sldId="388"/>
            <ac:grpSpMk id="2" creationId="{B064165D-DE67-BAAA-6D5E-6CC4402C8E1D}"/>
          </ac:grpSpMkLst>
        </pc:grpChg>
      </pc:sldChg>
      <pc:sldChg chg="modSp add mod ord">
        <pc:chgData name="陸 柴崎" userId="47b6e960b06a1f92" providerId="LiveId" clId="{DFDF2D9E-0FA2-4FD2-962D-E4713059FE82}" dt="2026-05-22T02:22:05.865" v="14674" actId="207"/>
        <pc:sldMkLst>
          <pc:docMk/>
          <pc:sldMk cId="689613912" sldId="389"/>
        </pc:sldMkLst>
        <pc:spChg chg="mod">
          <ac:chgData name="陸 柴崎" userId="47b6e960b06a1f92" providerId="LiveId" clId="{DFDF2D9E-0FA2-4FD2-962D-E4713059FE82}" dt="2026-05-22T02:22:02.499" v="14673" actId="207"/>
          <ac:spMkLst>
            <pc:docMk/>
            <pc:sldMk cId="689613912" sldId="389"/>
            <ac:spMk id="515" creationId="{9B67FFB6-03DA-1488-20D7-01E32BD3616D}"/>
          </ac:spMkLst>
        </pc:spChg>
        <pc:spChg chg="mod">
          <ac:chgData name="陸 柴崎" userId="47b6e960b06a1f92" providerId="LiveId" clId="{DFDF2D9E-0FA2-4FD2-962D-E4713059FE82}" dt="2026-05-22T02:22:05.865" v="14674" actId="207"/>
          <ac:spMkLst>
            <pc:docMk/>
            <pc:sldMk cId="689613912" sldId="389"/>
            <ac:spMk id="518" creationId="{A42A1BEF-57ED-45A9-F690-5F0677ADF6D5}"/>
          </ac:spMkLst>
        </pc:spChg>
      </pc:sldChg>
      <pc:sldChg chg="delSp modSp add mod ord">
        <pc:chgData name="陸 柴崎" userId="47b6e960b06a1f92" providerId="LiveId" clId="{DFDF2D9E-0FA2-4FD2-962D-E4713059FE82}" dt="2026-05-21T13:19:56.472" v="12597" actId="1076"/>
        <pc:sldMkLst>
          <pc:docMk/>
          <pc:sldMk cId="3988243320" sldId="390"/>
        </pc:sldMkLst>
        <pc:spChg chg="mod">
          <ac:chgData name="陸 柴崎" userId="47b6e960b06a1f92" providerId="LiveId" clId="{DFDF2D9E-0FA2-4FD2-962D-E4713059FE82}" dt="2026-05-21T13:19:56.472" v="12597" actId="1076"/>
          <ac:spMkLst>
            <pc:docMk/>
            <pc:sldMk cId="3988243320" sldId="390"/>
            <ac:spMk id="5" creationId="{E5F5B368-5222-D730-84C5-A4066FEAB9BE}"/>
          </ac:spMkLst>
        </pc:spChg>
        <pc:spChg chg="mod">
          <ac:chgData name="陸 柴崎" userId="47b6e960b06a1f92" providerId="LiveId" clId="{DFDF2D9E-0FA2-4FD2-962D-E4713059FE82}" dt="2026-05-21T13:19:53.813" v="12596" actId="1076"/>
          <ac:spMkLst>
            <pc:docMk/>
            <pc:sldMk cId="3988243320" sldId="390"/>
            <ac:spMk id="6" creationId="{0774DB0D-E2A8-0D11-F3A7-B5E3EA9084F3}"/>
          </ac:spMkLst>
        </pc:spChg>
        <pc:grpChg chg="del">
          <ac:chgData name="陸 柴崎" userId="47b6e960b06a1f92" providerId="LiveId" clId="{DFDF2D9E-0FA2-4FD2-962D-E4713059FE82}" dt="2026-05-21T12:55:17.277" v="11980" actId="478"/>
          <ac:grpSpMkLst>
            <pc:docMk/>
            <pc:sldMk cId="3988243320" sldId="390"/>
            <ac:grpSpMk id="2" creationId="{86A1C7C9-6A89-46D3-46C3-14F8ED615912}"/>
          </ac:grpSpMkLst>
        </pc:grpChg>
        <pc:graphicFrameChg chg="del">
          <ac:chgData name="陸 柴崎" userId="47b6e960b06a1f92" providerId="LiveId" clId="{DFDF2D9E-0FA2-4FD2-962D-E4713059FE82}" dt="2026-05-21T12:55:16.078" v="11979" actId="478"/>
          <ac:graphicFrameMkLst>
            <pc:docMk/>
            <pc:sldMk cId="3988243320" sldId="390"/>
            <ac:graphicFrameMk id="7" creationId="{E3396CAD-821D-9D55-DE0F-A60AAFA28376}"/>
          </ac:graphicFrameMkLst>
        </pc:graphicFrameChg>
      </pc:sldChg>
      <pc:sldChg chg="modSp add mod">
        <pc:chgData name="陸 柴崎" userId="47b6e960b06a1f92" providerId="LiveId" clId="{DFDF2D9E-0FA2-4FD2-962D-E4713059FE82}" dt="2026-05-22T00:39:29.594" v="14067" actId="20577"/>
        <pc:sldMkLst>
          <pc:docMk/>
          <pc:sldMk cId="2684589240" sldId="391"/>
        </pc:sldMkLst>
        <pc:spChg chg="mod">
          <ac:chgData name="陸 柴崎" userId="47b6e960b06a1f92" providerId="LiveId" clId="{DFDF2D9E-0FA2-4FD2-962D-E4713059FE82}" dt="2026-05-22T00:33:26.878" v="14027" actId="20577"/>
          <ac:spMkLst>
            <pc:docMk/>
            <pc:sldMk cId="2684589240" sldId="391"/>
            <ac:spMk id="45" creationId="{324E38FC-B101-3DE0-74C6-4312789798A3}"/>
          </ac:spMkLst>
        </pc:spChg>
        <pc:graphicFrameChg chg="modGraphic">
          <ac:chgData name="陸 柴崎" userId="47b6e960b06a1f92" providerId="LiveId" clId="{DFDF2D9E-0FA2-4FD2-962D-E4713059FE82}" dt="2026-05-22T00:39:29.594" v="14067" actId="20577"/>
          <ac:graphicFrameMkLst>
            <pc:docMk/>
            <pc:sldMk cId="2684589240" sldId="391"/>
            <ac:graphicFrameMk id="7" creationId="{BAB97362-2075-35BA-1994-76ACBA393A1C}"/>
          </ac:graphicFrameMkLst>
        </pc:graphicFrameChg>
      </pc:sldChg>
      <pc:sldChg chg="modSp add mod">
        <pc:chgData name="陸 柴崎" userId="47b6e960b06a1f92" providerId="LiveId" clId="{DFDF2D9E-0FA2-4FD2-962D-E4713059FE82}" dt="2026-05-22T00:42:44.210" v="14079" actId="20577"/>
        <pc:sldMkLst>
          <pc:docMk/>
          <pc:sldMk cId="286101248" sldId="392"/>
        </pc:sldMkLst>
        <pc:spChg chg="mod">
          <ac:chgData name="陸 柴崎" userId="47b6e960b06a1f92" providerId="LiveId" clId="{DFDF2D9E-0FA2-4FD2-962D-E4713059FE82}" dt="2026-05-22T00:33:29.376" v="14029" actId="20577"/>
          <ac:spMkLst>
            <pc:docMk/>
            <pc:sldMk cId="286101248" sldId="392"/>
            <ac:spMk id="45" creationId="{4BB1EF7E-7BF8-DDEC-FC30-3F280CF37468}"/>
          </ac:spMkLst>
        </pc:spChg>
        <pc:graphicFrameChg chg="mod modGraphic">
          <ac:chgData name="陸 柴崎" userId="47b6e960b06a1f92" providerId="LiveId" clId="{DFDF2D9E-0FA2-4FD2-962D-E4713059FE82}" dt="2026-05-22T00:42:44.210" v="14079" actId="20577"/>
          <ac:graphicFrameMkLst>
            <pc:docMk/>
            <pc:sldMk cId="286101248" sldId="392"/>
            <ac:graphicFrameMk id="7" creationId="{5CDB6077-B671-C54D-1C8B-7D1CDC0019DC}"/>
          </ac:graphicFrameMkLst>
        </pc:graphicFrameChg>
      </pc:sldChg>
      <pc:sldChg chg="modSp add del mod ord">
        <pc:chgData name="陸 柴崎" userId="47b6e960b06a1f92" providerId="LiveId" clId="{DFDF2D9E-0FA2-4FD2-962D-E4713059FE82}" dt="2026-05-21T13:17:24.214" v="12379" actId="47"/>
        <pc:sldMkLst>
          <pc:docMk/>
          <pc:sldMk cId="179250878" sldId="393"/>
        </pc:sldMkLst>
        <pc:spChg chg="mod">
          <ac:chgData name="陸 柴崎" userId="47b6e960b06a1f92" providerId="LiveId" clId="{DFDF2D9E-0FA2-4FD2-962D-E4713059FE82}" dt="2026-05-21T13:15:10.635" v="12351" actId="1076"/>
          <ac:spMkLst>
            <pc:docMk/>
            <pc:sldMk cId="179250878" sldId="393"/>
            <ac:spMk id="5" creationId="{138CE3CE-2BB8-419C-4BB4-F6D5CC1EFAD9}"/>
          </ac:spMkLst>
        </pc:spChg>
        <pc:spChg chg="mod">
          <ac:chgData name="陸 柴崎" userId="47b6e960b06a1f92" providerId="LiveId" clId="{DFDF2D9E-0FA2-4FD2-962D-E4713059FE82}" dt="2026-05-21T13:15:08.209" v="12350" actId="1076"/>
          <ac:spMkLst>
            <pc:docMk/>
            <pc:sldMk cId="179250878" sldId="393"/>
            <ac:spMk id="6" creationId="{C6AEDF9C-C513-9A04-3508-40AF43236521}"/>
          </ac:spMkLst>
        </pc:spChg>
      </pc:sldChg>
      <pc:sldChg chg="modSp add mod">
        <pc:chgData name="陸 柴崎" userId="47b6e960b06a1f92" providerId="LiveId" clId="{DFDF2D9E-0FA2-4FD2-962D-E4713059FE82}" dt="2026-05-22T02:22:16.668" v="14675" actId="207"/>
        <pc:sldMkLst>
          <pc:docMk/>
          <pc:sldMk cId="3878955928" sldId="393"/>
        </pc:sldMkLst>
        <pc:spChg chg="mod">
          <ac:chgData name="陸 柴崎" userId="47b6e960b06a1f92" providerId="LiveId" clId="{DFDF2D9E-0FA2-4FD2-962D-E4713059FE82}" dt="2026-05-22T02:22:16.668" v="14675" actId="207"/>
          <ac:spMkLst>
            <pc:docMk/>
            <pc:sldMk cId="3878955928" sldId="393"/>
            <ac:spMk id="515" creationId="{0D4FE7A9-DA72-A03B-902C-359860AF3B21}"/>
          </ac:spMkLst>
        </pc:spChg>
      </pc:sldChg>
      <pc:sldChg chg="modSp add mod ord">
        <pc:chgData name="陸 柴崎" userId="47b6e960b06a1f92" providerId="LiveId" clId="{DFDF2D9E-0FA2-4FD2-962D-E4713059FE82}" dt="2026-05-22T02:22:30.186" v="14677" actId="207"/>
        <pc:sldMkLst>
          <pc:docMk/>
          <pc:sldMk cId="1742131445" sldId="394"/>
        </pc:sldMkLst>
        <pc:spChg chg="mod">
          <ac:chgData name="陸 柴崎" userId="47b6e960b06a1f92" providerId="LiveId" clId="{DFDF2D9E-0FA2-4FD2-962D-E4713059FE82}" dt="2026-05-22T02:22:30.186" v="14677" actId="207"/>
          <ac:spMkLst>
            <pc:docMk/>
            <pc:sldMk cId="1742131445" sldId="394"/>
            <ac:spMk id="515" creationId="{49C23873-C38D-A566-7EDE-A2941F623400}"/>
          </ac:spMkLst>
        </pc:spChg>
        <pc:spChg chg="mod">
          <ac:chgData name="陸 柴崎" userId="47b6e960b06a1f92" providerId="LiveId" clId="{DFDF2D9E-0FA2-4FD2-962D-E4713059FE82}" dt="2026-05-22T02:22:27.231" v="14676" actId="207"/>
          <ac:spMkLst>
            <pc:docMk/>
            <pc:sldMk cId="1742131445" sldId="394"/>
            <ac:spMk id="518" creationId="{AD55AD37-E116-0603-1830-8E5CE30CBE84}"/>
          </ac:spMkLst>
        </pc:spChg>
      </pc:sldChg>
      <pc:sldChg chg="addSp delSp modSp add mod modNotesTx">
        <pc:chgData name="陸 柴崎" userId="47b6e960b06a1f92" providerId="LiveId" clId="{DFDF2D9E-0FA2-4FD2-962D-E4713059FE82}" dt="2026-05-22T00:01:38.777" v="13970" actId="20577"/>
        <pc:sldMkLst>
          <pc:docMk/>
          <pc:sldMk cId="957425642" sldId="395"/>
        </pc:sldMkLst>
        <pc:spChg chg="del">
          <ac:chgData name="陸 柴崎" userId="47b6e960b06a1f92" providerId="LiveId" clId="{DFDF2D9E-0FA2-4FD2-962D-E4713059FE82}" dt="2026-05-21T13:24:18.364" v="12953" actId="478"/>
          <ac:spMkLst>
            <pc:docMk/>
            <pc:sldMk cId="957425642" sldId="395"/>
            <ac:spMk id="2" creationId="{5A7E6C34-FE3C-C7EF-4879-76535F65E468}"/>
          </ac:spMkLst>
        </pc:spChg>
        <pc:spChg chg="del">
          <ac:chgData name="陸 柴崎" userId="47b6e960b06a1f92" providerId="LiveId" clId="{DFDF2D9E-0FA2-4FD2-962D-E4713059FE82}" dt="2026-05-21T13:24:17.862" v="12952" actId="478"/>
          <ac:spMkLst>
            <pc:docMk/>
            <pc:sldMk cId="957425642" sldId="395"/>
            <ac:spMk id="4" creationId="{DBB15312-48E0-9CAB-EEEF-4364CF56E2ED}"/>
          </ac:spMkLst>
        </pc:spChg>
        <pc:spChg chg="del">
          <ac:chgData name="陸 柴崎" userId="47b6e960b06a1f92" providerId="LiveId" clId="{DFDF2D9E-0FA2-4FD2-962D-E4713059FE82}" dt="2026-05-21T13:29:14.989" v="12987" actId="478"/>
          <ac:spMkLst>
            <pc:docMk/>
            <pc:sldMk cId="957425642" sldId="395"/>
            <ac:spMk id="5" creationId="{A3FA2E27-8932-04BD-68AC-D5189E9BD8AF}"/>
          </ac:spMkLst>
        </pc:spChg>
        <pc:spChg chg="del">
          <ac:chgData name="陸 柴崎" userId="47b6e960b06a1f92" providerId="LiveId" clId="{DFDF2D9E-0FA2-4FD2-962D-E4713059FE82}" dt="2026-05-21T13:29:15.894" v="12988" actId="478"/>
          <ac:spMkLst>
            <pc:docMk/>
            <pc:sldMk cId="957425642" sldId="395"/>
            <ac:spMk id="6" creationId="{96A10C84-6E1F-6F03-02B3-C47F35566CBD}"/>
          </ac:spMkLst>
        </pc:spChg>
        <pc:spChg chg="mod">
          <ac:chgData name="陸 柴崎" userId="47b6e960b06a1f92" providerId="LiveId" clId="{DFDF2D9E-0FA2-4FD2-962D-E4713059FE82}" dt="2026-05-21T13:48:20.516" v="13425" actId="20577"/>
          <ac:spMkLst>
            <pc:docMk/>
            <pc:sldMk cId="957425642" sldId="395"/>
            <ac:spMk id="77" creationId="{C6DB513A-4DFD-42B8-6469-690254538437}"/>
          </ac:spMkLst>
        </pc:spChg>
        <pc:spChg chg="mod">
          <ac:chgData name="陸 柴崎" userId="47b6e960b06a1f92" providerId="LiveId" clId="{DFDF2D9E-0FA2-4FD2-962D-E4713059FE82}" dt="2026-05-21T23:55:20.789" v="13925" actId="20577"/>
          <ac:spMkLst>
            <pc:docMk/>
            <pc:sldMk cId="957425642" sldId="395"/>
            <ac:spMk id="79" creationId="{1AC1E42C-0853-22D0-B26D-F12EAF781ED4}"/>
          </ac:spMkLst>
        </pc:spChg>
        <pc:graphicFrameChg chg="add mod modGraphic">
          <ac:chgData name="陸 柴崎" userId="47b6e960b06a1f92" providerId="LiveId" clId="{DFDF2D9E-0FA2-4FD2-962D-E4713059FE82}" dt="2026-05-21T23:58:15.389" v="13940" actId="207"/>
          <ac:graphicFrameMkLst>
            <pc:docMk/>
            <pc:sldMk cId="957425642" sldId="395"/>
            <ac:graphicFrameMk id="2" creationId="{0E26AD38-7C47-7401-1118-2C60D95972BB}"/>
          </ac:graphicFrameMkLst>
        </pc:graphicFrameChg>
      </pc:sldChg>
      <pc:sldChg chg="modSp add del mod">
        <pc:chgData name="陸 柴崎" userId="47b6e960b06a1f92" providerId="LiveId" clId="{DFDF2D9E-0FA2-4FD2-962D-E4713059FE82}" dt="2026-05-21T13:47:51.067" v="13351" actId="47"/>
        <pc:sldMkLst>
          <pc:docMk/>
          <pc:sldMk cId="1234931104" sldId="396"/>
        </pc:sldMkLst>
        <pc:spChg chg="mod">
          <ac:chgData name="陸 柴崎" userId="47b6e960b06a1f92" providerId="LiveId" clId="{DFDF2D9E-0FA2-4FD2-962D-E4713059FE82}" dt="2026-05-21T13:37:20.250" v="13109" actId="20577"/>
          <ac:spMkLst>
            <pc:docMk/>
            <pc:sldMk cId="1234931104" sldId="396"/>
            <ac:spMk id="77" creationId="{DA2BFC7B-27A9-F617-9AAF-E8F93345C623}"/>
          </ac:spMkLst>
        </pc:spChg>
      </pc:sldChg>
      <pc:sldChg chg="add del modNotesTx">
        <pc:chgData name="陸 柴崎" userId="47b6e960b06a1f92" providerId="LiveId" clId="{DFDF2D9E-0FA2-4FD2-962D-E4713059FE82}" dt="2026-05-22T00:16:32.844" v="13980" actId="47"/>
        <pc:sldMkLst>
          <pc:docMk/>
          <pc:sldMk cId="2212778155" sldId="396"/>
        </pc:sldMkLst>
      </pc:sldChg>
      <pc:sldChg chg="modSp add mod modNotesTx">
        <pc:chgData name="陸 柴崎" userId="47b6e960b06a1f92" providerId="LiveId" clId="{DFDF2D9E-0FA2-4FD2-962D-E4713059FE82}" dt="2026-05-22T00:01:36.062" v="13969" actId="20577"/>
        <pc:sldMkLst>
          <pc:docMk/>
          <pc:sldMk cId="4222723107" sldId="397"/>
        </pc:sldMkLst>
        <pc:spChg chg="mod">
          <ac:chgData name="陸 柴崎" userId="47b6e960b06a1f92" providerId="LiveId" clId="{DFDF2D9E-0FA2-4FD2-962D-E4713059FE82}" dt="2026-05-21T23:58:29.541" v="13942"/>
          <ac:spMkLst>
            <pc:docMk/>
            <pc:sldMk cId="4222723107" sldId="397"/>
            <ac:spMk id="79" creationId="{7D7216F3-CE21-43E4-3D49-EA8C26411CCD}"/>
          </ac:spMkLst>
        </pc:spChg>
        <pc:graphicFrameChg chg="mod modGraphic">
          <ac:chgData name="陸 柴崎" userId="47b6e960b06a1f92" providerId="LiveId" clId="{DFDF2D9E-0FA2-4FD2-962D-E4713059FE82}" dt="2026-05-22T00:01:10.036" v="13957" actId="1076"/>
          <ac:graphicFrameMkLst>
            <pc:docMk/>
            <pc:sldMk cId="4222723107" sldId="397"/>
            <ac:graphicFrameMk id="2" creationId="{2C25EB33-F81B-32CA-B35D-6994FD99D82D}"/>
          </ac:graphicFrameMkLst>
        </pc:graphicFrameChg>
      </pc:sldChg>
      <pc:sldChg chg="modSp add mod modNotesTx">
        <pc:chgData name="陸 柴崎" userId="47b6e960b06a1f92" providerId="LiveId" clId="{DFDF2D9E-0FA2-4FD2-962D-E4713059FE82}" dt="2026-05-22T00:04:53.320" v="13979" actId="207"/>
        <pc:sldMkLst>
          <pc:docMk/>
          <pc:sldMk cId="1214596124" sldId="398"/>
        </pc:sldMkLst>
        <pc:spChg chg="mod">
          <ac:chgData name="陸 柴崎" userId="47b6e960b06a1f92" providerId="LiveId" clId="{DFDF2D9E-0FA2-4FD2-962D-E4713059FE82}" dt="2026-05-22T00:01:27.742" v="13967" actId="20577"/>
          <ac:spMkLst>
            <pc:docMk/>
            <pc:sldMk cId="1214596124" sldId="398"/>
            <ac:spMk id="79" creationId="{D9447EA2-B9D1-221A-BA08-FCADFF607399}"/>
          </ac:spMkLst>
        </pc:spChg>
        <pc:graphicFrameChg chg="mod modGraphic">
          <ac:chgData name="陸 柴崎" userId="47b6e960b06a1f92" providerId="LiveId" clId="{DFDF2D9E-0FA2-4FD2-962D-E4713059FE82}" dt="2026-05-22T00:04:53.320" v="13979" actId="207"/>
          <ac:graphicFrameMkLst>
            <pc:docMk/>
            <pc:sldMk cId="1214596124" sldId="398"/>
            <ac:graphicFrameMk id="2" creationId="{9D511245-060E-A27C-BCD5-BAC7F192533C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14BFA-AB6B-4641-F270-7C0B2ECAE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C2CC994-1BFD-B85E-6B21-4AC1FC16D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6FEFC1-BAF9-F7ED-69BE-8D9EFA3DA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CCDFA2-F157-BA16-AE06-E0FF18954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93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4A4-6904-542B-82FB-EFAD1EDF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4BCA49-E1F0-09AA-616B-D32AD8151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34A034-1478-99F7-1BB1-A60FB787E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E5639B5-CD74-FA4D-827E-C0167F01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5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82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392430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503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3000" dirty="0">
                <a:solidFill>
                  <a:srgbClr val="292B2B"/>
                </a:solidFill>
                <a:latin typeface="Century Gothic Paneuropean"/>
                <a:ea typeface="Source Han Sans JP"/>
                <a:cs typeface="Century Gothic Paneuropean"/>
                <a:sym typeface="Century Gothic Paneuropean"/>
              </a:rPr>
              <a:t>2026年7月24日　中間発表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095500"/>
            <a:ext cx="13854732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44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中間報告</a:t>
            </a:r>
            <a:endParaRPr lang="en-US" sz="44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146271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2EED158D-59B9-6093-A9C4-E45BE54051B5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B380CD6-6546-7D10-A42A-9E7F5014A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z="2400" smtClean="0"/>
              <a:pPr/>
              <a:t>3</a:t>
            </a:fld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年間計画と現在の位置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/>
        </p:nvGraphicFramePr>
        <p:xfrm>
          <a:off x="1206500" y="1270000"/>
          <a:ext cx="16700500" cy="886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794438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697767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9845423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1844196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3851841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0152961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4月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5月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6月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7月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8月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3月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① RF単体の確立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評価指標・</a:t>
                      </a:r>
                      <a:r>
                        <a:rPr lang="en-US" altLang="ja-JP" sz="2000" b="0" dirty="0" err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npy</a:t>
                      </a:r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などの整理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86209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アンサンブル方法の確定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20927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RF単体で回帰〜ONB検知を確立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548815"/>
                  </a:ext>
                </a:extLst>
              </a:tr>
              <a:tr h="45720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② 各モデルへの説明性付与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各モデルで使用する説明性指標を決定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RF：周波数・時間マスク, PI, SHAP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CNN系：Grad-CAM, IG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649891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Transformer：attention map・マスク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③ 3モデルアンサンブルの確立</a:t>
                      </a:r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入力・学習設定やパラメータの立て直し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各モデル単体の安定化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3種アンサンブルで回帰〜検知の確立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457200">
                <a:tc rowSpan="5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④ 沸騰開始点近傍への対策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データ設計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入力表現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学習方法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アンサンブル・説明性指標など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検証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⑤ 修論執筆・</a:t>
                      </a:r>
                      <a:endParaRPr lang="en-US" altLang="ja-JP" sz="2400" b="1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まとめ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最終モデル確定・結果図整理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4507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修論執筆・発表準備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5324804"/>
                  </a:ext>
                </a:extLst>
              </a:tr>
            </a:tbl>
          </a:graphicData>
        </a:graphic>
      </p:graphicFrame>
      <p:sp>
        <p:nvSpPr>
          <p:cNvPr id="9" name="Arrow_r1">
            <a:extLst>
              <a:ext uri="{FF2B5EF4-FFF2-40B4-BE49-F238E27FC236}">
                <a16:creationId xmlns:a16="http://schemas.microsoft.com/office/drawing/2014/main" id="{6E63415D-5F77-4C74-A025-8BB883A304BF}"/>
              </a:ext>
            </a:extLst>
          </p:cNvPr>
          <p:cNvSpPr/>
          <p:nvPr/>
        </p:nvSpPr>
        <p:spPr>
          <a:xfrm>
            <a:off x="10287000" y="19685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Arrow_r2">
            <a:extLst>
              <a:ext uri="{FF2B5EF4-FFF2-40B4-BE49-F238E27FC236}">
                <a16:creationId xmlns:a16="http://schemas.microsoft.com/office/drawing/2014/main" id="{6FA5F99E-FAE7-4FBF-87F3-CE25A622C256}"/>
              </a:ext>
            </a:extLst>
          </p:cNvPr>
          <p:cNvSpPr/>
          <p:nvPr/>
        </p:nvSpPr>
        <p:spPr>
          <a:xfrm>
            <a:off x="10287000" y="24257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7" name="Arrow_r3">
            <a:extLst>
              <a:ext uri="{FF2B5EF4-FFF2-40B4-BE49-F238E27FC236}">
                <a16:creationId xmlns:a16="http://schemas.microsoft.com/office/drawing/2014/main" id="{F459DB02-0D81-4B09-8166-B7B697BEEB6F}"/>
              </a:ext>
            </a:extLst>
          </p:cNvPr>
          <p:cNvSpPr/>
          <p:nvPr/>
        </p:nvSpPr>
        <p:spPr>
          <a:xfrm>
            <a:off x="11049000" y="28829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Arrow_r4">
            <a:extLst>
              <a:ext uri="{FF2B5EF4-FFF2-40B4-BE49-F238E27FC236}">
                <a16:creationId xmlns:a16="http://schemas.microsoft.com/office/drawing/2014/main" id="{F9B80A96-F230-4E40-92DE-0CB70ADCC9AB}"/>
              </a:ext>
            </a:extLst>
          </p:cNvPr>
          <p:cNvSpPr/>
          <p:nvPr/>
        </p:nvSpPr>
        <p:spPr>
          <a:xfrm>
            <a:off x="10287000" y="3340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1049000" y="37973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Arrow_r6">
            <a:extLst>
              <a:ext uri="{FF2B5EF4-FFF2-40B4-BE49-F238E27FC236}">
                <a16:creationId xmlns:a16="http://schemas.microsoft.com/office/drawing/2014/main" id="{77812BFF-EB39-4381-BD3C-B6B155A25546}"/>
              </a:ext>
            </a:extLst>
          </p:cNvPr>
          <p:cNvSpPr/>
          <p:nvPr/>
        </p:nvSpPr>
        <p:spPr>
          <a:xfrm>
            <a:off x="11049000" y="4254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811000" y="47117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2573000" y="51689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573000" y="5626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3335000" y="60833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0287000" y="65405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0287000" y="69977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573000" y="74549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335000" y="79121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0287000" y="8369300"/>
            <a:ext cx="533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Arrow_r16">
            <a:extLst>
              <a:ext uri="{FF2B5EF4-FFF2-40B4-BE49-F238E27FC236}">
                <a16:creationId xmlns:a16="http://schemas.microsoft.com/office/drawing/2014/main" id="{3BBF6912-6F90-427F-8B86-C16A086DFBE5}"/>
              </a:ext>
            </a:extLst>
          </p:cNvPr>
          <p:cNvSpPr/>
          <p:nvPr/>
        </p:nvSpPr>
        <p:spPr>
          <a:xfrm>
            <a:off x="14859000" y="8826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621000" y="92837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Arrow_r18">
            <a:extLst>
              <a:ext uri="{FF2B5EF4-FFF2-40B4-BE49-F238E27FC236}">
                <a16:creationId xmlns:a16="http://schemas.microsoft.com/office/drawing/2014/main" id="{0D1A7D83-2DAF-454E-AFD1-4E738298B70A}"/>
              </a:ext>
            </a:extLst>
          </p:cNvPr>
          <p:cNvSpPr/>
          <p:nvPr/>
        </p:nvSpPr>
        <p:spPr>
          <a:xfrm>
            <a:off x="17145000" y="97409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60" name="mk760"/>
          <p:cNvSpPr/>
          <p:nvPr/>
        </p:nvSpPr>
        <p:spPr>
          <a:xfrm>
            <a:off x="11690350" y="1244600"/>
            <a:ext cx="44450" cy="88900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b730">
            <a:extLst>
              <a:ext uri="{FF2B5EF4-FFF2-40B4-BE49-F238E27FC236}">
                <a16:creationId xmlns:a16="http://schemas.microsoft.com/office/drawing/2014/main" id="{B7CB8C4A-CEF5-9933-C219-90296BACE9C3}"/>
              </a:ext>
            </a:extLst>
          </p:cNvPr>
          <p:cNvSpPr txBox="1"/>
          <p:nvPr/>
        </p:nvSpPr>
        <p:spPr>
          <a:xfrm>
            <a:off x="12649200" y="42243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  <p:sp>
        <p:nvSpPr>
          <p:cNvPr id="8" name="tb730">
            <a:extLst>
              <a:ext uri="{FF2B5EF4-FFF2-40B4-BE49-F238E27FC236}">
                <a16:creationId xmlns:a16="http://schemas.microsoft.com/office/drawing/2014/main" id="{E327C4E7-F344-DA9A-D23B-66CD248E95E3}"/>
              </a:ext>
            </a:extLst>
          </p:cNvPr>
          <p:cNvSpPr txBox="1"/>
          <p:nvPr/>
        </p:nvSpPr>
        <p:spPr>
          <a:xfrm>
            <a:off x="12649200" y="46180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</p:spTree>
    <p:extLst>
      <p:ext uri="{BB962C8B-B14F-4D97-AF65-F5344CB8AC3E}">
        <p14:creationId xmlns:p14="http://schemas.microsoft.com/office/powerpoint/2010/main" val="289836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C129-D25A-7AC6-7BEF-4C9175EAF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5E2DE968-B75A-4966-7944-C0E60497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4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8334DFA0-8DE6-A1CA-4B02-956CC822A9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234DEB0-6736-6EE9-246A-A8C26C7C9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1308B1B8-79E4-CD3C-D7C4-9B5CAD7A4825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82FA91DD-ECEC-A9A2-B78A-0D36BD00ECF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39DAEC2D-10BC-E35B-E68E-038FDAB88E3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75415183-6A0B-502C-65AD-08663C06A2DF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6A0BEC33-F965-528A-7EE7-031A0AB8DA4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8A863B98-136D-237B-09CF-149AAA8BE2B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AD1CFE-1A95-DE00-441C-F562D15D63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9F40753F-BB08-75A3-4F38-FE37C7E7FE24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16FC310A-FDD8-3ADD-AE87-FC477F0C1C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5CC62C7-66F2-5778-DDBA-0831A04137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3C9B4FA2-551E-3693-F907-BF36FC39C727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CA0FAD96-CF91-9BBF-A514-58238E6AF9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BFB98F27-F591-E6C2-4786-B56BD000279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F7A8671A-FFC8-8BF2-36F1-EF11EE7843D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現在残っている課題と理由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621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740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アンサンブルの実装を優先してしまっていたため，説明性が遅れ気味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2946400"/>
            <a:ext cx="8382000" cy="70612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現在残っている課題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1. 説明性出力の確認と解釈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手法間・条件間で結果が整合するか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物理的に妥当な周波数・時間領域か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2. ONBに特化した研究設計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ONB近傍の正式な定義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データの刻み幅・入力表現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見逃しと検知遅れの評価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3. 評価方法の妥当性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chunk単位分割と未知条件への一般化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ノイズ条件の評価方法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2946400"/>
            <a:ext cx="6921500" cy="70612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未完了となった理由</a:t>
            </a: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とAlexNetの精度が悪く，その修正に時間がかかった</a:t>
            </a:r>
            <a:endParaRPr lang="en-US" altLang="ja-JP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中間発表に向けて，説明性手法の実装を前倒しした</a:t>
            </a:r>
          </a:p>
        </p:txBody>
      </p:sp>
    </p:spTree>
    <p:extLst>
      <p:ext uri="{BB962C8B-B14F-4D97-AF65-F5344CB8AC3E}">
        <p14:creationId xmlns:p14="http://schemas.microsoft.com/office/powerpoint/2010/main" val="48214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5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3077766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今後やること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6096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60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885"/>
              </a:lnSpc>
            </a:pPr>
            <a:r>
              <a:rPr lang="ja-JP" altLang="en-US" sz="3024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説明性の確認からONB評価定義・データ設計・再検証へ段階的に進める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2429592" y="3611598"/>
            <a:ext cx="12505608" cy="54737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説明性出力を確認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代表標本・モデル間・ノイズ条件間を比較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ONB近傍評価を正式に定義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近傍幅、Recall、False Negative、検知遅れ、評価単位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ONB向けデータ・入力表現を設計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ONB前後の刻み、時間分解能、周波数表現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評価分割と一般化条件を見直す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元WAV単位、実験日単位、未知ノイズ条件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5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単体モデル・アンサンブル・説明性を再検証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最終モデルと主張できる範囲を確定</a:t>
            </a: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7DBA-2758-567D-82F6-FE874663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31FDD1B6-32E0-8C05-9527-5A05D0CB8FB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25A9AAE0-C0D8-4AE3-4EE7-2FC110C7E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05A0F4-B628-0765-DD0A-72D376D63AE8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B4A325FB-2811-1BD8-D526-B03A68B4A6F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C9EEB48E-6709-B95F-FDC0-3406A19E4251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E90B6402-28A2-0D31-2A85-703A630DA4C8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A0B6161C-0C2A-11C7-D0FD-6AB9C0D6CD9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0EDB1A10-6A86-A9E2-ADA5-DFE687EEB90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3A4D1B91-49CB-F62B-2DC9-7BDF36B8230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BD12D40-2EF5-CF42-3D79-1408FCDB853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D560941D-4AAF-B02B-E416-7E968ED607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5D610E7F-1630-0428-6471-665083D584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34847E17-1927-2C52-E4B0-A0067E6DDEE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3CFEC47B-DCB8-86CB-0D00-86C1C3BC34FC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43EB5519-431F-1EF8-7E88-E9FB6CE2F26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65FEACC6-0AEE-91D0-8F92-89C268F4A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DA3C519-A589-4ED7-4045-E863895E0BAD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DFE5A427-471B-D89A-9EA9-F4BBA3384E1B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4139634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前回からの進捗の詳細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888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6月の発表以降、モデルの立て直しと説明性・アンサンブル整備を進めた</a:t>
            </a:r>
          </a:p>
        </p:txBody>
      </p:sp>
      <p:sp>
        <p:nvSpPr>
          <p:cNvPr id="702" name="bar702"/>
          <p:cNvSpPr/>
          <p:nvPr/>
        </p:nvSpPr>
        <p:spPr>
          <a:xfrm>
            <a:off x="2413000" y="4572000"/>
            <a:ext cx="13970000" cy="50800"/>
          </a:xfrm>
          <a:prstGeom prst="rect">
            <a:avLst/>
          </a:prstGeom>
          <a:solidFill>
            <a:srgbClr val="BFDDD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0" name="tb710"/>
          <p:cNvSpPr txBox="1"/>
          <p:nvPr/>
        </p:nvSpPr>
        <p:spPr>
          <a:xfrm>
            <a:off x="2159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6月19日</a:t>
            </a:r>
          </a:p>
        </p:txBody>
      </p:sp>
      <p:sp>
        <p:nvSpPr>
          <p:cNvPr id="720" name="dot720"/>
          <p:cNvSpPr/>
          <p:nvPr/>
        </p:nvSpPr>
        <p:spPr>
          <a:xfrm>
            <a:off x="3886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0" name="tb730"/>
          <p:cNvSpPr txBox="1"/>
          <p:nvPr/>
        </p:nvSpPr>
        <p:spPr>
          <a:xfrm>
            <a:off x="2451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ランダムフォレストを基準モデルとして、回帰からONB検知までの流れを整理</a:t>
            </a:r>
          </a:p>
        </p:txBody>
      </p:sp>
      <p:sp>
        <p:nvSpPr>
          <p:cNvPr id="711" name="tb711"/>
          <p:cNvSpPr txBox="1"/>
          <p:nvPr/>
        </p:nvSpPr>
        <p:spPr>
          <a:xfrm>
            <a:off x="5715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7月上旬</a:t>
            </a:r>
          </a:p>
        </p:txBody>
      </p:sp>
      <p:sp>
        <p:nvSpPr>
          <p:cNvPr id="721" name="dot721"/>
          <p:cNvSpPr/>
          <p:nvPr/>
        </p:nvSpPr>
        <p:spPr>
          <a:xfrm>
            <a:off x="7442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1" name="tb731"/>
          <p:cNvSpPr txBox="1"/>
          <p:nvPr/>
        </p:nvSpPr>
        <p:spPr>
          <a:xfrm>
            <a:off x="6007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en-US" altLang="ja-JP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・AlexNetの精度低下を調査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パラメータ調整で学習を立て直し</a:t>
            </a:r>
          </a:p>
        </p:txBody>
      </p:sp>
      <p:sp>
        <p:nvSpPr>
          <p:cNvPr id="712" name="tb712"/>
          <p:cNvSpPr txBox="1"/>
          <p:nvPr/>
        </p:nvSpPr>
        <p:spPr>
          <a:xfrm>
            <a:off x="9271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7月中旬</a:t>
            </a:r>
          </a:p>
        </p:txBody>
      </p:sp>
      <p:sp>
        <p:nvSpPr>
          <p:cNvPr id="722" name="dot722"/>
          <p:cNvSpPr/>
          <p:nvPr/>
        </p:nvSpPr>
        <p:spPr>
          <a:xfrm>
            <a:off x="10998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2" name="tb732"/>
          <p:cNvSpPr txBox="1"/>
          <p:nvPr/>
        </p:nvSpPr>
        <p:spPr>
          <a:xfrm>
            <a:off x="9563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各モデルに適した説明手法を決定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説明性評価を学習・検証処理へ統合</a:t>
            </a:r>
          </a:p>
        </p:txBody>
      </p:sp>
      <p:sp>
        <p:nvSpPr>
          <p:cNvPr id="713" name="tb713"/>
          <p:cNvSpPr txBox="1"/>
          <p:nvPr/>
        </p:nvSpPr>
        <p:spPr>
          <a:xfrm>
            <a:off x="12827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7月下旬</a:t>
            </a:r>
          </a:p>
        </p:txBody>
      </p:sp>
      <p:sp>
        <p:nvSpPr>
          <p:cNvPr id="723" name="dot723"/>
          <p:cNvSpPr/>
          <p:nvPr/>
        </p:nvSpPr>
        <p:spPr>
          <a:xfrm>
            <a:off x="14554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3" name="tb733"/>
          <p:cNvSpPr txBox="1"/>
          <p:nvPr/>
        </p:nvSpPr>
        <p:spPr>
          <a:xfrm>
            <a:off x="13119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複数のアンサンブル方法を同一条件で比較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代表条件で説明性結果を出力</a:t>
            </a:r>
          </a:p>
        </p:txBody>
      </p:sp>
    </p:spTree>
    <p:extLst>
      <p:ext uri="{BB962C8B-B14F-4D97-AF65-F5344CB8AC3E}">
        <p14:creationId xmlns:p14="http://schemas.microsoft.com/office/powerpoint/2010/main" val="1888738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モデル別に用いる説明手法</a:t>
            </a:r>
          </a:p>
        </p:txBody>
      </p:sp>
      <p:graphicFrame>
        <p:nvGraphicFramePr>
          <p:cNvPr id="700" name="t700"/>
          <p:cNvGraphicFramePr/>
          <p:nvPr>
            <p:extLst>
              <p:ext uri="{D42A27DB-BD31-4B8C-83A1-F6EECF244321}">
                <p14:modId xmlns:p14="http://schemas.microsoft.com/office/powerpoint/2010/main" val="1801199673"/>
              </p:ext>
            </p:extLst>
          </p:nvPr>
        </p:nvGraphicFramePr>
        <p:xfrm>
          <a:off x="1806795" y="2324100"/>
          <a:ext cx="14782799" cy="6473952"/>
        </p:xfrm>
        <a:graphic>
          <a:graphicData uri="http://schemas.openxmlformats.org/drawingml/2006/table">
            <a:tbl>
              <a:tblPr firstRow="1"/>
              <a:tblGrid>
                <a:gridCol w="4078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モデル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主な説明手法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補助・共通評価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ランダムフォレスト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PCA空間の</a:t>
                      </a: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TreeSHAP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en-US" altLang="ja-JP" sz="2503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Conformer</a:t>
                      </a:r>
                      <a:endParaRPr lang="ja-JP" altLang="en-US" sz="2503" b="1" dirty="0">
                        <a:solidFill>
                          <a:srgbClr val="292B2B"/>
                        </a:solidFill>
                        <a:latin typeface="Source Han Sans JP Bold"/>
                        <a:ea typeface="Source Han Sans JP Bold"/>
                      </a:endParaRP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AlexNet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723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7873-2EC1-2F93-0905-E44843059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B6CC1BEF-2449-F17C-E3FB-1F8C6727571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C1230FAE-71A3-79E1-0608-1F4EB553D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DB1721DD-DB37-7904-E5A9-698E65313336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61B37C6B-A30B-35E1-9B0A-D5A935C346C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2AA16B22-1F7B-0773-2DA3-D12CB28E4654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E78E0546-4258-9B81-E308-605A71819860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ED6CEF01-B2E3-6F1D-6C25-57E5F701061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C04D652A-0B63-18C7-DD95-6ECA7B412E46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50ACADC-F1A6-A213-0DEE-BBED26CE6D6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03BEFC5B-4FEB-DFF4-D192-59FCFAEBAF1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68ABC8-2C2D-2581-89C9-6CD3E43C15E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585C058D-2797-AF19-8B20-142275ECF0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7C1E3F85-AC37-3012-2E60-FF44D9EC8EF8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4E7B5180-457C-D63A-0173-A462E3D07EBC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510E6AB-67D6-9BC1-CD64-7C9AA9E0768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5CDBF412-87A7-3D67-BDC6-CCD44249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9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15AF042B-F7AD-723C-A8CE-4583BF30EE9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モデル別に用いる説明手法</a:t>
            </a:r>
          </a:p>
        </p:txBody>
      </p:sp>
      <p:graphicFrame>
        <p:nvGraphicFramePr>
          <p:cNvPr id="700" name="t700">
            <a:extLst>
              <a:ext uri="{FF2B5EF4-FFF2-40B4-BE49-F238E27FC236}">
                <a16:creationId xmlns:a16="http://schemas.microsoft.com/office/drawing/2014/main" id="{BFAA4D06-3AA6-4B27-9A20-E0806A094780}"/>
              </a:ext>
            </a:extLst>
          </p:cNvPr>
          <p:cNvGraphicFramePr/>
          <p:nvPr/>
        </p:nvGraphicFramePr>
        <p:xfrm>
          <a:off x="1806795" y="2324100"/>
          <a:ext cx="14782799" cy="6473952"/>
        </p:xfrm>
        <a:graphic>
          <a:graphicData uri="http://schemas.openxmlformats.org/drawingml/2006/table">
            <a:tbl>
              <a:tblPr firstRow="1"/>
              <a:tblGrid>
                <a:gridCol w="4078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モデル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主な説明手法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補助・共通評価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ランダムフォレスト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PCA空間の</a:t>
                      </a: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TreeSHAP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en-US" altLang="ja-JP" sz="2503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Conformer</a:t>
                      </a:r>
                      <a:endParaRPr lang="ja-JP" altLang="en-US" sz="2503" b="1" dirty="0">
                        <a:solidFill>
                          <a:srgbClr val="292B2B"/>
                        </a:solidFill>
                        <a:latin typeface="Source Han Sans JP Bold"/>
                        <a:ea typeface="Source Han Sans JP Bold"/>
                      </a:endParaRP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AlexNet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3003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10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972BE9D2-9DD4-C399-B2ED-10498EC98BFD}"/>
              </a:ext>
            </a:extLst>
          </p:cNvPr>
          <p:cNvSpPr txBox="1"/>
          <p:nvPr/>
        </p:nvSpPr>
        <p:spPr>
          <a:xfrm>
            <a:off x="1806795" y="305043"/>
            <a:ext cx="6576672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Integrated Gradients</a:t>
            </a:r>
            <a:r>
              <a:rPr lang="ja-JP" altLang="en-US" sz="4000">
                <a:solidFill>
                  <a:srgbClr val="292B2B"/>
                </a:solidFill>
                <a:latin typeface="Source Han Sans JP Medium"/>
                <a:ea typeface="Source Han Sans JP Medium"/>
              </a:rPr>
              <a:t>の一例</a:t>
            </a:r>
            <a:endParaRPr lang="ja-JP" altLang="en-US" sz="4000" dirty="0">
              <a:solidFill>
                <a:srgbClr val="292B2B"/>
              </a:solidFill>
              <a:latin typeface="Source Han Sans JP Medium"/>
              <a:ea typeface="Source Han Sans JP Medium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84B5C79-B617-A08C-C850-FB3B12893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343" y="2247900"/>
            <a:ext cx="7335056" cy="672632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40CD639-9E01-0B6D-9FF8-899476656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3" y="2273300"/>
            <a:ext cx="7464574" cy="672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434D-2DE3-DE53-DA57-3218695A6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7D3FFEB6-1BF8-B383-B19B-1FE1F9AD10E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A9A52D06-11C2-FB38-6088-E43EB1EDC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8827E916-F2F2-8AD2-167E-C728D6EF985E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7CC4C3B4-EF25-1DFB-8895-4512A523954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46534A75-EE5C-0570-42B1-D4708A5D311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4859911D-24E5-DAC7-219E-E1B8B0FC5A9E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B4CFF76-B5E0-2D22-1278-0A45CF422EA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EED31BD-5D24-2AB1-AA6F-BCFB0245C47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5F2A5654-E21C-567F-4DAA-FFED561C46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AC65F757-7AD3-8C06-5A53-665ADC3E8D9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52938506-2071-EFB1-967A-2339DB77D8D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AE1C156-4EC9-E052-F65C-D2906606F0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086CABE0-83DB-7A80-3B0A-9818082BDE4E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9FBF0D1-1E4B-B008-9B0C-8AA2743C8DE1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65C311FB-AACB-DAC1-B7EC-F08C05A0BA7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33A168E0-8DE6-964F-F7C5-CFEF2067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11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96A0BF60-34DE-4303-576F-7F09CC423BFD}"/>
              </a:ext>
            </a:extLst>
          </p:cNvPr>
          <p:cNvSpPr txBox="1"/>
          <p:nvPr/>
        </p:nvSpPr>
        <p:spPr>
          <a:xfrm>
            <a:off x="1806795" y="305043"/>
            <a:ext cx="5642570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説明性評価の現在の進捗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672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説明結果の出力までは完了し、物理的解釈とモデル間比較を検証中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3022600"/>
            <a:ext cx="8318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完了したこと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ランダムフォレストのTreeSHAP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</a:t>
            </a: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Integrated Gradients</a:t>
            </a:r>
            <a:endParaRPr lang="ja-JP" altLang="en-US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全モデルの周波数帯・時間帯マスクでの出力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説明の安定性・ランダム化確認の出力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3022600"/>
            <a:ext cx="6921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現在確認していること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入力スペクトログラムと説明画像の対応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同一標本でのIGの整合性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モデル間で重要領域が異なるか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ノイズ条件で重要領域が変化する理由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重要領域を除くとONB性能が悪化するか</a:t>
            </a:r>
          </a:p>
        </p:txBody>
      </p:sp>
    </p:spTree>
    <p:extLst>
      <p:ext uri="{BB962C8B-B14F-4D97-AF65-F5344CB8AC3E}">
        <p14:creationId xmlns:p14="http://schemas.microsoft.com/office/powerpoint/2010/main" val="3620994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DB37C-964B-AC11-EDB7-CB194CC0E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64C6A2B1-D68F-3D23-4EB7-F0A679C2E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12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3AE7C6B-7351-5825-E0E1-3777BB8F152C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29CF0DB2-C51E-08ED-FEB3-D6567673BB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3CFCC76-1AE5-A05F-2873-E25C6D79E399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EB4B6EEE-4EAA-E0E7-CAA1-E9DFB1A6B96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76C22DF7-203B-60AF-6317-7E96F3FA660C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5DF53C7B-1F38-147D-28ED-EADF164DCBED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9F7BB424-5D5B-559C-D094-327D1427FAC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3738E4EE-6CB8-C75A-EEA6-6682037FC9F8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4E6FBE-A7B7-773F-4FED-7C19397758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F9BC06B8-13DC-11CF-3C00-4CEAE0D8307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F95155B5-987B-CFDC-AC53-052DFB8B96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DADC0933-F8DA-E030-073B-DCE0A8A176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8FC66875-01D3-021C-13B3-0CA23E986AF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C64C948-81F2-06EA-57BF-D2B0E8375E26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A0D26BA9-C298-92EA-2113-1B64EA0C83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29F16302-7E62-85B7-3C03-875C434D5C5B}"/>
              </a:ext>
            </a:extLst>
          </p:cNvPr>
          <p:cNvSpPr txBox="1"/>
          <p:nvPr/>
        </p:nvSpPr>
        <p:spPr>
          <a:xfrm>
            <a:off x="1806795" y="305043"/>
            <a:ext cx="1538883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まとめ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2286000"/>
            <a:ext cx="83820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年間計画に対する進捗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①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RF単体の回帰からONB評価までの基盤は確立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②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3モデルの安定化と統合評価の実装は完了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③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説明手法は選定・実装済み、結果解釈は進行中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④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ONB近傍指標には着手、データ設計と早期検知定義は未完了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287000" y="2286000"/>
            <a:ext cx="67945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次に行うこと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ja-JP" altLang="en-US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説明性出力の目視・信頼性・物理妥当性確認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ONB近傍と検知遅れの正式な定義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データ設計・評価分割の見直し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同一条件での最終比較と一般化検証</a:t>
            </a:r>
          </a:p>
        </p:txBody>
      </p:sp>
    </p:spTree>
    <p:extLst>
      <p:ext uri="{BB962C8B-B14F-4D97-AF65-F5344CB8AC3E}">
        <p14:creationId xmlns:p14="http://schemas.microsoft.com/office/powerpoint/2010/main" val="1416011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26434</TotalTime>
  <Words>1133</Words>
  <Application>Microsoft Office PowerPoint</Application>
  <PresentationFormat>ユーザー設定</PresentationFormat>
  <Paragraphs>197</Paragraphs>
  <Slides>12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Source Han Sans JP Bold</vt:lpstr>
      <vt:lpstr>Source Han Sans JP Medium</vt:lpstr>
      <vt:lpstr>Wingdings</vt:lpstr>
      <vt:lpstr>Calibri</vt:lpstr>
      <vt:lpstr>Century Gothic Paneuropean</vt:lpstr>
      <vt:lpstr>Source Han Sans JP</vt:lpstr>
      <vt:lpstr>游ゴシック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139</cp:revision>
  <dcterms:created xsi:type="dcterms:W3CDTF">2006-08-16T00:00:00Z</dcterms:created>
  <dcterms:modified xsi:type="dcterms:W3CDTF">2026-07-24T02:59:06Z</dcterms:modified>
  <dc:identifier>DAGKJCfN4aw</dc:identifier>
</cp:coreProperties>
</file>
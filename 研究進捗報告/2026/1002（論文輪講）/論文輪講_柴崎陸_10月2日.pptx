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5"/>
  </p:notesMasterIdLst>
  <p:sldIdLst>
    <p:sldId id="256" r:id="rId2"/>
    <p:sldId id="299" r:id="rId3"/>
    <p:sldId id="379" r:id="rId4"/>
    <p:sldId id="360" r:id="rId5"/>
    <p:sldId id="375" r:id="rId6"/>
    <p:sldId id="353" r:id="rId7"/>
    <p:sldId id="398" r:id="rId8"/>
    <p:sldId id="381" r:id="rId9"/>
    <p:sldId id="382" r:id="rId10"/>
    <p:sldId id="374" r:id="rId11"/>
    <p:sldId id="354" r:id="rId12"/>
    <p:sldId id="391" r:id="rId13"/>
    <p:sldId id="392" r:id="rId14"/>
    <p:sldId id="393" r:id="rId15"/>
    <p:sldId id="383" r:id="rId16"/>
    <p:sldId id="367" r:id="rId17"/>
    <p:sldId id="395" r:id="rId18"/>
    <p:sldId id="394" r:id="rId19"/>
    <p:sldId id="376" r:id="rId20"/>
    <p:sldId id="371" r:id="rId21"/>
    <p:sldId id="372" r:id="rId22"/>
    <p:sldId id="396" r:id="rId23"/>
    <p:sldId id="397" r:id="rId24"/>
  </p:sldIdLst>
  <p:sldSz cx="18288000" cy="10287000"/>
  <p:notesSz cx="6858000" cy="9144000"/>
  <p:embeddedFontLst>
    <p:embeddedFont>
      <p:font typeface="Source Han Sans JP" panose="020B0600070205080204" charset="-128"/>
      <p:regular r:id="rId26"/>
    </p:embeddedFont>
    <p:embeddedFont>
      <p:font typeface="Source Han Sans JP Bold" panose="020B0600070205080204" charset="-128"/>
      <p:regular r:id="rId27"/>
    </p:embeddedFont>
    <p:embeddedFont>
      <p:font typeface="Source Han Sans JP Medium" panose="020B0600070205080204" charset="-128"/>
      <p:regular r:id="rId28"/>
    </p:embeddedFont>
    <p:embeddedFont>
      <p:font typeface="Cambria Math" panose="02040503050406030204" pitchFamily="18" charset="0"/>
      <p:regular r:id="rId29"/>
    </p:embeddedFont>
    <p:embeddedFont>
      <p:font typeface="Now" panose="020B0600070205080204" charset="0"/>
      <p:regular r:id="rId30"/>
    </p:embeddedFont>
    <p:embeddedFont>
      <p:font typeface="游ゴシック" panose="020B0400000000000000" pitchFamily="50" charset="-128"/>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299"/>
            <p14:sldId id="379"/>
            <p14:sldId id="360"/>
            <p14:sldId id="375"/>
            <p14:sldId id="353"/>
            <p14:sldId id="398"/>
            <p14:sldId id="381"/>
            <p14:sldId id="382"/>
            <p14:sldId id="374"/>
            <p14:sldId id="354"/>
            <p14:sldId id="391"/>
            <p14:sldId id="392"/>
            <p14:sldId id="393"/>
            <p14:sldId id="383"/>
            <p14:sldId id="367"/>
            <p14:sldId id="395"/>
            <p14:sldId id="394"/>
            <p14:sldId id="376"/>
            <p14:sldId id="371"/>
            <p14:sldId id="372"/>
            <p14:sldId id="396"/>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6F8"/>
    <a:srgbClr val="86B8B7"/>
    <a:srgbClr val="B0D0CE"/>
    <a:srgbClr val="C8DEDD"/>
    <a:srgbClr val="F79646"/>
    <a:srgbClr val="DBE9E8"/>
    <a:srgbClr val="ECF1F1"/>
    <a:srgbClr val="93BFBE"/>
    <a:srgbClr val="76AEAD"/>
    <a:srgbClr val="5DC7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990F9-E721-44F6-ACC1-60CCC2036168}" v="16" dt="2026-04-30T12:44:23.269"/>
    <p1510:client id="{BF59CE36-4A4D-4065-ADD0-C4A35ECCB0B4}" v="5" dt="2026-05-01T02:30:28.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5" autoAdjust="0"/>
    <p:restoredTop sz="70438"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642"/>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custSel addSld delSld modSld sldOrd delSection modSection">
      <pc:chgData name="陸 柴崎" userId="47b6e960b06a1f92" providerId="LiveId" clId="{DFDF2D9E-0FA2-4FD2-962D-E4713059FE82}" dt="2026-05-01T06:06:38.060" v="9884" actId="20577"/>
      <pc:docMkLst>
        <pc:docMk/>
      </pc:docMkLst>
      <pc:sldChg chg="modSp mod">
        <pc:chgData name="陸 柴崎" userId="47b6e960b06a1f92" providerId="LiveId" clId="{DFDF2D9E-0FA2-4FD2-962D-E4713059FE82}" dt="2026-05-01T01:59:29.179" v="8510" actId="20577"/>
        <pc:sldMkLst>
          <pc:docMk/>
          <pc:sldMk cId="0" sldId="256"/>
        </pc:sldMkLst>
        <pc:spChg chg="mod">
          <ac:chgData name="陸 柴崎" userId="47b6e960b06a1f92" providerId="LiveId" clId="{DFDF2D9E-0FA2-4FD2-962D-E4713059FE82}" dt="2026-04-27T06:20:40.232" v="18" actId="1076"/>
          <ac:spMkLst>
            <pc:docMk/>
            <pc:sldMk cId="0" sldId="256"/>
            <ac:spMk id="13" creationId="{9E46055B-DA28-1F66-CD59-78CAAB0910E0}"/>
          </ac:spMkLst>
        </pc:spChg>
        <pc:spChg chg="mod">
          <ac:chgData name="陸 柴崎" userId="47b6e960b06a1f92" providerId="LiveId" clId="{DFDF2D9E-0FA2-4FD2-962D-E4713059FE82}" dt="2026-04-27T06:20:01.044" v="14" actId="1076"/>
          <ac:spMkLst>
            <pc:docMk/>
            <pc:sldMk cId="0" sldId="256"/>
            <ac:spMk id="14" creationId="{5A851D26-D12C-C610-35D6-4EE88EAAA3D9}"/>
          </ac:spMkLst>
        </pc:spChg>
        <pc:spChg chg="mod">
          <ac:chgData name="陸 柴崎" userId="47b6e960b06a1f92" providerId="LiveId" clId="{DFDF2D9E-0FA2-4FD2-962D-E4713059FE82}" dt="2026-05-01T01:59:29.179" v="8510" actId="20577"/>
          <ac:spMkLst>
            <pc:docMk/>
            <pc:sldMk cId="0" sldId="256"/>
            <ac:spMk id="20" creationId="{00000000-0000-0000-0000-000000000000}"/>
          </ac:spMkLst>
        </pc:spChg>
      </pc:sldChg>
      <pc:sldChg chg="del">
        <pc:chgData name="陸 柴崎" userId="47b6e960b06a1f92" providerId="LiveId" clId="{DFDF2D9E-0FA2-4FD2-962D-E4713059FE82}" dt="2026-04-30T12:03:43.408" v="7465" actId="47"/>
        <pc:sldMkLst>
          <pc:docMk/>
          <pc:sldMk cId="1799079156" sldId="298"/>
        </pc:sldMkLst>
      </pc:sldChg>
      <pc:sldChg chg="del">
        <pc:chgData name="陸 柴崎" userId="47b6e960b06a1f92" providerId="LiveId" clId="{DFDF2D9E-0FA2-4FD2-962D-E4713059FE82}" dt="2026-04-30T12:03:42.818" v="7462" actId="47"/>
        <pc:sldMkLst>
          <pc:docMk/>
          <pc:sldMk cId="3435325129" sldId="302"/>
        </pc:sldMkLst>
      </pc:sldChg>
      <pc:sldChg chg="del">
        <pc:chgData name="陸 柴崎" userId="47b6e960b06a1f92" providerId="LiveId" clId="{DFDF2D9E-0FA2-4FD2-962D-E4713059FE82}" dt="2026-04-30T12:03:42.370" v="7460" actId="47"/>
        <pc:sldMkLst>
          <pc:docMk/>
          <pc:sldMk cId="1994194877" sldId="303"/>
        </pc:sldMkLst>
      </pc:sldChg>
      <pc:sldChg chg="del">
        <pc:chgData name="陸 柴崎" userId="47b6e960b06a1f92" providerId="LiveId" clId="{DFDF2D9E-0FA2-4FD2-962D-E4713059FE82}" dt="2026-04-30T12:03:43.208" v="7464" actId="47"/>
        <pc:sldMkLst>
          <pc:docMk/>
          <pc:sldMk cId="2731234333" sldId="342"/>
        </pc:sldMkLst>
      </pc:sldChg>
      <pc:sldChg chg="del">
        <pc:chgData name="陸 柴崎" userId="47b6e960b06a1f92" providerId="LiveId" clId="{DFDF2D9E-0FA2-4FD2-962D-E4713059FE82}" dt="2026-04-30T12:03:42.961" v="7463" actId="47"/>
        <pc:sldMkLst>
          <pc:docMk/>
          <pc:sldMk cId="1352494329" sldId="343"/>
        </pc:sldMkLst>
      </pc:sldChg>
      <pc:sldChg chg="del">
        <pc:chgData name="陸 柴崎" userId="47b6e960b06a1f92" providerId="LiveId" clId="{DFDF2D9E-0FA2-4FD2-962D-E4713059FE82}" dt="2026-04-30T12:03:42.678" v="7461" actId="47"/>
        <pc:sldMkLst>
          <pc:docMk/>
          <pc:sldMk cId="3838289704" sldId="344"/>
        </pc:sldMkLst>
      </pc:sldChg>
      <pc:sldChg chg="del">
        <pc:chgData name="陸 柴崎" userId="47b6e960b06a1f92" providerId="LiveId" clId="{DFDF2D9E-0FA2-4FD2-962D-E4713059FE82}" dt="2026-04-30T12:03:43.946" v="7467" actId="47"/>
        <pc:sldMkLst>
          <pc:docMk/>
          <pc:sldMk cId="3703406585" sldId="350"/>
        </pc:sldMkLst>
      </pc:sldChg>
      <pc:sldChg chg="del">
        <pc:chgData name="陸 柴崎" userId="47b6e960b06a1f92" providerId="LiveId" clId="{DFDF2D9E-0FA2-4FD2-962D-E4713059FE82}" dt="2026-04-30T12:03:44.859" v="7468" actId="47"/>
        <pc:sldMkLst>
          <pc:docMk/>
          <pc:sldMk cId="2561804069" sldId="352"/>
        </pc:sldMkLst>
      </pc:sldChg>
      <pc:sldChg chg="addSp delSp modSp mod">
        <pc:chgData name="陸 柴崎" userId="47b6e960b06a1f92" providerId="LiveId" clId="{DFDF2D9E-0FA2-4FD2-962D-E4713059FE82}" dt="2026-04-29T04:10:11.052" v="2533" actId="478"/>
        <pc:sldMkLst>
          <pc:docMk/>
          <pc:sldMk cId="1839823296" sldId="353"/>
        </pc:sldMkLst>
        <pc:spChg chg="add del mod">
          <ac:chgData name="陸 柴崎" userId="47b6e960b06a1f92" providerId="LiveId" clId="{DFDF2D9E-0FA2-4FD2-962D-E4713059FE82}" dt="2026-04-29T03:56:56.619" v="1593" actId="1076"/>
          <ac:spMkLst>
            <pc:docMk/>
            <pc:sldMk cId="1839823296" sldId="353"/>
            <ac:spMk id="4" creationId="{C90D2EC1-E0C6-CB2C-2E16-E495BB28CAC2}"/>
          </ac:spMkLst>
        </pc:spChg>
        <pc:spChg chg="mod">
          <ac:chgData name="陸 柴崎" userId="47b6e960b06a1f92" providerId="LiveId" clId="{DFDF2D9E-0FA2-4FD2-962D-E4713059FE82}" dt="2026-04-29T03:59:13.531" v="1837" actId="20577"/>
          <ac:spMkLst>
            <pc:docMk/>
            <pc:sldMk cId="1839823296" sldId="353"/>
            <ac:spMk id="5" creationId="{E4738322-4920-5653-9CB1-4917B1597833}"/>
          </ac:spMkLst>
        </pc:spChg>
        <pc:spChg chg="add del mod">
          <ac:chgData name="陸 柴崎" userId="47b6e960b06a1f92" providerId="LiveId" clId="{DFDF2D9E-0FA2-4FD2-962D-E4713059FE82}" dt="2026-04-29T03:56:59.892" v="1594" actId="1076"/>
          <ac:spMkLst>
            <pc:docMk/>
            <pc:sldMk cId="1839823296" sldId="353"/>
            <ac:spMk id="8" creationId="{C63D8827-0A27-19B0-C566-8649470AE413}"/>
          </ac:spMkLst>
        </pc:spChg>
        <pc:spChg chg="add mod">
          <ac:chgData name="陸 柴崎" userId="47b6e960b06a1f92" providerId="LiveId" clId="{DFDF2D9E-0FA2-4FD2-962D-E4713059FE82}" dt="2026-04-29T03:57:08.277" v="1595" actId="1076"/>
          <ac:spMkLst>
            <pc:docMk/>
            <pc:sldMk cId="1839823296" sldId="353"/>
            <ac:spMk id="9" creationId="{33008352-DBFB-6A87-3618-5E6554B75EE3}"/>
          </ac:spMkLst>
        </pc:spChg>
        <pc:spChg chg="add mod">
          <ac:chgData name="陸 柴崎" userId="47b6e960b06a1f92" providerId="LiveId" clId="{DFDF2D9E-0FA2-4FD2-962D-E4713059FE82}" dt="2026-04-29T04:00:22.775" v="1846" actId="1076"/>
          <ac:spMkLst>
            <pc:docMk/>
            <pc:sldMk cId="1839823296" sldId="353"/>
            <ac:spMk id="27" creationId="{82A7A710-567C-62B5-4F83-EFCCA0EC628B}"/>
          </ac:spMkLst>
        </pc:spChg>
        <pc:spChg chg="mod">
          <ac:chgData name="陸 柴崎" userId="47b6e960b06a1f92" providerId="LiveId" clId="{DFDF2D9E-0FA2-4FD2-962D-E4713059FE82}" dt="2026-04-29T03:53:55.871" v="1273" actId="20577"/>
          <ac:spMkLst>
            <pc:docMk/>
            <pc:sldMk cId="1839823296" sldId="353"/>
            <ac:spMk id="40" creationId="{2E361B5C-CFB1-8AAC-7296-520CE6FBC6A1}"/>
          </ac:spMkLst>
        </pc:spChg>
        <pc:spChg chg="mod">
          <ac:chgData name="陸 柴崎" userId="47b6e960b06a1f92" providerId="LiveId" clId="{DFDF2D9E-0FA2-4FD2-962D-E4713059FE82}" dt="2026-04-29T03:56:41.346" v="1590" actId="1076"/>
          <ac:spMkLst>
            <pc:docMk/>
            <pc:sldMk cId="1839823296" sldId="353"/>
            <ac:spMk id="45" creationId="{E9C36849-A082-11E7-2684-5B557E7897FE}"/>
          </ac:spMkLst>
        </pc:spChg>
        <pc:spChg chg="mod">
          <ac:chgData name="陸 柴崎" userId="47b6e960b06a1f92" providerId="LiveId" clId="{DFDF2D9E-0FA2-4FD2-962D-E4713059FE82}" dt="2026-04-29T03:56:46.360" v="1591" actId="1076"/>
          <ac:spMkLst>
            <pc:docMk/>
            <pc:sldMk cId="1839823296" sldId="353"/>
            <ac:spMk id="46" creationId="{066A62D8-A21F-9B61-8968-DA5E5C0EAB8E}"/>
          </ac:spMkLst>
        </pc:spChg>
        <pc:spChg chg="mod">
          <ac:chgData name="陸 柴崎" userId="47b6e960b06a1f92" providerId="LiveId" clId="{DFDF2D9E-0FA2-4FD2-962D-E4713059FE82}" dt="2026-04-29T03:58:58.359" v="1822" actId="1076"/>
          <ac:spMkLst>
            <pc:docMk/>
            <pc:sldMk cId="1839823296" sldId="353"/>
            <ac:spMk id="52" creationId="{82EDB9AC-CB59-BEFD-B5DC-46020D7D6414}"/>
          </ac:spMkLst>
        </pc:spChg>
        <pc:spChg chg="mod">
          <ac:chgData name="陸 柴崎" userId="47b6e960b06a1f92" providerId="LiveId" clId="{DFDF2D9E-0FA2-4FD2-962D-E4713059FE82}" dt="2026-04-29T03:58:58.359" v="1822" actId="1076"/>
          <ac:spMkLst>
            <pc:docMk/>
            <pc:sldMk cId="1839823296" sldId="353"/>
            <ac:spMk id="56" creationId="{9CAA9BC2-A211-526C-F842-BB79298AA7F4}"/>
          </ac:spMkLst>
        </pc:spChg>
      </pc:sldChg>
      <pc:sldChg chg="addSp delSp modSp mod modNotesTx">
        <pc:chgData name="陸 柴崎" userId="47b6e960b06a1f92" providerId="LiveId" clId="{DFDF2D9E-0FA2-4FD2-962D-E4713059FE82}" dt="2026-04-30T11:42:28.255" v="7023" actId="20577"/>
        <pc:sldMkLst>
          <pc:docMk/>
          <pc:sldMk cId="427512372" sldId="354"/>
        </pc:sldMkLst>
        <pc:spChg chg="mod">
          <ac:chgData name="陸 柴崎" userId="47b6e960b06a1f92" providerId="LiveId" clId="{DFDF2D9E-0FA2-4FD2-962D-E4713059FE82}" dt="2026-04-29T04:31:20.483" v="3511" actId="20577"/>
          <ac:spMkLst>
            <pc:docMk/>
            <pc:sldMk cId="427512372" sldId="354"/>
            <ac:spMk id="3" creationId="{CC63A3F2-F528-F444-0694-96656D4D2EE7}"/>
          </ac:spMkLst>
        </pc:spChg>
        <pc:spChg chg="add mod">
          <ac:chgData name="陸 柴崎" userId="47b6e960b06a1f92" providerId="LiveId" clId="{DFDF2D9E-0FA2-4FD2-962D-E4713059FE82}" dt="2026-04-29T04:25:16.933" v="3373" actId="1076"/>
          <ac:spMkLst>
            <pc:docMk/>
            <pc:sldMk cId="427512372" sldId="354"/>
            <ac:spMk id="26" creationId="{5C753089-F9CD-9366-72E7-496592706051}"/>
          </ac:spMkLst>
        </pc:spChg>
        <pc:picChg chg="add mod modCrop">
          <ac:chgData name="陸 柴崎" userId="47b6e960b06a1f92" providerId="LiveId" clId="{DFDF2D9E-0FA2-4FD2-962D-E4713059FE82}" dt="2026-04-29T04:24:02.252" v="3359" actId="1076"/>
          <ac:picMkLst>
            <pc:docMk/>
            <pc:sldMk cId="427512372" sldId="354"/>
            <ac:picMk id="8" creationId="{1115FAC0-2CBF-A93E-1DDA-3BC9BBCB9BA1}"/>
          </ac:picMkLst>
        </pc:picChg>
      </pc:sldChg>
      <pc:sldChg chg="del">
        <pc:chgData name="陸 柴崎" userId="47b6e960b06a1f92" providerId="LiveId" clId="{DFDF2D9E-0FA2-4FD2-962D-E4713059FE82}" dt="2026-04-30T12:03:43.622" v="7466" actId="47"/>
        <pc:sldMkLst>
          <pc:docMk/>
          <pc:sldMk cId="3000279953" sldId="359"/>
        </pc:sldMkLst>
      </pc:sldChg>
      <pc:sldChg chg="modSp mod">
        <pc:chgData name="陸 柴崎" userId="47b6e960b06a1f92" providerId="LiveId" clId="{DFDF2D9E-0FA2-4FD2-962D-E4713059FE82}" dt="2026-05-01T02:01:25.372" v="8646" actId="20577"/>
        <pc:sldMkLst>
          <pc:docMk/>
          <pc:sldMk cId="609340271" sldId="360"/>
        </pc:sldMkLst>
        <pc:spChg chg="mod">
          <ac:chgData name="陸 柴崎" userId="47b6e960b06a1f92" providerId="LiveId" clId="{DFDF2D9E-0FA2-4FD2-962D-E4713059FE82}" dt="2026-04-27T06:46:45.807" v="668" actId="1076"/>
          <ac:spMkLst>
            <pc:docMk/>
            <pc:sldMk cId="609340271" sldId="360"/>
            <ac:spMk id="3" creationId="{F2A5ABC3-E266-0634-4B4D-A255C12B0297}"/>
          </ac:spMkLst>
        </pc:spChg>
        <pc:spChg chg="mod">
          <ac:chgData name="陸 柴崎" userId="47b6e960b06a1f92" providerId="LiveId" clId="{DFDF2D9E-0FA2-4FD2-962D-E4713059FE82}" dt="2026-05-01T02:01:25.372" v="8646" actId="20577"/>
          <ac:spMkLst>
            <pc:docMk/>
            <pc:sldMk cId="609340271" sldId="360"/>
            <ac:spMk id="4" creationId="{C20DF737-0EA7-732E-D1FB-558737ED9428}"/>
          </ac:spMkLst>
        </pc:spChg>
        <pc:spChg chg="mod">
          <ac:chgData name="陸 柴崎" userId="47b6e960b06a1f92" providerId="LiveId" clId="{DFDF2D9E-0FA2-4FD2-962D-E4713059FE82}" dt="2026-04-29T04:16:10.132" v="2897" actId="1076"/>
          <ac:spMkLst>
            <pc:docMk/>
            <pc:sldMk cId="609340271" sldId="360"/>
            <ac:spMk id="40" creationId="{18BCDE0D-5E21-57F1-517E-02D58024D4E0}"/>
          </ac:spMkLst>
        </pc:spChg>
        <pc:spChg chg="mod">
          <ac:chgData name="陸 柴崎" userId="47b6e960b06a1f92" providerId="LiveId" clId="{DFDF2D9E-0FA2-4FD2-962D-E4713059FE82}" dt="2026-05-01T02:00:39.339" v="8603" actId="20577"/>
          <ac:spMkLst>
            <pc:docMk/>
            <pc:sldMk cId="609340271" sldId="360"/>
            <ac:spMk id="57" creationId="{C67B1B63-E895-36A2-FADA-3D87D2B968CB}"/>
          </ac:spMkLst>
        </pc:spChg>
        <pc:spChg chg="mod">
          <ac:chgData name="陸 柴崎" userId="47b6e960b06a1f92" providerId="LiveId" clId="{DFDF2D9E-0FA2-4FD2-962D-E4713059FE82}" dt="2026-04-27T06:46:43.165" v="667" actId="1076"/>
          <ac:spMkLst>
            <pc:docMk/>
            <pc:sldMk cId="609340271" sldId="360"/>
            <ac:spMk id="69" creationId="{5A6EDAFF-02C6-07F6-6A7A-521036718516}"/>
          </ac:spMkLst>
        </pc:spChg>
        <pc:grpChg chg="mod">
          <ac:chgData name="陸 柴崎" userId="47b6e960b06a1f92" providerId="LiveId" clId="{DFDF2D9E-0FA2-4FD2-962D-E4713059FE82}" dt="2026-04-29T04:15:59.903" v="2895" actId="1076"/>
          <ac:grpSpMkLst>
            <pc:docMk/>
            <pc:sldMk cId="609340271" sldId="360"/>
            <ac:grpSpMk id="44" creationId="{8545B1C6-AD44-CAA2-F2D8-7D9E0EE8C615}"/>
          </ac:grpSpMkLst>
        </pc:grpChg>
        <pc:grpChg chg="mod">
          <ac:chgData name="陸 柴崎" userId="47b6e960b06a1f92" providerId="LiveId" clId="{DFDF2D9E-0FA2-4FD2-962D-E4713059FE82}" dt="2026-04-27T06:46:43.165" v="667" actId="1076"/>
          <ac:grpSpMkLst>
            <pc:docMk/>
            <pc:sldMk cId="609340271" sldId="360"/>
            <ac:grpSpMk id="66" creationId="{5D8A99AE-AB03-F0C5-CD0B-198872016830}"/>
          </ac:grpSpMkLst>
        </pc:grpChg>
      </pc:sldChg>
      <pc:sldChg chg="addSp delSp modSp mod modNotesTx">
        <pc:chgData name="陸 柴崎" userId="47b6e960b06a1f92" providerId="LiveId" clId="{DFDF2D9E-0FA2-4FD2-962D-E4713059FE82}" dt="2026-05-01T02:27:22.398" v="9032" actId="20577"/>
        <pc:sldMkLst>
          <pc:docMk/>
          <pc:sldMk cId="1498123991" sldId="367"/>
        </pc:sldMkLst>
        <pc:spChg chg="mod">
          <ac:chgData name="陸 柴崎" userId="47b6e960b06a1f92" providerId="LiveId" clId="{DFDF2D9E-0FA2-4FD2-962D-E4713059FE82}" dt="2026-04-29T04:59:58.190" v="4238" actId="14100"/>
          <ac:spMkLst>
            <pc:docMk/>
            <pc:sldMk cId="1498123991" sldId="367"/>
            <ac:spMk id="3" creationId="{08ED5234-0177-85AC-C2B4-93A061664757}"/>
          </ac:spMkLst>
        </pc:spChg>
        <pc:spChg chg="add mod">
          <ac:chgData name="陸 柴崎" userId="47b6e960b06a1f92" providerId="LiveId" clId="{DFDF2D9E-0FA2-4FD2-962D-E4713059FE82}" dt="2026-04-29T05:01:21.668" v="4482" actId="20577"/>
          <ac:spMkLst>
            <pc:docMk/>
            <pc:sldMk cId="1498123991" sldId="367"/>
            <ac:spMk id="7" creationId="{879BC0AE-5290-3F86-BF5B-32D4A6082E4C}"/>
          </ac:spMkLst>
        </pc:spChg>
        <pc:spChg chg="add mod">
          <ac:chgData name="陸 柴崎" userId="47b6e960b06a1f92" providerId="LiveId" clId="{DFDF2D9E-0FA2-4FD2-962D-E4713059FE82}" dt="2026-05-01T02:27:22.398" v="9032" actId="20577"/>
          <ac:spMkLst>
            <pc:docMk/>
            <pc:sldMk cId="1498123991" sldId="367"/>
            <ac:spMk id="30" creationId="{E56EEF28-2861-3970-36DE-A2E0E9813AA4}"/>
          </ac:spMkLst>
        </pc:spChg>
        <pc:spChg chg="add mod ord">
          <ac:chgData name="陸 柴崎" userId="47b6e960b06a1f92" providerId="LiveId" clId="{DFDF2D9E-0FA2-4FD2-962D-E4713059FE82}" dt="2026-04-30T12:09:20.449" v="7510" actId="14100"/>
          <ac:spMkLst>
            <pc:docMk/>
            <pc:sldMk cId="1498123991" sldId="367"/>
            <ac:spMk id="33" creationId="{64818BBA-FF9C-64C5-603F-C9F3CC9A6057}"/>
          </ac:spMkLst>
        </pc:spChg>
      </pc:sldChg>
      <pc:sldChg chg="addSp modSp mod">
        <pc:chgData name="陸 柴崎" userId="47b6e960b06a1f92" providerId="LiveId" clId="{DFDF2D9E-0FA2-4FD2-962D-E4713059FE82}" dt="2026-04-30T12:13:01.075" v="7729" actId="14100"/>
        <pc:sldMkLst>
          <pc:docMk/>
          <pc:sldMk cId="171453735" sldId="369"/>
        </pc:sldMkLst>
        <pc:spChg chg="add mod">
          <ac:chgData name="陸 柴崎" userId="47b6e960b06a1f92" providerId="LiveId" clId="{DFDF2D9E-0FA2-4FD2-962D-E4713059FE82}" dt="2026-04-30T12:13:01.075" v="7729" actId="14100"/>
          <ac:spMkLst>
            <pc:docMk/>
            <pc:sldMk cId="171453735" sldId="369"/>
            <ac:spMk id="4" creationId="{35323E74-E127-4A5B-83FF-EAD20FF8CF43}"/>
          </ac:spMkLst>
        </pc:spChg>
        <pc:spChg chg="add mod">
          <ac:chgData name="陸 柴崎" userId="47b6e960b06a1f92" providerId="LiveId" clId="{DFDF2D9E-0FA2-4FD2-962D-E4713059FE82}" dt="2026-04-30T12:12:49.663" v="7726" actId="1076"/>
          <ac:spMkLst>
            <pc:docMk/>
            <pc:sldMk cId="171453735" sldId="369"/>
            <ac:spMk id="5" creationId="{F5B0D247-F7A5-E1C5-944F-190027EC9A59}"/>
          </ac:spMkLst>
        </pc:spChg>
        <pc:picChg chg="mod">
          <ac:chgData name="陸 柴崎" userId="47b6e960b06a1f92" providerId="LiveId" clId="{DFDF2D9E-0FA2-4FD2-962D-E4713059FE82}" dt="2026-04-30T12:12:07.067" v="7674" actId="1037"/>
          <ac:picMkLst>
            <pc:docMk/>
            <pc:sldMk cId="171453735" sldId="369"/>
            <ac:picMk id="7" creationId="{3B21797C-4B43-4185-96B5-AC113D6E6ADC}"/>
          </ac:picMkLst>
        </pc:picChg>
      </pc:sldChg>
      <pc:sldChg chg="addSp delSp modSp mod">
        <pc:chgData name="陸 柴崎" userId="47b6e960b06a1f92" providerId="LiveId" clId="{DFDF2D9E-0FA2-4FD2-962D-E4713059FE82}" dt="2026-04-30T12:38:24.584" v="7925" actId="20577"/>
        <pc:sldMkLst>
          <pc:docMk/>
          <pc:sldMk cId="776935616" sldId="371"/>
        </pc:sldMkLst>
        <pc:spChg chg="mod">
          <ac:chgData name="陸 柴崎" userId="47b6e960b06a1f92" providerId="LiveId" clId="{DFDF2D9E-0FA2-4FD2-962D-E4713059FE82}" dt="2026-04-30T11:06:49.534" v="5705" actId="20577"/>
          <ac:spMkLst>
            <pc:docMk/>
            <pc:sldMk cId="776935616" sldId="371"/>
            <ac:spMk id="3" creationId="{5EECB152-7FF6-E7FF-4AED-B64C4FB0C9EA}"/>
          </ac:spMkLst>
        </pc:spChg>
        <pc:spChg chg="add mod">
          <ac:chgData name="陸 柴崎" userId="47b6e960b06a1f92" providerId="LiveId" clId="{DFDF2D9E-0FA2-4FD2-962D-E4713059FE82}" dt="2026-04-30T12:38:24.584" v="7925" actId="20577"/>
          <ac:spMkLst>
            <pc:docMk/>
            <pc:sldMk cId="776935616" sldId="371"/>
            <ac:spMk id="26" creationId="{46F98B60-0235-A762-1515-E980046B9D29}"/>
          </ac:spMkLst>
        </pc:spChg>
        <pc:spChg chg="mod">
          <ac:chgData name="陸 柴崎" userId="47b6e960b06a1f92" providerId="LiveId" clId="{DFDF2D9E-0FA2-4FD2-962D-E4713059FE82}" dt="2026-04-30T10:56:23.708" v="5120" actId="14100"/>
          <ac:spMkLst>
            <pc:docMk/>
            <pc:sldMk cId="776935616" sldId="371"/>
            <ac:spMk id="35" creationId="{4E9B6F8F-4409-0CAE-15CC-B110B0D31EE9}"/>
          </ac:spMkLst>
        </pc:spChg>
        <pc:spChg chg="mod">
          <ac:chgData name="陸 柴崎" userId="47b6e960b06a1f92" providerId="LiveId" clId="{DFDF2D9E-0FA2-4FD2-962D-E4713059FE82}" dt="2026-04-30T11:03:15.213" v="5443" actId="20577"/>
          <ac:spMkLst>
            <pc:docMk/>
            <pc:sldMk cId="776935616" sldId="371"/>
            <ac:spMk id="36" creationId="{2AD0E88D-EB32-5444-2C66-41FED6D1ACB3}"/>
          </ac:spMkLst>
        </pc:spChg>
        <pc:grpChg chg="del">
          <ac:chgData name="陸 柴崎" userId="47b6e960b06a1f92" providerId="LiveId" clId="{DFDF2D9E-0FA2-4FD2-962D-E4713059FE82}" dt="2026-04-30T10:30:11.585" v="5109" actId="478"/>
          <ac:grpSpMkLst>
            <pc:docMk/>
            <pc:sldMk cId="776935616" sldId="371"/>
            <ac:grpSpMk id="4" creationId="{236D53AE-1A73-0450-EA89-76FC7FA3C1BC}"/>
          </ac:grpSpMkLst>
        </pc:grpChg>
        <pc:picChg chg="del">
          <ac:chgData name="陸 柴崎" userId="47b6e960b06a1f92" providerId="LiveId" clId="{DFDF2D9E-0FA2-4FD2-962D-E4713059FE82}" dt="2026-04-30T10:30:10.433" v="5108" actId="478"/>
          <ac:picMkLst>
            <pc:docMk/>
            <pc:sldMk cId="776935616" sldId="371"/>
            <ac:picMk id="8" creationId="{2DABA004-AD43-F198-956D-5E8B266AEA47}"/>
          </ac:picMkLst>
        </pc:picChg>
        <pc:picChg chg="add mod">
          <ac:chgData name="陸 柴崎" userId="47b6e960b06a1f92" providerId="LiveId" clId="{DFDF2D9E-0FA2-4FD2-962D-E4713059FE82}" dt="2026-04-30T10:56:25.765" v="5121" actId="1076"/>
          <ac:picMkLst>
            <pc:docMk/>
            <pc:sldMk cId="776935616" sldId="371"/>
            <ac:picMk id="9" creationId="{853EFD15-E12B-03F4-C8F1-91ABB8636351}"/>
          </ac:picMkLst>
        </pc:picChg>
      </pc:sldChg>
      <pc:sldChg chg="addSp delSp modSp mod">
        <pc:chgData name="陸 柴崎" userId="47b6e960b06a1f92" providerId="LiveId" clId="{DFDF2D9E-0FA2-4FD2-962D-E4713059FE82}" dt="2026-05-01T02:04:50.855" v="8714" actId="20577"/>
        <pc:sldMkLst>
          <pc:docMk/>
          <pc:sldMk cId="2501506395" sldId="372"/>
        </pc:sldMkLst>
        <pc:spChg chg="mod">
          <ac:chgData name="陸 柴崎" userId="47b6e960b06a1f92" providerId="LiveId" clId="{DFDF2D9E-0FA2-4FD2-962D-E4713059FE82}" dt="2026-04-30T11:07:02.240" v="5714" actId="20577"/>
          <ac:spMkLst>
            <pc:docMk/>
            <pc:sldMk cId="2501506395" sldId="372"/>
            <ac:spMk id="3" creationId="{47C59F46-929A-5313-7A47-8A2B5F2DD145}"/>
          </ac:spMkLst>
        </pc:spChg>
        <pc:spChg chg="add mod">
          <ac:chgData name="陸 柴崎" userId="47b6e960b06a1f92" providerId="LiveId" clId="{DFDF2D9E-0FA2-4FD2-962D-E4713059FE82}" dt="2026-04-30T11:11:34.286" v="5929" actId="20577"/>
          <ac:spMkLst>
            <pc:docMk/>
            <pc:sldMk cId="2501506395" sldId="372"/>
            <ac:spMk id="7" creationId="{6DB342B9-19AE-5210-55C8-A8A36BDE9938}"/>
          </ac:spMkLst>
        </pc:spChg>
        <pc:spChg chg="add mod">
          <ac:chgData name="陸 柴崎" userId="47b6e960b06a1f92" providerId="LiveId" clId="{DFDF2D9E-0FA2-4FD2-962D-E4713059FE82}" dt="2026-04-30T11:10:33.081" v="5922" actId="1076"/>
          <ac:spMkLst>
            <pc:docMk/>
            <pc:sldMk cId="2501506395" sldId="372"/>
            <ac:spMk id="8" creationId="{C0AB0A08-AA76-1B94-50D7-A4DC865FDEF0}"/>
          </ac:spMkLst>
        </pc:spChg>
        <pc:spChg chg="add mod">
          <ac:chgData name="陸 柴崎" userId="47b6e960b06a1f92" providerId="LiveId" clId="{DFDF2D9E-0FA2-4FD2-962D-E4713059FE82}" dt="2026-05-01T02:04:50.855" v="8714" actId="20577"/>
          <ac:spMkLst>
            <pc:docMk/>
            <pc:sldMk cId="2501506395" sldId="372"/>
            <ac:spMk id="9" creationId="{D53A01AB-427B-8278-81F6-B22FE67A4405}"/>
          </ac:spMkLst>
        </pc:spChg>
        <pc:spChg chg="del">
          <ac:chgData name="陸 柴崎" userId="47b6e960b06a1f92" providerId="LiveId" clId="{DFDF2D9E-0FA2-4FD2-962D-E4713059FE82}" dt="2026-04-30T11:07:47.432" v="5767" actId="478"/>
          <ac:spMkLst>
            <pc:docMk/>
            <pc:sldMk cId="2501506395" sldId="372"/>
            <ac:spMk id="26" creationId="{FA44AA86-CC4E-9DCA-3BCA-FB990A938400}"/>
          </ac:spMkLst>
        </pc:spChg>
        <pc:spChg chg="del">
          <ac:chgData name="陸 柴崎" userId="47b6e960b06a1f92" providerId="LiveId" clId="{DFDF2D9E-0FA2-4FD2-962D-E4713059FE82}" dt="2026-04-30T11:07:44.869" v="5764" actId="478"/>
          <ac:spMkLst>
            <pc:docMk/>
            <pc:sldMk cId="2501506395" sldId="372"/>
            <ac:spMk id="27" creationId="{81ABA0E8-3737-8390-325D-CEBBBD631BA2}"/>
          </ac:spMkLst>
        </pc:spChg>
        <pc:spChg chg="del">
          <ac:chgData name="陸 柴崎" userId="47b6e960b06a1f92" providerId="LiveId" clId="{DFDF2D9E-0FA2-4FD2-962D-E4713059FE82}" dt="2026-04-30T11:07:46.558" v="5766" actId="478"/>
          <ac:spMkLst>
            <pc:docMk/>
            <pc:sldMk cId="2501506395" sldId="372"/>
            <ac:spMk id="32" creationId="{E7ED83AF-043F-4A88-E6C8-A642B6683DD8}"/>
          </ac:spMkLst>
        </pc:spChg>
        <pc:spChg chg="del">
          <ac:chgData name="陸 柴崎" userId="47b6e960b06a1f92" providerId="LiveId" clId="{DFDF2D9E-0FA2-4FD2-962D-E4713059FE82}" dt="2026-04-30T11:07:45.756" v="5765" actId="478"/>
          <ac:spMkLst>
            <pc:docMk/>
            <pc:sldMk cId="2501506395" sldId="372"/>
            <ac:spMk id="34" creationId="{1C4A924E-5DBF-DCBE-B85E-71B6461FEEB3}"/>
          </ac:spMkLst>
        </pc:spChg>
        <pc:grpChg chg="del">
          <ac:chgData name="陸 柴崎" userId="47b6e960b06a1f92" providerId="LiveId" clId="{DFDF2D9E-0FA2-4FD2-962D-E4713059FE82}" dt="2026-04-30T11:07:14.586" v="5715" actId="478"/>
          <ac:grpSpMkLst>
            <pc:docMk/>
            <pc:sldMk cId="2501506395" sldId="372"/>
            <ac:grpSpMk id="4" creationId="{AF75046B-34BD-EC57-D8CA-E92700DCBC3D}"/>
          </ac:grpSpMkLst>
        </pc:grpChg>
        <pc:picChg chg="add mod">
          <ac:chgData name="陸 柴崎" userId="47b6e960b06a1f92" providerId="LiveId" clId="{DFDF2D9E-0FA2-4FD2-962D-E4713059FE82}" dt="2026-04-30T11:10:37.477" v="5926" actId="1037"/>
          <ac:picMkLst>
            <pc:docMk/>
            <pc:sldMk cId="2501506395" sldId="372"/>
            <ac:picMk id="29" creationId="{2D1CDC55-C940-2944-210C-358A5CECBC03}"/>
          </ac:picMkLst>
        </pc:picChg>
        <pc:picChg chg="del">
          <ac:chgData name="陸 柴崎" userId="47b6e960b06a1f92" providerId="LiveId" clId="{DFDF2D9E-0FA2-4FD2-962D-E4713059FE82}" dt="2026-04-30T11:07:42.202" v="5763" actId="478"/>
          <ac:picMkLst>
            <pc:docMk/>
            <pc:sldMk cId="2501506395" sldId="372"/>
            <ac:picMk id="33" creationId="{11139286-8B1D-5848-7E1E-0A83959DB6CE}"/>
          </ac:picMkLst>
        </pc:picChg>
      </pc:sldChg>
      <pc:sldChg chg="addSp delSp modSp mod modNotesTx">
        <pc:chgData name="陸 柴崎" userId="47b6e960b06a1f92" providerId="LiveId" clId="{DFDF2D9E-0FA2-4FD2-962D-E4713059FE82}" dt="2026-05-01T06:06:38.060" v="9884" actId="20577"/>
        <pc:sldMkLst>
          <pc:docMk/>
          <pc:sldMk cId="3029064412" sldId="373"/>
        </pc:sldMkLst>
        <pc:spChg chg="mod">
          <ac:chgData name="陸 柴崎" userId="47b6e960b06a1f92" providerId="LiveId" clId="{DFDF2D9E-0FA2-4FD2-962D-E4713059FE82}" dt="2026-05-01T02:05:39.555" v="8748" actId="20577"/>
          <ac:spMkLst>
            <pc:docMk/>
            <pc:sldMk cId="3029064412" sldId="373"/>
            <ac:spMk id="3" creationId="{28EF2D4D-08E5-3592-3EE1-02E9943A7CF9}"/>
          </ac:spMkLst>
        </pc:spChg>
        <pc:spChg chg="add mod">
          <ac:chgData name="陸 柴崎" userId="47b6e960b06a1f92" providerId="LiveId" clId="{DFDF2D9E-0FA2-4FD2-962D-E4713059FE82}" dt="2026-04-30T12:39:59.754" v="8004" actId="1036"/>
          <ac:spMkLst>
            <pc:docMk/>
            <pc:sldMk cId="3029064412" sldId="373"/>
            <ac:spMk id="7" creationId="{55CF3611-8AE0-8D60-F5FF-91EF151B693F}"/>
          </ac:spMkLst>
        </pc:spChg>
        <pc:spChg chg="mod">
          <ac:chgData name="陸 柴崎" userId="47b6e960b06a1f92" providerId="LiveId" clId="{DFDF2D9E-0FA2-4FD2-962D-E4713059FE82}" dt="2026-04-30T12:47:00.265" v="8503" actId="20577"/>
          <ac:spMkLst>
            <pc:docMk/>
            <pc:sldMk cId="3029064412" sldId="373"/>
            <ac:spMk id="8" creationId="{B89DAA68-4148-F088-572F-9ED684EB5AF0}"/>
          </ac:spMkLst>
        </pc:spChg>
        <pc:grpChg chg="del">
          <ac:chgData name="陸 柴崎" userId="47b6e960b06a1f92" providerId="LiveId" clId="{DFDF2D9E-0FA2-4FD2-962D-E4713059FE82}" dt="2026-04-30T11:26:44.391" v="7021" actId="478"/>
          <ac:grpSpMkLst>
            <pc:docMk/>
            <pc:sldMk cId="3029064412" sldId="373"/>
            <ac:grpSpMk id="4" creationId="{B6A2AE1C-786F-4506-913C-8E0E90D16897}"/>
          </ac:grpSpMkLst>
        </pc:grpChg>
      </pc:sldChg>
      <pc:sldChg chg="addSp delSp modSp mod">
        <pc:chgData name="陸 柴崎" userId="47b6e960b06a1f92" providerId="LiveId" clId="{DFDF2D9E-0FA2-4FD2-962D-E4713059FE82}" dt="2026-04-29T03:59:29.806" v="1838" actId="478"/>
        <pc:sldMkLst>
          <pc:docMk/>
          <pc:sldMk cId="686063565" sldId="375"/>
        </pc:sldMkLst>
      </pc:sldChg>
      <pc:sldChg chg="delSp mod">
        <pc:chgData name="陸 柴崎" userId="47b6e960b06a1f92" providerId="LiveId" clId="{DFDF2D9E-0FA2-4FD2-962D-E4713059FE82}" dt="2026-04-30T11:31:43.809" v="7022" actId="478"/>
        <pc:sldMkLst>
          <pc:docMk/>
          <pc:sldMk cId="4231756051" sldId="376"/>
        </pc:sldMkLst>
        <pc:spChg chg="del">
          <ac:chgData name="陸 柴崎" userId="47b6e960b06a1f92" providerId="LiveId" clId="{DFDF2D9E-0FA2-4FD2-962D-E4713059FE82}" dt="2026-04-30T11:31:43.809" v="7022" actId="478"/>
          <ac:spMkLst>
            <pc:docMk/>
            <pc:sldMk cId="4231756051" sldId="376"/>
            <ac:spMk id="2" creationId="{A1B3ADA4-0E49-9FC4-4168-8FE7D0E0D5D9}"/>
          </ac:spMkLst>
        </pc:spChg>
      </pc:sldChg>
      <pc:sldChg chg="addSp delSp modSp mod">
        <pc:chgData name="陸 柴崎" userId="47b6e960b06a1f92" providerId="LiveId" clId="{DFDF2D9E-0FA2-4FD2-962D-E4713059FE82}" dt="2026-05-01T02:05:31.771" v="8724" actId="20577"/>
        <pc:sldMkLst>
          <pc:docMk/>
          <pc:sldMk cId="1738244995" sldId="380"/>
        </pc:sldMkLst>
        <pc:spChg chg="mod">
          <ac:chgData name="陸 柴崎" userId="47b6e960b06a1f92" providerId="LiveId" clId="{DFDF2D9E-0FA2-4FD2-962D-E4713059FE82}" dt="2026-05-01T02:05:31.771" v="8724" actId="20577"/>
          <ac:spMkLst>
            <pc:docMk/>
            <pc:sldMk cId="1738244995" sldId="380"/>
            <ac:spMk id="3" creationId="{BAC40D29-8900-C127-8A5B-38B034C85586}"/>
          </ac:spMkLst>
        </pc:spChg>
        <pc:spChg chg="add mod">
          <ac:chgData name="陸 柴崎" userId="47b6e960b06a1f92" providerId="LiveId" clId="{DFDF2D9E-0FA2-4FD2-962D-E4713059FE82}" dt="2026-04-30T11:11:52.770" v="5960" actId="20577"/>
          <ac:spMkLst>
            <pc:docMk/>
            <pc:sldMk cId="1738244995" sldId="380"/>
            <ac:spMk id="7" creationId="{946D7531-BE52-17EA-AD97-030D514BC7E6}"/>
          </ac:spMkLst>
        </pc:spChg>
        <pc:spChg chg="del">
          <ac:chgData name="陸 柴崎" userId="47b6e960b06a1f92" providerId="LiveId" clId="{DFDF2D9E-0FA2-4FD2-962D-E4713059FE82}" dt="2026-04-30T11:11:41.277" v="5932" actId="478"/>
          <ac:spMkLst>
            <pc:docMk/>
            <pc:sldMk cId="1738244995" sldId="380"/>
            <ac:spMk id="9" creationId="{91D80667-6D1A-E95E-25E0-0F7861ECB8DA}"/>
          </ac:spMkLst>
        </pc:spChg>
        <pc:spChg chg="del">
          <ac:chgData name="陸 柴崎" userId="47b6e960b06a1f92" providerId="LiveId" clId="{DFDF2D9E-0FA2-4FD2-962D-E4713059FE82}" dt="2026-04-30T11:11:41.277" v="5932" actId="478"/>
          <ac:spMkLst>
            <pc:docMk/>
            <pc:sldMk cId="1738244995" sldId="380"/>
            <ac:spMk id="26" creationId="{58762009-5883-A445-BB41-7D67923B374F}"/>
          </ac:spMkLst>
        </pc:spChg>
        <pc:spChg chg="del">
          <ac:chgData name="陸 柴崎" userId="47b6e960b06a1f92" providerId="LiveId" clId="{DFDF2D9E-0FA2-4FD2-962D-E4713059FE82}" dt="2026-04-30T11:11:41.277" v="5932" actId="478"/>
          <ac:spMkLst>
            <pc:docMk/>
            <pc:sldMk cId="1738244995" sldId="380"/>
            <ac:spMk id="27" creationId="{163CD1FE-555E-E577-ED6C-71F063D9ADAE}"/>
          </ac:spMkLst>
        </pc:spChg>
        <pc:spChg chg="del">
          <ac:chgData name="陸 柴崎" userId="47b6e960b06a1f92" providerId="LiveId" clId="{DFDF2D9E-0FA2-4FD2-962D-E4713059FE82}" dt="2026-04-30T11:11:41.277" v="5932" actId="478"/>
          <ac:spMkLst>
            <pc:docMk/>
            <pc:sldMk cId="1738244995" sldId="380"/>
            <ac:spMk id="28" creationId="{F22F5EC0-13F8-55E0-50B8-16773819DAA3}"/>
          </ac:spMkLst>
        </pc:spChg>
        <pc:spChg chg="add mod">
          <ac:chgData name="陸 柴崎" userId="47b6e960b06a1f92" providerId="LiveId" clId="{DFDF2D9E-0FA2-4FD2-962D-E4713059FE82}" dt="2026-04-30T11:17:35.352" v="6100" actId="14100"/>
          <ac:spMkLst>
            <pc:docMk/>
            <pc:sldMk cId="1738244995" sldId="380"/>
            <ac:spMk id="31" creationId="{8C20DBA3-4EDA-282C-5DEF-6E201EDC2ADD}"/>
          </ac:spMkLst>
        </pc:spChg>
        <pc:spChg chg="del">
          <ac:chgData name="陸 柴崎" userId="47b6e960b06a1f92" providerId="LiveId" clId="{DFDF2D9E-0FA2-4FD2-962D-E4713059FE82}" dt="2026-04-30T11:11:41.277" v="5932" actId="478"/>
          <ac:spMkLst>
            <pc:docMk/>
            <pc:sldMk cId="1738244995" sldId="380"/>
            <ac:spMk id="32" creationId="{864B21CC-089A-6F06-C109-E22887242D52}"/>
          </ac:spMkLst>
        </pc:spChg>
        <pc:spChg chg="add mod">
          <ac:chgData name="陸 柴崎" userId="47b6e960b06a1f92" providerId="LiveId" clId="{DFDF2D9E-0FA2-4FD2-962D-E4713059FE82}" dt="2026-04-30T12:07:58.844" v="7508" actId="20577"/>
          <ac:spMkLst>
            <pc:docMk/>
            <pc:sldMk cId="1738244995" sldId="380"/>
            <ac:spMk id="33" creationId="{A3EA4E9A-6017-C2DB-928E-B33916AFB155}"/>
          </ac:spMkLst>
        </pc:spChg>
        <pc:spChg chg="del">
          <ac:chgData name="陸 柴崎" userId="47b6e960b06a1f92" providerId="LiveId" clId="{DFDF2D9E-0FA2-4FD2-962D-E4713059FE82}" dt="2026-04-30T11:11:41.277" v="5932" actId="478"/>
          <ac:spMkLst>
            <pc:docMk/>
            <pc:sldMk cId="1738244995" sldId="380"/>
            <ac:spMk id="34" creationId="{2A17EBDD-F18C-7913-3063-93BFBF0B3890}"/>
          </ac:spMkLst>
        </pc:spChg>
        <pc:grpChg chg="del">
          <ac:chgData name="陸 柴崎" userId="47b6e960b06a1f92" providerId="LiveId" clId="{DFDF2D9E-0FA2-4FD2-962D-E4713059FE82}" dt="2026-04-30T11:11:39.750" v="5931" actId="478"/>
          <ac:grpSpMkLst>
            <pc:docMk/>
            <pc:sldMk cId="1738244995" sldId="380"/>
            <ac:grpSpMk id="4" creationId="{2F2D03CF-2392-67DE-EBB2-03F59AB27DD3}"/>
          </ac:grpSpMkLst>
        </pc:grpChg>
        <pc:picChg chg="del">
          <ac:chgData name="陸 柴崎" userId="47b6e960b06a1f92" providerId="LiveId" clId="{DFDF2D9E-0FA2-4FD2-962D-E4713059FE82}" dt="2026-04-30T11:11:38.797" v="5930" actId="478"/>
          <ac:picMkLst>
            <pc:docMk/>
            <pc:sldMk cId="1738244995" sldId="380"/>
            <ac:picMk id="8" creationId="{D2678DFE-E18C-99FC-3934-7D24897DBD9E}"/>
          </ac:picMkLst>
        </pc:picChg>
        <pc:picChg chg="add mod">
          <ac:chgData name="陸 柴崎" userId="47b6e960b06a1f92" providerId="LiveId" clId="{DFDF2D9E-0FA2-4FD2-962D-E4713059FE82}" dt="2026-04-30T11:23:07.999" v="6324" actId="1035"/>
          <ac:picMkLst>
            <pc:docMk/>
            <pc:sldMk cId="1738244995" sldId="380"/>
            <ac:picMk id="30" creationId="{397F8BA7-C81E-21CE-3A04-0D52C2B75758}"/>
          </ac:picMkLst>
        </pc:picChg>
      </pc:sldChg>
      <pc:sldChg chg="addSp delSp modSp add mod">
        <pc:chgData name="陸 柴崎" userId="47b6e960b06a1f92" providerId="LiveId" clId="{DFDF2D9E-0FA2-4FD2-962D-E4713059FE82}" dt="2026-04-29T04:33:24.054" v="3694" actId="478"/>
        <pc:sldMkLst>
          <pc:docMk/>
          <pc:sldMk cId="248140243" sldId="381"/>
        </pc:sldMkLst>
        <pc:spChg chg="mod">
          <ac:chgData name="陸 柴崎" userId="47b6e960b06a1f92" providerId="LiveId" clId="{DFDF2D9E-0FA2-4FD2-962D-E4713059FE82}" dt="2026-04-29T04:06:15.890" v="2358" actId="20577"/>
          <ac:spMkLst>
            <pc:docMk/>
            <pc:sldMk cId="248140243" sldId="381"/>
            <ac:spMk id="5" creationId="{56D8F5B6-178E-BD85-3538-424ABD8BAE9B}"/>
          </ac:spMkLst>
        </pc:spChg>
        <pc:spChg chg="mod topLvl">
          <ac:chgData name="陸 柴崎" userId="47b6e960b06a1f92" providerId="LiveId" clId="{DFDF2D9E-0FA2-4FD2-962D-E4713059FE82}" dt="2026-04-29T04:15:29.375" v="2891" actId="1076"/>
          <ac:spMkLst>
            <pc:docMk/>
            <pc:sldMk cId="248140243" sldId="381"/>
            <ac:spMk id="7" creationId="{18605AD5-33CD-5F56-876C-164ABED5FF81}"/>
          </ac:spMkLst>
        </pc:spChg>
        <pc:graphicFrameChg chg="add mod modGraphic">
          <ac:chgData name="陸 柴崎" userId="47b6e960b06a1f92" providerId="LiveId" clId="{DFDF2D9E-0FA2-4FD2-962D-E4713059FE82}" dt="2026-04-29T04:15:32.754" v="2892" actId="1076"/>
          <ac:graphicFrameMkLst>
            <pc:docMk/>
            <pc:sldMk cId="248140243" sldId="381"/>
            <ac:graphicFrameMk id="3" creationId="{4BDA7101-20EE-F0BC-E35D-424FA57BC52D}"/>
          </ac:graphicFrameMkLst>
        </pc:graphicFrameChg>
      </pc:sldChg>
      <pc:sldChg chg="addSp delSp modSp add mod ord">
        <pc:chgData name="陸 柴崎" userId="47b6e960b06a1f92" providerId="LiveId" clId="{DFDF2D9E-0FA2-4FD2-962D-E4713059FE82}" dt="2026-04-29T04:23:13.715" v="3239" actId="1076"/>
        <pc:sldMkLst>
          <pc:docMk/>
          <pc:sldMk cId="1836378512" sldId="382"/>
        </pc:sldMkLst>
        <pc:spChg chg="mod">
          <ac:chgData name="陸 柴崎" userId="47b6e960b06a1f92" providerId="LiveId" clId="{DFDF2D9E-0FA2-4FD2-962D-E4713059FE82}" dt="2026-04-29T04:10:27.093" v="2546" actId="20577"/>
          <ac:spMkLst>
            <pc:docMk/>
            <pc:sldMk cId="1836378512" sldId="382"/>
            <ac:spMk id="5" creationId="{B9206AD4-9858-463A-56F9-4A2737CD82D2}"/>
          </ac:spMkLst>
        </pc:spChg>
        <pc:spChg chg="add del mod topLvl">
          <ac:chgData name="陸 柴崎" userId="47b6e960b06a1f92" providerId="LiveId" clId="{DFDF2D9E-0FA2-4FD2-962D-E4713059FE82}" dt="2026-04-29T04:23:13.715" v="3239" actId="1076"/>
          <ac:spMkLst>
            <pc:docMk/>
            <pc:sldMk cId="1836378512" sldId="382"/>
            <ac:spMk id="7" creationId="{9C61A7E0-E56E-51AA-D71E-1F5A45439314}"/>
          </ac:spMkLst>
        </pc:spChg>
        <pc:spChg chg="mod">
          <ac:chgData name="陸 柴崎" userId="47b6e960b06a1f92" providerId="LiveId" clId="{DFDF2D9E-0FA2-4FD2-962D-E4713059FE82}" dt="2026-04-29T04:16:40.790" v="2917" actId="20577"/>
          <ac:spMkLst>
            <pc:docMk/>
            <pc:sldMk cId="1836378512" sldId="382"/>
            <ac:spMk id="33" creationId="{3BF61C23-CB68-F2BB-5C51-A3BD4EF72978}"/>
          </ac:spMkLst>
        </pc:spChg>
        <pc:spChg chg="mod">
          <ac:chgData name="陸 柴崎" userId="47b6e960b06a1f92" providerId="LiveId" clId="{DFDF2D9E-0FA2-4FD2-962D-E4713059FE82}" dt="2026-04-29T04:15:05.213" v="2886"/>
          <ac:spMkLst>
            <pc:docMk/>
            <pc:sldMk cId="1836378512" sldId="382"/>
            <ac:spMk id="34" creationId="{A5D612EF-A0F7-72A8-56BE-3F39E8805DD8}"/>
          </ac:spMkLst>
        </pc:spChg>
        <pc:spChg chg="add mod ord">
          <ac:chgData name="陸 柴崎" userId="47b6e960b06a1f92" providerId="LiveId" clId="{DFDF2D9E-0FA2-4FD2-962D-E4713059FE82}" dt="2026-04-29T04:19:05.056" v="3215" actId="14100"/>
          <ac:spMkLst>
            <pc:docMk/>
            <pc:sldMk cId="1836378512" sldId="382"/>
            <ac:spMk id="38" creationId="{89DE5DF4-B888-AB02-74F0-04EBA21E49D4}"/>
          </ac:spMkLst>
        </pc:spChg>
        <pc:spChg chg="mod">
          <ac:chgData name="陸 柴崎" userId="47b6e960b06a1f92" providerId="LiveId" clId="{DFDF2D9E-0FA2-4FD2-962D-E4713059FE82}" dt="2026-04-29T04:17:23.006" v="2940" actId="20577"/>
          <ac:spMkLst>
            <pc:docMk/>
            <pc:sldMk cId="1836378512" sldId="382"/>
            <ac:spMk id="41" creationId="{8AA4D5AA-C3CF-682E-8D63-7DBEB8E5D9B7}"/>
          </ac:spMkLst>
        </pc:spChg>
        <pc:spChg chg="mod">
          <ac:chgData name="陸 柴崎" userId="47b6e960b06a1f92" providerId="LiveId" clId="{DFDF2D9E-0FA2-4FD2-962D-E4713059FE82}" dt="2026-04-29T04:16:59.964" v="2921"/>
          <ac:spMkLst>
            <pc:docMk/>
            <pc:sldMk cId="1836378512" sldId="382"/>
            <ac:spMk id="42" creationId="{2E56369B-4684-A21D-A470-E14ECFF2CB9F}"/>
          </ac:spMkLst>
        </pc:spChg>
        <pc:spChg chg="add mod">
          <ac:chgData name="陸 柴崎" userId="47b6e960b06a1f92" providerId="LiveId" clId="{DFDF2D9E-0FA2-4FD2-962D-E4713059FE82}" dt="2026-04-29T04:19:01.818" v="3214" actId="1076"/>
          <ac:spMkLst>
            <pc:docMk/>
            <pc:sldMk cId="1836378512" sldId="382"/>
            <ac:spMk id="43" creationId="{54994585-F8A5-9573-91C1-D9437C408B87}"/>
          </ac:spMkLst>
        </pc:spChg>
        <pc:spChg chg="mod">
          <ac:chgData name="陸 柴崎" userId="47b6e960b06a1f92" providerId="LiveId" clId="{DFDF2D9E-0FA2-4FD2-962D-E4713059FE82}" dt="2026-04-29T04:16:52.156" v="2919" actId="1076"/>
          <ac:spMkLst>
            <pc:docMk/>
            <pc:sldMk cId="1836378512" sldId="382"/>
            <ac:spMk id="46" creationId="{FBDE426B-08E2-AC02-783C-6983617F86E3}"/>
          </ac:spMkLst>
        </pc:spChg>
        <pc:spChg chg="mod ord">
          <ac:chgData name="陸 柴崎" userId="47b6e960b06a1f92" providerId="LiveId" clId="{DFDF2D9E-0FA2-4FD2-962D-E4713059FE82}" dt="2026-04-29T04:16:52.156" v="2919" actId="1076"/>
          <ac:spMkLst>
            <pc:docMk/>
            <pc:sldMk cId="1836378512" sldId="382"/>
            <ac:spMk id="52" creationId="{F3A786B4-9466-03FB-4773-BE99E078487A}"/>
          </ac:spMkLst>
        </pc:spChg>
        <pc:grpChg chg="add mod">
          <ac:chgData name="陸 柴崎" userId="47b6e960b06a1f92" providerId="LiveId" clId="{DFDF2D9E-0FA2-4FD2-962D-E4713059FE82}" dt="2026-04-29T04:16:46.836" v="2918" actId="1076"/>
          <ac:grpSpMkLst>
            <pc:docMk/>
            <pc:sldMk cId="1836378512" sldId="382"/>
            <ac:grpSpMk id="32" creationId="{EB84B588-3AF2-4F16-C05D-9D6C41012F91}"/>
          </ac:grpSpMkLst>
        </pc:grpChg>
        <pc:grpChg chg="add mod">
          <ac:chgData name="陸 柴崎" userId="47b6e960b06a1f92" providerId="LiveId" clId="{DFDF2D9E-0FA2-4FD2-962D-E4713059FE82}" dt="2026-04-29T04:17:04.188" v="2922" actId="1076"/>
          <ac:grpSpMkLst>
            <pc:docMk/>
            <pc:sldMk cId="1836378512" sldId="382"/>
            <ac:grpSpMk id="39" creationId="{B3127646-18C5-E633-7B4E-2A665F6611BF}"/>
          </ac:grpSpMkLst>
        </pc:grpChg>
      </pc:sldChg>
      <pc:sldChg chg="addSp delSp modSp add mod modNotesTx">
        <pc:chgData name="陸 柴崎" userId="47b6e960b06a1f92" providerId="LiveId" clId="{DFDF2D9E-0FA2-4FD2-962D-E4713059FE82}" dt="2026-05-01T02:26:03.514" v="8962" actId="20577"/>
        <pc:sldMkLst>
          <pc:docMk/>
          <pc:sldMk cId="1842529859" sldId="383"/>
        </pc:sldMkLst>
        <pc:spChg chg="mod">
          <ac:chgData name="陸 柴崎" userId="47b6e960b06a1f92" providerId="LiveId" clId="{DFDF2D9E-0FA2-4FD2-962D-E4713059FE82}" dt="2026-04-29T04:31:25.648" v="3524" actId="5793"/>
          <ac:spMkLst>
            <pc:docMk/>
            <pc:sldMk cId="1842529859" sldId="383"/>
            <ac:spMk id="3" creationId="{AA9A4CD6-77A9-FB68-8785-167AF6CAE821}"/>
          </ac:spMkLst>
        </pc:spChg>
        <pc:spChg chg="add mod">
          <ac:chgData name="陸 柴崎" userId="47b6e960b06a1f92" providerId="LiveId" clId="{DFDF2D9E-0FA2-4FD2-962D-E4713059FE82}" dt="2026-04-29T04:28:12.404" v="3446" actId="1076"/>
          <ac:spMkLst>
            <pc:docMk/>
            <pc:sldMk cId="1842529859" sldId="383"/>
            <ac:spMk id="4" creationId="{4298A570-47D9-2ADA-13C2-4D550C7B75C1}"/>
          </ac:spMkLst>
        </pc:spChg>
        <pc:spChg chg="add mod">
          <ac:chgData name="陸 柴崎" userId="47b6e960b06a1f92" providerId="LiveId" clId="{DFDF2D9E-0FA2-4FD2-962D-E4713059FE82}" dt="2026-05-01T02:26:03.514" v="8962" actId="20577"/>
          <ac:spMkLst>
            <pc:docMk/>
            <pc:sldMk cId="1842529859" sldId="383"/>
            <ac:spMk id="6" creationId="{CE0FCAF9-9774-A843-2E69-26D1819C94E2}"/>
          </ac:spMkLst>
        </pc:spChg>
        <pc:picChg chg="mod modCrop">
          <ac:chgData name="陸 柴崎" userId="47b6e960b06a1f92" providerId="LiveId" clId="{DFDF2D9E-0FA2-4FD2-962D-E4713059FE82}" dt="2026-04-29T04:25:22.485" v="3375" actId="1076"/>
          <ac:picMkLst>
            <pc:docMk/>
            <pc:sldMk cId="1842529859" sldId="383"/>
            <ac:picMk id="8" creationId="{ED1D1EF2-15C4-2BFF-5F32-8D7E3CECEBBA}"/>
          </ac:picMkLst>
        </pc:picChg>
      </pc:sldChg>
      <pc:sldChg chg="addSp delSp modSp add mod modNotesTx">
        <pc:chgData name="陸 柴崎" userId="47b6e960b06a1f92" providerId="LiveId" clId="{DFDF2D9E-0FA2-4FD2-962D-E4713059FE82}" dt="2026-05-01T02:02:07.691" v="8692" actId="20577"/>
        <pc:sldMkLst>
          <pc:docMk/>
          <pc:sldMk cId="4174912585" sldId="384"/>
        </pc:sldMkLst>
        <pc:spChg chg="mod">
          <ac:chgData name="陸 柴崎" userId="47b6e960b06a1f92" providerId="LiveId" clId="{DFDF2D9E-0FA2-4FD2-962D-E4713059FE82}" dt="2026-04-29T04:31:41.158" v="3545" actId="20577"/>
          <ac:spMkLst>
            <pc:docMk/>
            <pc:sldMk cId="4174912585" sldId="384"/>
            <ac:spMk id="3" creationId="{F329DEFC-0DEE-75E9-50D7-A7660AA0FE38}"/>
          </ac:spMkLst>
        </pc:spChg>
        <pc:spChg chg="add mod">
          <ac:chgData name="陸 柴崎" userId="47b6e960b06a1f92" providerId="LiveId" clId="{DFDF2D9E-0FA2-4FD2-962D-E4713059FE82}" dt="2026-05-01T02:02:07.691" v="8692" actId="20577"/>
          <ac:spMkLst>
            <pc:docMk/>
            <pc:sldMk cId="4174912585" sldId="384"/>
            <ac:spMk id="5" creationId="{1CD8CE25-9F7F-D248-7E7F-C432769801BF}"/>
          </ac:spMkLst>
        </pc:spChg>
        <pc:spChg chg="add mod">
          <ac:chgData name="陸 柴崎" userId="47b6e960b06a1f92" providerId="LiveId" clId="{DFDF2D9E-0FA2-4FD2-962D-E4713059FE82}" dt="2026-04-30T12:05:39.699" v="7479" actId="20577"/>
          <ac:spMkLst>
            <pc:docMk/>
            <pc:sldMk cId="4174912585" sldId="384"/>
            <ac:spMk id="29" creationId="{6A4383FB-1A01-E561-3BFA-DAE105C5AE58}"/>
          </ac:spMkLst>
        </pc:spChg>
        <pc:spChg chg="mod">
          <ac:chgData name="陸 柴崎" userId="47b6e960b06a1f92" providerId="LiveId" clId="{DFDF2D9E-0FA2-4FD2-962D-E4713059FE82}" dt="2026-04-29T04:57:48.238" v="3954" actId="20577"/>
          <ac:spMkLst>
            <pc:docMk/>
            <pc:sldMk cId="4174912585" sldId="384"/>
            <ac:spMk id="31" creationId="{FE9F1308-4191-5EAE-5569-95FD6CF8FE06}"/>
          </ac:spMkLst>
        </pc:spChg>
        <pc:spChg chg="mod">
          <ac:chgData name="陸 柴崎" userId="47b6e960b06a1f92" providerId="LiveId" clId="{DFDF2D9E-0FA2-4FD2-962D-E4713059FE82}" dt="2026-04-29T04:52:06.452" v="3927"/>
          <ac:spMkLst>
            <pc:docMk/>
            <pc:sldMk cId="4174912585" sldId="384"/>
            <ac:spMk id="32" creationId="{70E34C47-F945-B029-A6D8-4CC32C6E0454}"/>
          </ac:spMkLst>
        </pc:spChg>
        <pc:spChg chg="mod">
          <ac:chgData name="陸 柴崎" userId="47b6e960b06a1f92" providerId="LiveId" clId="{DFDF2D9E-0FA2-4FD2-962D-E4713059FE82}" dt="2026-04-29T04:57:52.462" v="3970" actId="20577"/>
          <ac:spMkLst>
            <pc:docMk/>
            <pc:sldMk cId="4174912585" sldId="384"/>
            <ac:spMk id="34" creationId="{EE34466C-1319-BE81-91CC-69B1F1707838}"/>
          </ac:spMkLst>
        </pc:spChg>
        <pc:spChg chg="mod">
          <ac:chgData name="陸 柴崎" userId="47b6e960b06a1f92" providerId="LiveId" clId="{DFDF2D9E-0FA2-4FD2-962D-E4713059FE82}" dt="2026-04-29T04:57:36.709" v="3929"/>
          <ac:spMkLst>
            <pc:docMk/>
            <pc:sldMk cId="4174912585" sldId="384"/>
            <ac:spMk id="35" creationId="{39B88E87-FA0D-8927-EBC1-62C06F91BB24}"/>
          </ac:spMkLst>
        </pc:spChg>
        <pc:spChg chg="add mod">
          <ac:chgData name="陸 柴崎" userId="47b6e960b06a1f92" providerId="LiveId" clId="{DFDF2D9E-0FA2-4FD2-962D-E4713059FE82}" dt="2026-04-29T04:59:06.640" v="4173" actId="14100"/>
          <ac:spMkLst>
            <pc:docMk/>
            <pc:sldMk cId="4174912585" sldId="384"/>
            <ac:spMk id="36" creationId="{98DDCF66-9AB3-B47C-E477-4F944F6A78DD}"/>
          </ac:spMkLst>
        </pc:spChg>
        <pc:grpChg chg="add mod">
          <ac:chgData name="陸 柴崎" userId="47b6e960b06a1f92" providerId="LiveId" clId="{DFDF2D9E-0FA2-4FD2-962D-E4713059FE82}" dt="2026-04-29T04:52:09.216" v="3928" actId="1076"/>
          <ac:grpSpMkLst>
            <pc:docMk/>
            <pc:sldMk cId="4174912585" sldId="384"/>
            <ac:grpSpMk id="30" creationId="{F04AE694-DBF6-1825-7380-A4F46A6322D9}"/>
          </ac:grpSpMkLst>
        </pc:grpChg>
        <pc:grpChg chg="add mod">
          <ac:chgData name="陸 柴崎" userId="47b6e960b06a1f92" providerId="LiveId" clId="{DFDF2D9E-0FA2-4FD2-962D-E4713059FE82}" dt="2026-04-29T04:57:41.272" v="3930" actId="1076"/>
          <ac:grpSpMkLst>
            <pc:docMk/>
            <pc:sldMk cId="4174912585" sldId="384"/>
            <ac:grpSpMk id="33" creationId="{9396BE5F-AD4F-CF99-2B0A-C2116302A1E6}"/>
          </ac:grpSpMkLst>
        </pc:grpChg>
        <pc:picChg chg="add mod modCrop">
          <ac:chgData name="陸 柴崎" userId="47b6e960b06a1f92" providerId="LiveId" clId="{DFDF2D9E-0FA2-4FD2-962D-E4713059FE82}" dt="2026-04-29T04:32:53.632" v="3688" actId="1076"/>
          <ac:picMkLst>
            <pc:docMk/>
            <pc:sldMk cId="4174912585" sldId="384"/>
            <ac:picMk id="7" creationId="{C6F6C28C-523E-DFC3-4B93-B07AA0019FFF}"/>
          </ac:picMkLst>
        </pc:picChg>
      </pc:sldChg>
      <pc:sldChg chg="addSp delSp modSp add mod">
        <pc:chgData name="陸 柴崎" userId="47b6e960b06a1f92" providerId="LiveId" clId="{DFDF2D9E-0FA2-4FD2-962D-E4713059FE82}" dt="2026-05-01T02:31:00.446" v="9209" actId="14100"/>
        <pc:sldMkLst>
          <pc:docMk/>
          <pc:sldMk cId="2374721741" sldId="385"/>
        </pc:sldMkLst>
        <pc:spChg chg="mod">
          <ac:chgData name="陸 柴崎" userId="47b6e960b06a1f92" providerId="LiveId" clId="{DFDF2D9E-0FA2-4FD2-962D-E4713059FE82}" dt="2026-04-29T05:47:46.912" v="4961" actId="20577"/>
          <ac:spMkLst>
            <pc:docMk/>
            <pc:sldMk cId="2374721741" sldId="385"/>
            <ac:spMk id="3" creationId="{F63C9E00-BF2A-7B11-952B-B82A9B0A7121}"/>
          </ac:spMkLst>
        </pc:spChg>
        <pc:spChg chg="add mod ord">
          <ac:chgData name="陸 柴崎" userId="47b6e960b06a1f92" providerId="LiveId" clId="{DFDF2D9E-0FA2-4FD2-962D-E4713059FE82}" dt="2026-05-01T02:31:00.446" v="9209" actId="14100"/>
          <ac:spMkLst>
            <pc:docMk/>
            <pc:sldMk cId="2374721741" sldId="385"/>
            <ac:spMk id="4" creationId="{442BC2CD-73FD-EAC2-FCB6-93D20A9B375B}"/>
          </ac:spMkLst>
        </pc:spChg>
        <pc:spChg chg="add del mod">
          <ac:chgData name="陸 柴崎" userId="47b6e960b06a1f92" providerId="LiveId" clId="{DFDF2D9E-0FA2-4FD2-962D-E4713059FE82}" dt="2026-04-29T05:50:06.510" v="5107" actId="1038"/>
          <ac:spMkLst>
            <pc:docMk/>
            <pc:sldMk cId="2374721741" sldId="385"/>
            <ac:spMk id="7" creationId="{BBB9A5F8-E8BF-78FB-9186-D7F0647420A7}"/>
          </ac:spMkLst>
        </pc:spChg>
        <pc:spChg chg="mod">
          <ac:chgData name="陸 柴崎" userId="47b6e960b06a1f92" providerId="LiveId" clId="{DFDF2D9E-0FA2-4FD2-962D-E4713059FE82}" dt="2026-05-01T02:30:23.760" v="9201" actId="1076"/>
          <ac:spMkLst>
            <pc:docMk/>
            <pc:sldMk cId="2374721741" sldId="385"/>
            <ac:spMk id="30" creationId="{ECC624C8-3CED-18E4-CC38-61A118312CA9}"/>
          </ac:spMkLst>
        </pc:spChg>
        <pc:picChg chg="mod">
          <ac:chgData name="陸 柴崎" userId="47b6e960b06a1f92" providerId="LiveId" clId="{DFDF2D9E-0FA2-4FD2-962D-E4713059FE82}" dt="2026-05-01T02:30:52.464" v="9207" actId="14100"/>
          <ac:picMkLst>
            <pc:docMk/>
            <pc:sldMk cId="2374721741" sldId="385"/>
            <ac:picMk id="5" creationId="{184C6D69-7CD6-65B9-A845-6EFC507BA6FE}"/>
          </ac:picMkLst>
        </pc:picChg>
      </pc:sldChg>
      <pc:sldChg chg="modSp mod modNotesTx">
        <pc:chgData name="陸 柴崎" userId="47b6e960b06a1f92" providerId="LiveId" clId="{DFDF2D9E-0FA2-4FD2-962D-E4713059FE82}" dt="2026-05-01T02:19:13.850" v="8961" actId="20577"/>
        <pc:sldMkLst>
          <pc:docMk/>
          <pc:sldMk cId="1223524377" sldId="386"/>
        </pc:sldMkLst>
        <pc:spChg chg="mod">
          <ac:chgData name="陸 柴崎" userId="47b6e960b06a1f92" providerId="LiveId" clId="{DFDF2D9E-0FA2-4FD2-962D-E4713059FE82}" dt="2026-04-30T12:31:20.290" v="7740" actId="20577"/>
          <ac:spMkLst>
            <pc:docMk/>
            <pc:sldMk cId="1223524377" sldId="386"/>
            <ac:spMk id="5" creationId="{77350087-C2FA-F2C1-654B-5944435E7767}"/>
          </ac:spMkLst>
        </pc:spChg>
        <pc:picChg chg="mod">
          <ac:chgData name="陸 柴崎" userId="47b6e960b06a1f92" providerId="LiveId" clId="{DFDF2D9E-0FA2-4FD2-962D-E4713059FE82}" dt="2026-04-30T11:58:51.668" v="7026" actId="1076"/>
          <ac:picMkLst>
            <pc:docMk/>
            <pc:sldMk cId="1223524377" sldId="386"/>
            <ac:picMk id="4" creationId="{06BE6864-C126-6CF5-E6EF-A7663126A3B7}"/>
          </ac:picMkLst>
        </pc:picChg>
      </pc:sldChg>
      <pc:sldChg chg="modSp mod modNotesTx">
        <pc:chgData name="陸 柴崎" userId="47b6e960b06a1f92" providerId="LiveId" clId="{DFDF2D9E-0FA2-4FD2-962D-E4713059FE82}" dt="2026-04-30T12:37:47.834" v="7915" actId="20577"/>
        <pc:sldMkLst>
          <pc:docMk/>
          <pc:sldMk cId="2754484698" sldId="389"/>
        </pc:sldMkLst>
        <pc:spChg chg="mod">
          <ac:chgData name="陸 柴崎" userId="47b6e960b06a1f92" providerId="LiveId" clId="{DFDF2D9E-0FA2-4FD2-962D-E4713059FE82}" dt="2026-04-30T12:37:21.739" v="7844" actId="1076"/>
          <ac:spMkLst>
            <pc:docMk/>
            <pc:sldMk cId="2754484698" sldId="389"/>
            <ac:spMk id="32" creationId="{265DFE8D-5E1E-3707-081F-15E4DFCE1F71}"/>
          </ac:spMkLst>
        </pc:spChg>
        <pc:spChg chg="mod">
          <ac:chgData name="陸 柴崎" userId="47b6e960b06a1f92" providerId="LiveId" clId="{DFDF2D9E-0FA2-4FD2-962D-E4713059FE82}" dt="2026-04-30T12:37:10.751" v="7842" actId="1076"/>
          <ac:spMkLst>
            <pc:docMk/>
            <pc:sldMk cId="2754484698" sldId="389"/>
            <ac:spMk id="34" creationId="{5194975A-806F-BBC0-B29C-1A9BD508CC37}"/>
          </ac:spMkLst>
        </pc:spChg>
        <pc:grpChg chg="mod">
          <ac:chgData name="陸 柴崎" userId="47b6e960b06a1f92" providerId="LiveId" clId="{DFDF2D9E-0FA2-4FD2-962D-E4713059FE82}" dt="2026-04-30T12:37:21.739" v="7844" actId="1076"/>
          <ac:grpSpMkLst>
            <pc:docMk/>
            <pc:sldMk cId="2754484698" sldId="389"/>
            <ac:grpSpMk id="26" creationId="{9646CB49-DA66-BA86-DF1C-449400E7D85B}"/>
          </ac:grpSpMkLst>
        </pc:grpChg>
        <pc:grpChg chg="mod">
          <ac:chgData name="陸 柴崎" userId="47b6e960b06a1f92" providerId="LiveId" clId="{DFDF2D9E-0FA2-4FD2-962D-E4713059FE82}" dt="2026-04-30T12:37:15.603" v="7843" actId="1076"/>
          <ac:grpSpMkLst>
            <pc:docMk/>
            <pc:sldMk cId="2754484698" sldId="389"/>
            <ac:grpSpMk id="29" creationId="{E54F0AFB-A4BC-89C4-30B7-6E084EAAE3E8}"/>
          </ac:grpSpMkLst>
        </pc:grpChg>
      </pc:sldChg>
      <pc:sldChg chg="addSp delSp modSp add mod">
        <pc:chgData name="陸 柴崎" userId="47b6e960b06a1f92" providerId="LiveId" clId="{DFDF2D9E-0FA2-4FD2-962D-E4713059FE82}" dt="2026-04-30T12:38:33.537" v="7955" actId="20577"/>
        <pc:sldMkLst>
          <pc:docMk/>
          <pc:sldMk cId="1612109196" sldId="390"/>
        </pc:sldMkLst>
        <pc:spChg chg="mod">
          <ac:chgData name="陸 柴崎" userId="47b6e960b06a1f92" providerId="LiveId" clId="{DFDF2D9E-0FA2-4FD2-962D-E4713059FE82}" dt="2026-04-30T11:06:56.379" v="5706"/>
          <ac:spMkLst>
            <pc:docMk/>
            <pc:sldMk cId="1612109196" sldId="390"/>
            <ac:spMk id="3" creationId="{FC443BEE-D670-0227-9959-4A3C3637687C}"/>
          </ac:spMkLst>
        </pc:spChg>
        <pc:spChg chg="mod">
          <ac:chgData name="陸 柴崎" userId="47b6e960b06a1f92" providerId="LiveId" clId="{DFDF2D9E-0FA2-4FD2-962D-E4713059FE82}" dt="2026-04-30T12:38:33.537" v="7955" actId="20577"/>
          <ac:spMkLst>
            <pc:docMk/>
            <pc:sldMk cId="1612109196" sldId="390"/>
            <ac:spMk id="26" creationId="{8C00908C-4E00-754F-35B4-B75CBF27CB6C}"/>
          </ac:spMkLst>
        </pc:spChg>
        <pc:spChg chg="mod">
          <ac:chgData name="陸 柴崎" userId="47b6e960b06a1f92" providerId="LiveId" clId="{DFDF2D9E-0FA2-4FD2-962D-E4713059FE82}" dt="2026-04-30T11:05:50.363" v="5696" actId="20577"/>
          <ac:spMkLst>
            <pc:docMk/>
            <pc:sldMk cId="1612109196" sldId="390"/>
            <ac:spMk id="36" creationId="{55689B59-C5D5-FDC4-85E5-9EE214D10D6B}"/>
          </ac:spMkLst>
        </pc:spChg>
        <pc:picChg chg="add mod">
          <ac:chgData name="陸 柴崎" userId="47b6e960b06a1f92" providerId="LiveId" clId="{DFDF2D9E-0FA2-4FD2-962D-E4713059FE82}" dt="2026-04-30T11:03:42.242" v="5448" actId="1076"/>
          <ac:picMkLst>
            <pc:docMk/>
            <pc:sldMk cId="1612109196" sldId="390"/>
            <ac:picMk id="5" creationId="{A6522034-0342-A00A-1748-203D74CE1632}"/>
          </ac:picMkLst>
        </pc:picChg>
        <pc:picChg chg="del">
          <ac:chgData name="陸 柴崎" userId="47b6e960b06a1f92" providerId="LiveId" clId="{DFDF2D9E-0FA2-4FD2-962D-E4713059FE82}" dt="2026-04-30T11:03:36.935" v="5445" actId="478"/>
          <ac:picMkLst>
            <pc:docMk/>
            <pc:sldMk cId="1612109196" sldId="390"/>
            <ac:picMk id="9" creationId="{4FFDE997-EC44-2C8B-2265-F8C06D528B70}"/>
          </ac:picMkLst>
        </pc:picChg>
      </pc:sldChg>
      <pc:sldMasterChg chg="delSldLayout">
        <pc:chgData name="陸 柴崎" userId="47b6e960b06a1f92" providerId="LiveId" clId="{DFDF2D9E-0FA2-4FD2-962D-E4713059FE82}" dt="2026-04-30T12:03:43.408" v="7465" actId="47"/>
        <pc:sldMasterMkLst>
          <pc:docMk/>
          <pc:sldMasterMk cId="0" sldId="2147483648"/>
        </pc:sldMasterMkLst>
        <pc:sldLayoutChg chg="del">
          <pc:chgData name="陸 柴崎" userId="47b6e960b06a1f92" providerId="LiveId" clId="{DFDF2D9E-0FA2-4FD2-962D-E4713059FE82}" dt="2026-04-30T12:03:43.408" v="7465" actId="47"/>
          <pc:sldLayoutMkLst>
            <pc:docMk/>
            <pc:sldMasterMk cId="0" sldId="2147483648"/>
            <pc:sldLayoutMk cId="31853753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2026/10/2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4131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この図では、単語同士の関係を矢印で表しています。</a:t>
            </a:r>
            <a:endParaRPr lang="en-US" altLang="ja-JP" dirty="0"/>
          </a:p>
          <a:p>
            <a:r>
              <a:rPr lang="ja-JP" altLang="ja-JP" dirty="0"/>
              <a:t>例えば、dreamからparsersへ矢印があります。</a:t>
            </a:r>
            <a:endParaRPr lang="en-US" altLang="ja-JP" dirty="0"/>
          </a:p>
          <a:p>
            <a:r>
              <a:rPr lang="ja-JP" altLang="ja-JP" dirty="0"/>
              <a:t>このとき、parsersの親をdreamと呼びます。</a:t>
            </a:r>
            <a:endParaRPr lang="en-US" altLang="ja-JP" dirty="0"/>
          </a:p>
          <a:p>
            <a:r>
              <a:rPr lang="ja-JP" altLang="ja-JP" dirty="0"/>
              <a:t>モデルが予測するのは、各単語について、この親がどの単語になるかです。</a:t>
            </a:r>
            <a:endParaRPr lang="en-US" altLang="ja-JP" dirty="0"/>
          </a:p>
          <a:p>
            <a:r>
              <a:rPr lang="ja-JP" altLang="ja-JP" dirty="0"/>
              <a:t>ROOTは、文の構造の最上位を表す仮想的な起点です。</a:t>
            </a:r>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257240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6471-6498-BA94-96D6-D816F49128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2DBC35-C5D6-E39E-F3A0-2317C92C33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9FDAD-73E5-68A2-63E7-93FAC5F35E8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09D1116-71D3-6724-9477-D8C8D4B46322}"/>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1243591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242729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9</a:t>
            </a:fld>
            <a:endParaRPr kumimoji="1" lang="ja-JP" altLang="en-US"/>
          </a:p>
        </p:txBody>
      </p:sp>
    </p:spTree>
    <p:extLst>
      <p:ext uri="{BB962C8B-B14F-4D97-AF65-F5344CB8AC3E}">
        <p14:creationId xmlns:p14="http://schemas.microsoft.com/office/powerpoint/2010/main" val="405469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parserというのは、先ほど説明した、単語の親を予測するモデルです。</a:t>
            </a:r>
            <a:endParaRPr lang="en-US" altLang="ja-JP" dirty="0"/>
          </a:p>
          <a:p>
            <a:r>
              <a:rPr lang="ja-JP" altLang="ja-JP" dirty="0"/>
              <a:t>ここでは、既に学習した複数のモデルを用意します。</a:t>
            </a:r>
            <a:endParaRPr lang="en-US" altLang="ja-JP" dirty="0"/>
          </a:p>
          <a:p>
            <a:r>
              <a:rPr lang="ja-JP" altLang="ja-JP" dirty="0"/>
              <a:t>そのモデルの正確さと、予測の違いを検証データで調べ、使う組合せを決めます。</a:t>
            </a:r>
            <a:endParaRPr lang="en-US" altLang="ja-JP" dirty="0"/>
          </a:p>
          <a:p>
            <a:endParaRPr kumimoji="1" lang="en-US" altLang="ja-JP" dirty="0"/>
          </a:p>
          <a:p>
            <a:r>
              <a:rPr lang="ja-JP" altLang="ja-JP" dirty="0"/>
              <a:t>組合せが決まったら、そのモデル群を新しい文に使い、出てきた予測を一つにまとめます。</a:t>
            </a:r>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307249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2D927-554F-E5D2-4330-7C7E6D3C5F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E81662-2816-08AF-466E-7D8C26BC081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0D97C5-3FA3-9CA2-7103-A6789FB1DD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1A7AAF9-BC23-ED7C-3182-0368D6CF3E0D}"/>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60167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A53A1-0391-85F0-B2B7-861E5A1518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230259-6AFE-E5F2-B376-E1B00424D4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54CF79-DAFD-CD27-148E-3AC23F3EE648}"/>
              </a:ext>
            </a:extLst>
          </p:cNvPr>
          <p:cNvSpPr>
            <a:spLocks noGrp="1"/>
          </p:cNvSpPr>
          <p:nvPr>
            <p:ph type="body" idx="1"/>
          </p:nvPr>
        </p:nvSpPr>
        <p:spPr/>
        <p:txBody>
          <a:bodyPr/>
          <a:lstStyle/>
          <a:p>
            <a:r>
              <a:rPr lang="ja-JP" altLang="ja-JP" dirty="0"/>
              <a:t>各モデルがどれくらい正しいかと、モデル同士がどれくらい違う予測をするかを足し合わせて、組合せに点数を付けています。</a:t>
            </a:r>
            <a:endParaRPr lang="en-US" altLang="ja-JP" dirty="0"/>
          </a:p>
          <a:p>
            <a:r>
              <a:rPr lang="ja-JP" altLang="ja-JP" dirty="0"/>
              <a:t>この点数が高い組合せを選びます。</a:t>
            </a:r>
            <a:endParaRPr lang="en-US" altLang="ja-JP" dirty="0"/>
          </a:p>
          <a:p>
            <a:r>
              <a:rPr lang="ja-JP" altLang="ja-JP" dirty="0"/>
              <a:t>αは、多様性をどの程度重視するかを調整する係数です。</a:t>
            </a:r>
            <a:endParaRPr kumimoji="1" lang="ja-JP" altLang="en-US" dirty="0"/>
          </a:p>
        </p:txBody>
      </p:sp>
      <p:sp>
        <p:nvSpPr>
          <p:cNvPr id="4" name="スライド番号プレースホルダー 3">
            <a:extLst>
              <a:ext uri="{FF2B5EF4-FFF2-40B4-BE49-F238E27FC236}">
                <a16:creationId xmlns:a16="http://schemas.microsoft.com/office/drawing/2014/main" id="{242C29BE-4E34-06B4-AD4A-AECFC7CE5974}"/>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3589832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E2A6-8959-EB5B-2452-AFCF34DC02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B6B680-2CEB-795A-21CA-6D684C9B0D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F17FB9-A0FF-3AA2-4EC9-90AA5D4B4BCF}"/>
              </a:ext>
            </a:extLst>
          </p:cNvPr>
          <p:cNvSpPr>
            <a:spLocks noGrp="1"/>
          </p:cNvSpPr>
          <p:nvPr>
            <p:ph type="body" idx="1"/>
          </p:nvPr>
        </p:nvSpPr>
        <p:spPr/>
        <p:txBody>
          <a:bodyPr/>
          <a:lstStyle/>
          <a:p>
            <a:r>
              <a:rPr lang="ja-JP" altLang="ja-JP" dirty="0"/>
              <a:t>最初は、単体で最も正確なモデルを選びます。</a:t>
            </a:r>
            <a:endParaRPr lang="en-US" altLang="ja-JP" dirty="0"/>
          </a:p>
          <a:p>
            <a:r>
              <a:rPr lang="ja-JP" altLang="ja-JP" dirty="0"/>
              <a:t>次に、残りのモデルを一つずつ仮に追加し、先ほどの評価値を比べます。</a:t>
            </a:r>
            <a:endParaRPr lang="en-US" altLang="ja-JP" dirty="0"/>
          </a:p>
          <a:p>
            <a:r>
              <a:rPr lang="ja-JP" altLang="ja-JP" dirty="0"/>
              <a:t>最も高くなった候補を一つ採用し、指定した個数まで繰り返します。</a:t>
            </a:r>
            <a:endParaRPr kumimoji="1" lang="ja-JP" altLang="en-US" dirty="0"/>
          </a:p>
        </p:txBody>
      </p:sp>
      <p:sp>
        <p:nvSpPr>
          <p:cNvPr id="4" name="スライド番号プレースホルダー 3">
            <a:extLst>
              <a:ext uri="{FF2B5EF4-FFF2-40B4-BE49-F238E27FC236}">
                <a16:creationId xmlns:a16="http://schemas.microsoft.com/office/drawing/2014/main" id="{287262DF-A83E-2D49-0BDE-8A415C896E35}"/>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401618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C46F-FED2-26B4-E962-B032119A21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A8E7D0-7465-C0E2-DDF4-13D9C2DAAB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9779EC-6E1D-F94F-C109-6B2B3A0CAA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99AAEAA-51B2-EF53-5E06-5D4DFCB87ADB}"/>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2038693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2283-8920-53D7-DF30-F19322D11B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A90D6-4844-1415-799C-29A1BFD8E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B4E683-F73D-6502-F9E4-B1D34AA5D9A2}"/>
              </a:ext>
            </a:extLst>
          </p:cNvPr>
          <p:cNvSpPr>
            <a:spLocks noGrp="1"/>
          </p:cNvSpPr>
          <p:nvPr>
            <p:ph type="body" idx="1"/>
          </p:nvPr>
        </p:nvSpPr>
        <p:spPr/>
        <p:txBody>
          <a:bodyPr/>
          <a:lstStyle/>
          <a:p>
            <a:endParaRPr kumimoji="1" lang="ja-JP" altLang="en-US" b="0" dirty="0"/>
          </a:p>
        </p:txBody>
      </p:sp>
      <p:sp>
        <p:nvSpPr>
          <p:cNvPr id="4" name="スライド番号プレースホルダー 3">
            <a:extLst>
              <a:ext uri="{FF2B5EF4-FFF2-40B4-BE49-F238E27FC236}">
                <a16:creationId xmlns:a16="http://schemas.microsoft.com/office/drawing/2014/main" id="{7DD279EC-06D0-57C5-F604-E18902F0A61E}"/>
              </a:ext>
            </a:extLst>
          </p:cNvPr>
          <p:cNvSpPr>
            <a:spLocks noGrp="1"/>
          </p:cNvSpPr>
          <p:nvPr>
            <p:ph type="sldNum" sz="quarter" idx="5"/>
          </p:nvPr>
        </p:nvSpPr>
        <p:spPr/>
        <p:txBody>
          <a:bodyPr/>
          <a:lstStyle/>
          <a:p>
            <a:fld id="{43558F7A-9C9F-42E9-83A4-0C372CE5784D}" type="slidenum">
              <a:rPr kumimoji="1" lang="ja-JP" altLang="en-US" smtClean="0"/>
              <a:t>16</a:t>
            </a:fld>
            <a:endParaRPr kumimoji="1" lang="ja-JP" altLang="en-US"/>
          </a:p>
        </p:txBody>
      </p:sp>
    </p:spTree>
    <p:extLst>
      <p:ext uri="{BB962C8B-B14F-4D97-AF65-F5344CB8AC3E}">
        <p14:creationId xmlns:p14="http://schemas.microsoft.com/office/powerpoint/2010/main" val="2059927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3B91-BDF9-374E-6A62-23B12ADB38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337102-7AD8-6E80-B316-5F518BAEEB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51F485-78F9-79A7-532B-410C21B5C27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0EA290-8208-6CDF-DCAE-997CFAFB63FA}"/>
              </a:ext>
            </a:extLst>
          </p:cNvPr>
          <p:cNvSpPr>
            <a:spLocks noGrp="1"/>
          </p:cNvSpPr>
          <p:nvPr>
            <p:ph type="sldNum" sz="quarter" idx="5"/>
          </p:nvPr>
        </p:nvSpPr>
        <p:spPr/>
        <p:txBody>
          <a:bodyPr/>
          <a:lstStyle/>
          <a:p>
            <a:fld id="{43558F7A-9C9F-42E9-83A4-0C372CE5784D}" type="slidenum">
              <a:rPr kumimoji="1" lang="ja-JP" altLang="en-US" smtClean="0"/>
              <a:t>17</a:t>
            </a:fld>
            <a:endParaRPr kumimoji="1" lang="ja-JP" altLang="en-US"/>
          </a:p>
        </p:txBody>
      </p:sp>
    </p:spTree>
    <p:extLst>
      <p:ext uri="{BB962C8B-B14F-4D97-AF65-F5344CB8AC3E}">
        <p14:creationId xmlns:p14="http://schemas.microsoft.com/office/powerpoint/2010/main" val="2703907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19082-0373-6695-F15E-0313D98AA0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FBE204-6B15-3E44-B2CB-F1C7260172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D7FA45-4EAC-3ED6-17E3-E5A897C4EDE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DC3AF6E-6CA8-206F-F33A-00454F039E0D}"/>
              </a:ext>
            </a:extLst>
          </p:cNvPr>
          <p:cNvSpPr>
            <a:spLocks noGrp="1"/>
          </p:cNvSpPr>
          <p:nvPr>
            <p:ph type="sldNum" sz="quarter" idx="5"/>
          </p:nvPr>
        </p:nvSpPr>
        <p:spPr/>
        <p:txBody>
          <a:bodyPr/>
          <a:lstStyle/>
          <a:p>
            <a:fld id="{43558F7A-9C9F-42E9-83A4-0C372CE5784D}" type="slidenum">
              <a:rPr kumimoji="1" lang="ja-JP" altLang="en-US" smtClean="0"/>
              <a:t>18</a:t>
            </a:fld>
            <a:endParaRPr kumimoji="1" lang="ja-JP" altLang="en-US"/>
          </a:p>
        </p:txBody>
      </p:sp>
    </p:spTree>
    <p:extLst>
      <p:ext uri="{BB962C8B-B14F-4D97-AF65-F5344CB8AC3E}">
        <p14:creationId xmlns:p14="http://schemas.microsoft.com/office/powerpoint/2010/main" val="3878919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2D9A-45CA-132E-FD91-C12C3E36AD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5A460D-B4DB-7B4C-3701-389BD8ED84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AD5E78-64D9-5BE2-6D3E-F6A5B62F84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242B7-073B-014E-3C61-393DCED5F0C0}"/>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3774563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CD78-E7DC-8965-09A9-61C7316531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869628-BDEB-07AB-A0D8-2A53AC8F5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907736-B3B0-1A0C-3815-F4214574633F}"/>
              </a:ext>
            </a:extLst>
          </p:cNvPr>
          <p:cNvSpPr>
            <a:spLocks noGrp="1"/>
          </p:cNvSpPr>
          <p:nvPr>
            <p:ph type="body" idx="1"/>
          </p:nvPr>
        </p:nvSpPr>
        <p:spPr/>
        <p:txBody>
          <a:bodyPr/>
          <a:lstStyle/>
          <a:p>
            <a:r>
              <a:rPr lang="ja-JP" altLang="ja-JP" dirty="0"/>
              <a:t>先ほどの4種類の選び方について、選ぶモデル数を変えた結果です。ここでは、モデル数を少し変えただけで性能が大きく変わるかに注目します。</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5025EB39-8471-2646-2BBB-1C6836B759B3}"/>
              </a:ext>
            </a:extLst>
          </p:cNvPr>
          <p:cNvSpPr>
            <a:spLocks noGrp="1"/>
          </p:cNvSpPr>
          <p:nvPr>
            <p:ph type="sldNum" sz="quarter" idx="5"/>
          </p:nvPr>
        </p:nvSpPr>
        <p:spPr/>
        <p:txBody>
          <a:bodyPr/>
          <a:lstStyle/>
          <a:p>
            <a:fld id="{43558F7A-9C9F-42E9-83A4-0C372CE5784D}" type="slidenum">
              <a:rPr kumimoji="1" lang="ja-JP" altLang="en-US" smtClean="0"/>
              <a:t>21</a:t>
            </a:fld>
            <a:endParaRPr kumimoji="1" lang="ja-JP" altLang="en-US"/>
          </a:p>
        </p:txBody>
      </p:sp>
    </p:spTree>
    <p:extLst>
      <p:ext uri="{BB962C8B-B14F-4D97-AF65-F5344CB8AC3E}">
        <p14:creationId xmlns:p14="http://schemas.microsoft.com/office/powerpoint/2010/main" val="3208371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BB8E-635A-60DE-194C-00C5F0390B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EC1D60-3F57-0C9D-A3D3-D1720AB32A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CE1466-F614-6587-2306-28A6DB166B68}"/>
              </a:ext>
            </a:extLst>
          </p:cNvPr>
          <p:cNvSpPr>
            <a:spLocks noGrp="1"/>
          </p:cNvSpPr>
          <p:nvPr>
            <p:ph type="body" idx="1"/>
          </p:nvPr>
        </p:nvSpPr>
        <p:spPr/>
        <p:txBody>
          <a:bodyPr/>
          <a:lstStyle/>
          <a:p>
            <a:r>
              <a:rPr lang="ja-JP" altLang="ja-JP" dirty="0"/>
              <a:t>前の図では選ぶ個数を変えました。今度は、候補として渡すモデルの顔ぶれ自体を変えます。</a:t>
            </a:r>
            <a:endParaRPr lang="en-US" altLang="ja-JP" dirty="0"/>
          </a:p>
          <a:p>
            <a:r>
              <a:rPr lang="ja-JP" altLang="ja-JP" dirty="0"/>
              <a:t>25候補から15個を抽出し、その中からモデルを選ぶ比較を30回繰り返しています。</a:t>
            </a:r>
            <a:endParaRPr lang="en-US" altLang="ja-JP" dirty="0"/>
          </a:p>
          <a:p>
            <a:endParaRPr kumimoji="1" lang="en-US" altLang="ja-JP" dirty="0"/>
          </a:p>
          <a:p>
            <a:r>
              <a:rPr lang="ja-JP" altLang="ja-JP" dirty="0"/>
              <a:t>右側の時間は、モデルを学習する時間ではなく、候補から使うモデルを選ぶ処理の時間です。</a:t>
            </a:r>
            <a:endParaRPr kumimoji="1" lang="ja-JP" altLang="en-US" dirty="0"/>
          </a:p>
        </p:txBody>
      </p:sp>
      <p:sp>
        <p:nvSpPr>
          <p:cNvPr id="4" name="スライド番号プレースホルダー 3">
            <a:extLst>
              <a:ext uri="{FF2B5EF4-FFF2-40B4-BE49-F238E27FC236}">
                <a16:creationId xmlns:a16="http://schemas.microsoft.com/office/drawing/2014/main" id="{F663F2AE-16CF-5F56-438E-960E0ED89DFB}"/>
              </a:ext>
            </a:extLst>
          </p:cNvPr>
          <p:cNvSpPr>
            <a:spLocks noGrp="1"/>
          </p:cNvSpPr>
          <p:nvPr>
            <p:ph type="sldNum" sz="quarter" idx="5"/>
          </p:nvPr>
        </p:nvSpPr>
        <p:spPr/>
        <p:txBody>
          <a:bodyPr/>
          <a:lstStyle/>
          <a:p>
            <a:fld id="{43558F7A-9C9F-42E9-83A4-0C372CE5784D}" type="slidenum">
              <a:rPr kumimoji="1" lang="ja-JP" altLang="en-US" smtClean="0"/>
              <a:t>22</a:t>
            </a:fld>
            <a:endParaRPr kumimoji="1" lang="ja-JP" altLang="en-US"/>
          </a:p>
        </p:txBody>
      </p:sp>
    </p:spTree>
    <p:extLst>
      <p:ext uri="{BB962C8B-B14F-4D97-AF65-F5344CB8AC3E}">
        <p14:creationId xmlns:p14="http://schemas.microsoft.com/office/powerpoint/2010/main" val="2751985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EDCD-5CFF-595A-E4C4-57E5884B32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0E3CF4-2AFD-1CC4-57C2-FC2DEDDABE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859D6D-A8E7-CAE4-C3DC-5542A98E7065}"/>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1E8E9EA7-A771-4A77-77A9-F42B165E0FCE}"/>
              </a:ext>
            </a:extLst>
          </p:cNvPr>
          <p:cNvSpPr>
            <a:spLocks noGrp="1"/>
          </p:cNvSpPr>
          <p:nvPr>
            <p:ph type="sldNum" sz="quarter" idx="5"/>
          </p:nvPr>
        </p:nvSpPr>
        <p:spPr/>
        <p:txBody>
          <a:bodyPr/>
          <a:lstStyle/>
          <a:p>
            <a:fld id="{43558F7A-9C9F-42E9-83A4-0C372CE5784D}" type="slidenum">
              <a:rPr kumimoji="1" lang="ja-JP" altLang="en-US" smtClean="0"/>
              <a:t>23</a:t>
            </a:fld>
            <a:endParaRPr kumimoji="1" lang="ja-JP" altLang="en-US"/>
          </a:p>
        </p:txBody>
      </p:sp>
    </p:spTree>
    <p:extLst>
      <p:ext uri="{BB962C8B-B14F-4D97-AF65-F5344CB8AC3E}">
        <p14:creationId xmlns:p14="http://schemas.microsoft.com/office/powerpoint/2010/main" val="1736411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7126736" y="1575825"/>
            <a:ext cx="4034525" cy="830997"/>
          </a:xfrm>
          <a:prstGeom prst="rect">
            <a:avLst/>
          </a:prstGeom>
        </p:spPr>
        <p:txBody>
          <a:bodyPr wrap="square" lIns="0" tIns="0" rIns="0" bIns="0" rtlCol="0" anchor="t">
            <a:spAutoFit/>
          </a:bodyPr>
          <a:lstStyle/>
          <a:p>
            <a:pPr algn="ctr">
              <a:spcBef>
                <a:spcPct val="0"/>
              </a:spcBef>
            </a:pPr>
            <a:r>
              <a:rPr lang="ja-JP" altLang="en-US" sz="5400" dirty="0">
                <a:solidFill>
                  <a:srgbClr val="292B2B"/>
                </a:solidFill>
                <a:latin typeface="Source Han Sans JP Bold"/>
                <a:ea typeface="Source Han Sans JP Bold"/>
                <a:cs typeface="Source Han Sans JP Bold"/>
                <a:sym typeface="Source Han Sans JP Bold"/>
              </a:rPr>
              <a:t>論文輪講</a:t>
            </a:r>
            <a:endParaRPr lang="en-US" sz="5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18217" y="8441870"/>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7586190"/>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2026年10月2日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1799756" y="5900157"/>
            <a:ext cx="14688483" cy="677108"/>
          </a:xfrm>
          <a:prstGeom prst="rect">
            <a:avLst/>
          </a:prstGeom>
        </p:spPr>
        <p:txBody>
          <a:bodyPr wrap="square" lIns="0" tIns="0" rIns="0" bIns="0" rtlCol="0" anchor="t">
            <a:spAutoFit/>
          </a:bodyPr>
          <a:lstStyle/>
          <a:p>
            <a:pPr algn="ctr">
              <a:lnSpc>
                <a:spcPct val="100000"/>
              </a:lnSpc>
              <a:spcBef>
                <a:spcPct val="0"/>
              </a:spcBef>
            </a:pP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r>
              <a:rPr lang="ja-JP" altLang="ja-JP" sz="4400" b="1" dirty="0">
                <a:latin typeface="Source Han Sans JP" panose="020B0600070205080204" charset="-128"/>
                <a:ea typeface="Source Han Sans JP" panose="020B0600070205080204" charset="-128"/>
              </a:rPr>
              <a:t>教師なし依存構文解析の誤り耐性アンサンブル法</a:t>
            </a: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endParaRPr 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endParaRPr>
          </a:p>
        </p:txBody>
      </p:sp>
      <p:sp>
        <p:nvSpPr>
          <p:cNvPr id="14" name="TextBox 24">
            <a:extLst>
              <a:ext uri="{FF2B5EF4-FFF2-40B4-BE49-F238E27FC236}">
                <a16:creationId xmlns:a16="http://schemas.microsoft.com/office/drawing/2014/main" id="{5A851D26-D12C-C610-35D6-4EE88EAAA3D9}"/>
              </a:ext>
            </a:extLst>
          </p:cNvPr>
          <p:cNvSpPr txBox="1"/>
          <p:nvPr/>
        </p:nvSpPr>
        <p:spPr>
          <a:xfrm>
            <a:off x="1219200" y="2886432"/>
            <a:ext cx="16459200" cy="2769989"/>
          </a:xfrm>
          <a:prstGeom prst="rect">
            <a:avLst/>
          </a:prstGeom>
        </p:spPr>
        <p:txBody>
          <a:bodyPr wrap="square" lIns="0" tIns="0" rIns="0" bIns="0" rtlCol="0" anchor="t">
            <a:spAutoFit/>
          </a:bodyPr>
          <a:lstStyle/>
          <a:p>
            <a:pPr>
              <a:lnSpc>
                <a:spcPct val="100000"/>
              </a:lnSpc>
              <a:spcBef>
                <a:spcPct val="0"/>
              </a:spcBef>
            </a:pPr>
            <a:r>
              <a:rPr lang="ja-JP" altLang="ja-JP" sz="6000" dirty="0">
                <a:latin typeface="Source Han Sans JP Bold" panose="020B0600070205080204" charset="-128"/>
                <a:ea typeface="Source Han Sans JP Bold" panose="020B0600070205080204" charset="-128"/>
              </a:rPr>
              <a:t>Error Diversity Matters: An Error-Resistant Ensemble Method for Unsupervised Dependency Parsing</a:t>
            </a:r>
            <a:r>
              <a:rPr lang="en-US" altLang="ja-JP" sz="6000" dirty="0">
                <a:latin typeface="Source Han Sans JP Bold" panose="020B0600070205080204" charset="-128"/>
                <a:ea typeface="Source Han Sans JP Bold" panose="020B0600070205080204" charset="-128"/>
              </a:rPr>
              <a:t> </a:t>
            </a:r>
            <a:r>
              <a:rPr lang="en-US" altLang="ja-JP" sz="4000" dirty="0">
                <a:latin typeface="Source Han Sans JP Bold" panose="020B0600070205080204" charset="-128"/>
                <a:ea typeface="Source Han Sans JP Bold" panose="020B0600070205080204" charset="-128"/>
              </a:rPr>
              <a:t>(B</a:t>
            </a:r>
            <a:r>
              <a:rPr lang="ja-JP" altLang="ja-JP" sz="4000" dirty="0">
                <a:latin typeface="Source Han Sans JP Bold" panose="020B0600070205080204" charset="-128"/>
                <a:ea typeface="Source Han Sans JP Bold" panose="020B0600070205080204" charset="-128"/>
              </a:rPr>
              <a:t>ehzad Shayegh et al., AAAI 2025</a:t>
            </a:r>
            <a:r>
              <a:rPr lang="en-US" altLang="ja-JP" sz="4000" dirty="0">
                <a:latin typeface="Source Han Sans JP Bold" panose="020B0600070205080204" charset="-128"/>
                <a:ea typeface="Source Han Sans JP Bold" panose="020B0600070205080204" charset="-128"/>
              </a:rPr>
              <a:t>)</a:t>
            </a:r>
            <a:endParaRPr lang="en-US" sz="40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877648-141E-2FED-599C-AC5E92A13D5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00AF81C-D86D-C07A-3F1F-78B9E44DF21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787A3FF-958C-EBE9-52DF-D247C70AB5E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D83F56E-025F-21B4-21B5-7CE1068CF5A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F30B28B0-361D-0A34-B344-0CF7B75C2C1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BFE15D1-B194-B181-AC41-0EC9DAC01C9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9D6CF3-783B-2BEB-000A-8FCFFFCD188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5183898-DA7F-FAA5-6C4A-BF13209DA8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F9DE793-621A-3BDA-ABCC-4984981079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E54EF43-91FF-6E0F-058B-14050230655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BA66A8F-9866-DC4A-98C9-37EE006600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6A319B7-D50F-ED65-AF6B-DF2231064C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E997E21-DD0B-1294-5BF3-75ACAF7CA26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A0D9D66-A21B-66AC-D788-D1C54AAAEF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D02DA1C-0B30-93CB-EEA0-B2BC98F0CE7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09164D7-2F1A-4555-1BC2-B2D96C3AC3AE}"/>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2A0635B8-BCCD-4E74-98AE-0624FFDD6BD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2302C4-E809-FCAB-957F-A716CD8F0562}"/>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A243EAE5-356B-1894-75BE-66367ECE2D1E}"/>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D03FC3B-8BEB-F105-968D-F000DB9D8CCD}"/>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24296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E125-58AC-5DB3-9454-F1522E0E834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1B68936-4085-C672-25E2-539DE5B542E0}"/>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BF79094-BE17-55A2-79EE-75FD7D60DCC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A2129EB-6C03-1B60-2FF2-EC811E6BF5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89DBABA-638B-2DE2-719E-567A3A2FB6D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153E037-F316-82ED-9485-58B93F6367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224E675-FAF1-AA8E-F2C8-0BADF0AB9B6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DFBD60-FDBE-A2CC-0936-7FD327C13203}"/>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7BF935-8EC0-8CFF-6563-826DD5D88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D324464-3D06-1A37-708D-F0A0D8C339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770630FB-6B9E-1993-6D39-F78DCF3709B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668E232-42C5-3F54-DDA9-E4A84408A3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D49311F-513E-F236-470A-E416FE5B22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5EE9B9C-8F0E-5177-1679-008930E7BD7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4604F13E-B615-BFD5-F7D8-D1AD5B63A8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0B52B35-5EEE-2B3C-191D-0772C5F79A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7395413D-1C3A-7562-FC68-021F1C24262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5CCE43B6-B4C5-333A-576C-7C1C222C9DC9}"/>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DFE006F-89AC-86A8-36C3-00A12FC3D324}"/>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1B03E3FA-A621-3E56-B99E-5AC55F094467}"/>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F836DBF-7A24-6DDB-F4C0-A708A45916F4}"/>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7171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3B2F-43BD-3FDC-9A52-A3EA57EB46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8A5558E-A446-1DD9-AFE3-4208FF0E097E}"/>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10" name="グループ化 9">
            <a:extLst>
              <a:ext uri="{FF2B5EF4-FFF2-40B4-BE49-F238E27FC236}">
                <a16:creationId xmlns:a16="http://schemas.microsoft.com/office/drawing/2014/main" id="{12090164-6B0A-4E27-6B0C-FBAFDE60F8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481D39E-081B-36BA-D1C6-ECA6050FE4C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543D728-E890-92F7-D3EF-163706A1352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183FE0-B5A8-C0D0-095C-96F001DF25F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D166528-B1A4-2464-753B-E9FCE2367A2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6D42BB-303C-D5A5-FC53-D6F0D69BA10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C239CE6-827C-AD68-DAF4-2A74EE7BE4D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E221804-E222-6227-A456-103DE17EA6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8DAED29-4C24-5A6C-DBDE-E7C4A65247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F8B016B-BB39-0129-1334-B9838377B9D7}"/>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1C2BD47-2123-FA61-C0CE-B3DA20B997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D7DAA3C-8727-EE89-1AD2-FDD764BB52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0CA5FDE-A678-4415-F02E-3CC120450DD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7F430480-BFB2-28B6-5E6B-B12AD2C6C8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79BC0B9-1557-D27E-0046-31E6A6446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1A1F485-B6A3-1DA2-225E-333B83F3F49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4</a:t>
            </a:fld>
            <a:endParaRPr lang="en-US" sz="2400" dirty="0"/>
          </a:p>
        </p:txBody>
      </p:sp>
      <p:sp>
        <p:nvSpPr>
          <p:cNvPr id="5" name="TextBox 24">
            <a:extLst>
              <a:ext uri="{FF2B5EF4-FFF2-40B4-BE49-F238E27FC236}">
                <a16:creationId xmlns:a16="http://schemas.microsoft.com/office/drawing/2014/main" id="{30E6FC3A-F563-6BED-77CD-E9A2AECFFCD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論文を選んだ理由</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18BCDE0D-5E21-57F1-517E-02D58024D4E0}"/>
              </a:ext>
            </a:extLst>
          </p:cNvPr>
          <p:cNvSpPr txBox="1"/>
          <p:nvPr/>
        </p:nvSpPr>
        <p:spPr>
          <a:xfrm>
            <a:off x="1665274" y="2831192"/>
            <a:ext cx="15647325" cy="227055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沸騰音から熱流束を予測し，沸騰の開始を検知したい</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アンサンブルを適用し複数モデルを組み合わせても，単体より誤差が増える場合がある</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特に，</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ONB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近傍の誤差を抑えたい</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4" name="グループ化 43">
            <a:extLst>
              <a:ext uri="{FF2B5EF4-FFF2-40B4-BE49-F238E27FC236}">
                <a16:creationId xmlns:a16="http://schemas.microsoft.com/office/drawing/2014/main" id="{8545B1C6-AD44-CAA2-F2D8-7D9E0EE8C615}"/>
              </a:ext>
            </a:extLst>
          </p:cNvPr>
          <p:cNvGrpSpPr/>
          <p:nvPr/>
        </p:nvGrpSpPr>
        <p:grpSpPr>
          <a:xfrm>
            <a:off x="1553242" y="1849221"/>
            <a:ext cx="7086600" cy="552410"/>
            <a:chOff x="1535808" y="1451163"/>
            <a:chExt cx="8639037" cy="552410"/>
          </a:xfrm>
        </p:grpSpPr>
        <p:sp>
          <p:nvSpPr>
            <p:cNvPr id="45" name="TextBox 26">
              <a:extLst>
                <a:ext uri="{FF2B5EF4-FFF2-40B4-BE49-F238E27FC236}">
                  <a16:creationId xmlns:a16="http://schemas.microsoft.com/office/drawing/2014/main" id="{63C1B04C-B4CB-6542-F024-DA825EAAA14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自分の研究での課題</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B625E7F0-2BD1-FCC3-A00E-98A23CFC9F0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66" name="グループ化 65">
            <a:extLst>
              <a:ext uri="{FF2B5EF4-FFF2-40B4-BE49-F238E27FC236}">
                <a16:creationId xmlns:a16="http://schemas.microsoft.com/office/drawing/2014/main" id="{5D8A99AE-AB03-F0C5-CD0B-198872016830}"/>
              </a:ext>
            </a:extLst>
          </p:cNvPr>
          <p:cNvGrpSpPr/>
          <p:nvPr/>
        </p:nvGrpSpPr>
        <p:grpSpPr>
          <a:xfrm>
            <a:off x="1553242" y="7429500"/>
            <a:ext cx="7086600" cy="552410"/>
            <a:chOff x="1535808" y="1451163"/>
            <a:chExt cx="8639037" cy="552410"/>
          </a:xfrm>
        </p:grpSpPr>
        <p:sp>
          <p:nvSpPr>
            <p:cNvPr id="67" name="TextBox 26">
              <a:extLst>
                <a:ext uri="{FF2B5EF4-FFF2-40B4-BE49-F238E27FC236}">
                  <a16:creationId xmlns:a16="http://schemas.microsoft.com/office/drawing/2014/main" id="{A5E42165-316E-EDAF-737B-8D524056424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自分の研究への活用可能性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8" name="Freeform 5">
              <a:extLst>
                <a:ext uri="{FF2B5EF4-FFF2-40B4-BE49-F238E27FC236}">
                  <a16:creationId xmlns:a16="http://schemas.microsoft.com/office/drawing/2014/main" id="{9A88EC85-AA71-FB9B-92BC-94969194A57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9" name="TextBox 24">
            <a:extLst>
              <a:ext uri="{FF2B5EF4-FFF2-40B4-BE49-F238E27FC236}">
                <a16:creationId xmlns:a16="http://schemas.microsoft.com/office/drawing/2014/main" id="{5A6EDAFF-02C6-07F6-6A7A-521036718516}"/>
              </a:ext>
            </a:extLst>
          </p:cNvPr>
          <p:cNvSpPr txBox="1"/>
          <p:nvPr/>
        </p:nvSpPr>
        <p:spPr>
          <a:xfrm>
            <a:off x="1677221" y="8162540"/>
            <a:ext cx="15759367" cy="1116396"/>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誤差を補完できるモデルの組み合わせを考える手がかりになる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自分の研究で発生するモデル出力の誤差を踏まえて統合等を考える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 name="矢印: 下 2">
            <a:extLst>
              <a:ext uri="{FF2B5EF4-FFF2-40B4-BE49-F238E27FC236}">
                <a16:creationId xmlns:a16="http://schemas.microsoft.com/office/drawing/2014/main" id="{F2A5ABC3-E266-0634-4B4D-A255C12B0297}"/>
              </a:ext>
            </a:extLst>
          </p:cNvPr>
          <p:cNvSpPr/>
          <p:nvPr/>
        </p:nvSpPr>
        <p:spPr>
          <a:xfrm rot="16200000">
            <a:off x="2234992" y="5810748"/>
            <a:ext cx="1092616" cy="685799"/>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4">
            <a:extLst>
              <a:ext uri="{FF2B5EF4-FFF2-40B4-BE49-F238E27FC236}">
                <a16:creationId xmlns:a16="http://schemas.microsoft.com/office/drawing/2014/main" id="{C20DF737-0EA7-732E-D1FB-558737ED9428}"/>
              </a:ext>
            </a:extLst>
          </p:cNvPr>
          <p:cNvSpPr txBox="1"/>
          <p:nvPr/>
        </p:nvSpPr>
        <p:spPr>
          <a:xfrm>
            <a:off x="3625843" y="5476602"/>
            <a:ext cx="13061956" cy="1354089"/>
          </a:xfrm>
          <a:prstGeom prst="rect">
            <a:avLst/>
          </a:prstGeom>
        </p:spPr>
        <p:txBody>
          <a:bodyPr wrap="square" lIns="0" tIns="0" rIns="0" bIns="0" rtlCol="0" anchor="t">
            <a:spAutoFit/>
          </a:bodyPr>
          <a:lstStyle/>
          <a:p>
            <a:pPr algn="l">
              <a:lnSpc>
                <a:spcPts val="5500"/>
              </a:lnSpc>
              <a:spcBef>
                <a:spcPct val="0"/>
              </a:spcBef>
              <a:buClr>
                <a:srgbClr val="64A4A3"/>
              </a:buClr>
            </a:pP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選んだ論文は，単体の精度に加えて「予測の違い」，も調べ，組み合わせるモデルを選ぶ</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60934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F6FF-E64A-0E30-BB57-6F79A2A7FE5F}"/>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D809F81-7402-5608-B71E-400EBA9C88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CD0C97D-12EA-EBA5-13F7-89C044669B73}"/>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AE2C3AF-DB1F-130B-FBCE-9414E01E16F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7D9D820-F98A-673F-8DFB-F865BF16953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241A302-C0AB-5A92-2362-19764F296D8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31B35BF-3950-EBC7-0B8D-F1E56E3CE792}"/>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D8CF483F-4F08-2AA9-782B-A4E984BFDD9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108E7FE9-7101-9F27-A860-60271BB7456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0256BC5-F422-2BB1-97F2-0166EF485BE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81B487A-9701-C2F4-288B-918464EA84B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C32D928D-E790-F8A2-6570-86A3635B72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C21A52C-F212-32F2-BCB8-102EEA1D92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826BB833-4A2F-39B5-F92F-28E9D5E7095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EDC6E3BF-2E96-BBFF-E84E-372480B90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0EBAE59-F5E8-E94B-8E3E-0A4879358A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7E88FC0-A95F-3507-90E8-3FFAE4BE7FD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13" name="TextBox 24">
            <a:extLst>
              <a:ext uri="{FF2B5EF4-FFF2-40B4-BE49-F238E27FC236}">
                <a16:creationId xmlns:a16="http://schemas.microsoft.com/office/drawing/2014/main" id="{4D7CCE9F-D69E-C6FB-51CB-452F6BCE2F5F}"/>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34EB459-B0E2-92A0-B7D1-236294A6ED1B}"/>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235E1533-E0DD-8C7A-1456-2E669B041196}"/>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7CDA781-8B69-AA28-0726-999848452A13}"/>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68606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1A-C9FC-FF15-3966-AAEA80CC191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A1AE13-BB24-F776-672F-0480F6753BB5}"/>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10" name="グループ化 9">
            <a:extLst>
              <a:ext uri="{FF2B5EF4-FFF2-40B4-BE49-F238E27FC236}">
                <a16:creationId xmlns:a16="http://schemas.microsoft.com/office/drawing/2014/main" id="{37B588F8-D1F9-A7CB-7907-D079845B8A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531EF3E-8726-0237-E35D-3957828D1F3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6286439-0A2D-6434-0473-D5C4876016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E6D59ED-7DF4-275C-4BDE-606D258867C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030A6D4-F810-D3A2-C445-08B1FD4E12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9D9877D-6650-4197-B730-0B54C1BD818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A2A5BD0-F660-7AC7-7241-FF963A7B3DD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E3039CB-E991-5B2A-CEA9-89E6384A18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F33ACF9-7C4A-E330-5505-51E00FAC23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CB57FE4-A55C-3206-1173-9546E7018A3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81D15F9-4298-1A4A-CDF4-00D94FF10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249ED53-69BF-2B50-97CA-38FA653814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B1CFBC1-307E-481A-9800-861D29E310E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13A1C20-1CAE-E8FA-9E54-AAAE295130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D0245B8-0F77-418E-D6F2-F1B08E5860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7B3D34-4759-4E95-4DFA-E27801C70E5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6</a:t>
            </a:fld>
            <a:endParaRPr lang="en-US" sz="2400" dirty="0"/>
          </a:p>
        </p:txBody>
      </p:sp>
      <p:sp>
        <p:nvSpPr>
          <p:cNvPr id="5" name="TextBox 24">
            <a:extLst>
              <a:ext uri="{FF2B5EF4-FFF2-40B4-BE49-F238E27FC236}">
                <a16:creationId xmlns:a16="http://schemas.microsoft.com/office/drawing/2014/main" id="{E4738322-4920-5653-9CB1-4917B1597833}"/>
              </a:ext>
            </a:extLst>
          </p:cNvPr>
          <p:cNvSpPr txBox="1"/>
          <p:nvPr/>
        </p:nvSpPr>
        <p:spPr>
          <a:xfrm>
            <a:off x="1806795" y="305043"/>
            <a:ext cx="9928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 </a:t>
            </a:r>
            <a:r>
              <a:rPr lang="en-US" altLang="ja-JP"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 依存構文解析（</a:t>
            </a:r>
            <a:r>
              <a:rPr lang="en-US" altLang="ja-JP" sz="4000" dirty="0">
                <a:solidFill>
                  <a:srgbClr val="292B2B"/>
                </a:solidFill>
                <a:latin typeface="Source Han Sans JP Medium"/>
                <a:ea typeface="Source Han Sans JP Medium"/>
                <a:cs typeface="Source Han Sans JP Medium"/>
                <a:sym typeface="Source Han Sans JP Medium"/>
              </a:rPr>
              <a:t>UDP</a:t>
            </a:r>
            <a:r>
              <a:rPr lang="ja-JP" altLang="en-US" sz="4000" dirty="0">
                <a:solidFill>
                  <a:srgbClr val="292B2B"/>
                </a:solidFill>
                <a:latin typeface="Source Han Sans JP Medium"/>
                <a:ea typeface="Source Han Sans JP Medium"/>
                <a:cs typeface="Source Han Sans JP Medium"/>
                <a:sym typeface="Source Han Sans JP Medium"/>
              </a:rPr>
              <a:t>）とは</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31" name="図 30">
            <a:extLst>
              <a:ext uri="{FF2B5EF4-FFF2-40B4-BE49-F238E27FC236}">
                <a16:creationId xmlns:a16="http://schemas.microsoft.com/office/drawing/2014/main" id="{FC851488-FF6B-80DD-C31D-BB8B4ABD1782}"/>
              </a:ext>
            </a:extLst>
          </p:cNvPr>
          <p:cNvPicPr>
            <a:picLocks noChangeAspect="1"/>
          </p:cNvPicPr>
          <p:nvPr/>
        </p:nvPicPr>
        <p:blipFill>
          <a:blip r:embed="rId4"/>
          <a:srcRect b="51639"/>
          <a:stretch>
            <a:fillRect/>
          </a:stretch>
        </p:blipFill>
        <p:spPr>
          <a:xfrm>
            <a:off x="8744378" y="4434626"/>
            <a:ext cx="9543622" cy="2879873"/>
          </a:xfrm>
          <a:prstGeom prst="rect">
            <a:avLst/>
          </a:prstGeom>
        </p:spPr>
      </p:pic>
      <p:sp>
        <p:nvSpPr>
          <p:cNvPr id="33" name="TextBox 24">
            <a:extLst>
              <a:ext uri="{FF2B5EF4-FFF2-40B4-BE49-F238E27FC236}">
                <a16:creationId xmlns:a16="http://schemas.microsoft.com/office/drawing/2014/main" id="{EA8F75F2-6338-2704-8859-F4A98783D4BD}"/>
              </a:ext>
            </a:extLst>
          </p:cNvPr>
          <p:cNvSpPr txBox="1"/>
          <p:nvPr/>
        </p:nvSpPr>
        <p:spPr>
          <a:xfrm>
            <a:off x="1974595" y="2507007"/>
            <a:ext cx="14858997" cy="1693477"/>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各単語の「文法上のつながり先」を推定する課題のこと</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このつながり先の単語を親（</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head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）と呼ぶ</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右図では，親から子に向かって矢印を描いている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4" name="グループ化 33">
            <a:extLst>
              <a:ext uri="{FF2B5EF4-FFF2-40B4-BE49-F238E27FC236}">
                <a16:creationId xmlns:a16="http://schemas.microsoft.com/office/drawing/2014/main" id="{39CE5245-F24C-3F7F-32AB-76115E2E57AE}"/>
              </a:ext>
            </a:extLst>
          </p:cNvPr>
          <p:cNvGrpSpPr/>
          <p:nvPr/>
        </p:nvGrpSpPr>
        <p:grpSpPr>
          <a:xfrm>
            <a:off x="1676400" y="1714500"/>
            <a:ext cx="7086600" cy="552410"/>
            <a:chOff x="1535808" y="1451163"/>
            <a:chExt cx="8639037" cy="552410"/>
          </a:xfrm>
        </p:grpSpPr>
        <p:sp>
          <p:nvSpPr>
            <p:cNvPr id="35" name="TextBox 26">
              <a:extLst>
                <a:ext uri="{FF2B5EF4-FFF2-40B4-BE49-F238E27FC236}">
                  <a16:creationId xmlns:a16="http://schemas.microsoft.com/office/drawing/2014/main" id="{8F485B36-07B4-159E-BE05-FC133CFCF63E}"/>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依存構文解析</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36" name="Freeform 5">
              <a:extLst>
                <a:ext uri="{FF2B5EF4-FFF2-40B4-BE49-F238E27FC236}">
                  <a16:creationId xmlns:a16="http://schemas.microsoft.com/office/drawing/2014/main" id="{C9425478-0FD5-B4DF-5F04-F6529068160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 name="TextBox 24">
            <a:extLst>
              <a:ext uri="{FF2B5EF4-FFF2-40B4-BE49-F238E27FC236}">
                <a16:creationId xmlns:a16="http://schemas.microsoft.com/office/drawing/2014/main" id="{0E5AA6F6-22C6-2A61-BEC7-1A84BD53E45E}"/>
              </a:ext>
            </a:extLst>
          </p:cNvPr>
          <p:cNvSpPr txBox="1"/>
          <p:nvPr/>
        </p:nvSpPr>
        <p:spPr>
          <a:xfrm>
            <a:off x="1974595" y="7459194"/>
            <a:ext cx="14858997" cy="539315"/>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予測した親が，正解の親と一致した単語の割合</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 name="グループ化 3">
            <a:extLst>
              <a:ext uri="{FF2B5EF4-FFF2-40B4-BE49-F238E27FC236}">
                <a16:creationId xmlns:a16="http://schemas.microsoft.com/office/drawing/2014/main" id="{867125F4-AFF6-E991-D28E-C942E34F1F70}"/>
              </a:ext>
            </a:extLst>
          </p:cNvPr>
          <p:cNvGrpSpPr/>
          <p:nvPr/>
        </p:nvGrpSpPr>
        <p:grpSpPr>
          <a:xfrm>
            <a:off x="1676400" y="6666687"/>
            <a:ext cx="7086600" cy="552410"/>
            <a:chOff x="1535808" y="1451163"/>
            <a:chExt cx="8639037" cy="552410"/>
          </a:xfrm>
        </p:grpSpPr>
        <p:sp>
          <p:nvSpPr>
            <p:cNvPr id="6" name="TextBox 26">
              <a:extLst>
                <a:ext uri="{FF2B5EF4-FFF2-40B4-BE49-F238E27FC236}">
                  <a16:creationId xmlns:a16="http://schemas.microsoft.com/office/drawing/2014/main" id="{6FB5F77E-D9E6-B428-C042-11FDE1EB99E2}"/>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solidFill>
                    <a:srgbClr val="292B2B"/>
                  </a:solidFill>
                  <a:latin typeface="Source Han Sans JP Medium"/>
                  <a:ea typeface="Source Han Sans JP Medium"/>
                  <a:cs typeface="Source Han Sans JP Medium"/>
                  <a:sym typeface="Source Han Sans JP Medium"/>
                </a:rPr>
                <a:t>UAS</a:t>
              </a:r>
            </a:p>
          </p:txBody>
        </p:sp>
        <p:sp>
          <p:nvSpPr>
            <p:cNvPr id="7" name="Freeform 5">
              <a:extLst>
                <a:ext uri="{FF2B5EF4-FFF2-40B4-BE49-F238E27FC236}">
                  <a16:creationId xmlns:a16="http://schemas.microsoft.com/office/drawing/2014/main" id="{B5676332-F9D0-9815-83CB-61446D4D2CA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460D3F1-2131-9348-E8E1-67B67BB22257}"/>
                  </a:ext>
                </a:extLst>
              </p:cNvPr>
              <p:cNvSpPr txBox="1"/>
              <p:nvPr/>
            </p:nvSpPr>
            <p:spPr>
              <a:xfrm>
                <a:off x="6106523" y="8356275"/>
                <a:ext cx="6595139" cy="1025922"/>
              </a:xfrm>
              <a:prstGeom prst="rect">
                <a:avLst/>
              </a:prstGeom>
              <a:noFill/>
            </p:spPr>
            <p:txBody>
              <a:bodyPr wrap="none" lIns="0" tIns="0" rIns="0" bIns="0" rtlCol="0">
                <a:spAutoFit/>
              </a:bodyPr>
              <a:lstStyle/>
              <a:p>
                <a:pPr/>
                <a14:m>
                  <m:oMathPara xmlns:m="http://schemas.openxmlformats.org/officeDocument/2006/math">
                    <m:oMath>
                      <m:r>
                        <m:rPr>
                          <m:sty m:val="p"/>
                        </m:rPr>
                        <a:rPr kumimoji="1" lang="en-US" altLang="ja-JP" sz="3200" b="0" i="1" smtClean="0">
                          <a:latin typeface="Cambria Math" panose="02040503050406030204" pitchFamily="18" charset="0"/>
                        </a:rPr>
                        <m:t>UAS</m:t>
                      </m:r>
                      <m:r>
                        <a:rPr kumimoji="1" lang="en-US" altLang="ja-JP" sz="3200" b="0" i="1" smtClean="0">
                          <a:latin typeface="Cambria Math" panose="02040503050406030204" pitchFamily="18" charset="0"/>
                        </a:rPr>
                        <m:t> = </m:t>
                      </m:r>
                      <m:f>
                        <m:fPr>
                          <m:ctrlPr>
                            <a:rPr kumimoji="1" lang="ja-JP" altLang="en-US" sz="3200" i="1">
                              <a:latin typeface="Cambria Math" panose="02040503050406030204" pitchFamily="18" charset="0"/>
                            </a:rPr>
                          </m:ctrlPr>
                        </m:fPr>
                        <m:num>
                          <m:r>
                            <a:rPr kumimoji="1" lang="ja-JP" altLang="en-US" sz="3200" i="1">
                              <a:latin typeface="Cambria Math" panose="02040503050406030204" pitchFamily="18" charset="0"/>
                            </a:rPr>
                            <m:t>正しい</m:t>
                          </m:r>
                          <m:r>
                            <m:rPr>
                              <m:sty m:val="p"/>
                            </m:rPr>
                            <a:rPr kumimoji="1" lang="en-US" altLang="ja-JP" sz="3200" b="0" i="1" smtClean="0">
                              <a:latin typeface="Cambria Math" panose="02040503050406030204" pitchFamily="18" charset="0"/>
                            </a:rPr>
                            <m:t>head</m:t>
                          </m:r>
                          <m:r>
                            <a:rPr kumimoji="1" lang="ja-JP" altLang="en-US" sz="3200" i="1">
                              <a:latin typeface="Cambria Math" panose="02040503050406030204" pitchFamily="18" charset="0"/>
                            </a:rPr>
                            <m:t>を予測した</m:t>
                          </m:r>
                          <m:r>
                            <a:rPr kumimoji="1" lang="ja-JP" altLang="en-US" sz="3200" i="1" smtClean="0">
                              <a:latin typeface="Cambria Math" panose="02040503050406030204" pitchFamily="18" charset="0"/>
                            </a:rPr>
                            <m:t>単語数</m:t>
                          </m:r>
                        </m:num>
                        <m:den>
                          <m:r>
                            <a:rPr kumimoji="1" lang="ja-JP" altLang="en-US" sz="3200" i="1">
                              <a:latin typeface="Cambria Math" panose="02040503050406030204" pitchFamily="18" charset="0"/>
                            </a:rPr>
                            <m:t>評価対象の</m:t>
                          </m:r>
                          <m:r>
                            <a:rPr kumimoji="1" lang="ja-JP" altLang="en-US" sz="3200" i="1" smtClean="0">
                              <a:latin typeface="Cambria Math" panose="02040503050406030204" pitchFamily="18" charset="0"/>
                            </a:rPr>
                            <m:t>単語数</m:t>
                          </m:r>
                        </m:den>
                      </m:f>
                    </m:oMath>
                  </m:oMathPara>
                </a14:m>
                <a:endParaRPr kumimoji="1" lang="ja-JP" altLang="en-US" sz="3200" dirty="0">
                  <a:latin typeface="Source Han Sans JP Medium" panose="020B0600070205080204" charset="-128"/>
                  <a:ea typeface="Source Han Sans JP Medium" panose="020B0600070205080204" charset="-128"/>
                </a:endParaRPr>
              </a:p>
            </p:txBody>
          </p:sp>
        </mc:Choice>
        <mc:Fallback xmlns="">
          <p:sp>
            <p:nvSpPr>
              <p:cNvPr id="9" name="テキスト ボックス 8">
                <a:extLst>
                  <a:ext uri="{FF2B5EF4-FFF2-40B4-BE49-F238E27FC236}">
                    <a16:creationId xmlns:a16="http://schemas.microsoft.com/office/drawing/2014/main" id="{9460D3F1-2131-9348-E8E1-67B67BB22257}"/>
                  </a:ext>
                </a:extLst>
              </p:cNvPr>
              <p:cNvSpPr txBox="1">
                <a:spLocks noRot="1" noChangeAspect="1" noMove="1" noResize="1" noEditPoints="1" noAdjustHandles="1" noChangeArrowheads="1" noChangeShapeType="1" noTextEdit="1"/>
              </p:cNvSpPr>
              <p:nvPr/>
            </p:nvSpPr>
            <p:spPr>
              <a:xfrm>
                <a:off x="6106523" y="8356275"/>
                <a:ext cx="6595139" cy="1025922"/>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3982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49B23-94AD-FF51-9E55-AF0EEADFF9E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CA9791E-112C-9574-3668-D2AE636C4B47}"/>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10" name="グループ化 9">
            <a:extLst>
              <a:ext uri="{FF2B5EF4-FFF2-40B4-BE49-F238E27FC236}">
                <a16:creationId xmlns:a16="http://schemas.microsoft.com/office/drawing/2014/main" id="{DAC8727F-010F-4130-3412-49C0354BA364}"/>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F3C3D1B-C2F1-CF5C-62B7-276D5E5A429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0FEA8364-05A6-988D-2284-759D3A5F040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3859C15-2E90-5487-4771-C5466F6291E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93C038-0031-7043-AE4D-1C5501F70D3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05FB-C2A2-4B57-8752-1B7F831BA141}"/>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429D70E-3BAF-D1F9-3241-51EF0FCD10A7}"/>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E4D7422-5118-5564-2A05-03B2B55009D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6D11989-4F2D-831F-2A2E-01D235EE1F1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1A11EF0-6031-F86A-8554-654B9C48C3F8}"/>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42B75FA-7CF5-EED4-0BEA-AF51771275F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FB7737C-35C9-F264-0A94-817B0B8C366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DB5BA6F-A9AF-F5E2-53A5-A7A30CC5E73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071D7AB4-1B93-6851-541F-4F3C3A8E21A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A151BBE-6922-7F54-7BDD-442B30694E4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6F42CFE-E174-6C66-49C7-B0433523096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7</a:t>
            </a:fld>
            <a:endParaRPr lang="en-US" sz="2400" dirty="0"/>
          </a:p>
        </p:txBody>
      </p:sp>
      <p:sp>
        <p:nvSpPr>
          <p:cNvPr id="5" name="TextBox 24">
            <a:extLst>
              <a:ext uri="{FF2B5EF4-FFF2-40B4-BE49-F238E27FC236}">
                <a16:creationId xmlns:a16="http://schemas.microsoft.com/office/drawing/2014/main" id="{D87142A9-F6F6-B784-FC33-A6641EAA033E}"/>
              </a:ext>
            </a:extLst>
          </p:cNvPr>
          <p:cNvSpPr txBox="1"/>
          <p:nvPr/>
        </p:nvSpPr>
        <p:spPr>
          <a:xfrm>
            <a:off x="1806795" y="305043"/>
            <a:ext cx="7337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 </a:t>
            </a:r>
            <a:r>
              <a:rPr lang="en-US" altLang="ja-JP"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 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97F2D049-85F9-88A7-0777-21F0C1A0089C}"/>
              </a:ext>
            </a:extLst>
          </p:cNvPr>
          <p:cNvSpPr txBox="1"/>
          <p:nvPr/>
        </p:nvSpPr>
        <p:spPr>
          <a:xfrm>
            <a:off x="1849463" y="1637948"/>
            <a:ext cx="15261456" cy="1116396"/>
          </a:xfrm>
          <a:prstGeom prst="rect">
            <a:avLst/>
          </a:prstGeom>
        </p:spPr>
        <p:txBody>
          <a:bodyPr wrap="square" lIns="0" tIns="0" rIns="0" bIns="0" rtlCol="0" anchor="t">
            <a:spAutoFit/>
          </a:bodyPr>
          <a:lstStyle/>
          <a:p>
            <a:pPr algn="l">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異なるモデルを組み合わせれば各モデルが持つ異なる知識を利用できる利点がある一方，弱いモデルを追加すると，アンサンブル全体の性能が低下する場合がある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2" name="四角形: 角を丸くする 51">
            <a:extLst>
              <a:ext uri="{FF2B5EF4-FFF2-40B4-BE49-F238E27FC236}">
                <a16:creationId xmlns:a16="http://schemas.microsoft.com/office/drawing/2014/main" id="{7F4C2657-0FAA-5885-6522-E48C35313632}"/>
              </a:ext>
            </a:extLst>
          </p:cNvPr>
          <p:cNvSpPr/>
          <p:nvPr/>
        </p:nvSpPr>
        <p:spPr>
          <a:xfrm>
            <a:off x="3352800" y="8599104"/>
            <a:ext cx="12148453" cy="1116396"/>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TextBox 24">
            <a:extLst>
              <a:ext uri="{FF2B5EF4-FFF2-40B4-BE49-F238E27FC236}">
                <a16:creationId xmlns:a16="http://schemas.microsoft.com/office/drawing/2014/main" id="{ACA20DC2-6813-4B88-CF87-AF10642B0612}"/>
              </a:ext>
            </a:extLst>
          </p:cNvPr>
          <p:cNvSpPr txBox="1"/>
          <p:nvPr/>
        </p:nvSpPr>
        <p:spPr>
          <a:xfrm>
            <a:off x="3890259" y="9016295"/>
            <a:ext cx="11349741" cy="448841"/>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誤り方が似ているモデルを追加すると，同じ誤りが蓄積する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3C2F4155-F4AB-0BB9-9110-EA4CB2091476}"/>
              </a:ext>
            </a:extLst>
          </p:cNvPr>
          <p:cNvSpPr txBox="1"/>
          <p:nvPr/>
        </p:nvSpPr>
        <p:spPr>
          <a:xfrm>
            <a:off x="10668000" y="3670620"/>
            <a:ext cx="6442921" cy="3424720"/>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Expertise diversity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モデルによって得意な入力が異なる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Error diversity</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4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同じ入力で間違えた時に，異なる誤答を出す</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4" name="図 3">
            <a:extLst>
              <a:ext uri="{FF2B5EF4-FFF2-40B4-BE49-F238E27FC236}">
                <a16:creationId xmlns:a16="http://schemas.microsoft.com/office/drawing/2014/main" id="{B4278256-A71A-4548-F6C7-4826DEB0A0A4}"/>
              </a:ext>
            </a:extLst>
          </p:cNvPr>
          <p:cNvPicPr>
            <a:picLocks noChangeAspect="1"/>
          </p:cNvPicPr>
          <p:nvPr/>
        </p:nvPicPr>
        <p:blipFill>
          <a:blip r:embed="rId4"/>
          <a:stretch>
            <a:fillRect/>
          </a:stretch>
        </p:blipFill>
        <p:spPr>
          <a:xfrm>
            <a:off x="1521824" y="3467100"/>
            <a:ext cx="8381998" cy="4539815"/>
          </a:xfrm>
          <a:prstGeom prst="rect">
            <a:avLst/>
          </a:prstGeom>
        </p:spPr>
      </p:pic>
    </p:spTree>
    <p:extLst>
      <p:ext uri="{BB962C8B-B14F-4D97-AF65-F5344CB8AC3E}">
        <p14:creationId xmlns:p14="http://schemas.microsoft.com/office/powerpoint/2010/main" val="237016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383A-7808-F39D-8E3F-AD076C8A14E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8CA8D30-A9FD-1CB0-DF82-98501BE6681C}"/>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3A9F3197-48F9-6278-BD08-51B22DAEDF7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319838A-374A-B753-BFD0-5CFCE438FDF2}"/>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B22AC0B-C19B-78B1-62A4-9EEC13B6F64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B3D70DDC-E180-3944-0552-2AEAF1AE185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70EFF3-0216-B10C-5ABC-9E633668B9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2531EE1-41F6-61B8-31F7-DD5DBB4FD23C}"/>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F6E9C4B5-0CC0-3267-02F8-8431B121836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3374ABC-B5CA-B95B-B555-F2F86579D6F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666266E-6BDA-7955-7ED3-1E421DA8769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E4E46E2-0BAD-8E26-F8E7-5335BBE91BF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D49BB88-CEE6-741F-99AB-D8504242F3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1DD62FBA-0928-6131-CE5B-F0FA097B81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E80C9-10A0-5E4F-011C-2F8488E267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323C1D3-5845-DBC9-DCF5-BC77F8C5C25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A0DA8ED-0485-D2DF-DC68-5A026CCC9E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DC9C53-A295-3C5F-915D-FC9C369FF7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5" name="TextBox 24">
            <a:extLst>
              <a:ext uri="{FF2B5EF4-FFF2-40B4-BE49-F238E27FC236}">
                <a16:creationId xmlns:a16="http://schemas.microsoft.com/office/drawing/2014/main" id="{56D8F5B6-178E-BD85-3538-424ABD8BAE9B}"/>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従来手法の課題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4">
            <a:extLst>
              <a:ext uri="{FF2B5EF4-FFF2-40B4-BE49-F238E27FC236}">
                <a16:creationId xmlns:a16="http://schemas.microsoft.com/office/drawing/2014/main" id="{0B65D4AE-E66D-049C-1296-55B25ED74C65}"/>
              </a:ext>
            </a:extLst>
          </p:cNvPr>
          <p:cNvSpPr txBox="1"/>
          <p:nvPr/>
        </p:nvSpPr>
        <p:spPr>
          <a:xfrm>
            <a:off x="2014405" y="5254893"/>
            <a:ext cx="15663993" cy="1869807"/>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従来の一部の出力多様性指標では，各モデルの予測を「正解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不正解」として比較するが，不正解となったモデルが同じ誤答をしているのか異なる誤答をしているのかまでは区別できない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 name="グループ化 5">
            <a:extLst>
              <a:ext uri="{FF2B5EF4-FFF2-40B4-BE49-F238E27FC236}">
                <a16:creationId xmlns:a16="http://schemas.microsoft.com/office/drawing/2014/main" id="{0F081759-94A6-6781-B186-DE9BCBEEC146}"/>
              </a:ext>
            </a:extLst>
          </p:cNvPr>
          <p:cNvGrpSpPr/>
          <p:nvPr/>
        </p:nvGrpSpPr>
        <p:grpSpPr>
          <a:xfrm>
            <a:off x="1524003" y="4509282"/>
            <a:ext cx="15912584" cy="539315"/>
            <a:chOff x="1535809" y="1616658"/>
            <a:chExt cx="8639036" cy="539315"/>
          </a:xfrm>
        </p:grpSpPr>
        <p:sp>
          <p:nvSpPr>
            <p:cNvPr id="8" name="TextBox 26">
              <a:extLst>
                <a:ext uri="{FF2B5EF4-FFF2-40B4-BE49-F238E27FC236}">
                  <a16:creationId xmlns:a16="http://schemas.microsoft.com/office/drawing/2014/main" id="{EF91A12A-123E-FDDC-059A-1792E84C0B64}"/>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正解・不正解だけでは誤答の違いが分からない</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0B0E7858-1F6D-B2CD-5E59-AF4C3A29A0E0}"/>
                </a:ext>
              </a:extLst>
            </p:cNvPr>
            <p:cNvSpPr/>
            <p:nvPr/>
          </p:nvSpPr>
          <p:spPr>
            <a:xfrm rot="5400000">
              <a:off x="1303231" y="1862573"/>
              <a:ext cx="525978" cy="6082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6" name="グループ化 25">
            <a:extLst>
              <a:ext uri="{FF2B5EF4-FFF2-40B4-BE49-F238E27FC236}">
                <a16:creationId xmlns:a16="http://schemas.microsoft.com/office/drawing/2014/main" id="{9CADE33E-3CD8-75C2-FD2B-43B158DC581F}"/>
              </a:ext>
            </a:extLst>
          </p:cNvPr>
          <p:cNvGrpSpPr/>
          <p:nvPr/>
        </p:nvGrpSpPr>
        <p:grpSpPr>
          <a:xfrm>
            <a:off x="1524002" y="7658100"/>
            <a:ext cx="11277598" cy="552409"/>
            <a:chOff x="1535809" y="1451163"/>
            <a:chExt cx="8639036" cy="552409"/>
          </a:xfrm>
        </p:grpSpPr>
        <p:sp>
          <p:nvSpPr>
            <p:cNvPr id="27" name="TextBox 26">
              <a:extLst>
                <a:ext uri="{FF2B5EF4-FFF2-40B4-BE49-F238E27FC236}">
                  <a16:creationId xmlns:a16="http://schemas.microsoft.com/office/drawing/2014/main" id="{D37EA447-F47E-E56C-D1F4-D7DE925806BD}"/>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統合後の性能を毎回評価する方法は計算量が大きい</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08337A91-C3C6-CEE2-8EB2-19F664E62F5A}"/>
                </a:ext>
              </a:extLst>
            </p:cNvPr>
            <p:cNvSpPr/>
            <p:nvPr/>
          </p:nvSpPr>
          <p:spPr>
            <a:xfrm rot="5400000">
              <a:off x="1315730" y="1697673"/>
              <a:ext cx="525978" cy="8582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9" name="グループ化 28">
            <a:extLst>
              <a:ext uri="{FF2B5EF4-FFF2-40B4-BE49-F238E27FC236}">
                <a16:creationId xmlns:a16="http://schemas.microsoft.com/office/drawing/2014/main" id="{87EBB9F7-97EC-1DE3-9EBE-2983B56448DF}"/>
              </a:ext>
            </a:extLst>
          </p:cNvPr>
          <p:cNvGrpSpPr/>
          <p:nvPr/>
        </p:nvGrpSpPr>
        <p:grpSpPr>
          <a:xfrm>
            <a:off x="1524002" y="2067084"/>
            <a:ext cx="16154398" cy="552410"/>
            <a:chOff x="1535809" y="1451163"/>
            <a:chExt cx="8639036" cy="552410"/>
          </a:xfrm>
        </p:grpSpPr>
        <p:sp>
          <p:nvSpPr>
            <p:cNvPr id="30" name="TextBox 26">
              <a:extLst>
                <a:ext uri="{FF2B5EF4-FFF2-40B4-BE49-F238E27FC236}">
                  <a16:creationId xmlns:a16="http://schemas.microsoft.com/office/drawing/2014/main" id="{7ACF466B-00F3-994D-EED6-171C5680B9C3}"/>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単体性能だけでは良い組み合わせを判断できない</a:t>
              </a:r>
              <a:endParaRPr lang="en-US" altLang="ja-JP" sz="3200" dirty="0">
                <a:latin typeface="Source Han Sans JP Medium"/>
                <a:ea typeface="Source Han Sans JP Medium"/>
                <a:cs typeface="Source Han Sans JP Medium"/>
                <a:sym typeface="Source Han Sans JP Medium"/>
              </a:endParaRPr>
            </a:p>
          </p:txBody>
        </p:sp>
        <p:sp>
          <p:nvSpPr>
            <p:cNvPr id="31" name="Freeform 5">
              <a:extLst>
                <a:ext uri="{FF2B5EF4-FFF2-40B4-BE49-F238E27FC236}">
                  <a16:creationId xmlns:a16="http://schemas.microsoft.com/office/drawing/2014/main" id="{920F7887-9DC1-2347-658B-20C020EE2522}"/>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2" name="TextBox 24">
            <a:extLst>
              <a:ext uri="{FF2B5EF4-FFF2-40B4-BE49-F238E27FC236}">
                <a16:creationId xmlns:a16="http://schemas.microsoft.com/office/drawing/2014/main" id="{6D243FE8-78D0-D6DD-9A29-182BD8960F71}"/>
              </a:ext>
            </a:extLst>
          </p:cNvPr>
          <p:cNvSpPr txBox="1"/>
          <p:nvPr/>
        </p:nvSpPr>
        <p:spPr>
          <a:xfrm>
            <a:off x="2014406" y="2695694"/>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精度の高いモデルを順に選んでも，同じ入力で同じ誤りを出すモデルが集まると，統合による補完効果は小さい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3" name="TextBox 24">
            <a:extLst>
              <a:ext uri="{FF2B5EF4-FFF2-40B4-BE49-F238E27FC236}">
                <a16:creationId xmlns:a16="http://schemas.microsoft.com/office/drawing/2014/main" id="{EF285294-0C6C-358A-6FE2-44F87DBFEC41}"/>
              </a:ext>
            </a:extLst>
          </p:cNvPr>
          <p:cNvSpPr txBox="1"/>
          <p:nvPr/>
        </p:nvSpPr>
        <p:spPr>
          <a:xfrm>
            <a:off x="2113154" y="8355615"/>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候補モデルを追加するたびに実際にアンサンブルを構成し，検証性能を計算する必要がある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4814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CCB36-E255-CCB8-5D2F-0AFC62C7B8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B226BC2-CD71-4653-9145-DD4BB20D8301}"/>
              </a:ext>
            </a:extLst>
          </p:cNvPr>
          <p:cNvSpPr>
            <a:spLocks noGrp="1"/>
          </p:cNvSpPr>
          <p:nvPr>
            <p:ph type="sldNum" sz="quarter" idx="12"/>
          </p:nvPr>
        </p:nvSpPr>
        <p:spPr/>
        <p:txBody>
          <a:bodyPr/>
          <a:lstStyle/>
          <a:p>
            <a:fld id="{B6F15528-21DE-4FAA-801E-634DDDAF4B2B}" type="slidenum">
              <a:rPr lang="en-US" smtClean="0"/>
              <a:pPr/>
              <a:t>9</a:t>
            </a:fld>
            <a:endParaRPr lang="en-US"/>
          </a:p>
        </p:txBody>
      </p:sp>
      <p:grpSp>
        <p:nvGrpSpPr>
          <p:cNvPr id="10" name="グループ化 9">
            <a:extLst>
              <a:ext uri="{FF2B5EF4-FFF2-40B4-BE49-F238E27FC236}">
                <a16:creationId xmlns:a16="http://schemas.microsoft.com/office/drawing/2014/main" id="{5A9D196F-316E-E828-D234-4EA9EBB2B1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892C5AB-FB63-7E70-22A1-9D33D1BECDB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D680EEB-8E22-56FE-0426-D8EBE702D0A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2F8DE39-94C7-51B3-D554-13551CFA4A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81AF423-AB99-269F-A1F8-175BFC32997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2E23-6E2D-D9FD-F81A-24EFDE4816D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252BF75-94BC-7B76-9B93-253DDF05C6D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BF5842-F392-8ED0-C60C-766D4E55B0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F9FE2CB-68DD-E921-EAA5-91DBA9287F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16A2A1A-4249-5F77-2F60-67696EF553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0328082-EDF2-2C2B-CD4F-E5A26974CF9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29B0B2B-AC04-9C2B-ADC9-D362B5C484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4392877-F08D-0614-FB5D-E162993229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7BA5FFF-973F-4FE1-5CA1-56A42B29BEE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808A156-CA95-6E62-7064-1A83F6F1E2F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F6292B8-C5A5-69F8-283F-A271C8422CE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9</a:t>
            </a:fld>
            <a:endParaRPr lang="en-US" sz="2400" dirty="0"/>
          </a:p>
        </p:txBody>
      </p:sp>
      <p:sp>
        <p:nvSpPr>
          <p:cNvPr id="5" name="TextBox 24">
            <a:extLst>
              <a:ext uri="{FF2B5EF4-FFF2-40B4-BE49-F238E27FC236}">
                <a16:creationId xmlns:a16="http://schemas.microsoft.com/office/drawing/2014/main" id="{B9206AD4-9858-463A-56F9-4A2737CD82D2}"/>
              </a:ext>
            </a:extLst>
          </p:cNvPr>
          <p:cNvSpPr txBox="1"/>
          <p:nvPr/>
        </p:nvSpPr>
        <p:spPr>
          <a:xfrm>
            <a:off x="1806795" y="305043"/>
            <a:ext cx="6651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手法の定義・目的</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TextBox 24">
            <a:extLst>
              <a:ext uri="{FF2B5EF4-FFF2-40B4-BE49-F238E27FC236}">
                <a16:creationId xmlns:a16="http://schemas.microsoft.com/office/drawing/2014/main" id="{FBDE426B-08E2-AC02-783C-6983617F86E3}"/>
              </a:ext>
            </a:extLst>
          </p:cNvPr>
          <p:cNvSpPr txBox="1"/>
          <p:nvPr/>
        </p:nvSpPr>
        <p:spPr>
          <a:xfrm>
            <a:off x="1721270" y="8429697"/>
            <a:ext cx="15888461" cy="897682"/>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単体性能の高いモデルを集めるだけでなく，誤りを互いに補完できるモデル集合を選び，弱いモデルによる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error accumulation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（誤りの蓄積）を抑える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2" name="グループ化 31">
            <a:extLst>
              <a:ext uri="{FF2B5EF4-FFF2-40B4-BE49-F238E27FC236}">
                <a16:creationId xmlns:a16="http://schemas.microsoft.com/office/drawing/2014/main" id="{EB84B588-3AF2-4F16-C05D-9D6C41012F91}"/>
              </a:ext>
            </a:extLst>
          </p:cNvPr>
          <p:cNvGrpSpPr/>
          <p:nvPr/>
        </p:nvGrpSpPr>
        <p:grpSpPr>
          <a:xfrm>
            <a:off x="1451436" y="7440303"/>
            <a:ext cx="7086599" cy="539315"/>
            <a:chOff x="1535809" y="1616658"/>
            <a:chExt cx="8639036" cy="539315"/>
          </a:xfrm>
        </p:grpSpPr>
        <p:sp>
          <p:nvSpPr>
            <p:cNvPr id="33" name="TextBox 26">
              <a:extLst>
                <a:ext uri="{FF2B5EF4-FFF2-40B4-BE49-F238E27FC236}">
                  <a16:creationId xmlns:a16="http://schemas.microsoft.com/office/drawing/2014/main" id="{3BF61C23-CB68-F2BB-5C51-A3BD4EF72978}"/>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目的</a:t>
              </a:r>
              <a:endParaRPr lang="en-US" altLang="ja-JP" sz="3200" dirty="0">
                <a:latin typeface="Source Han Sans JP Medium"/>
                <a:ea typeface="Source Han Sans JP Medium"/>
                <a:cs typeface="Source Han Sans JP Medium"/>
                <a:sym typeface="Source Han Sans JP Medium"/>
              </a:endParaRPr>
            </a:p>
          </p:txBody>
        </p:sp>
        <p:sp>
          <p:nvSpPr>
            <p:cNvPr id="34" name="Freeform 5">
              <a:extLst>
                <a:ext uri="{FF2B5EF4-FFF2-40B4-BE49-F238E27FC236}">
                  <a16:creationId xmlns:a16="http://schemas.microsoft.com/office/drawing/2014/main" id="{A5D612EF-A0F7-72A8-56BE-3F39E8805DD8}"/>
                </a:ext>
              </a:extLst>
            </p:cNvPr>
            <p:cNvSpPr/>
            <p:nvPr/>
          </p:nvSpPr>
          <p:spPr>
            <a:xfrm rot="5400000">
              <a:off x="1341107" y="1824697"/>
              <a:ext cx="525978" cy="136574"/>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 name="グループ化 2">
            <a:extLst>
              <a:ext uri="{FF2B5EF4-FFF2-40B4-BE49-F238E27FC236}">
                <a16:creationId xmlns:a16="http://schemas.microsoft.com/office/drawing/2014/main" id="{13270BAD-25D1-5740-878D-F65579AF1441}"/>
              </a:ext>
            </a:extLst>
          </p:cNvPr>
          <p:cNvGrpSpPr/>
          <p:nvPr/>
        </p:nvGrpSpPr>
        <p:grpSpPr>
          <a:xfrm>
            <a:off x="1455336" y="1866900"/>
            <a:ext cx="16154398" cy="552410"/>
            <a:chOff x="1535809" y="1451163"/>
            <a:chExt cx="8639036" cy="552410"/>
          </a:xfrm>
        </p:grpSpPr>
        <p:sp>
          <p:nvSpPr>
            <p:cNvPr id="4" name="TextBox 26">
              <a:extLst>
                <a:ext uri="{FF2B5EF4-FFF2-40B4-BE49-F238E27FC236}">
                  <a16:creationId xmlns:a16="http://schemas.microsoft.com/office/drawing/2014/main" id="{B6A87716-88DE-825E-5933-47097D42F450}"/>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提案手法</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2156B4EB-B6DF-90F9-C022-054B41534F44}"/>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8" name="TextBox 24">
            <a:extLst>
              <a:ext uri="{FF2B5EF4-FFF2-40B4-BE49-F238E27FC236}">
                <a16:creationId xmlns:a16="http://schemas.microsoft.com/office/drawing/2014/main" id="{C2D42E01-4852-8B02-D7F5-0F68EE0AD571}"/>
              </a:ext>
            </a:extLst>
          </p:cNvPr>
          <p:cNvSpPr txBox="1"/>
          <p:nvPr/>
        </p:nvSpPr>
        <p:spPr>
          <a:xfrm>
            <a:off x="1740320" y="2705953"/>
            <a:ext cx="15799038" cy="3793411"/>
          </a:xfrm>
          <a:prstGeom prst="rect">
            <a:avLst/>
          </a:prstGeom>
        </p:spPr>
        <p:txBody>
          <a:bodyPr wrap="square" lIns="0" tIns="0" rIns="0" bIns="0" rtlCol="0" anchor="t">
            <a:spAutoFit/>
          </a:bodyPr>
          <a:lstStyle/>
          <a:p>
            <a:pPr algn="l">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①組み合わせるモデルを選ぶ</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Diversity-aware ensemble selection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2">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モデル単体の検証性能と予測の多様性を考慮し，統合に使うモデルを選ぶ</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②選んだモデルの予測を一つにまとめる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Dependency parse aggregation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2">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各モデルの予測とよく一致する依存構造を，構造の条件を満たす中で求める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83637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BADB-0A71-FCB8-758D-0A0D63EDE966}"/>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8D758A5-6900-E8EF-CF82-C47B3CC6739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90F6DB-7038-F6C4-5019-AED9186E26D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94CB179-1ED7-D800-A15D-4C99F077D1E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8586F637-995B-62DC-5283-6B815288FC6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C112C2D-6975-E2A9-8639-08239707380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3036BA8-1FB6-4AA6-937B-1628F47E922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5E4BD615-F4E6-1A41-3AB8-77E9CC8E3BD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1CBD77B-66CC-20A7-5556-3021548C0D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77C30B07-2E68-8434-798A-14FE95BB5B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CDBA3D9-19B3-631F-CD42-02BA469DEE8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139A825-D12D-BF40-2E41-BA550581F6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85AFC63-82BB-9F89-EB10-B6E3328E2D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0A66AB7-5A05-F451-6D05-29E98A40BE0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2EF71A-A6D1-39CB-DDA8-A2FA28A955F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2EEB4AC-B5C3-C8DC-2D64-B93B0C69D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9CDCBFC-D1EA-8DBE-229B-23A6E61BDA0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10</a:t>
            </a:fld>
            <a:endParaRPr lang="en-US" sz="2400" dirty="0">
              <a:solidFill>
                <a:schemeClr val="bg1"/>
              </a:solidFill>
            </a:endParaRPr>
          </a:p>
        </p:txBody>
      </p:sp>
      <p:sp>
        <p:nvSpPr>
          <p:cNvPr id="513" name="TextBox 24">
            <a:extLst>
              <a:ext uri="{FF2B5EF4-FFF2-40B4-BE49-F238E27FC236}">
                <a16:creationId xmlns:a16="http://schemas.microsoft.com/office/drawing/2014/main" id="{D55322E3-18F4-E67A-2369-600AC1A15C30}"/>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9ADF53D-A738-00D1-ABD5-6FD7C9F9E50F}"/>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6A224119-1559-9581-364C-52F53EDA8573}"/>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E4186A-9132-3C6D-6FAB-D7AE09DFB017}"/>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397753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BCF2-66FE-50AD-430A-AE796CEA786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F47781F-16B9-83C0-EDF8-E2DFABA86C29}"/>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DC8DE4F2-467D-CAAF-17CF-1467033D3C7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68CA480-91D9-6E59-B5C3-FFF3F604E5B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42EE9D9-4155-C45D-D9F1-D468905E99E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109078D-CDEE-5133-6EDF-C6DD41D9E6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2A209A-2B60-5BF4-E526-711F653E18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5F636E9-9FDE-C6A8-7993-72FCF9C8C8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BD9DE42-F188-DE83-E120-93DA70AD904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C675EFD7-04B0-4A71-887F-C2655C3A7A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7E599D1-C474-5D2C-90AC-AC21D723B3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C16FD54-9A02-0E75-5377-882BF2C74C3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D7559D-2A3B-D635-0AD4-F99324F608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01229B-F32C-A13C-35E0-139E9A3F7F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02F4A2B-4C3D-2B19-20EC-72897CCAF2F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72D99A4-97E6-46F7-9C36-663C8638CF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6D770E4-E924-C831-8000-D9EDBA168EA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F91BE15-7A6C-4D4B-A801-40A996F917F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CC63A3F2-F528-F444-0694-96656D4D2EE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全体像</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26" name="TextBox 26">
            <a:extLst>
              <a:ext uri="{FF2B5EF4-FFF2-40B4-BE49-F238E27FC236}">
                <a16:creationId xmlns:a16="http://schemas.microsoft.com/office/drawing/2014/main" id="{5C753089-F9CD-9366-72E7-496592706051}"/>
              </a:ext>
            </a:extLst>
          </p:cNvPr>
          <p:cNvSpPr txBox="1"/>
          <p:nvPr/>
        </p:nvSpPr>
        <p:spPr>
          <a:xfrm>
            <a:off x="1676400" y="1626197"/>
            <a:ext cx="15621000" cy="984885"/>
          </a:xfrm>
          <a:prstGeom prst="rect">
            <a:avLst/>
          </a:prstGeom>
        </p:spPr>
        <p:txBody>
          <a:bodyPr wrap="square" lIns="0" tIns="0" rIns="0" bIns="0" rtlCol="0" anchor="t">
            <a:spAutoFit/>
          </a:bodyPr>
          <a:lstStyle/>
          <a:p>
            <a:pPr lvl="0">
              <a:spcBef>
                <a:spcPct val="0"/>
              </a:spcBef>
            </a:pPr>
            <a:r>
              <a:rPr lang="ja-JP" altLang="ja-JP" sz="3200" dirty="0">
                <a:latin typeface="Source Han Sans JP Medium" panose="020B0600070205080204" charset="-128"/>
                <a:ea typeface="Source Han Sans JP Medium" panose="020B0600070205080204" charset="-128"/>
              </a:rPr>
              <a:t>検証データで採用するモデルを選び、新しい文に対する各モデルの予測を一つの依存構造</a:t>
            </a:r>
            <a:r>
              <a:rPr lang="ja-JP" altLang="en-US" sz="3200" dirty="0">
                <a:latin typeface="Source Han Sans JP Medium" panose="020B0600070205080204" charset="-128"/>
                <a:ea typeface="Source Han Sans JP Medium" panose="020B0600070205080204" charset="-128"/>
              </a:rPr>
              <a:t>に</a:t>
            </a:r>
            <a:r>
              <a:rPr lang="ja-JP" altLang="ja-JP" sz="3200" dirty="0">
                <a:latin typeface="Source Han Sans JP Medium" panose="020B0600070205080204" charset="-128"/>
                <a:ea typeface="Source Han Sans JP Medium" panose="020B0600070205080204" charset="-128"/>
              </a:rPr>
              <a:t>統合する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7" name="図 6">
            <a:extLst>
              <a:ext uri="{FF2B5EF4-FFF2-40B4-BE49-F238E27FC236}">
                <a16:creationId xmlns:a16="http://schemas.microsoft.com/office/drawing/2014/main" id="{D9A837C9-033C-AE9F-29A4-49E75DB41074}"/>
              </a:ext>
            </a:extLst>
          </p:cNvPr>
          <p:cNvPicPr>
            <a:picLocks noChangeAspect="1"/>
          </p:cNvPicPr>
          <p:nvPr/>
        </p:nvPicPr>
        <p:blipFill>
          <a:blip r:embed="rId4">
            <a:extLst>
              <a:ext uri="{28A0092B-C50C-407E-A947-70E740481C1C}">
                <a14:useLocalDpi xmlns:a14="http://schemas.microsoft.com/office/drawing/2010/main" val="0"/>
              </a:ext>
            </a:extLst>
          </a:blip>
          <a:srcRect t="14074"/>
          <a:stretch>
            <a:fillRect/>
          </a:stretch>
        </p:blipFill>
        <p:spPr>
          <a:xfrm>
            <a:off x="1371600" y="3314700"/>
            <a:ext cx="16122190" cy="6451744"/>
          </a:xfrm>
          <a:prstGeom prst="rect">
            <a:avLst/>
          </a:prstGeom>
        </p:spPr>
      </p:pic>
    </p:spTree>
    <p:extLst>
      <p:ext uri="{BB962C8B-B14F-4D97-AF65-F5344CB8AC3E}">
        <p14:creationId xmlns:p14="http://schemas.microsoft.com/office/powerpoint/2010/main" val="42751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5FFB-581A-3108-F586-FD843E89578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E582468-A75B-92A7-3A15-58D0A42B6C59}"/>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DEFD28C3-12AF-8B07-0796-3C1C4D978CB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41C5CE0-6A9F-187E-0592-B6AC111BD92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3040671-4AA3-8E55-0502-0F492FAA021A}"/>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D91701B-5070-40C8-9FDD-9564BA8909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3DED117-8407-C913-A623-D1105DE8DFB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B80FDA-99C5-E52A-F7F3-81EBDE7460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63F282C-98AE-B030-D498-C8D3E72ADB3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CD63A1-BD9E-EF7F-CDC3-475842AE09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F77CE2D-009C-F3D0-B217-F34C1851CD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4F983D8-AA97-0DC4-C73A-7932233D200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BA46A88-D731-CB73-F217-BF189A23D1D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12A3A54-424F-CFBA-E08D-BEF8FD1E81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8FEDFC06-151A-835F-A379-8FC9B79B4EA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F9EEE54-669E-36AF-2FBB-59CAF9019A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CD70B23-5DD3-4A24-E84D-FDE42DA42FE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F6436B8-E48C-08A5-3B6E-7D6D9E5CE06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FCC18C67-29AE-8183-93D0-24F2C543B6DC}"/>
              </a:ext>
            </a:extLst>
          </p:cNvPr>
          <p:cNvSpPr txBox="1"/>
          <p:nvPr/>
        </p:nvSpPr>
        <p:spPr>
          <a:xfrm>
            <a:off x="1806795" y="305043"/>
            <a:ext cx="13814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Step2</a:t>
            </a:r>
            <a:r>
              <a:rPr lang="ja-JP" altLang="en-US" sz="4000" dirty="0">
                <a:solidFill>
                  <a:srgbClr val="292B2B"/>
                </a:solidFill>
                <a:latin typeface="Source Han Sans JP Medium"/>
                <a:ea typeface="Source Han Sans JP Medium"/>
                <a:cs typeface="Source Han Sans JP Medium"/>
                <a:sym typeface="Source Han Sans JP Medium"/>
              </a:rPr>
              <a:t>：予測先の分布とそのばらつき</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1007DA29-4774-ACF1-CAC8-00AF2E6521A5}"/>
              </a:ext>
            </a:extLst>
          </p:cNvPr>
          <p:cNvSpPr txBox="1"/>
          <p:nvPr/>
        </p:nvSpPr>
        <p:spPr>
          <a:xfrm>
            <a:off x="1689612" y="1626197"/>
            <a:ext cx="15379188" cy="539315"/>
          </a:xfrm>
          <a:prstGeom prst="rect">
            <a:avLst/>
          </a:prstGeom>
        </p:spPr>
        <p:txBody>
          <a:bodyPr wrap="square" lIns="0" tIns="0" rIns="0" bIns="0" rtlCol="0" anchor="t">
            <a:spAutoFit/>
          </a:bodyPr>
          <a:lstStyle/>
          <a:p>
            <a:pPr lvl="0">
              <a:lnSpc>
                <a:spcPts val="4480"/>
              </a:lnSpc>
              <a:spcBef>
                <a:spcPct val="0"/>
              </a:spcBef>
            </a:pPr>
            <a:r>
              <a:rPr lang="ja-JP" altLang="en-US" sz="3200" dirty="0">
                <a:latin typeface="Source Han Sans JP Medium"/>
                <a:ea typeface="Source Han Sans JP Medium"/>
                <a:cs typeface="Source Han Sans JP Medium"/>
                <a:sym typeface="Source Han Sans JP Medium"/>
              </a:rPr>
              <a:t>モデル群の予測を「どの</a:t>
            </a:r>
            <a:r>
              <a:rPr lang="en-US" altLang="ja-JP" sz="3200" dirty="0">
                <a:latin typeface="Source Han Sans JP Medium"/>
                <a:ea typeface="Source Han Sans JP Medium"/>
                <a:cs typeface="Source Han Sans JP Medium"/>
                <a:sym typeface="Source Han Sans JP Medium"/>
              </a:rPr>
              <a:t>head</a:t>
            </a:r>
            <a:r>
              <a:rPr lang="ja-JP" altLang="en-US" sz="3200" dirty="0">
                <a:latin typeface="Source Han Sans JP Medium"/>
                <a:ea typeface="Source Han Sans JP Medium"/>
                <a:cs typeface="Source Han Sans JP Medium"/>
                <a:sym typeface="Source Han Sans JP Medium"/>
              </a:rPr>
              <a:t>へ何割のモデルが投票したか」という分布に変換する</a:t>
            </a:r>
            <a:endParaRPr lang="en-US" altLang="ja-JP" sz="3200" dirty="0">
              <a:latin typeface="Source Han Sans JP Medium"/>
              <a:ea typeface="Source Han Sans JP Medium"/>
              <a:cs typeface="Source Han Sans JP Medium"/>
              <a:sym typeface="Source Han Sans JP Medium"/>
            </a:endParaRP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084EC8A2-7F91-9DA9-0403-EEE55C38C608}"/>
                  </a:ext>
                </a:extLst>
              </p:cNvPr>
              <p:cNvSpPr txBox="1"/>
              <p:nvPr/>
            </p:nvSpPr>
            <p:spPr>
              <a:xfrm>
                <a:off x="2590800" y="3661189"/>
                <a:ext cx="9144000" cy="1667123"/>
              </a:xfrm>
              <a:prstGeom prst="rect">
                <a:avLst/>
              </a:prstGeom>
              <a:noFill/>
            </p:spPr>
            <p:txBody>
              <a:bodyPr wrap="square">
                <a:spAutoFit/>
              </a:bodyPr>
              <a:lstStyle/>
              <a:p>
                <a:pPr/>
                <a14:m>
                  <m:oMathPara xmlns:m="http://schemas.openxmlformats.org/officeDocument/2006/math">
                    <m:oMath>
                      <m:r>
                        <a:rPr lang="ja-JP" altLang="en-US" sz="4000" i="1" smtClean="0">
                          <a:latin typeface="Cambria Math" panose="02040503050406030204" pitchFamily="18" charset="0"/>
                        </a:rPr>
                        <m:t>𝑆𝐷</m:t>
                      </m:r>
                      <m:d>
                        <m:dPr>
                          <m:ctrlPr>
                            <a:rPr lang="ja-JP" altLang="en-US" sz="4000" i="1">
                              <a:latin typeface="Cambria Math" panose="02040503050406030204" pitchFamily="18" charset="0"/>
                            </a:rPr>
                          </m:ctrlPr>
                        </m:dPr>
                        <m:e>
                          <m:r>
                            <a:rPr lang="ja-JP" altLang="en-US" sz="4000" i="1">
                              <a:latin typeface="Cambria Math" panose="02040503050406030204" pitchFamily="18" charset="0"/>
                            </a:rPr>
                            <m:t>𝑎</m:t>
                          </m:r>
                        </m:e>
                      </m:d>
                      <m:r>
                        <a:rPr lang="ja-JP" altLang="en-US" sz="4000" i="0">
                          <a:latin typeface="Cambria Math" panose="02040503050406030204" pitchFamily="18" charset="0"/>
                        </a:rPr>
                        <m:t>=</m:t>
                      </m:r>
                      <m:f>
                        <m:fPr>
                          <m:ctrlPr>
                            <a:rPr lang="ja-JP" altLang="en-US" sz="4000" i="1">
                              <a:latin typeface="Cambria Math" panose="02040503050406030204" pitchFamily="18" charset="0"/>
                            </a:rPr>
                          </m:ctrlPr>
                        </m:fPr>
                        <m:num>
                          <m:nary>
                            <m:naryPr>
                              <m:chr m:val="∑"/>
                              <m:limLoc m:val="undOvr"/>
                              <m:supHide m:val="on"/>
                              <m:ctrlPr>
                                <a:rPr lang="ja-JP" altLang="en-US" sz="4000" i="1">
                                  <a:latin typeface="Cambria Math" panose="02040503050406030204" pitchFamily="18" charset="0"/>
                                </a:rPr>
                              </m:ctrlPr>
                            </m:naryPr>
                            <m:sub>
                              <m:r>
                                <a:rPr lang="ja-JP" altLang="en-US" sz="4000" i="1">
                                  <a:latin typeface="Cambria Math" panose="02040503050406030204" pitchFamily="18" charset="0"/>
                                </a:rPr>
                                <m:t>𝜅</m:t>
                              </m:r>
                              <m:r>
                                <a:rPr lang="ja-JP" altLang="en-US" sz="4000" i="0">
                                  <a:latin typeface="Cambria Math" panose="02040503050406030204" pitchFamily="18" charset="0"/>
                                </a:rPr>
                                <m:t>∈</m:t>
                              </m:r>
                              <m:r>
                                <a:rPr lang="ja-JP" altLang="en-US" sz="4000" i="1">
                                  <a:latin typeface="Cambria Math" panose="02040503050406030204" pitchFamily="18" charset="0"/>
                                </a:rPr>
                                <m:t>𝐾</m:t>
                              </m:r>
                            </m:sub>
                            <m:sup/>
                            <m:e>
                              <m:r>
                                <a:rPr lang="ja-JP" altLang="en-US" sz="4000" b="1" i="0">
                                  <a:latin typeface="Cambria Math" panose="02040503050406030204" pitchFamily="18" charset="0"/>
                                </a:rPr>
                                <m:t>𝟏</m:t>
                              </m:r>
                            </m:e>
                          </m:nary>
                          <m:d>
                            <m:dPr>
                              <m:begChr m:val="["/>
                              <m:endChr m:val="]"/>
                              <m:ctrlPr>
                                <a:rPr lang="ja-JP" altLang="en-US" sz="4000" b="0" i="1">
                                  <a:latin typeface="Cambria Math" panose="02040503050406030204" pitchFamily="18" charset="0"/>
                                </a:rPr>
                              </m:ctrlPr>
                            </m:dPr>
                            <m:e>
                              <m:sSubSup>
                                <m:sSubSupPr>
                                  <m:ctrlPr>
                                    <a:rPr lang="ja-JP" altLang="en-US" sz="4000" b="0" i="1">
                                      <a:latin typeface="Cambria Math" panose="02040503050406030204" pitchFamily="18" charset="0"/>
                                    </a:rPr>
                                  </m:ctrlPr>
                                </m:sSubSupPr>
                                <m:e>
                                  <m:r>
                                    <a:rPr lang="ja-JP" altLang="en-US" sz="4000" b="0" i="1">
                                      <a:latin typeface="Cambria Math" panose="02040503050406030204" pitchFamily="18" charset="0"/>
                                    </a:rPr>
                                    <m:t>𝐴</m:t>
                                  </m:r>
                                </m:e>
                                <m:sub>
                                  <m:r>
                                    <a:rPr lang="ja-JP" altLang="en-US" sz="4000" b="0" i="1">
                                      <a:latin typeface="Cambria Math" panose="02040503050406030204" pitchFamily="18" charset="0"/>
                                    </a:rPr>
                                    <m:t>𝜅</m:t>
                                  </m:r>
                                </m:sub>
                                <m:sup>
                                  <m:d>
                                    <m:dPr>
                                      <m:ctrlPr>
                                        <a:rPr lang="ja-JP" altLang="en-US" sz="4000" b="0" i="1">
                                          <a:latin typeface="Cambria Math" panose="02040503050406030204" pitchFamily="18" charset="0"/>
                                        </a:rPr>
                                      </m:ctrlPr>
                                    </m:dPr>
                                    <m:e>
                                      <m:r>
                                        <a:rPr lang="ja-JP" altLang="en-US" sz="4000" b="0" i="1">
                                          <a:latin typeface="Cambria Math" panose="02040503050406030204" pitchFamily="18" charset="0"/>
                                        </a:rPr>
                                        <m:t>𝑗</m:t>
                                      </m:r>
                                    </m:e>
                                  </m:d>
                                </m:sup>
                              </m:sSubSup>
                              <m:r>
                                <a:rPr lang="ja-JP" altLang="en-US" sz="4000" b="0" i="0">
                                  <a:latin typeface="Cambria Math" panose="02040503050406030204" pitchFamily="18" charset="0"/>
                                </a:rPr>
                                <m:t>=</m:t>
                              </m:r>
                              <m:r>
                                <a:rPr lang="ja-JP" altLang="en-US" sz="4000" b="0" i="1">
                                  <a:latin typeface="Cambria Math" panose="02040503050406030204" pitchFamily="18" charset="0"/>
                                </a:rPr>
                                <m:t>𝑎</m:t>
                              </m:r>
                            </m:e>
                          </m:d>
                        </m:num>
                        <m:den>
                          <m:d>
                            <m:dPr>
                              <m:begChr m:val="|"/>
                              <m:endChr m:val="|"/>
                              <m:ctrlPr>
                                <a:rPr lang="ja-JP" altLang="en-US" sz="4000" b="0" i="1">
                                  <a:latin typeface="Cambria Math" panose="02040503050406030204" pitchFamily="18" charset="0"/>
                                </a:rPr>
                              </m:ctrlPr>
                            </m:dPr>
                            <m:e>
                              <m:r>
                                <a:rPr lang="ja-JP" altLang="en-US" sz="4000" b="0" i="1">
                                  <a:latin typeface="Cambria Math" panose="02040503050406030204" pitchFamily="18" charset="0"/>
                                </a:rPr>
                                <m:t>𝐾</m:t>
                              </m:r>
                            </m:e>
                          </m:d>
                        </m:den>
                      </m:f>
                    </m:oMath>
                  </m:oMathPara>
                </a14:m>
                <a:endParaRPr lang="ja-JP" altLang="en-US" sz="4000" dirty="0"/>
              </a:p>
            </p:txBody>
          </p:sp>
        </mc:Choice>
        <mc:Fallback xmlns="">
          <p:sp>
            <p:nvSpPr>
              <p:cNvPr id="31" name="テキスト ボックス 30">
                <a:extLst>
                  <a:ext uri="{FF2B5EF4-FFF2-40B4-BE49-F238E27FC236}">
                    <a16:creationId xmlns:a16="http://schemas.microsoft.com/office/drawing/2014/main" id="{084EC8A2-7F91-9DA9-0403-EEE55C38C608}"/>
                  </a:ext>
                </a:extLst>
              </p:cNvPr>
              <p:cNvSpPr txBox="1">
                <a:spLocks noRot="1" noChangeAspect="1" noMove="1" noResize="1" noEditPoints="1" noAdjustHandles="1" noChangeArrowheads="1" noChangeShapeType="1" noTextEdit="1"/>
              </p:cNvSpPr>
              <p:nvPr/>
            </p:nvSpPr>
            <p:spPr>
              <a:xfrm>
                <a:off x="2590800" y="3661189"/>
                <a:ext cx="9144000" cy="1667123"/>
              </a:xfrm>
              <a:prstGeom prst="rect">
                <a:avLst/>
              </a:prstGeom>
              <a:blipFill>
                <a:blip r:embed="rId4"/>
                <a:stretch>
                  <a:fillRect/>
                </a:stretch>
              </a:blipFill>
            </p:spPr>
            <p:txBody>
              <a:bodyPr/>
              <a:lstStyle/>
              <a:p>
                <a:r>
                  <a:rPr lang="ja-JP" altLang="en-US">
                    <a:noFill/>
                  </a:rPr>
                  <a:t> </a:t>
                </a:r>
              </a:p>
            </p:txBody>
          </p:sp>
        </mc:Fallback>
      </mc:AlternateContent>
      <p:grpSp>
        <p:nvGrpSpPr>
          <p:cNvPr id="32" name="グループ化 31">
            <a:extLst>
              <a:ext uri="{FF2B5EF4-FFF2-40B4-BE49-F238E27FC236}">
                <a16:creationId xmlns:a16="http://schemas.microsoft.com/office/drawing/2014/main" id="{3A79642C-6745-FE7F-D1BB-B4474BBADE7E}"/>
              </a:ext>
            </a:extLst>
          </p:cNvPr>
          <p:cNvGrpSpPr/>
          <p:nvPr/>
        </p:nvGrpSpPr>
        <p:grpSpPr>
          <a:xfrm>
            <a:off x="1706291" y="2742496"/>
            <a:ext cx="16154398" cy="552410"/>
            <a:chOff x="1535809" y="1451163"/>
            <a:chExt cx="8639036" cy="552410"/>
          </a:xfrm>
        </p:grpSpPr>
        <p:sp>
          <p:nvSpPr>
            <p:cNvPr id="33" name="TextBox 26">
              <a:extLst>
                <a:ext uri="{FF2B5EF4-FFF2-40B4-BE49-F238E27FC236}">
                  <a16:creationId xmlns:a16="http://schemas.microsoft.com/office/drawing/2014/main" id="{E471AE4D-3F07-CC84-50BD-826AC146A147}"/>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①予測先を割合にする：</a:t>
              </a:r>
              <a:r>
                <a:rPr lang="en-US" altLang="ja-JP" sz="3200" dirty="0">
                  <a:latin typeface="Source Han Sans JP Medium"/>
                  <a:ea typeface="Source Han Sans JP Medium"/>
                  <a:cs typeface="Source Han Sans JP Medium"/>
                  <a:sym typeface="Source Han Sans JP Medium"/>
                </a:rPr>
                <a:t>Society distribution</a:t>
              </a:r>
              <a:r>
                <a:rPr lang="ja-JP" altLang="en-US" sz="3200" dirty="0">
                  <a:latin typeface="Source Han Sans JP Medium"/>
                  <a:ea typeface="Source Han Sans JP Medium"/>
                  <a:cs typeface="Source Han Sans JP Medium"/>
                  <a:sym typeface="Source Han Sans JP Medium"/>
                </a:rPr>
                <a:t>（</a:t>
              </a:r>
              <a:r>
                <a:rPr lang="en-US" altLang="ja-JP" sz="3200" dirty="0">
                  <a:latin typeface="Source Han Sans JP Medium"/>
                  <a:ea typeface="Source Han Sans JP Medium"/>
                  <a:cs typeface="Source Han Sans JP Medium"/>
                  <a:sym typeface="Source Han Sans JP Medium"/>
                </a:rPr>
                <a:t>SD</a:t>
              </a:r>
              <a:r>
                <a:rPr lang="ja-JP" altLang="en-US" sz="3200" dirty="0">
                  <a:latin typeface="Source Han Sans JP Medium"/>
                  <a:ea typeface="Source Han Sans JP Medium"/>
                  <a:cs typeface="Source Han Sans JP Medium"/>
                  <a:sym typeface="Source Han Sans JP Medium"/>
                </a:rPr>
                <a:t>）</a:t>
              </a:r>
              <a:endParaRPr lang="en-US" altLang="ja-JP" sz="3200" dirty="0">
                <a:latin typeface="Source Han Sans JP Medium"/>
                <a:ea typeface="Source Han Sans JP Medium"/>
                <a:cs typeface="Source Han Sans JP Medium"/>
                <a:sym typeface="Source Han Sans JP Medium"/>
              </a:endParaRPr>
            </a:p>
          </p:txBody>
        </p:sp>
        <p:sp>
          <p:nvSpPr>
            <p:cNvPr id="35" name="Freeform 5">
              <a:extLst>
                <a:ext uri="{FF2B5EF4-FFF2-40B4-BE49-F238E27FC236}">
                  <a16:creationId xmlns:a16="http://schemas.microsoft.com/office/drawing/2014/main" id="{6325B6E3-39BA-1770-8FA3-4C9EE55A5E7A}"/>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6" name="グループ化 35">
            <a:extLst>
              <a:ext uri="{FF2B5EF4-FFF2-40B4-BE49-F238E27FC236}">
                <a16:creationId xmlns:a16="http://schemas.microsoft.com/office/drawing/2014/main" id="{4B8EF14E-EB3C-D7FF-5412-5935E514E3BC}"/>
              </a:ext>
            </a:extLst>
          </p:cNvPr>
          <p:cNvGrpSpPr/>
          <p:nvPr/>
        </p:nvGrpSpPr>
        <p:grpSpPr>
          <a:xfrm>
            <a:off x="1762307" y="6057900"/>
            <a:ext cx="16154398" cy="552410"/>
            <a:chOff x="1535809" y="1451163"/>
            <a:chExt cx="8639036" cy="552410"/>
          </a:xfrm>
        </p:grpSpPr>
        <p:sp>
          <p:nvSpPr>
            <p:cNvPr id="37" name="TextBox 26">
              <a:extLst>
                <a:ext uri="{FF2B5EF4-FFF2-40B4-BE49-F238E27FC236}">
                  <a16:creationId xmlns:a16="http://schemas.microsoft.com/office/drawing/2014/main" id="{75972D52-8CA8-E308-8E6F-06D3EF171FE4}"/>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②分布のばらつきを平均する：</a:t>
              </a: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a:t>
              </a:r>
              <a:r>
                <a:rPr lang="en-US" altLang="ja-JP" sz="3200" dirty="0">
                  <a:latin typeface="Source Han Sans JP Medium"/>
                  <a:ea typeface="Source Han Sans JP Medium"/>
                  <a:cs typeface="Source Han Sans JP Medium"/>
                  <a:sym typeface="Source Han Sans JP Medium"/>
                </a:rPr>
                <a:t>SE</a:t>
              </a:r>
              <a:r>
                <a:rPr lang="ja-JP" altLang="en-US" sz="3200" dirty="0">
                  <a:latin typeface="Source Han Sans JP Medium"/>
                  <a:ea typeface="Source Han Sans JP Medium"/>
                  <a:cs typeface="Source Han Sans JP Medium"/>
                  <a:sym typeface="Source Han Sans JP Medium"/>
                </a:rPr>
                <a:t>）</a:t>
              </a:r>
              <a:endParaRPr lang="en-US" altLang="ja-JP" sz="3200" dirty="0">
                <a:latin typeface="Source Han Sans JP Medium"/>
                <a:ea typeface="Source Han Sans JP Medium"/>
                <a:cs typeface="Source Han Sans JP Medium"/>
                <a:sym typeface="Source Han Sans JP Medium"/>
              </a:endParaRPr>
            </a:p>
          </p:txBody>
        </p:sp>
        <p:sp>
          <p:nvSpPr>
            <p:cNvPr id="38" name="Freeform 5">
              <a:extLst>
                <a:ext uri="{FF2B5EF4-FFF2-40B4-BE49-F238E27FC236}">
                  <a16:creationId xmlns:a16="http://schemas.microsoft.com/office/drawing/2014/main" id="{C3C818DF-E524-5336-D87A-7860F87975C9}"/>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07501035-C980-D60F-6CD6-8744B7DFC48C}"/>
                  </a:ext>
                </a:extLst>
              </p:cNvPr>
              <p:cNvSpPr txBox="1"/>
              <p:nvPr/>
            </p:nvSpPr>
            <p:spPr>
              <a:xfrm>
                <a:off x="1867713" y="6742784"/>
                <a:ext cx="9144000" cy="1842364"/>
              </a:xfrm>
              <a:prstGeom prst="rect">
                <a:avLst/>
              </a:prstGeom>
              <a:noFill/>
            </p:spPr>
            <p:txBody>
              <a:bodyPr wrap="square">
                <a:spAutoFit/>
              </a:bodyPr>
              <a:lstStyle/>
              <a:p>
                <a:pPr/>
                <a14:m>
                  <m:oMathPara xmlns:m="http://schemas.openxmlformats.org/officeDocument/2006/math">
                    <m:oMath>
                      <m:r>
                        <a:rPr lang="ja-JP" altLang="en-US" sz="4000" i="1" smtClean="0">
                          <a:latin typeface="Cambria Math" panose="02040503050406030204" pitchFamily="18" charset="0"/>
                        </a:rPr>
                        <m:t>𝑆𝐸</m:t>
                      </m:r>
                      <m:r>
                        <a:rPr lang="ja-JP" altLang="en-US" sz="4000" i="0">
                          <a:latin typeface="Cambria Math" panose="02040503050406030204" pitchFamily="18" charset="0"/>
                        </a:rPr>
                        <m:t>=</m:t>
                      </m:r>
                      <m:f>
                        <m:fPr>
                          <m:ctrlPr>
                            <a:rPr lang="ja-JP" altLang="en-US" sz="4000" i="0">
                              <a:latin typeface="Cambria Math" panose="02040503050406030204" pitchFamily="18" charset="0"/>
                            </a:rPr>
                          </m:ctrlPr>
                        </m:fPr>
                        <m:num>
                          <m:r>
                            <a:rPr lang="ja-JP" altLang="en-US" sz="4000" i="0">
                              <a:latin typeface="Cambria Math" panose="02040503050406030204" pitchFamily="18" charset="0"/>
                            </a:rPr>
                            <m:t>1</m:t>
                          </m:r>
                        </m:num>
                        <m:den>
                          <m:r>
                            <a:rPr lang="ja-JP" altLang="en-US" sz="4000" i="1">
                              <a:latin typeface="Cambria Math" panose="02040503050406030204" pitchFamily="18" charset="0"/>
                            </a:rPr>
                            <m:t>𝑛</m:t>
                          </m:r>
                        </m:den>
                      </m:f>
                      <m:nary>
                        <m:naryPr>
                          <m:chr m:val="∑"/>
                          <m:limLoc m:val="undOvr"/>
                          <m:ctrlPr>
                            <a:rPr lang="ja-JP" altLang="en-US" sz="4000" i="1">
                              <a:latin typeface="Cambria Math" panose="02040503050406030204" pitchFamily="18" charset="0"/>
                            </a:rPr>
                          </m:ctrlPr>
                        </m:naryPr>
                        <m:sub>
                          <m:r>
                            <a:rPr lang="ja-JP" altLang="en-US" sz="4000" i="1">
                              <a:latin typeface="Cambria Math" panose="02040503050406030204" pitchFamily="18" charset="0"/>
                            </a:rPr>
                            <m:t>𝑗</m:t>
                          </m:r>
                          <m:r>
                            <a:rPr lang="ja-JP" altLang="en-US" sz="4000" i="0">
                              <a:latin typeface="Cambria Math" panose="02040503050406030204" pitchFamily="18" charset="0"/>
                            </a:rPr>
                            <m:t>=1</m:t>
                          </m:r>
                        </m:sub>
                        <m:sup>
                          <m:r>
                            <a:rPr lang="ja-JP" altLang="en-US" sz="4000" i="1">
                              <a:latin typeface="Cambria Math" panose="02040503050406030204" pitchFamily="18" charset="0"/>
                            </a:rPr>
                            <m:t>𝑛</m:t>
                          </m:r>
                        </m:sup>
                        <m:e>
                          <m:r>
                            <a:rPr lang="ja-JP" altLang="en-US" sz="4000" i="1">
                              <a:latin typeface="Cambria Math" panose="02040503050406030204" pitchFamily="18" charset="0"/>
                            </a:rPr>
                            <m:t>𝐻</m:t>
                          </m:r>
                        </m:e>
                      </m:nary>
                      <m:d>
                        <m:dPr>
                          <m:ctrlPr>
                            <a:rPr lang="ja-JP" altLang="en-US" sz="4000" i="1">
                              <a:latin typeface="Cambria Math" panose="02040503050406030204" pitchFamily="18" charset="0"/>
                            </a:rPr>
                          </m:ctrlPr>
                        </m:dPr>
                        <m:e>
                          <m:r>
                            <a:rPr lang="ja-JP" altLang="en-US" sz="4000" i="1">
                              <a:latin typeface="Cambria Math" panose="02040503050406030204" pitchFamily="18" charset="0"/>
                            </a:rPr>
                            <m:t>𝑆</m:t>
                          </m:r>
                          <m:sSub>
                            <m:sSubPr>
                              <m:ctrlPr>
                                <a:rPr lang="ja-JP" altLang="en-US" sz="4000" i="1">
                                  <a:latin typeface="Cambria Math" panose="02040503050406030204" pitchFamily="18" charset="0"/>
                                </a:rPr>
                              </m:ctrlPr>
                            </m:sSubPr>
                            <m:e>
                              <m:r>
                                <a:rPr lang="ja-JP" altLang="en-US" sz="4000" i="1">
                                  <a:latin typeface="Cambria Math" panose="02040503050406030204" pitchFamily="18" charset="0"/>
                                </a:rPr>
                                <m:t>𝐷</m:t>
                              </m:r>
                            </m:e>
                            <m:sub>
                              <m:r>
                                <a:rPr lang="ja-JP" altLang="en-US" sz="4000" i="1">
                                  <a:latin typeface="Cambria Math" panose="02040503050406030204" pitchFamily="18" charset="0"/>
                                </a:rPr>
                                <m:t>𝑗</m:t>
                              </m:r>
                            </m:sub>
                          </m:sSub>
                        </m:e>
                      </m:d>
                    </m:oMath>
                  </m:oMathPara>
                </a14:m>
                <a:endParaRPr lang="ja-JP" altLang="en-US" sz="4000" dirty="0"/>
              </a:p>
            </p:txBody>
          </p:sp>
        </mc:Choice>
        <mc:Fallback xmlns="">
          <p:sp>
            <p:nvSpPr>
              <p:cNvPr id="40" name="テキスト ボックス 39">
                <a:extLst>
                  <a:ext uri="{FF2B5EF4-FFF2-40B4-BE49-F238E27FC236}">
                    <a16:creationId xmlns:a16="http://schemas.microsoft.com/office/drawing/2014/main" id="{07501035-C980-D60F-6CD6-8744B7DFC48C}"/>
                  </a:ext>
                </a:extLst>
              </p:cNvPr>
              <p:cNvSpPr txBox="1">
                <a:spLocks noRot="1" noChangeAspect="1" noMove="1" noResize="1" noEditPoints="1" noAdjustHandles="1" noChangeArrowheads="1" noChangeShapeType="1" noTextEdit="1"/>
              </p:cNvSpPr>
              <p:nvPr/>
            </p:nvSpPr>
            <p:spPr>
              <a:xfrm>
                <a:off x="1867713" y="6742784"/>
                <a:ext cx="9144000" cy="1842364"/>
              </a:xfrm>
              <a:prstGeom prst="rect">
                <a:avLst/>
              </a:prstGeom>
              <a:blipFill>
                <a:blip r:embed="rId5"/>
                <a:stretch>
                  <a:fillRect/>
                </a:stretch>
              </a:blipFill>
            </p:spPr>
            <p:txBody>
              <a:bodyPr/>
              <a:lstStyle/>
              <a:p>
                <a:r>
                  <a:rPr lang="ja-JP" altLang="en-US">
                    <a:noFill/>
                  </a:rPr>
                  <a:t> </a:t>
                </a:r>
              </a:p>
            </p:txBody>
          </p:sp>
        </mc:Fallback>
      </mc:AlternateContent>
      <p:sp>
        <p:nvSpPr>
          <p:cNvPr id="42" name="TextBox 24">
            <a:extLst>
              <a:ext uri="{FF2B5EF4-FFF2-40B4-BE49-F238E27FC236}">
                <a16:creationId xmlns:a16="http://schemas.microsoft.com/office/drawing/2014/main" id="{B76520E8-C6A2-B4E9-284D-B369047C9493}"/>
              </a:ext>
            </a:extLst>
          </p:cNvPr>
          <p:cNvSpPr txBox="1"/>
          <p:nvPr/>
        </p:nvSpPr>
        <p:spPr>
          <a:xfrm>
            <a:off x="2387787" y="8730717"/>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同じ予測へ集中　→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entropy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小</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複数の予測へ分散　→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entropy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大</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6" name="Freeform 5">
            <a:extLst>
              <a:ext uri="{FF2B5EF4-FFF2-40B4-BE49-F238E27FC236}">
                <a16:creationId xmlns:a16="http://schemas.microsoft.com/office/drawing/2014/main" id="{A1024F70-9515-111C-A674-20365AFD4401}"/>
              </a:ext>
            </a:extLst>
          </p:cNvPr>
          <p:cNvSpPr/>
          <p:nvPr/>
        </p:nvSpPr>
        <p:spPr>
          <a:xfrm rot="5400000">
            <a:off x="9038097" y="7601580"/>
            <a:ext cx="1105259" cy="12477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xmlns:a14="http://schemas.microsoft.com/office/drawing/2010/main">
        <mc:Choice Requires="a14">
          <p:sp>
            <p:nvSpPr>
              <p:cNvPr id="8" name="TextBox 26">
                <a:extLst>
                  <a:ext uri="{FF2B5EF4-FFF2-40B4-BE49-F238E27FC236}">
                    <a16:creationId xmlns:a16="http://schemas.microsoft.com/office/drawing/2014/main" id="{3EF08F82-11D6-835E-A8A3-F90A1861DB41}"/>
                  </a:ext>
                </a:extLst>
              </p:cNvPr>
              <p:cNvSpPr txBox="1"/>
              <p:nvPr/>
            </p:nvSpPr>
            <p:spPr>
              <a:xfrm>
                <a:off x="10219783" y="7180605"/>
                <a:ext cx="6539619" cy="984885"/>
              </a:xfrm>
              <a:prstGeom prst="rect">
                <a:avLst/>
              </a:prstGeom>
            </p:spPr>
            <p:txBody>
              <a:bodyPr wrap="square" lIns="0" tIns="0" rIns="0" bIns="0" rtlCol="0" anchor="t">
                <a:spAutoFit/>
              </a:bodyPr>
              <a:lstStyle/>
              <a:p>
                <a:pPr lvl="0">
                  <a:spcBef>
                    <a:spcPct val="0"/>
                  </a:spcBef>
                </a:pPr>
                <a14:m>
                  <m:oMath xmlns:m="http://schemas.openxmlformats.org/officeDocument/2006/math">
                    <m:r>
                      <a:rPr lang="ja-JP" altLang="ja-JP" sz="3200" i="1" dirty="0" smtClean="0">
                        <a:latin typeface="Cambria Math" panose="02040503050406030204" pitchFamily="18" charset="0"/>
                      </a:rPr>
                      <m:t>𝐻</m:t>
                    </m:r>
                  </m:oMath>
                </a14:m>
                <a:r>
                  <a:rPr lang="ja-JP" altLang="ja-JP" sz="3200" dirty="0">
                    <a:latin typeface="Source Han Sans JP Medium" panose="020B0600070205080204" charset="-128"/>
                    <a:ea typeface="Source Han Sans JP Medium" panose="020B0600070205080204" charset="-128"/>
                  </a:rPr>
                  <a:t>：予測先の分布の散らばりを表すエントロピー</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8" name="TextBox 26">
                <a:extLst>
                  <a:ext uri="{FF2B5EF4-FFF2-40B4-BE49-F238E27FC236}">
                    <a16:creationId xmlns:a16="http://schemas.microsoft.com/office/drawing/2014/main" id="{3EF08F82-11D6-835E-A8A3-F90A1861DB41}"/>
                  </a:ext>
                </a:extLst>
              </p:cNvPr>
              <p:cNvSpPr txBox="1">
                <a:spLocks noRot="1" noChangeAspect="1" noMove="1" noResize="1" noEditPoints="1" noAdjustHandles="1" noChangeArrowheads="1" noChangeShapeType="1" noTextEdit="1"/>
              </p:cNvSpPr>
              <p:nvPr/>
            </p:nvSpPr>
            <p:spPr>
              <a:xfrm>
                <a:off x="10219783" y="7180605"/>
                <a:ext cx="6539619" cy="984885"/>
              </a:xfrm>
              <a:prstGeom prst="rect">
                <a:avLst/>
              </a:prstGeom>
              <a:blipFill>
                <a:blip r:embed="rId6"/>
                <a:stretch>
                  <a:fillRect l="-3728" t="-13043" r="-1957" b="-2422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24AC4AA6-CA1E-E57B-80EE-8E37CBDFD51D}"/>
                  </a:ext>
                </a:extLst>
              </p:cNvPr>
              <p:cNvSpPr txBox="1"/>
              <p:nvPr/>
            </p:nvSpPr>
            <p:spPr>
              <a:xfrm>
                <a:off x="11353800" y="3993434"/>
                <a:ext cx="3936590" cy="1111779"/>
              </a:xfrm>
              <a:prstGeom prst="rect">
                <a:avLst/>
              </a:prstGeom>
              <a:noFill/>
            </p:spPr>
            <p:txBody>
              <a:bodyPr wrap="none" lIns="0" tIns="0" rIns="0" bIns="0" rtlCol="0">
                <a:spAutoFit/>
              </a:bodyPr>
              <a:lstStyle/>
              <a:p>
                <a:pPr/>
                <a14:m>
                  <m:oMathPara xmlns:m="http://schemas.openxmlformats.org/officeDocument/2006/math">
                    <m:oMath>
                      <m:r>
                        <a:rPr kumimoji="1" lang="en-US" altLang="ja-JP" sz="3200" b="0" i="1" smtClean="0">
                          <a:latin typeface="Cambria Math" panose="02040503050406030204" pitchFamily="18" charset="0"/>
                        </a:rPr>
                        <m:t> </m:t>
                      </m:r>
                      <m:d>
                        <m:dPr>
                          <m:ctrlPr>
                            <a:rPr kumimoji="1" lang="ja-JP" altLang="en-US" sz="3200" i="1">
                              <a:latin typeface="Cambria Math" panose="02040503050406030204" pitchFamily="18" charset="0"/>
                            </a:rPr>
                          </m:ctrlPr>
                        </m:dPr>
                        <m:e>
                          <m:f>
                            <m:fPr>
                              <m:ctrlPr>
                                <a:rPr kumimoji="1" lang="ja-JP" altLang="en-US" sz="3200" i="1">
                                  <a:latin typeface="Cambria Math" panose="02040503050406030204" pitchFamily="18" charset="0"/>
                                </a:rPr>
                              </m:ctrlPr>
                            </m:fPr>
                            <m:num>
                              <m:r>
                                <a:rPr kumimoji="1" lang="ja-JP" altLang="en-US" sz="3200" i="1">
                                  <a:latin typeface="Cambria Math" panose="02040503050406030204" pitchFamily="18" charset="0"/>
                                </a:rPr>
                                <m:t>対象の親への票数</m:t>
                              </m:r>
                            </m:num>
                            <m:den>
                              <m:r>
                                <a:rPr kumimoji="1" lang="ja-JP" altLang="en-US" sz="3200" i="1">
                                  <a:latin typeface="Cambria Math" panose="02040503050406030204" pitchFamily="18" charset="0"/>
                                </a:rPr>
                                <m:t>モデル数</m:t>
                              </m:r>
                            </m:den>
                          </m:f>
                        </m:e>
                      </m:d>
                    </m:oMath>
                  </m:oMathPara>
                </a14:m>
                <a:endParaRPr kumimoji="1" lang="ja-JP" altLang="en-US" sz="3200" dirty="0">
                  <a:latin typeface="Source Han Sans JP Medium" panose="020B0600070205080204" charset="-128"/>
                  <a:ea typeface="Source Han Sans JP Medium" panose="020B0600070205080204" charset="-128"/>
                </a:endParaRPr>
              </a:p>
            </p:txBody>
          </p:sp>
        </mc:Choice>
        <mc:Fallback xmlns="">
          <p:sp>
            <p:nvSpPr>
              <p:cNvPr id="9" name="テキスト ボックス 8">
                <a:extLst>
                  <a:ext uri="{FF2B5EF4-FFF2-40B4-BE49-F238E27FC236}">
                    <a16:creationId xmlns:a16="http://schemas.microsoft.com/office/drawing/2014/main" id="{24AC4AA6-CA1E-E57B-80EE-8E37CBDFD51D}"/>
                  </a:ext>
                </a:extLst>
              </p:cNvPr>
              <p:cNvSpPr txBox="1">
                <a:spLocks noRot="1" noChangeAspect="1" noMove="1" noResize="1" noEditPoints="1" noAdjustHandles="1" noChangeArrowheads="1" noChangeShapeType="1" noTextEdit="1"/>
              </p:cNvSpPr>
              <p:nvPr/>
            </p:nvSpPr>
            <p:spPr>
              <a:xfrm>
                <a:off x="11353800" y="3993434"/>
                <a:ext cx="3936590" cy="1111779"/>
              </a:xfrm>
              <a:prstGeom prst="rect">
                <a:avLst/>
              </a:prstGeom>
              <a:blipFill>
                <a:blip r:embed="rId7"/>
                <a:stretch>
                  <a:fillRect b="-54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82384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B5009-0A26-0EF6-063B-B9DB8C94852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1D0F926-2954-A66B-2121-C4EA999125CF}"/>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114F8560-DE64-80BD-D5A1-7153D1AE6CD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F667812-2FBD-9967-9BF8-87383D280CE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F32DAFF-635B-3A34-37E0-04E6607FF4E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15B825C-571C-23FD-F0F4-AAC04DC7F23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32493C-3664-035C-5A03-D7A4BF466AB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E9E5CAE7-4F55-104E-FD25-4B19A0DE435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A9F30103-E7F0-A4DF-D17A-7B834DFC9F3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4611660-F843-FC0D-D781-78A06A7DD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23EFCEC-59E3-09B8-FCE6-2338EDA4A90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6D2859FA-3026-520F-6916-695DE5D6BB0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F681E64-8227-9C97-FB2F-28113730955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CA55CBE-E860-A35A-CA18-206B31D250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416F6A6-9E3E-FF97-DEC4-9C39E070AA6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371DDAD-071E-D212-D8FC-78A12E3A2C8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A90EFFB-DE6D-53D1-3036-C2D9C5D7CB8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5FF9B3CF-D9F5-CA4E-6176-6F6AF6F50AD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B116FE66-F5EF-F9D7-BC11-85C381FB94C8}"/>
              </a:ext>
            </a:extLst>
          </p:cNvPr>
          <p:cNvSpPr txBox="1"/>
          <p:nvPr/>
        </p:nvSpPr>
        <p:spPr>
          <a:xfrm>
            <a:off x="1806795" y="305043"/>
            <a:ext cx="1229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Step3-</a:t>
            </a:r>
            <a:r>
              <a:rPr lang="ja-JP" altLang="en-US" sz="4000" dirty="0">
                <a:solidFill>
                  <a:srgbClr val="292B2B"/>
                </a:solidFill>
                <a:latin typeface="Source Han Sans JP Medium"/>
                <a:ea typeface="Source Han Sans JP Medium"/>
                <a:cs typeface="Source Han Sans JP Medium"/>
                <a:sym typeface="Source Han Sans JP Medium"/>
              </a:rPr>
              <a:t>①：性能と多様性を組み合わせる</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B7271A8-CC52-C038-B559-343FADE3304C}"/>
              </a:ext>
            </a:extLst>
          </p:cNvPr>
          <p:cNvSpPr txBox="1"/>
          <p:nvPr/>
        </p:nvSpPr>
        <p:spPr>
          <a:xfrm>
            <a:off x="1689612" y="1626197"/>
            <a:ext cx="15074388" cy="492443"/>
          </a:xfrm>
          <a:prstGeom prst="rect">
            <a:avLst/>
          </a:prstGeom>
        </p:spPr>
        <p:txBody>
          <a:bodyPr wrap="square" lIns="0" tIns="0" rIns="0" bIns="0" rtlCol="0" anchor="t">
            <a:spAutoFit/>
          </a:bodyPr>
          <a:lstStyle/>
          <a:p>
            <a:r>
              <a:rPr lang="ja-JP" altLang="en-US" sz="3200" dirty="0">
                <a:latin typeface="Source Han Sans JP Medium" panose="020B0600070205080204" charset="-128"/>
                <a:ea typeface="Source Han Sans JP Medium" panose="020B0600070205080204" charset="-128"/>
              </a:rPr>
              <a:t>モデルの組み合わせに，正確さと多様性を合わせた評価値（</a:t>
            </a:r>
            <a:r>
              <a:rPr lang="en-US" altLang="ja-JP" sz="3200" dirty="0">
                <a:latin typeface="Source Han Sans JP Medium" panose="020B0600070205080204" charset="-128"/>
                <a:ea typeface="Source Han Sans JP Medium" panose="020B0600070205080204" charset="-128"/>
              </a:rPr>
              <a:t>objective</a:t>
            </a:r>
            <a:r>
              <a:rPr lang="ja-JP" altLang="en-US" sz="3200" dirty="0">
                <a:latin typeface="Source Han Sans JP Medium" panose="020B0600070205080204" charset="-128"/>
                <a:ea typeface="Source Han Sans JP Medium" panose="020B0600070205080204" charset="-128"/>
              </a:rPr>
              <a:t>）を付ける</a:t>
            </a:r>
            <a:endParaRPr lang="ja-JP" altLang="ja-JP" sz="3200" dirty="0">
              <a:effectLst/>
              <a:latin typeface="Source Han Sans JP Medium" panose="020B0600070205080204" charset="-128"/>
              <a:ea typeface="Source Han Sans JP Medium" panose="020B0600070205080204" charset="-128"/>
            </a:endParaRPr>
          </a:p>
        </p:txBody>
      </p: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25A0226B-BD5E-D8E9-71A4-2DA70452CB20}"/>
                  </a:ext>
                </a:extLst>
              </p:cNvPr>
              <p:cNvSpPr txBox="1"/>
              <p:nvPr/>
            </p:nvSpPr>
            <p:spPr>
              <a:xfrm>
                <a:off x="3581400" y="3467100"/>
                <a:ext cx="10255885" cy="1493679"/>
              </a:xfrm>
              <a:prstGeom prst="rect">
                <a:avLst/>
              </a:prstGeom>
              <a:noFill/>
            </p:spPr>
            <p:txBody>
              <a:bodyPr wrap="none" lIns="0" tIns="0" rIns="0" bIns="0" rtlCol="0">
                <a:spAutoFit/>
              </a:bodyPr>
              <a:lstStyle/>
              <a:p>
                <a:pPr/>
                <a14:m>
                  <m:oMathPara xmlns:m="http://schemas.openxmlformats.org/officeDocument/2006/math">
                    <m:oMath>
                      <m:r>
                        <m:rPr>
                          <m:sty m:val="p"/>
                        </m:rPr>
                        <a:rPr kumimoji="1" lang="ja-JP" altLang="en-US" sz="4000" i="1" smtClean="0">
                          <a:latin typeface="Cambria Math" panose="02040503050406030204" pitchFamily="18" charset="0"/>
                        </a:rPr>
                        <m:t>objective</m:t>
                      </m:r>
                      <m:d>
                        <m:dPr>
                          <m:ctrlPr>
                            <a:rPr kumimoji="1" lang="ja-JP" altLang="en-US" sz="4000" i="1" smtClean="0">
                              <a:latin typeface="Cambria Math" panose="02040503050406030204" pitchFamily="18" charset="0"/>
                            </a:rPr>
                          </m:ctrlPr>
                        </m:dPr>
                        <m:e>
                          <m:r>
                            <a:rPr kumimoji="1" lang="ja-JP" altLang="en-US" sz="4000" i="1" smtClean="0">
                              <a:latin typeface="Cambria Math" panose="02040503050406030204" pitchFamily="18" charset="0"/>
                            </a:rPr>
                            <m:t>𝐾</m:t>
                          </m:r>
                        </m:e>
                      </m:d>
                      <m:r>
                        <a:rPr kumimoji="1" lang="ja-JP" altLang="en-US" sz="4000" i="1" smtClean="0">
                          <a:latin typeface="Cambria Math" panose="02040503050406030204" pitchFamily="18" charset="0"/>
                        </a:rPr>
                        <m:t>=</m:t>
                      </m:r>
                      <m:nary>
                        <m:naryPr>
                          <m:chr m:val="∑"/>
                          <m:limLoc m:val="undOvr"/>
                          <m:supHide m:val="on"/>
                          <m:ctrlPr>
                            <a:rPr kumimoji="1" lang="ja-JP" altLang="en-US" sz="4000" i="1" smtClean="0">
                              <a:latin typeface="Cambria Math" panose="02040503050406030204" pitchFamily="18" charset="0"/>
                            </a:rPr>
                          </m:ctrlPr>
                        </m:naryPr>
                        <m:sub>
                          <m:r>
                            <a:rPr kumimoji="1" lang="ja-JP" altLang="en-US" sz="4000" i="1" smtClean="0">
                              <a:latin typeface="Cambria Math" panose="02040503050406030204" pitchFamily="18" charset="0"/>
                            </a:rPr>
                            <m:t>𝜅</m:t>
                          </m:r>
                          <m:r>
                            <a:rPr kumimoji="1" lang="ja-JP" altLang="en-US" sz="4000" i="1" smtClean="0">
                              <a:latin typeface="Cambria Math" panose="02040503050406030204" pitchFamily="18" charset="0"/>
                            </a:rPr>
                            <m:t>∈</m:t>
                          </m:r>
                          <m:r>
                            <a:rPr kumimoji="1" lang="ja-JP" altLang="en-US" sz="4000" i="1" smtClean="0">
                              <a:latin typeface="Cambria Math" panose="02040503050406030204" pitchFamily="18" charset="0"/>
                            </a:rPr>
                            <m:t>𝐾</m:t>
                          </m:r>
                        </m:sub>
                        <m:sup/>
                        <m:e>
                          <m:r>
                            <a:rPr kumimoji="1" lang="ja-JP" altLang="en-US" sz="4000" i="1" smtClean="0">
                              <a:latin typeface="Cambria Math" panose="02040503050406030204" pitchFamily="18" charset="0"/>
                            </a:rPr>
                            <m:t>𝑈</m:t>
                          </m:r>
                        </m:e>
                      </m:nary>
                      <m:r>
                        <a:rPr kumimoji="1" lang="ja-JP" altLang="en-US" sz="4000" i="1" smtClean="0">
                          <a:latin typeface="Cambria Math" panose="02040503050406030204" pitchFamily="18" charset="0"/>
                        </a:rPr>
                        <m:t>𝐴𝑆</m:t>
                      </m:r>
                      <m:d>
                        <m:dPr>
                          <m:ctrlPr>
                            <a:rPr kumimoji="1" lang="ja-JP" altLang="en-US" sz="4000" i="1" smtClean="0">
                              <a:latin typeface="Cambria Math" panose="02040503050406030204" pitchFamily="18" charset="0"/>
                            </a:rPr>
                          </m:ctrlPr>
                        </m:dPr>
                        <m:e>
                          <m:sSub>
                            <m:sSubPr>
                              <m:ctrlPr>
                                <a:rPr kumimoji="1" lang="ja-JP" altLang="en-US" sz="4000" i="1" smtClean="0">
                                  <a:latin typeface="Cambria Math" panose="02040503050406030204" pitchFamily="18" charset="0"/>
                                </a:rPr>
                              </m:ctrlPr>
                            </m:sSubPr>
                            <m:e>
                              <m:r>
                                <a:rPr kumimoji="1" lang="ja-JP" altLang="en-US" sz="4000" i="1" smtClean="0">
                                  <a:latin typeface="Cambria Math" panose="02040503050406030204" pitchFamily="18" charset="0"/>
                                </a:rPr>
                                <m:t>𝐴</m:t>
                              </m:r>
                            </m:e>
                            <m:sub>
                              <m:r>
                                <a:rPr kumimoji="1" lang="ja-JP" altLang="en-US" sz="4000" i="1" smtClean="0">
                                  <a:latin typeface="Cambria Math" panose="02040503050406030204" pitchFamily="18" charset="0"/>
                                </a:rPr>
                                <m:t>𝜅</m:t>
                              </m:r>
                            </m:sub>
                          </m:sSub>
                          <m:r>
                            <a:rPr kumimoji="1" lang="ja-JP" altLang="en-US" sz="4000" i="1" smtClean="0">
                              <a:latin typeface="Cambria Math" panose="02040503050406030204" pitchFamily="18" charset="0"/>
                            </a:rPr>
                            <m:t>,</m:t>
                          </m:r>
                          <m:sSub>
                            <m:sSubPr>
                              <m:ctrlPr>
                                <a:rPr kumimoji="1" lang="ja-JP" altLang="en-US" sz="4000" i="1" smtClean="0">
                                  <a:latin typeface="Cambria Math" panose="02040503050406030204" pitchFamily="18" charset="0"/>
                                </a:rPr>
                              </m:ctrlPr>
                            </m:sSubPr>
                            <m:e>
                              <m:r>
                                <a:rPr kumimoji="1" lang="ja-JP" altLang="en-US" sz="4000" i="1" smtClean="0">
                                  <a:latin typeface="Cambria Math" panose="02040503050406030204" pitchFamily="18" charset="0"/>
                                </a:rPr>
                                <m:t>𝐴</m:t>
                              </m:r>
                            </m:e>
                            <m:sub>
                              <m:r>
                                <m:rPr>
                                  <m:sty m:val="p"/>
                                </m:rPr>
                                <a:rPr kumimoji="1" lang="ja-JP" altLang="en-US" sz="4000" i="1" smtClean="0">
                                  <a:latin typeface="Cambria Math" panose="02040503050406030204" pitchFamily="18" charset="0"/>
                                </a:rPr>
                                <m:t>gold</m:t>
                              </m:r>
                            </m:sub>
                          </m:sSub>
                        </m:e>
                      </m:d>
                      <m:r>
                        <a:rPr kumimoji="1" lang="ja-JP" altLang="en-US" sz="4000" i="1" smtClean="0">
                          <a:latin typeface="Cambria Math" panose="02040503050406030204" pitchFamily="18" charset="0"/>
                        </a:rPr>
                        <m:t>+</m:t>
                      </m:r>
                      <m:r>
                        <a:rPr kumimoji="1" lang="ja-JP" altLang="en-US" sz="4000" i="1" smtClean="0">
                          <a:latin typeface="Cambria Math" panose="02040503050406030204" pitchFamily="18" charset="0"/>
                        </a:rPr>
                        <m:t>𝛼</m:t>
                      </m:r>
                      <m:r>
                        <a:rPr kumimoji="1" lang="ja-JP" altLang="en-US" sz="4000" i="1" smtClean="0">
                          <a:latin typeface="Cambria Math" panose="02040503050406030204" pitchFamily="18" charset="0"/>
                        </a:rPr>
                        <m:t> </m:t>
                      </m:r>
                      <m:r>
                        <a:rPr kumimoji="1" lang="ja-JP" altLang="en-US" sz="4000" i="1" smtClean="0">
                          <a:latin typeface="Cambria Math" panose="02040503050406030204" pitchFamily="18" charset="0"/>
                        </a:rPr>
                        <m:t>𝑆𝐸</m:t>
                      </m:r>
                      <m:d>
                        <m:dPr>
                          <m:ctrlPr>
                            <a:rPr kumimoji="1" lang="ja-JP" altLang="en-US" sz="4000" i="1" smtClean="0">
                              <a:latin typeface="Cambria Math" panose="02040503050406030204" pitchFamily="18" charset="0"/>
                            </a:rPr>
                          </m:ctrlPr>
                        </m:dPr>
                        <m:e>
                          <m:r>
                            <a:rPr kumimoji="1" lang="ja-JP" altLang="en-US" sz="4000" i="1" smtClean="0">
                              <a:latin typeface="Cambria Math" panose="02040503050406030204" pitchFamily="18" charset="0"/>
                            </a:rPr>
                            <m:t>𝐾</m:t>
                          </m:r>
                        </m:e>
                      </m:d>
                    </m:oMath>
                  </m:oMathPara>
                </a14:m>
                <a:endParaRPr kumimoji="1" lang="ja-JP" altLang="en-US" sz="4000" dirty="0"/>
              </a:p>
            </p:txBody>
          </p:sp>
        </mc:Choice>
        <mc:Fallback xmlns="">
          <p:sp>
            <p:nvSpPr>
              <p:cNvPr id="38" name="テキスト ボックス 37">
                <a:extLst>
                  <a:ext uri="{FF2B5EF4-FFF2-40B4-BE49-F238E27FC236}">
                    <a16:creationId xmlns:a16="http://schemas.microsoft.com/office/drawing/2014/main" id="{25A0226B-BD5E-D8E9-71A4-2DA70452CB20}"/>
                  </a:ext>
                </a:extLst>
              </p:cNvPr>
              <p:cNvSpPr txBox="1">
                <a:spLocks noRot="1" noChangeAspect="1" noMove="1" noResize="1" noEditPoints="1" noAdjustHandles="1" noChangeArrowheads="1" noChangeShapeType="1" noTextEdit="1"/>
              </p:cNvSpPr>
              <p:nvPr/>
            </p:nvSpPr>
            <p:spPr>
              <a:xfrm>
                <a:off x="3581400" y="3467100"/>
                <a:ext cx="10255885" cy="1493679"/>
              </a:xfrm>
              <a:prstGeom prst="rect">
                <a:avLst/>
              </a:prstGeom>
              <a:blipFill>
                <a:blip r:embed="rId4"/>
                <a:stretch>
                  <a:fillRect/>
                </a:stretch>
              </a:blipFill>
            </p:spPr>
            <p:txBody>
              <a:bodyPr/>
              <a:lstStyle/>
              <a:p>
                <a:r>
                  <a:rPr lang="ja-JP" altLang="en-US">
                    <a:noFill/>
                  </a:rPr>
                  <a:t> </a:t>
                </a:r>
              </a:p>
            </p:txBody>
          </p:sp>
        </mc:Fallback>
      </mc:AlternateContent>
      <p:sp>
        <p:nvSpPr>
          <p:cNvPr id="43" name="Freeform 5">
            <a:extLst>
              <a:ext uri="{FF2B5EF4-FFF2-40B4-BE49-F238E27FC236}">
                <a16:creationId xmlns:a16="http://schemas.microsoft.com/office/drawing/2014/main" id="{D7C03CF0-92BC-FF99-1BAA-5DDFBA1E781C}"/>
              </a:ext>
            </a:extLst>
          </p:cNvPr>
          <p:cNvSpPr/>
          <p:nvPr/>
        </p:nvSpPr>
        <p:spPr>
          <a:xfrm rot="5400000">
            <a:off x="7527292" y="7534490"/>
            <a:ext cx="889118" cy="76199"/>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xmlns:a14="http://schemas.microsoft.com/office/drawing/2010/main">
        <mc:Choice Requires="a14">
          <p:sp>
            <p:nvSpPr>
              <p:cNvPr id="45" name="TextBox 26">
                <a:extLst>
                  <a:ext uri="{FF2B5EF4-FFF2-40B4-BE49-F238E27FC236}">
                    <a16:creationId xmlns:a16="http://schemas.microsoft.com/office/drawing/2014/main" id="{1B774A21-55F4-BAAB-9C38-9D633433D34C}"/>
                  </a:ext>
                </a:extLst>
              </p:cNvPr>
              <p:cNvSpPr txBox="1"/>
              <p:nvPr/>
            </p:nvSpPr>
            <p:spPr>
              <a:xfrm>
                <a:off x="8305800" y="7353300"/>
                <a:ext cx="5322939" cy="538481"/>
              </a:xfrm>
              <a:prstGeom prst="rect">
                <a:avLst/>
              </a:prstGeom>
            </p:spPr>
            <p:txBody>
              <a:bodyPr wrap="square" lIns="0" tIns="0" rIns="0" bIns="0" rtlCol="0" anchor="t">
                <a:spAutoFit/>
              </a:bodyPr>
              <a:lstStyle/>
              <a:p>
                <a:pPr marL="0" lvl="0" indent="0" algn="l">
                  <a:lnSpc>
                    <a:spcPts val="4480"/>
                  </a:lnSpc>
                  <a:spcBef>
                    <a:spcPct val="0"/>
                  </a:spcBef>
                </a:pPr>
                <a14:m>
                  <m:oMath xmlns:m="http://schemas.openxmlformats.org/officeDocument/2006/math">
                    <m:r>
                      <a:rPr lang="ja-JP" altLang="en-US" sz="3200" b="0" i="1" smtClean="0">
                        <a:latin typeface="Cambria Math" panose="02040503050406030204" pitchFamily="18" charset="0"/>
                        <a:ea typeface="Source Han Sans JP Medium"/>
                        <a:sym typeface="Source Han Sans JP Medium"/>
                      </a:rPr>
                      <m:t>𝛼</m:t>
                    </m:r>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性能と多様性のバランス</a:t>
                </a:r>
                <a:endParaRPr lang="en-US" altLang="ja-JP" sz="3200" dirty="0">
                  <a:latin typeface="Source Han Sans JP Medium"/>
                  <a:ea typeface="Source Han Sans JP Medium"/>
                  <a:cs typeface="Source Han Sans JP Medium"/>
                  <a:sym typeface="Source Han Sans JP Medium"/>
                </a:endParaRPr>
              </a:p>
            </p:txBody>
          </p:sp>
        </mc:Choice>
        <mc:Fallback xmlns="">
          <p:sp>
            <p:nvSpPr>
              <p:cNvPr id="45" name="TextBox 26">
                <a:extLst>
                  <a:ext uri="{FF2B5EF4-FFF2-40B4-BE49-F238E27FC236}">
                    <a16:creationId xmlns:a16="http://schemas.microsoft.com/office/drawing/2014/main" id="{1B774A21-55F4-BAAB-9C38-9D633433D34C}"/>
                  </a:ext>
                </a:extLst>
              </p:cNvPr>
              <p:cNvSpPr txBox="1">
                <a:spLocks noRot="1" noChangeAspect="1" noMove="1" noResize="1" noEditPoints="1" noAdjustHandles="1" noChangeArrowheads="1" noChangeShapeType="1" noTextEdit="1"/>
              </p:cNvSpPr>
              <p:nvPr/>
            </p:nvSpPr>
            <p:spPr>
              <a:xfrm>
                <a:off x="8305800" y="7353300"/>
                <a:ext cx="5322939" cy="538481"/>
              </a:xfrm>
              <a:prstGeom prst="rect">
                <a:avLst/>
              </a:prstGeom>
              <a:blipFill>
                <a:blip r:embed="rId5"/>
                <a:stretch>
                  <a:fillRect t="-14607" r="-1145" b="-43820"/>
                </a:stretch>
              </a:blipFill>
            </p:spPr>
            <p:txBody>
              <a:bodyPr/>
              <a:lstStyle/>
              <a:p>
                <a:r>
                  <a:rPr lang="ja-JP" altLang="en-US">
                    <a:noFill/>
                  </a:rPr>
                  <a:t> </a:t>
                </a:r>
              </a:p>
            </p:txBody>
          </p:sp>
        </mc:Fallback>
      </mc:AlternateContent>
      <p:sp>
        <p:nvSpPr>
          <p:cNvPr id="7" name="TextBox 26">
            <a:extLst>
              <a:ext uri="{FF2B5EF4-FFF2-40B4-BE49-F238E27FC236}">
                <a16:creationId xmlns:a16="http://schemas.microsoft.com/office/drawing/2014/main" id="{32F61ED1-8D64-C5C0-05D9-CB68A01B758D}"/>
              </a:ext>
            </a:extLst>
          </p:cNvPr>
          <p:cNvSpPr txBox="1"/>
          <p:nvPr/>
        </p:nvSpPr>
        <p:spPr>
          <a:xfrm>
            <a:off x="6916609" y="5556596"/>
            <a:ext cx="5322939"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latin typeface="Source Han Sans JP Medium"/>
                <a:ea typeface="Source Han Sans JP Medium"/>
                <a:cs typeface="Source Han Sans JP Medium"/>
                <a:sym typeface="Source Han Sans JP Medium"/>
              </a:rPr>
              <a:t>各モデルの検証</a:t>
            </a:r>
            <a:r>
              <a:rPr lang="en-US" altLang="ja-JP" sz="2800" dirty="0">
                <a:latin typeface="Source Han Sans JP Medium"/>
                <a:ea typeface="Source Han Sans JP Medium"/>
                <a:cs typeface="Source Han Sans JP Medium"/>
                <a:sym typeface="Source Han Sans JP Medium"/>
              </a:rPr>
              <a:t>UAS</a:t>
            </a:r>
            <a:r>
              <a:rPr lang="ja-JP" altLang="en-US" sz="2800" dirty="0">
                <a:latin typeface="Source Han Sans JP Medium"/>
                <a:ea typeface="Source Han Sans JP Medium"/>
                <a:cs typeface="Source Han Sans JP Medium"/>
                <a:sym typeface="Source Han Sans JP Medium"/>
              </a:rPr>
              <a:t>の合計</a:t>
            </a:r>
            <a:endParaRPr lang="en-US" altLang="ja-JP" sz="2800" dirty="0">
              <a:latin typeface="Source Han Sans JP Medium"/>
              <a:ea typeface="Source Han Sans JP Medium"/>
              <a:cs typeface="Source Han Sans JP Medium"/>
              <a:sym typeface="Source Han Sans JP Medium"/>
            </a:endParaRPr>
          </a:p>
        </p:txBody>
      </p:sp>
      <p:sp>
        <p:nvSpPr>
          <p:cNvPr id="9" name="TextBox 26">
            <a:extLst>
              <a:ext uri="{FF2B5EF4-FFF2-40B4-BE49-F238E27FC236}">
                <a16:creationId xmlns:a16="http://schemas.microsoft.com/office/drawing/2014/main" id="{5567FEB0-A962-4BBE-CBFB-889403F86579}"/>
              </a:ext>
            </a:extLst>
          </p:cNvPr>
          <p:cNvSpPr txBox="1"/>
          <p:nvPr/>
        </p:nvSpPr>
        <p:spPr>
          <a:xfrm>
            <a:off x="11661935" y="5556596"/>
            <a:ext cx="3613386"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latin typeface="Source Han Sans JP Medium"/>
                <a:ea typeface="Source Han Sans JP Medium"/>
                <a:cs typeface="Source Han Sans JP Medium"/>
                <a:sym typeface="Source Han Sans JP Medium"/>
              </a:rPr>
              <a:t>モデル集合の多様性</a:t>
            </a:r>
            <a:endParaRPr lang="en-US" altLang="ja-JP" sz="2800" dirty="0">
              <a:latin typeface="Source Han Sans JP Medium"/>
              <a:ea typeface="Source Han Sans JP Medium"/>
              <a:cs typeface="Source Han Sans JP Medium"/>
              <a:sym typeface="Source Han Sans JP Medium"/>
            </a:endParaRPr>
          </a:p>
        </p:txBody>
      </p:sp>
      <p:sp>
        <p:nvSpPr>
          <p:cNvPr id="27" name="左中かっこ 26">
            <a:extLst>
              <a:ext uri="{FF2B5EF4-FFF2-40B4-BE49-F238E27FC236}">
                <a16:creationId xmlns:a16="http://schemas.microsoft.com/office/drawing/2014/main" id="{54BE13C9-4582-3C5D-6E4F-98E0BFD72AA1}"/>
              </a:ext>
            </a:extLst>
          </p:cNvPr>
          <p:cNvSpPr/>
          <p:nvPr/>
        </p:nvSpPr>
        <p:spPr>
          <a:xfrm rot="16200000">
            <a:off x="9043502" y="3009879"/>
            <a:ext cx="325104" cy="4436152"/>
          </a:xfrm>
          <a:prstGeom prst="leftBrace">
            <a:avLst>
              <a:gd name="adj1" fmla="val 92909"/>
              <a:gd name="adj2" fmla="val 4975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左中かっこ 28">
            <a:extLst>
              <a:ext uri="{FF2B5EF4-FFF2-40B4-BE49-F238E27FC236}">
                <a16:creationId xmlns:a16="http://schemas.microsoft.com/office/drawing/2014/main" id="{7FCA97B2-5EEA-7675-73AF-987C87E0FC3E}"/>
              </a:ext>
            </a:extLst>
          </p:cNvPr>
          <p:cNvSpPr/>
          <p:nvPr/>
        </p:nvSpPr>
        <p:spPr>
          <a:xfrm rot="16200000">
            <a:off x="12679222" y="4230089"/>
            <a:ext cx="325104" cy="1991021"/>
          </a:xfrm>
          <a:prstGeom prst="leftBrace">
            <a:avLst>
              <a:gd name="adj1" fmla="val 92909"/>
              <a:gd name="adj2" fmla="val 4975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TextBox 24">
            <a:extLst>
              <a:ext uri="{FF2B5EF4-FFF2-40B4-BE49-F238E27FC236}">
                <a16:creationId xmlns:a16="http://schemas.microsoft.com/office/drawing/2014/main" id="{2BD5D50B-23AB-CBA8-E3B5-991F8BE5E795}"/>
              </a:ext>
            </a:extLst>
          </p:cNvPr>
          <p:cNvSpPr txBox="1"/>
          <p:nvPr/>
        </p:nvSpPr>
        <p:spPr>
          <a:xfrm>
            <a:off x="3048001" y="8733644"/>
            <a:ext cx="13563600" cy="587405"/>
          </a:xfrm>
          <a:prstGeom prst="rect">
            <a:avLst/>
          </a:prstGeom>
        </p:spPr>
        <p:txBody>
          <a:bodyPr wrap="square" lIns="0" tIns="0" rIns="0" bIns="0" rtlCol="0" anchor="t">
            <a:spAutoFit/>
          </a:bodyPr>
          <a:lstStyle/>
          <a:p>
            <a:pPr algn="l">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多様性だけでは正確さを判断できないため，単体の検証性能も評価する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3157502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3C62-6122-9D01-B657-1EF5B9B27D3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4D4D28B-AB29-3087-02EC-F5B90F1FF55F}"/>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16D7DF21-4990-FC28-C22A-A25590AAFC7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00993F9-5721-D03D-0844-AA826C79CED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016966C-3CD5-4B3C-C54A-DCD2392FA57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3E26DA-B039-3294-9943-F3FF0EF3FC9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02689DE-7A2F-C474-12E2-ED9A9D5B0A3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DD0B980-A2A1-A587-44CD-65E74D1BFB3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D06F8B5-2CD0-8EC1-6D62-7F0CBD116E3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1AE0F9C-4AB8-71F7-6A11-6012AF74C51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9F51FE6-1762-1A96-2F21-AB59FCBCCA4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DDC9AE5-4148-2012-A12B-82C4B7C4C70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19A1AF5-7427-B3FE-E68D-611AEB004CF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E5F65BA-C95C-4CF6-7747-52CDE3DF1B4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7E0147C-6944-3FC5-7107-9B14070FFE1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4CB3FFE-2BA0-C181-112F-C1A6CE02B2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D26B3F5-F04C-9174-4230-060A8EDFEC7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222FEA0-7FE5-2592-508B-BD925AD37B1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11070941-3039-5293-18F9-CF77A1E892A1}"/>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Step3-</a:t>
            </a:r>
            <a:r>
              <a:rPr lang="ja-JP" altLang="en-US" sz="4000" dirty="0">
                <a:solidFill>
                  <a:srgbClr val="292B2B"/>
                </a:solidFill>
                <a:latin typeface="Source Han Sans JP Medium"/>
                <a:ea typeface="Source Han Sans JP Medium"/>
                <a:cs typeface="Source Han Sans JP Medium"/>
                <a:sym typeface="Source Han Sans JP Medium"/>
              </a:rPr>
              <a:t>②：モデルを一つずつ選ぶ</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02612CB3-F459-DD98-5A16-E838ABC9BA3B}"/>
              </a:ext>
            </a:extLst>
          </p:cNvPr>
          <p:cNvSpPr txBox="1"/>
          <p:nvPr/>
        </p:nvSpPr>
        <p:spPr>
          <a:xfrm>
            <a:off x="1689612" y="1626197"/>
            <a:ext cx="1579904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残りの候補を仮に追加し，前ページの評価値（</a:t>
            </a:r>
            <a:r>
              <a:rPr lang="en-US" altLang="ja-JP" sz="3200" dirty="0">
                <a:latin typeface="Source Han Sans JP Medium"/>
                <a:ea typeface="Source Han Sans JP Medium"/>
                <a:cs typeface="Source Han Sans JP Medium"/>
                <a:sym typeface="Source Han Sans JP Medium"/>
              </a:rPr>
              <a:t>objective</a:t>
            </a:r>
            <a:r>
              <a:rPr lang="ja-JP" altLang="en-US" sz="3200" dirty="0">
                <a:latin typeface="Source Han Sans JP Medium"/>
                <a:ea typeface="Source Han Sans JP Medium"/>
                <a:cs typeface="Source Han Sans JP Medium"/>
                <a:sym typeface="Source Han Sans JP Medium"/>
              </a:rPr>
              <a:t>）が最大になるものを選ぶ</a:t>
            </a:r>
            <a:endParaRPr lang="en-US" altLang="ja-JP" sz="3200" dirty="0">
              <a:latin typeface="Source Han Sans JP Medium"/>
              <a:ea typeface="Source Han Sans JP Medium"/>
              <a:cs typeface="Source Han Sans JP Medium"/>
              <a:sym typeface="Source Han Sans JP Medium"/>
            </a:endParaRPr>
          </a:p>
        </p:txBody>
      </p:sp>
      <mc:AlternateContent xmlns:mc="http://schemas.openxmlformats.org/markup-compatibility/2006" xmlns:a14="http://schemas.microsoft.com/office/drawing/2010/main">
        <mc:Choice Requires="a14">
          <p:sp>
            <p:nvSpPr>
              <p:cNvPr id="33" name="TextBox 24">
                <a:extLst>
                  <a:ext uri="{FF2B5EF4-FFF2-40B4-BE49-F238E27FC236}">
                    <a16:creationId xmlns:a16="http://schemas.microsoft.com/office/drawing/2014/main" id="{83B4280A-B351-87C4-68B6-8C3CD3F92431}"/>
                  </a:ext>
                </a:extLst>
              </p:cNvPr>
              <p:cNvSpPr txBox="1"/>
              <p:nvPr/>
            </p:nvSpPr>
            <p:spPr>
              <a:xfrm>
                <a:off x="2061649" y="8367517"/>
                <a:ext cx="13940349" cy="586571"/>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最後の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個を選んだ後，選択数が指定した</a:t>
                </a:r>
                <a14:m>
                  <m:oMath xmlns:m="http://schemas.openxmlformats.org/officeDocument/2006/math">
                    <m:r>
                      <a:rPr lang="en-US" altLang="ja-JP" sz="3200" i="1" dirty="0" smtClean="0">
                        <a:latin typeface="Cambria Math" panose="02040503050406030204" pitchFamily="18" charset="0"/>
                        <a:sym typeface="Source Han Sans JP Medium"/>
                      </a:rPr>
                      <m:t>𝑇</m:t>
                    </m:r>
                  </m:oMath>
                </a14:m>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個になるまで追加する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33" name="TextBox 24">
                <a:extLst>
                  <a:ext uri="{FF2B5EF4-FFF2-40B4-BE49-F238E27FC236}">
                    <a16:creationId xmlns:a16="http://schemas.microsoft.com/office/drawing/2014/main" id="{83B4280A-B351-87C4-68B6-8C3CD3F92431}"/>
                  </a:ext>
                </a:extLst>
              </p:cNvPr>
              <p:cNvSpPr txBox="1">
                <a:spLocks noRot="1" noChangeAspect="1" noMove="1" noResize="1" noEditPoints="1" noAdjustHandles="1" noChangeArrowheads="1" noChangeShapeType="1" noTextEdit="1"/>
              </p:cNvSpPr>
              <p:nvPr/>
            </p:nvSpPr>
            <p:spPr>
              <a:xfrm>
                <a:off x="2061649" y="8367517"/>
                <a:ext cx="13940349" cy="586571"/>
              </a:xfrm>
              <a:prstGeom prst="rect">
                <a:avLst/>
              </a:prstGeom>
              <a:blipFill>
                <a:blip r:embed="rId4"/>
                <a:stretch>
                  <a:fillRect l="-1618" t="-6250" b="-4062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B70C09E5-7DB2-61C8-D7C8-FB5E3EDAEE40}"/>
                  </a:ext>
                </a:extLst>
              </p:cNvPr>
              <p:cNvSpPr txBox="1"/>
              <p:nvPr/>
            </p:nvSpPr>
            <p:spPr>
              <a:xfrm>
                <a:off x="5770150" y="3994547"/>
                <a:ext cx="7267887" cy="615553"/>
              </a:xfrm>
              <a:prstGeom prst="rect">
                <a:avLst/>
              </a:prstGeom>
              <a:noFill/>
            </p:spPr>
            <p:txBody>
              <a:bodyPr wrap="none" lIns="0" tIns="0" rIns="0" bIns="0" rtlCol="0">
                <a:spAutoFit/>
              </a:bodyPr>
              <a:lstStyle/>
              <a:p>
                <a:pPr/>
                <a14:m>
                  <m:oMathPara xmlns:m="http://schemas.openxmlformats.org/officeDocument/2006/math">
                    <m:oMath>
                      <m:r>
                        <a:rPr lang="en-US" altLang="ja-JP" sz="4000" i="1" smtClean="0">
                          <a:latin typeface="Cambria Math" panose="02040503050406030204" pitchFamily="18" charset="0"/>
                        </a:rPr>
                        <m:t>𝜅</m:t>
                      </m:r>
                      <m:r>
                        <a:rPr lang="en-US" altLang="ja-JP" sz="4000" i="0">
                          <a:latin typeface="Cambria Math" panose="02040503050406030204" pitchFamily="18" charset="0"/>
                        </a:rPr>
                        <m:t>1​=</m:t>
                      </m:r>
                      <m:r>
                        <a:rPr lang="en-US" altLang="ja-JP" sz="4000" i="1">
                          <a:latin typeface="Cambria Math" panose="02040503050406030204" pitchFamily="18" charset="0"/>
                        </a:rPr>
                        <m:t>𝑎𝑟𝑔</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𝑚𝑎𝑥</m:t>
                      </m:r>
                      <m:r>
                        <a:rPr lang="en-US" altLang="ja-JP" sz="4000" i="0">
                          <a:latin typeface="Cambria Math" panose="02040503050406030204" pitchFamily="18" charset="0"/>
                        </a:rPr>
                        <m:t>​</m:t>
                      </m:r>
                      <m:r>
                        <a:rPr lang="en-US" altLang="ja-JP" sz="4000" i="1">
                          <a:latin typeface="Cambria Math" panose="02040503050406030204" pitchFamily="18" charset="0"/>
                        </a:rPr>
                        <m:t>𝑈𝐴𝑆</m:t>
                      </m:r>
                      <m:d>
                        <m:dPr>
                          <m:ctrlPr>
                            <a:rPr lang="en-US" altLang="ja-JP" sz="4000" i="1">
                              <a:latin typeface="Cambria Math" panose="02040503050406030204" pitchFamily="18" charset="0"/>
                            </a:rPr>
                          </m:ctrlPr>
                        </m:dPr>
                        <m:e>
                          <m:r>
                            <a:rPr lang="en-US" altLang="ja-JP" sz="4000" i="1">
                              <a:latin typeface="Cambria Math" panose="02040503050406030204" pitchFamily="18" charset="0"/>
                            </a:rPr>
                            <m:t>𝐴</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𝐴𝑔𝑜𝑙𝑑</m:t>
                          </m:r>
                          <m:r>
                            <a:rPr lang="en-US" altLang="ja-JP" sz="4000" i="0">
                              <a:latin typeface="Cambria Math" panose="02040503050406030204" pitchFamily="18" charset="0"/>
                            </a:rPr>
                            <m:t>​</m:t>
                          </m:r>
                        </m:e>
                      </m:d>
                    </m:oMath>
                  </m:oMathPara>
                </a14:m>
                <a:endParaRPr kumimoji="1" lang="ja-JP" altLang="en-US" sz="4000" dirty="0"/>
              </a:p>
            </p:txBody>
          </p:sp>
        </mc:Choice>
        <mc:Fallback xmlns="">
          <p:sp>
            <p:nvSpPr>
              <p:cNvPr id="32" name="テキスト ボックス 31">
                <a:extLst>
                  <a:ext uri="{FF2B5EF4-FFF2-40B4-BE49-F238E27FC236}">
                    <a16:creationId xmlns:a16="http://schemas.microsoft.com/office/drawing/2014/main" id="{B70C09E5-7DB2-61C8-D7C8-FB5E3EDAEE40}"/>
                  </a:ext>
                </a:extLst>
              </p:cNvPr>
              <p:cNvSpPr txBox="1">
                <a:spLocks noRot="1" noChangeAspect="1" noMove="1" noResize="1" noEditPoints="1" noAdjustHandles="1" noChangeArrowheads="1" noChangeShapeType="1" noTextEdit="1"/>
              </p:cNvSpPr>
              <p:nvPr/>
            </p:nvSpPr>
            <p:spPr>
              <a:xfrm>
                <a:off x="5770150" y="3994547"/>
                <a:ext cx="7267887" cy="615553"/>
              </a:xfrm>
              <a:prstGeom prst="rect">
                <a:avLst/>
              </a:prstGeom>
              <a:blipFill>
                <a:blip r:embed="rId5"/>
                <a:stretch>
                  <a:fillRect/>
                </a:stretch>
              </a:blipFill>
            </p:spPr>
            <p:txBody>
              <a:bodyPr/>
              <a:lstStyle/>
              <a:p>
                <a:r>
                  <a:rPr lang="ja-JP" altLang="en-US">
                    <a:noFill/>
                  </a:rPr>
                  <a:t> </a:t>
                </a:r>
              </a:p>
            </p:txBody>
          </p:sp>
        </mc:Fallback>
      </mc:AlternateContent>
      <p:grpSp>
        <p:nvGrpSpPr>
          <p:cNvPr id="34" name="グループ化 33">
            <a:extLst>
              <a:ext uri="{FF2B5EF4-FFF2-40B4-BE49-F238E27FC236}">
                <a16:creationId xmlns:a16="http://schemas.microsoft.com/office/drawing/2014/main" id="{5472797B-C7DB-5CF6-E168-7EAC19204591}"/>
              </a:ext>
            </a:extLst>
          </p:cNvPr>
          <p:cNvGrpSpPr/>
          <p:nvPr/>
        </p:nvGrpSpPr>
        <p:grpSpPr>
          <a:xfrm>
            <a:off x="1706291" y="3047296"/>
            <a:ext cx="16154398" cy="552410"/>
            <a:chOff x="1535809" y="1451163"/>
            <a:chExt cx="8639036" cy="552410"/>
          </a:xfrm>
        </p:grpSpPr>
        <p:sp>
          <p:nvSpPr>
            <p:cNvPr id="35" name="TextBox 26">
              <a:extLst>
                <a:ext uri="{FF2B5EF4-FFF2-40B4-BE49-F238E27FC236}">
                  <a16:creationId xmlns:a16="http://schemas.microsoft.com/office/drawing/2014/main" id="{2414F9E9-571E-3E38-FBF8-39B5D7E03869}"/>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1</a:t>
              </a:r>
              <a:r>
                <a:rPr lang="ja-JP" altLang="en-US" sz="3200" dirty="0">
                  <a:latin typeface="Source Han Sans JP Medium"/>
                  <a:ea typeface="Source Han Sans JP Medium"/>
                  <a:cs typeface="Source Han Sans JP Medium"/>
                  <a:sym typeface="Source Han Sans JP Medium"/>
                </a:rPr>
                <a:t>回目：単体の検証</a:t>
              </a:r>
              <a:r>
                <a:rPr lang="en-US" altLang="ja-JP" sz="3200" dirty="0">
                  <a:latin typeface="Source Han Sans JP Medium"/>
                  <a:ea typeface="Source Han Sans JP Medium"/>
                  <a:cs typeface="Source Han Sans JP Medium"/>
                  <a:sym typeface="Source Han Sans JP Medium"/>
                </a:rPr>
                <a:t>UAS</a:t>
              </a:r>
              <a:r>
                <a:rPr lang="ja-JP" altLang="en-US" sz="3200" dirty="0">
                  <a:latin typeface="Source Han Sans JP Medium"/>
                  <a:ea typeface="Source Han Sans JP Medium"/>
                  <a:cs typeface="Source Han Sans JP Medium"/>
                  <a:sym typeface="Source Han Sans JP Medium"/>
                </a:rPr>
                <a:t>が最も高いモデル</a:t>
              </a:r>
              <a:endParaRPr lang="en-US" altLang="ja-JP" sz="3200" dirty="0">
                <a:latin typeface="Source Han Sans JP Medium"/>
                <a:ea typeface="Source Han Sans JP Medium"/>
                <a:cs typeface="Source Han Sans JP Medium"/>
                <a:sym typeface="Source Han Sans JP Medium"/>
              </a:endParaRPr>
            </a:p>
          </p:txBody>
        </p:sp>
        <p:sp>
          <p:nvSpPr>
            <p:cNvPr id="36" name="Freeform 5">
              <a:extLst>
                <a:ext uri="{FF2B5EF4-FFF2-40B4-BE49-F238E27FC236}">
                  <a16:creationId xmlns:a16="http://schemas.microsoft.com/office/drawing/2014/main" id="{05D4C6F7-8E07-473F-BBBE-55A4B1D02CFD}"/>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7" name="グループ化 36">
            <a:extLst>
              <a:ext uri="{FF2B5EF4-FFF2-40B4-BE49-F238E27FC236}">
                <a16:creationId xmlns:a16="http://schemas.microsoft.com/office/drawing/2014/main" id="{AED58712-1D16-86AB-E08B-11B0A0FE38FF}"/>
              </a:ext>
            </a:extLst>
          </p:cNvPr>
          <p:cNvGrpSpPr/>
          <p:nvPr/>
        </p:nvGrpSpPr>
        <p:grpSpPr>
          <a:xfrm>
            <a:off x="1706291" y="5466603"/>
            <a:ext cx="16154398" cy="552410"/>
            <a:chOff x="1535809" y="1451163"/>
            <a:chExt cx="8639036" cy="552410"/>
          </a:xfrm>
        </p:grpSpPr>
        <p:sp>
          <p:nvSpPr>
            <p:cNvPr id="38" name="TextBox 26">
              <a:extLst>
                <a:ext uri="{FF2B5EF4-FFF2-40B4-BE49-F238E27FC236}">
                  <a16:creationId xmlns:a16="http://schemas.microsoft.com/office/drawing/2014/main" id="{2D148B67-3A04-0E44-A5CB-869BF9F45A0E}"/>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2</a:t>
              </a:r>
              <a:r>
                <a:rPr lang="ja-JP" altLang="en-US" sz="3200" dirty="0">
                  <a:latin typeface="Source Han Sans JP Medium"/>
                  <a:ea typeface="Source Han Sans JP Medium"/>
                  <a:cs typeface="Source Han Sans JP Medium"/>
                  <a:sym typeface="Source Han Sans JP Medium"/>
                </a:rPr>
                <a:t>回目以降：追加後の評価値が最も高くなる候補</a:t>
              </a:r>
              <a:endParaRPr lang="en-US" altLang="ja-JP" sz="3200" dirty="0">
                <a:latin typeface="Source Han Sans JP Medium"/>
                <a:ea typeface="Source Han Sans JP Medium"/>
                <a:cs typeface="Source Han Sans JP Medium"/>
                <a:sym typeface="Source Han Sans JP Medium"/>
              </a:endParaRPr>
            </a:p>
          </p:txBody>
        </p:sp>
        <p:sp>
          <p:nvSpPr>
            <p:cNvPr id="39" name="Freeform 5">
              <a:extLst>
                <a:ext uri="{FF2B5EF4-FFF2-40B4-BE49-F238E27FC236}">
                  <a16:creationId xmlns:a16="http://schemas.microsoft.com/office/drawing/2014/main" id="{38BFD780-6974-D549-AA74-B0DF2E28BABD}"/>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84E57A0C-D436-0878-924C-FEFE6AD3513A}"/>
                  </a:ext>
                </a:extLst>
              </p:cNvPr>
              <p:cNvSpPr txBox="1"/>
              <p:nvPr/>
            </p:nvSpPr>
            <p:spPr>
              <a:xfrm>
                <a:off x="4885077" y="6509147"/>
                <a:ext cx="8517845" cy="615553"/>
              </a:xfrm>
              <a:prstGeom prst="rect">
                <a:avLst/>
              </a:prstGeom>
              <a:noFill/>
            </p:spPr>
            <p:txBody>
              <a:bodyPr wrap="none" lIns="0" tIns="0" rIns="0" bIns="0" rtlCol="0">
                <a:spAutoFit/>
              </a:bodyPr>
              <a:lstStyle/>
              <a:p>
                <a:pPr/>
                <a14:m>
                  <m:oMathPara xmlns:m="http://schemas.openxmlformats.org/officeDocument/2006/math">
                    <m:oMath>
                      <m:r>
                        <a:rPr lang="en-US" altLang="ja-JP" sz="4000" i="1" smtClean="0">
                          <a:latin typeface="Cambria Math" panose="02040503050406030204" pitchFamily="18" charset="0"/>
                        </a:rPr>
                        <m:t>𝜅</m:t>
                      </m:r>
                      <m:r>
                        <a:rPr lang="en-US" altLang="ja-JP" sz="4000" i="1" smtClean="0">
                          <a:latin typeface="Cambria Math" panose="02040503050406030204" pitchFamily="18" charset="0"/>
                        </a:rPr>
                        <m:t>𝑡</m:t>
                      </m:r>
                      <m:r>
                        <a:rPr lang="en-US" altLang="ja-JP" sz="4000" i="0">
                          <a:latin typeface="Cambria Math" panose="02040503050406030204" pitchFamily="18" charset="0"/>
                        </a:rPr>
                        <m:t>​=</m:t>
                      </m:r>
                      <m:r>
                        <a:rPr lang="en-US" altLang="ja-JP" sz="4000" i="1">
                          <a:latin typeface="Cambria Math" panose="02040503050406030204" pitchFamily="18" charset="0"/>
                        </a:rPr>
                        <m:t>𝑎𝑟𝑔</m:t>
                      </m:r>
                      <m:r>
                        <a:rPr lang="en-US" altLang="ja-JP" sz="4000" i="1">
                          <a:latin typeface="Cambria Math" panose="02040503050406030204" pitchFamily="18" charset="0"/>
                        </a:rPr>
                        <m:t>𝜅</m:t>
                      </m:r>
                      <m:r>
                        <a:rPr lang="en-US" altLang="ja-JP" sz="4000" i="0">
                          <a:latin typeface="Cambria Math" panose="02040503050406030204" pitchFamily="18" charset="0"/>
                        </a:rPr>
                        <m:t>′</m:t>
                      </m:r>
                      <m:r>
                        <a:rPr lang="en-US" altLang="ja-JP" sz="4000" i="1">
                          <a:latin typeface="Cambria Math" panose="02040503050406030204" pitchFamily="18" charset="0"/>
                        </a:rPr>
                        <m:t>𝑚𝑎𝑥</m:t>
                      </m:r>
                      <m:r>
                        <a:rPr lang="en-US" altLang="ja-JP" sz="4000" i="0">
                          <a:latin typeface="Cambria Math" panose="02040503050406030204" pitchFamily="18" charset="0"/>
                        </a:rPr>
                        <m:t>​</m:t>
                      </m:r>
                      <m:r>
                        <a:rPr lang="en-US" altLang="ja-JP" sz="4000" i="1">
                          <a:latin typeface="Cambria Math" panose="02040503050406030204" pitchFamily="18" charset="0"/>
                        </a:rPr>
                        <m:t>𝑜𝑏𝑗𝑒𝑐𝑡𝑖𝑣𝑒</m:t>
                      </m:r>
                      <m:d>
                        <m:dPr>
                          <m:ctrlPr>
                            <a:rPr lang="en-US" altLang="ja-JP" sz="4000" i="1">
                              <a:latin typeface="Cambria Math" panose="02040503050406030204" pitchFamily="18" charset="0"/>
                            </a:rPr>
                          </m:ctrlPr>
                        </m:dPr>
                        <m:e>
                          <m:r>
                            <a:rPr lang="en-US" altLang="ja-JP" sz="4000" i="1">
                              <a:latin typeface="Cambria Math" panose="02040503050406030204" pitchFamily="18" charset="0"/>
                            </a:rPr>
                            <m:t>𝐾𝑡</m:t>
                          </m:r>
                          <m:r>
                            <a:rPr lang="en-US" altLang="ja-JP" sz="4000" i="0">
                              <a:latin typeface="Cambria Math" panose="02040503050406030204" pitchFamily="18" charset="0"/>
                            </a:rPr>
                            <m:t>−1​∪</m:t>
                          </m:r>
                          <m:r>
                            <a:rPr lang="en-US" altLang="ja-JP" sz="4000" i="1">
                              <a:latin typeface="Cambria Math" panose="02040503050406030204" pitchFamily="18" charset="0"/>
                            </a:rPr>
                            <m:t>𝜅</m:t>
                          </m:r>
                          <m:r>
                            <a:rPr lang="en-US" altLang="ja-JP" sz="4000" i="0">
                              <a:latin typeface="Cambria Math" panose="02040503050406030204" pitchFamily="18" charset="0"/>
                            </a:rPr>
                            <m:t>′</m:t>
                          </m:r>
                        </m:e>
                      </m:d>
                    </m:oMath>
                  </m:oMathPara>
                </a14:m>
                <a:endParaRPr kumimoji="1" lang="ja-JP" altLang="en-US" sz="4000" dirty="0"/>
              </a:p>
            </p:txBody>
          </p:sp>
        </mc:Choice>
        <mc:Fallback xmlns="">
          <p:sp>
            <p:nvSpPr>
              <p:cNvPr id="40" name="テキスト ボックス 39">
                <a:extLst>
                  <a:ext uri="{FF2B5EF4-FFF2-40B4-BE49-F238E27FC236}">
                    <a16:creationId xmlns:a16="http://schemas.microsoft.com/office/drawing/2014/main" id="{84E57A0C-D436-0878-924C-FEFE6AD3513A}"/>
                  </a:ext>
                </a:extLst>
              </p:cNvPr>
              <p:cNvSpPr txBox="1">
                <a:spLocks noRot="1" noChangeAspect="1" noMove="1" noResize="1" noEditPoints="1" noAdjustHandles="1" noChangeArrowheads="1" noChangeShapeType="1" noTextEdit="1"/>
              </p:cNvSpPr>
              <p:nvPr/>
            </p:nvSpPr>
            <p:spPr>
              <a:xfrm>
                <a:off x="4885077" y="6509147"/>
                <a:ext cx="8517845" cy="615553"/>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988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4515-D1F8-871A-449E-E8D4ABDF21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D82AD28-97DC-B9F2-A783-F3A5766E2C72}"/>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C68FD3CB-486A-C367-B18F-A8C2082361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78883FA-B4A2-BEFD-CF82-CB63B92652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D7289A5-8CA4-4EC2-9078-A71CE03910A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BF3E0F-AE27-CE02-4236-14BD52F9D3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CACA831E-EB71-168E-A793-638F0A3A50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A4E2A6-09B1-D04E-260B-170BB2CEBF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75CAB60-005A-D4B1-8076-8C8E2EC5FDB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21941072-B8A5-2579-8564-C75D4A25D1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CB6DF0E-F7B4-EDEF-D20F-0901EED6C9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5A766D4-D993-7D6A-8E49-147263EA0FD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644AB51-BE69-34C3-DCF9-12565AFE97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502F678-080F-8977-2344-410E07A3929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C2D76B7-3E3F-C181-FB5A-1FAA1477BE5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9A52D14-396E-4501-42E1-238C5470D2F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ADD9A0BE-6FB7-2340-7414-7E5EDD8F2B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6F88F95-EBD0-985E-E7DB-AE21583C45B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AA9A4CD6-77A9-FB68-8785-167AF6CAE821}"/>
              </a:ext>
            </a:extLst>
          </p:cNvPr>
          <p:cNvSpPr txBox="1"/>
          <p:nvPr/>
        </p:nvSpPr>
        <p:spPr>
          <a:xfrm>
            <a:off x="1806795" y="305043"/>
            <a:ext cx="140428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Step4</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Dependency parse aggregation</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298A570-47D9-2ADA-13C2-4D550C7B75C1}"/>
              </a:ext>
            </a:extLst>
          </p:cNvPr>
          <p:cNvSpPr txBox="1"/>
          <p:nvPr/>
        </p:nvSpPr>
        <p:spPr>
          <a:xfrm>
            <a:off x="1689612" y="1626197"/>
            <a:ext cx="15074388"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選択したモデルの予測を投票として集計し，依存木の条件を満たす中で，総得票数が最大の構造を求める</a:t>
            </a:r>
            <a:endParaRPr lang="en-US" altLang="ja-JP" sz="3200" dirty="0">
              <a:latin typeface="Source Han Sans JP Medium"/>
              <a:ea typeface="Source Han Sans JP Medium"/>
              <a:cs typeface="Source Han Sans JP Medium"/>
              <a:sym typeface="Source Han Sans JP Medium"/>
            </a:endParaRPr>
          </a:p>
        </p:txBody>
      </p:sp>
      <p:sp>
        <p:nvSpPr>
          <p:cNvPr id="26" name="TextBox 24">
            <a:extLst>
              <a:ext uri="{FF2B5EF4-FFF2-40B4-BE49-F238E27FC236}">
                <a16:creationId xmlns:a16="http://schemas.microsoft.com/office/drawing/2014/main" id="{551A85DA-2782-DC11-2DE1-F0CA95AB2EA6}"/>
              </a:ext>
            </a:extLst>
          </p:cNvPr>
          <p:cNvSpPr txBox="1"/>
          <p:nvPr/>
        </p:nvSpPr>
        <p:spPr>
          <a:xfrm>
            <a:off x="1689612" y="8440583"/>
            <a:ext cx="16210711" cy="1228606"/>
          </a:xfrm>
          <a:prstGeom prst="rect">
            <a:avLst/>
          </a:prstGeom>
        </p:spPr>
        <p:txBody>
          <a:bodyPr wrap="square" lIns="0" tIns="0" rIns="0" bIns="0" rtlCol="0" anchor="t">
            <a:spAutoFit/>
          </a:bodyPr>
          <a:lstStyle/>
          <a:p>
            <a:pPr algn="l">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依存木として成立する構造の中から，木全体の総得票数が最大になるものを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Eisner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法で求める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31" name="TextBox 26">
                <a:extLst>
                  <a:ext uri="{FF2B5EF4-FFF2-40B4-BE49-F238E27FC236}">
                    <a16:creationId xmlns:a16="http://schemas.microsoft.com/office/drawing/2014/main" id="{0A78E564-E51B-41DD-480C-B25D84D8156E}"/>
                  </a:ext>
                </a:extLst>
              </p:cNvPr>
              <p:cNvSpPr txBox="1"/>
              <p:nvPr/>
            </p:nvSpPr>
            <p:spPr>
              <a:xfrm>
                <a:off x="10938592" y="3771199"/>
                <a:ext cx="6206408" cy="1692643"/>
              </a:xfrm>
              <a:prstGeom prst="rect">
                <a:avLst/>
              </a:prstGeom>
            </p:spPr>
            <p:txBody>
              <a:bodyPr wrap="square" lIns="0" tIns="0" rIns="0" bIns="0" rtlCol="0" anchor="t">
                <a:spAutoFit/>
              </a:bodyPr>
              <a:lstStyle/>
              <a:p>
                <a:pPr>
                  <a:lnSpc>
                    <a:spcPts val="4480"/>
                  </a:lnSpc>
                  <a:spcBef>
                    <a:spcPct val="0"/>
                  </a:spcBef>
                </a:pPr>
                <a14:m>
                  <m:oMath xmlns:m="http://schemas.openxmlformats.org/officeDocument/2006/math">
                    <m:sSup>
                      <m:sSupPr>
                        <m:ctrlPr>
                          <a:rPr lang="en-US" altLang="ja-JP" sz="3200" b="0" i="1" smtClean="0">
                            <a:latin typeface="Cambria Math" panose="02040503050406030204" pitchFamily="18" charset="0"/>
                            <a:ea typeface="Source Han Sans JP Medium"/>
                            <a:sym typeface="Source Han Sans JP Medium"/>
                          </a:rPr>
                        </m:ctrlPr>
                      </m:sSupPr>
                      <m:e>
                        <m:r>
                          <a:rPr lang="en-US" altLang="ja-JP" sz="3200" b="0" i="1" smtClean="0">
                            <a:latin typeface="Cambria Math" panose="02040503050406030204" pitchFamily="18" charset="0"/>
                            <a:ea typeface="Source Han Sans JP Medium"/>
                            <a:sym typeface="Source Han Sans JP Medium"/>
                          </a:rPr>
                          <m:t>𝐴</m:t>
                        </m:r>
                      </m:e>
                      <m:sup>
                        <m:r>
                          <a:rPr lang="en-US" altLang="ja-JP" sz="3200" b="0" i="1" smtClean="0">
                            <a:latin typeface="Cambria Math" panose="02040503050406030204" pitchFamily="18" charset="0"/>
                            <a:ea typeface="Source Han Sans JP Medium"/>
                            <a:sym typeface="Source Han Sans JP Medium"/>
                          </a:rPr>
                          <m:t>∗</m:t>
                        </m:r>
                      </m:sup>
                    </m:sSup>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統合後の依存構造</a:t>
                </a:r>
                <a:endParaRPr lang="en-US" altLang="ja-JP" sz="3200" dirty="0">
                  <a:latin typeface="Source Han Sans JP Medium"/>
                  <a:ea typeface="Source Han Sans JP Medium"/>
                  <a:cs typeface="Source Han Sans JP Medium"/>
                  <a:sym typeface="Source Han Sans JP Medium"/>
                </a:endParaRPr>
              </a:p>
              <a:p>
                <a:pPr>
                  <a:lnSpc>
                    <a:spcPts val="4480"/>
                  </a:lnSpc>
                  <a:spcBef>
                    <a:spcPct val="0"/>
                  </a:spcBef>
                </a:pPr>
                <a14:m>
                  <m:oMath xmlns:m="http://schemas.openxmlformats.org/officeDocument/2006/math">
                    <m:sSub>
                      <m:sSubPr>
                        <m:ctrlPr>
                          <a:rPr lang="en-US" altLang="ja-JP" sz="3200" i="1">
                            <a:latin typeface="Cambria Math" panose="02040503050406030204" pitchFamily="18" charset="0"/>
                            <a:ea typeface="Source Han Sans JP Medium"/>
                            <a:sym typeface="Source Han Sans JP Medium"/>
                          </a:rPr>
                        </m:ctrlPr>
                      </m:sSubPr>
                      <m:e>
                        <m:r>
                          <a:rPr lang="en-US" altLang="ja-JP" sz="3200" i="1">
                            <a:latin typeface="Cambria Math" panose="02040503050406030204" pitchFamily="18" charset="0"/>
                            <a:ea typeface="Source Han Sans JP Medium"/>
                            <a:sym typeface="Source Han Sans JP Medium"/>
                          </a:rPr>
                          <m:t>𝐴</m:t>
                        </m:r>
                      </m:e>
                      <m:sub>
                        <m:r>
                          <a:rPr lang="en-US" altLang="ja-JP" sz="3200" i="1">
                            <a:latin typeface="Cambria Math" panose="02040503050406030204" pitchFamily="18" charset="0"/>
                            <a:ea typeface="Source Han Sans JP Medium"/>
                            <a:sym typeface="Source Han Sans JP Medium"/>
                          </a:rPr>
                          <m:t>𝑘</m:t>
                        </m:r>
                      </m:sub>
                    </m:sSub>
                    <m:r>
                      <a:rPr lang="ja-JP" altLang="en-US" sz="3200" i="1">
                        <a:latin typeface="Cambria Math" panose="02040503050406030204" pitchFamily="18" charset="0"/>
                        <a:ea typeface="Source Han Sans JP Medium"/>
                        <a:sym typeface="Source Han Sans JP Medium"/>
                      </a:rPr>
                      <m:t>：</m:t>
                    </m:r>
                  </m:oMath>
                </a14:m>
                <a:r>
                  <a:rPr lang="ja-JP" altLang="en-US" sz="3200" dirty="0">
                    <a:latin typeface="Source Han Sans JP Medium"/>
                    <a:ea typeface="Source Han Sans JP Medium"/>
                    <a:cs typeface="Source Han Sans JP Medium"/>
                    <a:sym typeface="Source Han Sans JP Medium"/>
                  </a:rPr>
                  <a:t>各モデルの予測</a:t>
                </a:r>
                <a:endParaRPr lang="en-US" altLang="ja-JP" sz="3200" dirty="0">
                  <a:latin typeface="Source Han Sans JP Medium"/>
                  <a:ea typeface="Source Han Sans JP Medium"/>
                  <a:cs typeface="Source Han Sans JP Medium"/>
                  <a:sym typeface="Source Han Sans JP Medium"/>
                </a:endParaRPr>
              </a:p>
              <a:p>
                <a:pPr>
                  <a:lnSpc>
                    <a:spcPts val="4480"/>
                  </a:lnSpc>
                  <a:spcBef>
                    <a:spcPct val="0"/>
                  </a:spcBef>
                </a:pPr>
                <a14:m>
                  <m:oMath xmlns:m="http://schemas.openxmlformats.org/officeDocument/2006/math">
                    <m:r>
                      <a:rPr lang="ja-JP" altLang="en-US" sz="3200">
                        <a:latin typeface="Cambria Math" panose="02040503050406030204" pitchFamily="18" charset="0"/>
                      </a:rPr>
                      <m:t>𝒜</m:t>
                    </m:r>
                  </m:oMath>
                </a14:m>
                <a:r>
                  <a:rPr lang="ja-JP" altLang="en-US" sz="3200" dirty="0">
                    <a:latin typeface="Source Han Sans JP Medium"/>
                    <a:ea typeface="Source Han Sans JP Medium"/>
                    <a:cs typeface="Source Han Sans JP Medium"/>
                    <a:sym typeface="Source Han Sans JP Medium"/>
                  </a:rPr>
                  <a:t>：条件を満たす依存構造の集合</a:t>
                </a:r>
                <a:endParaRPr lang="en-US" altLang="ja-JP" sz="3200" dirty="0">
                  <a:latin typeface="Source Han Sans JP Medium"/>
                  <a:ea typeface="Source Han Sans JP Medium"/>
                  <a:cs typeface="Source Han Sans JP Medium"/>
                  <a:sym typeface="Source Han Sans JP Medium"/>
                </a:endParaRPr>
              </a:p>
            </p:txBody>
          </p:sp>
        </mc:Choice>
        <mc:Fallback xmlns="">
          <p:sp>
            <p:nvSpPr>
              <p:cNvPr id="31" name="TextBox 26">
                <a:extLst>
                  <a:ext uri="{FF2B5EF4-FFF2-40B4-BE49-F238E27FC236}">
                    <a16:creationId xmlns:a16="http://schemas.microsoft.com/office/drawing/2014/main" id="{0A78E564-E51B-41DD-480C-B25D84D8156E}"/>
                  </a:ext>
                </a:extLst>
              </p:cNvPr>
              <p:cNvSpPr txBox="1">
                <a:spLocks noRot="1" noChangeAspect="1" noMove="1" noResize="1" noEditPoints="1" noAdjustHandles="1" noChangeArrowheads="1" noChangeShapeType="1" noTextEdit="1"/>
              </p:cNvSpPr>
              <p:nvPr/>
            </p:nvSpPr>
            <p:spPr>
              <a:xfrm>
                <a:off x="10938592" y="3771199"/>
                <a:ext cx="6206408" cy="1692643"/>
              </a:xfrm>
              <a:prstGeom prst="rect">
                <a:avLst/>
              </a:prstGeom>
              <a:blipFill>
                <a:blip r:embed="rId4"/>
                <a:stretch>
                  <a:fillRect l="-98" t="-5054" r="-1963" b="-13718"/>
                </a:stretch>
              </a:blipFill>
            </p:spPr>
            <p:txBody>
              <a:bodyPr/>
              <a:lstStyle/>
              <a:p>
                <a:r>
                  <a:rPr lang="ja-JP" altLang="en-US">
                    <a:noFill/>
                  </a:rPr>
                  <a:t> </a:t>
                </a:r>
              </a:p>
            </p:txBody>
          </p:sp>
        </mc:Fallback>
      </mc:AlternateContent>
      <p:sp>
        <p:nvSpPr>
          <p:cNvPr id="32" name="Freeform 5">
            <a:extLst>
              <a:ext uri="{FF2B5EF4-FFF2-40B4-BE49-F238E27FC236}">
                <a16:creationId xmlns:a16="http://schemas.microsoft.com/office/drawing/2014/main" id="{130C5CEC-0BBC-3422-A202-BC601C0C86FC}"/>
              </a:ext>
            </a:extLst>
          </p:cNvPr>
          <p:cNvSpPr/>
          <p:nvPr/>
        </p:nvSpPr>
        <p:spPr>
          <a:xfrm rot="5400000">
            <a:off x="9356881" y="4557778"/>
            <a:ext cx="1835119" cy="177514"/>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CD6FD3FE-021E-1F8B-277A-40D21D9ED99E}"/>
                  </a:ext>
                </a:extLst>
              </p:cNvPr>
              <p:cNvSpPr txBox="1"/>
              <p:nvPr/>
            </p:nvSpPr>
            <p:spPr>
              <a:xfrm>
                <a:off x="7759193" y="7169890"/>
                <a:ext cx="9677395" cy="600293"/>
              </a:xfrm>
              <a:prstGeom prst="rect">
                <a:avLst/>
              </a:prstGeom>
              <a:noFill/>
            </p:spPr>
            <p:txBody>
              <a:bodyPr wrap="square">
                <a:spAutoFit/>
              </a:bodyPr>
              <a:lstStyle/>
              <a:p>
                <a:pPr/>
                <a14:m>
                  <m:oMathPara xmlns:m="http://schemas.openxmlformats.org/officeDocument/2006/math">
                    <m:oMath>
                      <m:r>
                        <a:rPr lang="ja-JP" altLang="en-US" sz="3200" i="1" smtClean="0">
                          <a:latin typeface="Cambria Math" panose="02040503050406030204" pitchFamily="18" charset="0"/>
                        </a:rPr>
                        <m:t>𝑚</m:t>
                      </m:r>
                      <m:d>
                        <m:dPr>
                          <m:ctrlPr>
                            <a:rPr lang="ja-JP" altLang="en-US" sz="3200" i="1">
                              <a:latin typeface="Cambria Math" panose="02040503050406030204" pitchFamily="18" charset="0"/>
                            </a:rPr>
                          </m:ctrlPr>
                        </m:dPr>
                        <m:e>
                          <m:r>
                            <a:rPr lang="ja-JP" altLang="en-US" sz="3200" i="1">
                              <a:latin typeface="Cambria Math" panose="02040503050406030204" pitchFamily="18" charset="0"/>
                            </a:rPr>
                            <m:t>𝑎</m:t>
                          </m:r>
                          <m:r>
                            <a:rPr lang="ja-JP" altLang="en-US" sz="3200" i="0">
                              <a:latin typeface="Cambria Math" panose="02040503050406030204" pitchFamily="18" charset="0"/>
                            </a:rPr>
                            <m:t>;</m:t>
                          </m:r>
                          <m:r>
                            <a:rPr lang="ja-JP" altLang="en-US" sz="3200" i="1">
                              <a:latin typeface="Cambria Math" panose="02040503050406030204" pitchFamily="18" charset="0"/>
                            </a:rPr>
                            <m:t>𝑗</m:t>
                          </m:r>
                        </m:e>
                      </m:d>
                      <m:r>
                        <a:rPr lang="ja-JP" altLang="en-US" sz="3200" i="0">
                          <a:latin typeface="Cambria Math" panose="02040503050406030204" pitchFamily="18" charset="0"/>
                        </a:rPr>
                        <m:t>=</m:t>
                      </m:r>
                      <m:r>
                        <m:rPr>
                          <m:nor/>
                        </m:rPr>
                        <a:rPr lang="ja-JP" altLang="en-US" sz="3200" i="0">
                          <a:latin typeface="Source Han Sans JP Medium" panose="020B0600070205080204" charset="-128"/>
                          <a:ea typeface="Source Han Sans JP Medium" panose="020B0600070205080204" charset="-128"/>
                        </a:rPr>
                        <m:t>単語 </m:t>
                      </m:r>
                      <m:r>
                        <a:rPr lang="ja-JP" altLang="en-US" sz="3200" i="1">
                          <a:latin typeface="Cambria Math" panose="02040503050406030204" pitchFamily="18" charset="0"/>
                        </a:rPr>
                        <m:t>𝑗</m:t>
                      </m:r>
                      <m:r>
                        <m:rPr>
                          <m:nor/>
                        </m:rPr>
                        <a:rPr lang="ja-JP" altLang="en-US" sz="3200" i="0">
                          <a:latin typeface="Source Han Sans JP Medium" panose="020B0600070205080204" charset="-128"/>
                          <a:ea typeface="Source Han Sans JP Medium" panose="020B0600070205080204" charset="-128"/>
                        </a:rPr>
                        <m:t> のheadを </m:t>
                      </m:r>
                      <m:r>
                        <a:rPr lang="ja-JP" altLang="en-US" sz="3200" i="1">
                          <a:latin typeface="Cambria Math" panose="02040503050406030204" pitchFamily="18" charset="0"/>
                        </a:rPr>
                        <m:t>𝑎</m:t>
                      </m:r>
                      <m:r>
                        <m:rPr>
                          <m:nor/>
                        </m:rPr>
                        <a:rPr lang="ja-JP" altLang="en-US" sz="3200" i="0">
                          <a:latin typeface="Source Han Sans JP Medium" panose="020B0600070205080204" charset="-128"/>
                          <a:ea typeface="Source Han Sans JP Medium" panose="020B0600070205080204" charset="-128"/>
                        </a:rPr>
                        <m:t> としたモデル数</m:t>
                      </m:r>
                    </m:oMath>
                  </m:oMathPara>
                </a14:m>
                <a:endParaRPr lang="ja-JP" altLang="en-US" sz="3200" dirty="0">
                  <a:latin typeface="Source Han Sans JP Medium" panose="020B0600070205080204" charset="-128"/>
                  <a:ea typeface="Source Han Sans JP Medium" panose="020B0600070205080204" charset="-128"/>
                </a:endParaRPr>
              </a:p>
            </p:txBody>
          </p:sp>
        </mc:Choice>
        <mc:Fallback xmlns="">
          <p:sp>
            <p:nvSpPr>
              <p:cNvPr id="35" name="テキスト ボックス 34">
                <a:extLst>
                  <a:ext uri="{FF2B5EF4-FFF2-40B4-BE49-F238E27FC236}">
                    <a16:creationId xmlns:a16="http://schemas.microsoft.com/office/drawing/2014/main" id="{CD6FD3FE-021E-1F8B-277A-40D21D9ED99E}"/>
                  </a:ext>
                </a:extLst>
              </p:cNvPr>
              <p:cNvSpPr txBox="1">
                <a:spLocks noRot="1" noChangeAspect="1" noMove="1" noResize="1" noEditPoints="1" noAdjustHandles="1" noChangeArrowheads="1" noChangeShapeType="1" noTextEdit="1"/>
              </p:cNvSpPr>
              <p:nvPr/>
            </p:nvSpPr>
            <p:spPr>
              <a:xfrm>
                <a:off x="7759193" y="7169890"/>
                <a:ext cx="9677395" cy="600293"/>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A9123EE-1AA3-BEA6-C281-69782183F5C6}"/>
                  </a:ext>
                </a:extLst>
              </p:cNvPr>
              <p:cNvSpPr txBox="1"/>
              <p:nvPr/>
            </p:nvSpPr>
            <p:spPr>
              <a:xfrm>
                <a:off x="1371600" y="3648499"/>
                <a:ext cx="9144000" cy="1835118"/>
              </a:xfrm>
              <a:prstGeom prst="rect">
                <a:avLst/>
              </a:prstGeom>
              <a:noFill/>
            </p:spPr>
            <p:txBody>
              <a:bodyPr wrap="square">
                <a:spAutoFit/>
              </a:bodyPr>
              <a:lstStyle/>
              <a:p>
                <a:pPr/>
                <a14:m>
                  <m:oMathPara xmlns:m="http://schemas.openxmlformats.org/officeDocument/2006/math">
                    <m:oMath>
                      <m:sSup>
                        <m:sSupPr>
                          <m:ctrlPr>
                            <a:rPr lang="ja-JP" altLang="en-US" sz="4000" i="1">
                              <a:latin typeface="Cambria Math" panose="02040503050406030204" pitchFamily="18" charset="0"/>
                            </a:rPr>
                          </m:ctrlPr>
                        </m:sSupPr>
                        <m:e>
                          <m:r>
                            <a:rPr lang="ja-JP" altLang="en-US" sz="4000" i="1">
                              <a:latin typeface="Cambria Math" panose="02040503050406030204" pitchFamily="18" charset="0"/>
                            </a:rPr>
                            <m:t>𝐴</m:t>
                          </m:r>
                        </m:e>
                        <m:sup>
                          <m:r>
                            <a:rPr lang="ja-JP" altLang="en-US" sz="4000" i="0">
                              <a:latin typeface="Cambria Math" panose="02040503050406030204" pitchFamily="18" charset="0"/>
                            </a:rPr>
                            <m:t>∗</m:t>
                          </m:r>
                        </m:sup>
                      </m:sSup>
                      <m:r>
                        <a:rPr lang="ja-JP" altLang="en-US" sz="4000" i="0">
                          <a:latin typeface="Cambria Math" panose="02040503050406030204" pitchFamily="18" charset="0"/>
                        </a:rPr>
                        <m:t>=</m:t>
                      </m:r>
                      <m:func>
                        <m:funcPr>
                          <m:ctrlPr>
                            <a:rPr lang="ja-JP" altLang="en-US" sz="4000" i="0">
                              <a:latin typeface="Cambria Math" panose="02040503050406030204" pitchFamily="18" charset="0"/>
                            </a:rPr>
                          </m:ctrlPr>
                        </m:funcPr>
                        <m:fName>
                          <m:r>
                            <m:rPr>
                              <m:sty m:val="p"/>
                            </m:rPr>
                            <a:rPr lang="ja-JP" altLang="en-US" sz="4000" i="0">
                              <a:latin typeface="Cambria Math" panose="02040503050406030204" pitchFamily="18" charset="0"/>
                            </a:rPr>
                            <m:t>arg</m:t>
                          </m:r>
                        </m:fName>
                        <m:e>
                          <m:func>
                            <m:funcPr>
                              <m:ctrlPr>
                                <a:rPr lang="ja-JP" altLang="en-US" sz="4000" i="1">
                                  <a:latin typeface="Cambria Math" panose="02040503050406030204" pitchFamily="18" charset="0"/>
                                </a:rPr>
                              </m:ctrlPr>
                            </m:funcPr>
                            <m:fName>
                              <m:limLow>
                                <m:limLowPr>
                                  <m:ctrlPr>
                                    <a:rPr lang="ja-JP" altLang="en-US" sz="4000" i="0">
                                      <a:latin typeface="Cambria Math" panose="02040503050406030204" pitchFamily="18" charset="0"/>
                                    </a:rPr>
                                  </m:ctrlPr>
                                </m:limLowPr>
                                <m:e>
                                  <m:r>
                                    <m:rPr>
                                      <m:sty m:val="p"/>
                                    </m:rPr>
                                    <a:rPr lang="ja-JP" altLang="en-US" sz="4000" i="0">
                                      <a:latin typeface="Cambria Math" panose="02040503050406030204" pitchFamily="18" charset="0"/>
                                    </a:rPr>
                                    <m:t>max</m:t>
                                  </m:r>
                                </m:e>
                                <m:lim>
                                  <m:r>
                                    <a:rPr lang="ja-JP" altLang="en-US" sz="4000" i="1">
                                      <a:latin typeface="Cambria Math" panose="02040503050406030204" pitchFamily="18" charset="0"/>
                                    </a:rPr>
                                    <m:t>𝐴</m:t>
                                  </m:r>
                                  <m:r>
                                    <a:rPr lang="ja-JP" altLang="en-US" sz="4000" i="0">
                                      <a:latin typeface="Cambria Math" panose="02040503050406030204" pitchFamily="18" charset="0"/>
                                    </a:rPr>
                                    <m:t>∈</m:t>
                                  </m:r>
                                  <m:r>
                                    <a:rPr lang="ja-JP" altLang="en-US" sz="4000" i="0">
                                      <a:latin typeface="Cambria Math" panose="02040503050406030204" pitchFamily="18" charset="0"/>
                                    </a:rPr>
                                    <m:t>𝒜</m:t>
                                  </m:r>
                                </m:lim>
                              </m:limLow>
                            </m:fName>
                            <m:e>
                              <m:nary>
                                <m:naryPr>
                                  <m:chr m:val="∑"/>
                                  <m:limLoc m:val="undOvr"/>
                                  <m:ctrlPr>
                                    <a:rPr lang="ja-JP" altLang="en-US" sz="4000" i="1">
                                      <a:latin typeface="Cambria Math" panose="02040503050406030204" pitchFamily="18" charset="0"/>
                                    </a:rPr>
                                  </m:ctrlPr>
                                </m:naryPr>
                                <m:sub>
                                  <m:r>
                                    <a:rPr lang="ja-JP" altLang="en-US" sz="4000" i="1">
                                      <a:latin typeface="Cambria Math" panose="02040503050406030204" pitchFamily="18" charset="0"/>
                                    </a:rPr>
                                    <m:t>𝑘</m:t>
                                  </m:r>
                                  <m:r>
                                    <a:rPr lang="ja-JP" altLang="en-US" sz="4000" i="0">
                                      <a:latin typeface="Cambria Math" panose="02040503050406030204" pitchFamily="18" charset="0"/>
                                    </a:rPr>
                                    <m:t>=1</m:t>
                                  </m:r>
                                </m:sub>
                                <m:sup>
                                  <m:r>
                                    <a:rPr lang="ja-JP" altLang="en-US" sz="4000" i="1">
                                      <a:latin typeface="Cambria Math" panose="02040503050406030204" pitchFamily="18" charset="0"/>
                                    </a:rPr>
                                    <m:t>𝐾</m:t>
                                  </m:r>
                                </m:sup>
                                <m:e>
                                  <m:r>
                                    <a:rPr lang="ja-JP" altLang="en-US" sz="4000" i="1">
                                      <a:latin typeface="Cambria Math" panose="02040503050406030204" pitchFamily="18" charset="0"/>
                                    </a:rPr>
                                    <m:t>𝑈</m:t>
                                  </m:r>
                                </m:e>
                              </m:nary>
                            </m:e>
                          </m:func>
                        </m:e>
                      </m:func>
                      <m:r>
                        <a:rPr lang="ja-JP" altLang="en-US" sz="4000" i="1">
                          <a:latin typeface="Cambria Math" panose="02040503050406030204" pitchFamily="18" charset="0"/>
                        </a:rPr>
                        <m:t>𝐴𝑆</m:t>
                      </m:r>
                      <m:d>
                        <m:dPr>
                          <m:ctrlPr>
                            <a:rPr lang="ja-JP" altLang="en-US" sz="4000" i="1">
                              <a:latin typeface="Cambria Math" panose="02040503050406030204" pitchFamily="18" charset="0"/>
                            </a:rPr>
                          </m:ctrlPr>
                        </m:dPr>
                        <m:e>
                          <m:r>
                            <a:rPr lang="ja-JP" altLang="en-US" sz="4000" i="1">
                              <a:latin typeface="Cambria Math" panose="02040503050406030204" pitchFamily="18" charset="0"/>
                            </a:rPr>
                            <m:t>𝐴</m:t>
                          </m:r>
                          <m:r>
                            <a:rPr lang="ja-JP" altLang="en-US" sz="4000" i="0">
                              <a:latin typeface="Cambria Math" panose="02040503050406030204" pitchFamily="18" charset="0"/>
                            </a:rPr>
                            <m:t>,</m:t>
                          </m:r>
                          <m:sSub>
                            <m:sSubPr>
                              <m:ctrlPr>
                                <a:rPr lang="ja-JP" altLang="en-US" sz="4000" i="1">
                                  <a:latin typeface="Cambria Math" panose="02040503050406030204" pitchFamily="18" charset="0"/>
                                </a:rPr>
                              </m:ctrlPr>
                            </m:sSubPr>
                            <m:e>
                              <m:r>
                                <a:rPr lang="ja-JP" altLang="en-US" sz="4000" i="1">
                                  <a:latin typeface="Cambria Math" panose="02040503050406030204" pitchFamily="18" charset="0"/>
                                </a:rPr>
                                <m:t>𝐴</m:t>
                              </m:r>
                            </m:e>
                            <m:sub>
                              <m:r>
                                <a:rPr lang="ja-JP" altLang="en-US" sz="4000" i="1">
                                  <a:latin typeface="Cambria Math" panose="02040503050406030204" pitchFamily="18" charset="0"/>
                                </a:rPr>
                                <m:t>𝑘</m:t>
                              </m:r>
                            </m:sub>
                          </m:sSub>
                        </m:e>
                      </m:d>
                    </m:oMath>
                  </m:oMathPara>
                </a14:m>
                <a:endParaRPr lang="ja-JP" altLang="en-US" sz="4000" dirty="0"/>
              </a:p>
            </p:txBody>
          </p:sp>
        </mc:Choice>
        <mc:Fallback xmlns="">
          <p:sp>
            <p:nvSpPr>
              <p:cNvPr id="37" name="テキスト ボックス 36">
                <a:extLst>
                  <a:ext uri="{FF2B5EF4-FFF2-40B4-BE49-F238E27FC236}">
                    <a16:creationId xmlns:a16="http://schemas.microsoft.com/office/drawing/2014/main" id="{3A9123EE-1AA3-BEA6-C281-69782183F5C6}"/>
                  </a:ext>
                </a:extLst>
              </p:cNvPr>
              <p:cNvSpPr txBox="1">
                <a:spLocks noRot="1" noChangeAspect="1" noMove="1" noResize="1" noEditPoints="1" noAdjustHandles="1" noChangeArrowheads="1" noChangeShapeType="1" noTextEdit="1"/>
              </p:cNvSpPr>
              <p:nvPr/>
            </p:nvSpPr>
            <p:spPr>
              <a:xfrm>
                <a:off x="1371600" y="3648499"/>
                <a:ext cx="9144000" cy="1835118"/>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42529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9B76-985E-9AA9-0AB6-5A626AB719A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BEC1C7A-0D99-B06C-4768-4380F02B4959}"/>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CCA04927-CF76-F0C0-51A1-30FA7655FA0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C6C5E6C-7CC1-968E-ABAE-822FA636DD0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375D562-DBEB-0B8F-12C4-8BFE4A92B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014F671-4360-49C6-1ABA-C91EC354E51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B3358A9-C01F-BF9B-D63C-25B3E27D0C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71C312D-4729-D19F-BA69-3582473B84F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0DB8567-604B-5C42-AD62-B8F0563D448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A357F2-495B-C979-15D2-6B812FC5B63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8492013-C433-95BD-63A9-23FB934A1A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79774B-E0DF-015F-C53E-288425E259C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D52E6D7-C907-4A0C-C6E9-FA16366EF3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88CE565-C149-BCD9-25D7-2FEEF0D3D93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BC18B75-5C63-8EA0-C2CD-4AA0FF36F20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1E8A12F-CFE9-0441-6B95-0DC096AC0B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6DF964A-35A4-8E97-7167-E4403609AF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9DD5DDB-B9CB-C37F-932D-0305D7BE5BC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08ED5234-0177-85AC-C2B4-93A061664757}"/>
              </a:ext>
            </a:extLst>
          </p:cNvPr>
          <p:cNvSpPr txBox="1"/>
          <p:nvPr/>
        </p:nvSpPr>
        <p:spPr>
          <a:xfrm>
            <a:off x="1806795" y="305043"/>
            <a:ext cx="6414481"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実験設定</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879BC0AE-5290-3F86-BF5B-32D4A6082E4C}"/>
              </a:ext>
            </a:extLst>
          </p:cNvPr>
          <p:cNvSpPr txBox="1"/>
          <p:nvPr/>
        </p:nvSpPr>
        <p:spPr>
          <a:xfrm>
            <a:off x="1606806" y="1453959"/>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WSJ/Penn Treebank</a:t>
            </a:r>
            <a:r>
              <a:rPr lang="ja-JP" altLang="en-US" sz="3200" dirty="0">
                <a:latin typeface="Source Han Sans JP Medium"/>
                <a:ea typeface="Source Han Sans JP Medium"/>
                <a:cs typeface="Source Han Sans JP Medium"/>
                <a:sym typeface="Source Han Sans JP Medium"/>
              </a:rPr>
              <a:t>を用いて，</a:t>
            </a:r>
            <a:r>
              <a:rPr lang="en-US" altLang="ja-JP" sz="3200" dirty="0">
                <a:latin typeface="Source Han Sans JP Medium"/>
                <a:ea typeface="Source Han Sans JP Medium"/>
                <a:cs typeface="Source Han Sans JP Medium"/>
                <a:sym typeface="Source Han Sans JP Medium"/>
              </a:rPr>
              <a:t>aggregation</a:t>
            </a:r>
            <a:r>
              <a:rPr lang="ja-JP" altLang="en-US" sz="3200" dirty="0">
                <a:latin typeface="Source Han Sans JP Medium"/>
                <a:ea typeface="Source Han Sans JP Medium"/>
                <a:cs typeface="Source Han Sans JP Medium"/>
                <a:sym typeface="Source Han Sans JP Medium"/>
              </a:rPr>
              <a:t>と</a:t>
            </a:r>
            <a:r>
              <a:rPr lang="en-US" altLang="ja-JP" sz="3200" dirty="0">
                <a:latin typeface="Source Han Sans JP Medium"/>
                <a:ea typeface="Source Han Sans JP Medium"/>
                <a:cs typeface="Source Han Sans JP Medium"/>
                <a:sym typeface="Source Han Sans JP Medium"/>
              </a:rPr>
              <a:t>ensemble selection</a:t>
            </a:r>
            <a:r>
              <a:rPr lang="ja-JP" altLang="en-US" sz="3200" dirty="0">
                <a:latin typeface="Source Han Sans JP Medium"/>
                <a:ea typeface="Source Han Sans JP Medium"/>
                <a:cs typeface="Source Han Sans JP Medium"/>
                <a:sym typeface="Source Han Sans JP Medium"/>
              </a:rPr>
              <a:t>を評価する</a:t>
            </a:r>
            <a:endParaRPr lang="en-US" altLang="ja-JP" sz="3200" dirty="0">
              <a:latin typeface="Source Han Sans JP Medium"/>
              <a:ea typeface="Source Han Sans JP Medium"/>
              <a:cs typeface="Source Han Sans JP Medium"/>
              <a:sym typeface="Source Han Sans JP Medium"/>
            </a:endParaRPr>
          </a:p>
        </p:txBody>
      </p:sp>
      <p:sp>
        <p:nvSpPr>
          <p:cNvPr id="26" name="TextBox 24">
            <a:extLst>
              <a:ext uri="{FF2B5EF4-FFF2-40B4-BE49-F238E27FC236}">
                <a16:creationId xmlns:a16="http://schemas.microsoft.com/office/drawing/2014/main" id="{412D6392-6190-9743-AB5E-1CCC268CF868}"/>
              </a:ext>
            </a:extLst>
          </p:cNvPr>
          <p:cNvSpPr txBox="1"/>
          <p:nvPr/>
        </p:nvSpPr>
        <p:spPr>
          <a:xfrm>
            <a:off x="2307851" y="8482647"/>
            <a:ext cx="14192486" cy="1228606"/>
          </a:xfrm>
          <a:prstGeom prst="rect">
            <a:avLst/>
          </a:prstGeom>
        </p:spPr>
        <p:txBody>
          <a:bodyPr wrap="square" lIns="0" tIns="0" rIns="0" bIns="0" numCol="1" rtlCol="0" anchor="t">
            <a:spAutoFit/>
          </a:bodyPr>
          <a:lstStyle/>
          <a:p>
            <a:pPr marL="457200" indent="-457200">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学習時には構文アノテーションを使用しない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Validation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は学習中のモデル選択・</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ensemble selection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に使用</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9" name="四角形: 角を丸くする 28">
            <a:extLst>
              <a:ext uri="{FF2B5EF4-FFF2-40B4-BE49-F238E27FC236}">
                <a16:creationId xmlns:a16="http://schemas.microsoft.com/office/drawing/2014/main" id="{70EE95E7-A1D5-6D8C-4DD7-752D7CF6CBED}"/>
              </a:ext>
            </a:extLst>
          </p:cNvPr>
          <p:cNvSpPr/>
          <p:nvPr/>
        </p:nvSpPr>
        <p:spPr>
          <a:xfrm>
            <a:off x="2362200" y="2639035"/>
            <a:ext cx="14159749" cy="5476265"/>
          </a:xfrm>
          <a:prstGeom prst="roundRect">
            <a:avLst>
              <a:gd name="adj" fmla="val 8549"/>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TextBox 24">
            <a:extLst>
              <a:ext uri="{FF2B5EF4-FFF2-40B4-BE49-F238E27FC236}">
                <a16:creationId xmlns:a16="http://schemas.microsoft.com/office/drawing/2014/main" id="{8B4A79E5-8E9B-E8FA-D3A6-2AA3B3069DFF}"/>
              </a:ext>
            </a:extLst>
          </p:cNvPr>
          <p:cNvSpPr txBox="1"/>
          <p:nvPr/>
        </p:nvSpPr>
        <p:spPr>
          <a:xfrm>
            <a:off x="2888875" y="2980268"/>
            <a:ext cx="13328275" cy="4924425"/>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Dataset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Wall Street Journal / Penn Treebank</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Train</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Section 2-21</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Validation</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Section 22</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Test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section 23</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Validation</a:t>
            </a:r>
            <a:r>
              <a:rPr lang="ja-JP" altLang="en-US" sz="3200" dirty="0">
                <a:latin typeface="Source Han Sans JP Medium" panose="020B0600070205080204" charset="-128"/>
                <a:ea typeface="Source Han Sans JP Medium" panose="020B0600070205080204" charset="-128"/>
              </a:rPr>
              <a:t>：正解付き</a:t>
            </a:r>
            <a:r>
              <a:rPr lang="en-US" altLang="ja-JP" sz="3200" dirty="0">
                <a:latin typeface="Source Han Sans JP Medium" panose="020B0600070205080204" charset="-128"/>
                <a:ea typeface="Source Han Sans JP Medium" panose="020B0600070205080204" charset="-128"/>
              </a:rPr>
              <a:t>250</a:t>
            </a:r>
            <a:r>
              <a:rPr lang="ja-JP" altLang="en-US" sz="3200" dirty="0">
                <a:latin typeface="Source Han Sans JP Medium" panose="020B0600070205080204" charset="-128"/>
                <a:ea typeface="Source Han Sans JP Medium" panose="020B0600070205080204" charset="-128"/>
              </a:rPr>
              <a:t>文</a:t>
            </a: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Candidates</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CRFAE / NDMV / NE-DMV / L-NDMV / Sib-NDMV</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Selection experiment</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5</a:t>
            </a:r>
            <a:r>
              <a:rPr lang="ja-JP" altLang="en-US" sz="3200" dirty="0">
                <a:latin typeface="Source Han Sans JP Medium" panose="020B0600070205080204" charset="-128"/>
                <a:ea typeface="Source Han Sans JP Medium" panose="020B0600070205080204" charset="-128"/>
              </a:rPr>
              <a:t>種類</a:t>
            </a:r>
            <a:r>
              <a:rPr lang="en-US" altLang="ja-JP" sz="3200" dirty="0">
                <a:latin typeface="Source Han Sans JP Medium" panose="020B0600070205080204" charset="-128"/>
                <a:ea typeface="Source Han Sans JP Medium" panose="020B0600070205080204" charset="-128"/>
              </a:rPr>
              <a:t>×5 runs = 25 models</a:t>
            </a:r>
          </a:p>
          <a:p>
            <a:pPr marL="457200" indent="-457200">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Metric</a:t>
            </a:r>
            <a:r>
              <a:rPr lang="ja-JP" altLang="en-US" sz="3200" dirty="0">
                <a:latin typeface="Source Han Sans JP Medium" panose="020B0600070205080204" charset="-128"/>
                <a:ea typeface="Source Han Sans JP Medium" panose="020B0600070205080204" charset="-128"/>
              </a:rPr>
              <a:t>：</a:t>
            </a:r>
            <a:r>
              <a:rPr lang="en-US" altLang="ja-JP" sz="3200" dirty="0">
                <a:latin typeface="Source Han Sans JP Medium" panose="020B0600070205080204" charset="-128"/>
                <a:ea typeface="Source Han Sans JP Medium" panose="020B0600070205080204" charset="-128"/>
              </a:rPr>
              <a:t>UAS</a:t>
            </a:r>
          </a:p>
          <a:p>
            <a:pPr marL="457200" indent="-457200">
              <a:buClr>
                <a:srgbClr val="76AEAD"/>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rPr>
              <a:t>学習・検証：前処理後</a:t>
            </a:r>
            <a:r>
              <a:rPr lang="en-US" altLang="ja-JP" sz="3200" dirty="0">
                <a:latin typeface="Source Han Sans JP Medium" panose="020B0600070205080204" charset="-128"/>
                <a:ea typeface="Source Han Sans JP Medium" panose="020B0600070205080204" charset="-128"/>
              </a:rPr>
              <a:t>10</a:t>
            </a:r>
            <a:r>
              <a:rPr lang="ja-JP" altLang="en-US" sz="3200" dirty="0">
                <a:latin typeface="Source Han Sans JP Medium" panose="020B0600070205080204" charset="-128"/>
                <a:ea typeface="Source Han Sans JP Medium" panose="020B0600070205080204" charset="-128"/>
              </a:rPr>
              <a:t>語以下の文．テスト：文長を制限しない</a:t>
            </a: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rPr>
              <a:t>一部モデルは</a:t>
            </a:r>
            <a:r>
              <a:rPr lang="en-US" altLang="ja-JP" sz="3200" dirty="0">
                <a:latin typeface="Source Han Sans JP Medium" panose="020B0600070205080204" charset="-128"/>
                <a:ea typeface="Source Han Sans JP Medium" panose="020B0600070205080204" charset="-128"/>
              </a:rPr>
              <a:t>20</a:t>
            </a:r>
            <a:r>
              <a:rPr lang="ja-JP" altLang="en-US" sz="3200" dirty="0">
                <a:latin typeface="Source Han Sans JP Medium" panose="020B0600070205080204" charset="-128"/>
                <a:ea typeface="Source Han Sans JP Medium" panose="020B0600070205080204" charset="-128"/>
              </a:rPr>
              <a:t>回学習し，検証性能上位</a:t>
            </a:r>
            <a:r>
              <a:rPr lang="en-US" altLang="ja-JP" sz="3200" dirty="0">
                <a:latin typeface="Source Han Sans JP Medium" panose="020B0600070205080204" charset="-128"/>
                <a:ea typeface="Source Han Sans JP Medium" panose="020B0600070205080204" charset="-128"/>
              </a:rPr>
              <a:t>5</a:t>
            </a:r>
            <a:r>
              <a:rPr lang="ja-JP" altLang="en-US" sz="3200" dirty="0">
                <a:latin typeface="Source Han Sans JP Medium" panose="020B0600070205080204" charset="-128"/>
                <a:ea typeface="Source Han Sans JP Medium" panose="020B0600070205080204" charset="-128"/>
              </a:rPr>
              <a:t>個を候補として使用</a:t>
            </a:r>
            <a:endParaRPr lang="ja-JP" altLang="ja-JP" sz="3200" dirty="0">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1498123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47D00-CF30-7C4D-93DF-04A42DAA54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D3DB1D6-3F66-FE97-47B3-EB0774EFC503}"/>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9C4D3DA8-3B16-EF77-9AAD-8960F40264A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9768B23-7BFF-A71D-1EB1-A58013CC765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08F20DAD-011C-1A3E-4551-C73BDF20154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8C6E67A-5C02-FBF2-659B-AE4893132A8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D803218-B78B-E18F-CABF-85E3F52F191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5D6DF33-A5CD-6E3F-2C35-2D069EA269AA}"/>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F3E74A9-C011-BE71-FB5A-E291AD9D31D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145A0A4-BF0C-DB7B-38CE-7B5C013576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9898D5-54DC-F81C-7283-8FFAAE3E6A1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D7E06A9-051A-69BA-3496-339764B6F07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A8465D1-2D4A-86C2-CBF3-A19561F85F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2EC8E3C-DDCA-56BC-95A2-35AE202B13D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D8252B0-84B9-1596-BDD1-712F5EF97898}"/>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BEEAAEC-D5F2-1B10-9CFE-295D3E1A80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3B815B-5CF9-958F-CD95-785DA52F84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87C6D1D-7A44-F6B9-537D-05828AB1B3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19A5203F-CD87-6AB6-2182-3432D038FD6C}"/>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en-US" altLang="ja-JP" sz="4000" dirty="0">
                <a:solidFill>
                  <a:srgbClr val="292B2B"/>
                </a:solidFill>
                <a:latin typeface="Source Han Sans JP Medium"/>
                <a:ea typeface="Source Han Sans JP Medium"/>
                <a:cs typeface="Source Han Sans JP Medium"/>
                <a:sym typeface="Source Han Sans JP Medium"/>
              </a:rPr>
              <a:t>Ensemble selection</a:t>
            </a:r>
            <a:r>
              <a:rPr lang="ja-JP" altLang="en-US" sz="4000" dirty="0">
                <a:solidFill>
                  <a:srgbClr val="292B2B"/>
                </a:solidFill>
                <a:latin typeface="Source Han Sans JP Medium"/>
                <a:ea typeface="Source Han Sans JP Medium"/>
                <a:cs typeface="Source Han Sans JP Medium"/>
                <a:sym typeface="Source Han Sans JP Medium"/>
              </a:rPr>
              <a:t>手法の比較</a:t>
            </a:r>
            <a:endParaRPr lang="en-US" sz="4000" dirty="0">
              <a:solidFill>
                <a:srgbClr val="292B2B"/>
              </a:solidFill>
              <a:latin typeface="Source Han Sans JP Medium"/>
              <a:ea typeface="Source Han Sans JP Medium"/>
              <a:cs typeface="Source Han Sans JP Medium"/>
              <a:sym typeface="Source Han Sans JP Medium"/>
            </a:endParaRPr>
          </a:p>
        </p:txBody>
      </p:sp>
      <p:graphicFrame>
        <p:nvGraphicFramePr>
          <p:cNvPr id="30" name="表 29">
            <a:extLst>
              <a:ext uri="{FF2B5EF4-FFF2-40B4-BE49-F238E27FC236}">
                <a16:creationId xmlns:a16="http://schemas.microsoft.com/office/drawing/2014/main" id="{8AC8FF7A-3DC9-D937-23E0-7547DE27A0B4}"/>
              </a:ext>
            </a:extLst>
          </p:cNvPr>
          <p:cNvGraphicFramePr>
            <a:graphicFrameLocks noGrp="1"/>
          </p:cNvGraphicFramePr>
          <p:nvPr>
            <p:extLst>
              <p:ext uri="{D42A27DB-BD31-4B8C-83A1-F6EECF244321}">
                <p14:modId xmlns:p14="http://schemas.microsoft.com/office/powerpoint/2010/main" val="1731447633"/>
              </p:ext>
            </p:extLst>
          </p:nvPr>
        </p:nvGraphicFramePr>
        <p:xfrm>
          <a:off x="1562102" y="2705100"/>
          <a:ext cx="15163795" cy="5559432"/>
        </p:xfrm>
        <a:graphic>
          <a:graphicData uri="http://schemas.openxmlformats.org/drawingml/2006/table">
            <a:tbl>
              <a:tblPr firstRow="1" bandRow="1">
                <a:tableStyleId>{5940675A-B579-460E-94D1-54222C63F5DA}</a:tableStyleId>
              </a:tblPr>
              <a:tblGrid>
                <a:gridCol w="6743698">
                  <a:extLst>
                    <a:ext uri="{9D8B030D-6E8A-4147-A177-3AD203B41FA5}">
                      <a16:colId xmlns:a16="http://schemas.microsoft.com/office/drawing/2014/main" val="3953687446"/>
                    </a:ext>
                  </a:extLst>
                </a:gridCol>
                <a:gridCol w="8420097">
                  <a:extLst>
                    <a:ext uri="{9D8B030D-6E8A-4147-A177-3AD203B41FA5}">
                      <a16:colId xmlns:a16="http://schemas.microsoft.com/office/drawing/2014/main" val="3910396634"/>
                    </a:ext>
                  </a:extLst>
                </a:gridCol>
              </a:tblGrid>
              <a:tr h="777226">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選択方法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モデルを選択するときに何を見るか</a:t>
                      </a:r>
                      <a:endParaRPr kumimoji="1" lang="en-US" altLang="ja-JP"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13136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単体性能のみ</a:t>
                      </a:r>
                      <a:endParaRPr kumimoji="1" lang="en-US" altLang="ja-JP" sz="32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&lt;w/o diversity&gt;</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各モデルの検証</a:t>
                      </a:r>
                      <a:r>
                        <a:rPr kumimoji="1" lang="en-US" altLang="ja-JP" sz="3200" b="1" dirty="0">
                          <a:solidFill>
                            <a:schemeClr val="bg1"/>
                          </a:solidFill>
                          <a:latin typeface="Source Han Sans JP Medium" panose="020B0600070205080204" charset="-128"/>
                          <a:ea typeface="Source Han Sans JP Medium" panose="020B0600070205080204" charset="-128"/>
                        </a:rPr>
                        <a:t>UAS</a:t>
                      </a:r>
                      <a:r>
                        <a:rPr kumimoji="1" lang="ja-JP" altLang="en-US" sz="3200" b="1" dirty="0">
                          <a:solidFill>
                            <a:schemeClr val="bg1"/>
                          </a:solidFill>
                          <a:latin typeface="Source Han Sans JP Medium" panose="020B0600070205080204" charset="-128"/>
                          <a:ea typeface="Source Han Sans JP Medium" panose="020B0600070205080204" charset="-128"/>
                        </a:rPr>
                        <a:t>のみ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3966436297"/>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正誤の多様性を考慮</a:t>
                      </a:r>
                      <a:endParaRPr kumimoji="1" lang="en-US" altLang="ja-JP" sz="32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&lt;</a:t>
                      </a:r>
                      <a:r>
                        <a:rPr kumimoji="1" lang="en-US" altLang="ja-JP" sz="3200" b="1" dirty="0" err="1">
                          <a:solidFill>
                            <a:schemeClr val="bg1"/>
                          </a:solidFill>
                          <a:latin typeface="Source Han Sans JP Medium" panose="020B0600070205080204" charset="-128"/>
                          <a:ea typeface="Source Han Sans JP Medium" panose="020B0600070205080204" charset="-128"/>
                        </a:rPr>
                        <a:t>Kuncheva’s</a:t>
                      </a:r>
                      <a:r>
                        <a:rPr kumimoji="1" lang="en-US" altLang="ja-JP" sz="3200" b="1" dirty="0">
                          <a:solidFill>
                            <a:schemeClr val="bg1"/>
                          </a:solidFill>
                          <a:latin typeface="Source Han Sans JP Medium" panose="020B0600070205080204" charset="-128"/>
                          <a:ea typeface="Source Han Sans JP Medium" panose="020B0600070205080204" charset="-128"/>
                        </a:rPr>
                        <a:t> diversity&gt;</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単体性能に加え，モデルごとの正解・不正解の違い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1396036847"/>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予測先の多様性を考慮（提案法）</a:t>
                      </a:r>
                      <a:endParaRPr kumimoji="1" lang="en-US" altLang="ja-JP" sz="32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&lt;Society entropy&gt;</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単体性能に加え，どの親に予測が分かれたのか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918216785"/>
                  </a:ext>
                </a:extLst>
              </a:tr>
              <a:tr h="11561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Bold" panose="020B0600070205080204" charset="-128"/>
                          <a:ea typeface="Source Han Sans JP Bold" panose="020B0600070205080204" charset="-128"/>
                        </a:rPr>
                        <a:t>統合して直接検証</a:t>
                      </a:r>
                      <a:endParaRPr kumimoji="1" lang="en-US" altLang="ja-JP" sz="3200" b="1" dirty="0">
                        <a:solidFill>
                          <a:schemeClr val="bg1"/>
                        </a:solidFill>
                        <a:latin typeface="Source Han Sans JP Bold" panose="020B0600070205080204" charset="-128"/>
                        <a:ea typeface="Source Han Sans JP Bold"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&lt;Ensemble validation&gt;</a:t>
                      </a:r>
                      <a:endParaRPr kumimoji="1" lang="ja-JP" altLang="en-US" sz="3200" b="1" dirty="0">
                        <a:solidFill>
                          <a:schemeClr val="bg1"/>
                        </a:solidFill>
                        <a:latin typeface="Source Han Sans JP Bold" panose="020B0600070205080204" charset="-128"/>
                        <a:ea typeface="Source Han Sans JP Bold"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Bold" panose="020B0600070205080204" charset="-128"/>
                          <a:ea typeface="Source Han Sans JP Bold" panose="020B0600070205080204" charset="-128"/>
                        </a:rPr>
                        <a:t>候補を追加した統合結果を実際に作り，検証</a:t>
                      </a:r>
                      <a:r>
                        <a:rPr kumimoji="1" lang="en-US" altLang="ja-JP" sz="3200" b="1" dirty="0">
                          <a:solidFill>
                            <a:schemeClr val="bg1"/>
                          </a:solidFill>
                          <a:latin typeface="Source Han Sans JP Bold" panose="020B0600070205080204" charset="-128"/>
                          <a:ea typeface="Source Han Sans JP Bold" panose="020B0600070205080204" charset="-128"/>
                        </a:rPr>
                        <a:t>UAS</a:t>
                      </a:r>
                      <a:r>
                        <a:rPr kumimoji="1" lang="ja-JP" altLang="en-US" sz="3200" b="1" dirty="0">
                          <a:solidFill>
                            <a:schemeClr val="bg1"/>
                          </a:solidFill>
                          <a:latin typeface="Source Han Sans JP Bold" panose="020B0600070205080204" charset="-128"/>
                          <a:ea typeface="Source Han Sans JP Bold" panose="020B0600070205080204" charset="-128"/>
                        </a:rPr>
                        <a:t>を比べる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2921955352"/>
                  </a:ext>
                </a:extLst>
              </a:tr>
            </a:tbl>
          </a:graphicData>
        </a:graphic>
      </p:graphicFrame>
    </p:spTree>
    <p:extLst>
      <p:ext uri="{BB962C8B-B14F-4D97-AF65-F5344CB8AC3E}">
        <p14:creationId xmlns:p14="http://schemas.microsoft.com/office/powerpoint/2010/main" val="739167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449A-54B4-7F02-643E-F639BC3DAD7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74157C-3209-8C89-2818-EA29341DF71D}"/>
              </a:ext>
            </a:extLst>
          </p:cNvPr>
          <p:cNvSpPr>
            <a:spLocks noGrp="1"/>
          </p:cNvSpPr>
          <p:nvPr>
            <p:ph type="sldNum" sz="quarter" idx="12"/>
          </p:nvPr>
        </p:nvSpPr>
        <p:spPr/>
        <p:txBody>
          <a:bodyPr/>
          <a:lstStyle/>
          <a:p>
            <a:fld id="{B6F15528-21DE-4FAA-801E-634DDDAF4B2B}" type="slidenum">
              <a:rPr lang="en-US" smtClean="0"/>
              <a:pPr/>
              <a:t>18</a:t>
            </a:fld>
            <a:endParaRPr lang="en-US"/>
          </a:p>
        </p:txBody>
      </p:sp>
      <p:grpSp>
        <p:nvGrpSpPr>
          <p:cNvPr id="10" name="グループ化 9">
            <a:extLst>
              <a:ext uri="{FF2B5EF4-FFF2-40B4-BE49-F238E27FC236}">
                <a16:creationId xmlns:a16="http://schemas.microsoft.com/office/drawing/2014/main" id="{3A9AF2B3-B8D6-40DD-6EA0-EA12D9042CC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BCA74FD-F0A0-1690-0373-76D72207233E}"/>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A1B7237-CF7E-D5A4-DFF1-C4EB29F4CD9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987468D-2DD2-D12A-C52E-056CBCA0F82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AC16311E-49E2-B839-9AF7-1B90BC6F4E3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3B5969-F4B1-DF36-EF55-AFEC4663D70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FC91E60-6E70-2F8E-EAA2-F4B8B6D5F34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BF3D5F1-475A-40BE-F5C7-0EE2FD0552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7FFDC20-D5BA-2FFA-C5E3-88321DDC99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8A3CBD6F-B0A7-35ED-BC41-4A370E54BEE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3DE2C6B-B0DB-B748-D4B3-C74F2998C7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78CAB9F-9DDA-BA82-963D-D79799539F7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9174D01-1F82-4FBF-045D-74AD90D1F5AC}"/>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5FB53AB-61F3-99F9-D9D9-5F006FEABC3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0497A1-1D45-50B8-ADC5-BAF67A4D8C0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4CDFCBD-BB1C-EC18-595F-1FB7BEC6A38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18</a:t>
            </a:fld>
            <a:endParaRPr lang="en-US" sz="2400" dirty="0"/>
          </a:p>
        </p:txBody>
      </p:sp>
      <p:sp>
        <p:nvSpPr>
          <p:cNvPr id="3" name="TextBox 24">
            <a:extLst>
              <a:ext uri="{FF2B5EF4-FFF2-40B4-BE49-F238E27FC236}">
                <a16:creationId xmlns:a16="http://schemas.microsoft.com/office/drawing/2014/main" id="{DE79D568-0685-D28B-61E7-804F385AEFC9}"/>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手法の具体例</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7884B9C6-1629-69D1-6EAF-8141B2CE9E30}"/>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全体の単体性能が低いモデルでも，特定の入力では他モデルの誤りを補完できる</a:t>
            </a:r>
            <a:endParaRPr lang="en-US" altLang="ja-JP" sz="3200" dirty="0">
              <a:latin typeface="Source Han Sans JP Medium"/>
              <a:ea typeface="Source Han Sans JP Medium"/>
              <a:cs typeface="Source Han Sans JP Medium"/>
              <a:sym typeface="Source Han Sans JP Medium"/>
            </a:endParaRPr>
          </a:p>
        </p:txBody>
      </p:sp>
      <p:sp>
        <p:nvSpPr>
          <p:cNvPr id="33" name="TextBox 24">
            <a:extLst>
              <a:ext uri="{FF2B5EF4-FFF2-40B4-BE49-F238E27FC236}">
                <a16:creationId xmlns:a16="http://schemas.microsoft.com/office/drawing/2014/main" id="{9E3F5A44-5919-3B12-D4FF-406A23A036BE}"/>
              </a:ext>
            </a:extLst>
          </p:cNvPr>
          <p:cNvSpPr txBox="1"/>
          <p:nvPr/>
        </p:nvSpPr>
        <p:spPr>
          <a:xfrm>
            <a:off x="11482491" y="4312971"/>
            <a:ext cx="6553198" cy="2954655"/>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Baseline：L-NDMV₂</a:t>
            </a:r>
            <a:r>
              <a:rPr lang="ja-JP" altLang="en-US" sz="3200" dirty="0">
                <a:latin typeface="Source Han Sans JP Medium" panose="020B0600070205080204" charset="-128"/>
                <a:ea typeface="Source Han Sans JP Medium" panose="020B0600070205080204" charset="-128"/>
              </a:rPr>
              <a:t>を追加</a:t>
            </a:r>
            <a:endParaRPr lang="en-US" altLang="ja-JP" sz="3200" dirty="0">
              <a:latin typeface="Source Han Sans JP Medium" panose="020B0600070205080204" charset="-128"/>
              <a:ea typeface="Source Han Sans JP Medium" panose="020B0600070205080204" charset="-128"/>
            </a:endParaRPr>
          </a:p>
          <a:p>
            <a:pPr lvl="1">
              <a:buClr>
                <a:srgbClr val="76AEAD"/>
              </a:buClr>
            </a:pPr>
            <a:r>
              <a:rPr lang="en-US" altLang="ja-JP" sz="3200" dirty="0">
                <a:latin typeface="Source Han Sans JP Medium" panose="020B0600070205080204" charset="-128"/>
                <a:ea typeface="Source Han Sans JP Medium" panose="020B0600070205080204" charset="-128"/>
              </a:rPr>
              <a:t>1,2</a:t>
            </a:r>
            <a:r>
              <a:rPr lang="ja-JP" altLang="en-US" sz="3200" dirty="0">
                <a:latin typeface="Source Han Sans JP Medium" panose="020B0600070205080204" charset="-128"/>
                <a:ea typeface="Source Han Sans JP Medium" panose="020B0600070205080204" charset="-128"/>
              </a:rPr>
              <a:t>語目で</a:t>
            </a:r>
            <a:r>
              <a:rPr lang="ja-JP" altLang="ja-JP" sz="3200" dirty="0">
                <a:latin typeface="Source Han Sans JP Medium" panose="020B0600070205080204" charset="-128"/>
                <a:ea typeface="Source Han Sans JP Medium" panose="020B0600070205080204" charset="-128"/>
              </a:rPr>
              <a:t>L-NDMV₁と同じ誤り</a:t>
            </a:r>
            <a:r>
              <a:rPr lang="ja-JP" altLang="en-US" sz="3200" dirty="0">
                <a:latin typeface="Source Han Sans JP Medium" panose="020B0600070205080204" charset="-128"/>
                <a:ea typeface="Source Han Sans JP Medium" panose="020B0600070205080204" charset="-128"/>
              </a:rPr>
              <a:t>を出している</a:t>
            </a:r>
            <a:endParaRPr lang="ja-JP"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rPr>
              <a:t>提案法</a:t>
            </a:r>
            <a:r>
              <a:rPr lang="ja-JP" altLang="ja-JP" sz="3200" dirty="0">
                <a:latin typeface="Source Han Sans JP Medium" panose="020B0600070205080204" charset="-128"/>
                <a:ea typeface="Source Han Sans JP Medium" panose="020B0600070205080204" charset="-128"/>
              </a:rPr>
              <a:t>：NE-DMV</a:t>
            </a:r>
            <a:r>
              <a:rPr lang="ja-JP" altLang="en-US" sz="3200" dirty="0">
                <a:latin typeface="Source Han Sans JP Medium" panose="020B0600070205080204" charset="-128"/>
                <a:ea typeface="Source Han Sans JP Medium" panose="020B0600070205080204" charset="-128"/>
              </a:rPr>
              <a:t>を追加</a:t>
            </a:r>
            <a:endParaRPr lang="en-US" altLang="ja-JP" sz="3200" dirty="0">
              <a:latin typeface="Source Han Sans JP Medium" panose="020B0600070205080204" charset="-128"/>
              <a:ea typeface="Source Han Sans JP Medium" panose="020B0600070205080204" charset="-128"/>
            </a:endParaRPr>
          </a:p>
          <a:p>
            <a:pPr lvl="1">
              <a:buClr>
                <a:srgbClr val="76AEAD"/>
              </a:buClr>
            </a:pPr>
            <a:r>
              <a:rPr lang="ja-JP" altLang="en-US" sz="3200" dirty="0">
                <a:latin typeface="Source Han Sans JP Medium" panose="020B0600070205080204" charset="-128"/>
                <a:ea typeface="Source Han Sans JP Medium" panose="020B0600070205080204" charset="-128"/>
              </a:rPr>
              <a:t>この文では正しい</a:t>
            </a:r>
            <a:r>
              <a:rPr lang="en-US" altLang="ja-JP" sz="3200" dirty="0">
                <a:latin typeface="Source Han Sans JP Medium" panose="020B0600070205080204" charset="-128"/>
                <a:ea typeface="Source Han Sans JP Medium" panose="020B0600070205080204" charset="-128"/>
              </a:rPr>
              <a:t>head</a:t>
            </a:r>
            <a:r>
              <a:rPr lang="ja-JP" altLang="en-US" sz="3200" dirty="0">
                <a:latin typeface="Source Han Sans JP Medium" panose="020B0600070205080204" charset="-128"/>
                <a:ea typeface="Source Han Sans JP Medium" panose="020B0600070205080204" charset="-128"/>
              </a:rPr>
              <a:t>を予測し，</a:t>
            </a:r>
            <a:r>
              <a:rPr lang="ja-JP" altLang="ja-JP" sz="3200" dirty="0">
                <a:latin typeface="Source Han Sans JP Medium" panose="020B0600070205080204" charset="-128"/>
                <a:ea typeface="Source Han Sans JP Medium" panose="020B0600070205080204" charset="-128"/>
              </a:rPr>
              <a:t> L-NDMV₁</a:t>
            </a:r>
            <a:r>
              <a:rPr lang="ja-JP" altLang="en-US" sz="3200" dirty="0">
                <a:latin typeface="Source Han Sans JP Medium" panose="020B0600070205080204" charset="-128"/>
                <a:ea typeface="Source Han Sans JP Medium" panose="020B0600070205080204" charset="-128"/>
              </a:rPr>
              <a:t>の誤りを補完している</a:t>
            </a:r>
            <a:endParaRPr lang="ja-JP" altLang="ja-JP" sz="3200" dirty="0">
              <a:latin typeface="Source Han Sans JP Medium" panose="020B0600070205080204" charset="-128"/>
              <a:ea typeface="Source Han Sans JP Medium" panose="020B0600070205080204" charset="-128"/>
            </a:endParaRPr>
          </a:p>
        </p:txBody>
      </p:sp>
      <p:pic>
        <p:nvPicPr>
          <p:cNvPr id="30" name="図 29">
            <a:extLst>
              <a:ext uri="{FF2B5EF4-FFF2-40B4-BE49-F238E27FC236}">
                <a16:creationId xmlns:a16="http://schemas.microsoft.com/office/drawing/2014/main" id="{AE21DEC9-1F11-7518-6E36-62889208FDF7}"/>
              </a:ext>
            </a:extLst>
          </p:cNvPr>
          <p:cNvPicPr>
            <a:picLocks noChangeAspect="1"/>
          </p:cNvPicPr>
          <p:nvPr/>
        </p:nvPicPr>
        <p:blipFill>
          <a:blip r:embed="rId4"/>
          <a:stretch>
            <a:fillRect/>
          </a:stretch>
        </p:blipFill>
        <p:spPr>
          <a:xfrm>
            <a:off x="1390650" y="3162747"/>
            <a:ext cx="9569849" cy="4815402"/>
          </a:xfrm>
          <a:prstGeom prst="rect">
            <a:avLst/>
          </a:prstGeom>
        </p:spPr>
      </p:pic>
      <p:sp>
        <p:nvSpPr>
          <p:cNvPr id="6" name="TextBox 24">
            <a:extLst>
              <a:ext uri="{FF2B5EF4-FFF2-40B4-BE49-F238E27FC236}">
                <a16:creationId xmlns:a16="http://schemas.microsoft.com/office/drawing/2014/main" id="{E660A73D-68B0-25EC-12E8-5EC787B9B9D9}"/>
              </a:ext>
            </a:extLst>
          </p:cNvPr>
          <p:cNvSpPr txBox="1"/>
          <p:nvPr/>
        </p:nvSpPr>
        <p:spPr>
          <a:xfrm>
            <a:off x="1689611" y="8133477"/>
            <a:ext cx="9792880" cy="1846659"/>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en-US" altLang="ja-JP" sz="2400" dirty="0">
                <a:latin typeface="Source Han Sans JP Medium" panose="020B0600070205080204" charset="-128"/>
                <a:ea typeface="Source Han Sans JP Medium" panose="020B0600070205080204" charset="-128"/>
              </a:rPr>
              <a:t>True heads</a:t>
            </a:r>
            <a:r>
              <a:rPr lang="ja-JP" altLang="en-US" sz="2400" dirty="0">
                <a:latin typeface="Source Han Sans JP Medium" panose="020B0600070205080204" charset="-128"/>
                <a:ea typeface="Source Han Sans JP Medium" panose="020B0600070205080204" charset="-128"/>
              </a:rPr>
              <a:t>：各単語の正しい親</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2400" dirty="0">
                <a:latin typeface="Source Han Sans JP Medium" panose="020B0600070205080204" charset="-128"/>
                <a:ea typeface="Source Han Sans JP Medium" panose="020B0600070205080204" charset="-128"/>
              </a:rPr>
              <a:t>Common individuals</a:t>
            </a:r>
            <a:r>
              <a:rPr lang="ja-JP" altLang="en-US" sz="2400" dirty="0">
                <a:latin typeface="Source Han Sans JP Medium" panose="020B0600070205080204" charset="-128"/>
                <a:ea typeface="Source Han Sans JP Medium" panose="020B0600070205080204" charset="-128"/>
              </a:rPr>
              <a:t>：どの選択方法でも共通して選ばれたモデル</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2400" dirty="0">
                <a:latin typeface="Source Han Sans JP Medium" panose="020B0600070205080204" charset="-128"/>
                <a:ea typeface="Source Han Sans JP Medium" panose="020B0600070205080204" charset="-128"/>
              </a:rPr>
              <a:t>Baselines</a:t>
            </a:r>
            <a:r>
              <a:rPr lang="ja-JP" altLang="en-US" sz="2400" dirty="0">
                <a:latin typeface="Source Han Sans JP Medium" panose="020B0600070205080204" charset="-128"/>
                <a:ea typeface="Source Han Sans JP Medium" panose="020B0600070205080204" charset="-128"/>
              </a:rPr>
              <a:t>：比較用の選択方法が追加したモデル</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2400" dirty="0">
                <a:latin typeface="Source Han Sans JP Medium" panose="020B0600070205080204" charset="-128"/>
                <a:ea typeface="Source Han Sans JP Medium" panose="020B0600070205080204" charset="-128"/>
              </a:rPr>
              <a:t>Ours</a:t>
            </a:r>
            <a:r>
              <a:rPr lang="ja-JP" altLang="en-US" sz="2400" dirty="0">
                <a:latin typeface="Source Han Sans JP Medium" panose="020B0600070205080204" charset="-128"/>
                <a:ea typeface="Source Han Sans JP Medium" panose="020B0600070205080204" charset="-128"/>
              </a:rPr>
              <a:t>：提案した選択方法が追加したモデル</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en-US" altLang="ja-JP" sz="2400" dirty="0">
                <a:latin typeface="Source Han Sans JP Medium" panose="020B0600070205080204" charset="-128"/>
                <a:ea typeface="Source Han Sans JP Medium" panose="020B0600070205080204" charset="-128"/>
              </a:rPr>
              <a:t>Ensemble</a:t>
            </a:r>
            <a:r>
              <a:rPr lang="ja-JP" altLang="en-US" sz="2400" dirty="0">
                <a:latin typeface="Source Han Sans JP Medium" panose="020B0600070205080204" charset="-128"/>
                <a:ea typeface="Source Han Sans JP Medium" panose="020B0600070205080204" charset="-128"/>
              </a:rPr>
              <a:t>：</a:t>
            </a:r>
            <a:r>
              <a:rPr lang="en-US" altLang="ja-JP" sz="2400" dirty="0">
                <a:latin typeface="Source Han Sans JP Medium" panose="020B0600070205080204" charset="-128"/>
                <a:ea typeface="Source Han Sans JP Medium" panose="020B0600070205080204" charset="-128"/>
              </a:rPr>
              <a:t>3</a:t>
            </a:r>
            <a:r>
              <a:rPr lang="ja-JP" altLang="en-US" sz="2400" dirty="0">
                <a:latin typeface="Source Han Sans JP Medium" panose="020B0600070205080204" charset="-128"/>
                <a:ea typeface="Source Han Sans JP Medium" panose="020B0600070205080204" charset="-128"/>
              </a:rPr>
              <a:t>個のモデルを統合した結果</a:t>
            </a:r>
            <a:endParaRPr lang="ja-JP" altLang="ja-JP" sz="2400" dirty="0">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3934278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23E0-693C-13F2-4D12-BC4073F259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27F4519-5428-05A9-7DDC-53560951D60E}"/>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94C272F-1CC9-BEC2-7228-96B3FF53881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23713B2-DDEA-E827-9BB3-5F47B88586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D6D9FBC5-10B8-FB71-0CF8-A80C95559BB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0A0C3FA-CD61-2101-172C-FD66A8B0CAB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8208141-1A5D-C1D1-A657-8CFFEAD8CE8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182F8F1E-5C36-CDB8-1CFB-E4FFEB6AC50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7687B30A-6C7A-A6C6-C530-CA1696EF3A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1FB8423-67D5-6CF3-E2D5-01B192F4EE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8EB9041-7B54-7D7F-7A10-68C82A9714A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6817CB0-0751-8AFE-571D-9157B8B00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FE1740F-A2F6-681D-464D-5D8B7D8037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E6DD2D-D3F6-5C18-1405-D3CE810CE3D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FB7977C-286D-62F9-E3FA-917B3F325B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A474F29D-D7C7-129B-CA56-A326E998CF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32908F6-5BD3-4C34-5035-397E4992CBD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19</a:t>
            </a:fld>
            <a:endParaRPr lang="en-US" sz="2400" dirty="0">
              <a:solidFill>
                <a:schemeClr val="bg1"/>
              </a:solidFill>
            </a:endParaRPr>
          </a:p>
        </p:txBody>
      </p:sp>
      <p:sp>
        <p:nvSpPr>
          <p:cNvPr id="513" name="TextBox 24">
            <a:extLst>
              <a:ext uri="{FF2B5EF4-FFF2-40B4-BE49-F238E27FC236}">
                <a16:creationId xmlns:a16="http://schemas.microsoft.com/office/drawing/2014/main" id="{860E8E2F-75FB-866D-383B-D8AA7FF726F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6E2AF555-67A5-FEDA-771A-CDAEEE6DBCA0}"/>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07B8F09C-2EE2-90F1-9DD9-92A2F8471A1F}"/>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C954948-0E43-1FBE-EC37-E15DD52C0AB6}"/>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423175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23CC-92CD-E3D7-DE4F-F976D8E50FC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E0C187E-F4DE-79AC-6F44-0D7ADC5875CB}"/>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3467EF4E-FD20-9605-1041-6EB36180E9A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1DDF56B-41E1-47EC-FC3D-F2DB32D500D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0AF60C4-3E1B-2B12-41C2-BE2FB8EDF0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D3FBDD-AF4A-C364-8AD9-2F73118D35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ACD04E-39ED-D3FE-4B58-947898EFDCA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799362-E248-ACC6-A213-739BAD431B6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EB69E09-B430-ED8C-5C53-39F97684971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D5CA655-44B0-F7F9-0B48-3B678B7341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FB5AA83-19CD-126D-3E53-043EE06514D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0220C8D-B392-350F-E2A4-ED5E507CCD8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D9D1135-453C-C783-00D6-5100C5D4A8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17CD3E-EF6F-DCFB-0E0E-F968A25DA9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638C22E-64DF-0FE6-4FAC-A42BBB63AEA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0EBEF53-F527-01B1-6405-2E488837F3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704EF96-A5C0-BBBD-2F82-7879FB6D4A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0758AE-9CAE-1B50-D0D1-FFDA8EF7F6F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sp>
        <p:nvSpPr>
          <p:cNvPr id="3" name="TextBox 24">
            <a:extLst>
              <a:ext uri="{FF2B5EF4-FFF2-40B4-BE49-F238E27FC236}">
                <a16:creationId xmlns:a16="http://schemas.microsoft.com/office/drawing/2014/main" id="{5EECB152-7FF6-E7FF-4AED-B64C4FB0C9EA}"/>
              </a:ext>
            </a:extLst>
          </p:cNvPr>
          <p:cNvSpPr txBox="1"/>
          <p:nvPr/>
        </p:nvSpPr>
        <p:spPr>
          <a:xfrm>
            <a:off x="1806795" y="305043"/>
            <a:ext cx="113758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結果①</a:t>
            </a:r>
            <a:r>
              <a:rPr lang="ja-JP" altLang="en-US" sz="4000" dirty="0">
                <a:latin typeface="Source Han Sans JP Medium"/>
                <a:ea typeface="Source Han Sans JP Medium"/>
                <a:cs typeface="Source Han Sans JP Medium"/>
                <a:sym typeface="Source Han Sans JP Medium"/>
              </a:rPr>
              <a:t> ：</a:t>
            </a:r>
            <a:r>
              <a:rPr lang="en-US" altLang="ja-JP" sz="4000" dirty="0">
                <a:latin typeface="Source Han Sans JP Medium"/>
                <a:ea typeface="Source Han Sans JP Medium"/>
                <a:cs typeface="Source Han Sans JP Medium"/>
                <a:sym typeface="Source Han Sans JP Medium"/>
              </a:rPr>
              <a:t>Aggregation</a:t>
            </a:r>
            <a:r>
              <a:rPr lang="ja-JP" altLang="en-US" sz="4000" dirty="0">
                <a:latin typeface="Source Han Sans JP Medium"/>
                <a:ea typeface="Source Han Sans JP Medium"/>
                <a:cs typeface="Source Han Sans JP Medium"/>
                <a:sym typeface="Source Han Sans JP Medium"/>
              </a:rPr>
              <a:t>と</a:t>
            </a:r>
            <a:r>
              <a:rPr lang="en-US" altLang="ja-JP" sz="4000" dirty="0">
                <a:latin typeface="Source Han Sans JP Medium"/>
                <a:ea typeface="Source Han Sans JP Medium"/>
                <a:cs typeface="Source Han Sans JP Medium"/>
                <a:sym typeface="Source Han Sans JP Medium"/>
              </a:rPr>
              <a:t>Selection</a:t>
            </a:r>
            <a:r>
              <a:rPr lang="ja-JP" altLang="en-US" sz="4000" dirty="0">
                <a:latin typeface="Source Han Sans JP Medium"/>
                <a:ea typeface="Source Han Sans JP Medium"/>
                <a:cs typeface="Source Han Sans JP Medium"/>
                <a:sym typeface="Source Han Sans JP Medium"/>
              </a:rPr>
              <a:t>の主要結果</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36" name="TextBox 24">
            <a:extLst>
              <a:ext uri="{FF2B5EF4-FFF2-40B4-BE49-F238E27FC236}">
                <a16:creationId xmlns:a16="http://schemas.microsoft.com/office/drawing/2014/main" id="{2AD0E88D-EB32-5444-2C66-41FED6D1ACB3}"/>
              </a:ext>
            </a:extLst>
          </p:cNvPr>
          <p:cNvSpPr txBox="1"/>
          <p:nvPr/>
        </p:nvSpPr>
        <p:spPr>
          <a:xfrm>
            <a:off x="10339373" y="3561483"/>
            <a:ext cx="6451841" cy="1969770"/>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67.3</a:t>
            </a: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Ensemble validation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67.8</a:t>
            </a:r>
          </a:p>
        </p:txBody>
      </p:sp>
      <p:sp>
        <p:nvSpPr>
          <p:cNvPr id="26" name="TextBox 26">
            <a:extLst>
              <a:ext uri="{FF2B5EF4-FFF2-40B4-BE49-F238E27FC236}">
                <a16:creationId xmlns:a16="http://schemas.microsoft.com/office/drawing/2014/main" id="{46F98B60-0235-A762-1515-E980046B9D29}"/>
              </a:ext>
            </a:extLst>
          </p:cNvPr>
          <p:cNvSpPr txBox="1"/>
          <p:nvPr/>
        </p:nvSpPr>
        <p:spPr>
          <a:xfrm>
            <a:off x="1524000" y="1479985"/>
            <a:ext cx="15544800" cy="1116396"/>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UAS</a:t>
            </a:r>
            <a:r>
              <a:rPr lang="ja-JP" altLang="en-US" sz="3200" dirty="0">
                <a:latin typeface="Source Han Sans JP Medium"/>
                <a:ea typeface="Source Han Sans JP Medium"/>
                <a:cs typeface="Source Han Sans JP Medium"/>
                <a:sym typeface="Source Han Sans JP Medium"/>
              </a:rPr>
              <a:t>による</a:t>
            </a:r>
            <a:r>
              <a:rPr lang="en-US" altLang="ja-JP" sz="3200" dirty="0">
                <a:latin typeface="Source Han Sans JP Medium"/>
                <a:ea typeface="Source Han Sans JP Medium"/>
                <a:cs typeface="Source Han Sans JP Medium"/>
                <a:sym typeface="Source Han Sans JP Medium"/>
              </a:rPr>
              <a:t>aggregation</a:t>
            </a:r>
            <a:r>
              <a:rPr lang="ja-JP" altLang="en-US" sz="3200" dirty="0">
                <a:latin typeface="Source Han Sans JP Medium"/>
                <a:ea typeface="Source Han Sans JP Medium"/>
                <a:cs typeface="Source Han Sans JP Medium"/>
                <a:sym typeface="Source Han Sans JP Medium"/>
              </a:rPr>
              <a:t>で単体モデルを上回り，</a:t>
            </a: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による</a:t>
            </a:r>
            <a:r>
              <a:rPr lang="en-US" altLang="ja-JP" sz="3200" dirty="0">
                <a:latin typeface="Source Han Sans JP Medium"/>
                <a:ea typeface="Source Han Sans JP Medium"/>
                <a:cs typeface="Source Han Sans JP Medium"/>
                <a:sym typeface="Source Han Sans JP Medium"/>
              </a:rPr>
              <a:t>selection</a:t>
            </a:r>
            <a:r>
              <a:rPr lang="ja-JP" altLang="en-US" sz="3200" dirty="0">
                <a:latin typeface="Source Han Sans JP Medium"/>
                <a:ea typeface="Source Han Sans JP Medium"/>
                <a:cs typeface="Source Han Sans JP Medium"/>
                <a:sym typeface="Source Han Sans JP Medium"/>
              </a:rPr>
              <a:t>でさらに性能が向上</a:t>
            </a:r>
            <a:endParaRPr lang="en-US" altLang="ja-JP" sz="3200" dirty="0">
              <a:latin typeface="Source Han Sans JP Medium"/>
              <a:ea typeface="Source Han Sans JP Medium"/>
              <a:cs typeface="Source Han Sans JP Medium"/>
              <a:sym typeface="Source Han Sans JP Medium"/>
            </a:endParaRPr>
          </a:p>
        </p:txBody>
      </p:sp>
      <p:pic>
        <p:nvPicPr>
          <p:cNvPr id="6" name="図 5">
            <a:extLst>
              <a:ext uri="{FF2B5EF4-FFF2-40B4-BE49-F238E27FC236}">
                <a16:creationId xmlns:a16="http://schemas.microsoft.com/office/drawing/2014/main" id="{54BD0DDD-AD30-BA0F-DDB6-A706CCAD848B}"/>
              </a:ext>
            </a:extLst>
          </p:cNvPr>
          <p:cNvPicPr>
            <a:picLocks noChangeAspect="1"/>
          </p:cNvPicPr>
          <p:nvPr/>
        </p:nvPicPr>
        <p:blipFill>
          <a:blip r:embed="rId4"/>
          <a:stretch>
            <a:fillRect/>
          </a:stretch>
        </p:blipFill>
        <p:spPr>
          <a:xfrm>
            <a:off x="3479797" y="2657776"/>
            <a:ext cx="5645153" cy="7381343"/>
          </a:xfrm>
          <a:prstGeom prst="rect">
            <a:avLst/>
          </a:prstGeom>
        </p:spPr>
      </p:pic>
      <p:grpSp>
        <p:nvGrpSpPr>
          <p:cNvPr id="9" name="グループ化 8">
            <a:extLst>
              <a:ext uri="{FF2B5EF4-FFF2-40B4-BE49-F238E27FC236}">
                <a16:creationId xmlns:a16="http://schemas.microsoft.com/office/drawing/2014/main" id="{8AB52275-AFC7-0E7A-6C2F-9F2B480A9454}"/>
              </a:ext>
            </a:extLst>
          </p:cNvPr>
          <p:cNvGrpSpPr/>
          <p:nvPr/>
        </p:nvGrpSpPr>
        <p:grpSpPr>
          <a:xfrm>
            <a:off x="9984015" y="2762290"/>
            <a:ext cx="6172200" cy="552410"/>
            <a:chOff x="9144000" y="2515694"/>
            <a:chExt cx="6172200" cy="552410"/>
          </a:xfrm>
        </p:grpSpPr>
        <p:sp>
          <p:nvSpPr>
            <p:cNvPr id="5" name="TextBox 26">
              <a:extLst>
                <a:ext uri="{FF2B5EF4-FFF2-40B4-BE49-F238E27FC236}">
                  <a16:creationId xmlns:a16="http://schemas.microsoft.com/office/drawing/2014/main" id="{9DA73DC9-B47A-BD14-78A2-ABC7410BB47B}"/>
                </a:ext>
              </a:extLst>
            </p:cNvPr>
            <p:cNvSpPr txBox="1"/>
            <p:nvPr/>
          </p:nvSpPr>
          <p:spPr>
            <a:xfrm>
              <a:off x="9499358" y="2515694"/>
              <a:ext cx="5816842"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a:t>
              </a:r>
              <a:r>
                <a:rPr lang="en-US" altLang="ja-JP" sz="3200" dirty="0">
                  <a:latin typeface="Source Han Sans JP Medium"/>
                  <a:ea typeface="Source Han Sans JP Medium"/>
                  <a:cs typeface="Source Han Sans JP Medium"/>
                  <a:sym typeface="Source Han Sans JP Medium"/>
                </a:rPr>
                <a:t>5</a:t>
              </a:r>
              <a:r>
                <a:rPr lang="ja-JP" altLang="en-US" sz="3200" dirty="0">
                  <a:latin typeface="Source Han Sans JP Medium"/>
                  <a:ea typeface="Source Han Sans JP Medium"/>
                  <a:cs typeface="Source Han Sans JP Medium"/>
                  <a:sym typeface="Source Han Sans JP Medium"/>
                </a:rPr>
                <a:t>種類の条件</a:t>
              </a:r>
              <a:endParaRPr lang="en-US" altLang="ja-JP" sz="3200" dirty="0">
                <a:latin typeface="Source Han Sans JP Medium"/>
                <a:ea typeface="Source Han Sans JP Medium"/>
                <a:cs typeface="Source Han Sans JP Medium"/>
                <a:sym typeface="Source Han Sans JP Medium"/>
              </a:endParaRPr>
            </a:p>
          </p:txBody>
        </p:sp>
        <p:sp>
          <p:nvSpPr>
            <p:cNvPr id="7" name="Freeform 5">
              <a:extLst>
                <a:ext uri="{FF2B5EF4-FFF2-40B4-BE49-F238E27FC236}">
                  <a16:creationId xmlns:a16="http://schemas.microsoft.com/office/drawing/2014/main" id="{EE3116D2-0554-70A0-88FA-47EB219CE2F5}"/>
                </a:ext>
              </a:extLst>
            </p:cNvPr>
            <p:cNvSpPr/>
            <p:nvPr/>
          </p:nvSpPr>
          <p:spPr>
            <a:xfrm rot="5400000">
              <a:off x="8937027" y="2749099"/>
              <a:ext cx="525978" cy="112031"/>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9" name="矢印: 下 28">
            <a:extLst>
              <a:ext uri="{FF2B5EF4-FFF2-40B4-BE49-F238E27FC236}">
                <a16:creationId xmlns:a16="http://schemas.microsoft.com/office/drawing/2014/main" id="{DDC6C83C-85F3-4A1E-DDB9-E9DCE0CA37AF}"/>
              </a:ext>
            </a:extLst>
          </p:cNvPr>
          <p:cNvSpPr/>
          <p:nvPr/>
        </p:nvSpPr>
        <p:spPr>
          <a:xfrm rot="16200000">
            <a:off x="9654860" y="9115770"/>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TextBox 24">
            <a:extLst>
              <a:ext uri="{FF2B5EF4-FFF2-40B4-BE49-F238E27FC236}">
                <a16:creationId xmlns:a16="http://schemas.microsoft.com/office/drawing/2014/main" id="{A196053D-25A5-9DA8-DB90-DB4E33F34A3F}"/>
              </a:ext>
            </a:extLst>
          </p:cNvPr>
          <p:cNvSpPr txBox="1"/>
          <p:nvPr/>
        </p:nvSpPr>
        <p:spPr>
          <a:xfrm>
            <a:off x="10726365" y="9212450"/>
            <a:ext cx="7147897" cy="492443"/>
          </a:xfrm>
          <a:prstGeom prst="rect">
            <a:avLst/>
          </a:prstGeom>
        </p:spPr>
        <p:txBody>
          <a:bodyPr wrap="square" lIns="0" tIns="0" rIns="0" bIns="0" rtlCol="0" anchor="t">
            <a:spAutoFit/>
          </a:bodyPr>
          <a:lstStyle/>
          <a:p>
            <a:pPr>
              <a:buClr>
                <a:srgbClr val="76AEAD"/>
              </a:buClr>
            </a:pPr>
            <a:r>
              <a:rPr lang="ja-JP" altLang="en-US" sz="3200" dirty="0">
                <a:latin typeface="Source Han Sans JP Medium" panose="020B0600070205080204" charset="-128"/>
                <a:ea typeface="Source Han Sans JP Medium" panose="020B0600070205080204" charset="-128"/>
              </a:rPr>
              <a:t>提案法が常に最良となるわけではない</a:t>
            </a:r>
            <a:endParaRPr lang="ja-JP" altLang="ja-JP" sz="3200" dirty="0">
              <a:latin typeface="Source Han Sans JP Medium" panose="020B0600070205080204" charset="-128"/>
              <a:ea typeface="Source Han Sans JP Medium" panose="020B0600070205080204" charset="-128"/>
            </a:endParaRPr>
          </a:p>
        </p:txBody>
      </p:sp>
      <p:sp>
        <p:nvSpPr>
          <p:cNvPr id="32" name="TextBox 24">
            <a:extLst>
              <a:ext uri="{FF2B5EF4-FFF2-40B4-BE49-F238E27FC236}">
                <a16:creationId xmlns:a16="http://schemas.microsoft.com/office/drawing/2014/main" id="{5589E2C1-0052-C174-F28F-C3485410E572}"/>
              </a:ext>
            </a:extLst>
          </p:cNvPr>
          <p:cNvSpPr txBox="1"/>
          <p:nvPr/>
        </p:nvSpPr>
        <p:spPr>
          <a:xfrm>
            <a:off x="10339373" y="6633188"/>
            <a:ext cx="6451841" cy="1969770"/>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a:t>
            </a:r>
            <a:r>
              <a:rPr lang="en-US" altLang="ja-JP" sz="3200" dirty="0">
                <a:latin typeface="Source Han Sans JP Medium" panose="020B0600070205080204" charset="-128"/>
                <a:ea typeface="Source Han Sans JP Medium" panose="020B0600070205080204" charset="-128"/>
              </a:rPr>
              <a:t>8.8</a:t>
            </a:r>
            <a:endParaRPr lang="ja-JP"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Ensemble validation</a:t>
            </a:r>
            <a:br>
              <a:rPr lang="ja-JP" altLang="ja-JP" sz="3200" dirty="0">
                <a:latin typeface="Source Han Sans JP Medium" panose="020B0600070205080204" charset="-128"/>
                <a:ea typeface="Source Han Sans JP Medium" panose="020B0600070205080204" charset="-128"/>
              </a:rPr>
            </a:br>
            <a:r>
              <a:rPr lang="ja-JP" altLang="en-US" sz="3200" dirty="0">
                <a:latin typeface="Source Han Sans JP Medium" panose="020B0600070205080204" charset="-128"/>
                <a:ea typeface="Source Han Sans JP Medium" panose="020B0600070205080204" charset="-128"/>
              </a:rPr>
              <a:t>→</a:t>
            </a:r>
            <a:r>
              <a:rPr lang="ja-JP" altLang="ja-JP" sz="3200" dirty="0">
                <a:latin typeface="Source Han Sans JP Medium" panose="020B0600070205080204" charset="-128"/>
                <a:ea typeface="Source Han Sans JP Medium" panose="020B0600070205080204" charset="-128"/>
              </a:rPr>
              <a:t>6</a:t>
            </a:r>
            <a:r>
              <a:rPr lang="en-US" altLang="ja-JP" sz="3200" dirty="0">
                <a:latin typeface="Source Han Sans JP Medium" panose="020B0600070205080204" charset="-128"/>
                <a:ea typeface="Source Han Sans JP Medium" panose="020B0600070205080204" charset="-128"/>
              </a:rPr>
              <a:t>8.4</a:t>
            </a:r>
            <a:endParaRPr lang="ja-JP" altLang="ja-JP" sz="3200" dirty="0">
              <a:latin typeface="Source Han Sans JP Medium" panose="020B0600070205080204" charset="-128"/>
              <a:ea typeface="Source Han Sans JP Medium" panose="020B0600070205080204" charset="-128"/>
            </a:endParaRPr>
          </a:p>
        </p:txBody>
      </p:sp>
      <p:grpSp>
        <p:nvGrpSpPr>
          <p:cNvPr id="33" name="グループ化 32">
            <a:extLst>
              <a:ext uri="{FF2B5EF4-FFF2-40B4-BE49-F238E27FC236}">
                <a16:creationId xmlns:a16="http://schemas.microsoft.com/office/drawing/2014/main" id="{F44B3A4C-5110-7AFA-D329-EB891FB58120}"/>
              </a:ext>
            </a:extLst>
          </p:cNvPr>
          <p:cNvGrpSpPr/>
          <p:nvPr/>
        </p:nvGrpSpPr>
        <p:grpSpPr>
          <a:xfrm>
            <a:off x="9984015" y="5833995"/>
            <a:ext cx="6172200" cy="552410"/>
            <a:chOff x="9144000" y="2515694"/>
            <a:chExt cx="6172200" cy="552410"/>
          </a:xfrm>
        </p:grpSpPr>
        <p:sp>
          <p:nvSpPr>
            <p:cNvPr id="34" name="TextBox 26">
              <a:extLst>
                <a:ext uri="{FF2B5EF4-FFF2-40B4-BE49-F238E27FC236}">
                  <a16:creationId xmlns:a16="http://schemas.microsoft.com/office/drawing/2014/main" id="{44689612-716F-A721-D311-30DDCC1D8E76}"/>
                </a:ext>
              </a:extLst>
            </p:cNvPr>
            <p:cNvSpPr txBox="1"/>
            <p:nvPr/>
          </p:nvSpPr>
          <p:spPr>
            <a:xfrm>
              <a:off x="9499358" y="2515694"/>
              <a:ext cx="5816842"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err="1">
                  <a:latin typeface="Source Han Sans JP Medium"/>
                  <a:ea typeface="Source Han Sans JP Medium"/>
                  <a:cs typeface="Source Han Sans JP Medium"/>
                  <a:sym typeface="Source Han Sans JP Medium"/>
                </a:rPr>
                <a:t>Sib&amp;L-NDMV</a:t>
              </a:r>
              <a:r>
                <a:rPr lang="ja-JP" altLang="en-US" sz="3200" dirty="0">
                  <a:latin typeface="Source Han Sans JP Medium"/>
                  <a:ea typeface="Source Han Sans JP Medium"/>
                  <a:cs typeface="Source Han Sans JP Medium"/>
                  <a:sym typeface="Source Han Sans JP Medium"/>
                </a:rPr>
                <a:t>を追加した条件</a:t>
              </a:r>
              <a:endParaRPr lang="en-US" altLang="ja-JP" sz="3200" dirty="0">
                <a:latin typeface="Source Han Sans JP Medium"/>
                <a:ea typeface="Source Han Sans JP Medium"/>
                <a:cs typeface="Source Han Sans JP Medium"/>
                <a:sym typeface="Source Han Sans JP Medium"/>
              </a:endParaRPr>
            </a:p>
          </p:txBody>
        </p:sp>
        <p:sp>
          <p:nvSpPr>
            <p:cNvPr id="35" name="Freeform 5">
              <a:extLst>
                <a:ext uri="{FF2B5EF4-FFF2-40B4-BE49-F238E27FC236}">
                  <a16:creationId xmlns:a16="http://schemas.microsoft.com/office/drawing/2014/main" id="{6032801B-AF94-BFA7-7F4E-7BF0C21C74F8}"/>
                </a:ext>
              </a:extLst>
            </p:cNvPr>
            <p:cNvSpPr/>
            <p:nvPr/>
          </p:nvSpPr>
          <p:spPr>
            <a:xfrm rot="5400000">
              <a:off x="8937027" y="2749099"/>
              <a:ext cx="525978" cy="112031"/>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8" name="TextBox 24">
            <a:extLst>
              <a:ext uri="{FF2B5EF4-FFF2-40B4-BE49-F238E27FC236}">
                <a16:creationId xmlns:a16="http://schemas.microsoft.com/office/drawing/2014/main" id="{E8A96D16-3130-F5DE-321E-0640817742CF}"/>
              </a:ext>
            </a:extLst>
          </p:cNvPr>
          <p:cNvSpPr txBox="1"/>
          <p:nvPr/>
        </p:nvSpPr>
        <p:spPr>
          <a:xfrm>
            <a:off x="1238130" y="3192151"/>
            <a:ext cx="2765204" cy="369332"/>
          </a:xfrm>
          <a:prstGeom prst="rect">
            <a:avLst/>
          </a:prstGeom>
        </p:spPr>
        <p:txBody>
          <a:bodyPr wrap="square" lIns="0" tIns="0" rIns="0" bIns="0" rtlCol="0" anchor="t">
            <a:spAutoFit/>
          </a:bodyPr>
          <a:lstStyle/>
          <a:p>
            <a:pPr>
              <a:buClr>
                <a:srgbClr val="76AEAD"/>
              </a:buClr>
            </a:pPr>
            <a:r>
              <a:rPr lang="ja-JP" altLang="en-US" sz="2400" dirty="0">
                <a:latin typeface="Source Han Sans JP Medium" panose="020B0600070205080204" charset="-128"/>
                <a:ea typeface="Source Han Sans JP Medium" panose="020B0600070205080204" charset="-128"/>
              </a:rPr>
              <a:t>単体で使う場合</a:t>
            </a:r>
            <a:endParaRPr lang="ja-JP" altLang="ja-JP" sz="2400" dirty="0">
              <a:latin typeface="Source Han Sans JP Medium" panose="020B0600070205080204" charset="-128"/>
              <a:ea typeface="Source Han Sans JP Medium" panose="020B0600070205080204" charset="-128"/>
            </a:endParaRPr>
          </a:p>
        </p:txBody>
      </p:sp>
      <p:sp>
        <p:nvSpPr>
          <p:cNvPr id="28" name="TextBox 24">
            <a:extLst>
              <a:ext uri="{FF2B5EF4-FFF2-40B4-BE49-F238E27FC236}">
                <a16:creationId xmlns:a16="http://schemas.microsoft.com/office/drawing/2014/main" id="{DD987687-7E85-694D-8BEE-474A99DD3A80}"/>
              </a:ext>
            </a:extLst>
          </p:cNvPr>
          <p:cNvSpPr txBox="1"/>
          <p:nvPr/>
        </p:nvSpPr>
        <p:spPr>
          <a:xfrm>
            <a:off x="1371600" y="4958834"/>
            <a:ext cx="2765204" cy="369332"/>
          </a:xfrm>
          <a:prstGeom prst="rect">
            <a:avLst/>
          </a:prstGeom>
        </p:spPr>
        <p:txBody>
          <a:bodyPr wrap="square" lIns="0" tIns="0" rIns="0" bIns="0" rtlCol="0" anchor="t">
            <a:spAutoFit/>
          </a:bodyPr>
          <a:lstStyle/>
          <a:p>
            <a:pPr>
              <a:buClr>
                <a:srgbClr val="76AEAD"/>
              </a:buClr>
            </a:pPr>
            <a:r>
              <a:rPr lang="ja-JP" altLang="en-US" sz="2400" dirty="0">
                <a:latin typeface="Source Han Sans JP Medium" panose="020B0600070205080204" charset="-128"/>
                <a:ea typeface="Source Han Sans JP Medium" panose="020B0600070205080204" charset="-128"/>
              </a:rPr>
              <a:t>統合する場合</a:t>
            </a:r>
            <a:endParaRPr lang="ja-JP" altLang="ja-JP" sz="2400" dirty="0">
              <a:latin typeface="Source Han Sans JP Medium" panose="020B0600070205080204" charset="-128"/>
              <a:ea typeface="Source Han Sans JP Medium" panose="020B0600070205080204" charset="-128"/>
            </a:endParaRPr>
          </a:p>
        </p:txBody>
      </p:sp>
      <p:sp>
        <p:nvSpPr>
          <p:cNvPr id="37" name="TextBox 24">
            <a:extLst>
              <a:ext uri="{FF2B5EF4-FFF2-40B4-BE49-F238E27FC236}">
                <a16:creationId xmlns:a16="http://schemas.microsoft.com/office/drawing/2014/main" id="{2C335DFC-0DBD-FC17-C764-C3F01D9E2A67}"/>
              </a:ext>
            </a:extLst>
          </p:cNvPr>
          <p:cNvSpPr txBox="1"/>
          <p:nvPr/>
        </p:nvSpPr>
        <p:spPr>
          <a:xfrm>
            <a:off x="987244" y="6263856"/>
            <a:ext cx="2765204" cy="738664"/>
          </a:xfrm>
          <a:prstGeom prst="rect">
            <a:avLst/>
          </a:prstGeom>
        </p:spPr>
        <p:txBody>
          <a:bodyPr wrap="square" lIns="0" tIns="0" rIns="0" bIns="0" rtlCol="0" anchor="t">
            <a:spAutoFit/>
          </a:bodyPr>
          <a:lstStyle/>
          <a:p>
            <a:pPr>
              <a:buClr>
                <a:srgbClr val="76AEAD"/>
              </a:buClr>
            </a:pPr>
            <a:r>
              <a:rPr lang="ja-JP" altLang="en-US" sz="2400" dirty="0">
                <a:latin typeface="Source Han Sans JP Medium" panose="020B0600070205080204" charset="-128"/>
                <a:ea typeface="Source Han Sans JP Medium" panose="020B0600070205080204" charset="-128"/>
              </a:rPr>
              <a:t>モデルを選んで</a:t>
            </a:r>
            <a:endParaRPr lang="en-US" altLang="ja-JP" sz="2400" dirty="0">
              <a:latin typeface="Source Han Sans JP Medium" panose="020B0600070205080204" charset="-128"/>
              <a:ea typeface="Source Han Sans JP Medium" panose="020B0600070205080204" charset="-128"/>
            </a:endParaRPr>
          </a:p>
          <a:p>
            <a:pPr>
              <a:buClr>
                <a:srgbClr val="76AEAD"/>
              </a:buClr>
            </a:pPr>
            <a:r>
              <a:rPr lang="ja-JP" altLang="en-US" sz="2400" dirty="0">
                <a:latin typeface="Source Han Sans JP Medium" panose="020B0600070205080204" charset="-128"/>
                <a:ea typeface="Source Han Sans JP Medium" panose="020B0600070205080204" charset="-128"/>
              </a:rPr>
              <a:t>から統合する場合</a:t>
            </a:r>
            <a:endParaRPr lang="ja-JP" altLang="ja-JP" sz="2400" dirty="0">
              <a:latin typeface="Source Han Sans JP Medium" panose="020B0600070205080204" charset="-128"/>
              <a:ea typeface="Source Han Sans JP Medium" panose="020B0600070205080204" charset="-128"/>
            </a:endParaRPr>
          </a:p>
        </p:txBody>
      </p:sp>
      <p:sp>
        <p:nvSpPr>
          <p:cNvPr id="39" name="TextBox 24">
            <a:extLst>
              <a:ext uri="{FF2B5EF4-FFF2-40B4-BE49-F238E27FC236}">
                <a16:creationId xmlns:a16="http://schemas.microsoft.com/office/drawing/2014/main" id="{E5EA42B4-0D19-95CA-B6D2-05BB13AEF785}"/>
              </a:ext>
            </a:extLst>
          </p:cNvPr>
          <p:cNvSpPr txBox="1"/>
          <p:nvPr/>
        </p:nvSpPr>
        <p:spPr>
          <a:xfrm>
            <a:off x="1019098" y="7782155"/>
            <a:ext cx="2492552" cy="738664"/>
          </a:xfrm>
          <a:prstGeom prst="rect">
            <a:avLst/>
          </a:prstGeom>
        </p:spPr>
        <p:txBody>
          <a:bodyPr wrap="square" lIns="0" tIns="0" rIns="0" bIns="0" rtlCol="0" anchor="t">
            <a:spAutoFit/>
          </a:bodyPr>
          <a:lstStyle/>
          <a:p>
            <a:pPr>
              <a:buClr>
                <a:srgbClr val="76AEAD"/>
              </a:buClr>
            </a:pPr>
            <a:r>
              <a:rPr lang="ja-JP" altLang="en-US" sz="2400" dirty="0">
                <a:latin typeface="Source Han Sans JP Medium" panose="020B0600070205080204" charset="-128"/>
                <a:ea typeface="Source Han Sans JP Medium" panose="020B0600070205080204" charset="-128"/>
              </a:rPr>
              <a:t>追加のモデルを</a:t>
            </a:r>
            <a:endParaRPr lang="en-US" altLang="ja-JP" sz="2400" dirty="0">
              <a:latin typeface="Source Han Sans JP Medium" panose="020B0600070205080204" charset="-128"/>
              <a:ea typeface="Source Han Sans JP Medium" panose="020B0600070205080204" charset="-128"/>
            </a:endParaRPr>
          </a:p>
          <a:p>
            <a:pPr>
              <a:buClr>
                <a:srgbClr val="76AEAD"/>
              </a:buClr>
            </a:pPr>
            <a:r>
              <a:rPr lang="ja-JP" altLang="en-US" sz="2400" dirty="0">
                <a:latin typeface="Source Han Sans JP Medium" panose="020B0600070205080204" charset="-128"/>
                <a:ea typeface="Source Han Sans JP Medium" panose="020B0600070205080204" charset="-128"/>
              </a:rPr>
              <a:t>候補に含めた条件</a:t>
            </a:r>
            <a:endParaRPr lang="ja-JP" altLang="ja-JP" sz="2400" dirty="0">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776935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546B-F521-023C-B313-6CA442538F6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4077F7-8F75-EEC3-90B3-BF1C5554AFCC}"/>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F1582A94-2708-787D-6EF4-23359B1E1BC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0133119-4501-0931-00B8-19EE0D6F792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AFEE2BF-F120-8E42-A48C-3960EDCC2B4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C365473-FDC8-1566-CD25-FB74CDB9064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EEF1B04-AA63-4B24-1E6A-7FE4699710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02B754E3-B7FE-A168-B071-D92F3159C6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2D3ED34-6D33-FF4D-D807-857B16540E1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B0E77B-276E-3659-13C9-106EBE0FC9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D3BCF0B-7FA7-01D0-047E-58D8DFEE77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2AB69B6-C2ED-31BC-6C84-1512C6AFB7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DA298ED-67AA-E6B2-5547-46DC7A45D8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EAAEB49-7459-76A3-B7FD-615282F290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3AB2C1C-5192-D1C0-A071-52D5689FA3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9973AB2-B153-A28B-45C2-C31EE85AA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FF7BD949-824A-9812-9C7D-7B34F2C429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E40155E-7726-4812-5822-71B801539AF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47C59F46-929A-5313-7A47-8A2B5F2DD145}"/>
              </a:ext>
            </a:extLst>
          </p:cNvPr>
          <p:cNvSpPr txBox="1"/>
          <p:nvPr/>
        </p:nvSpPr>
        <p:spPr>
          <a:xfrm>
            <a:off x="1806795" y="305043"/>
            <a:ext cx="10842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結果②：選択するモデル数による違い</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6DB342B9-19AE-5210-55C8-A8A36BDE9938}"/>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Society entropy</a:t>
            </a:r>
            <a:r>
              <a:rPr lang="ja-JP" altLang="en-US" sz="3200" dirty="0">
                <a:latin typeface="Source Han Sans JP Medium"/>
                <a:ea typeface="Source Han Sans JP Medium"/>
                <a:cs typeface="Source Han Sans JP Medium"/>
                <a:sym typeface="Source Han Sans JP Medium"/>
              </a:rPr>
              <a:t>は，選択モデル数が変化しても比較的安定した性能を示す</a:t>
            </a:r>
            <a:endParaRPr lang="en-US" altLang="ja-JP" sz="3200" dirty="0">
              <a:latin typeface="Source Han Sans JP Medium"/>
              <a:ea typeface="Source Han Sans JP Medium"/>
              <a:cs typeface="Source Han Sans JP Medium"/>
              <a:sym typeface="Source Han Sans JP Medium"/>
            </a:endParaRPr>
          </a:p>
        </p:txBody>
      </p:sp>
      <p:sp>
        <p:nvSpPr>
          <p:cNvPr id="9" name="TextBox 24">
            <a:extLst>
              <a:ext uri="{FF2B5EF4-FFF2-40B4-BE49-F238E27FC236}">
                <a16:creationId xmlns:a16="http://schemas.microsoft.com/office/drawing/2014/main" id="{12E21A4E-C5FC-8C3A-A004-B34D578516EA}"/>
              </a:ext>
            </a:extLst>
          </p:cNvPr>
          <p:cNvSpPr txBox="1"/>
          <p:nvPr/>
        </p:nvSpPr>
        <p:spPr>
          <a:xfrm>
            <a:off x="10984747" y="4083060"/>
            <a:ext cx="6451841" cy="4431983"/>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Diversityを考慮しない方法は多くの条件で低性能</a:t>
            </a:r>
            <a:endParaRPr lang="en-US" altLang="ja-JP" sz="3200" dirty="0">
              <a:latin typeface="Source Han Sans JP Medium" panose="020B0600070205080204" charset="-128"/>
              <a:ea typeface="Source Han Sans JP Medium" panose="020B0600070205080204" charset="-128"/>
            </a:endParaRPr>
          </a:p>
          <a:p>
            <a:pPr>
              <a:buClr>
                <a:srgbClr val="76AEAD"/>
              </a:buClr>
            </a:pP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Society entropyは特にモデル数が多い条件で高性能</a:t>
            </a:r>
            <a:endParaRPr lang="en-US" altLang="ja-JP" sz="3200" dirty="0">
              <a:latin typeface="Source Han Sans JP Medium" panose="020B0600070205080204" charset="-128"/>
              <a:ea typeface="Source Han Sans JP Medium" panose="020B0600070205080204" charset="-128"/>
            </a:endParaRPr>
          </a:p>
          <a:p>
            <a:pPr>
              <a:buClr>
                <a:srgbClr val="76AEAD"/>
              </a:buClr>
            </a:pPr>
            <a:endParaRPr lang="en-US" altLang="ja-JP" sz="32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3200" dirty="0">
                <a:latin typeface="Source Han Sans JP Medium" panose="020B0600070205080204" charset="-128"/>
                <a:ea typeface="Source Han Sans JP Medium" panose="020B0600070205080204" charset="-128"/>
              </a:rPr>
              <a:t>少数モデル</a:t>
            </a:r>
            <a:r>
              <a:rPr lang="ja-JP" altLang="en-US" sz="3200" dirty="0">
                <a:latin typeface="Source Han Sans JP Medium" panose="020B0600070205080204" charset="-128"/>
                <a:ea typeface="Source Han Sans JP Medium" panose="020B0600070205080204" charset="-128"/>
              </a:rPr>
              <a:t>の範囲では，一部の比較手法より，選択個数による性能変動が小さい</a:t>
            </a:r>
            <a:endParaRPr lang="ja-JP" altLang="ja-JP" sz="3200" dirty="0">
              <a:latin typeface="Source Han Sans JP Medium" panose="020B0600070205080204" charset="-128"/>
              <a:ea typeface="Source Han Sans JP Medium" panose="020B0600070205080204" charset="-128"/>
            </a:endParaRPr>
          </a:p>
        </p:txBody>
      </p:sp>
      <p:grpSp>
        <p:nvGrpSpPr>
          <p:cNvPr id="8" name="グループ化 7">
            <a:extLst>
              <a:ext uri="{FF2B5EF4-FFF2-40B4-BE49-F238E27FC236}">
                <a16:creationId xmlns:a16="http://schemas.microsoft.com/office/drawing/2014/main" id="{AD19380A-9049-596E-75AF-6DCB385D75F7}"/>
              </a:ext>
            </a:extLst>
          </p:cNvPr>
          <p:cNvGrpSpPr/>
          <p:nvPr/>
        </p:nvGrpSpPr>
        <p:grpSpPr>
          <a:xfrm>
            <a:off x="1371600" y="3494438"/>
            <a:ext cx="9272892" cy="5274477"/>
            <a:chOff x="1497740" y="2892637"/>
            <a:chExt cx="8003550" cy="4308263"/>
          </a:xfrm>
        </p:grpSpPr>
        <p:pic>
          <p:nvPicPr>
            <p:cNvPr id="5" name="図 4">
              <a:extLst>
                <a:ext uri="{FF2B5EF4-FFF2-40B4-BE49-F238E27FC236}">
                  <a16:creationId xmlns:a16="http://schemas.microsoft.com/office/drawing/2014/main" id="{CF424F6D-7DA7-7F33-9441-6B7E88EB52CB}"/>
                </a:ext>
              </a:extLst>
            </p:cNvPr>
            <p:cNvPicPr>
              <a:picLocks noChangeAspect="1"/>
            </p:cNvPicPr>
            <p:nvPr/>
          </p:nvPicPr>
          <p:blipFill>
            <a:blip r:embed="rId4"/>
            <a:srcRect t="1" b="53787"/>
            <a:stretch>
              <a:fillRect/>
            </a:stretch>
          </p:blipFill>
          <p:spPr>
            <a:xfrm>
              <a:off x="1497740" y="2892637"/>
              <a:ext cx="8003550" cy="3698664"/>
            </a:xfrm>
            <a:prstGeom prst="rect">
              <a:avLst/>
            </a:prstGeom>
          </p:spPr>
        </p:pic>
        <p:pic>
          <p:nvPicPr>
            <p:cNvPr id="6" name="図 5">
              <a:extLst>
                <a:ext uri="{FF2B5EF4-FFF2-40B4-BE49-F238E27FC236}">
                  <a16:creationId xmlns:a16="http://schemas.microsoft.com/office/drawing/2014/main" id="{E5020ABD-E0BE-8940-64A0-C3EFAA55C043}"/>
                </a:ext>
              </a:extLst>
            </p:cNvPr>
            <p:cNvPicPr>
              <a:picLocks noChangeAspect="1"/>
            </p:cNvPicPr>
            <p:nvPr/>
          </p:nvPicPr>
          <p:blipFill>
            <a:blip r:embed="rId4"/>
            <a:srcRect t="93371" b="-986"/>
            <a:stretch>
              <a:fillRect/>
            </a:stretch>
          </p:blipFill>
          <p:spPr>
            <a:xfrm>
              <a:off x="1497740" y="6591300"/>
              <a:ext cx="8003550" cy="609600"/>
            </a:xfrm>
            <a:prstGeom prst="rect">
              <a:avLst/>
            </a:prstGeom>
          </p:spPr>
        </p:pic>
      </p:grpSp>
      <p:sp>
        <p:nvSpPr>
          <p:cNvPr id="27" name="TextBox 24">
            <a:extLst>
              <a:ext uri="{FF2B5EF4-FFF2-40B4-BE49-F238E27FC236}">
                <a16:creationId xmlns:a16="http://schemas.microsoft.com/office/drawing/2014/main" id="{E30B3B09-514C-EA43-7271-271BF44DD4D0}"/>
              </a:ext>
            </a:extLst>
          </p:cNvPr>
          <p:cNvSpPr txBox="1"/>
          <p:nvPr/>
        </p:nvSpPr>
        <p:spPr>
          <a:xfrm>
            <a:off x="2133600" y="8866451"/>
            <a:ext cx="5517042" cy="738664"/>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r>
              <a:rPr lang="ja-JP" altLang="en-US" sz="2400" dirty="0">
                <a:latin typeface="Source Han Sans JP Medium" panose="020B0600070205080204" charset="-128"/>
                <a:ea typeface="Source Han Sans JP Medium" panose="020B0600070205080204" charset="-128"/>
              </a:rPr>
              <a:t>横軸：選択したモデル数</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en-US" sz="2400" dirty="0">
                <a:latin typeface="Source Han Sans JP Medium" panose="020B0600070205080204" charset="-128"/>
                <a:ea typeface="Source Han Sans JP Medium" panose="020B0600070205080204" charset="-128"/>
              </a:rPr>
              <a:t>縦軸：統合後の</a:t>
            </a:r>
            <a:r>
              <a:rPr lang="en-US" altLang="ja-JP" sz="2400" dirty="0">
                <a:latin typeface="Source Han Sans JP Medium" panose="020B0600070205080204" charset="-128"/>
                <a:ea typeface="Source Han Sans JP Medium" panose="020B0600070205080204" charset="-128"/>
              </a:rPr>
              <a:t>UAS</a:t>
            </a:r>
            <a:endParaRPr lang="ja-JP" altLang="ja-JP" sz="2400" dirty="0">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2501506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232A-F653-E492-B2EC-E2AD8275972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9E00C6-8EC8-B622-3F76-FA849F2B66C0}"/>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FFE43D03-CDD9-5680-B615-0B781AAF6CC7}"/>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9883676-3EEE-DC43-F2BF-8AB17E23D8B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8E81955-09FB-9414-1AC8-D2EB5FE3E54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FAB0742-6510-E5AA-74C4-764A5DE59C3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9273F6-01B1-3F1B-5693-641DC5A117F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68E250D-C0BA-1C55-1541-8D7C237EBA4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81F18E3-4C72-AA1A-2E10-8EF35F734FA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EFC06FA-8D1F-D0B9-F7C9-9605DE860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FA3F453-F47A-81AC-C7F7-E4F2A6A2FB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0D4F8E8-295C-1534-FAD6-062E4E66AED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57D8F30-05CD-DD12-9157-1B3DAB8A7D0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54B69A9-D12B-0696-1C95-04216B9E5B2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6641532-9571-EB03-27C3-97BCEC63B18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C9889AC1-6D87-DF1C-CB67-D9350A714D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45641AB-33C5-9A0C-7AAB-662CE9E72A4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1C53FC28-F6E8-D38C-B641-23954BFC0A3E}"/>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
        <p:nvSpPr>
          <p:cNvPr id="3" name="TextBox 24">
            <a:extLst>
              <a:ext uri="{FF2B5EF4-FFF2-40B4-BE49-F238E27FC236}">
                <a16:creationId xmlns:a16="http://schemas.microsoft.com/office/drawing/2014/main" id="{E7095364-DE72-7560-365C-438AF8E54CA0}"/>
              </a:ext>
            </a:extLst>
          </p:cNvPr>
          <p:cNvSpPr txBox="1"/>
          <p:nvPr/>
        </p:nvSpPr>
        <p:spPr>
          <a:xfrm>
            <a:off x="1806795" y="305043"/>
            <a:ext cx="9120198"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結果③：安定性と計算時間</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08AF81C1-A7F8-3CBB-400E-D8E15CED2455}"/>
              </a:ext>
            </a:extLst>
          </p:cNvPr>
          <p:cNvSpPr txBox="1"/>
          <p:nvPr/>
        </p:nvSpPr>
        <p:spPr>
          <a:xfrm>
            <a:off x="1523999" y="1479985"/>
            <a:ext cx="15268369" cy="489236"/>
          </a:xfrm>
          <a:prstGeom prst="rect">
            <a:avLst/>
          </a:prstGeom>
        </p:spPr>
        <p:txBody>
          <a:bodyPr wrap="square" lIns="0" tIns="0" rIns="0" bIns="0" rtlCol="0" anchor="t">
            <a:spAutoFit/>
          </a:bodyPr>
          <a:lstStyle/>
          <a:p>
            <a:pPr lvl="0">
              <a:spcBef>
                <a:spcPct val="0"/>
              </a:spcBef>
            </a:pPr>
            <a:r>
              <a:rPr lang="ja-JP" altLang="ja-JP" sz="3200" dirty="0">
                <a:latin typeface="Source Han Sans JP Medium" panose="020B0600070205080204" charset="-128"/>
                <a:ea typeface="Source Han Sans JP Medium" panose="020B0600070205080204" charset="-128"/>
              </a:rPr>
              <a:t>Ensemble validationと同程度の性能を，はるかに短い選択時間で得る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TextBox 24">
            <a:extLst>
              <a:ext uri="{FF2B5EF4-FFF2-40B4-BE49-F238E27FC236}">
                <a16:creationId xmlns:a16="http://schemas.microsoft.com/office/drawing/2014/main" id="{23C94D01-6A59-7762-9010-48320E8A13B8}"/>
              </a:ext>
            </a:extLst>
          </p:cNvPr>
          <p:cNvSpPr txBox="1"/>
          <p:nvPr/>
        </p:nvSpPr>
        <p:spPr>
          <a:xfrm>
            <a:off x="2286000" y="7412427"/>
            <a:ext cx="14769587" cy="1969770"/>
          </a:xfrm>
          <a:prstGeom prst="rect">
            <a:avLst/>
          </a:prstGeom>
        </p:spPr>
        <p:txBody>
          <a:bodyPr wrap="square" lIns="0" tIns="0" rIns="0" bIns="0" numCol="2" rtlCol="0" anchor="t">
            <a:spAutoFit/>
          </a:bodyPr>
          <a:lstStyle/>
          <a:p>
            <a:r>
              <a:rPr lang="ja-JP" altLang="ja-JP" sz="3200" b="1" dirty="0">
                <a:latin typeface="Source Han Sans JP Medium" panose="020B0600070205080204" charset="-128"/>
                <a:ea typeface="Source Han Sans JP Medium" panose="020B0600070205080204" charset="-128"/>
              </a:rPr>
              <a:t>Overall UAS</a:t>
            </a:r>
            <a:endParaRPr lang="en-US" altLang="ja-JP" sz="3200" b="1" dirty="0">
              <a:latin typeface="Source Han Sans JP Medium" panose="020B0600070205080204" charset="-128"/>
              <a:ea typeface="Source Han Sans JP Medium" panose="020B0600070205080204" charset="-128"/>
            </a:endParaRPr>
          </a:p>
          <a:p>
            <a:r>
              <a:rPr lang="ja-JP" altLang="en-US" sz="3200" b="1" dirty="0">
                <a:latin typeface="Source Han Sans JP Medium" panose="020B0600070205080204" charset="-128"/>
                <a:ea typeface="Source Han Sans JP Medium" panose="020B0600070205080204" charset="-128"/>
              </a:rPr>
              <a:t>→</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Society entropy：</a:t>
            </a:r>
            <a:r>
              <a:rPr lang="ja-JP" altLang="ja-JP" sz="3200" b="1" dirty="0">
                <a:latin typeface="Source Han Sans JP Medium" panose="020B0600070205080204" charset="-128"/>
                <a:ea typeface="Source Han Sans JP Medium" panose="020B0600070205080204" charset="-128"/>
              </a:rPr>
              <a:t>67.1 ± 0.4</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Ensemble validation：67.0 ± 0.8</a:t>
            </a:r>
          </a:p>
          <a:p>
            <a:r>
              <a:rPr lang="ja-JP" altLang="ja-JP" sz="3200" b="1" dirty="0">
                <a:latin typeface="Source Han Sans JP Medium" panose="020B0600070205080204" charset="-128"/>
                <a:ea typeface="Source Han Sans JP Medium" panose="020B0600070205080204" charset="-128"/>
              </a:rPr>
              <a:t>Selection time</a:t>
            </a:r>
            <a:endParaRPr lang="en-US" altLang="ja-JP" sz="3200" b="1" dirty="0">
              <a:latin typeface="Source Han Sans JP Medium" panose="020B0600070205080204" charset="-128"/>
              <a:ea typeface="Source Han Sans JP Medium" panose="020B0600070205080204" charset="-128"/>
            </a:endParaRPr>
          </a:p>
          <a:p>
            <a:r>
              <a:rPr lang="ja-JP" altLang="en-US" sz="3200" b="1" dirty="0">
                <a:latin typeface="Source Han Sans JP Medium" panose="020B0600070205080204" charset="-128"/>
                <a:ea typeface="Source Han Sans JP Medium" panose="020B0600070205080204" charset="-128"/>
              </a:rPr>
              <a:t>→</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Society entropy：</a:t>
            </a:r>
            <a:r>
              <a:rPr lang="ja-JP" altLang="ja-JP" sz="3200" b="1" dirty="0">
                <a:latin typeface="Source Han Sans JP Medium" panose="020B0600070205080204" charset="-128"/>
                <a:ea typeface="Source Han Sans JP Medium" panose="020B0600070205080204" charset="-128"/>
              </a:rPr>
              <a:t>22 ms</a:t>
            </a:r>
            <a:br>
              <a:rPr lang="ja-JP" altLang="ja-JP" sz="3200" dirty="0">
                <a:latin typeface="Source Han Sans JP Medium" panose="020B0600070205080204" charset="-128"/>
                <a:ea typeface="Source Han Sans JP Medium" panose="020B0600070205080204" charset="-128"/>
              </a:rPr>
            </a:br>
            <a:r>
              <a:rPr lang="ja-JP" altLang="ja-JP" sz="3200" dirty="0">
                <a:latin typeface="Source Han Sans JP Medium" panose="020B0600070205080204" charset="-128"/>
                <a:ea typeface="Source Han Sans JP Medium" panose="020B0600070205080204" charset="-128"/>
              </a:rPr>
              <a:t>Ensemble validation：</a:t>
            </a:r>
            <a:r>
              <a:rPr lang="ja-JP" altLang="ja-JP" sz="3200" b="1" dirty="0">
                <a:latin typeface="Source Han Sans JP Medium" panose="020B0600070205080204" charset="-128"/>
                <a:ea typeface="Source Han Sans JP Medium" panose="020B0600070205080204" charset="-128"/>
              </a:rPr>
              <a:t>11,066 ms</a:t>
            </a:r>
            <a:endParaRPr lang="ja-JP" altLang="ja-JP" sz="3200" dirty="0">
              <a:latin typeface="Source Han Sans JP Medium" panose="020B0600070205080204" charset="-128"/>
              <a:ea typeface="Source Han Sans JP Medium" panose="020B0600070205080204" charset="-128"/>
            </a:endParaRPr>
          </a:p>
        </p:txBody>
      </p:sp>
      <p:pic>
        <p:nvPicPr>
          <p:cNvPr id="8" name="図 7">
            <a:extLst>
              <a:ext uri="{FF2B5EF4-FFF2-40B4-BE49-F238E27FC236}">
                <a16:creationId xmlns:a16="http://schemas.microsoft.com/office/drawing/2014/main" id="{7635AF9C-A759-9F60-0CAD-CA4E3F216F64}"/>
              </a:ext>
            </a:extLst>
          </p:cNvPr>
          <p:cNvPicPr>
            <a:picLocks noChangeAspect="1"/>
          </p:cNvPicPr>
          <p:nvPr/>
        </p:nvPicPr>
        <p:blipFill>
          <a:blip r:embed="rId4"/>
          <a:stretch>
            <a:fillRect/>
          </a:stretch>
        </p:blipFill>
        <p:spPr>
          <a:xfrm>
            <a:off x="1830062" y="2346959"/>
            <a:ext cx="14784084" cy="2908553"/>
          </a:xfrm>
          <a:prstGeom prst="rect">
            <a:avLst/>
          </a:prstGeom>
        </p:spPr>
      </p:pic>
      <p:sp>
        <p:nvSpPr>
          <p:cNvPr id="5" name="TextBox 24">
            <a:extLst>
              <a:ext uri="{FF2B5EF4-FFF2-40B4-BE49-F238E27FC236}">
                <a16:creationId xmlns:a16="http://schemas.microsoft.com/office/drawing/2014/main" id="{FF0E7C2F-E23A-FEB3-43A0-AACE25D3CD92}"/>
              </a:ext>
            </a:extLst>
          </p:cNvPr>
          <p:cNvSpPr txBox="1"/>
          <p:nvPr/>
        </p:nvSpPr>
        <p:spPr>
          <a:xfrm>
            <a:off x="2486679" y="5451821"/>
            <a:ext cx="14368228" cy="430887"/>
          </a:xfrm>
          <a:prstGeom prst="rect">
            <a:avLst/>
          </a:prstGeom>
        </p:spPr>
        <p:txBody>
          <a:bodyPr wrap="square" lIns="0" tIns="0" rIns="0" bIns="0" rtlCol="0" anchor="t">
            <a:spAutoFit/>
          </a:bodyPr>
          <a:lstStyle/>
          <a:p>
            <a:pPr>
              <a:buClr>
                <a:srgbClr val="76AEAD"/>
              </a:buClr>
            </a:pPr>
            <a:r>
              <a:rPr lang="en-US" altLang="ja-JP" sz="2800" dirty="0">
                <a:latin typeface="Source Han Sans JP Medium" panose="020B0600070205080204" charset="-128"/>
                <a:ea typeface="Source Han Sans JP Medium" panose="020B0600070205080204" charset="-128"/>
              </a:rPr>
              <a:t>※25</a:t>
            </a:r>
            <a:r>
              <a:rPr lang="ja-JP" altLang="en-US" sz="2800" dirty="0">
                <a:latin typeface="Source Han Sans JP Medium" panose="020B0600070205080204" charset="-128"/>
                <a:ea typeface="Source Han Sans JP Medium" panose="020B0600070205080204" charset="-128"/>
              </a:rPr>
              <a:t>候補から</a:t>
            </a:r>
            <a:r>
              <a:rPr lang="en-US" altLang="ja-JP" sz="2800" dirty="0">
                <a:latin typeface="Source Han Sans JP Medium" panose="020B0600070205080204" charset="-128"/>
                <a:ea typeface="Source Han Sans JP Medium" panose="020B0600070205080204" charset="-128"/>
              </a:rPr>
              <a:t>15</a:t>
            </a:r>
            <a:r>
              <a:rPr lang="ja-JP" altLang="en-US" sz="2800" dirty="0">
                <a:latin typeface="Source Han Sans JP Medium" panose="020B0600070205080204" charset="-128"/>
                <a:ea typeface="Source Han Sans JP Medium" panose="020B0600070205080204" charset="-128"/>
              </a:rPr>
              <a:t>個をランダム抽出し，その中から</a:t>
            </a:r>
            <a:r>
              <a:rPr lang="en-US" altLang="ja-JP" sz="2800" dirty="0">
                <a:latin typeface="Source Han Sans JP Medium" panose="020B0600070205080204" charset="-128"/>
                <a:ea typeface="Source Han Sans JP Medium" panose="020B0600070205080204" charset="-128"/>
              </a:rPr>
              <a:t>3,4,5</a:t>
            </a:r>
            <a:r>
              <a:rPr lang="ja-JP" altLang="en-US" sz="2800" dirty="0">
                <a:latin typeface="Source Han Sans JP Medium" panose="020B0600070205080204" charset="-128"/>
                <a:ea typeface="Source Han Sans JP Medium" panose="020B0600070205080204" charset="-128"/>
              </a:rPr>
              <a:t>個を選択．抽出を</a:t>
            </a:r>
            <a:r>
              <a:rPr lang="en-US" altLang="ja-JP" sz="2800" dirty="0">
                <a:latin typeface="Source Han Sans JP Medium" panose="020B0600070205080204" charset="-128"/>
                <a:ea typeface="Source Han Sans JP Medium" panose="020B0600070205080204" charset="-128"/>
              </a:rPr>
              <a:t>30</a:t>
            </a:r>
            <a:r>
              <a:rPr lang="ja-JP" altLang="en-US" sz="2800" dirty="0">
                <a:latin typeface="Source Han Sans JP Medium" panose="020B0600070205080204" charset="-128"/>
                <a:ea typeface="Source Han Sans JP Medium" panose="020B0600070205080204" charset="-128"/>
              </a:rPr>
              <a:t>回繰り返す</a:t>
            </a:r>
            <a:endParaRPr lang="ja-JP" altLang="ja-JP" sz="2800" dirty="0">
              <a:latin typeface="Source Han Sans JP Medium" panose="020B0600070205080204" charset="-128"/>
              <a:ea typeface="Source Han Sans JP Medium" panose="020B0600070205080204" charset="-128"/>
            </a:endParaRPr>
          </a:p>
        </p:txBody>
      </p:sp>
      <mc:AlternateContent xmlns:mc="http://schemas.openxmlformats.org/markup-compatibility/2006" xmlns:a14="http://schemas.microsoft.com/office/drawing/2010/main">
        <mc:Choice Requires="a14">
          <p:sp>
            <p:nvSpPr>
              <p:cNvPr id="6" name="TextBox 24">
                <a:extLst>
                  <a:ext uri="{FF2B5EF4-FFF2-40B4-BE49-F238E27FC236}">
                    <a16:creationId xmlns:a16="http://schemas.microsoft.com/office/drawing/2014/main" id="{76FAF4B3-CEF6-4065-E517-1F09434B4A78}"/>
                  </a:ext>
                </a:extLst>
              </p:cNvPr>
              <p:cNvSpPr txBox="1"/>
              <p:nvPr/>
            </p:nvSpPr>
            <p:spPr>
              <a:xfrm>
                <a:off x="2808492" y="5882708"/>
                <a:ext cx="9273100" cy="1107996"/>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l"/>
                </a:pPr>
                <a14:m>
                  <m:oMath xmlns:m="http://schemas.openxmlformats.org/officeDocument/2006/math">
                    <m:r>
                      <a:rPr lang="ja-JP" altLang="ja-JP" sz="2400" b="0" i="1" dirty="0" smtClean="0">
                        <a:latin typeface="Cambria Math" panose="02040503050406030204" pitchFamily="18" charset="0"/>
                      </a:rPr>
                      <m:t>𝑘</m:t>
                    </m:r>
                  </m:oMath>
                </a14:m>
                <a:r>
                  <a:rPr lang="ja-JP" altLang="ja-JP" sz="2400" dirty="0">
                    <a:latin typeface="Source Han Sans JP Medium" panose="020B0600070205080204" charset="-128"/>
                    <a:ea typeface="Source Han Sans JP Medium" panose="020B0600070205080204" charset="-128"/>
                  </a:rPr>
                  <a:t>：選択するモデル数</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r>
                  <a:rPr lang="ja-JP" altLang="ja-JP" sz="2400" dirty="0">
                    <a:latin typeface="Source Han Sans JP Medium" panose="020B0600070205080204" charset="-128"/>
                    <a:ea typeface="Source Han Sans JP Medium" panose="020B0600070205080204" charset="-128"/>
                  </a:rPr>
                  <a:t>Overall：3・4・5個を選ぶ条件を合わせた，90結果の集計</a:t>
                </a:r>
                <a:endParaRPr lang="en-US" altLang="ja-JP" sz="2400" dirty="0">
                  <a:latin typeface="Source Han Sans JP Medium" panose="020B0600070205080204" charset="-128"/>
                  <a:ea typeface="Source Han Sans JP Medium" panose="020B0600070205080204" charset="-128"/>
                </a:endParaRPr>
              </a:p>
              <a:p>
                <a:pPr marL="457200" indent="-457200">
                  <a:buClr>
                    <a:srgbClr val="76AEAD"/>
                  </a:buClr>
                  <a:buFont typeface="Wingdings" panose="05000000000000000000" pitchFamily="2" charset="2"/>
                  <a:buChar char="l"/>
                </a:pPr>
                <a14:m>
                  <m:oMath xmlns:m="http://schemas.openxmlformats.org/officeDocument/2006/math">
                    <m:r>
                      <a:rPr lang="ja-JP" altLang="ja-JP" sz="2400" b="0" dirty="0" smtClean="0">
                        <a:latin typeface="Cambria Math" panose="02040503050406030204" pitchFamily="18" charset="0"/>
                      </a:rPr>
                      <m:t>±</m:t>
                    </m:r>
                  </m:oMath>
                </a14:m>
                <a:r>
                  <a:rPr lang="ja-JP" altLang="ja-JP" sz="2400" dirty="0">
                    <a:latin typeface="Source Han Sans JP Medium" panose="020B0600070205080204" charset="-128"/>
                    <a:ea typeface="Source Han Sans JP Medium" panose="020B0600070205080204" charset="-128"/>
                  </a:rPr>
                  <a:t>：標準偏差</a:t>
                </a:r>
              </a:p>
            </p:txBody>
          </p:sp>
        </mc:Choice>
        <mc:Fallback xmlns="">
          <p:sp>
            <p:nvSpPr>
              <p:cNvPr id="6" name="TextBox 24">
                <a:extLst>
                  <a:ext uri="{FF2B5EF4-FFF2-40B4-BE49-F238E27FC236}">
                    <a16:creationId xmlns:a16="http://schemas.microsoft.com/office/drawing/2014/main" id="{76FAF4B3-CEF6-4065-E517-1F09434B4A78}"/>
                  </a:ext>
                </a:extLst>
              </p:cNvPr>
              <p:cNvSpPr txBox="1">
                <a:spLocks noRot="1" noChangeAspect="1" noMove="1" noResize="1" noEditPoints="1" noAdjustHandles="1" noChangeArrowheads="1" noChangeShapeType="1" noTextEdit="1"/>
              </p:cNvSpPr>
              <p:nvPr/>
            </p:nvSpPr>
            <p:spPr>
              <a:xfrm>
                <a:off x="2808492" y="5882708"/>
                <a:ext cx="9273100" cy="1107996"/>
              </a:xfrm>
              <a:prstGeom prst="rect">
                <a:avLst/>
              </a:prstGeom>
              <a:blipFill>
                <a:blip r:embed="rId5"/>
                <a:stretch>
                  <a:fillRect l="-1907" t="-8242" b="-1593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8483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BAF55-CCF7-4DB6-25BC-2C6B2B9364D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E5CD3BE-7DA2-5BAC-194D-4C4B0CC83E1B}"/>
              </a:ext>
            </a:extLst>
          </p:cNvPr>
          <p:cNvSpPr>
            <a:spLocks noGrp="1"/>
          </p:cNvSpPr>
          <p:nvPr>
            <p:ph type="sldNum" sz="quarter" idx="12"/>
          </p:nvPr>
        </p:nvSpPr>
        <p:spPr/>
        <p:txBody>
          <a:bodyPr/>
          <a:lstStyle/>
          <a:p>
            <a:fld id="{B6F15528-21DE-4FAA-801E-634DDDAF4B2B}" type="slidenum">
              <a:rPr lang="en-US" smtClean="0"/>
              <a:pPr/>
              <a:t>23</a:t>
            </a:fld>
            <a:endParaRPr lang="en-US"/>
          </a:p>
        </p:txBody>
      </p:sp>
      <p:grpSp>
        <p:nvGrpSpPr>
          <p:cNvPr id="10" name="グループ化 9">
            <a:extLst>
              <a:ext uri="{FF2B5EF4-FFF2-40B4-BE49-F238E27FC236}">
                <a16:creationId xmlns:a16="http://schemas.microsoft.com/office/drawing/2014/main" id="{6DF0F0ED-6D18-6DEE-316D-D72367E6B4D1}"/>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6FFB105-DA98-9E52-DC55-31EDF096292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50DF04B4-31AF-AE7E-542A-A1C0D49876D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E171EEE-9B1A-05DD-3DEC-3529EC08443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73BAE7C-FB9F-D3FC-4EA6-4CBBC4DA4ED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1F02BED-8460-9777-0FB5-B5B0031BD05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D01264B-C603-102D-FF99-8783146EB3F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ACC566B-FC17-4590-869D-F1AACD5BD5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5D75C42-5345-82CE-1557-1D9A002C1C7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B0ADE0C-66F4-0939-89E5-05CA538E897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C3EF6E3-F8B7-F025-5F8C-C104756A806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99CC91F-38C7-D6F0-C444-7FCBBB05588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55BA52C-CF6E-8FA9-94A2-428A2E6A6E6B}"/>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90BA7A0-18B0-3EFE-33C2-82AE8A8F2E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41510A-C79E-91D5-4FB3-6DD93CF687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6A81A511-BAA4-1256-1201-9AD60CB754B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23</a:t>
            </a:fld>
            <a:endParaRPr lang="en-US" sz="2400" dirty="0"/>
          </a:p>
        </p:txBody>
      </p:sp>
      <p:sp>
        <p:nvSpPr>
          <p:cNvPr id="3" name="TextBox 24">
            <a:extLst>
              <a:ext uri="{FF2B5EF4-FFF2-40B4-BE49-F238E27FC236}">
                <a16:creationId xmlns:a16="http://schemas.microsoft.com/office/drawing/2014/main" id="{9ADEC29E-6A49-5BC4-EA75-FA046144BA8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8" name="Rectangle 1">
            <a:extLst>
              <a:ext uri="{FF2B5EF4-FFF2-40B4-BE49-F238E27FC236}">
                <a16:creationId xmlns:a16="http://schemas.microsoft.com/office/drawing/2014/main" id="{96AE8F1D-9161-8F3E-3D71-273BB156ECDA}"/>
              </a:ext>
            </a:extLst>
          </p:cNvPr>
          <p:cNvSpPr>
            <a:spLocks noChangeArrowheads="1"/>
          </p:cNvSpPr>
          <p:nvPr/>
        </p:nvSpPr>
        <p:spPr bwMode="auto">
          <a:xfrm>
            <a:off x="1806795" y="1994088"/>
            <a:ext cx="15392397" cy="7400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lang="ja-JP" altLang="en-US" sz="3200" dirty="0"/>
              <a:t>本論文は，異なる教師なし依存構文解析モデルの予測を</a:t>
            </a:r>
            <a:r>
              <a:rPr lang="en-US" altLang="ja-JP" sz="3200" dirty="0"/>
              <a:t>post hoc</a:t>
            </a:r>
            <a:r>
              <a:rPr lang="ja-JP" altLang="en-US" sz="3200" dirty="0"/>
              <a:t>に統合し，さらに</a:t>
            </a:r>
            <a:r>
              <a:rPr lang="en-US" altLang="ja-JP" sz="3200" dirty="0"/>
              <a:t>error diversity</a:t>
            </a:r>
            <a:r>
              <a:rPr lang="ja-JP" altLang="en-US" sz="3200" dirty="0"/>
              <a:t>を考慮して</a:t>
            </a:r>
            <a:r>
              <a:rPr lang="en-US" altLang="ja-JP" sz="3200" dirty="0"/>
              <a:t>ensemble</a:t>
            </a:r>
            <a:r>
              <a:rPr lang="ja-JP" altLang="en-US" sz="3200" dirty="0"/>
              <a:t>に用いるモデルを選択する手法を提案した</a:t>
            </a:r>
            <a:endParaRPr lang="en-US" altLang="ja-JP" sz="3200" dirty="0"/>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Society entropy</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では，各モデルの「正解 </a:t>
            </a: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 </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不正解」だけでなく，どの予測先へ意見が分かれたかを利用して多様性を評価する</a:t>
            </a:r>
            <a:endPar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rPr>
              <a:t>WSJ</a:t>
            </a:r>
            <a:r>
              <a:rPr lang="ja-JP" altLang="en-US" sz="3200" dirty="0">
                <a:latin typeface="Source Han Sans JP Medium" panose="020B0600070205080204" charset="-128"/>
                <a:ea typeface="Source Han Sans JP Medium" panose="020B0600070205080204" charset="-128"/>
              </a:rPr>
              <a:t>の実験では，</a:t>
            </a:r>
            <a:r>
              <a:rPr lang="en-US" altLang="ja-JP" sz="3200" dirty="0">
                <a:latin typeface="Source Han Sans JP Medium" panose="020B0600070205080204" charset="-128"/>
                <a:ea typeface="Source Han Sans JP Medium" panose="020B0600070205080204" charset="-128"/>
              </a:rPr>
              <a:t>UAS</a:t>
            </a:r>
            <a:r>
              <a:rPr lang="ja-JP" altLang="en-US" sz="3200" dirty="0">
                <a:latin typeface="Source Han Sans JP Medium" panose="020B0600070205080204" charset="-128"/>
                <a:ea typeface="Source Han Sans JP Medium" panose="020B0600070205080204" charset="-128"/>
              </a:rPr>
              <a:t>を用いた</a:t>
            </a:r>
            <a:r>
              <a:rPr lang="en-US" altLang="ja-JP" sz="3200" dirty="0">
                <a:latin typeface="Source Han Sans JP Medium" panose="020B0600070205080204" charset="-128"/>
                <a:ea typeface="Source Han Sans JP Medium" panose="020B0600070205080204" charset="-128"/>
              </a:rPr>
              <a:t>aggregation</a:t>
            </a:r>
            <a:r>
              <a:rPr lang="ja-JP" altLang="en-US" sz="3200" dirty="0">
                <a:latin typeface="Source Han Sans JP Medium" panose="020B0600070205080204" charset="-128"/>
                <a:ea typeface="Source Han Sans JP Medium" panose="020B0600070205080204" charset="-128"/>
              </a:rPr>
              <a:t>により単体モデルを上回り，</a:t>
            </a:r>
            <a:r>
              <a:rPr lang="en-US" altLang="ja-JP" sz="3200" dirty="0">
                <a:latin typeface="Source Han Sans JP Medium" panose="020B0600070205080204" charset="-128"/>
                <a:ea typeface="Source Han Sans JP Medium" panose="020B0600070205080204" charset="-128"/>
              </a:rPr>
              <a:t>Society entropy</a:t>
            </a:r>
            <a:r>
              <a:rPr lang="ja-JP" altLang="en-US" sz="3200" dirty="0">
                <a:latin typeface="Source Han Sans JP Medium" panose="020B0600070205080204" charset="-128"/>
                <a:ea typeface="Source Han Sans JP Medium" panose="020B0600070205080204" charset="-128"/>
              </a:rPr>
              <a:t>による</a:t>
            </a:r>
            <a:r>
              <a:rPr lang="en-US" altLang="ja-JP" sz="3200" dirty="0">
                <a:latin typeface="Source Han Sans JP Medium" panose="020B0600070205080204" charset="-128"/>
                <a:ea typeface="Source Han Sans JP Medium" panose="020B0600070205080204" charset="-128"/>
              </a:rPr>
              <a:t>selection</a:t>
            </a:r>
            <a:r>
              <a:rPr lang="ja-JP" altLang="en-US" sz="3200" dirty="0">
                <a:latin typeface="Source Han Sans JP Medium" panose="020B0600070205080204" charset="-128"/>
                <a:ea typeface="Source Han Sans JP Medium" panose="020B0600070205080204" charset="-128"/>
              </a:rPr>
              <a:t>は，</a:t>
            </a:r>
            <a:r>
              <a:rPr lang="en-US" altLang="ja-JP" sz="3200" dirty="0">
                <a:latin typeface="Source Han Sans JP Medium" panose="020B0600070205080204" charset="-128"/>
                <a:ea typeface="Source Han Sans JP Medium" panose="020B0600070205080204" charset="-128"/>
              </a:rPr>
              <a:t>ensemble validation</a:t>
            </a:r>
            <a:r>
              <a:rPr lang="ja-JP" altLang="en-US" sz="3200" dirty="0">
                <a:latin typeface="Source Han Sans JP Medium" panose="020B0600070205080204" charset="-128"/>
                <a:ea typeface="Source Han Sans JP Medium" panose="020B0600070205080204" charset="-128"/>
              </a:rPr>
              <a:t>と近い性能を大幅に短い選択時間で実現した</a:t>
            </a:r>
            <a:endParaRPr lang="en-US" altLang="ja-JP" sz="3200" dirty="0">
              <a:latin typeface="Source Han Sans JP Medium" panose="020B0600070205080204" charset="-128"/>
              <a:ea typeface="Source Han Sans JP Medium" panose="020B0600070205080204" charset="-128"/>
            </a:endParaRPr>
          </a:p>
          <a:p>
            <a:pPr marL="457200" lvl="0" indent="-457200" eaLnBrk="0" fontAlgn="base" hangingPunct="0">
              <a:lnSpc>
                <a:spcPct val="150000"/>
              </a:lnSpc>
              <a:spcBef>
                <a:spcPct val="0"/>
              </a:spcBef>
              <a:spcAft>
                <a:spcPct val="0"/>
              </a:spcAft>
              <a:buClr>
                <a:srgbClr val="76AEAD"/>
              </a:buClr>
              <a:buFont typeface="Wingdings" panose="05000000000000000000" pitchFamily="2" charset="2"/>
              <a:buChar char="l"/>
            </a:pP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自分の研究では，この考え方をそのまま回帰へ適用するのではなく，各モデルの誤差の方向・大きさ・発生位置を調べ，</a:t>
            </a:r>
            <a:r>
              <a:rPr kumimoji="0" lang="en-US"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ONB</a:t>
            </a:r>
            <a:r>
              <a:rPr kumimoji="0" lang="ja-JP" altLang="en-US"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近傍で互いの誤りを補完できるモデル集合かを検証したい</a:t>
            </a:r>
            <a:endParaRPr kumimoji="0" lang="ja-JP" altLang="ja-JP" sz="32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373078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29609</TotalTime>
  <Words>2270</Words>
  <Application>Microsoft Office PowerPoint</Application>
  <PresentationFormat>ユーザー設定</PresentationFormat>
  <Paragraphs>305</Paragraphs>
  <Slides>23</Slides>
  <Notes>18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23</vt:i4>
      </vt:variant>
    </vt:vector>
  </HeadingPairs>
  <TitlesOfParts>
    <vt:vector size="33" baseType="lpstr">
      <vt:lpstr>Source Han Sans JP Bold</vt:lpstr>
      <vt:lpstr>Wingdings</vt:lpstr>
      <vt:lpstr>Source Han Sans JP Medium</vt:lpstr>
      <vt:lpstr>Cambria Math</vt:lpstr>
      <vt:lpstr>游ゴシック</vt:lpstr>
      <vt:lpstr>Arial</vt:lpstr>
      <vt:lpstr>Source Han Sans JP</vt:lpstr>
      <vt:lpstr>Now</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284</cp:revision>
  <dcterms:created xsi:type="dcterms:W3CDTF">2006-08-16T00:00:00Z</dcterms:created>
  <dcterms:modified xsi:type="dcterms:W3CDTF">2026-10-02T01:47:55Z</dcterms:modified>
  <dc:identifier>DAGKJCfN4aw</dc:identifier>
</cp:coreProperties>
</file>
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5"/>
  </p:notesMasterIdLst>
  <p:sldIdLst>
    <p:sldId id="256" r:id="rId2"/>
    <p:sldId id="299" r:id="rId3"/>
    <p:sldId id="379" r:id="rId4"/>
    <p:sldId id="360" r:id="rId5"/>
    <p:sldId id="375" r:id="rId6"/>
    <p:sldId id="353" r:id="rId7"/>
    <p:sldId id="398" r:id="rId8"/>
    <p:sldId id="381" r:id="rId9"/>
    <p:sldId id="382" r:id="rId10"/>
    <p:sldId id="374" r:id="rId11"/>
    <p:sldId id="354" r:id="rId12"/>
    <p:sldId id="383" r:id="rId13"/>
    <p:sldId id="391" r:id="rId14"/>
    <p:sldId id="392" r:id="rId15"/>
    <p:sldId id="393" r:id="rId16"/>
    <p:sldId id="394" r:id="rId17"/>
    <p:sldId id="395" r:id="rId18"/>
    <p:sldId id="367" r:id="rId19"/>
    <p:sldId id="376" r:id="rId20"/>
    <p:sldId id="371" r:id="rId21"/>
    <p:sldId id="372" r:id="rId22"/>
    <p:sldId id="396" r:id="rId23"/>
    <p:sldId id="397" r:id="rId24"/>
  </p:sldIdLst>
  <p:sldSz cx="18288000" cy="10287000"/>
  <p:notesSz cx="6858000" cy="9144000"/>
  <p:embeddedFontLst>
    <p:embeddedFont>
      <p:font typeface="Source Han Sans JP" panose="020B0600070205080204" charset="-128"/>
      <p:regular r:id="rId26"/>
    </p:embeddedFont>
    <p:embeddedFont>
      <p:font typeface="Source Han Sans JP Bold" panose="020B0600070205080204" charset="-128"/>
      <p:regular r:id="rId27"/>
    </p:embeddedFont>
    <p:embeddedFont>
      <p:font typeface="Source Han Sans JP Medium" panose="020B0600070205080204" charset="-128"/>
      <p:regular r:id="rId28"/>
    </p:embeddedFont>
    <p:embeddedFont>
      <p:font typeface="Cambria Math" panose="02040503050406030204" pitchFamily="18" charset="0"/>
      <p:regular r:id="rId29"/>
    </p:embeddedFont>
    <p:embeddedFont>
      <p:font typeface="Now" panose="020B0600070205080204" charset="0"/>
      <p:regular r:id="rId30"/>
    </p:embeddedFont>
    <p:embeddedFont>
      <p:font typeface="游ゴシック" panose="020B0400000000000000" pitchFamily="50" charset="-128"/>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4FD809A-16E9-4A61-A3AB-0BA26E6F3F4C}">
          <p14:sldIdLst>
            <p14:sldId id="256"/>
            <p14:sldId id="299"/>
            <p14:sldId id="379"/>
            <p14:sldId id="360"/>
            <p14:sldId id="375"/>
            <p14:sldId id="353"/>
            <p14:sldId id="398"/>
            <p14:sldId id="381"/>
            <p14:sldId id="382"/>
            <p14:sldId id="374"/>
            <p14:sldId id="354"/>
            <p14:sldId id="383"/>
            <p14:sldId id="391"/>
            <p14:sldId id="392"/>
            <p14:sldId id="393"/>
            <p14:sldId id="394"/>
            <p14:sldId id="395"/>
            <p14:sldId id="367"/>
            <p14:sldId id="376"/>
            <p14:sldId id="371"/>
            <p14:sldId id="372"/>
            <p14:sldId id="396"/>
            <p14:sldId id="39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6F8"/>
    <a:srgbClr val="86B8B7"/>
    <a:srgbClr val="B0D0CE"/>
    <a:srgbClr val="C8DEDD"/>
    <a:srgbClr val="F79646"/>
    <a:srgbClr val="DBE9E8"/>
    <a:srgbClr val="ECF1F1"/>
    <a:srgbClr val="93BFBE"/>
    <a:srgbClr val="76AEAD"/>
    <a:srgbClr val="5DC7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9990F9-E721-44F6-ACC1-60CCC2036168}" v="16" dt="2026-04-30T12:44:23.269"/>
    <p1510:client id="{BF59CE36-4A4D-4065-ADD0-C4A35ECCB0B4}" v="5" dt="2026-05-01T02:30:28.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5" autoAdjust="0"/>
    <p:restoredTop sz="70438" autoAdjust="0"/>
  </p:normalViewPr>
  <p:slideViewPr>
    <p:cSldViewPr>
      <p:cViewPr varScale="1">
        <p:scale>
          <a:sx n="50" d="100"/>
          <a:sy n="50" d="100"/>
        </p:scale>
        <p:origin x="300" y="24"/>
      </p:cViewPr>
      <p:guideLst>
        <p:guide orient="horz" pos="2160"/>
        <p:guide pos="2880"/>
      </p:guideLst>
    </p:cSldViewPr>
  </p:slideViewPr>
  <p:outlineViewPr>
    <p:cViewPr>
      <p:scale>
        <a:sx n="33" d="100"/>
        <a:sy n="33" d="100"/>
      </p:scale>
      <p:origin x="0" y="-642"/>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 柴崎" userId="47b6e960b06a1f92" providerId="LiveId" clId="{DFDF2D9E-0FA2-4FD2-962D-E4713059FE82}"/>
    <pc:docChg chg="undo custSel addSld delSld modSld sldOrd delSection modSection">
      <pc:chgData name="陸 柴崎" userId="47b6e960b06a1f92" providerId="LiveId" clId="{DFDF2D9E-0FA2-4FD2-962D-E4713059FE82}" dt="2026-05-01T06:06:38.060" v="9884" actId="20577"/>
      <pc:docMkLst>
        <pc:docMk/>
      </pc:docMkLst>
      <pc:sldChg chg="modSp mod">
        <pc:chgData name="陸 柴崎" userId="47b6e960b06a1f92" providerId="LiveId" clId="{DFDF2D9E-0FA2-4FD2-962D-E4713059FE82}" dt="2026-05-01T01:59:29.179" v="8510" actId="20577"/>
        <pc:sldMkLst>
          <pc:docMk/>
          <pc:sldMk cId="0" sldId="256"/>
        </pc:sldMkLst>
        <pc:spChg chg="mod">
          <ac:chgData name="陸 柴崎" userId="47b6e960b06a1f92" providerId="LiveId" clId="{DFDF2D9E-0FA2-4FD2-962D-E4713059FE82}" dt="2026-04-27T06:20:40.232" v="18" actId="1076"/>
          <ac:spMkLst>
            <pc:docMk/>
            <pc:sldMk cId="0" sldId="256"/>
            <ac:spMk id="13" creationId="{9E46055B-DA28-1F66-CD59-78CAAB0910E0}"/>
          </ac:spMkLst>
        </pc:spChg>
        <pc:spChg chg="mod">
          <ac:chgData name="陸 柴崎" userId="47b6e960b06a1f92" providerId="LiveId" clId="{DFDF2D9E-0FA2-4FD2-962D-E4713059FE82}" dt="2026-04-27T06:20:01.044" v="14" actId="1076"/>
          <ac:spMkLst>
            <pc:docMk/>
            <pc:sldMk cId="0" sldId="256"/>
            <ac:spMk id="14" creationId="{5A851D26-D12C-C610-35D6-4EE88EAAA3D9}"/>
          </ac:spMkLst>
        </pc:spChg>
        <pc:spChg chg="mod">
          <ac:chgData name="陸 柴崎" userId="47b6e960b06a1f92" providerId="LiveId" clId="{DFDF2D9E-0FA2-4FD2-962D-E4713059FE82}" dt="2026-05-01T01:59:29.179" v="8510" actId="20577"/>
          <ac:spMkLst>
            <pc:docMk/>
            <pc:sldMk cId="0" sldId="256"/>
            <ac:spMk id="20" creationId="{00000000-0000-0000-0000-000000000000}"/>
          </ac:spMkLst>
        </pc:spChg>
      </pc:sldChg>
      <pc:sldChg chg="del">
        <pc:chgData name="陸 柴崎" userId="47b6e960b06a1f92" providerId="LiveId" clId="{DFDF2D9E-0FA2-4FD2-962D-E4713059FE82}" dt="2026-04-30T12:03:43.408" v="7465" actId="47"/>
        <pc:sldMkLst>
          <pc:docMk/>
          <pc:sldMk cId="1799079156" sldId="298"/>
        </pc:sldMkLst>
      </pc:sldChg>
      <pc:sldChg chg="del">
        <pc:chgData name="陸 柴崎" userId="47b6e960b06a1f92" providerId="LiveId" clId="{DFDF2D9E-0FA2-4FD2-962D-E4713059FE82}" dt="2026-04-30T12:03:42.818" v="7462" actId="47"/>
        <pc:sldMkLst>
          <pc:docMk/>
          <pc:sldMk cId="3435325129" sldId="302"/>
        </pc:sldMkLst>
      </pc:sldChg>
      <pc:sldChg chg="del">
        <pc:chgData name="陸 柴崎" userId="47b6e960b06a1f92" providerId="LiveId" clId="{DFDF2D9E-0FA2-4FD2-962D-E4713059FE82}" dt="2026-04-30T12:03:42.370" v="7460" actId="47"/>
        <pc:sldMkLst>
          <pc:docMk/>
          <pc:sldMk cId="1994194877" sldId="303"/>
        </pc:sldMkLst>
      </pc:sldChg>
      <pc:sldChg chg="del">
        <pc:chgData name="陸 柴崎" userId="47b6e960b06a1f92" providerId="LiveId" clId="{DFDF2D9E-0FA2-4FD2-962D-E4713059FE82}" dt="2026-04-30T12:03:43.208" v="7464" actId="47"/>
        <pc:sldMkLst>
          <pc:docMk/>
          <pc:sldMk cId="2731234333" sldId="342"/>
        </pc:sldMkLst>
      </pc:sldChg>
      <pc:sldChg chg="del">
        <pc:chgData name="陸 柴崎" userId="47b6e960b06a1f92" providerId="LiveId" clId="{DFDF2D9E-0FA2-4FD2-962D-E4713059FE82}" dt="2026-04-30T12:03:42.961" v="7463" actId="47"/>
        <pc:sldMkLst>
          <pc:docMk/>
          <pc:sldMk cId="1352494329" sldId="343"/>
        </pc:sldMkLst>
      </pc:sldChg>
      <pc:sldChg chg="del">
        <pc:chgData name="陸 柴崎" userId="47b6e960b06a1f92" providerId="LiveId" clId="{DFDF2D9E-0FA2-4FD2-962D-E4713059FE82}" dt="2026-04-30T12:03:42.678" v="7461" actId="47"/>
        <pc:sldMkLst>
          <pc:docMk/>
          <pc:sldMk cId="3838289704" sldId="344"/>
        </pc:sldMkLst>
      </pc:sldChg>
      <pc:sldChg chg="del">
        <pc:chgData name="陸 柴崎" userId="47b6e960b06a1f92" providerId="LiveId" clId="{DFDF2D9E-0FA2-4FD2-962D-E4713059FE82}" dt="2026-04-30T12:03:43.946" v="7467" actId="47"/>
        <pc:sldMkLst>
          <pc:docMk/>
          <pc:sldMk cId="3703406585" sldId="350"/>
        </pc:sldMkLst>
      </pc:sldChg>
      <pc:sldChg chg="del">
        <pc:chgData name="陸 柴崎" userId="47b6e960b06a1f92" providerId="LiveId" clId="{DFDF2D9E-0FA2-4FD2-962D-E4713059FE82}" dt="2026-04-30T12:03:44.859" v="7468" actId="47"/>
        <pc:sldMkLst>
          <pc:docMk/>
          <pc:sldMk cId="2561804069" sldId="352"/>
        </pc:sldMkLst>
      </pc:sldChg>
      <pc:sldChg chg="addSp delSp modSp mod">
        <pc:chgData name="陸 柴崎" userId="47b6e960b06a1f92" providerId="LiveId" clId="{DFDF2D9E-0FA2-4FD2-962D-E4713059FE82}" dt="2026-04-29T04:10:11.052" v="2533" actId="478"/>
        <pc:sldMkLst>
          <pc:docMk/>
          <pc:sldMk cId="1839823296" sldId="353"/>
        </pc:sldMkLst>
        <pc:spChg chg="add del mod">
          <ac:chgData name="陸 柴崎" userId="47b6e960b06a1f92" providerId="LiveId" clId="{DFDF2D9E-0FA2-4FD2-962D-E4713059FE82}" dt="2026-04-29T03:56:56.619" v="1593" actId="1076"/>
          <ac:spMkLst>
            <pc:docMk/>
            <pc:sldMk cId="1839823296" sldId="353"/>
            <ac:spMk id="4" creationId="{C90D2EC1-E0C6-CB2C-2E16-E495BB28CAC2}"/>
          </ac:spMkLst>
        </pc:spChg>
        <pc:spChg chg="mod">
          <ac:chgData name="陸 柴崎" userId="47b6e960b06a1f92" providerId="LiveId" clId="{DFDF2D9E-0FA2-4FD2-962D-E4713059FE82}" dt="2026-04-29T03:59:13.531" v="1837" actId="20577"/>
          <ac:spMkLst>
            <pc:docMk/>
            <pc:sldMk cId="1839823296" sldId="353"/>
            <ac:spMk id="5" creationId="{E4738322-4920-5653-9CB1-4917B1597833}"/>
          </ac:spMkLst>
        </pc:spChg>
        <pc:spChg chg="add del mod">
          <ac:chgData name="陸 柴崎" userId="47b6e960b06a1f92" providerId="LiveId" clId="{DFDF2D9E-0FA2-4FD2-962D-E4713059FE82}" dt="2026-04-29T03:56:59.892" v="1594" actId="1076"/>
          <ac:spMkLst>
            <pc:docMk/>
            <pc:sldMk cId="1839823296" sldId="353"/>
            <ac:spMk id="8" creationId="{C63D8827-0A27-19B0-C566-8649470AE413}"/>
          </ac:spMkLst>
        </pc:spChg>
        <pc:spChg chg="add mod">
          <ac:chgData name="陸 柴崎" userId="47b6e960b06a1f92" providerId="LiveId" clId="{DFDF2D9E-0FA2-4FD2-962D-E4713059FE82}" dt="2026-04-29T03:57:08.277" v="1595" actId="1076"/>
          <ac:spMkLst>
            <pc:docMk/>
            <pc:sldMk cId="1839823296" sldId="353"/>
            <ac:spMk id="9" creationId="{33008352-DBFB-6A87-3618-5E6554B75EE3}"/>
          </ac:spMkLst>
        </pc:spChg>
        <pc:spChg chg="add mod">
          <ac:chgData name="陸 柴崎" userId="47b6e960b06a1f92" providerId="LiveId" clId="{DFDF2D9E-0FA2-4FD2-962D-E4713059FE82}" dt="2026-04-29T04:00:22.775" v="1846" actId="1076"/>
          <ac:spMkLst>
            <pc:docMk/>
            <pc:sldMk cId="1839823296" sldId="353"/>
            <ac:spMk id="27" creationId="{82A7A710-567C-62B5-4F83-EFCCA0EC628B}"/>
          </ac:spMkLst>
        </pc:spChg>
        <pc:spChg chg="mod">
          <ac:chgData name="陸 柴崎" userId="47b6e960b06a1f92" providerId="LiveId" clId="{DFDF2D9E-0FA2-4FD2-962D-E4713059FE82}" dt="2026-04-29T03:53:55.871" v="1273" actId="20577"/>
          <ac:spMkLst>
            <pc:docMk/>
            <pc:sldMk cId="1839823296" sldId="353"/>
            <ac:spMk id="40" creationId="{2E361B5C-CFB1-8AAC-7296-520CE6FBC6A1}"/>
          </ac:spMkLst>
        </pc:spChg>
        <pc:spChg chg="mod">
          <ac:chgData name="陸 柴崎" userId="47b6e960b06a1f92" providerId="LiveId" clId="{DFDF2D9E-0FA2-4FD2-962D-E4713059FE82}" dt="2026-04-29T03:56:41.346" v="1590" actId="1076"/>
          <ac:spMkLst>
            <pc:docMk/>
            <pc:sldMk cId="1839823296" sldId="353"/>
            <ac:spMk id="45" creationId="{E9C36849-A082-11E7-2684-5B557E7897FE}"/>
          </ac:spMkLst>
        </pc:spChg>
        <pc:spChg chg="mod">
          <ac:chgData name="陸 柴崎" userId="47b6e960b06a1f92" providerId="LiveId" clId="{DFDF2D9E-0FA2-4FD2-962D-E4713059FE82}" dt="2026-04-29T03:56:46.360" v="1591" actId="1076"/>
          <ac:spMkLst>
            <pc:docMk/>
            <pc:sldMk cId="1839823296" sldId="353"/>
            <ac:spMk id="46" creationId="{066A62D8-A21F-9B61-8968-DA5E5C0EAB8E}"/>
          </ac:spMkLst>
        </pc:spChg>
        <pc:spChg chg="mod">
          <ac:chgData name="陸 柴崎" userId="47b6e960b06a1f92" providerId="LiveId" clId="{DFDF2D9E-0FA2-4FD2-962D-E4713059FE82}" dt="2026-04-29T03:58:58.359" v="1822" actId="1076"/>
          <ac:spMkLst>
            <pc:docMk/>
            <pc:sldMk cId="1839823296" sldId="353"/>
            <ac:spMk id="52" creationId="{82EDB9AC-CB59-BEFD-B5DC-46020D7D6414}"/>
          </ac:spMkLst>
        </pc:spChg>
        <pc:spChg chg="mod">
          <ac:chgData name="陸 柴崎" userId="47b6e960b06a1f92" providerId="LiveId" clId="{DFDF2D9E-0FA2-4FD2-962D-E4713059FE82}" dt="2026-04-29T03:58:58.359" v="1822" actId="1076"/>
          <ac:spMkLst>
            <pc:docMk/>
            <pc:sldMk cId="1839823296" sldId="353"/>
            <ac:spMk id="56" creationId="{9CAA9BC2-A211-526C-F842-BB79298AA7F4}"/>
          </ac:spMkLst>
        </pc:spChg>
      </pc:sldChg>
      <pc:sldChg chg="addSp delSp modSp mod modNotesTx">
        <pc:chgData name="陸 柴崎" userId="47b6e960b06a1f92" providerId="LiveId" clId="{DFDF2D9E-0FA2-4FD2-962D-E4713059FE82}" dt="2026-04-30T11:42:28.255" v="7023" actId="20577"/>
        <pc:sldMkLst>
          <pc:docMk/>
          <pc:sldMk cId="427512372" sldId="354"/>
        </pc:sldMkLst>
        <pc:spChg chg="mod">
          <ac:chgData name="陸 柴崎" userId="47b6e960b06a1f92" providerId="LiveId" clId="{DFDF2D9E-0FA2-4FD2-962D-E4713059FE82}" dt="2026-04-29T04:31:20.483" v="3511" actId="20577"/>
          <ac:spMkLst>
            <pc:docMk/>
            <pc:sldMk cId="427512372" sldId="354"/>
            <ac:spMk id="3" creationId="{CC63A3F2-F528-F444-0694-96656D4D2EE7}"/>
          </ac:spMkLst>
        </pc:spChg>
        <pc:spChg chg="add mod">
          <ac:chgData name="陸 柴崎" userId="47b6e960b06a1f92" providerId="LiveId" clId="{DFDF2D9E-0FA2-4FD2-962D-E4713059FE82}" dt="2026-04-29T04:25:16.933" v="3373" actId="1076"/>
          <ac:spMkLst>
            <pc:docMk/>
            <pc:sldMk cId="427512372" sldId="354"/>
            <ac:spMk id="26" creationId="{5C753089-F9CD-9366-72E7-496592706051}"/>
          </ac:spMkLst>
        </pc:spChg>
        <pc:picChg chg="add mod modCrop">
          <ac:chgData name="陸 柴崎" userId="47b6e960b06a1f92" providerId="LiveId" clId="{DFDF2D9E-0FA2-4FD2-962D-E4713059FE82}" dt="2026-04-29T04:24:02.252" v="3359" actId="1076"/>
          <ac:picMkLst>
            <pc:docMk/>
            <pc:sldMk cId="427512372" sldId="354"/>
            <ac:picMk id="8" creationId="{1115FAC0-2CBF-A93E-1DDA-3BC9BBCB9BA1}"/>
          </ac:picMkLst>
        </pc:picChg>
      </pc:sldChg>
      <pc:sldChg chg="del">
        <pc:chgData name="陸 柴崎" userId="47b6e960b06a1f92" providerId="LiveId" clId="{DFDF2D9E-0FA2-4FD2-962D-E4713059FE82}" dt="2026-04-30T12:03:43.622" v="7466" actId="47"/>
        <pc:sldMkLst>
          <pc:docMk/>
          <pc:sldMk cId="3000279953" sldId="359"/>
        </pc:sldMkLst>
      </pc:sldChg>
      <pc:sldChg chg="modSp mod">
        <pc:chgData name="陸 柴崎" userId="47b6e960b06a1f92" providerId="LiveId" clId="{DFDF2D9E-0FA2-4FD2-962D-E4713059FE82}" dt="2026-05-01T02:01:25.372" v="8646" actId="20577"/>
        <pc:sldMkLst>
          <pc:docMk/>
          <pc:sldMk cId="609340271" sldId="360"/>
        </pc:sldMkLst>
        <pc:spChg chg="mod">
          <ac:chgData name="陸 柴崎" userId="47b6e960b06a1f92" providerId="LiveId" clId="{DFDF2D9E-0FA2-4FD2-962D-E4713059FE82}" dt="2026-04-27T06:46:45.807" v="668" actId="1076"/>
          <ac:spMkLst>
            <pc:docMk/>
            <pc:sldMk cId="609340271" sldId="360"/>
            <ac:spMk id="3" creationId="{F2A5ABC3-E266-0634-4B4D-A255C12B0297}"/>
          </ac:spMkLst>
        </pc:spChg>
        <pc:spChg chg="mod">
          <ac:chgData name="陸 柴崎" userId="47b6e960b06a1f92" providerId="LiveId" clId="{DFDF2D9E-0FA2-4FD2-962D-E4713059FE82}" dt="2026-05-01T02:01:25.372" v="8646" actId="20577"/>
          <ac:spMkLst>
            <pc:docMk/>
            <pc:sldMk cId="609340271" sldId="360"/>
            <ac:spMk id="4" creationId="{C20DF737-0EA7-732E-D1FB-558737ED9428}"/>
          </ac:spMkLst>
        </pc:spChg>
        <pc:spChg chg="mod">
          <ac:chgData name="陸 柴崎" userId="47b6e960b06a1f92" providerId="LiveId" clId="{DFDF2D9E-0FA2-4FD2-962D-E4713059FE82}" dt="2026-04-29T04:16:10.132" v="2897" actId="1076"/>
          <ac:spMkLst>
            <pc:docMk/>
            <pc:sldMk cId="609340271" sldId="360"/>
            <ac:spMk id="40" creationId="{18BCDE0D-5E21-57F1-517E-02D58024D4E0}"/>
          </ac:spMkLst>
        </pc:spChg>
        <pc:spChg chg="mod">
          <ac:chgData name="陸 柴崎" userId="47b6e960b06a1f92" providerId="LiveId" clId="{DFDF2D9E-0FA2-4FD2-962D-E4713059FE82}" dt="2026-05-01T02:00:39.339" v="8603" actId="20577"/>
          <ac:spMkLst>
            <pc:docMk/>
            <pc:sldMk cId="609340271" sldId="360"/>
            <ac:spMk id="57" creationId="{C67B1B63-E895-36A2-FADA-3D87D2B968CB}"/>
          </ac:spMkLst>
        </pc:spChg>
        <pc:spChg chg="mod">
          <ac:chgData name="陸 柴崎" userId="47b6e960b06a1f92" providerId="LiveId" clId="{DFDF2D9E-0FA2-4FD2-962D-E4713059FE82}" dt="2026-04-27T06:46:43.165" v="667" actId="1076"/>
          <ac:spMkLst>
            <pc:docMk/>
            <pc:sldMk cId="609340271" sldId="360"/>
            <ac:spMk id="69" creationId="{5A6EDAFF-02C6-07F6-6A7A-521036718516}"/>
          </ac:spMkLst>
        </pc:spChg>
        <pc:grpChg chg="mod">
          <ac:chgData name="陸 柴崎" userId="47b6e960b06a1f92" providerId="LiveId" clId="{DFDF2D9E-0FA2-4FD2-962D-E4713059FE82}" dt="2026-04-29T04:15:59.903" v="2895" actId="1076"/>
          <ac:grpSpMkLst>
            <pc:docMk/>
            <pc:sldMk cId="609340271" sldId="360"/>
            <ac:grpSpMk id="44" creationId="{8545B1C6-AD44-CAA2-F2D8-7D9E0EE8C615}"/>
          </ac:grpSpMkLst>
        </pc:grpChg>
        <pc:grpChg chg="mod">
          <ac:chgData name="陸 柴崎" userId="47b6e960b06a1f92" providerId="LiveId" clId="{DFDF2D9E-0FA2-4FD2-962D-E4713059FE82}" dt="2026-04-27T06:46:43.165" v="667" actId="1076"/>
          <ac:grpSpMkLst>
            <pc:docMk/>
            <pc:sldMk cId="609340271" sldId="360"/>
            <ac:grpSpMk id="66" creationId="{5D8A99AE-AB03-F0C5-CD0B-198872016830}"/>
          </ac:grpSpMkLst>
        </pc:grpChg>
      </pc:sldChg>
      <pc:sldChg chg="addSp delSp modSp mod modNotesTx">
        <pc:chgData name="陸 柴崎" userId="47b6e960b06a1f92" providerId="LiveId" clId="{DFDF2D9E-0FA2-4FD2-962D-E4713059FE82}" dt="2026-05-01T02:27:22.398" v="9032" actId="20577"/>
        <pc:sldMkLst>
          <pc:docMk/>
          <pc:sldMk cId="1498123991" sldId="367"/>
        </pc:sldMkLst>
        <pc:spChg chg="mod">
          <ac:chgData name="陸 柴崎" userId="47b6e960b06a1f92" providerId="LiveId" clId="{DFDF2D9E-0FA2-4FD2-962D-E4713059FE82}" dt="2026-04-29T04:59:58.190" v="4238" actId="14100"/>
          <ac:spMkLst>
            <pc:docMk/>
            <pc:sldMk cId="1498123991" sldId="367"/>
            <ac:spMk id="3" creationId="{08ED5234-0177-85AC-C2B4-93A061664757}"/>
          </ac:spMkLst>
        </pc:spChg>
        <pc:spChg chg="add mod">
          <ac:chgData name="陸 柴崎" userId="47b6e960b06a1f92" providerId="LiveId" clId="{DFDF2D9E-0FA2-4FD2-962D-E4713059FE82}" dt="2026-04-29T05:01:21.668" v="4482" actId="20577"/>
          <ac:spMkLst>
            <pc:docMk/>
            <pc:sldMk cId="1498123991" sldId="367"/>
            <ac:spMk id="7" creationId="{879BC0AE-5290-3F86-BF5B-32D4A6082E4C}"/>
          </ac:spMkLst>
        </pc:spChg>
        <pc:spChg chg="add mod">
          <ac:chgData name="陸 柴崎" userId="47b6e960b06a1f92" providerId="LiveId" clId="{DFDF2D9E-0FA2-4FD2-962D-E4713059FE82}" dt="2026-05-01T02:27:22.398" v="9032" actId="20577"/>
          <ac:spMkLst>
            <pc:docMk/>
            <pc:sldMk cId="1498123991" sldId="367"/>
            <ac:spMk id="30" creationId="{E56EEF28-2861-3970-36DE-A2E0E9813AA4}"/>
          </ac:spMkLst>
        </pc:spChg>
        <pc:spChg chg="add mod ord">
          <ac:chgData name="陸 柴崎" userId="47b6e960b06a1f92" providerId="LiveId" clId="{DFDF2D9E-0FA2-4FD2-962D-E4713059FE82}" dt="2026-04-30T12:09:20.449" v="7510" actId="14100"/>
          <ac:spMkLst>
            <pc:docMk/>
            <pc:sldMk cId="1498123991" sldId="367"/>
            <ac:spMk id="33" creationId="{64818BBA-FF9C-64C5-603F-C9F3CC9A6057}"/>
          </ac:spMkLst>
        </pc:spChg>
      </pc:sldChg>
      <pc:sldChg chg="addSp modSp mod">
        <pc:chgData name="陸 柴崎" userId="47b6e960b06a1f92" providerId="LiveId" clId="{DFDF2D9E-0FA2-4FD2-962D-E4713059FE82}" dt="2026-04-30T12:13:01.075" v="7729" actId="14100"/>
        <pc:sldMkLst>
          <pc:docMk/>
          <pc:sldMk cId="171453735" sldId="369"/>
        </pc:sldMkLst>
        <pc:spChg chg="add mod">
          <ac:chgData name="陸 柴崎" userId="47b6e960b06a1f92" providerId="LiveId" clId="{DFDF2D9E-0FA2-4FD2-962D-E4713059FE82}" dt="2026-04-30T12:13:01.075" v="7729" actId="14100"/>
          <ac:spMkLst>
            <pc:docMk/>
            <pc:sldMk cId="171453735" sldId="369"/>
            <ac:spMk id="4" creationId="{35323E74-E127-4A5B-83FF-EAD20FF8CF43}"/>
          </ac:spMkLst>
        </pc:spChg>
        <pc:spChg chg="add mod">
          <ac:chgData name="陸 柴崎" userId="47b6e960b06a1f92" providerId="LiveId" clId="{DFDF2D9E-0FA2-4FD2-962D-E4713059FE82}" dt="2026-04-30T12:12:49.663" v="7726" actId="1076"/>
          <ac:spMkLst>
            <pc:docMk/>
            <pc:sldMk cId="171453735" sldId="369"/>
            <ac:spMk id="5" creationId="{F5B0D247-F7A5-E1C5-944F-190027EC9A59}"/>
          </ac:spMkLst>
        </pc:spChg>
        <pc:picChg chg="mod">
          <ac:chgData name="陸 柴崎" userId="47b6e960b06a1f92" providerId="LiveId" clId="{DFDF2D9E-0FA2-4FD2-962D-E4713059FE82}" dt="2026-04-30T12:12:07.067" v="7674" actId="1037"/>
          <ac:picMkLst>
            <pc:docMk/>
            <pc:sldMk cId="171453735" sldId="369"/>
            <ac:picMk id="7" creationId="{3B21797C-4B43-4185-96B5-AC113D6E6ADC}"/>
          </ac:picMkLst>
        </pc:picChg>
      </pc:sldChg>
      <pc:sldChg chg="addSp delSp modSp mod">
        <pc:chgData name="陸 柴崎" userId="47b6e960b06a1f92" providerId="LiveId" clId="{DFDF2D9E-0FA2-4FD2-962D-E4713059FE82}" dt="2026-04-30T12:38:24.584" v="7925" actId="20577"/>
        <pc:sldMkLst>
          <pc:docMk/>
          <pc:sldMk cId="776935616" sldId="371"/>
        </pc:sldMkLst>
        <pc:spChg chg="mod">
          <ac:chgData name="陸 柴崎" userId="47b6e960b06a1f92" providerId="LiveId" clId="{DFDF2D9E-0FA2-4FD2-962D-E4713059FE82}" dt="2026-04-30T11:06:49.534" v="5705" actId="20577"/>
          <ac:spMkLst>
            <pc:docMk/>
            <pc:sldMk cId="776935616" sldId="371"/>
            <ac:spMk id="3" creationId="{5EECB152-7FF6-E7FF-4AED-B64C4FB0C9EA}"/>
          </ac:spMkLst>
        </pc:spChg>
        <pc:spChg chg="add mod">
          <ac:chgData name="陸 柴崎" userId="47b6e960b06a1f92" providerId="LiveId" clId="{DFDF2D9E-0FA2-4FD2-962D-E4713059FE82}" dt="2026-04-30T12:38:24.584" v="7925" actId="20577"/>
          <ac:spMkLst>
            <pc:docMk/>
            <pc:sldMk cId="776935616" sldId="371"/>
            <ac:spMk id="26" creationId="{46F98B60-0235-A762-1515-E980046B9D29}"/>
          </ac:spMkLst>
        </pc:spChg>
        <pc:spChg chg="mod">
          <ac:chgData name="陸 柴崎" userId="47b6e960b06a1f92" providerId="LiveId" clId="{DFDF2D9E-0FA2-4FD2-962D-E4713059FE82}" dt="2026-04-30T10:56:23.708" v="5120" actId="14100"/>
          <ac:spMkLst>
            <pc:docMk/>
            <pc:sldMk cId="776935616" sldId="371"/>
            <ac:spMk id="35" creationId="{4E9B6F8F-4409-0CAE-15CC-B110B0D31EE9}"/>
          </ac:spMkLst>
        </pc:spChg>
        <pc:spChg chg="mod">
          <ac:chgData name="陸 柴崎" userId="47b6e960b06a1f92" providerId="LiveId" clId="{DFDF2D9E-0FA2-4FD2-962D-E4713059FE82}" dt="2026-04-30T11:03:15.213" v="5443" actId="20577"/>
          <ac:spMkLst>
            <pc:docMk/>
            <pc:sldMk cId="776935616" sldId="371"/>
            <ac:spMk id="36" creationId="{2AD0E88D-EB32-5444-2C66-41FED6D1ACB3}"/>
          </ac:spMkLst>
        </pc:spChg>
        <pc:grpChg chg="del">
          <ac:chgData name="陸 柴崎" userId="47b6e960b06a1f92" providerId="LiveId" clId="{DFDF2D9E-0FA2-4FD2-962D-E4713059FE82}" dt="2026-04-30T10:30:11.585" v="5109" actId="478"/>
          <ac:grpSpMkLst>
            <pc:docMk/>
            <pc:sldMk cId="776935616" sldId="371"/>
            <ac:grpSpMk id="4" creationId="{236D53AE-1A73-0450-EA89-76FC7FA3C1BC}"/>
          </ac:grpSpMkLst>
        </pc:grpChg>
        <pc:picChg chg="del">
          <ac:chgData name="陸 柴崎" userId="47b6e960b06a1f92" providerId="LiveId" clId="{DFDF2D9E-0FA2-4FD2-962D-E4713059FE82}" dt="2026-04-30T10:30:10.433" v="5108" actId="478"/>
          <ac:picMkLst>
            <pc:docMk/>
            <pc:sldMk cId="776935616" sldId="371"/>
            <ac:picMk id="8" creationId="{2DABA004-AD43-F198-956D-5E8B266AEA47}"/>
          </ac:picMkLst>
        </pc:picChg>
        <pc:picChg chg="add mod">
          <ac:chgData name="陸 柴崎" userId="47b6e960b06a1f92" providerId="LiveId" clId="{DFDF2D9E-0FA2-4FD2-962D-E4713059FE82}" dt="2026-04-30T10:56:25.765" v="5121" actId="1076"/>
          <ac:picMkLst>
            <pc:docMk/>
            <pc:sldMk cId="776935616" sldId="371"/>
            <ac:picMk id="9" creationId="{853EFD15-E12B-03F4-C8F1-91ABB8636351}"/>
          </ac:picMkLst>
        </pc:picChg>
      </pc:sldChg>
      <pc:sldChg chg="addSp delSp modSp mod">
        <pc:chgData name="陸 柴崎" userId="47b6e960b06a1f92" providerId="LiveId" clId="{DFDF2D9E-0FA2-4FD2-962D-E4713059FE82}" dt="2026-05-01T02:04:50.855" v="8714" actId="20577"/>
        <pc:sldMkLst>
          <pc:docMk/>
          <pc:sldMk cId="2501506395" sldId="372"/>
        </pc:sldMkLst>
        <pc:spChg chg="mod">
          <ac:chgData name="陸 柴崎" userId="47b6e960b06a1f92" providerId="LiveId" clId="{DFDF2D9E-0FA2-4FD2-962D-E4713059FE82}" dt="2026-04-30T11:07:02.240" v="5714" actId="20577"/>
          <ac:spMkLst>
            <pc:docMk/>
            <pc:sldMk cId="2501506395" sldId="372"/>
            <ac:spMk id="3" creationId="{47C59F46-929A-5313-7A47-8A2B5F2DD145}"/>
          </ac:spMkLst>
        </pc:spChg>
        <pc:spChg chg="add mod">
          <ac:chgData name="陸 柴崎" userId="47b6e960b06a1f92" providerId="LiveId" clId="{DFDF2D9E-0FA2-4FD2-962D-E4713059FE82}" dt="2026-04-30T11:11:34.286" v="5929" actId="20577"/>
          <ac:spMkLst>
            <pc:docMk/>
            <pc:sldMk cId="2501506395" sldId="372"/>
            <ac:spMk id="7" creationId="{6DB342B9-19AE-5210-55C8-A8A36BDE9938}"/>
          </ac:spMkLst>
        </pc:spChg>
        <pc:spChg chg="add mod">
          <ac:chgData name="陸 柴崎" userId="47b6e960b06a1f92" providerId="LiveId" clId="{DFDF2D9E-0FA2-4FD2-962D-E4713059FE82}" dt="2026-04-30T11:10:33.081" v="5922" actId="1076"/>
          <ac:spMkLst>
            <pc:docMk/>
            <pc:sldMk cId="2501506395" sldId="372"/>
            <ac:spMk id="8" creationId="{C0AB0A08-AA76-1B94-50D7-A4DC865FDEF0}"/>
          </ac:spMkLst>
        </pc:spChg>
        <pc:spChg chg="add mod">
          <ac:chgData name="陸 柴崎" userId="47b6e960b06a1f92" providerId="LiveId" clId="{DFDF2D9E-0FA2-4FD2-962D-E4713059FE82}" dt="2026-05-01T02:04:50.855" v="8714" actId="20577"/>
          <ac:spMkLst>
            <pc:docMk/>
            <pc:sldMk cId="2501506395" sldId="372"/>
            <ac:spMk id="9" creationId="{D53A01AB-427B-8278-81F6-B22FE67A4405}"/>
          </ac:spMkLst>
        </pc:spChg>
        <pc:spChg chg="del">
          <ac:chgData name="陸 柴崎" userId="47b6e960b06a1f92" providerId="LiveId" clId="{DFDF2D9E-0FA2-4FD2-962D-E4713059FE82}" dt="2026-04-30T11:07:47.432" v="5767" actId="478"/>
          <ac:spMkLst>
            <pc:docMk/>
            <pc:sldMk cId="2501506395" sldId="372"/>
            <ac:spMk id="26" creationId="{FA44AA86-CC4E-9DCA-3BCA-FB990A938400}"/>
          </ac:spMkLst>
        </pc:spChg>
        <pc:spChg chg="del">
          <ac:chgData name="陸 柴崎" userId="47b6e960b06a1f92" providerId="LiveId" clId="{DFDF2D9E-0FA2-4FD2-962D-E4713059FE82}" dt="2026-04-30T11:07:44.869" v="5764" actId="478"/>
          <ac:spMkLst>
            <pc:docMk/>
            <pc:sldMk cId="2501506395" sldId="372"/>
            <ac:spMk id="27" creationId="{81ABA0E8-3737-8390-325D-CEBBBD631BA2}"/>
          </ac:spMkLst>
        </pc:spChg>
        <pc:spChg chg="del">
          <ac:chgData name="陸 柴崎" userId="47b6e960b06a1f92" providerId="LiveId" clId="{DFDF2D9E-0FA2-4FD2-962D-E4713059FE82}" dt="2026-04-30T11:07:46.558" v="5766" actId="478"/>
          <ac:spMkLst>
            <pc:docMk/>
            <pc:sldMk cId="2501506395" sldId="372"/>
            <ac:spMk id="32" creationId="{E7ED83AF-043F-4A88-E6C8-A642B6683DD8}"/>
          </ac:spMkLst>
        </pc:spChg>
        <pc:spChg chg="del">
          <ac:chgData name="陸 柴崎" userId="47b6e960b06a1f92" providerId="LiveId" clId="{DFDF2D9E-0FA2-4FD2-962D-E4713059FE82}" dt="2026-04-30T11:07:45.756" v="5765" actId="478"/>
          <ac:spMkLst>
            <pc:docMk/>
            <pc:sldMk cId="2501506395" sldId="372"/>
            <ac:spMk id="34" creationId="{1C4A924E-5DBF-DCBE-B85E-71B6461FEEB3}"/>
          </ac:spMkLst>
        </pc:spChg>
        <pc:grpChg chg="del">
          <ac:chgData name="陸 柴崎" userId="47b6e960b06a1f92" providerId="LiveId" clId="{DFDF2D9E-0FA2-4FD2-962D-E4713059FE82}" dt="2026-04-30T11:07:14.586" v="5715" actId="478"/>
          <ac:grpSpMkLst>
            <pc:docMk/>
            <pc:sldMk cId="2501506395" sldId="372"/>
            <ac:grpSpMk id="4" creationId="{AF75046B-34BD-EC57-D8CA-E92700DCBC3D}"/>
          </ac:grpSpMkLst>
        </pc:grpChg>
        <pc:picChg chg="add mod">
          <ac:chgData name="陸 柴崎" userId="47b6e960b06a1f92" providerId="LiveId" clId="{DFDF2D9E-0FA2-4FD2-962D-E4713059FE82}" dt="2026-04-30T11:10:37.477" v="5926" actId="1037"/>
          <ac:picMkLst>
            <pc:docMk/>
            <pc:sldMk cId="2501506395" sldId="372"/>
            <ac:picMk id="29" creationId="{2D1CDC55-C940-2944-210C-358A5CECBC03}"/>
          </ac:picMkLst>
        </pc:picChg>
        <pc:picChg chg="del">
          <ac:chgData name="陸 柴崎" userId="47b6e960b06a1f92" providerId="LiveId" clId="{DFDF2D9E-0FA2-4FD2-962D-E4713059FE82}" dt="2026-04-30T11:07:42.202" v="5763" actId="478"/>
          <ac:picMkLst>
            <pc:docMk/>
            <pc:sldMk cId="2501506395" sldId="372"/>
            <ac:picMk id="33" creationId="{11139286-8B1D-5848-7E1E-0A83959DB6CE}"/>
          </ac:picMkLst>
        </pc:picChg>
      </pc:sldChg>
      <pc:sldChg chg="addSp delSp modSp mod modNotesTx">
        <pc:chgData name="陸 柴崎" userId="47b6e960b06a1f92" providerId="LiveId" clId="{DFDF2D9E-0FA2-4FD2-962D-E4713059FE82}" dt="2026-05-01T06:06:38.060" v="9884" actId="20577"/>
        <pc:sldMkLst>
          <pc:docMk/>
          <pc:sldMk cId="3029064412" sldId="373"/>
        </pc:sldMkLst>
        <pc:spChg chg="mod">
          <ac:chgData name="陸 柴崎" userId="47b6e960b06a1f92" providerId="LiveId" clId="{DFDF2D9E-0FA2-4FD2-962D-E4713059FE82}" dt="2026-05-01T02:05:39.555" v="8748" actId="20577"/>
          <ac:spMkLst>
            <pc:docMk/>
            <pc:sldMk cId="3029064412" sldId="373"/>
            <ac:spMk id="3" creationId="{28EF2D4D-08E5-3592-3EE1-02E9943A7CF9}"/>
          </ac:spMkLst>
        </pc:spChg>
        <pc:spChg chg="add mod">
          <ac:chgData name="陸 柴崎" userId="47b6e960b06a1f92" providerId="LiveId" clId="{DFDF2D9E-0FA2-4FD2-962D-E4713059FE82}" dt="2026-04-30T12:39:59.754" v="8004" actId="1036"/>
          <ac:spMkLst>
            <pc:docMk/>
            <pc:sldMk cId="3029064412" sldId="373"/>
            <ac:spMk id="7" creationId="{55CF3611-8AE0-8D60-F5FF-91EF151B693F}"/>
          </ac:spMkLst>
        </pc:spChg>
        <pc:spChg chg="mod">
          <ac:chgData name="陸 柴崎" userId="47b6e960b06a1f92" providerId="LiveId" clId="{DFDF2D9E-0FA2-4FD2-962D-E4713059FE82}" dt="2026-04-30T12:47:00.265" v="8503" actId="20577"/>
          <ac:spMkLst>
            <pc:docMk/>
            <pc:sldMk cId="3029064412" sldId="373"/>
            <ac:spMk id="8" creationId="{B89DAA68-4148-F088-572F-9ED684EB5AF0}"/>
          </ac:spMkLst>
        </pc:spChg>
        <pc:grpChg chg="del">
          <ac:chgData name="陸 柴崎" userId="47b6e960b06a1f92" providerId="LiveId" clId="{DFDF2D9E-0FA2-4FD2-962D-E4713059FE82}" dt="2026-04-30T11:26:44.391" v="7021" actId="478"/>
          <ac:grpSpMkLst>
            <pc:docMk/>
            <pc:sldMk cId="3029064412" sldId="373"/>
            <ac:grpSpMk id="4" creationId="{B6A2AE1C-786F-4506-913C-8E0E90D16897}"/>
          </ac:grpSpMkLst>
        </pc:grpChg>
      </pc:sldChg>
      <pc:sldChg chg="addSp delSp modSp mod">
        <pc:chgData name="陸 柴崎" userId="47b6e960b06a1f92" providerId="LiveId" clId="{DFDF2D9E-0FA2-4FD2-962D-E4713059FE82}" dt="2026-04-29T03:59:29.806" v="1838" actId="478"/>
        <pc:sldMkLst>
          <pc:docMk/>
          <pc:sldMk cId="686063565" sldId="375"/>
        </pc:sldMkLst>
      </pc:sldChg>
      <pc:sldChg chg="delSp mod">
        <pc:chgData name="陸 柴崎" userId="47b6e960b06a1f92" providerId="LiveId" clId="{DFDF2D9E-0FA2-4FD2-962D-E4713059FE82}" dt="2026-04-30T11:31:43.809" v="7022" actId="478"/>
        <pc:sldMkLst>
          <pc:docMk/>
          <pc:sldMk cId="4231756051" sldId="376"/>
        </pc:sldMkLst>
        <pc:spChg chg="del">
          <ac:chgData name="陸 柴崎" userId="47b6e960b06a1f92" providerId="LiveId" clId="{DFDF2D9E-0FA2-4FD2-962D-E4713059FE82}" dt="2026-04-30T11:31:43.809" v="7022" actId="478"/>
          <ac:spMkLst>
            <pc:docMk/>
            <pc:sldMk cId="4231756051" sldId="376"/>
            <ac:spMk id="2" creationId="{A1B3ADA4-0E49-9FC4-4168-8FE7D0E0D5D9}"/>
          </ac:spMkLst>
        </pc:spChg>
      </pc:sldChg>
      <pc:sldChg chg="addSp delSp modSp mod">
        <pc:chgData name="陸 柴崎" userId="47b6e960b06a1f92" providerId="LiveId" clId="{DFDF2D9E-0FA2-4FD2-962D-E4713059FE82}" dt="2026-05-01T02:05:31.771" v="8724" actId="20577"/>
        <pc:sldMkLst>
          <pc:docMk/>
          <pc:sldMk cId="1738244995" sldId="380"/>
        </pc:sldMkLst>
        <pc:spChg chg="mod">
          <ac:chgData name="陸 柴崎" userId="47b6e960b06a1f92" providerId="LiveId" clId="{DFDF2D9E-0FA2-4FD2-962D-E4713059FE82}" dt="2026-05-01T02:05:31.771" v="8724" actId="20577"/>
          <ac:spMkLst>
            <pc:docMk/>
            <pc:sldMk cId="1738244995" sldId="380"/>
            <ac:spMk id="3" creationId="{BAC40D29-8900-C127-8A5B-38B034C85586}"/>
          </ac:spMkLst>
        </pc:spChg>
        <pc:spChg chg="add mod">
          <ac:chgData name="陸 柴崎" userId="47b6e960b06a1f92" providerId="LiveId" clId="{DFDF2D9E-0FA2-4FD2-962D-E4713059FE82}" dt="2026-04-30T11:11:52.770" v="5960" actId="20577"/>
          <ac:spMkLst>
            <pc:docMk/>
            <pc:sldMk cId="1738244995" sldId="380"/>
            <ac:spMk id="7" creationId="{946D7531-BE52-17EA-AD97-030D514BC7E6}"/>
          </ac:spMkLst>
        </pc:spChg>
        <pc:spChg chg="del">
          <ac:chgData name="陸 柴崎" userId="47b6e960b06a1f92" providerId="LiveId" clId="{DFDF2D9E-0FA2-4FD2-962D-E4713059FE82}" dt="2026-04-30T11:11:41.277" v="5932" actId="478"/>
          <ac:spMkLst>
            <pc:docMk/>
            <pc:sldMk cId="1738244995" sldId="380"/>
            <ac:spMk id="9" creationId="{91D80667-6D1A-E95E-25E0-0F7861ECB8DA}"/>
          </ac:spMkLst>
        </pc:spChg>
        <pc:spChg chg="del">
          <ac:chgData name="陸 柴崎" userId="47b6e960b06a1f92" providerId="LiveId" clId="{DFDF2D9E-0FA2-4FD2-962D-E4713059FE82}" dt="2026-04-30T11:11:41.277" v="5932" actId="478"/>
          <ac:spMkLst>
            <pc:docMk/>
            <pc:sldMk cId="1738244995" sldId="380"/>
            <ac:spMk id="26" creationId="{58762009-5883-A445-BB41-7D67923B374F}"/>
          </ac:spMkLst>
        </pc:spChg>
        <pc:spChg chg="del">
          <ac:chgData name="陸 柴崎" userId="47b6e960b06a1f92" providerId="LiveId" clId="{DFDF2D9E-0FA2-4FD2-962D-E4713059FE82}" dt="2026-04-30T11:11:41.277" v="5932" actId="478"/>
          <ac:spMkLst>
            <pc:docMk/>
            <pc:sldMk cId="1738244995" sldId="380"/>
            <ac:spMk id="27" creationId="{163CD1FE-555E-E577-ED6C-71F063D9ADAE}"/>
          </ac:spMkLst>
        </pc:spChg>
        <pc:spChg chg="del">
          <ac:chgData name="陸 柴崎" userId="47b6e960b06a1f92" providerId="LiveId" clId="{DFDF2D9E-0FA2-4FD2-962D-E4713059FE82}" dt="2026-04-30T11:11:41.277" v="5932" actId="478"/>
          <ac:spMkLst>
            <pc:docMk/>
            <pc:sldMk cId="1738244995" sldId="380"/>
            <ac:spMk id="28" creationId="{F22F5EC0-13F8-55E0-50B8-16773819DAA3}"/>
          </ac:spMkLst>
        </pc:spChg>
        <pc:spChg chg="add mod">
          <ac:chgData name="陸 柴崎" userId="47b6e960b06a1f92" providerId="LiveId" clId="{DFDF2D9E-0FA2-4FD2-962D-E4713059FE82}" dt="2026-04-30T11:17:35.352" v="6100" actId="14100"/>
          <ac:spMkLst>
            <pc:docMk/>
            <pc:sldMk cId="1738244995" sldId="380"/>
            <ac:spMk id="31" creationId="{8C20DBA3-4EDA-282C-5DEF-6E201EDC2ADD}"/>
          </ac:spMkLst>
        </pc:spChg>
        <pc:spChg chg="del">
          <ac:chgData name="陸 柴崎" userId="47b6e960b06a1f92" providerId="LiveId" clId="{DFDF2D9E-0FA2-4FD2-962D-E4713059FE82}" dt="2026-04-30T11:11:41.277" v="5932" actId="478"/>
          <ac:spMkLst>
            <pc:docMk/>
            <pc:sldMk cId="1738244995" sldId="380"/>
            <ac:spMk id="32" creationId="{864B21CC-089A-6F06-C109-E22887242D52}"/>
          </ac:spMkLst>
        </pc:spChg>
        <pc:spChg chg="add mod">
          <ac:chgData name="陸 柴崎" userId="47b6e960b06a1f92" providerId="LiveId" clId="{DFDF2D9E-0FA2-4FD2-962D-E4713059FE82}" dt="2026-04-30T12:07:58.844" v="7508" actId="20577"/>
          <ac:spMkLst>
            <pc:docMk/>
            <pc:sldMk cId="1738244995" sldId="380"/>
            <ac:spMk id="33" creationId="{A3EA4E9A-6017-C2DB-928E-B33916AFB155}"/>
          </ac:spMkLst>
        </pc:spChg>
        <pc:spChg chg="del">
          <ac:chgData name="陸 柴崎" userId="47b6e960b06a1f92" providerId="LiveId" clId="{DFDF2D9E-0FA2-4FD2-962D-E4713059FE82}" dt="2026-04-30T11:11:41.277" v="5932" actId="478"/>
          <ac:spMkLst>
            <pc:docMk/>
            <pc:sldMk cId="1738244995" sldId="380"/>
            <ac:spMk id="34" creationId="{2A17EBDD-F18C-7913-3063-93BFBF0B3890}"/>
          </ac:spMkLst>
        </pc:spChg>
        <pc:grpChg chg="del">
          <ac:chgData name="陸 柴崎" userId="47b6e960b06a1f92" providerId="LiveId" clId="{DFDF2D9E-0FA2-4FD2-962D-E4713059FE82}" dt="2026-04-30T11:11:39.750" v="5931" actId="478"/>
          <ac:grpSpMkLst>
            <pc:docMk/>
            <pc:sldMk cId="1738244995" sldId="380"/>
            <ac:grpSpMk id="4" creationId="{2F2D03CF-2392-67DE-EBB2-03F59AB27DD3}"/>
          </ac:grpSpMkLst>
        </pc:grpChg>
        <pc:picChg chg="del">
          <ac:chgData name="陸 柴崎" userId="47b6e960b06a1f92" providerId="LiveId" clId="{DFDF2D9E-0FA2-4FD2-962D-E4713059FE82}" dt="2026-04-30T11:11:38.797" v="5930" actId="478"/>
          <ac:picMkLst>
            <pc:docMk/>
            <pc:sldMk cId="1738244995" sldId="380"/>
            <ac:picMk id="8" creationId="{D2678DFE-E18C-99FC-3934-7D24897DBD9E}"/>
          </ac:picMkLst>
        </pc:picChg>
        <pc:picChg chg="add mod">
          <ac:chgData name="陸 柴崎" userId="47b6e960b06a1f92" providerId="LiveId" clId="{DFDF2D9E-0FA2-4FD2-962D-E4713059FE82}" dt="2026-04-30T11:23:07.999" v="6324" actId="1035"/>
          <ac:picMkLst>
            <pc:docMk/>
            <pc:sldMk cId="1738244995" sldId="380"/>
            <ac:picMk id="30" creationId="{397F8BA7-C81E-21CE-3A04-0D52C2B75758}"/>
          </ac:picMkLst>
        </pc:picChg>
      </pc:sldChg>
      <pc:sldChg chg="addSp delSp modSp add mod">
        <pc:chgData name="陸 柴崎" userId="47b6e960b06a1f92" providerId="LiveId" clId="{DFDF2D9E-0FA2-4FD2-962D-E4713059FE82}" dt="2026-04-29T04:33:24.054" v="3694" actId="478"/>
        <pc:sldMkLst>
          <pc:docMk/>
          <pc:sldMk cId="248140243" sldId="381"/>
        </pc:sldMkLst>
        <pc:spChg chg="mod">
          <ac:chgData name="陸 柴崎" userId="47b6e960b06a1f92" providerId="LiveId" clId="{DFDF2D9E-0FA2-4FD2-962D-E4713059FE82}" dt="2026-04-29T04:06:15.890" v="2358" actId="20577"/>
          <ac:spMkLst>
            <pc:docMk/>
            <pc:sldMk cId="248140243" sldId="381"/>
            <ac:spMk id="5" creationId="{56D8F5B6-178E-BD85-3538-424ABD8BAE9B}"/>
          </ac:spMkLst>
        </pc:spChg>
        <pc:spChg chg="mod topLvl">
          <ac:chgData name="陸 柴崎" userId="47b6e960b06a1f92" providerId="LiveId" clId="{DFDF2D9E-0FA2-4FD2-962D-E4713059FE82}" dt="2026-04-29T04:15:29.375" v="2891" actId="1076"/>
          <ac:spMkLst>
            <pc:docMk/>
            <pc:sldMk cId="248140243" sldId="381"/>
            <ac:spMk id="7" creationId="{18605AD5-33CD-5F56-876C-164ABED5FF81}"/>
          </ac:spMkLst>
        </pc:spChg>
        <pc:graphicFrameChg chg="add mod modGraphic">
          <ac:chgData name="陸 柴崎" userId="47b6e960b06a1f92" providerId="LiveId" clId="{DFDF2D9E-0FA2-4FD2-962D-E4713059FE82}" dt="2026-04-29T04:15:32.754" v="2892" actId="1076"/>
          <ac:graphicFrameMkLst>
            <pc:docMk/>
            <pc:sldMk cId="248140243" sldId="381"/>
            <ac:graphicFrameMk id="3" creationId="{4BDA7101-20EE-F0BC-E35D-424FA57BC52D}"/>
          </ac:graphicFrameMkLst>
        </pc:graphicFrameChg>
      </pc:sldChg>
      <pc:sldChg chg="addSp delSp modSp add mod ord">
        <pc:chgData name="陸 柴崎" userId="47b6e960b06a1f92" providerId="LiveId" clId="{DFDF2D9E-0FA2-4FD2-962D-E4713059FE82}" dt="2026-04-29T04:23:13.715" v="3239" actId="1076"/>
        <pc:sldMkLst>
          <pc:docMk/>
          <pc:sldMk cId="1836378512" sldId="382"/>
        </pc:sldMkLst>
        <pc:spChg chg="mod">
          <ac:chgData name="陸 柴崎" userId="47b6e960b06a1f92" providerId="LiveId" clId="{DFDF2D9E-0FA2-4FD2-962D-E4713059FE82}" dt="2026-04-29T04:10:27.093" v="2546" actId="20577"/>
          <ac:spMkLst>
            <pc:docMk/>
            <pc:sldMk cId="1836378512" sldId="382"/>
            <ac:spMk id="5" creationId="{B9206AD4-9858-463A-56F9-4A2737CD82D2}"/>
          </ac:spMkLst>
        </pc:spChg>
        <pc:spChg chg="add del mod topLvl">
          <ac:chgData name="陸 柴崎" userId="47b6e960b06a1f92" providerId="LiveId" clId="{DFDF2D9E-0FA2-4FD2-962D-E4713059FE82}" dt="2026-04-29T04:23:13.715" v="3239" actId="1076"/>
          <ac:spMkLst>
            <pc:docMk/>
            <pc:sldMk cId="1836378512" sldId="382"/>
            <ac:spMk id="7" creationId="{9C61A7E0-E56E-51AA-D71E-1F5A45439314}"/>
          </ac:spMkLst>
        </pc:spChg>
        <pc:spChg chg="mod">
          <ac:chgData name="陸 柴崎" userId="47b6e960b06a1f92" providerId="LiveId" clId="{DFDF2D9E-0FA2-4FD2-962D-E4713059FE82}" dt="2026-04-29T04:16:40.790" v="2917" actId="20577"/>
          <ac:spMkLst>
            <pc:docMk/>
            <pc:sldMk cId="1836378512" sldId="382"/>
            <ac:spMk id="33" creationId="{3BF61C23-CB68-F2BB-5C51-A3BD4EF72978}"/>
          </ac:spMkLst>
        </pc:spChg>
        <pc:spChg chg="mod">
          <ac:chgData name="陸 柴崎" userId="47b6e960b06a1f92" providerId="LiveId" clId="{DFDF2D9E-0FA2-4FD2-962D-E4713059FE82}" dt="2026-04-29T04:15:05.213" v="2886"/>
          <ac:spMkLst>
            <pc:docMk/>
            <pc:sldMk cId="1836378512" sldId="382"/>
            <ac:spMk id="34" creationId="{A5D612EF-A0F7-72A8-56BE-3F39E8805DD8}"/>
          </ac:spMkLst>
        </pc:spChg>
        <pc:spChg chg="add mod ord">
          <ac:chgData name="陸 柴崎" userId="47b6e960b06a1f92" providerId="LiveId" clId="{DFDF2D9E-0FA2-4FD2-962D-E4713059FE82}" dt="2026-04-29T04:19:05.056" v="3215" actId="14100"/>
          <ac:spMkLst>
            <pc:docMk/>
            <pc:sldMk cId="1836378512" sldId="382"/>
            <ac:spMk id="38" creationId="{89DE5DF4-B888-AB02-74F0-04EBA21E49D4}"/>
          </ac:spMkLst>
        </pc:spChg>
        <pc:spChg chg="mod">
          <ac:chgData name="陸 柴崎" userId="47b6e960b06a1f92" providerId="LiveId" clId="{DFDF2D9E-0FA2-4FD2-962D-E4713059FE82}" dt="2026-04-29T04:17:23.006" v="2940" actId="20577"/>
          <ac:spMkLst>
            <pc:docMk/>
            <pc:sldMk cId="1836378512" sldId="382"/>
            <ac:spMk id="41" creationId="{8AA4D5AA-C3CF-682E-8D63-7DBEB8E5D9B7}"/>
          </ac:spMkLst>
        </pc:spChg>
        <pc:spChg chg="mod">
          <ac:chgData name="陸 柴崎" userId="47b6e960b06a1f92" providerId="LiveId" clId="{DFDF2D9E-0FA2-4FD2-962D-E4713059FE82}" dt="2026-04-29T04:16:59.964" v="2921"/>
          <ac:spMkLst>
            <pc:docMk/>
            <pc:sldMk cId="1836378512" sldId="382"/>
            <ac:spMk id="42" creationId="{2E56369B-4684-A21D-A470-E14ECFF2CB9F}"/>
          </ac:spMkLst>
        </pc:spChg>
        <pc:spChg chg="add mod">
          <ac:chgData name="陸 柴崎" userId="47b6e960b06a1f92" providerId="LiveId" clId="{DFDF2D9E-0FA2-4FD2-962D-E4713059FE82}" dt="2026-04-29T04:19:01.818" v="3214" actId="1076"/>
          <ac:spMkLst>
            <pc:docMk/>
            <pc:sldMk cId="1836378512" sldId="382"/>
            <ac:spMk id="43" creationId="{54994585-F8A5-9573-91C1-D9437C408B87}"/>
          </ac:spMkLst>
        </pc:spChg>
        <pc:spChg chg="mod">
          <ac:chgData name="陸 柴崎" userId="47b6e960b06a1f92" providerId="LiveId" clId="{DFDF2D9E-0FA2-4FD2-962D-E4713059FE82}" dt="2026-04-29T04:16:52.156" v="2919" actId="1076"/>
          <ac:spMkLst>
            <pc:docMk/>
            <pc:sldMk cId="1836378512" sldId="382"/>
            <ac:spMk id="46" creationId="{FBDE426B-08E2-AC02-783C-6983617F86E3}"/>
          </ac:spMkLst>
        </pc:spChg>
        <pc:spChg chg="mod ord">
          <ac:chgData name="陸 柴崎" userId="47b6e960b06a1f92" providerId="LiveId" clId="{DFDF2D9E-0FA2-4FD2-962D-E4713059FE82}" dt="2026-04-29T04:16:52.156" v="2919" actId="1076"/>
          <ac:spMkLst>
            <pc:docMk/>
            <pc:sldMk cId="1836378512" sldId="382"/>
            <ac:spMk id="52" creationId="{F3A786B4-9466-03FB-4773-BE99E078487A}"/>
          </ac:spMkLst>
        </pc:spChg>
        <pc:grpChg chg="add mod">
          <ac:chgData name="陸 柴崎" userId="47b6e960b06a1f92" providerId="LiveId" clId="{DFDF2D9E-0FA2-4FD2-962D-E4713059FE82}" dt="2026-04-29T04:16:46.836" v="2918" actId="1076"/>
          <ac:grpSpMkLst>
            <pc:docMk/>
            <pc:sldMk cId="1836378512" sldId="382"/>
            <ac:grpSpMk id="32" creationId="{EB84B588-3AF2-4F16-C05D-9D6C41012F91}"/>
          </ac:grpSpMkLst>
        </pc:grpChg>
        <pc:grpChg chg="add mod">
          <ac:chgData name="陸 柴崎" userId="47b6e960b06a1f92" providerId="LiveId" clId="{DFDF2D9E-0FA2-4FD2-962D-E4713059FE82}" dt="2026-04-29T04:17:04.188" v="2922" actId="1076"/>
          <ac:grpSpMkLst>
            <pc:docMk/>
            <pc:sldMk cId="1836378512" sldId="382"/>
            <ac:grpSpMk id="39" creationId="{B3127646-18C5-E633-7B4E-2A665F6611BF}"/>
          </ac:grpSpMkLst>
        </pc:grpChg>
      </pc:sldChg>
      <pc:sldChg chg="addSp delSp modSp add mod modNotesTx">
        <pc:chgData name="陸 柴崎" userId="47b6e960b06a1f92" providerId="LiveId" clId="{DFDF2D9E-0FA2-4FD2-962D-E4713059FE82}" dt="2026-05-01T02:26:03.514" v="8962" actId="20577"/>
        <pc:sldMkLst>
          <pc:docMk/>
          <pc:sldMk cId="1842529859" sldId="383"/>
        </pc:sldMkLst>
        <pc:spChg chg="mod">
          <ac:chgData name="陸 柴崎" userId="47b6e960b06a1f92" providerId="LiveId" clId="{DFDF2D9E-0FA2-4FD2-962D-E4713059FE82}" dt="2026-04-29T04:31:25.648" v="3524" actId="5793"/>
          <ac:spMkLst>
            <pc:docMk/>
            <pc:sldMk cId="1842529859" sldId="383"/>
            <ac:spMk id="3" creationId="{AA9A4CD6-77A9-FB68-8785-167AF6CAE821}"/>
          </ac:spMkLst>
        </pc:spChg>
        <pc:spChg chg="add mod">
          <ac:chgData name="陸 柴崎" userId="47b6e960b06a1f92" providerId="LiveId" clId="{DFDF2D9E-0FA2-4FD2-962D-E4713059FE82}" dt="2026-04-29T04:28:12.404" v="3446" actId="1076"/>
          <ac:spMkLst>
            <pc:docMk/>
            <pc:sldMk cId="1842529859" sldId="383"/>
            <ac:spMk id="4" creationId="{4298A570-47D9-2ADA-13C2-4D550C7B75C1}"/>
          </ac:spMkLst>
        </pc:spChg>
        <pc:spChg chg="add mod">
          <ac:chgData name="陸 柴崎" userId="47b6e960b06a1f92" providerId="LiveId" clId="{DFDF2D9E-0FA2-4FD2-962D-E4713059FE82}" dt="2026-05-01T02:26:03.514" v="8962" actId="20577"/>
          <ac:spMkLst>
            <pc:docMk/>
            <pc:sldMk cId="1842529859" sldId="383"/>
            <ac:spMk id="6" creationId="{CE0FCAF9-9774-A843-2E69-26D1819C94E2}"/>
          </ac:spMkLst>
        </pc:spChg>
        <pc:picChg chg="mod modCrop">
          <ac:chgData name="陸 柴崎" userId="47b6e960b06a1f92" providerId="LiveId" clId="{DFDF2D9E-0FA2-4FD2-962D-E4713059FE82}" dt="2026-04-29T04:25:22.485" v="3375" actId="1076"/>
          <ac:picMkLst>
            <pc:docMk/>
            <pc:sldMk cId="1842529859" sldId="383"/>
            <ac:picMk id="8" creationId="{ED1D1EF2-15C4-2BFF-5F32-8D7E3CECEBBA}"/>
          </ac:picMkLst>
        </pc:picChg>
      </pc:sldChg>
      <pc:sldChg chg="addSp delSp modSp add mod modNotesTx">
        <pc:chgData name="陸 柴崎" userId="47b6e960b06a1f92" providerId="LiveId" clId="{DFDF2D9E-0FA2-4FD2-962D-E4713059FE82}" dt="2026-05-01T02:02:07.691" v="8692" actId="20577"/>
        <pc:sldMkLst>
          <pc:docMk/>
          <pc:sldMk cId="4174912585" sldId="384"/>
        </pc:sldMkLst>
        <pc:spChg chg="mod">
          <ac:chgData name="陸 柴崎" userId="47b6e960b06a1f92" providerId="LiveId" clId="{DFDF2D9E-0FA2-4FD2-962D-E4713059FE82}" dt="2026-04-29T04:31:41.158" v="3545" actId="20577"/>
          <ac:spMkLst>
            <pc:docMk/>
            <pc:sldMk cId="4174912585" sldId="384"/>
            <ac:spMk id="3" creationId="{F329DEFC-0DEE-75E9-50D7-A7660AA0FE38}"/>
          </ac:spMkLst>
        </pc:spChg>
        <pc:spChg chg="add mod">
          <ac:chgData name="陸 柴崎" userId="47b6e960b06a1f92" providerId="LiveId" clId="{DFDF2D9E-0FA2-4FD2-962D-E4713059FE82}" dt="2026-05-01T02:02:07.691" v="8692" actId="20577"/>
          <ac:spMkLst>
            <pc:docMk/>
            <pc:sldMk cId="4174912585" sldId="384"/>
            <ac:spMk id="5" creationId="{1CD8CE25-9F7F-D248-7E7F-C432769801BF}"/>
          </ac:spMkLst>
        </pc:spChg>
        <pc:spChg chg="add mod">
          <ac:chgData name="陸 柴崎" userId="47b6e960b06a1f92" providerId="LiveId" clId="{DFDF2D9E-0FA2-4FD2-962D-E4713059FE82}" dt="2026-04-30T12:05:39.699" v="7479" actId="20577"/>
          <ac:spMkLst>
            <pc:docMk/>
            <pc:sldMk cId="4174912585" sldId="384"/>
            <ac:spMk id="29" creationId="{6A4383FB-1A01-E561-3BFA-DAE105C5AE58}"/>
          </ac:spMkLst>
        </pc:spChg>
        <pc:spChg chg="mod">
          <ac:chgData name="陸 柴崎" userId="47b6e960b06a1f92" providerId="LiveId" clId="{DFDF2D9E-0FA2-4FD2-962D-E4713059FE82}" dt="2026-04-29T04:57:48.238" v="3954" actId="20577"/>
          <ac:spMkLst>
            <pc:docMk/>
            <pc:sldMk cId="4174912585" sldId="384"/>
            <ac:spMk id="31" creationId="{FE9F1308-4191-5EAE-5569-95FD6CF8FE06}"/>
          </ac:spMkLst>
        </pc:spChg>
        <pc:spChg chg="mod">
          <ac:chgData name="陸 柴崎" userId="47b6e960b06a1f92" providerId="LiveId" clId="{DFDF2D9E-0FA2-4FD2-962D-E4713059FE82}" dt="2026-04-29T04:52:06.452" v="3927"/>
          <ac:spMkLst>
            <pc:docMk/>
            <pc:sldMk cId="4174912585" sldId="384"/>
            <ac:spMk id="32" creationId="{70E34C47-F945-B029-A6D8-4CC32C6E0454}"/>
          </ac:spMkLst>
        </pc:spChg>
        <pc:spChg chg="mod">
          <ac:chgData name="陸 柴崎" userId="47b6e960b06a1f92" providerId="LiveId" clId="{DFDF2D9E-0FA2-4FD2-962D-E4713059FE82}" dt="2026-04-29T04:57:52.462" v="3970" actId="20577"/>
          <ac:spMkLst>
            <pc:docMk/>
            <pc:sldMk cId="4174912585" sldId="384"/>
            <ac:spMk id="34" creationId="{EE34466C-1319-BE81-91CC-69B1F1707838}"/>
          </ac:spMkLst>
        </pc:spChg>
        <pc:spChg chg="mod">
          <ac:chgData name="陸 柴崎" userId="47b6e960b06a1f92" providerId="LiveId" clId="{DFDF2D9E-0FA2-4FD2-962D-E4713059FE82}" dt="2026-04-29T04:57:36.709" v="3929"/>
          <ac:spMkLst>
            <pc:docMk/>
            <pc:sldMk cId="4174912585" sldId="384"/>
            <ac:spMk id="35" creationId="{39B88E87-FA0D-8927-EBC1-62C06F91BB24}"/>
          </ac:spMkLst>
        </pc:spChg>
        <pc:spChg chg="add mod">
          <ac:chgData name="陸 柴崎" userId="47b6e960b06a1f92" providerId="LiveId" clId="{DFDF2D9E-0FA2-4FD2-962D-E4713059FE82}" dt="2026-04-29T04:59:06.640" v="4173" actId="14100"/>
          <ac:spMkLst>
            <pc:docMk/>
            <pc:sldMk cId="4174912585" sldId="384"/>
            <ac:spMk id="36" creationId="{98DDCF66-9AB3-B47C-E477-4F944F6A78DD}"/>
          </ac:spMkLst>
        </pc:spChg>
        <pc:grpChg chg="add mod">
          <ac:chgData name="陸 柴崎" userId="47b6e960b06a1f92" providerId="LiveId" clId="{DFDF2D9E-0FA2-4FD2-962D-E4713059FE82}" dt="2026-04-29T04:52:09.216" v="3928" actId="1076"/>
          <ac:grpSpMkLst>
            <pc:docMk/>
            <pc:sldMk cId="4174912585" sldId="384"/>
            <ac:grpSpMk id="30" creationId="{F04AE694-DBF6-1825-7380-A4F46A6322D9}"/>
          </ac:grpSpMkLst>
        </pc:grpChg>
        <pc:grpChg chg="add mod">
          <ac:chgData name="陸 柴崎" userId="47b6e960b06a1f92" providerId="LiveId" clId="{DFDF2D9E-0FA2-4FD2-962D-E4713059FE82}" dt="2026-04-29T04:57:41.272" v="3930" actId="1076"/>
          <ac:grpSpMkLst>
            <pc:docMk/>
            <pc:sldMk cId="4174912585" sldId="384"/>
            <ac:grpSpMk id="33" creationId="{9396BE5F-AD4F-CF99-2B0A-C2116302A1E6}"/>
          </ac:grpSpMkLst>
        </pc:grpChg>
        <pc:picChg chg="add mod modCrop">
          <ac:chgData name="陸 柴崎" userId="47b6e960b06a1f92" providerId="LiveId" clId="{DFDF2D9E-0FA2-4FD2-962D-E4713059FE82}" dt="2026-04-29T04:32:53.632" v="3688" actId="1076"/>
          <ac:picMkLst>
            <pc:docMk/>
            <pc:sldMk cId="4174912585" sldId="384"/>
            <ac:picMk id="7" creationId="{C6F6C28C-523E-DFC3-4B93-B07AA0019FFF}"/>
          </ac:picMkLst>
        </pc:picChg>
      </pc:sldChg>
      <pc:sldChg chg="addSp delSp modSp add mod">
        <pc:chgData name="陸 柴崎" userId="47b6e960b06a1f92" providerId="LiveId" clId="{DFDF2D9E-0FA2-4FD2-962D-E4713059FE82}" dt="2026-05-01T02:31:00.446" v="9209" actId="14100"/>
        <pc:sldMkLst>
          <pc:docMk/>
          <pc:sldMk cId="2374721741" sldId="385"/>
        </pc:sldMkLst>
        <pc:spChg chg="mod">
          <ac:chgData name="陸 柴崎" userId="47b6e960b06a1f92" providerId="LiveId" clId="{DFDF2D9E-0FA2-4FD2-962D-E4713059FE82}" dt="2026-04-29T05:47:46.912" v="4961" actId="20577"/>
          <ac:spMkLst>
            <pc:docMk/>
            <pc:sldMk cId="2374721741" sldId="385"/>
            <ac:spMk id="3" creationId="{F63C9E00-BF2A-7B11-952B-B82A9B0A7121}"/>
          </ac:spMkLst>
        </pc:spChg>
        <pc:spChg chg="add mod ord">
          <ac:chgData name="陸 柴崎" userId="47b6e960b06a1f92" providerId="LiveId" clId="{DFDF2D9E-0FA2-4FD2-962D-E4713059FE82}" dt="2026-05-01T02:31:00.446" v="9209" actId="14100"/>
          <ac:spMkLst>
            <pc:docMk/>
            <pc:sldMk cId="2374721741" sldId="385"/>
            <ac:spMk id="4" creationId="{442BC2CD-73FD-EAC2-FCB6-93D20A9B375B}"/>
          </ac:spMkLst>
        </pc:spChg>
        <pc:spChg chg="add del mod">
          <ac:chgData name="陸 柴崎" userId="47b6e960b06a1f92" providerId="LiveId" clId="{DFDF2D9E-0FA2-4FD2-962D-E4713059FE82}" dt="2026-04-29T05:50:06.510" v="5107" actId="1038"/>
          <ac:spMkLst>
            <pc:docMk/>
            <pc:sldMk cId="2374721741" sldId="385"/>
            <ac:spMk id="7" creationId="{BBB9A5F8-E8BF-78FB-9186-D7F0647420A7}"/>
          </ac:spMkLst>
        </pc:spChg>
        <pc:spChg chg="mod">
          <ac:chgData name="陸 柴崎" userId="47b6e960b06a1f92" providerId="LiveId" clId="{DFDF2D9E-0FA2-4FD2-962D-E4713059FE82}" dt="2026-05-01T02:30:23.760" v="9201" actId="1076"/>
          <ac:spMkLst>
            <pc:docMk/>
            <pc:sldMk cId="2374721741" sldId="385"/>
            <ac:spMk id="30" creationId="{ECC624C8-3CED-18E4-CC38-61A118312CA9}"/>
          </ac:spMkLst>
        </pc:spChg>
        <pc:picChg chg="mod">
          <ac:chgData name="陸 柴崎" userId="47b6e960b06a1f92" providerId="LiveId" clId="{DFDF2D9E-0FA2-4FD2-962D-E4713059FE82}" dt="2026-05-01T02:30:52.464" v="9207" actId="14100"/>
          <ac:picMkLst>
            <pc:docMk/>
            <pc:sldMk cId="2374721741" sldId="385"/>
            <ac:picMk id="5" creationId="{184C6D69-7CD6-65B9-A845-6EFC507BA6FE}"/>
          </ac:picMkLst>
        </pc:picChg>
      </pc:sldChg>
      <pc:sldChg chg="modSp mod modNotesTx">
        <pc:chgData name="陸 柴崎" userId="47b6e960b06a1f92" providerId="LiveId" clId="{DFDF2D9E-0FA2-4FD2-962D-E4713059FE82}" dt="2026-05-01T02:19:13.850" v="8961" actId="20577"/>
        <pc:sldMkLst>
          <pc:docMk/>
          <pc:sldMk cId="1223524377" sldId="386"/>
        </pc:sldMkLst>
        <pc:spChg chg="mod">
          <ac:chgData name="陸 柴崎" userId="47b6e960b06a1f92" providerId="LiveId" clId="{DFDF2D9E-0FA2-4FD2-962D-E4713059FE82}" dt="2026-04-30T12:31:20.290" v="7740" actId="20577"/>
          <ac:spMkLst>
            <pc:docMk/>
            <pc:sldMk cId="1223524377" sldId="386"/>
            <ac:spMk id="5" creationId="{77350087-C2FA-F2C1-654B-5944435E7767}"/>
          </ac:spMkLst>
        </pc:spChg>
        <pc:picChg chg="mod">
          <ac:chgData name="陸 柴崎" userId="47b6e960b06a1f92" providerId="LiveId" clId="{DFDF2D9E-0FA2-4FD2-962D-E4713059FE82}" dt="2026-04-30T11:58:51.668" v="7026" actId="1076"/>
          <ac:picMkLst>
            <pc:docMk/>
            <pc:sldMk cId="1223524377" sldId="386"/>
            <ac:picMk id="4" creationId="{06BE6864-C126-6CF5-E6EF-A7663126A3B7}"/>
          </ac:picMkLst>
        </pc:picChg>
      </pc:sldChg>
      <pc:sldChg chg="modSp mod modNotesTx">
        <pc:chgData name="陸 柴崎" userId="47b6e960b06a1f92" providerId="LiveId" clId="{DFDF2D9E-0FA2-4FD2-962D-E4713059FE82}" dt="2026-04-30T12:37:47.834" v="7915" actId="20577"/>
        <pc:sldMkLst>
          <pc:docMk/>
          <pc:sldMk cId="2754484698" sldId="389"/>
        </pc:sldMkLst>
        <pc:spChg chg="mod">
          <ac:chgData name="陸 柴崎" userId="47b6e960b06a1f92" providerId="LiveId" clId="{DFDF2D9E-0FA2-4FD2-962D-E4713059FE82}" dt="2026-04-30T12:37:21.739" v="7844" actId="1076"/>
          <ac:spMkLst>
            <pc:docMk/>
            <pc:sldMk cId="2754484698" sldId="389"/>
            <ac:spMk id="32" creationId="{265DFE8D-5E1E-3707-081F-15E4DFCE1F71}"/>
          </ac:spMkLst>
        </pc:spChg>
        <pc:spChg chg="mod">
          <ac:chgData name="陸 柴崎" userId="47b6e960b06a1f92" providerId="LiveId" clId="{DFDF2D9E-0FA2-4FD2-962D-E4713059FE82}" dt="2026-04-30T12:37:10.751" v="7842" actId="1076"/>
          <ac:spMkLst>
            <pc:docMk/>
            <pc:sldMk cId="2754484698" sldId="389"/>
            <ac:spMk id="34" creationId="{5194975A-806F-BBC0-B29C-1A9BD508CC37}"/>
          </ac:spMkLst>
        </pc:spChg>
        <pc:grpChg chg="mod">
          <ac:chgData name="陸 柴崎" userId="47b6e960b06a1f92" providerId="LiveId" clId="{DFDF2D9E-0FA2-4FD2-962D-E4713059FE82}" dt="2026-04-30T12:37:21.739" v="7844" actId="1076"/>
          <ac:grpSpMkLst>
            <pc:docMk/>
            <pc:sldMk cId="2754484698" sldId="389"/>
            <ac:grpSpMk id="26" creationId="{9646CB49-DA66-BA86-DF1C-449400E7D85B}"/>
          </ac:grpSpMkLst>
        </pc:grpChg>
        <pc:grpChg chg="mod">
          <ac:chgData name="陸 柴崎" userId="47b6e960b06a1f92" providerId="LiveId" clId="{DFDF2D9E-0FA2-4FD2-962D-E4713059FE82}" dt="2026-04-30T12:37:15.603" v="7843" actId="1076"/>
          <ac:grpSpMkLst>
            <pc:docMk/>
            <pc:sldMk cId="2754484698" sldId="389"/>
            <ac:grpSpMk id="29" creationId="{E54F0AFB-A4BC-89C4-30B7-6E084EAAE3E8}"/>
          </ac:grpSpMkLst>
        </pc:grpChg>
      </pc:sldChg>
      <pc:sldChg chg="addSp delSp modSp add mod">
        <pc:chgData name="陸 柴崎" userId="47b6e960b06a1f92" providerId="LiveId" clId="{DFDF2D9E-0FA2-4FD2-962D-E4713059FE82}" dt="2026-04-30T12:38:33.537" v="7955" actId="20577"/>
        <pc:sldMkLst>
          <pc:docMk/>
          <pc:sldMk cId="1612109196" sldId="390"/>
        </pc:sldMkLst>
        <pc:spChg chg="mod">
          <ac:chgData name="陸 柴崎" userId="47b6e960b06a1f92" providerId="LiveId" clId="{DFDF2D9E-0FA2-4FD2-962D-E4713059FE82}" dt="2026-04-30T11:06:56.379" v="5706"/>
          <ac:spMkLst>
            <pc:docMk/>
            <pc:sldMk cId="1612109196" sldId="390"/>
            <ac:spMk id="3" creationId="{FC443BEE-D670-0227-9959-4A3C3637687C}"/>
          </ac:spMkLst>
        </pc:spChg>
        <pc:spChg chg="mod">
          <ac:chgData name="陸 柴崎" userId="47b6e960b06a1f92" providerId="LiveId" clId="{DFDF2D9E-0FA2-4FD2-962D-E4713059FE82}" dt="2026-04-30T12:38:33.537" v="7955" actId="20577"/>
          <ac:spMkLst>
            <pc:docMk/>
            <pc:sldMk cId="1612109196" sldId="390"/>
            <ac:spMk id="26" creationId="{8C00908C-4E00-754F-35B4-B75CBF27CB6C}"/>
          </ac:spMkLst>
        </pc:spChg>
        <pc:spChg chg="mod">
          <ac:chgData name="陸 柴崎" userId="47b6e960b06a1f92" providerId="LiveId" clId="{DFDF2D9E-0FA2-4FD2-962D-E4713059FE82}" dt="2026-04-30T11:05:50.363" v="5696" actId="20577"/>
          <ac:spMkLst>
            <pc:docMk/>
            <pc:sldMk cId="1612109196" sldId="390"/>
            <ac:spMk id="36" creationId="{55689B59-C5D5-FDC4-85E5-9EE214D10D6B}"/>
          </ac:spMkLst>
        </pc:spChg>
        <pc:picChg chg="add mod">
          <ac:chgData name="陸 柴崎" userId="47b6e960b06a1f92" providerId="LiveId" clId="{DFDF2D9E-0FA2-4FD2-962D-E4713059FE82}" dt="2026-04-30T11:03:42.242" v="5448" actId="1076"/>
          <ac:picMkLst>
            <pc:docMk/>
            <pc:sldMk cId="1612109196" sldId="390"/>
            <ac:picMk id="5" creationId="{A6522034-0342-A00A-1748-203D74CE1632}"/>
          </ac:picMkLst>
        </pc:picChg>
        <pc:picChg chg="del">
          <ac:chgData name="陸 柴崎" userId="47b6e960b06a1f92" providerId="LiveId" clId="{DFDF2D9E-0FA2-4FD2-962D-E4713059FE82}" dt="2026-04-30T11:03:36.935" v="5445" actId="478"/>
          <ac:picMkLst>
            <pc:docMk/>
            <pc:sldMk cId="1612109196" sldId="390"/>
            <ac:picMk id="9" creationId="{4FFDE997-EC44-2C8B-2265-F8C06D528B70}"/>
          </ac:picMkLst>
        </pc:picChg>
      </pc:sldChg>
      <pc:sldMasterChg chg="delSldLayout">
        <pc:chgData name="陸 柴崎" userId="47b6e960b06a1f92" providerId="LiveId" clId="{DFDF2D9E-0FA2-4FD2-962D-E4713059FE82}" dt="2026-04-30T12:03:43.408" v="7465" actId="47"/>
        <pc:sldMasterMkLst>
          <pc:docMk/>
          <pc:sldMasterMk cId="0" sldId="2147483648"/>
        </pc:sldMasterMkLst>
        <pc:sldLayoutChg chg="del">
          <pc:chgData name="陸 柴崎" userId="47b6e960b06a1f92" providerId="LiveId" clId="{DFDF2D9E-0FA2-4FD2-962D-E4713059FE82}" dt="2026-04-30T12:03:43.408" v="7465" actId="47"/>
          <pc:sldLayoutMkLst>
            <pc:docMk/>
            <pc:sldMasterMk cId="0" sldId="2147483648"/>
            <pc:sldLayoutMk cId="318537533"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2026/9/28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413119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6</a:t>
            </a:fld>
            <a:endParaRPr kumimoji="1" lang="ja-JP" altLang="en-US"/>
          </a:p>
        </p:txBody>
      </p:sp>
    </p:spTree>
    <p:extLst>
      <p:ext uri="{BB962C8B-B14F-4D97-AF65-F5344CB8AC3E}">
        <p14:creationId xmlns:p14="http://schemas.microsoft.com/office/powerpoint/2010/main" val="2572407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36471-6498-BA94-96D6-D816F49128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42DBC35-C5D6-E39E-F3A0-2317C92C330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9FDAD-73E5-68A2-63E7-93FAC5F35E8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09D1116-71D3-6724-9477-D8C8D4B46322}"/>
              </a:ext>
            </a:extLst>
          </p:cNvPr>
          <p:cNvSpPr>
            <a:spLocks noGrp="1"/>
          </p:cNvSpPr>
          <p:nvPr>
            <p:ph type="sldNum" sz="quarter" idx="5"/>
          </p:nvPr>
        </p:nvSpPr>
        <p:spPr/>
        <p:txBody>
          <a:bodyPr/>
          <a:lstStyle/>
          <a:p>
            <a:fld id="{43558F7A-9C9F-42E9-83A4-0C372CE5784D}" type="slidenum">
              <a:rPr kumimoji="1" lang="ja-JP" altLang="en-US" smtClean="0"/>
              <a:t>7</a:t>
            </a:fld>
            <a:endParaRPr kumimoji="1" lang="ja-JP" altLang="en-US"/>
          </a:p>
        </p:txBody>
      </p:sp>
    </p:spTree>
    <p:extLst>
      <p:ext uri="{BB962C8B-B14F-4D97-AF65-F5344CB8AC3E}">
        <p14:creationId xmlns:p14="http://schemas.microsoft.com/office/powerpoint/2010/main" val="1243591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8</a:t>
            </a:fld>
            <a:endParaRPr kumimoji="1" lang="ja-JP" altLang="en-US"/>
          </a:p>
        </p:txBody>
      </p:sp>
    </p:spTree>
    <p:extLst>
      <p:ext uri="{BB962C8B-B14F-4D97-AF65-F5344CB8AC3E}">
        <p14:creationId xmlns:p14="http://schemas.microsoft.com/office/powerpoint/2010/main" val="2427293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提案手法は CA-LIG、正式には Context-Aware Layer-wise Integrated Gradients です。名前を3つに分けると、Context-Aware が token 同士の文脈関係を考慮すること、Layer-wise が各 Transformer block を見ること、Integrated Gradients が baseline から入力までの勾配積分で寄与を求めることを表します。通常の IG は入力レベルの寄与を見ますが、本手法ではこれを各層の隠れ表現へ拡張している点が異なります。目的は、この IG を各層で計算し attention gradient と融合して、層をまたいだ文脈的な重要度マップを作ることです。新規性は、IG を各層へ拡張し、token の局所的な重要度と attention の文脈構造を融合する点、さらに層をまたぐ rollout で根拠の形成過程を追え、寄与を正負に分離できる点にあります。一言でいえば、局所的な入力寄与と層をまたいだ文脈情報を同時に説明できることが新しさです。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9</a:t>
            </a:fld>
            <a:endParaRPr kumimoji="1" lang="ja-JP" altLang="en-US"/>
          </a:p>
        </p:txBody>
      </p:sp>
    </p:spTree>
    <p:extLst>
      <p:ext uri="{BB962C8B-B14F-4D97-AF65-F5344CB8AC3E}">
        <p14:creationId xmlns:p14="http://schemas.microsoft.com/office/powerpoint/2010/main" val="4054697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CA-LIG の処理は大きく4ステップに分かれます。Step1 で各 Transformer block の隠れ表現に Integrated Gradients を適用して token ごとの重要度を求め、Step2 で attention 重みに対する出力の勾配、つまり attention gradient を計算します。Step3 でこの2つを融合し、Step4 で層をまたいで rollout することで、最終的な文脈的な寄与マップを作ります。なお論文の Fig.1 は3つの Stage で描かれていて、図の Stage1 が Step1 と Step2、Stage2 が Step3 の融合、Stage3 が Step4 の rollout に対応します。この後はまず Integrated Gradients の基本から説明します。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307249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3C46F-FED2-26B4-E962-B032119A21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A8E7D0-7465-C0E2-DDF4-13D9C2DAAB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9779EC-6E1D-F94F-C109-6B2B3A0CAAA8}"/>
              </a:ext>
            </a:extLst>
          </p:cNvPr>
          <p:cNvSpPr>
            <a:spLocks noGrp="1"/>
          </p:cNvSpPr>
          <p:nvPr>
            <p:ph type="body" idx="1"/>
          </p:nvPr>
        </p:nvSpPr>
        <p:spPr/>
        <p:txBody>
          <a:bodyPr/>
          <a:lstStyle/>
          <a:p>
            <a:r>
              <a:rPr lang="ja-JP" altLang="ja-JP" dirty="0"/>
              <a:t>Integrated Gradientsは、何も情報がないbaselineから実際の入力までを少しずつ補間し、その途中の勾配を積分することで入力特徴の寄与を求めます。スペクトログラムに使う場合は、各ピクセルが時刻と周波数の強度を表すので、どの時間帯・周波数帯が沸騰判定や熱流束予測に効いたかを見ることができます。</a:t>
            </a:r>
            <a:endParaRPr kumimoji="1" lang="ja-JP" altLang="en-US" dirty="0"/>
          </a:p>
        </p:txBody>
      </p:sp>
      <p:sp>
        <p:nvSpPr>
          <p:cNvPr id="4" name="スライド番号プレースホルダー 3">
            <a:extLst>
              <a:ext uri="{FF2B5EF4-FFF2-40B4-BE49-F238E27FC236}">
                <a16:creationId xmlns:a16="http://schemas.microsoft.com/office/drawing/2014/main" id="{F99AAEAA-51B2-EF53-5E06-5D4DFCB87ADB}"/>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2038693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2D927-554F-E5D2-4330-7C7E6D3C5F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E81662-2816-08AF-466E-7D8C26BC081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A0D97C5-3FA3-9CA2-7103-A6789FB1DD2E}"/>
              </a:ext>
            </a:extLst>
          </p:cNvPr>
          <p:cNvSpPr>
            <a:spLocks noGrp="1"/>
          </p:cNvSpPr>
          <p:nvPr>
            <p:ph type="body" idx="1"/>
          </p:nvPr>
        </p:nvSpPr>
        <p:spPr/>
        <p:txBody>
          <a:bodyPr/>
          <a:lstStyle/>
          <a:p>
            <a:r>
              <a:rPr lang="ja-JP" altLang="ja-JP" dirty="0"/>
              <a:t>Step1では、通常のIGを入力だけでなく各Transformer blockの隠れ表現に適用します。これにより、単に入力のどこが重要かだけでなく、浅い層では何を見ていて、深い層では何が重要になっているのかを追うことができます。自分の研究で言えば、Conformerの浅い層では局所的な時間–周波数特徴、深い層ではONB近傍の文脈的な特徴が強くなるかを見るイメージです。</a:t>
            </a:r>
            <a:endParaRPr kumimoji="1" lang="ja-JP" altLang="en-US" dirty="0"/>
          </a:p>
        </p:txBody>
      </p:sp>
      <p:sp>
        <p:nvSpPr>
          <p:cNvPr id="4" name="スライド番号プレースホルダー 3">
            <a:extLst>
              <a:ext uri="{FF2B5EF4-FFF2-40B4-BE49-F238E27FC236}">
                <a16:creationId xmlns:a16="http://schemas.microsoft.com/office/drawing/2014/main" id="{71A7AAF9-BC23-ED7C-3182-0368D6CF3E0D}"/>
              </a:ext>
            </a:extLst>
          </p:cNvPr>
          <p:cNvSpPr>
            <a:spLocks noGrp="1"/>
          </p:cNvSpPr>
          <p:nvPr>
            <p:ph type="sldNum" sz="quarter" idx="5"/>
          </p:nvPr>
        </p:nvSpPr>
        <p:spPr/>
        <p:txBody>
          <a:bodyPr/>
          <a:lstStyle/>
          <a:p>
            <a:fld id="{43558F7A-9C9F-42E9-83A4-0C372CE5784D}" type="slidenum">
              <a:rPr kumimoji="1" lang="ja-JP" altLang="en-US" smtClean="0"/>
              <a:t>13</a:t>
            </a:fld>
            <a:endParaRPr kumimoji="1" lang="ja-JP" altLang="en-US"/>
          </a:p>
        </p:txBody>
      </p:sp>
    </p:spTree>
    <p:extLst>
      <p:ext uri="{BB962C8B-B14F-4D97-AF65-F5344CB8AC3E}">
        <p14:creationId xmlns:p14="http://schemas.microsoft.com/office/powerpoint/2010/main" val="60167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A53A1-0391-85F0-B2B7-861E5A1518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230259-6AFE-E5F2-B376-E1B00424D4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154CF79-DAFD-CD27-148E-3AC23F3EE648}"/>
              </a:ext>
            </a:extLst>
          </p:cNvPr>
          <p:cNvSpPr>
            <a:spLocks noGrp="1"/>
          </p:cNvSpPr>
          <p:nvPr>
            <p:ph type="body" idx="1"/>
          </p:nvPr>
        </p:nvSpPr>
        <p:spPr/>
        <p:txBody>
          <a:bodyPr/>
          <a:lstStyle/>
          <a:p>
            <a:r>
              <a:rPr lang="ja-JP" altLang="ja-JP" dirty="0"/>
              <a:t>attention mapだけでは、モデルがどこを参照したかは分かりますが、それが本当に予測に効いたかは分かりません。そこでCA-LIGでは、対象クラスの出力に対してattention重みがどれだけ効いたか、つまりattention gradientを計算します。これにより、単なる注目ではなく、予測に効いたattention接続を見ようとしています。</a:t>
            </a:r>
            <a:endParaRPr kumimoji="1" lang="ja-JP" altLang="en-US" dirty="0"/>
          </a:p>
        </p:txBody>
      </p:sp>
      <p:sp>
        <p:nvSpPr>
          <p:cNvPr id="4" name="スライド番号プレースホルダー 3">
            <a:extLst>
              <a:ext uri="{FF2B5EF4-FFF2-40B4-BE49-F238E27FC236}">
                <a16:creationId xmlns:a16="http://schemas.microsoft.com/office/drawing/2014/main" id="{242C29BE-4E34-06B4-AD4A-AECFC7CE5974}"/>
              </a:ext>
            </a:extLst>
          </p:cNvPr>
          <p:cNvSpPr>
            <a:spLocks noGrp="1"/>
          </p:cNvSpPr>
          <p:nvPr>
            <p:ph type="sldNum" sz="quarter" idx="5"/>
          </p:nvPr>
        </p:nvSpPr>
        <p:spPr/>
        <p:txBody>
          <a:bodyPr/>
          <a:lstStyle/>
          <a:p>
            <a:fld id="{43558F7A-9C9F-42E9-83A4-0C372CE5784D}" type="slidenum">
              <a:rPr kumimoji="1" lang="ja-JP" altLang="en-US" smtClean="0"/>
              <a:t>14</a:t>
            </a:fld>
            <a:endParaRPr kumimoji="1" lang="ja-JP" altLang="en-US"/>
          </a:p>
        </p:txBody>
      </p:sp>
    </p:spTree>
    <p:extLst>
      <p:ext uri="{BB962C8B-B14F-4D97-AF65-F5344CB8AC3E}">
        <p14:creationId xmlns:p14="http://schemas.microsoft.com/office/powerpoint/2010/main" val="3589832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DE2A6-8959-EB5B-2452-AFCF34DC02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B6B680-2CEB-795A-21CA-6D684C9B0D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AF17FB9-A0FF-3AA2-4EC9-90AA5D4B4BCF}"/>
              </a:ext>
            </a:extLst>
          </p:cNvPr>
          <p:cNvSpPr>
            <a:spLocks noGrp="1"/>
          </p:cNvSpPr>
          <p:nvPr>
            <p:ph type="body" idx="1"/>
          </p:nvPr>
        </p:nvSpPr>
        <p:spPr/>
        <p:txBody>
          <a:bodyPr/>
          <a:lstStyle/>
          <a:p>
            <a:r>
              <a:rPr lang="ja-JP" altLang="ja-JP" dirty="0"/>
              <a:t>Step3では、Layer-wise IGで得たtoken重要度と、attention gradientで得たtoken間接続の重要度を掛け合わせます。IGは「どのtokenが重要か」に強く、attention gradientは「どのtoken間関係が予測に効くか」に強いです。この2つを融合することで、どのtokenが、どの文脈的な経路を通じて予測に効いたのかを表現できます。</a:t>
            </a:r>
            <a:endParaRPr kumimoji="1" lang="ja-JP" altLang="en-US" dirty="0"/>
          </a:p>
        </p:txBody>
      </p:sp>
      <p:sp>
        <p:nvSpPr>
          <p:cNvPr id="4" name="スライド番号プレースホルダー 3">
            <a:extLst>
              <a:ext uri="{FF2B5EF4-FFF2-40B4-BE49-F238E27FC236}">
                <a16:creationId xmlns:a16="http://schemas.microsoft.com/office/drawing/2014/main" id="{287262DF-A83E-2D49-0BDE-8A415C896E35}"/>
              </a:ext>
            </a:extLst>
          </p:cNvPr>
          <p:cNvSpPr>
            <a:spLocks noGrp="1"/>
          </p:cNvSpPr>
          <p:nvPr>
            <p:ph type="sldNum" sz="quarter" idx="5"/>
          </p:nvPr>
        </p:nvSpPr>
        <p:spPr/>
        <p:txBody>
          <a:bodyPr/>
          <a:lstStyle/>
          <a:p>
            <a:fld id="{43558F7A-9C9F-42E9-83A4-0C372CE5784D}" type="slidenum">
              <a:rPr kumimoji="1" lang="ja-JP" altLang="en-US" smtClean="0"/>
              <a:t>15</a:t>
            </a:fld>
            <a:endParaRPr kumimoji="1" lang="ja-JP" altLang="en-US"/>
          </a:p>
        </p:txBody>
      </p:sp>
    </p:spTree>
    <p:extLst>
      <p:ext uri="{BB962C8B-B14F-4D97-AF65-F5344CB8AC3E}">
        <p14:creationId xmlns:p14="http://schemas.microsoft.com/office/powerpoint/2010/main" val="4016181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19082-0373-6695-F15E-0313D98AA0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FBE204-6B15-3E44-B2CB-F1C7260172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D7FA45-4EAC-3ED6-17E3-E5A897C4EDE6}"/>
              </a:ext>
            </a:extLst>
          </p:cNvPr>
          <p:cNvSpPr>
            <a:spLocks noGrp="1"/>
          </p:cNvSpPr>
          <p:nvPr>
            <p:ph type="body" idx="1"/>
          </p:nvPr>
        </p:nvSpPr>
        <p:spPr/>
        <p:txBody>
          <a:bodyPr/>
          <a:lstStyle/>
          <a:p>
            <a:r>
              <a:rPr lang="ja-JP" altLang="ja-JP" dirty="0"/>
              <a:t>最後に、各層で得られたrelevance付きattention行列を掛け合わせることで、入力tokenの影響が層を通じて最終予測へどう伝わったかを表すマップを作ります。また、CA-LIGでは寄与を正と負に分けられます。自分の研究では、正の寄与は沸騰判定を強める時間–周波数領域、負の寄与はノイズや未沸騰的な領域として解釈できる可能性があります。</a:t>
            </a:r>
            <a:endParaRPr kumimoji="1" lang="ja-JP" altLang="en-US" dirty="0"/>
          </a:p>
        </p:txBody>
      </p:sp>
      <p:sp>
        <p:nvSpPr>
          <p:cNvPr id="4" name="スライド番号プレースホルダー 3">
            <a:extLst>
              <a:ext uri="{FF2B5EF4-FFF2-40B4-BE49-F238E27FC236}">
                <a16:creationId xmlns:a16="http://schemas.microsoft.com/office/drawing/2014/main" id="{8DC3AF6E-6CA8-206F-F33A-00454F039E0D}"/>
              </a:ext>
            </a:extLst>
          </p:cNvPr>
          <p:cNvSpPr>
            <a:spLocks noGrp="1"/>
          </p:cNvSpPr>
          <p:nvPr>
            <p:ph type="sldNum" sz="quarter" idx="5"/>
          </p:nvPr>
        </p:nvSpPr>
        <p:spPr/>
        <p:txBody>
          <a:bodyPr/>
          <a:lstStyle/>
          <a:p>
            <a:fld id="{43558F7A-9C9F-42E9-83A4-0C372CE5784D}" type="slidenum">
              <a:rPr kumimoji="1" lang="ja-JP" altLang="en-US" smtClean="0"/>
              <a:t>16</a:t>
            </a:fld>
            <a:endParaRPr kumimoji="1" lang="ja-JP" altLang="en-US"/>
          </a:p>
        </p:txBody>
      </p:sp>
    </p:spTree>
    <p:extLst>
      <p:ext uri="{BB962C8B-B14F-4D97-AF65-F5344CB8AC3E}">
        <p14:creationId xmlns:p14="http://schemas.microsoft.com/office/powerpoint/2010/main" val="3878919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A3B91-BDF9-374E-6A62-23B12ADB38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337102-7AD8-6E80-B316-5F518BAEEB9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51F485-78F9-79A7-532B-410C21B5C278}"/>
              </a:ext>
            </a:extLst>
          </p:cNvPr>
          <p:cNvSpPr>
            <a:spLocks noGrp="1"/>
          </p:cNvSpPr>
          <p:nvPr>
            <p:ph type="body" idx="1"/>
          </p:nvPr>
        </p:nvSpPr>
        <p:spPr/>
        <p:txBody>
          <a:bodyPr/>
          <a:lstStyle/>
          <a:p>
            <a:r>
              <a:rPr lang="ja-JP" altLang="ja-JP" dirty="0"/>
              <a:t>最後に、各層で得られたrelevance付きattention行列を掛け合わせることで、入力tokenの影響が層を通じて最終予測へどう伝わったかを表すマップを作ります。また、CA-LIGでは寄与を正と負に分けられます。自分の研究では、正の寄与は沸騰判定を強める時間–周波数領域、負の寄与はノイズや未沸騰的な領域として解釈できる可能性があります。</a:t>
            </a:r>
            <a:endParaRPr kumimoji="1" lang="ja-JP" altLang="en-US" dirty="0"/>
          </a:p>
        </p:txBody>
      </p:sp>
      <p:sp>
        <p:nvSpPr>
          <p:cNvPr id="4" name="スライド番号プレースホルダー 3">
            <a:extLst>
              <a:ext uri="{FF2B5EF4-FFF2-40B4-BE49-F238E27FC236}">
                <a16:creationId xmlns:a16="http://schemas.microsoft.com/office/drawing/2014/main" id="{E70EA290-8208-6CDF-DCAE-997CFAFB63FA}"/>
              </a:ext>
            </a:extLst>
          </p:cNvPr>
          <p:cNvSpPr>
            <a:spLocks noGrp="1"/>
          </p:cNvSpPr>
          <p:nvPr>
            <p:ph type="sldNum" sz="quarter" idx="5"/>
          </p:nvPr>
        </p:nvSpPr>
        <p:spPr/>
        <p:txBody>
          <a:bodyPr/>
          <a:lstStyle/>
          <a:p>
            <a:fld id="{43558F7A-9C9F-42E9-83A4-0C372CE5784D}" type="slidenum">
              <a:rPr kumimoji="1" lang="ja-JP" altLang="en-US" smtClean="0"/>
              <a:t>17</a:t>
            </a:fld>
            <a:endParaRPr kumimoji="1" lang="ja-JP" altLang="en-US"/>
          </a:p>
        </p:txBody>
      </p:sp>
    </p:spTree>
    <p:extLst>
      <p:ext uri="{BB962C8B-B14F-4D97-AF65-F5344CB8AC3E}">
        <p14:creationId xmlns:p14="http://schemas.microsoft.com/office/powerpoint/2010/main" val="2703907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2283-8920-53D7-DF30-F19322D11B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5A90D6-4844-1415-799C-29A1BFD8E9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B4E683-F73D-6502-F9E4-B1D34AA5D9A2}"/>
              </a:ext>
            </a:extLst>
          </p:cNvPr>
          <p:cNvSpPr>
            <a:spLocks noGrp="1"/>
          </p:cNvSpPr>
          <p:nvPr>
            <p:ph type="body" idx="1"/>
          </p:nvPr>
        </p:nvSpPr>
        <p:spPr/>
        <p:txBody>
          <a:bodyPr/>
          <a:lstStyle/>
          <a:p>
            <a:r>
              <a:rPr lang="ja-JP" altLang="ja-JP" dirty="0"/>
              <a:t>実験では、NLPと画像の両方でCA-LIGを評価しています。テキストでは感情分析、長文分類、低リソース言語のヘイトスピーチ検出を扱い、画像ではMAE Vision Transformerを用いています。比較対象はInput×Gradient、通常のIG、LRP、Attention Rolloutなどです。つまり、CA-LIGが既存の勾配系・attention系の説明手法より良い説明を出せるかを確認しています。</a:t>
            </a:r>
            <a:endParaRPr kumimoji="1" lang="ja-JP" altLang="en-US" b="1" dirty="0"/>
          </a:p>
        </p:txBody>
      </p:sp>
      <p:sp>
        <p:nvSpPr>
          <p:cNvPr id="4" name="スライド番号プレースホルダー 3">
            <a:extLst>
              <a:ext uri="{FF2B5EF4-FFF2-40B4-BE49-F238E27FC236}">
                <a16:creationId xmlns:a16="http://schemas.microsoft.com/office/drawing/2014/main" id="{7DD279EC-06D0-57C5-F604-E18902F0A61E}"/>
              </a:ext>
            </a:extLst>
          </p:cNvPr>
          <p:cNvSpPr>
            <a:spLocks noGrp="1"/>
          </p:cNvSpPr>
          <p:nvPr>
            <p:ph type="sldNum" sz="quarter" idx="5"/>
          </p:nvPr>
        </p:nvSpPr>
        <p:spPr/>
        <p:txBody>
          <a:bodyPr/>
          <a:lstStyle/>
          <a:p>
            <a:fld id="{43558F7A-9C9F-42E9-83A4-0C372CE5784D}" type="slidenum">
              <a:rPr kumimoji="1" lang="ja-JP" altLang="en-US" smtClean="0"/>
              <a:t>18</a:t>
            </a:fld>
            <a:endParaRPr kumimoji="1" lang="ja-JP" altLang="en-US"/>
          </a:p>
        </p:txBody>
      </p:sp>
    </p:spTree>
    <p:extLst>
      <p:ext uri="{BB962C8B-B14F-4D97-AF65-F5344CB8AC3E}">
        <p14:creationId xmlns:p14="http://schemas.microsoft.com/office/powerpoint/2010/main" val="2059927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72D9A-45CA-132E-FD91-C12C3E36AD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5A460D-B4DB-7B4C-3701-389BD8ED84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AD5E78-64D9-5BE2-6D3E-F6A5B62F848A}"/>
              </a:ext>
            </a:extLst>
          </p:cNvPr>
          <p:cNvSpPr>
            <a:spLocks noGrp="1"/>
          </p:cNvSpPr>
          <p:nvPr>
            <p:ph type="body" idx="1"/>
          </p:nvPr>
        </p:nvSpPr>
        <p:spPr/>
        <p:txBody>
          <a:bodyPr/>
          <a:lstStyle/>
          <a:p>
            <a:r>
              <a:rPr lang="ja-JP" altLang="ja-JP" dirty="0"/>
              <a:t>テキスト分類では、人間が根拠として注釈したtokenとの一致度をtoken-F1で評価しています。結果として、CA-LIGは既存手法より高いtoken-F1を示しました。これは、attentionだけの手法やIG単体よりも、人間が重要とみなす語に近い説明を出せていることを意味します。</a:t>
            </a:r>
            <a:endParaRPr kumimoji="1" lang="ja-JP" altLang="en-US" dirty="0"/>
          </a:p>
        </p:txBody>
      </p:sp>
      <p:sp>
        <p:nvSpPr>
          <p:cNvPr id="4" name="スライド番号プレースホルダー 3">
            <a:extLst>
              <a:ext uri="{FF2B5EF4-FFF2-40B4-BE49-F238E27FC236}">
                <a16:creationId xmlns:a16="http://schemas.microsoft.com/office/drawing/2014/main" id="{BCB242B7-073B-014E-3C61-393DCED5F0C0}"/>
              </a:ext>
            </a:extLst>
          </p:cNvPr>
          <p:cNvSpPr>
            <a:spLocks noGrp="1"/>
          </p:cNvSpPr>
          <p:nvPr>
            <p:ph type="sldNum" sz="quarter" idx="5"/>
          </p:nvPr>
        </p:nvSpPr>
        <p:spPr/>
        <p:txBody>
          <a:bodyPr/>
          <a:lstStyle/>
          <a:p>
            <a:fld id="{43558F7A-9C9F-42E9-83A4-0C372CE5784D}" type="slidenum">
              <a:rPr kumimoji="1" lang="ja-JP" altLang="en-US" smtClean="0"/>
              <a:t>20</a:t>
            </a:fld>
            <a:endParaRPr kumimoji="1" lang="ja-JP" altLang="en-US"/>
          </a:p>
        </p:txBody>
      </p:sp>
    </p:spTree>
    <p:extLst>
      <p:ext uri="{BB962C8B-B14F-4D97-AF65-F5344CB8AC3E}">
        <p14:creationId xmlns:p14="http://schemas.microsoft.com/office/powerpoint/2010/main" val="3774563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DCD78-E7DC-8965-09A9-61C7316531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869628-BDEB-07AB-A0D8-2A53AC8F5C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907736-B3B0-1A0C-3815-F4214574633F}"/>
              </a:ext>
            </a:extLst>
          </p:cNvPr>
          <p:cNvSpPr>
            <a:spLocks noGrp="1"/>
          </p:cNvSpPr>
          <p:nvPr>
            <p:ph type="body" idx="1"/>
          </p:nvPr>
        </p:nvSpPr>
        <p:spPr/>
        <p:txBody>
          <a:bodyPr/>
          <a:lstStyle/>
          <a:p>
            <a:r>
              <a:rPr lang="ja-JP" altLang="ja-JP" dirty="0"/>
              <a:t>画像分類では、CA-LIGは対象物の意味的に重要な領域に比較的まとまって注目していることが示されています。これは、自分の研究でスペクトログラム画像に適用したときにも、どの時間–周波数領域が予測に効いたかを可視化できる可能性があるという点で重要です。</a:t>
            </a:r>
            <a:endParaRPr kumimoji="1" lang="ja-JP" altLang="en-US" dirty="0"/>
          </a:p>
        </p:txBody>
      </p:sp>
      <p:sp>
        <p:nvSpPr>
          <p:cNvPr id="4" name="スライド番号プレースホルダー 3">
            <a:extLst>
              <a:ext uri="{FF2B5EF4-FFF2-40B4-BE49-F238E27FC236}">
                <a16:creationId xmlns:a16="http://schemas.microsoft.com/office/drawing/2014/main" id="{5025EB39-8471-2646-2BBB-1C6836B759B3}"/>
              </a:ext>
            </a:extLst>
          </p:cNvPr>
          <p:cNvSpPr>
            <a:spLocks noGrp="1"/>
          </p:cNvSpPr>
          <p:nvPr>
            <p:ph type="sldNum" sz="quarter" idx="5"/>
          </p:nvPr>
        </p:nvSpPr>
        <p:spPr/>
        <p:txBody>
          <a:bodyPr/>
          <a:lstStyle/>
          <a:p>
            <a:fld id="{43558F7A-9C9F-42E9-83A4-0C372CE5784D}" type="slidenum">
              <a:rPr kumimoji="1" lang="ja-JP" altLang="en-US" smtClean="0"/>
              <a:t>21</a:t>
            </a:fld>
            <a:endParaRPr kumimoji="1" lang="ja-JP" altLang="en-US"/>
          </a:p>
        </p:txBody>
      </p:sp>
    </p:spTree>
    <p:extLst>
      <p:ext uri="{BB962C8B-B14F-4D97-AF65-F5344CB8AC3E}">
        <p14:creationId xmlns:p14="http://schemas.microsoft.com/office/powerpoint/2010/main" val="3208371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BB8E-635A-60DE-194C-00C5F0390B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8EC1D60-3F57-0C9D-A3D3-D1720AB32A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CE1466-F614-6587-2306-28A6DB166B68}"/>
              </a:ext>
            </a:extLst>
          </p:cNvPr>
          <p:cNvSpPr>
            <a:spLocks noGrp="1"/>
          </p:cNvSpPr>
          <p:nvPr>
            <p:ph type="body" idx="1"/>
          </p:nvPr>
        </p:nvSpPr>
        <p:spPr/>
        <p:txBody>
          <a:bodyPr/>
          <a:lstStyle/>
          <a:p>
            <a:r>
              <a:rPr lang="ja-JP" altLang="ja-JP" dirty="0"/>
              <a:t>CA-LIGの特徴は、単に最終的な説明マップを出すだけでなく、層ごとのrelevance変化を追える点です。浅い層では表面的特徴、中間層では文脈的関係、深い層ではタスク判断に近い特徴が強まると解釈できます。また、寄与を正負に分離できるため、予測を支持する根拠と、逆に予測を弱める根拠を区別できます。</a:t>
            </a:r>
            <a:endParaRPr kumimoji="1" lang="ja-JP" altLang="en-US" dirty="0"/>
          </a:p>
        </p:txBody>
      </p:sp>
      <p:sp>
        <p:nvSpPr>
          <p:cNvPr id="4" name="スライド番号プレースホルダー 3">
            <a:extLst>
              <a:ext uri="{FF2B5EF4-FFF2-40B4-BE49-F238E27FC236}">
                <a16:creationId xmlns:a16="http://schemas.microsoft.com/office/drawing/2014/main" id="{F663F2AE-16CF-5F56-438E-960E0ED89DFB}"/>
              </a:ext>
            </a:extLst>
          </p:cNvPr>
          <p:cNvSpPr>
            <a:spLocks noGrp="1"/>
          </p:cNvSpPr>
          <p:nvPr>
            <p:ph type="sldNum" sz="quarter" idx="5"/>
          </p:nvPr>
        </p:nvSpPr>
        <p:spPr/>
        <p:txBody>
          <a:bodyPr/>
          <a:lstStyle/>
          <a:p>
            <a:fld id="{43558F7A-9C9F-42E9-83A4-0C372CE5784D}" type="slidenum">
              <a:rPr kumimoji="1" lang="ja-JP" altLang="en-US" smtClean="0"/>
              <a:t>22</a:t>
            </a:fld>
            <a:endParaRPr kumimoji="1" lang="ja-JP" altLang="en-US"/>
          </a:p>
        </p:txBody>
      </p:sp>
    </p:spTree>
    <p:extLst>
      <p:ext uri="{BB962C8B-B14F-4D97-AF65-F5344CB8AC3E}">
        <p14:creationId xmlns:p14="http://schemas.microsoft.com/office/powerpoint/2010/main" val="27519855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FEDCD-5CFF-595A-E4C4-57E5884B32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0E3CF4-2AFD-1CC4-57C2-FC2DEDDABE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859D6D-A8E7-CAE4-C3DC-5542A98E7065}"/>
              </a:ext>
            </a:extLst>
          </p:cNvPr>
          <p:cNvSpPr>
            <a:spLocks noGrp="1"/>
          </p:cNvSpPr>
          <p:nvPr>
            <p:ph type="body" idx="1"/>
          </p:nvPr>
        </p:nvSpPr>
        <p:spPr/>
        <p:txBody>
          <a:bodyPr/>
          <a:lstStyle/>
          <a:p>
            <a:r>
              <a:rPr lang="ja-JP" altLang="ja-JP" dirty="0"/>
              <a:t>まとめると、CA-LIGはIntegrated Gradientsを各層に拡張し、attention gradientと融合することで、Transformerの予測根拠を層・文脈方向に説明する手法です。自分の研究では、tokenをスペクトログラムのパッチや時間フレーム・周波数帯に対応させることで、どの時間–周波数領域が沸騰判定を強めたか、あるいは弱めたかを可視化できます。まずは通常のIGをAlexNetやConformerに適用し、その後マスク実験で物理的妥当性を確認するのが現実的だと考えています。</a:t>
            </a:r>
            <a:endParaRPr kumimoji="1" lang="en-US" altLang="ja-JP" dirty="0"/>
          </a:p>
        </p:txBody>
      </p:sp>
      <p:sp>
        <p:nvSpPr>
          <p:cNvPr id="4" name="スライド番号プレースホルダー 3">
            <a:extLst>
              <a:ext uri="{FF2B5EF4-FFF2-40B4-BE49-F238E27FC236}">
                <a16:creationId xmlns:a16="http://schemas.microsoft.com/office/drawing/2014/main" id="{1E8E9EA7-A771-4A77-77A9-F42B165E0FCE}"/>
              </a:ext>
            </a:extLst>
          </p:cNvPr>
          <p:cNvSpPr>
            <a:spLocks noGrp="1"/>
          </p:cNvSpPr>
          <p:nvPr>
            <p:ph type="sldNum" sz="quarter" idx="5"/>
          </p:nvPr>
        </p:nvSpPr>
        <p:spPr/>
        <p:txBody>
          <a:bodyPr/>
          <a:lstStyle/>
          <a:p>
            <a:fld id="{43558F7A-9C9F-42E9-83A4-0C372CE5784D}" type="slidenum">
              <a:rPr kumimoji="1" lang="ja-JP" altLang="en-US" smtClean="0"/>
              <a:t>23</a:t>
            </a:fld>
            <a:endParaRPr kumimoji="1" lang="ja-JP" altLang="en-US"/>
          </a:p>
        </p:txBody>
      </p:sp>
    </p:spTree>
    <p:extLst>
      <p:ext uri="{BB962C8B-B14F-4D97-AF65-F5344CB8AC3E}">
        <p14:creationId xmlns:p14="http://schemas.microsoft.com/office/powerpoint/2010/main" val="1736411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7126736" y="1575825"/>
            <a:ext cx="4034525" cy="830997"/>
          </a:xfrm>
          <a:prstGeom prst="rect">
            <a:avLst/>
          </a:prstGeom>
        </p:spPr>
        <p:txBody>
          <a:bodyPr wrap="square" lIns="0" tIns="0" rIns="0" bIns="0" rtlCol="0" anchor="t">
            <a:spAutoFit/>
          </a:bodyPr>
          <a:lstStyle/>
          <a:p>
            <a:pPr algn="ctr">
              <a:spcBef>
                <a:spcPct val="0"/>
              </a:spcBef>
            </a:pPr>
            <a:r>
              <a:rPr lang="ja-JP" altLang="en-US" sz="5400" dirty="0">
                <a:solidFill>
                  <a:srgbClr val="292B2B"/>
                </a:solidFill>
                <a:latin typeface="Source Han Sans JP Bold"/>
                <a:ea typeface="Source Han Sans JP Bold"/>
                <a:cs typeface="Source Han Sans JP Bold"/>
                <a:sym typeface="Source Han Sans JP Bold"/>
              </a:rPr>
              <a:t>論文輪講</a:t>
            </a:r>
            <a:endParaRPr lang="en-US" sz="54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18217" y="8441870"/>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latin typeface="Source Han Sans JP" panose="020B0600070205080204" charset="-128"/>
                <a:ea typeface="Source Han Sans JP" panose="020B0600070205080204" charset="-128"/>
              </a:rPr>
              <a:t>植木研究室　　</a:t>
            </a:r>
            <a:r>
              <a:rPr lang="en-US" altLang="ja-JP" sz="4000" dirty="0">
                <a:latin typeface="Source Han Sans JP" panose="020B0600070205080204" charset="-128"/>
                <a:ea typeface="Source Han Sans JP" panose="020B0600070205080204" charset="-128"/>
              </a:rPr>
              <a:t>8125517</a:t>
            </a:r>
            <a:r>
              <a:rPr lang="ja-JP" altLang="en-US" sz="4000" dirty="0">
                <a:latin typeface="Source Han Sans JP" panose="020B0600070205080204" charset="-128"/>
                <a:ea typeface="Source Han Sans JP" panose="020B0600070205080204" charset="-128"/>
              </a:rPr>
              <a:t>　　</a:t>
            </a:r>
            <a:r>
              <a:rPr lang="ja-JP" altLang="en-US" sz="4000" dirty="0">
                <a:solidFill>
                  <a:srgbClr val="292B2B"/>
                </a:solidFill>
                <a:latin typeface="Source Han Sans JP" panose="020B0600070205080204" charset="-128"/>
                <a:ea typeface="Source Han Sans JP" panose="020B0600070205080204" charset="-128"/>
                <a:cs typeface="Source Han Sans JP"/>
                <a:sym typeface="Source Han Sans JP"/>
              </a:rPr>
              <a:t>柴崎陸</a:t>
            </a:r>
            <a:endParaRPr lang="en-US" sz="40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sp>
        <p:nvSpPr>
          <p:cNvPr id="20" name="TextBox 20"/>
          <p:cNvSpPr txBox="1"/>
          <p:nvPr/>
        </p:nvSpPr>
        <p:spPr>
          <a:xfrm>
            <a:off x="6111044" y="7586190"/>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Source Han Sans JP" panose="020B0600070205080204" charset="-128"/>
                <a:ea typeface="Source Han Sans JP" panose="020B0600070205080204" charset="-128"/>
                <a:cs typeface="Century Gothic Paneuropean"/>
                <a:sym typeface="Century Gothic Paneuropean"/>
              </a:rPr>
              <a:t>2026年10月2日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24">
            <a:extLst>
              <a:ext uri="{FF2B5EF4-FFF2-40B4-BE49-F238E27FC236}">
                <a16:creationId xmlns:a16="http://schemas.microsoft.com/office/drawing/2014/main" id="{9E46055B-DA28-1F66-CD59-78CAAB0910E0}"/>
              </a:ext>
            </a:extLst>
          </p:cNvPr>
          <p:cNvSpPr txBox="1"/>
          <p:nvPr/>
        </p:nvSpPr>
        <p:spPr>
          <a:xfrm>
            <a:off x="1799756" y="5900157"/>
            <a:ext cx="14688483" cy="677108"/>
          </a:xfrm>
          <a:prstGeom prst="rect">
            <a:avLst/>
          </a:prstGeom>
        </p:spPr>
        <p:txBody>
          <a:bodyPr wrap="square" lIns="0" tIns="0" rIns="0" bIns="0" rtlCol="0" anchor="t">
            <a:spAutoFit/>
          </a:bodyPr>
          <a:lstStyle/>
          <a:p>
            <a:pPr algn="ctr">
              <a:lnSpc>
                <a:spcPct val="100000"/>
              </a:lnSpc>
              <a:spcBef>
                <a:spcPct val="0"/>
              </a:spcBef>
            </a:pPr>
            <a:r>
              <a:rPr lang="ja-JP" alt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rPr>
              <a:t>ー</a:t>
            </a:r>
            <a:r>
              <a:rPr lang="ja-JP" altLang="ja-JP" sz="4400" b="1" dirty="0">
                <a:latin typeface="Source Han Sans JP" panose="020B0600070205080204" charset="-128"/>
                <a:ea typeface="Source Han Sans JP" panose="020B0600070205080204" charset="-128"/>
              </a:rPr>
              <a:t>教師なし依存構文解析の誤り耐性アンサンブル法</a:t>
            </a:r>
            <a:r>
              <a:rPr lang="ja-JP" alt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rPr>
              <a:t>ー</a:t>
            </a:r>
            <a:endParaRPr 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endParaRPr>
          </a:p>
        </p:txBody>
      </p:sp>
      <p:sp>
        <p:nvSpPr>
          <p:cNvPr id="14" name="TextBox 24">
            <a:extLst>
              <a:ext uri="{FF2B5EF4-FFF2-40B4-BE49-F238E27FC236}">
                <a16:creationId xmlns:a16="http://schemas.microsoft.com/office/drawing/2014/main" id="{5A851D26-D12C-C610-35D6-4EE88EAAA3D9}"/>
              </a:ext>
            </a:extLst>
          </p:cNvPr>
          <p:cNvSpPr txBox="1"/>
          <p:nvPr/>
        </p:nvSpPr>
        <p:spPr>
          <a:xfrm>
            <a:off x="1219200" y="2886432"/>
            <a:ext cx="16459200" cy="2769989"/>
          </a:xfrm>
          <a:prstGeom prst="rect">
            <a:avLst/>
          </a:prstGeom>
        </p:spPr>
        <p:txBody>
          <a:bodyPr wrap="square" lIns="0" tIns="0" rIns="0" bIns="0" rtlCol="0" anchor="t">
            <a:spAutoFit/>
          </a:bodyPr>
          <a:lstStyle/>
          <a:p>
            <a:pPr>
              <a:lnSpc>
                <a:spcPct val="100000"/>
              </a:lnSpc>
              <a:spcBef>
                <a:spcPct val="0"/>
              </a:spcBef>
            </a:pPr>
            <a:r>
              <a:rPr lang="ja-JP" altLang="ja-JP" sz="6000" dirty="0">
                <a:latin typeface="Source Han Sans JP Bold" panose="020B0600070205080204" charset="-128"/>
                <a:ea typeface="Source Han Sans JP Bold" panose="020B0600070205080204" charset="-128"/>
              </a:rPr>
              <a:t>Error Diversity Matters: An Error-Resistant Ensemble Method for Unsupervised Dependency Parsing</a:t>
            </a:r>
            <a:r>
              <a:rPr lang="en-US" altLang="ja-JP" sz="6000" dirty="0">
                <a:latin typeface="Source Han Sans JP Bold" panose="020B0600070205080204" charset="-128"/>
                <a:ea typeface="Source Han Sans JP Bold" panose="020B0600070205080204" charset="-128"/>
              </a:rPr>
              <a:t> </a:t>
            </a:r>
            <a:r>
              <a:rPr lang="en-US" altLang="ja-JP" sz="4000" dirty="0">
                <a:latin typeface="Source Han Sans JP Bold" panose="020B0600070205080204" charset="-128"/>
                <a:ea typeface="Source Han Sans JP Bold" panose="020B0600070205080204" charset="-128"/>
              </a:rPr>
              <a:t>(B</a:t>
            </a:r>
            <a:r>
              <a:rPr lang="ja-JP" altLang="ja-JP" sz="4000" dirty="0">
                <a:latin typeface="Source Han Sans JP Bold" panose="020B0600070205080204" charset="-128"/>
                <a:ea typeface="Source Han Sans JP Bold" panose="020B0600070205080204" charset="-128"/>
              </a:rPr>
              <a:t>ehzad Shayegh et al., AAAI 2025</a:t>
            </a:r>
            <a:r>
              <a:rPr lang="en-US" altLang="ja-JP" sz="4000" dirty="0">
                <a:latin typeface="Source Han Sans JP Bold" panose="020B0600070205080204" charset="-128"/>
                <a:ea typeface="Source Han Sans JP Bold" panose="020B0600070205080204" charset="-128"/>
              </a:rPr>
              <a:t>)</a:t>
            </a:r>
            <a:endParaRPr lang="en-US" sz="40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1E877648-141E-2FED-599C-AC5E92A13D55}"/>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00AF81C-D86D-C07A-3F1F-78B9E44DF21D}"/>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787A3FF-958C-EBE9-52DF-D247C70AB5E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FD83F56E-025F-21B4-21B5-7CE1068CF5A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F30B28B0-361D-0A34-B344-0CF7B75C2C1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7BFE15D1-B194-B181-AC41-0EC9DAC01C9D}"/>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E19D6CF3-783B-2BEB-000A-8FCFFFCD188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25183898-DA7F-FAA5-6C4A-BF13209DA8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F9DE793-621A-3BDA-ABCC-4984981079F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2E54EF43-91FF-6E0F-058B-14050230655B}"/>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8BA66A8F-9866-DC4A-98C9-37EE0066000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6A319B7-D50F-ED65-AF6B-DF2231064C4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BE997E21-DD0B-1294-5BF3-75ACAF7CA261}"/>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1A0D9D66-A21B-66AC-D788-D1C54AAAEFE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1D02DA1C-0B30-93CB-EEA0-B2BC98F0CE7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D09164D7-2F1A-4555-1BC2-B2D96C3AC3AE}"/>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2A0635B8-BCCD-4E74-98AE-0624FFDD6BD6}"/>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62302C4-E809-FCAB-957F-A716CD8F0562}"/>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A243EAE5-356B-1894-75BE-66367ECE2D1E}"/>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D03FC3B-8BEB-F105-968D-F000DB9D8CCD}"/>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242965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E125-58AC-5DB3-9454-F1522E0E834A}"/>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61B68936-4085-C672-25E2-539DE5B542E0}"/>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BF79094-BE17-55A2-79EE-75FD7D60DCCE}"/>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A2129EB-6C03-1B60-2FF2-EC811E6BF5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589DBABA-638B-2DE2-719E-567A3A2FB6D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153E037-F316-82ED-9485-58B93F6367C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D224E675-FAF1-AA8E-F2C8-0BADF0AB9B67}"/>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FFDFBD60-FDBE-A2CC-0936-7FD327C13203}"/>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B37BF935-8EC0-8CFF-6563-826DD5D88C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D324464-3D06-1A37-708D-F0A0D8C339A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770630FB-6B9E-1993-6D39-F78DCF3709B2}"/>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5668E232-42C5-3F54-DDA9-E4A84408A3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6D49311F-513E-F236-470A-E416FE5B22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5EE9B9C-8F0E-5177-1679-008930E7BD7D}"/>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4604F13E-B615-BFD5-F7D8-D1AD5B63A8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30B52B35-5EEE-2B3C-191D-0772C5F79AD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7395413D-1C3A-7562-FC68-021F1C24262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5CCE43B6-B4C5-333A-576C-7C1C222C9DC9}"/>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2DFE006F-89AC-86A8-36C3-00A12FC3D324}"/>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1B03E3FA-A621-3E56-B99E-5AC55F094467}"/>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F836DBF-7A24-6DDB-F4C0-A708A45916F4}"/>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71719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23B2F-43BD-3FDC-9A52-A3EA57EB462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8A5558E-A446-1DD9-AFE3-4208FF0E097E}"/>
              </a:ext>
            </a:extLst>
          </p:cNvPr>
          <p:cNvSpPr>
            <a:spLocks noGrp="1"/>
          </p:cNvSpPr>
          <p:nvPr>
            <p:ph type="sldNum" sz="quarter" idx="12"/>
          </p:nvPr>
        </p:nvSpPr>
        <p:spPr/>
        <p:txBody>
          <a:bodyPr/>
          <a:lstStyle/>
          <a:p>
            <a:fld id="{B6F15528-21DE-4FAA-801E-634DDDAF4B2B}" type="slidenum">
              <a:rPr lang="en-US" smtClean="0"/>
              <a:pPr/>
              <a:t>4</a:t>
            </a:fld>
            <a:endParaRPr lang="en-US"/>
          </a:p>
        </p:txBody>
      </p:sp>
      <p:grpSp>
        <p:nvGrpSpPr>
          <p:cNvPr id="10" name="グループ化 9">
            <a:extLst>
              <a:ext uri="{FF2B5EF4-FFF2-40B4-BE49-F238E27FC236}">
                <a16:creationId xmlns:a16="http://schemas.microsoft.com/office/drawing/2014/main" id="{12090164-6B0A-4E27-6B0C-FBAFDE60F8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481D39E-081B-36BA-D1C6-ECA6050FE4C1}"/>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543D728-E890-92F7-D3EF-163706A1352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D183FE0-B5A8-C0D0-095C-96F001DF25F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0D166528-B1A4-2464-753B-E9FCE2367A2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E6D42BB-303C-D5A5-FC53-D6F0D69BA10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C239CE6-827C-AD68-DAF4-2A74EE7BE4D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E221804-E222-6227-A456-103DE17EA6B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8DAED29-4C24-5A6C-DBDE-E7C4A652470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F8B016B-BB39-0129-1334-B9838377B9D7}"/>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21C2BD47-2123-FA61-C0CE-B3DA20B9974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9D7DAA3C-8727-EE89-1AD2-FDD764BB52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0CA5FDE-A678-4415-F02E-3CC120450DDD}"/>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7F430480-BFB2-28B6-5E6B-B12AD2C6C8C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79BC0B9-1557-D27E-0046-31E6A64464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1A1F485-B6A3-1DA2-225E-333B83F3F492}"/>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4</a:t>
            </a:fld>
            <a:endParaRPr lang="en-US" sz="2400" dirty="0"/>
          </a:p>
        </p:txBody>
      </p:sp>
      <p:sp>
        <p:nvSpPr>
          <p:cNvPr id="5" name="TextBox 24">
            <a:extLst>
              <a:ext uri="{FF2B5EF4-FFF2-40B4-BE49-F238E27FC236}">
                <a16:creationId xmlns:a16="http://schemas.microsoft.com/office/drawing/2014/main" id="{30E6FC3A-F563-6BED-77CD-E9A2AECFFCD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論文を選んだ理由</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0" name="TextBox 24">
            <a:extLst>
              <a:ext uri="{FF2B5EF4-FFF2-40B4-BE49-F238E27FC236}">
                <a16:creationId xmlns:a16="http://schemas.microsoft.com/office/drawing/2014/main" id="{18BCDE0D-5E21-57F1-517E-02D58024D4E0}"/>
              </a:ext>
            </a:extLst>
          </p:cNvPr>
          <p:cNvSpPr txBox="1"/>
          <p:nvPr/>
        </p:nvSpPr>
        <p:spPr>
          <a:xfrm>
            <a:off x="1665275" y="2831192"/>
            <a:ext cx="12431724" cy="1116396"/>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自分：沸騰音から熱流束を予測し，複数モデルを統合</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しかし，全域での改善と</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ONB</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近傍での改善は一致しない</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44" name="グループ化 43">
            <a:extLst>
              <a:ext uri="{FF2B5EF4-FFF2-40B4-BE49-F238E27FC236}">
                <a16:creationId xmlns:a16="http://schemas.microsoft.com/office/drawing/2014/main" id="{8545B1C6-AD44-CAA2-F2D8-7D9E0EE8C615}"/>
              </a:ext>
            </a:extLst>
          </p:cNvPr>
          <p:cNvGrpSpPr/>
          <p:nvPr/>
        </p:nvGrpSpPr>
        <p:grpSpPr>
          <a:xfrm>
            <a:off x="1553242" y="1849221"/>
            <a:ext cx="7086600" cy="552410"/>
            <a:chOff x="1535808" y="1451163"/>
            <a:chExt cx="8639037" cy="552410"/>
          </a:xfrm>
        </p:grpSpPr>
        <p:sp>
          <p:nvSpPr>
            <p:cNvPr id="45" name="TextBox 26">
              <a:extLst>
                <a:ext uri="{FF2B5EF4-FFF2-40B4-BE49-F238E27FC236}">
                  <a16:creationId xmlns:a16="http://schemas.microsoft.com/office/drawing/2014/main" id="{63C1B04C-B4CB-6542-F024-DA825EAAA143}"/>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自分の研究との関連性</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B625E7F0-2BD1-FCC3-A00E-98A23CFC9F05}"/>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66" name="グループ化 65">
            <a:extLst>
              <a:ext uri="{FF2B5EF4-FFF2-40B4-BE49-F238E27FC236}">
                <a16:creationId xmlns:a16="http://schemas.microsoft.com/office/drawing/2014/main" id="{5D8A99AE-AB03-F0C5-CD0B-198872016830}"/>
              </a:ext>
            </a:extLst>
          </p:cNvPr>
          <p:cNvGrpSpPr/>
          <p:nvPr/>
        </p:nvGrpSpPr>
        <p:grpSpPr>
          <a:xfrm>
            <a:off x="1553242" y="7429500"/>
            <a:ext cx="7086600" cy="552410"/>
            <a:chOff x="1535808" y="1451163"/>
            <a:chExt cx="8639037" cy="552410"/>
          </a:xfrm>
        </p:grpSpPr>
        <p:sp>
          <p:nvSpPr>
            <p:cNvPr id="67" name="TextBox 26">
              <a:extLst>
                <a:ext uri="{FF2B5EF4-FFF2-40B4-BE49-F238E27FC236}">
                  <a16:creationId xmlns:a16="http://schemas.microsoft.com/office/drawing/2014/main" id="{A5E42165-316E-EDAF-737B-8D5240564246}"/>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自分の研究への活用可能性</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68" name="Freeform 5">
              <a:extLst>
                <a:ext uri="{FF2B5EF4-FFF2-40B4-BE49-F238E27FC236}">
                  <a16:creationId xmlns:a16="http://schemas.microsoft.com/office/drawing/2014/main" id="{9A88EC85-AA71-FB9B-92BC-94969194A57E}"/>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69" name="TextBox 24">
            <a:extLst>
              <a:ext uri="{FF2B5EF4-FFF2-40B4-BE49-F238E27FC236}">
                <a16:creationId xmlns:a16="http://schemas.microsoft.com/office/drawing/2014/main" id="{5A6EDAFF-02C6-07F6-6A7A-521036718516}"/>
              </a:ext>
            </a:extLst>
          </p:cNvPr>
          <p:cNvSpPr txBox="1"/>
          <p:nvPr/>
        </p:nvSpPr>
        <p:spPr>
          <a:xfrm>
            <a:off x="1677221" y="8162540"/>
            <a:ext cx="15759367" cy="1116396"/>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誤差を補完できるモデルの組み合わせを考える手がかりになる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自分の研究で発生するモデル出力の誤差を踏まえて統合等を考える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 name="矢印: 下 2">
            <a:extLst>
              <a:ext uri="{FF2B5EF4-FFF2-40B4-BE49-F238E27FC236}">
                <a16:creationId xmlns:a16="http://schemas.microsoft.com/office/drawing/2014/main" id="{F2A5ABC3-E266-0634-4B4D-A255C12B0297}"/>
              </a:ext>
            </a:extLst>
          </p:cNvPr>
          <p:cNvSpPr/>
          <p:nvPr/>
        </p:nvSpPr>
        <p:spPr>
          <a:xfrm rot="16200000">
            <a:off x="1381901" y="4866813"/>
            <a:ext cx="1092616" cy="685799"/>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TextBox 24">
            <a:extLst>
              <a:ext uri="{FF2B5EF4-FFF2-40B4-BE49-F238E27FC236}">
                <a16:creationId xmlns:a16="http://schemas.microsoft.com/office/drawing/2014/main" id="{C20DF737-0EA7-732E-D1FB-558737ED9428}"/>
              </a:ext>
            </a:extLst>
          </p:cNvPr>
          <p:cNvSpPr txBox="1"/>
          <p:nvPr/>
        </p:nvSpPr>
        <p:spPr>
          <a:xfrm>
            <a:off x="2737005" y="4663404"/>
            <a:ext cx="13639798" cy="1354089"/>
          </a:xfrm>
          <a:prstGeom prst="rect">
            <a:avLst/>
          </a:prstGeom>
        </p:spPr>
        <p:txBody>
          <a:bodyPr wrap="square" lIns="0" tIns="0" rIns="0" bIns="0" rtlCol="0" anchor="t">
            <a:spAutoFit/>
          </a:bodyPr>
          <a:lstStyle/>
          <a:p>
            <a:pPr algn="l">
              <a:lnSpc>
                <a:spcPts val="5500"/>
              </a:lnSpc>
              <a:spcBef>
                <a:spcPct val="0"/>
              </a:spcBef>
              <a:buClr>
                <a:srgbClr val="64A4A3"/>
              </a:buClr>
            </a:pPr>
            <a:r>
              <a:rPr lang="ja-JP" altLang="en-US" sz="3600" dirty="0">
                <a:latin typeface="Source Han Sans JP Medium" panose="020B0600070205080204" charset="-128"/>
                <a:ea typeface="Source Han Sans JP Medium" panose="020B0600070205080204" charset="-128"/>
                <a:cs typeface="Source Han Sans JP Medium"/>
                <a:sym typeface="Source Han Sans JP Medium"/>
              </a:rPr>
              <a:t>モデル単体の精度だけでなく，　「誤り方の重なり」に</a:t>
            </a:r>
            <a:endParaRPr lang="en-US" altLang="ja-JP" sz="3600" dirty="0">
              <a:latin typeface="Source Han Sans JP Medium" panose="020B0600070205080204" charset="-128"/>
              <a:ea typeface="Source Han Sans JP Medium" panose="020B0600070205080204" charset="-128"/>
              <a:cs typeface="Source Han Sans JP Medium"/>
              <a:sym typeface="Source Han Sans JP Medium"/>
            </a:endParaRPr>
          </a:p>
          <a:p>
            <a:pPr algn="l">
              <a:lnSpc>
                <a:spcPts val="5500"/>
              </a:lnSpc>
              <a:spcBef>
                <a:spcPct val="0"/>
              </a:spcBef>
              <a:buClr>
                <a:srgbClr val="64A4A3"/>
              </a:buClr>
            </a:pPr>
            <a:r>
              <a:rPr lang="ja-JP" altLang="en-US" sz="3600" dirty="0">
                <a:latin typeface="Source Han Sans JP Medium" panose="020B0600070205080204" charset="-128"/>
                <a:ea typeface="Source Han Sans JP Medium" panose="020B0600070205080204" charset="-128"/>
                <a:cs typeface="Source Han Sans JP Medium"/>
                <a:sym typeface="Source Han Sans JP Medium"/>
              </a:rPr>
              <a:t>注目すると良い</a:t>
            </a:r>
            <a:endParaRPr lang="en-US" altLang="ja-JP" sz="36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609340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7F6FF-E64A-0E30-BB57-6F79A2A7FE5F}"/>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ED809F81-7402-5608-B71E-400EBA9C882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5CD0C97D-12EA-EBA5-13F7-89C044669B73}"/>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AE2C3AF-DB1F-130B-FBCE-9414E01E16F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E7D9D820-F98A-673F-8DFB-F865BF16953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241A302-C0AB-5A92-2362-19764F296D8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831B35BF-3950-EBC7-0B8D-F1E56E3CE792}"/>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D8CF483F-4F08-2AA9-782B-A4E984BFDD97}"/>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108E7FE9-7101-9F27-A860-60271BB7456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20256BC5-F422-2BB1-97F2-0166EF485BE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581B487A-9701-C2F4-288B-918464EA84B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C32D928D-E790-F8A2-6570-86A3635B72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4C21A52C-F212-32F2-BCB8-102EEA1D92F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826BB833-4A2F-39B5-F92F-28E9D5E70953}"/>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EDC6E3BF-2E96-BBFF-E84E-372480B90CC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0EBAE59-F5E8-E94B-8E3E-0A4879358A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37E88FC0-A95F-3507-90E8-3FFAE4BE7FD3}"/>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5</a:t>
            </a:fld>
            <a:endParaRPr lang="en-US" sz="2400" dirty="0">
              <a:solidFill>
                <a:schemeClr val="bg1"/>
              </a:solidFill>
            </a:endParaRPr>
          </a:p>
        </p:txBody>
      </p:sp>
      <p:sp>
        <p:nvSpPr>
          <p:cNvPr id="513" name="TextBox 24">
            <a:extLst>
              <a:ext uri="{FF2B5EF4-FFF2-40B4-BE49-F238E27FC236}">
                <a16:creationId xmlns:a16="http://schemas.microsoft.com/office/drawing/2014/main" id="{4D7CCE9F-D69E-C6FB-51CB-452F6BCE2F5F}"/>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34EB459-B0E2-92A0-B7D1-236294A6ED1B}"/>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235E1533-E0DD-8C7A-1456-2E669B041196}"/>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F7CDA781-8B69-AA28-0726-999848452A13}"/>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686063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241A-C9FC-FF15-3966-AAEA80CC1911}"/>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FA1AE13-BB24-F776-672F-0480F6753BB5}"/>
              </a:ext>
            </a:extLst>
          </p:cNvPr>
          <p:cNvSpPr>
            <a:spLocks noGrp="1"/>
          </p:cNvSpPr>
          <p:nvPr>
            <p:ph type="sldNum" sz="quarter" idx="12"/>
          </p:nvPr>
        </p:nvSpPr>
        <p:spPr/>
        <p:txBody>
          <a:bodyPr/>
          <a:lstStyle/>
          <a:p>
            <a:fld id="{B6F15528-21DE-4FAA-801E-634DDDAF4B2B}" type="slidenum">
              <a:rPr lang="en-US" smtClean="0"/>
              <a:pPr/>
              <a:t>6</a:t>
            </a:fld>
            <a:endParaRPr lang="en-US"/>
          </a:p>
        </p:txBody>
      </p:sp>
      <p:grpSp>
        <p:nvGrpSpPr>
          <p:cNvPr id="10" name="グループ化 9">
            <a:extLst>
              <a:ext uri="{FF2B5EF4-FFF2-40B4-BE49-F238E27FC236}">
                <a16:creationId xmlns:a16="http://schemas.microsoft.com/office/drawing/2014/main" id="{37B588F8-D1F9-A7CB-7907-D079845B8A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531EF3E-8726-0237-E35D-3957828D1F3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86286439-0A2D-6434-0473-D5C48760162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E6D59ED-7DF4-275C-4BDE-606D258867C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2030A6D4-F810-D3A2-C445-08B1FD4E12E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79D9877D-6650-4197-B730-0B54C1BD818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A2A5BD0-F660-7AC7-7241-FF963A7B3DD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0E3039CB-E991-5B2A-CEA9-89E6384A18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F33ACF9-7C4A-E330-5505-51E00FAC23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CB57FE4-A55C-3206-1173-9546E7018A30}"/>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81D15F9-4298-1A4A-CDF4-00D94FF1053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249ED53-69BF-2B50-97CA-38FA6538142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B1CFBC1-307E-481A-9800-861D29E310E4}"/>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13A1C20-1CAE-E8FA-9E54-AAAE2951307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1D0245B8-0F77-418E-D6F2-F1B08E58601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47B3D34-4759-4E95-4DFA-E27801C70E57}"/>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6</a:t>
            </a:fld>
            <a:endParaRPr lang="en-US" sz="2400" dirty="0"/>
          </a:p>
        </p:txBody>
      </p:sp>
      <p:sp>
        <p:nvSpPr>
          <p:cNvPr id="5" name="TextBox 24">
            <a:extLst>
              <a:ext uri="{FF2B5EF4-FFF2-40B4-BE49-F238E27FC236}">
                <a16:creationId xmlns:a16="http://schemas.microsoft.com/office/drawing/2014/main" id="{E4738322-4920-5653-9CB1-4917B1597833}"/>
              </a:ext>
            </a:extLst>
          </p:cNvPr>
          <p:cNvSpPr txBox="1"/>
          <p:nvPr/>
        </p:nvSpPr>
        <p:spPr>
          <a:xfrm>
            <a:off x="1806795" y="305043"/>
            <a:ext cx="7337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研究背景 </a:t>
            </a:r>
            <a:r>
              <a:rPr lang="en-US" altLang="ja-JP" sz="4000" dirty="0">
                <a:solidFill>
                  <a:srgbClr val="292B2B"/>
                </a:solidFill>
                <a:latin typeface="Source Han Sans JP Medium"/>
                <a:ea typeface="Source Han Sans JP Medium"/>
                <a:cs typeface="Source Han Sans JP Medium"/>
                <a:sym typeface="Source Han Sans JP Medium"/>
              </a:rPr>
              <a:t>–</a:t>
            </a:r>
            <a:r>
              <a:rPr lang="ja-JP" altLang="en-US" sz="4000" dirty="0">
                <a:solidFill>
                  <a:srgbClr val="292B2B"/>
                </a:solidFill>
                <a:latin typeface="Source Han Sans JP Medium"/>
                <a:ea typeface="Source Han Sans JP Medium"/>
                <a:cs typeface="Source Han Sans JP Medium"/>
                <a:sym typeface="Source Han Sans JP Medium"/>
              </a:rPr>
              <a:t> 依存構文解析とは</a:t>
            </a:r>
            <a:endParaRPr lang="en-US" sz="4000" dirty="0">
              <a:solidFill>
                <a:srgbClr val="292B2B"/>
              </a:solidFill>
              <a:latin typeface="Source Han Sans JP Medium"/>
              <a:ea typeface="Source Han Sans JP Medium"/>
              <a:cs typeface="Source Han Sans JP Medium"/>
              <a:sym typeface="Source Han Sans JP Medium"/>
            </a:endParaRPr>
          </a:p>
        </p:txBody>
      </p:sp>
      <p:pic>
        <p:nvPicPr>
          <p:cNvPr id="31" name="図 30">
            <a:extLst>
              <a:ext uri="{FF2B5EF4-FFF2-40B4-BE49-F238E27FC236}">
                <a16:creationId xmlns:a16="http://schemas.microsoft.com/office/drawing/2014/main" id="{FC851488-FF6B-80DD-C31D-BB8B4ABD1782}"/>
              </a:ext>
            </a:extLst>
          </p:cNvPr>
          <p:cNvPicPr>
            <a:picLocks noChangeAspect="1"/>
          </p:cNvPicPr>
          <p:nvPr/>
        </p:nvPicPr>
        <p:blipFill>
          <a:blip r:embed="rId4"/>
          <a:srcRect b="51639"/>
          <a:stretch>
            <a:fillRect/>
          </a:stretch>
        </p:blipFill>
        <p:spPr>
          <a:xfrm>
            <a:off x="2012695" y="5948500"/>
            <a:ext cx="13745414" cy="4147801"/>
          </a:xfrm>
          <a:prstGeom prst="rect">
            <a:avLst/>
          </a:prstGeom>
        </p:spPr>
      </p:pic>
      <p:sp>
        <p:nvSpPr>
          <p:cNvPr id="33" name="TextBox 24">
            <a:extLst>
              <a:ext uri="{FF2B5EF4-FFF2-40B4-BE49-F238E27FC236}">
                <a16:creationId xmlns:a16="http://schemas.microsoft.com/office/drawing/2014/main" id="{EA8F75F2-6338-2704-8859-F4A98783D4BD}"/>
              </a:ext>
            </a:extLst>
          </p:cNvPr>
          <p:cNvSpPr txBox="1"/>
          <p:nvPr/>
        </p:nvSpPr>
        <p:spPr>
          <a:xfrm>
            <a:off x="1974595" y="2585435"/>
            <a:ext cx="14858997" cy="2270558"/>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文中の各単語について，どの単語を親（</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head</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）とするかを推定し，文の構造を木として表す</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本論文では，依存関係の種類ではなく「接続先」を推定する「</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unlabeled</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projective dependency parsing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」を対象とする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4" name="グループ化 33">
            <a:extLst>
              <a:ext uri="{FF2B5EF4-FFF2-40B4-BE49-F238E27FC236}">
                <a16:creationId xmlns:a16="http://schemas.microsoft.com/office/drawing/2014/main" id="{39CE5245-F24C-3F7F-32AB-76115E2E57AE}"/>
              </a:ext>
            </a:extLst>
          </p:cNvPr>
          <p:cNvGrpSpPr/>
          <p:nvPr/>
        </p:nvGrpSpPr>
        <p:grpSpPr>
          <a:xfrm>
            <a:off x="1676400" y="1803874"/>
            <a:ext cx="7086600" cy="552410"/>
            <a:chOff x="1535808" y="1451163"/>
            <a:chExt cx="8639037" cy="552410"/>
          </a:xfrm>
        </p:grpSpPr>
        <p:sp>
          <p:nvSpPr>
            <p:cNvPr id="35" name="TextBox 26">
              <a:extLst>
                <a:ext uri="{FF2B5EF4-FFF2-40B4-BE49-F238E27FC236}">
                  <a16:creationId xmlns:a16="http://schemas.microsoft.com/office/drawing/2014/main" id="{8F485B36-07B4-159E-BE05-FC133CFCF63E}"/>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依存構文解析</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36" name="Freeform 5">
              <a:extLst>
                <a:ext uri="{FF2B5EF4-FFF2-40B4-BE49-F238E27FC236}">
                  <a16:creationId xmlns:a16="http://schemas.microsoft.com/office/drawing/2014/main" id="{C9425478-0FD5-B4DF-5F04-F65290681603}"/>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FAE6C622-08DC-9EF6-DD7A-0E55489A930B}"/>
                  </a:ext>
                </a:extLst>
              </p:cNvPr>
              <p:cNvSpPr txBox="1"/>
              <p:nvPr/>
            </p:nvSpPr>
            <p:spPr>
              <a:xfrm>
                <a:off x="10527964" y="5733501"/>
                <a:ext cx="6595139" cy="1025922"/>
              </a:xfrm>
              <a:prstGeom prst="rect">
                <a:avLst/>
              </a:prstGeom>
              <a:noFill/>
            </p:spPr>
            <p:txBody>
              <a:bodyPr wrap="none" lIns="0" tIns="0" rIns="0" bIns="0" rtlCol="0">
                <a:spAutoFit/>
              </a:bodyPr>
              <a:lstStyle/>
              <a:p>
                <a:pPr/>
                <a14:m>
                  <m:oMathPara xmlns:m="http://schemas.openxmlformats.org/officeDocument/2006/math">
                    <m:oMath>
                      <m:r>
                        <m:rPr>
                          <m:sty m:val="p"/>
                        </m:rPr>
                        <a:rPr kumimoji="1" lang="en-US" altLang="ja-JP" sz="3200" b="0" i="1" smtClean="0">
                          <a:latin typeface="Cambria Math" panose="02040503050406030204" pitchFamily="18" charset="0"/>
                        </a:rPr>
                        <m:t>UAS</m:t>
                      </m:r>
                      <m:r>
                        <a:rPr kumimoji="1" lang="en-US" altLang="ja-JP" sz="3200" b="0" i="1" smtClean="0">
                          <a:latin typeface="Cambria Math" panose="02040503050406030204" pitchFamily="18" charset="0"/>
                        </a:rPr>
                        <m:t> = </m:t>
                      </m:r>
                      <m:f>
                        <m:fPr>
                          <m:ctrlPr>
                            <a:rPr kumimoji="1" lang="ja-JP" altLang="en-US" sz="3200" i="1">
                              <a:latin typeface="Cambria Math" panose="02040503050406030204" pitchFamily="18" charset="0"/>
                            </a:rPr>
                          </m:ctrlPr>
                        </m:fPr>
                        <m:num>
                          <m:r>
                            <a:rPr kumimoji="1" lang="ja-JP" altLang="en-US" sz="3200" i="1">
                              <a:latin typeface="Cambria Math" panose="02040503050406030204" pitchFamily="18" charset="0"/>
                            </a:rPr>
                            <m:t>正しい</m:t>
                          </m:r>
                          <m:r>
                            <m:rPr>
                              <m:sty m:val="p"/>
                            </m:rPr>
                            <a:rPr kumimoji="1" lang="en-US" altLang="ja-JP" sz="3200" b="0" i="1" smtClean="0">
                              <a:latin typeface="Cambria Math" panose="02040503050406030204" pitchFamily="18" charset="0"/>
                            </a:rPr>
                            <m:t>head</m:t>
                          </m:r>
                          <m:r>
                            <a:rPr kumimoji="1" lang="ja-JP" altLang="en-US" sz="3200" i="1">
                              <a:latin typeface="Cambria Math" panose="02040503050406030204" pitchFamily="18" charset="0"/>
                            </a:rPr>
                            <m:t>を予測した</m:t>
                          </m:r>
                          <m:r>
                            <a:rPr kumimoji="1" lang="ja-JP" altLang="en-US" sz="3200" i="1" smtClean="0">
                              <a:latin typeface="Cambria Math" panose="02040503050406030204" pitchFamily="18" charset="0"/>
                            </a:rPr>
                            <m:t>単語数</m:t>
                          </m:r>
                        </m:num>
                        <m:den>
                          <m:r>
                            <a:rPr kumimoji="1" lang="ja-JP" altLang="en-US" sz="3200" i="1">
                              <a:latin typeface="Cambria Math" panose="02040503050406030204" pitchFamily="18" charset="0"/>
                            </a:rPr>
                            <m:t>評価対象の</m:t>
                          </m:r>
                          <m:r>
                            <a:rPr kumimoji="1" lang="ja-JP" altLang="en-US" sz="3200" i="1" smtClean="0">
                              <a:latin typeface="Cambria Math" panose="02040503050406030204" pitchFamily="18" charset="0"/>
                            </a:rPr>
                            <m:t>単語数</m:t>
                          </m:r>
                        </m:den>
                      </m:f>
                    </m:oMath>
                  </m:oMathPara>
                </a14:m>
                <a:endParaRPr kumimoji="1" lang="ja-JP" altLang="en-US" sz="3200" dirty="0">
                  <a:latin typeface="Source Han Sans JP Bold" panose="020B0600070205080204" charset="-128"/>
                  <a:ea typeface="Source Han Sans JP Bold" panose="020B0600070205080204" charset="-128"/>
                </a:endParaRPr>
              </a:p>
            </p:txBody>
          </p:sp>
        </mc:Choice>
        <mc:Fallback xmlns="">
          <p:sp>
            <p:nvSpPr>
              <p:cNvPr id="37" name="テキスト ボックス 36">
                <a:extLst>
                  <a:ext uri="{FF2B5EF4-FFF2-40B4-BE49-F238E27FC236}">
                    <a16:creationId xmlns:a16="http://schemas.microsoft.com/office/drawing/2014/main" id="{FAE6C622-08DC-9EF6-DD7A-0E55489A930B}"/>
                  </a:ext>
                </a:extLst>
              </p:cNvPr>
              <p:cNvSpPr txBox="1">
                <a:spLocks noRot="1" noChangeAspect="1" noMove="1" noResize="1" noEditPoints="1" noAdjustHandles="1" noChangeArrowheads="1" noChangeShapeType="1" noTextEdit="1"/>
              </p:cNvSpPr>
              <p:nvPr/>
            </p:nvSpPr>
            <p:spPr>
              <a:xfrm>
                <a:off x="10527964" y="5733501"/>
                <a:ext cx="6595139" cy="1025922"/>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39823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49B23-94AD-FF51-9E55-AF0EEADFF9E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BCA9791E-112C-9574-3668-D2AE636C4B47}"/>
              </a:ext>
            </a:extLst>
          </p:cNvPr>
          <p:cNvSpPr>
            <a:spLocks noGrp="1"/>
          </p:cNvSpPr>
          <p:nvPr>
            <p:ph type="sldNum" sz="quarter" idx="12"/>
          </p:nvPr>
        </p:nvSpPr>
        <p:spPr/>
        <p:txBody>
          <a:bodyPr/>
          <a:lstStyle/>
          <a:p>
            <a:fld id="{B6F15528-21DE-4FAA-801E-634DDDAF4B2B}" type="slidenum">
              <a:rPr lang="en-US" smtClean="0"/>
              <a:pPr/>
              <a:t>7</a:t>
            </a:fld>
            <a:endParaRPr lang="en-US"/>
          </a:p>
        </p:txBody>
      </p:sp>
      <p:grpSp>
        <p:nvGrpSpPr>
          <p:cNvPr id="10" name="グループ化 9">
            <a:extLst>
              <a:ext uri="{FF2B5EF4-FFF2-40B4-BE49-F238E27FC236}">
                <a16:creationId xmlns:a16="http://schemas.microsoft.com/office/drawing/2014/main" id="{DAC8727F-010F-4130-3412-49C0354BA364}"/>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F3C3D1B-C2F1-CF5C-62B7-276D5E5A429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0FEA8364-05A6-988D-2284-759D3A5F040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3859C15-2E90-5487-4771-C5466F6291E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993C038-0031-7043-AE4D-1C5501F70D3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C9705FB-C2A2-4B57-8752-1B7F831BA141}"/>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429D70E-3BAF-D1F9-3241-51EF0FCD10A7}"/>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E4D7422-5118-5564-2A05-03B2B55009D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6D11989-4F2D-831F-2A2E-01D235EE1F1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D1A11EF0-6031-F86A-8554-654B9C48C3F8}"/>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242B75FA-7CF5-EED4-0BEA-AF51771275F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FB7737C-35C9-F264-0A94-817B0B8C366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1DB5BA6F-A9AF-F5E2-53A5-A7A30CC5E73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071D7AB4-1B93-6851-541F-4F3C3A8E21A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7A151BBE-6922-7F54-7BDD-442B30694E4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06F42CFE-E174-6C66-49C7-B0433523096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7</a:t>
            </a:fld>
            <a:endParaRPr lang="en-US" sz="2400" dirty="0"/>
          </a:p>
        </p:txBody>
      </p:sp>
      <p:sp>
        <p:nvSpPr>
          <p:cNvPr id="5" name="TextBox 24">
            <a:extLst>
              <a:ext uri="{FF2B5EF4-FFF2-40B4-BE49-F238E27FC236}">
                <a16:creationId xmlns:a16="http://schemas.microsoft.com/office/drawing/2014/main" id="{D87142A9-F6F6-B784-FC33-A6641EAA033E}"/>
              </a:ext>
            </a:extLst>
          </p:cNvPr>
          <p:cNvSpPr txBox="1"/>
          <p:nvPr/>
        </p:nvSpPr>
        <p:spPr>
          <a:xfrm>
            <a:off x="1806795" y="305043"/>
            <a:ext cx="7337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研究背景 </a:t>
            </a:r>
            <a:r>
              <a:rPr lang="en-US" altLang="ja-JP" sz="4000" dirty="0">
                <a:solidFill>
                  <a:srgbClr val="292B2B"/>
                </a:solidFill>
                <a:latin typeface="Source Han Sans JP Medium"/>
                <a:ea typeface="Source Han Sans JP Medium"/>
                <a:cs typeface="Source Han Sans JP Medium"/>
                <a:sym typeface="Source Han Sans JP Medium"/>
              </a:rPr>
              <a:t>–</a:t>
            </a:r>
            <a:r>
              <a:rPr lang="ja-JP" altLang="en-US" sz="4000" dirty="0">
                <a:solidFill>
                  <a:srgbClr val="292B2B"/>
                </a:solidFill>
                <a:latin typeface="Source Han Sans JP Medium"/>
                <a:ea typeface="Source Han Sans JP Medium"/>
                <a:cs typeface="Source Han Sans JP Medium"/>
                <a:sym typeface="Source Han Sans JP Medium"/>
              </a:rPr>
              <a:t> 課題</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0" name="TextBox 24">
            <a:extLst>
              <a:ext uri="{FF2B5EF4-FFF2-40B4-BE49-F238E27FC236}">
                <a16:creationId xmlns:a16="http://schemas.microsoft.com/office/drawing/2014/main" id="{97F2D049-85F9-88A7-0777-21F0C1A0089C}"/>
              </a:ext>
            </a:extLst>
          </p:cNvPr>
          <p:cNvSpPr txBox="1"/>
          <p:nvPr/>
        </p:nvSpPr>
        <p:spPr>
          <a:xfrm>
            <a:off x="1849463" y="1637948"/>
            <a:ext cx="16003606" cy="1116396"/>
          </a:xfrm>
          <a:prstGeom prst="rect">
            <a:avLst/>
          </a:prstGeom>
        </p:spPr>
        <p:txBody>
          <a:bodyPr wrap="square" lIns="0" tIns="0" rIns="0" bIns="0" rtlCol="0" anchor="t">
            <a:spAutoFit/>
          </a:bodyPr>
          <a:lstStyle/>
          <a:p>
            <a:pPr algn="l">
              <a:lnSpc>
                <a:spcPts val="4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異なるモデルを組み合わせれば，各モデルが持つ異なる知識を利用できる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algn="l">
              <a:lnSpc>
                <a:spcPts val="4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一方，弱いモデルを追加すると，アンサンブル全体の性能が低下する場合がある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2" name="四角形: 角を丸くする 51">
            <a:extLst>
              <a:ext uri="{FF2B5EF4-FFF2-40B4-BE49-F238E27FC236}">
                <a16:creationId xmlns:a16="http://schemas.microsoft.com/office/drawing/2014/main" id="{7F4C2657-0FAA-5885-6522-E48C35313632}"/>
              </a:ext>
            </a:extLst>
          </p:cNvPr>
          <p:cNvSpPr/>
          <p:nvPr/>
        </p:nvSpPr>
        <p:spPr>
          <a:xfrm>
            <a:off x="3352800" y="8599104"/>
            <a:ext cx="12148453" cy="1116396"/>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TextBox 24">
            <a:extLst>
              <a:ext uri="{FF2B5EF4-FFF2-40B4-BE49-F238E27FC236}">
                <a16:creationId xmlns:a16="http://schemas.microsoft.com/office/drawing/2014/main" id="{ACA20DC2-6813-4B88-CF87-AF10642B0612}"/>
              </a:ext>
            </a:extLst>
          </p:cNvPr>
          <p:cNvSpPr txBox="1"/>
          <p:nvPr/>
        </p:nvSpPr>
        <p:spPr>
          <a:xfrm>
            <a:off x="3890259" y="9016295"/>
            <a:ext cx="11349741" cy="448841"/>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謝り方が似ているモデルを追加すると，同じ誤りが蓄積する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9" name="TextBox 24">
            <a:extLst>
              <a:ext uri="{FF2B5EF4-FFF2-40B4-BE49-F238E27FC236}">
                <a16:creationId xmlns:a16="http://schemas.microsoft.com/office/drawing/2014/main" id="{3C2F4155-F4AB-0BB9-9110-EA4CB2091476}"/>
              </a:ext>
            </a:extLst>
          </p:cNvPr>
          <p:cNvSpPr txBox="1"/>
          <p:nvPr/>
        </p:nvSpPr>
        <p:spPr>
          <a:xfrm>
            <a:off x="10668000" y="3670620"/>
            <a:ext cx="6442921" cy="3424720"/>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Expertise diversity</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4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モデルによって得意な入力がことなる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Error diversity</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4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同じ入力で間違えた時に，異なる誤答を出す</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4" name="図 3">
            <a:extLst>
              <a:ext uri="{FF2B5EF4-FFF2-40B4-BE49-F238E27FC236}">
                <a16:creationId xmlns:a16="http://schemas.microsoft.com/office/drawing/2014/main" id="{B4278256-A71A-4548-F6C7-4826DEB0A0A4}"/>
              </a:ext>
            </a:extLst>
          </p:cNvPr>
          <p:cNvPicPr>
            <a:picLocks noChangeAspect="1"/>
          </p:cNvPicPr>
          <p:nvPr/>
        </p:nvPicPr>
        <p:blipFill>
          <a:blip r:embed="rId4"/>
          <a:stretch>
            <a:fillRect/>
          </a:stretch>
        </p:blipFill>
        <p:spPr>
          <a:xfrm>
            <a:off x="1521824" y="3467100"/>
            <a:ext cx="8381998" cy="4539815"/>
          </a:xfrm>
          <a:prstGeom prst="rect">
            <a:avLst/>
          </a:prstGeom>
        </p:spPr>
      </p:pic>
    </p:spTree>
    <p:extLst>
      <p:ext uri="{BB962C8B-B14F-4D97-AF65-F5344CB8AC3E}">
        <p14:creationId xmlns:p14="http://schemas.microsoft.com/office/powerpoint/2010/main" val="2370163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8383A-7808-F39D-8E3F-AD076C8A14E7}"/>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8CA8D30-A9FD-1CB0-DF82-98501BE6681C}"/>
              </a:ext>
            </a:extLst>
          </p:cNvPr>
          <p:cNvSpPr>
            <a:spLocks noGrp="1"/>
          </p:cNvSpPr>
          <p:nvPr>
            <p:ph type="sldNum" sz="quarter" idx="12"/>
          </p:nvPr>
        </p:nvSpPr>
        <p:spPr/>
        <p:txBody>
          <a:bodyPr/>
          <a:lstStyle/>
          <a:p>
            <a:fld id="{B6F15528-21DE-4FAA-801E-634DDDAF4B2B}" type="slidenum">
              <a:rPr lang="en-US" smtClean="0"/>
              <a:pPr/>
              <a:t>8</a:t>
            </a:fld>
            <a:endParaRPr lang="en-US"/>
          </a:p>
        </p:txBody>
      </p:sp>
      <p:grpSp>
        <p:nvGrpSpPr>
          <p:cNvPr id="10" name="グループ化 9">
            <a:extLst>
              <a:ext uri="{FF2B5EF4-FFF2-40B4-BE49-F238E27FC236}">
                <a16:creationId xmlns:a16="http://schemas.microsoft.com/office/drawing/2014/main" id="{3A9F3197-48F9-6278-BD08-51B22DAEDF7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319838A-374A-B753-BFD0-5CFCE438FDF2}"/>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7B22AC0B-C19B-78B1-62A4-9EEC13B6F64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B3D70DDC-E180-3944-0552-2AEAF1AE185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470EFF3-0216-B10C-5ABC-9E633668B9C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42531EE1-41F6-61B8-31F7-DD5DBB4FD23C}"/>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F6E9C4B5-0CC0-3267-02F8-8431B121836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3374ABC-B5CA-B95B-B555-F2F86579D6F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666266E-6BDA-7955-7ED3-1E421DA8769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E4E46E2-0BAD-8E26-F8E7-5335BBE91BFA}"/>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D49BB88-CEE6-741F-99AB-D8504242F3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1DD62FBA-0928-6131-CE5B-F0FA097B814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A5E80C9-10A0-5E4F-011C-2F8488E267D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323C1D3-5845-DBC9-DCF5-BC77F8C5C25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BA0DA8ED-0485-D2DF-DC68-5A026CCC9E8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4DC9C53-A295-3C5F-915D-FC9C369FF730}"/>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8</a:t>
            </a:fld>
            <a:endParaRPr lang="en-US" sz="2400" dirty="0"/>
          </a:p>
        </p:txBody>
      </p:sp>
      <p:sp>
        <p:nvSpPr>
          <p:cNvPr id="5" name="TextBox 24">
            <a:extLst>
              <a:ext uri="{FF2B5EF4-FFF2-40B4-BE49-F238E27FC236}">
                <a16:creationId xmlns:a16="http://schemas.microsoft.com/office/drawing/2014/main" id="{56D8F5B6-178E-BD85-3538-424ABD8BAE9B}"/>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従来手法の課題</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4">
            <a:extLst>
              <a:ext uri="{FF2B5EF4-FFF2-40B4-BE49-F238E27FC236}">
                <a16:creationId xmlns:a16="http://schemas.microsoft.com/office/drawing/2014/main" id="{0B65D4AE-E66D-049C-1296-55B25ED74C65}"/>
              </a:ext>
            </a:extLst>
          </p:cNvPr>
          <p:cNvSpPr txBox="1"/>
          <p:nvPr/>
        </p:nvSpPr>
        <p:spPr>
          <a:xfrm>
            <a:off x="2014405" y="5102493"/>
            <a:ext cx="15663993" cy="1869807"/>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従来の一部の多様性指標では，各モデルの予測を「正解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 </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不正解」として比較する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しかし，不正解となったモデルが，同じ誤答をしているのか異なる誤答をしているのかまでは区別できない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6" name="グループ化 5">
            <a:extLst>
              <a:ext uri="{FF2B5EF4-FFF2-40B4-BE49-F238E27FC236}">
                <a16:creationId xmlns:a16="http://schemas.microsoft.com/office/drawing/2014/main" id="{0F081759-94A6-6781-B186-DE9BCBEEC146}"/>
              </a:ext>
            </a:extLst>
          </p:cNvPr>
          <p:cNvGrpSpPr/>
          <p:nvPr/>
        </p:nvGrpSpPr>
        <p:grpSpPr>
          <a:xfrm>
            <a:off x="1524003" y="4356882"/>
            <a:ext cx="15912584" cy="539315"/>
            <a:chOff x="1535809" y="1616658"/>
            <a:chExt cx="8639036" cy="539315"/>
          </a:xfrm>
        </p:grpSpPr>
        <p:sp>
          <p:nvSpPr>
            <p:cNvPr id="8" name="TextBox 26">
              <a:extLst>
                <a:ext uri="{FF2B5EF4-FFF2-40B4-BE49-F238E27FC236}">
                  <a16:creationId xmlns:a16="http://schemas.microsoft.com/office/drawing/2014/main" id="{EF91A12A-123E-FDDC-059A-1792E84C0B64}"/>
                </a:ext>
              </a:extLst>
            </p:cNvPr>
            <p:cNvSpPr txBox="1"/>
            <p:nvPr/>
          </p:nvSpPr>
          <p:spPr>
            <a:xfrm>
              <a:off x="1864755" y="1616658"/>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正解・不正解だけの多様性では，誤答の違いが分からない</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0B0E7858-1F6D-B2CD-5E59-AF4C3A29A0E0}"/>
                </a:ext>
              </a:extLst>
            </p:cNvPr>
            <p:cNvSpPr/>
            <p:nvPr/>
          </p:nvSpPr>
          <p:spPr>
            <a:xfrm rot="5400000">
              <a:off x="1303231" y="1862573"/>
              <a:ext cx="525978" cy="6082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26" name="グループ化 25">
            <a:extLst>
              <a:ext uri="{FF2B5EF4-FFF2-40B4-BE49-F238E27FC236}">
                <a16:creationId xmlns:a16="http://schemas.microsoft.com/office/drawing/2014/main" id="{9CADE33E-3CD8-75C2-FD2B-43B158DC581F}"/>
              </a:ext>
            </a:extLst>
          </p:cNvPr>
          <p:cNvGrpSpPr/>
          <p:nvPr/>
        </p:nvGrpSpPr>
        <p:grpSpPr>
          <a:xfrm>
            <a:off x="1524002" y="7255979"/>
            <a:ext cx="11277598" cy="552409"/>
            <a:chOff x="1535809" y="1451163"/>
            <a:chExt cx="8639036" cy="552409"/>
          </a:xfrm>
        </p:grpSpPr>
        <p:sp>
          <p:nvSpPr>
            <p:cNvPr id="27" name="TextBox 26">
              <a:extLst>
                <a:ext uri="{FF2B5EF4-FFF2-40B4-BE49-F238E27FC236}">
                  <a16:creationId xmlns:a16="http://schemas.microsoft.com/office/drawing/2014/main" id="{D37EA447-F47E-E56C-D1F4-D7DE925806BD}"/>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統合後の性能を毎回評価する方法は計算量が大きい</a:t>
              </a:r>
              <a:endParaRPr lang="en-US" altLang="ja-JP" sz="3200" dirty="0">
                <a:latin typeface="Source Han Sans JP Medium"/>
                <a:ea typeface="Source Han Sans JP Medium"/>
                <a:cs typeface="Source Han Sans JP Medium"/>
                <a:sym typeface="Source Han Sans JP Medium"/>
              </a:endParaRPr>
            </a:p>
          </p:txBody>
        </p:sp>
        <p:sp>
          <p:nvSpPr>
            <p:cNvPr id="28" name="Freeform 5">
              <a:extLst>
                <a:ext uri="{FF2B5EF4-FFF2-40B4-BE49-F238E27FC236}">
                  <a16:creationId xmlns:a16="http://schemas.microsoft.com/office/drawing/2014/main" id="{08337A91-C3C6-CEE2-8EB2-19F664E62F5A}"/>
                </a:ext>
              </a:extLst>
            </p:cNvPr>
            <p:cNvSpPr/>
            <p:nvPr/>
          </p:nvSpPr>
          <p:spPr>
            <a:xfrm rot="5400000">
              <a:off x="1315730" y="1697673"/>
              <a:ext cx="525978" cy="8582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29" name="グループ化 28">
            <a:extLst>
              <a:ext uri="{FF2B5EF4-FFF2-40B4-BE49-F238E27FC236}">
                <a16:creationId xmlns:a16="http://schemas.microsoft.com/office/drawing/2014/main" id="{87EBB9F7-97EC-1DE3-9EBE-2983B56448DF}"/>
              </a:ext>
            </a:extLst>
          </p:cNvPr>
          <p:cNvGrpSpPr/>
          <p:nvPr/>
        </p:nvGrpSpPr>
        <p:grpSpPr>
          <a:xfrm>
            <a:off x="1524002" y="2067084"/>
            <a:ext cx="16154398" cy="552410"/>
            <a:chOff x="1535809" y="1451163"/>
            <a:chExt cx="8639036" cy="552410"/>
          </a:xfrm>
        </p:grpSpPr>
        <p:sp>
          <p:nvSpPr>
            <p:cNvPr id="30" name="TextBox 26">
              <a:extLst>
                <a:ext uri="{FF2B5EF4-FFF2-40B4-BE49-F238E27FC236}">
                  <a16:creationId xmlns:a16="http://schemas.microsoft.com/office/drawing/2014/main" id="{7ACF466B-00F3-994D-EED6-171C5680B9C3}"/>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単体性能だけでは良い組み合わせを判断できない</a:t>
              </a:r>
              <a:endParaRPr lang="en-US" altLang="ja-JP" sz="3200" dirty="0">
                <a:latin typeface="Source Han Sans JP Medium"/>
                <a:ea typeface="Source Han Sans JP Medium"/>
                <a:cs typeface="Source Han Sans JP Medium"/>
                <a:sym typeface="Source Han Sans JP Medium"/>
              </a:endParaRPr>
            </a:p>
          </p:txBody>
        </p:sp>
        <p:sp>
          <p:nvSpPr>
            <p:cNvPr id="31" name="Freeform 5">
              <a:extLst>
                <a:ext uri="{FF2B5EF4-FFF2-40B4-BE49-F238E27FC236}">
                  <a16:creationId xmlns:a16="http://schemas.microsoft.com/office/drawing/2014/main" id="{920F7887-9DC1-2347-658B-20C020EE2522}"/>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32" name="TextBox 24">
            <a:extLst>
              <a:ext uri="{FF2B5EF4-FFF2-40B4-BE49-F238E27FC236}">
                <a16:creationId xmlns:a16="http://schemas.microsoft.com/office/drawing/2014/main" id="{6D243FE8-78D0-D6DD-9A29-182BD8960F71}"/>
              </a:ext>
            </a:extLst>
          </p:cNvPr>
          <p:cNvSpPr txBox="1"/>
          <p:nvPr/>
        </p:nvSpPr>
        <p:spPr>
          <a:xfrm>
            <a:off x="2014406" y="2695694"/>
            <a:ext cx="15663993" cy="1228606"/>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精度の高いモデルを順に選んでも，同じ入力で同じ誤りを出すモデルが集まると，統合による補完効果は小さい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3" name="TextBox 24">
            <a:extLst>
              <a:ext uri="{FF2B5EF4-FFF2-40B4-BE49-F238E27FC236}">
                <a16:creationId xmlns:a16="http://schemas.microsoft.com/office/drawing/2014/main" id="{EF285294-0C6C-358A-6FE2-44F87DBFEC41}"/>
              </a:ext>
            </a:extLst>
          </p:cNvPr>
          <p:cNvSpPr txBox="1"/>
          <p:nvPr/>
        </p:nvSpPr>
        <p:spPr>
          <a:xfrm>
            <a:off x="2113154" y="7953494"/>
            <a:ext cx="15663993" cy="1228606"/>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候補モデルを追加するたびに実際にアンサンブルを構成し，検証性能を計算する必要がある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248140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CCB36-E255-CCB8-5D2F-0AFC62C7B85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B226BC2-CD71-4653-9145-DD4BB20D8301}"/>
              </a:ext>
            </a:extLst>
          </p:cNvPr>
          <p:cNvSpPr>
            <a:spLocks noGrp="1"/>
          </p:cNvSpPr>
          <p:nvPr>
            <p:ph type="sldNum" sz="quarter" idx="12"/>
          </p:nvPr>
        </p:nvSpPr>
        <p:spPr/>
        <p:txBody>
          <a:bodyPr/>
          <a:lstStyle/>
          <a:p>
            <a:fld id="{B6F15528-21DE-4FAA-801E-634DDDAF4B2B}" type="slidenum">
              <a:rPr lang="en-US" smtClean="0"/>
              <a:pPr/>
              <a:t>9</a:t>
            </a:fld>
            <a:endParaRPr lang="en-US"/>
          </a:p>
        </p:txBody>
      </p:sp>
      <p:grpSp>
        <p:nvGrpSpPr>
          <p:cNvPr id="10" name="グループ化 9">
            <a:extLst>
              <a:ext uri="{FF2B5EF4-FFF2-40B4-BE49-F238E27FC236}">
                <a16:creationId xmlns:a16="http://schemas.microsoft.com/office/drawing/2014/main" id="{5A9D196F-316E-E828-D234-4EA9EBB2B14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892C5AB-FB63-7E70-22A1-9D33D1BECDB0}"/>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6D680EEB-8E22-56FE-0426-D8EBE702D0AB}"/>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2F8DE39-94C7-51B3-D554-13551CFA4A6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81AF423-AB99-269F-A1F8-175BFC32997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C972E23-6E2D-D9FD-F81A-24EFDE4816D3}"/>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3252BF75-94BC-7B76-9B93-253DDF05C6D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7BF5842-F392-8ED0-C60C-766D4E55B07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F9FE2CB-68DD-E921-EAA5-91DBA9287F4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516A2A1A-4249-5F77-2F60-67696EF553A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90328082-EDF2-2C2B-CD4F-E5A26974CF9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29B0B2B-AC04-9C2B-ADC9-D362B5C4841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4392877-F08D-0614-FB5D-E1629932297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7BA5FFF-973F-4FE1-5CA1-56A42B29BEE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7808A156-CA95-6E62-7064-1A83F6F1E2F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0F6292B8-C5A5-69F8-283F-A271C8422CE5}"/>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9</a:t>
            </a:fld>
            <a:endParaRPr lang="en-US" sz="2400" dirty="0"/>
          </a:p>
        </p:txBody>
      </p:sp>
      <p:sp>
        <p:nvSpPr>
          <p:cNvPr id="5" name="TextBox 24">
            <a:extLst>
              <a:ext uri="{FF2B5EF4-FFF2-40B4-BE49-F238E27FC236}">
                <a16:creationId xmlns:a16="http://schemas.microsoft.com/office/drawing/2014/main" id="{B9206AD4-9858-463A-56F9-4A2737CD82D2}"/>
              </a:ext>
            </a:extLst>
          </p:cNvPr>
          <p:cNvSpPr txBox="1"/>
          <p:nvPr/>
        </p:nvSpPr>
        <p:spPr>
          <a:xfrm>
            <a:off x="1806795" y="305043"/>
            <a:ext cx="66514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手法の定義・目的</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6" name="TextBox 24">
            <a:extLst>
              <a:ext uri="{FF2B5EF4-FFF2-40B4-BE49-F238E27FC236}">
                <a16:creationId xmlns:a16="http://schemas.microsoft.com/office/drawing/2014/main" id="{FBDE426B-08E2-AC02-783C-6983617F86E3}"/>
              </a:ext>
            </a:extLst>
          </p:cNvPr>
          <p:cNvSpPr txBox="1"/>
          <p:nvPr/>
        </p:nvSpPr>
        <p:spPr>
          <a:xfrm>
            <a:off x="1806795" y="7674818"/>
            <a:ext cx="15663993" cy="897682"/>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単体性能の高いモデルを集めるだけでなく，誤りを互いに補完できるモデル集合を選び，弱いモデルによる</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error accumulation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を抑える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2" name="グループ化 31">
            <a:extLst>
              <a:ext uri="{FF2B5EF4-FFF2-40B4-BE49-F238E27FC236}">
                <a16:creationId xmlns:a16="http://schemas.microsoft.com/office/drawing/2014/main" id="{EB84B588-3AF2-4F16-C05D-9D6C41012F91}"/>
              </a:ext>
            </a:extLst>
          </p:cNvPr>
          <p:cNvGrpSpPr/>
          <p:nvPr/>
        </p:nvGrpSpPr>
        <p:grpSpPr>
          <a:xfrm>
            <a:off x="1451436" y="6822344"/>
            <a:ext cx="7086599" cy="539315"/>
            <a:chOff x="1535809" y="1616658"/>
            <a:chExt cx="8639036" cy="539315"/>
          </a:xfrm>
        </p:grpSpPr>
        <p:sp>
          <p:nvSpPr>
            <p:cNvPr id="33" name="TextBox 26">
              <a:extLst>
                <a:ext uri="{FF2B5EF4-FFF2-40B4-BE49-F238E27FC236}">
                  <a16:creationId xmlns:a16="http://schemas.microsoft.com/office/drawing/2014/main" id="{3BF61C23-CB68-F2BB-5C51-A3BD4EF72978}"/>
                </a:ext>
              </a:extLst>
            </p:cNvPr>
            <p:cNvSpPr txBox="1"/>
            <p:nvPr/>
          </p:nvSpPr>
          <p:spPr>
            <a:xfrm>
              <a:off x="1864755" y="1616658"/>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目的</a:t>
              </a:r>
              <a:endParaRPr lang="en-US" altLang="ja-JP" sz="3200" dirty="0">
                <a:latin typeface="Source Han Sans JP Medium"/>
                <a:ea typeface="Source Han Sans JP Medium"/>
                <a:cs typeface="Source Han Sans JP Medium"/>
                <a:sym typeface="Source Han Sans JP Medium"/>
              </a:endParaRPr>
            </a:p>
          </p:txBody>
        </p:sp>
        <p:sp>
          <p:nvSpPr>
            <p:cNvPr id="34" name="Freeform 5">
              <a:extLst>
                <a:ext uri="{FF2B5EF4-FFF2-40B4-BE49-F238E27FC236}">
                  <a16:creationId xmlns:a16="http://schemas.microsoft.com/office/drawing/2014/main" id="{A5D612EF-A0F7-72A8-56BE-3F39E8805DD8}"/>
                </a:ext>
              </a:extLst>
            </p:cNvPr>
            <p:cNvSpPr/>
            <p:nvPr/>
          </p:nvSpPr>
          <p:spPr>
            <a:xfrm rot="5400000">
              <a:off x="1341107" y="1824697"/>
              <a:ext cx="525978" cy="136574"/>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3" name="グループ化 2">
            <a:extLst>
              <a:ext uri="{FF2B5EF4-FFF2-40B4-BE49-F238E27FC236}">
                <a16:creationId xmlns:a16="http://schemas.microsoft.com/office/drawing/2014/main" id="{13270BAD-25D1-5740-878D-F65579AF1441}"/>
              </a:ext>
            </a:extLst>
          </p:cNvPr>
          <p:cNvGrpSpPr/>
          <p:nvPr/>
        </p:nvGrpSpPr>
        <p:grpSpPr>
          <a:xfrm>
            <a:off x="1455336" y="1927360"/>
            <a:ext cx="16154398" cy="552410"/>
            <a:chOff x="1535809" y="1451163"/>
            <a:chExt cx="8639036" cy="552410"/>
          </a:xfrm>
        </p:grpSpPr>
        <p:sp>
          <p:nvSpPr>
            <p:cNvPr id="4" name="TextBox 26">
              <a:extLst>
                <a:ext uri="{FF2B5EF4-FFF2-40B4-BE49-F238E27FC236}">
                  <a16:creationId xmlns:a16="http://schemas.microsoft.com/office/drawing/2014/main" id="{B6A87716-88DE-825E-5933-47097D42F450}"/>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提案手法</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2156B4EB-B6DF-90F9-C022-054B41534F44}"/>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8" name="TextBox 24">
            <a:extLst>
              <a:ext uri="{FF2B5EF4-FFF2-40B4-BE49-F238E27FC236}">
                <a16:creationId xmlns:a16="http://schemas.microsoft.com/office/drawing/2014/main" id="{C2D42E01-4852-8B02-D7F5-0F68EE0AD571}"/>
              </a:ext>
            </a:extLst>
          </p:cNvPr>
          <p:cNvSpPr txBox="1"/>
          <p:nvPr/>
        </p:nvSpPr>
        <p:spPr>
          <a:xfrm>
            <a:off x="1945740" y="2667363"/>
            <a:ext cx="15663993" cy="3152210"/>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Dependency parse aggregation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異なるモデルが出力した依存構造を，</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UAS</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を基準として</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1</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つの依存構造へ統合する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Diversity-aware ensemble selection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モデル単体の性能だけでなく，モデル群の予測の多様性を表す</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Society entropy</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を考慮して，統合に用いるモデルを選択する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1836378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BADB-0A71-FCB8-758D-0A0D63EDE966}"/>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C8D758A5-6900-E8EF-CF82-C47B3CC6739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BF90F6DB-7038-F6C4-5019-AED9186E26D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94CB179-1ED7-D800-A15D-4C99F077D1E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8586F637-995B-62DC-5283-6B815288FC6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7C112C2D-6975-E2A9-8639-08239707380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63036BA8-1FB6-4AA6-937B-1628F47E922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5E4BD615-F4E6-1A41-3AB8-77E9CC8E3BD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81CBD77B-66CC-20A7-5556-3021548C0D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77C30B07-2E68-8434-798A-14FE95BB5B9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4CDBA3D9-19B3-631F-CD42-02BA469DEE87}"/>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E139A825-D12D-BF40-2E41-BA550581F63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885AFC63-82BB-9F89-EB10-B6E3328E2D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D0A66AB7-5A05-F451-6D05-29E98A40BE0F}"/>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32EF71A-A6D1-39CB-DDA8-A2FA28A955F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2EEB4AC-B5C3-C8DC-2D64-B93B0C69DC2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59CDCBFC-D1EA-8DBE-229B-23A6E61BDA0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10</a:t>
            </a:fld>
            <a:endParaRPr lang="en-US" sz="2400" dirty="0">
              <a:solidFill>
                <a:schemeClr val="bg1"/>
              </a:solidFill>
            </a:endParaRPr>
          </a:p>
        </p:txBody>
      </p:sp>
      <p:sp>
        <p:nvSpPr>
          <p:cNvPr id="513" name="TextBox 24">
            <a:extLst>
              <a:ext uri="{FF2B5EF4-FFF2-40B4-BE49-F238E27FC236}">
                <a16:creationId xmlns:a16="http://schemas.microsoft.com/office/drawing/2014/main" id="{D55322E3-18F4-E67A-2369-600AC1A15C30}"/>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49ADF53D-A738-00D1-ABD5-6FD7C9F9E50F}"/>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6A224119-1559-9581-364C-52F53EDA8573}"/>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EE4186A-9132-3C6D-6FAB-D7AE09DFB017}"/>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3977533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BCF2-66FE-50AD-430A-AE796CEA7864}"/>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F47781F-16B9-83C0-EDF8-E2DFABA86C29}"/>
              </a:ext>
            </a:extLst>
          </p:cNvPr>
          <p:cNvSpPr>
            <a:spLocks noGrp="1"/>
          </p:cNvSpPr>
          <p:nvPr>
            <p:ph type="sldNum" sz="quarter" idx="12"/>
          </p:nvPr>
        </p:nvSpPr>
        <p:spPr/>
        <p:txBody>
          <a:bodyPr/>
          <a:lstStyle/>
          <a:p>
            <a:fld id="{B6F15528-21DE-4FAA-801E-634DDDAF4B2B}" type="slidenum">
              <a:rPr lang="en-US" smtClean="0"/>
              <a:pPr/>
              <a:t>11</a:t>
            </a:fld>
            <a:endParaRPr lang="en-US"/>
          </a:p>
        </p:txBody>
      </p:sp>
      <p:grpSp>
        <p:nvGrpSpPr>
          <p:cNvPr id="10" name="グループ化 9">
            <a:extLst>
              <a:ext uri="{FF2B5EF4-FFF2-40B4-BE49-F238E27FC236}">
                <a16:creationId xmlns:a16="http://schemas.microsoft.com/office/drawing/2014/main" id="{DC8DE4F2-467D-CAAF-17CF-1467033D3C73}"/>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68CA480-91D9-6E59-B5C3-FFF3F604E5B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42EE9D9-4155-C45D-D9F1-D468905E99E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109078D-CDEE-5133-6EDF-C6DD41D9E6A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2A209A-2B60-5BF4-E526-711F653E187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A5F636E9-9FDE-C6A8-7993-72FCF9C8C8D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BD9DE42-F188-DE83-E120-93DA70AD904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C675EFD7-04B0-4A71-887F-C2655C3A7AB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7E599D1-C474-5D2C-90AC-AC21D723B3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C16FD54-9A02-0E75-5377-882BF2C74C32}"/>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08D7559D-2A3B-D635-0AD4-F99324F608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01229B-F32C-A13C-35E0-139E9A3F7F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02F4A2B-4C3D-2B19-20EC-72897CCAF2F5}"/>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72D99A4-97E6-46F7-9C36-663C8638CFA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6D770E4-E924-C831-8000-D9EDBA168EA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F91BE15-7A6C-4D4B-A801-40A996F917F4}"/>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11</a:t>
            </a:fld>
            <a:endParaRPr lang="en-US" sz="2400" dirty="0"/>
          </a:p>
        </p:txBody>
      </p:sp>
      <p:sp>
        <p:nvSpPr>
          <p:cNvPr id="3" name="TextBox 24">
            <a:extLst>
              <a:ext uri="{FF2B5EF4-FFF2-40B4-BE49-F238E27FC236}">
                <a16:creationId xmlns:a16="http://schemas.microsoft.com/office/drawing/2014/main" id="{CC63A3F2-F528-F444-0694-96656D4D2EE7}"/>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全体像</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26" name="TextBox 26">
            <a:extLst>
              <a:ext uri="{FF2B5EF4-FFF2-40B4-BE49-F238E27FC236}">
                <a16:creationId xmlns:a16="http://schemas.microsoft.com/office/drawing/2014/main" id="{5C753089-F9CD-9366-72E7-496592706051}"/>
              </a:ext>
            </a:extLst>
          </p:cNvPr>
          <p:cNvSpPr txBox="1"/>
          <p:nvPr/>
        </p:nvSpPr>
        <p:spPr>
          <a:xfrm>
            <a:off x="1676400" y="1626197"/>
            <a:ext cx="15074388" cy="1116396"/>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提案手法では，検証データを用いて</a:t>
            </a:r>
            <a:r>
              <a:rPr lang="en-US" altLang="ja-JP" sz="3200" dirty="0">
                <a:latin typeface="Source Han Sans JP Medium"/>
                <a:ea typeface="Source Han Sans JP Medium"/>
                <a:cs typeface="Source Han Sans JP Medium"/>
                <a:sym typeface="Source Han Sans JP Medium"/>
              </a:rPr>
              <a:t>ensemble</a:t>
            </a:r>
            <a:r>
              <a:rPr lang="ja-JP" altLang="en-US" sz="3200" dirty="0">
                <a:latin typeface="Source Han Sans JP Medium"/>
                <a:ea typeface="Source Han Sans JP Medium"/>
                <a:cs typeface="Source Han Sans JP Medium"/>
                <a:sym typeface="Source Han Sans JP Medium"/>
              </a:rPr>
              <a:t>に採用するモデルを選び，選択したモデルの依存構造を</a:t>
            </a:r>
            <a:r>
              <a:rPr lang="en-US" altLang="ja-JP" sz="3200" dirty="0">
                <a:latin typeface="Source Han Sans JP Medium"/>
                <a:ea typeface="Source Han Sans JP Medium"/>
                <a:cs typeface="Source Han Sans JP Medium"/>
                <a:sym typeface="Source Han Sans JP Medium"/>
              </a:rPr>
              <a:t>post hoc</a:t>
            </a:r>
            <a:r>
              <a:rPr lang="ja-JP" altLang="en-US" sz="3200" dirty="0">
                <a:latin typeface="Source Han Sans JP Medium"/>
                <a:ea typeface="Source Han Sans JP Medium"/>
                <a:cs typeface="Source Han Sans JP Medium"/>
                <a:sym typeface="Source Han Sans JP Medium"/>
              </a:rPr>
              <a:t>に統合する</a:t>
            </a:r>
            <a:endParaRPr lang="en-US" altLang="ja-JP" sz="3200" dirty="0">
              <a:latin typeface="Source Han Sans JP Medium"/>
              <a:ea typeface="Source Han Sans JP Medium"/>
              <a:cs typeface="Source Han Sans JP Medium"/>
              <a:sym typeface="Source Han Sans JP Medium"/>
            </a:endParaRPr>
          </a:p>
        </p:txBody>
      </p:sp>
      <p:pic>
        <p:nvPicPr>
          <p:cNvPr id="31" name="図 30">
            <a:extLst>
              <a:ext uri="{FF2B5EF4-FFF2-40B4-BE49-F238E27FC236}">
                <a16:creationId xmlns:a16="http://schemas.microsoft.com/office/drawing/2014/main" id="{3C08B560-7D9A-B5BB-F27F-7F13988937D0}"/>
              </a:ext>
            </a:extLst>
          </p:cNvPr>
          <p:cNvPicPr>
            <a:picLocks noChangeAspect="1"/>
          </p:cNvPicPr>
          <p:nvPr/>
        </p:nvPicPr>
        <p:blipFill>
          <a:blip r:embed="rId4">
            <a:extLst>
              <a:ext uri="{28A0092B-C50C-407E-A947-70E740481C1C}">
                <a14:useLocalDpi xmlns:a14="http://schemas.microsoft.com/office/drawing/2010/main" val="0"/>
              </a:ext>
            </a:extLst>
          </a:blip>
          <a:srcRect t="10534" b="6132"/>
          <a:stretch>
            <a:fillRect/>
          </a:stretch>
        </p:blipFill>
        <p:spPr>
          <a:xfrm>
            <a:off x="1409700" y="2742593"/>
            <a:ext cx="15812741" cy="7416210"/>
          </a:xfrm>
          <a:prstGeom prst="rect">
            <a:avLst/>
          </a:prstGeom>
        </p:spPr>
      </p:pic>
    </p:spTree>
    <p:extLst>
      <p:ext uri="{BB962C8B-B14F-4D97-AF65-F5344CB8AC3E}">
        <p14:creationId xmlns:p14="http://schemas.microsoft.com/office/powerpoint/2010/main" val="427512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44515-D1F8-871A-449E-E8D4ABDF21F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D82AD28-97DC-B9F2-A783-F3A5766E2C72}"/>
              </a:ext>
            </a:extLst>
          </p:cNvPr>
          <p:cNvSpPr>
            <a:spLocks noGrp="1"/>
          </p:cNvSpPr>
          <p:nvPr>
            <p:ph type="sldNum" sz="quarter" idx="12"/>
          </p:nvPr>
        </p:nvSpPr>
        <p:spPr/>
        <p:txBody>
          <a:bodyPr/>
          <a:lstStyle/>
          <a:p>
            <a:fld id="{B6F15528-21DE-4FAA-801E-634DDDAF4B2B}" type="slidenum">
              <a:rPr lang="en-US" smtClean="0"/>
              <a:pPr/>
              <a:t>12</a:t>
            </a:fld>
            <a:endParaRPr lang="en-US"/>
          </a:p>
        </p:txBody>
      </p:sp>
      <p:grpSp>
        <p:nvGrpSpPr>
          <p:cNvPr id="10" name="グループ化 9">
            <a:extLst>
              <a:ext uri="{FF2B5EF4-FFF2-40B4-BE49-F238E27FC236}">
                <a16:creationId xmlns:a16="http://schemas.microsoft.com/office/drawing/2014/main" id="{C68FD3CB-486A-C367-B18F-A8C20823613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78883FA-B4A2-BEFD-CF82-CB63B926525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D7289A5-8CA4-4EC2-9078-A71CE03910A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EBF3E0F-AE27-CE02-4236-14BD52F9D3A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CACA831E-EB71-168E-A793-638F0A3A50C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A4E2A6-09B1-D04E-260B-170BB2CEBFA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75CAB60-005A-D4B1-8076-8C8E2EC5FDB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21941072-B8A5-2579-8564-C75D4A25D1A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0CB6DF0E-F7B4-EDEF-D20F-0901EED6C94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5A766D4-D993-7D6A-8E49-147263EA0FDC}"/>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644AB51-BE69-34C3-DCF9-12565AFE97C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502F678-080F-8977-2344-410E07A3929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1C2D76B7-3E3F-C181-FB5A-1FAA1477BE50}"/>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9A52D14-396E-4501-42E1-238C5470D2F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ADD9A0BE-6FB7-2340-7414-7E5EDD8F2B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F6F88F95-EBD0-985E-E7DB-AE21583C45B4}"/>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12</a:t>
            </a:fld>
            <a:endParaRPr lang="en-US" sz="2400" dirty="0"/>
          </a:p>
        </p:txBody>
      </p:sp>
      <p:sp>
        <p:nvSpPr>
          <p:cNvPr id="3" name="TextBox 24">
            <a:extLst>
              <a:ext uri="{FF2B5EF4-FFF2-40B4-BE49-F238E27FC236}">
                <a16:creationId xmlns:a16="http://schemas.microsoft.com/office/drawing/2014/main" id="{AA9A4CD6-77A9-FB68-8785-167AF6CAE821}"/>
              </a:ext>
            </a:extLst>
          </p:cNvPr>
          <p:cNvSpPr txBox="1"/>
          <p:nvPr/>
        </p:nvSpPr>
        <p:spPr>
          <a:xfrm>
            <a:off x="1806795" y="305043"/>
            <a:ext cx="14042805" cy="700576"/>
          </a:xfrm>
          <a:prstGeom prst="rect">
            <a:avLst/>
          </a:prstGeom>
        </p:spPr>
        <p:txBody>
          <a:bodyPr wrap="square" lIns="0" tIns="0" rIns="0" bIns="0" rtlCol="0" anchor="t">
            <a:spAutoFit/>
          </a:bodyPr>
          <a:lstStyle/>
          <a:p>
            <a:pPr>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Step1</a:t>
            </a:r>
            <a:r>
              <a:rPr lang="ja-JP" altLang="en-US" sz="4000" dirty="0">
                <a:solidFill>
                  <a:srgbClr val="292B2B"/>
                </a:solidFill>
                <a:latin typeface="Source Han Sans JP Medium"/>
                <a:ea typeface="Source Han Sans JP Medium"/>
                <a:cs typeface="Source Han Sans JP Medium"/>
                <a:sym typeface="Source Han Sans JP Medium"/>
              </a:rPr>
              <a:t>：</a:t>
            </a:r>
            <a:r>
              <a:rPr lang="en-US" altLang="ja-JP" sz="4000" dirty="0">
                <a:solidFill>
                  <a:srgbClr val="292B2B"/>
                </a:solidFill>
                <a:latin typeface="Source Han Sans JP Medium"/>
                <a:ea typeface="Source Han Sans JP Medium"/>
                <a:cs typeface="Source Han Sans JP Medium"/>
                <a:sym typeface="Source Han Sans JP Medium"/>
              </a:rPr>
              <a:t>Dependency parse aggregation</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4298A570-47D9-2ADA-13C2-4D550C7B75C1}"/>
              </a:ext>
            </a:extLst>
          </p:cNvPr>
          <p:cNvSpPr txBox="1"/>
          <p:nvPr/>
        </p:nvSpPr>
        <p:spPr>
          <a:xfrm>
            <a:off x="1689612"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複数モデルの出力と，全体として最も一致する依存構造を求める</a:t>
            </a:r>
            <a:endParaRPr lang="en-US" altLang="ja-JP" sz="3200" dirty="0">
              <a:latin typeface="Source Han Sans JP Medium"/>
              <a:ea typeface="Source Han Sans JP Medium"/>
              <a:cs typeface="Source Han Sans JP Medium"/>
              <a:sym typeface="Source Han Sans JP Medium"/>
            </a:endParaRPr>
          </a:p>
        </p:txBody>
      </p:sp>
      <p:sp>
        <p:nvSpPr>
          <p:cNvPr id="26" name="TextBox 24">
            <a:extLst>
              <a:ext uri="{FF2B5EF4-FFF2-40B4-BE49-F238E27FC236}">
                <a16:creationId xmlns:a16="http://schemas.microsoft.com/office/drawing/2014/main" id="{551A85DA-2782-DC11-2DE1-F0CA95AB2EA6}"/>
              </a:ext>
            </a:extLst>
          </p:cNvPr>
          <p:cNvSpPr txBox="1"/>
          <p:nvPr/>
        </p:nvSpPr>
        <p:spPr>
          <a:xfrm>
            <a:off x="1689612" y="8440583"/>
            <a:ext cx="16210711" cy="587405"/>
          </a:xfrm>
          <a:prstGeom prst="rect">
            <a:avLst/>
          </a:prstGeom>
        </p:spPr>
        <p:txBody>
          <a:bodyPr wrap="square" lIns="0" tIns="0" rIns="0" bIns="0" rtlCol="0" anchor="t">
            <a:spAutoFit/>
          </a:bodyPr>
          <a:lstStyle/>
          <a:p>
            <a:pPr algn="l">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各</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head</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への「票数」を最大化しながら，依存期として成立する構造を</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Eisner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法で求める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mc:AlternateContent xmlns:mc="http://schemas.openxmlformats.org/markup-compatibility/2006" xmlns:a14="http://schemas.microsoft.com/office/drawing/2010/main">
        <mc:Choice Requires="a14">
          <p:sp>
            <p:nvSpPr>
              <p:cNvPr id="31" name="TextBox 26">
                <a:extLst>
                  <a:ext uri="{FF2B5EF4-FFF2-40B4-BE49-F238E27FC236}">
                    <a16:creationId xmlns:a16="http://schemas.microsoft.com/office/drawing/2014/main" id="{0A78E564-E51B-41DD-480C-B25D84D8156E}"/>
                  </a:ext>
                </a:extLst>
              </p:cNvPr>
              <p:cNvSpPr txBox="1"/>
              <p:nvPr/>
            </p:nvSpPr>
            <p:spPr>
              <a:xfrm>
                <a:off x="12081592" y="3989338"/>
                <a:ext cx="4072906" cy="1154162"/>
              </a:xfrm>
              <a:prstGeom prst="rect">
                <a:avLst/>
              </a:prstGeom>
            </p:spPr>
            <p:txBody>
              <a:bodyPr wrap="square" lIns="0" tIns="0" rIns="0" bIns="0" rtlCol="0" anchor="t">
                <a:spAutoFit/>
              </a:bodyPr>
              <a:lstStyle/>
              <a:p>
                <a:pPr marL="0" lvl="0" indent="0" algn="l">
                  <a:lnSpc>
                    <a:spcPts val="4480"/>
                  </a:lnSpc>
                  <a:spcBef>
                    <a:spcPct val="0"/>
                  </a:spcBef>
                </a:pPr>
                <a14:m>
                  <m:oMath xmlns:m="http://schemas.openxmlformats.org/officeDocument/2006/math">
                    <m:sSub>
                      <m:sSubPr>
                        <m:ctrlPr>
                          <a:rPr lang="en-US" altLang="ja-JP" sz="3200" b="0" i="1" smtClean="0">
                            <a:latin typeface="Cambria Math" panose="02040503050406030204" pitchFamily="18" charset="0"/>
                            <a:ea typeface="Source Han Sans JP Medium"/>
                            <a:sym typeface="Source Han Sans JP Medium"/>
                          </a:rPr>
                        </m:ctrlPr>
                      </m:sSubPr>
                      <m:e>
                        <m:r>
                          <a:rPr lang="en-US" altLang="ja-JP" sz="3200" b="0" i="1" smtClean="0">
                            <a:latin typeface="Cambria Math" panose="02040503050406030204" pitchFamily="18" charset="0"/>
                            <a:ea typeface="Source Han Sans JP Medium"/>
                            <a:sym typeface="Source Han Sans JP Medium"/>
                          </a:rPr>
                          <m:t>𝐴</m:t>
                        </m:r>
                      </m:e>
                      <m:sub>
                        <m:r>
                          <a:rPr lang="en-US" altLang="ja-JP" sz="3200" b="0" i="1" smtClean="0">
                            <a:latin typeface="Cambria Math" panose="02040503050406030204" pitchFamily="18" charset="0"/>
                            <a:ea typeface="Source Han Sans JP Medium"/>
                            <a:sym typeface="Source Han Sans JP Medium"/>
                          </a:rPr>
                          <m:t>𝑘</m:t>
                        </m:r>
                      </m:sub>
                    </m:sSub>
                    <m:r>
                      <a:rPr lang="ja-JP" altLang="en-US" sz="3200" i="1">
                        <a:latin typeface="Cambria Math" panose="02040503050406030204" pitchFamily="18" charset="0"/>
                        <a:ea typeface="Source Han Sans JP Medium"/>
                        <a:sym typeface="Source Han Sans JP Medium"/>
                      </a:rPr>
                      <m:t>：</m:t>
                    </m:r>
                  </m:oMath>
                </a14:m>
                <a:r>
                  <a:rPr lang="ja-JP" altLang="en-US" sz="3200" dirty="0">
                    <a:latin typeface="Source Han Sans JP Medium"/>
                    <a:ea typeface="Source Han Sans JP Medium"/>
                    <a:cs typeface="Source Han Sans JP Medium"/>
                    <a:sym typeface="Source Han Sans JP Medium"/>
                  </a:rPr>
                  <a:t>各モデルの予測</a:t>
                </a:r>
                <a:endParaRPr lang="en-US" altLang="ja-JP" sz="3200" dirty="0">
                  <a:latin typeface="Source Han Sans JP Medium"/>
                  <a:ea typeface="Source Han Sans JP Medium"/>
                  <a:cs typeface="Source Han Sans JP Medium"/>
                  <a:sym typeface="Source Han Sans JP Medium"/>
                </a:endParaRPr>
              </a:p>
              <a:p>
                <a:pPr>
                  <a:lnSpc>
                    <a:spcPts val="4480"/>
                  </a:lnSpc>
                  <a:spcBef>
                    <a:spcPct val="0"/>
                  </a:spcBef>
                </a:pPr>
                <a14:m>
                  <m:oMath xmlns:m="http://schemas.openxmlformats.org/officeDocument/2006/math">
                    <m:sSup>
                      <m:sSupPr>
                        <m:ctrlPr>
                          <a:rPr lang="en-US" altLang="ja-JP" sz="3200" b="0" i="1" smtClean="0">
                            <a:latin typeface="Cambria Math" panose="02040503050406030204" pitchFamily="18" charset="0"/>
                            <a:ea typeface="Source Han Sans JP Medium"/>
                            <a:sym typeface="Source Han Sans JP Medium"/>
                          </a:rPr>
                        </m:ctrlPr>
                      </m:sSupPr>
                      <m:e>
                        <m:r>
                          <a:rPr lang="en-US" altLang="ja-JP" sz="3200" b="0" i="1" smtClean="0">
                            <a:latin typeface="Cambria Math" panose="02040503050406030204" pitchFamily="18" charset="0"/>
                            <a:ea typeface="Source Han Sans JP Medium"/>
                            <a:sym typeface="Source Han Sans JP Medium"/>
                          </a:rPr>
                          <m:t>𝐴</m:t>
                        </m:r>
                      </m:e>
                      <m:sup>
                        <m:r>
                          <a:rPr lang="en-US" altLang="ja-JP" sz="3200" b="0" i="1" smtClean="0">
                            <a:latin typeface="Cambria Math" panose="02040503050406030204" pitchFamily="18" charset="0"/>
                            <a:ea typeface="Source Han Sans JP Medium"/>
                            <a:sym typeface="Source Han Sans JP Medium"/>
                          </a:rPr>
                          <m:t>∗</m:t>
                        </m:r>
                      </m:sup>
                    </m:sSup>
                    <m:r>
                      <a:rPr lang="ja-JP" altLang="en-US" sz="3200" i="1">
                        <a:latin typeface="Cambria Math" panose="02040503050406030204" pitchFamily="18" charset="0"/>
                        <a:ea typeface="Source Han Sans JP Medium"/>
                        <a:sym typeface="Source Han Sans JP Medium"/>
                      </a:rPr>
                      <m:t>：</m:t>
                    </m:r>
                  </m:oMath>
                </a14:m>
                <a:r>
                  <a:rPr lang="ja-JP" altLang="en-US" sz="3200" dirty="0">
                    <a:latin typeface="Source Han Sans JP Medium"/>
                    <a:ea typeface="Source Han Sans JP Medium"/>
                    <a:cs typeface="Source Han Sans JP Medium"/>
                    <a:sym typeface="Source Han Sans JP Medium"/>
                  </a:rPr>
                  <a:t>各モデルの予測</a:t>
                </a:r>
                <a:endParaRPr lang="en-US" altLang="ja-JP" sz="3200" dirty="0">
                  <a:latin typeface="Source Han Sans JP Medium"/>
                  <a:ea typeface="Source Han Sans JP Medium"/>
                  <a:cs typeface="Source Han Sans JP Medium"/>
                  <a:sym typeface="Source Han Sans JP Medium"/>
                </a:endParaRPr>
              </a:p>
            </p:txBody>
          </p:sp>
        </mc:Choice>
        <mc:Fallback xmlns="">
          <p:sp>
            <p:nvSpPr>
              <p:cNvPr id="31" name="TextBox 26">
                <a:extLst>
                  <a:ext uri="{FF2B5EF4-FFF2-40B4-BE49-F238E27FC236}">
                    <a16:creationId xmlns:a16="http://schemas.microsoft.com/office/drawing/2014/main" id="{0A78E564-E51B-41DD-480C-B25D84D8156E}"/>
                  </a:ext>
                </a:extLst>
              </p:cNvPr>
              <p:cNvSpPr txBox="1">
                <a:spLocks noRot="1" noChangeAspect="1" noMove="1" noResize="1" noEditPoints="1" noAdjustHandles="1" noChangeArrowheads="1" noChangeShapeType="1" noTextEdit="1"/>
              </p:cNvSpPr>
              <p:nvPr/>
            </p:nvSpPr>
            <p:spPr>
              <a:xfrm>
                <a:off x="12081592" y="3989338"/>
                <a:ext cx="4072906" cy="1154162"/>
              </a:xfrm>
              <a:prstGeom prst="rect">
                <a:avLst/>
              </a:prstGeom>
              <a:blipFill>
                <a:blip r:embed="rId4"/>
                <a:stretch>
                  <a:fillRect l="-150" t="-6842" b="-16842"/>
                </a:stretch>
              </a:blipFill>
            </p:spPr>
            <p:txBody>
              <a:bodyPr/>
              <a:lstStyle/>
              <a:p>
                <a:r>
                  <a:rPr lang="ja-JP" altLang="en-US">
                    <a:noFill/>
                  </a:rPr>
                  <a:t> </a:t>
                </a:r>
              </a:p>
            </p:txBody>
          </p:sp>
        </mc:Fallback>
      </mc:AlternateContent>
      <p:sp>
        <p:nvSpPr>
          <p:cNvPr id="32" name="Freeform 5">
            <a:extLst>
              <a:ext uri="{FF2B5EF4-FFF2-40B4-BE49-F238E27FC236}">
                <a16:creationId xmlns:a16="http://schemas.microsoft.com/office/drawing/2014/main" id="{130C5CEC-0BBC-3422-A202-BC601C0C86FC}"/>
              </a:ext>
            </a:extLst>
          </p:cNvPr>
          <p:cNvSpPr/>
          <p:nvPr/>
        </p:nvSpPr>
        <p:spPr>
          <a:xfrm rot="5400000">
            <a:off x="10897783" y="4489834"/>
            <a:ext cx="1539303" cy="86088"/>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CD6FD3FE-021E-1F8B-277A-40D21D9ED99E}"/>
                  </a:ext>
                </a:extLst>
              </p:cNvPr>
              <p:cNvSpPr txBox="1"/>
              <p:nvPr/>
            </p:nvSpPr>
            <p:spPr>
              <a:xfrm>
                <a:off x="7759193" y="7169890"/>
                <a:ext cx="9677395" cy="600293"/>
              </a:xfrm>
              <a:prstGeom prst="rect">
                <a:avLst/>
              </a:prstGeom>
              <a:noFill/>
            </p:spPr>
            <p:txBody>
              <a:bodyPr wrap="square">
                <a:spAutoFit/>
              </a:bodyPr>
              <a:lstStyle/>
              <a:p>
                <a:pPr/>
                <a14:m>
                  <m:oMathPara xmlns:m="http://schemas.openxmlformats.org/officeDocument/2006/math">
                    <m:oMath>
                      <m:r>
                        <a:rPr lang="ja-JP" altLang="en-US" sz="3200" i="1" smtClean="0">
                          <a:latin typeface="Cambria Math" panose="02040503050406030204" pitchFamily="18" charset="0"/>
                        </a:rPr>
                        <m:t>𝑚</m:t>
                      </m:r>
                      <m:d>
                        <m:dPr>
                          <m:ctrlPr>
                            <a:rPr lang="ja-JP" altLang="en-US" sz="3200" i="1">
                              <a:latin typeface="Cambria Math" panose="02040503050406030204" pitchFamily="18" charset="0"/>
                            </a:rPr>
                          </m:ctrlPr>
                        </m:dPr>
                        <m:e>
                          <m:r>
                            <a:rPr lang="ja-JP" altLang="en-US" sz="3200" i="1">
                              <a:latin typeface="Cambria Math" panose="02040503050406030204" pitchFamily="18" charset="0"/>
                            </a:rPr>
                            <m:t>𝑎</m:t>
                          </m:r>
                          <m:r>
                            <a:rPr lang="ja-JP" altLang="en-US" sz="3200" i="0">
                              <a:latin typeface="Cambria Math" panose="02040503050406030204" pitchFamily="18" charset="0"/>
                            </a:rPr>
                            <m:t>;</m:t>
                          </m:r>
                          <m:r>
                            <a:rPr lang="ja-JP" altLang="en-US" sz="3200" i="1">
                              <a:latin typeface="Cambria Math" panose="02040503050406030204" pitchFamily="18" charset="0"/>
                            </a:rPr>
                            <m:t>𝑗</m:t>
                          </m:r>
                        </m:e>
                      </m:d>
                      <m:r>
                        <a:rPr lang="ja-JP" altLang="en-US" sz="3200" i="0">
                          <a:latin typeface="Cambria Math" panose="02040503050406030204" pitchFamily="18" charset="0"/>
                        </a:rPr>
                        <m:t>=</m:t>
                      </m:r>
                      <m:r>
                        <m:rPr>
                          <m:nor/>
                        </m:rPr>
                        <a:rPr lang="ja-JP" altLang="en-US" sz="3200" i="0">
                          <a:latin typeface="Source Han Sans JP Medium" panose="020B0600070205080204" charset="-128"/>
                          <a:ea typeface="Source Han Sans JP Medium" panose="020B0600070205080204" charset="-128"/>
                        </a:rPr>
                        <m:t>単語 </m:t>
                      </m:r>
                      <m:r>
                        <a:rPr lang="ja-JP" altLang="en-US" sz="3200" i="1">
                          <a:latin typeface="Cambria Math" panose="02040503050406030204" pitchFamily="18" charset="0"/>
                        </a:rPr>
                        <m:t>𝑗</m:t>
                      </m:r>
                      <m:r>
                        <m:rPr>
                          <m:nor/>
                        </m:rPr>
                        <a:rPr lang="ja-JP" altLang="en-US" sz="3200" i="0">
                          <a:latin typeface="Source Han Sans JP Medium" panose="020B0600070205080204" charset="-128"/>
                          <a:ea typeface="Source Han Sans JP Medium" panose="020B0600070205080204" charset="-128"/>
                        </a:rPr>
                        <m:t> のheadを </m:t>
                      </m:r>
                      <m:r>
                        <a:rPr lang="ja-JP" altLang="en-US" sz="3200" i="1">
                          <a:latin typeface="Cambria Math" panose="02040503050406030204" pitchFamily="18" charset="0"/>
                        </a:rPr>
                        <m:t>𝑎</m:t>
                      </m:r>
                      <m:r>
                        <m:rPr>
                          <m:nor/>
                        </m:rPr>
                        <a:rPr lang="ja-JP" altLang="en-US" sz="3200" i="0">
                          <a:latin typeface="Source Han Sans JP Medium" panose="020B0600070205080204" charset="-128"/>
                          <a:ea typeface="Source Han Sans JP Medium" panose="020B0600070205080204" charset="-128"/>
                        </a:rPr>
                        <m:t> としたモデル数</m:t>
                      </m:r>
                    </m:oMath>
                  </m:oMathPara>
                </a14:m>
                <a:endParaRPr lang="ja-JP" altLang="en-US" sz="3200" dirty="0">
                  <a:latin typeface="Source Han Sans JP Medium" panose="020B0600070205080204" charset="-128"/>
                  <a:ea typeface="Source Han Sans JP Medium" panose="020B0600070205080204" charset="-128"/>
                </a:endParaRPr>
              </a:p>
            </p:txBody>
          </p:sp>
        </mc:Choice>
        <mc:Fallback xmlns="">
          <p:sp>
            <p:nvSpPr>
              <p:cNvPr id="35" name="テキスト ボックス 34">
                <a:extLst>
                  <a:ext uri="{FF2B5EF4-FFF2-40B4-BE49-F238E27FC236}">
                    <a16:creationId xmlns:a16="http://schemas.microsoft.com/office/drawing/2014/main" id="{CD6FD3FE-021E-1F8B-277A-40D21D9ED99E}"/>
                  </a:ext>
                </a:extLst>
              </p:cNvPr>
              <p:cNvSpPr txBox="1">
                <a:spLocks noRot="1" noChangeAspect="1" noMove="1" noResize="1" noEditPoints="1" noAdjustHandles="1" noChangeArrowheads="1" noChangeShapeType="1" noTextEdit="1"/>
              </p:cNvSpPr>
              <p:nvPr/>
            </p:nvSpPr>
            <p:spPr>
              <a:xfrm>
                <a:off x="7759193" y="7169890"/>
                <a:ext cx="9677395" cy="600293"/>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7" name="テキスト ボックス 36">
                <a:extLst>
                  <a:ext uri="{FF2B5EF4-FFF2-40B4-BE49-F238E27FC236}">
                    <a16:creationId xmlns:a16="http://schemas.microsoft.com/office/drawing/2014/main" id="{3A9123EE-1AA3-BEA6-C281-69782183F5C6}"/>
                  </a:ext>
                </a:extLst>
              </p:cNvPr>
              <p:cNvSpPr txBox="1"/>
              <p:nvPr/>
            </p:nvSpPr>
            <p:spPr>
              <a:xfrm>
                <a:off x="2914732" y="3615319"/>
                <a:ext cx="9144000" cy="1835118"/>
              </a:xfrm>
              <a:prstGeom prst="rect">
                <a:avLst/>
              </a:prstGeom>
              <a:noFill/>
            </p:spPr>
            <p:txBody>
              <a:bodyPr wrap="square">
                <a:spAutoFit/>
              </a:bodyPr>
              <a:lstStyle/>
              <a:p>
                <a:pPr/>
                <a14:m>
                  <m:oMathPara xmlns:m="http://schemas.openxmlformats.org/officeDocument/2006/math">
                    <m:oMath>
                      <m:sSup>
                        <m:sSupPr>
                          <m:ctrlPr>
                            <a:rPr lang="ja-JP" altLang="en-US" sz="4000" i="1">
                              <a:latin typeface="Cambria Math" panose="02040503050406030204" pitchFamily="18" charset="0"/>
                            </a:rPr>
                          </m:ctrlPr>
                        </m:sSupPr>
                        <m:e>
                          <m:r>
                            <a:rPr lang="ja-JP" altLang="en-US" sz="4000" i="1">
                              <a:latin typeface="Cambria Math" panose="02040503050406030204" pitchFamily="18" charset="0"/>
                            </a:rPr>
                            <m:t>𝐴</m:t>
                          </m:r>
                        </m:e>
                        <m:sup>
                          <m:r>
                            <a:rPr lang="ja-JP" altLang="en-US" sz="4000" i="0">
                              <a:latin typeface="Cambria Math" panose="02040503050406030204" pitchFamily="18" charset="0"/>
                            </a:rPr>
                            <m:t>∗</m:t>
                          </m:r>
                        </m:sup>
                      </m:sSup>
                      <m:r>
                        <a:rPr lang="ja-JP" altLang="en-US" sz="4000" i="0">
                          <a:latin typeface="Cambria Math" panose="02040503050406030204" pitchFamily="18" charset="0"/>
                        </a:rPr>
                        <m:t>=</m:t>
                      </m:r>
                      <m:func>
                        <m:funcPr>
                          <m:ctrlPr>
                            <a:rPr lang="ja-JP" altLang="en-US" sz="4000" i="0">
                              <a:latin typeface="Cambria Math" panose="02040503050406030204" pitchFamily="18" charset="0"/>
                            </a:rPr>
                          </m:ctrlPr>
                        </m:funcPr>
                        <m:fName>
                          <m:r>
                            <m:rPr>
                              <m:sty m:val="p"/>
                            </m:rPr>
                            <a:rPr lang="ja-JP" altLang="en-US" sz="4000" i="0">
                              <a:latin typeface="Cambria Math" panose="02040503050406030204" pitchFamily="18" charset="0"/>
                            </a:rPr>
                            <m:t>arg</m:t>
                          </m:r>
                        </m:fName>
                        <m:e>
                          <m:func>
                            <m:funcPr>
                              <m:ctrlPr>
                                <a:rPr lang="ja-JP" altLang="en-US" sz="4000" i="1">
                                  <a:latin typeface="Cambria Math" panose="02040503050406030204" pitchFamily="18" charset="0"/>
                                </a:rPr>
                              </m:ctrlPr>
                            </m:funcPr>
                            <m:fName>
                              <m:limLow>
                                <m:limLowPr>
                                  <m:ctrlPr>
                                    <a:rPr lang="ja-JP" altLang="en-US" sz="4000" i="0">
                                      <a:latin typeface="Cambria Math" panose="02040503050406030204" pitchFamily="18" charset="0"/>
                                    </a:rPr>
                                  </m:ctrlPr>
                                </m:limLowPr>
                                <m:e>
                                  <m:r>
                                    <m:rPr>
                                      <m:sty m:val="p"/>
                                    </m:rPr>
                                    <a:rPr lang="ja-JP" altLang="en-US" sz="4000" i="0">
                                      <a:latin typeface="Cambria Math" panose="02040503050406030204" pitchFamily="18" charset="0"/>
                                    </a:rPr>
                                    <m:t>max</m:t>
                                  </m:r>
                                </m:e>
                                <m:lim>
                                  <m:r>
                                    <a:rPr lang="ja-JP" altLang="en-US" sz="4000" i="1">
                                      <a:latin typeface="Cambria Math" panose="02040503050406030204" pitchFamily="18" charset="0"/>
                                    </a:rPr>
                                    <m:t>𝐴</m:t>
                                  </m:r>
                                  <m:r>
                                    <a:rPr lang="ja-JP" altLang="en-US" sz="4000" i="0">
                                      <a:latin typeface="Cambria Math" panose="02040503050406030204" pitchFamily="18" charset="0"/>
                                    </a:rPr>
                                    <m:t>∈</m:t>
                                  </m:r>
                                  <m:r>
                                    <a:rPr lang="ja-JP" altLang="en-US" sz="4000" i="0">
                                      <a:latin typeface="Cambria Math" panose="02040503050406030204" pitchFamily="18" charset="0"/>
                                    </a:rPr>
                                    <m:t>𝒜</m:t>
                                  </m:r>
                                </m:lim>
                              </m:limLow>
                            </m:fName>
                            <m:e>
                              <m:nary>
                                <m:naryPr>
                                  <m:chr m:val="∑"/>
                                  <m:limLoc m:val="undOvr"/>
                                  <m:ctrlPr>
                                    <a:rPr lang="ja-JP" altLang="en-US" sz="4000" i="1">
                                      <a:latin typeface="Cambria Math" panose="02040503050406030204" pitchFamily="18" charset="0"/>
                                    </a:rPr>
                                  </m:ctrlPr>
                                </m:naryPr>
                                <m:sub>
                                  <m:r>
                                    <a:rPr lang="ja-JP" altLang="en-US" sz="4000" i="1">
                                      <a:latin typeface="Cambria Math" panose="02040503050406030204" pitchFamily="18" charset="0"/>
                                    </a:rPr>
                                    <m:t>𝑘</m:t>
                                  </m:r>
                                  <m:r>
                                    <a:rPr lang="ja-JP" altLang="en-US" sz="4000" i="0">
                                      <a:latin typeface="Cambria Math" panose="02040503050406030204" pitchFamily="18" charset="0"/>
                                    </a:rPr>
                                    <m:t>=1</m:t>
                                  </m:r>
                                </m:sub>
                                <m:sup>
                                  <m:r>
                                    <a:rPr lang="ja-JP" altLang="en-US" sz="4000" i="1">
                                      <a:latin typeface="Cambria Math" panose="02040503050406030204" pitchFamily="18" charset="0"/>
                                    </a:rPr>
                                    <m:t>𝐾</m:t>
                                  </m:r>
                                </m:sup>
                                <m:e>
                                  <m:r>
                                    <a:rPr lang="ja-JP" altLang="en-US" sz="4000" i="1">
                                      <a:latin typeface="Cambria Math" panose="02040503050406030204" pitchFamily="18" charset="0"/>
                                    </a:rPr>
                                    <m:t>𝑈</m:t>
                                  </m:r>
                                </m:e>
                              </m:nary>
                            </m:e>
                          </m:func>
                        </m:e>
                      </m:func>
                      <m:r>
                        <a:rPr lang="ja-JP" altLang="en-US" sz="4000" i="1">
                          <a:latin typeface="Cambria Math" panose="02040503050406030204" pitchFamily="18" charset="0"/>
                        </a:rPr>
                        <m:t>𝐴𝑆</m:t>
                      </m:r>
                      <m:d>
                        <m:dPr>
                          <m:ctrlPr>
                            <a:rPr lang="ja-JP" altLang="en-US" sz="4000" i="1">
                              <a:latin typeface="Cambria Math" panose="02040503050406030204" pitchFamily="18" charset="0"/>
                            </a:rPr>
                          </m:ctrlPr>
                        </m:dPr>
                        <m:e>
                          <m:r>
                            <a:rPr lang="ja-JP" altLang="en-US" sz="4000" i="1">
                              <a:latin typeface="Cambria Math" panose="02040503050406030204" pitchFamily="18" charset="0"/>
                            </a:rPr>
                            <m:t>𝐴</m:t>
                          </m:r>
                          <m:r>
                            <a:rPr lang="ja-JP" altLang="en-US" sz="4000" i="0">
                              <a:latin typeface="Cambria Math" panose="02040503050406030204" pitchFamily="18" charset="0"/>
                            </a:rPr>
                            <m:t>,</m:t>
                          </m:r>
                          <m:sSub>
                            <m:sSubPr>
                              <m:ctrlPr>
                                <a:rPr lang="ja-JP" altLang="en-US" sz="4000" i="1">
                                  <a:latin typeface="Cambria Math" panose="02040503050406030204" pitchFamily="18" charset="0"/>
                                </a:rPr>
                              </m:ctrlPr>
                            </m:sSubPr>
                            <m:e>
                              <m:r>
                                <a:rPr lang="ja-JP" altLang="en-US" sz="4000" i="1">
                                  <a:latin typeface="Cambria Math" panose="02040503050406030204" pitchFamily="18" charset="0"/>
                                </a:rPr>
                                <m:t>𝐴</m:t>
                              </m:r>
                            </m:e>
                            <m:sub>
                              <m:r>
                                <a:rPr lang="ja-JP" altLang="en-US" sz="4000" i="1">
                                  <a:latin typeface="Cambria Math" panose="02040503050406030204" pitchFamily="18" charset="0"/>
                                </a:rPr>
                                <m:t>𝑘</m:t>
                              </m:r>
                            </m:sub>
                          </m:sSub>
                        </m:e>
                      </m:d>
                    </m:oMath>
                  </m:oMathPara>
                </a14:m>
                <a:endParaRPr lang="ja-JP" altLang="en-US" sz="4000" dirty="0"/>
              </a:p>
            </p:txBody>
          </p:sp>
        </mc:Choice>
        <mc:Fallback>
          <p:sp>
            <p:nvSpPr>
              <p:cNvPr id="37" name="テキスト ボックス 36">
                <a:extLst>
                  <a:ext uri="{FF2B5EF4-FFF2-40B4-BE49-F238E27FC236}">
                    <a16:creationId xmlns:a16="http://schemas.microsoft.com/office/drawing/2014/main" id="{3A9123EE-1AA3-BEA6-C281-69782183F5C6}"/>
                  </a:ext>
                </a:extLst>
              </p:cNvPr>
              <p:cNvSpPr txBox="1">
                <a:spLocks noRot="1" noChangeAspect="1" noMove="1" noResize="1" noEditPoints="1" noAdjustHandles="1" noChangeArrowheads="1" noChangeShapeType="1" noTextEdit="1"/>
              </p:cNvSpPr>
              <p:nvPr/>
            </p:nvSpPr>
            <p:spPr>
              <a:xfrm>
                <a:off x="2914732" y="3615319"/>
                <a:ext cx="9144000" cy="1835118"/>
              </a:xfrm>
              <a:prstGeom prst="rect">
                <a:avLst/>
              </a:prstGeom>
              <a:blipFill>
                <a:blip r:embed="rId6"/>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42529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35FFB-581A-3108-F586-FD843E89578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E582468-A75B-92A7-3A15-58D0A42B6C59}"/>
              </a:ext>
            </a:extLst>
          </p:cNvPr>
          <p:cNvSpPr>
            <a:spLocks noGrp="1"/>
          </p:cNvSpPr>
          <p:nvPr>
            <p:ph type="sldNum" sz="quarter" idx="12"/>
          </p:nvPr>
        </p:nvSpPr>
        <p:spPr/>
        <p:txBody>
          <a:bodyPr/>
          <a:lstStyle/>
          <a:p>
            <a:fld id="{B6F15528-21DE-4FAA-801E-634DDDAF4B2B}" type="slidenum">
              <a:rPr lang="en-US" smtClean="0"/>
              <a:pPr/>
              <a:t>13</a:t>
            </a:fld>
            <a:endParaRPr lang="en-US"/>
          </a:p>
        </p:txBody>
      </p:sp>
      <p:grpSp>
        <p:nvGrpSpPr>
          <p:cNvPr id="10" name="グループ化 9">
            <a:extLst>
              <a:ext uri="{FF2B5EF4-FFF2-40B4-BE49-F238E27FC236}">
                <a16:creationId xmlns:a16="http://schemas.microsoft.com/office/drawing/2014/main" id="{DEFD28C3-12AF-8B07-0796-3C1C4D978CB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41C5CE0-6A9F-187E-0592-B6AC111BD921}"/>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C3040671-4AA3-8E55-0502-0F492FAA021A}"/>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D91701B-5070-40C8-9FDD-9564BA89090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03DED117-8407-C913-A623-D1105DE8DFB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B80FDA-99C5-E52A-F7F3-81EBDE7460D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E63F282C-98AE-B030-D498-C8D3E72ADB3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6CD63A1-BD9E-EF7F-CDC3-475842AE09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0F77CE2D-009C-F3D0-B217-F34C1851CDC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4F983D8-AA97-0DC4-C73A-7932233D200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BA46A88-D731-CB73-F217-BF189A23D1D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712A3A54-424F-CFBA-E08D-BEF8FD1E813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8FEDFC06-151A-835F-A379-8FC9B79B4EA9}"/>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AF9EEE54-669E-36AF-2FBB-59CAF9019A6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0CD70B23-5DD3-4A24-E84D-FDE42DA42FE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F6436B8-E48C-08A5-3B6E-7D6D9E5CE06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13</a:t>
            </a:fld>
            <a:endParaRPr lang="en-US" sz="2400" dirty="0"/>
          </a:p>
        </p:txBody>
      </p:sp>
      <p:sp>
        <p:nvSpPr>
          <p:cNvPr id="3" name="TextBox 24">
            <a:extLst>
              <a:ext uri="{FF2B5EF4-FFF2-40B4-BE49-F238E27FC236}">
                <a16:creationId xmlns:a16="http://schemas.microsoft.com/office/drawing/2014/main" id="{FCC18C67-29AE-8183-93D0-24F2C543B6DC}"/>
              </a:ext>
            </a:extLst>
          </p:cNvPr>
          <p:cNvSpPr txBox="1"/>
          <p:nvPr/>
        </p:nvSpPr>
        <p:spPr>
          <a:xfrm>
            <a:off x="1806795" y="305043"/>
            <a:ext cx="13814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Step2</a:t>
            </a:r>
            <a:r>
              <a:rPr lang="ja-JP" altLang="en-US" sz="4000" dirty="0">
                <a:solidFill>
                  <a:srgbClr val="292B2B"/>
                </a:solidFill>
                <a:latin typeface="Source Han Sans JP Medium"/>
                <a:ea typeface="Source Han Sans JP Medium"/>
                <a:cs typeface="Source Han Sans JP Medium"/>
                <a:sym typeface="Source Han Sans JP Medium"/>
              </a:rPr>
              <a:t>：</a:t>
            </a:r>
            <a:r>
              <a:rPr lang="en-US" altLang="ja-JP" sz="4000" dirty="0">
                <a:solidFill>
                  <a:srgbClr val="292B2B"/>
                </a:solidFill>
                <a:latin typeface="Source Han Sans JP Medium"/>
                <a:ea typeface="Source Han Sans JP Medium"/>
                <a:cs typeface="Source Han Sans JP Medium"/>
                <a:sym typeface="Source Han Sans JP Medium"/>
              </a:rPr>
              <a:t>Society distribution / Society entropy</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1007DA29-4774-ACF1-CAC8-00AF2E6521A5}"/>
              </a:ext>
            </a:extLst>
          </p:cNvPr>
          <p:cNvSpPr txBox="1"/>
          <p:nvPr/>
        </p:nvSpPr>
        <p:spPr>
          <a:xfrm>
            <a:off x="1689612" y="1626197"/>
            <a:ext cx="15379188" cy="539315"/>
          </a:xfrm>
          <a:prstGeom prst="rect">
            <a:avLst/>
          </a:prstGeom>
        </p:spPr>
        <p:txBody>
          <a:bodyPr wrap="square" lIns="0" tIns="0" rIns="0" bIns="0" rtlCol="0" anchor="t">
            <a:spAutoFit/>
          </a:bodyPr>
          <a:lstStyle/>
          <a:p>
            <a:pPr lvl="0">
              <a:lnSpc>
                <a:spcPts val="4480"/>
              </a:lnSpc>
              <a:spcBef>
                <a:spcPct val="0"/>
              </a:spcBef>
            </a:pPr>
            <a:r>
              <a:rPr lang="ja-JP" altLang="en-US" sz="3200" dirty="0">
                <a:latin typeface="Source Han Sans JP Medium"/>
                <a:ea typeface="Source Han Sans JP Medium"/>
                <a:cs typeface="Source Han Sans JP Medium"/>
                <a:sym typeface="Source Han Sans JP Medium"/>
              </a:rPr>
              <a:t>モデル群の予測を「どの</a:t>
            </a:r>
            <a:r>
              <a:rPr lang="en-US" altLang="ja-JP" sz="3200" dirty="0">
                <a:latin typeface="Source Han Sans JP Medium"/>
                <a:ea typeface="Source Han Sans JP Medium"/>
                <a:cs typeface="Source Han Sans JP Medium"/>
                <a:sym typeface="Source Han Sans JP Medium"/>
              </a:rPr>
              <a:t>head</a:t>
            </a:r>
            <a:r>
              <a:rPr lang="ja-JP" altLang="en-US" sz="3200" dirty="0">
                <a:latin typeface="Source Han Sans JP Medium"/>
                <a:ea typeface="Source Han Sans JP Medium"/>
                <a:cs typeface="Source Han Sans JP Medium"/>
                <a:sym typeface="Source Han Sans JP Medium"/>
              </a:rPr>
              <a:t>へ何割のモデルが当方したか」という分布に変換する</a:t>
            </a:r>
            <a:endParaRPr lang="en-US" altLang="ja-JP" sz="3200" dirty="0">
              <a:latin typeface="Source Han Sans JP Medium"/>
              <a:ea typeface="Source Han Sans JP Medium"/>
              <a:cs typeface="Source Han Sans JP Medium"/>
              <a:sym typeface="Source Han Sans JP Medium"/>
            </a:endParaRPr>
          </a:p>
        </p:txBody>
      </p: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084EC8A2-7F91-9DA9-0403-EEE55C38C608}"/>
                  </a:ext>
                </a:extLst>
              </p:cNvPr>
              <p:cNvSpPr txBox="1"/>
              <p:nvPr/>
            </p:nvSpPr>
            <p:spPr>
              <a:xfrm>
                <a:off x="4572000" y="3695700"/>
                <a:ext cx="9144000" cy="1667123"/>
              </a:xfrm>
              <a:prstGeom prst="rect">
                <a:avLst/>
              </a:prstGeom>
              <a:noFill/>
            </p:spPr>
            <p:txBody>
              <a:bodyPr wrap="square">
                <a:spAutoFit/>
              </a:bodyPr>
              <a:lstStyle/>
              <a:p>
                <a:pPr/>
                <a14:m>
                  <m:oMathPara xmlns:m="http://schemas.openxmlformats.org/officeDocument/2006/math">
                    <m:oMath>
                      <m:r>
                        <a:rPr lang="ja-JP" altLang="en-US" sz="4000" i="1" smtClean="0">
                          <a:latin typeface="Cambria Math" panose="02040503050406030204" pitchFamily="18" charset="0"/>
                        </a:rPr>
                        <m:t>𝑆𝐷</m:t>
                      </m:r>
                      <m:d>
                        <m:dPr>
                          <m:ctrlPr>
                            <a:rPr lang="ja-JP" altLang="en-US" sz="4000" i="1">
                              <a:latin typeface="Cambria Math" panose="02040503050406030204" pitchFamily="18" charset="0"/>
                            </a:rPr>
                          </m:ctrlPr>
                        </m:dPr>
                        <m:e>
                          <m:r>
                            <a:rPr lang="ja-JP" altLang="en-US" sz="4000" i="1">
                              <a:latin typeface="Cambria Math" panose="02040503050406030204" pitchFamily="18" charset="0"/>
                            </a:rPr>
                            <m:t>𝑎</m:t>
                          </m:r>
                        </m:e>
                      </m:d>
                      <m:r>
                        <a:rPr lang="ja-JP" altLang="en-US" sz="4000" i="0">
                          <a:latin typeface="Cambria Math" panose="02040503050406030204" pitchFamily="18" charset="0"/>
                        </a:rPr>
                        <m:t>=</m:t>
                      </m:r>
                      <m:f>
                        <m:fPr>
                          <m:ctrlPr>
                            <a:rPr lang="ja-JP" altLang="en-US" sz="4000" i="1">
                              <a:latin typeface="Cambria Math" panose="02040503050406030204" pitchFamily="18" charset="0"/>
                            </a:rPr>
                          </m:ctrlPr>
                        </m:fPr>
                        <m:num>
                          <m:nary>
                            <m:naryPr>
                              <m:chr m:val="∑"/>
                              <m:limLoc m:val="undOvr"/>
                              <m:supHide m:val="on"/>
                              <m:ctrlPr>
                                <a:rPr lang="ja-JP" altLang="en-US" sz="4000" i="1">
                                  <a:latin typeface="Cambria Math" panose="02040503050406030204" pitchFamily="18" charset="0"/>
                                </a:rPr>
                              </m:ctrlPr>
                            </m:naryPr>
                            <m:sub>
                              <m:r>
                                <a:rPr lang="ja-JP" altLang="en-US" sz="4000" i="1">
                                  <a:latin typeface="Cambria Math" panose="02040503050406030204" pitchFamily="18" charset="0"/>
                                </a:rPr>
                                <m:t>𝜅</m:t>
                              </m:r>
                              <m:r>
                                <a:rPr lang="ja-JP" altLang="en-US" sz="4000" i="0">
                                  <a:latin typeface="Cambria Math" panose="02040503050406030204" pitchFamily="18" charset="0"/>
                                </a:rPr>
                                <m:t>∈</m:t>
                              </m:r>
                              <m:r>
                                <a:rPr lang="ja-JP" altLang="en-US" sz="4000" i="1">
                                  <a:latin typeface="Cambria Math" panose="02040503050406030204" pitchFamily="18" charset="0"/>
                                </a:rPr>
                                <m:t>𝐾</m:t>
                              </m:r>
                            </m:sub>
                            <m:sup/>
                            <m:e>
                              <m:r>
                                <a:rPr lang="ja-JP" altLang="en-US" sz="4000" b="1" i="0">
                                  <a:latin typeface="Cambria Math" panose="02040503050406030204" pitchFamily="18" charset="0"/>
                                </a:rPr>
                                <m:t>𝟏</m:t>
                              </m:r>
                            </m:e>
                          </m:nary>
                          <m:d>
                            <m:dPr>
                              <m:begChr m:val="["/>
                              <m:endChr m:val="]"/>
                              <m:ctrlPr>
                                <a:rPr lang="ja-JP" altLang="en-US" sz="4000" b="0" i="1">
                                  <a:latin typeface="Cambria Math" panose="02040503050406030204" pitchFamily="18" charset="0"/>
                                </a:rPr>
                              </m:ctrlPr>
                            </m:dPr>
                            <m:e>
                              <m:sSubSup>
                                <m:sSubSupPr>
                                  <m:ctrlPr>
                                    <a:rPr lang="ja-JP" altLang="en-US" sz="4000" b="0" i="1">
                                      <a:latin typeface="Cambria Math" panose="02040503050406030204" pitchFamily="18" charset="0"/>
                                    </a:rPr>
                                  </m:ctrlPr>
                                </m:sSubSupPr>
                                <m:e>
                                  <m:r>
                                    <a:rPr lang="ja-JP" altLang="en-US" sz="4000" b="0" i="1">
                                      <a:latin typeface="Cambria Math" panose="02040503050406030204" pitchFamily="18" charset="0"/>
                                    </a:rPr>
                                    <m:t>𝐴</m:t>
                                  </m:r>
                                </m:e>
                                <m:sub>
                                  <m:r>
                                    <a:rPr lang="ja-JP" altLang="en-US" sz="4000" b="0" i="1">
                                      <a:latin typeface="Cambria Math" panose="02040503050406030204" pitchFamily="18" charset="0"/>
                                    </a:rPr>
                                    <m:t>𝜅</m:t>
                                  </m:r>
                                </m:sub>
                                <m:sup>
                                  <m:d>
                                    <m:dPr>
                                      <m:ctrlPr>
                                        <a:rPr lang="ja-JP" altLang="en-US" sz="4000" b="0" i="1">
                                          <a:latin typeface="Cambria Math" panose="02040503050406030204" pitchFamily="18" charset="0"/>
                                        </a:rPr>
                                      </m:ctrlPr>
                                    </m:dPr>
                                    <m:e>
                                      <m:r>
                                        <a:rPr lang="ja-JP" altLang="en-US" sz="4000" b="0" i="1">
                                          <a:latin typeface="Cambria Math" panose="02040503050406030204" pitchFamily="18" charset="0"/>
                                        </a:rPr>
                                        <m:t>𝑗</m:t>
                                      </m:r>
                                    </m:e>
                                  </m:d>
                                </m:sup>
                              </m:sSubSup>
                              <m:r>
                                <a:rPr lang="ja-JP" altLang="en-US" sz="4000" b="0" i="0">
                                  <a:latin typeface="Cambria Math" panose="02040503050406030204" pitchFamily="18" charset="0"/>
                                </a:rPr>
                                <m:t>=</m:t>
                              </m:r>
                              <m:r>
                                <a:rPr lang="ja-JP" altLang="en-US" sz="4000" b="0" i="1">
                                  <a:latin typeface="Cambria Math" panose="02040503050406030204" pitchFamily="18" charset="0"/>
                                </a:rPr>
                                <m:t>𝑎</m:t>
                              </m:r>
                            </m:e>
                          </m:d>
                        </m:num>
                        <m:den>
                          <m:d>
                            <m:dPr>
                              <m:begChr m:val="|"/>
                              <m:endChr m:val="|"/>
                              <m:ctrlPr>
                                <a:rPr lang="ja-JP" altLang="en-US" sz="4000" b="0" i="1">
                                  <a:latin typeface="Cambria Math" panose="02040503050406030204" pitchFamily="18" charset="0"/>
                                </a:rPr>
                              </m:ctrlPr>
                            </m:dPr>
                            <m:e>
                              <m:r>
                                <a:rPr lang="ja-JP" altLang="en-US" sz="4000" b="0" i="1">
                                  <a:latin typeface="Cambria Math" panose="02040503050406030204" pitchFamily="18" charset="0"/>
                                </a:rPr>
                                <m:t>𝐾</m:t>
                              </m:r>
                            </m:e>
                          </m:d>
                        </m:den>
                      </m:f>
                    </m:oMath>
                  </m:oMathPara>
                </a14:m>
                <a:endParaRPr lang="ja-JP" altLang="en-US" sz="4000" dirty="0"/>
              </a:p>
            </p:txBody>
          </p:sp>
        </mc:Choice>
        <mc:Fallback xmlns="">
          <p:sp>
            <p:nvSpPr>
              <p:cNvPr id="31" name="テキスト ボックス 30">
                <a:extLst>
                  <a:ext uri="{FF2B5EF4-FFF2-40B4-BE49-F238E27FC236}">
                    <a16:creationId xmlns:a16="http://schemas.microsoft.com/office/drawing/2014/main" id="{084EC8A2-7F91-9DA9-0403-EEE55C38C608}"/>
                  </a:ext>
                </a:extLst>
              </p:cNvPr>
              <p:cNvSpPr txBox="1">
                <a:spLocks noRot="1" noChangeAspect="1" noMove="1" noResize="1" noEditPoints="1" noAdjustHandles="1" noChangeArrowheads="1" noChangeShapeType="1" noTextEdit="1"/>
              </p:cNvSpPr>
              <p:nvPr/>
            </p:nvSpPr>
            <p:spPr>
              <a:xfrm>
                <a:off x="4572000" y="3695700"/>
                <a:ext cx="9144000" cy="1667123"/>
              </a:xfrm>
              <a:prstGeom prst="rect">
                <a:avLst/>
              </a:prstGeom>
              <a:blipFill>
                <a:blip r:embed="rId4"/>
                <a:stretch>
                  <a:fillRect/>
                </a:stretch>
              </a:blipFill>
            </p:spPr>
            <p:txBody>
              <a:bodyPr/>
              <a:lstStyle/>
              <a:p>
                <a:r>
                  <a:rPr lang="ja-JP" altLang="en-US">
                    <a:noFill/>
                  </a:rPr>
                  <a:t> </a:t>
                </a:r>
              </a:p>
            </p:txBody>
          </p:sp>
        </mc:Fallback>
      </mc:AlternateContent>
      <p:grpSp>
        <p:nvGrpSpPr>
          <p:cNvPr id="32" name="グループ化 31">
            <a:extLst>
              <a:ext uri="{FF2B5EF4-FFF2-40B4-BE49-F238E27FC236}">
                <a16:creationId xmlns:a16="http://schemas.microsoft.com/office/drawing/2014/main" id="{3A79642C-6745-FE7F-D1BB-B4474BBADE7E}"/>
              </a:ext>
            </a:extLst>
          </p:cNvPr>
          <p:cNvGrpSpPr/>
          <p:nvPr/>
        </p:nvGrpSpPr>
        <p:grpSpPr>
          <a:xfrm>
            <a:off x="1706291" y="2742496"/>
            <a:ext cx="16154398" cy="552410"/>
            <a:chOff x="1535809" y="1451163"/>
            <a:chExt cx="8639036" cy="552410"/>
          </a:xfrm>
        </p:grpSpPr>
        <p:sp>
          <p:nvSpPr>
            <p:cNvPr id="33" name="TextBox 26">
              <a:extLst>
                <a:ext uri="{FF2B5EF4-FFF2-40B4-BE49-F238E27FC236}">
                  <a16:creationId xmlns:a16="http://schemas.microsoft.com/office/drawing/2014/main" id="{E471AE4D-3F07-CC84-50BD-826AC146A147}"/>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Society distribution</a:t>
              </a:r>
              <a:r>
                <a:rPr lang="ja-JP" altLang="en-US" sz="3200" dirty="0">
                  <a:latin typeface="Source Han Sans JP Medium"/>
                  <a:ea typeface="Source Han Sans JP Medium"/>
                  <a:cs typeface="Source Han Sans JP Medium"/>
                  <a:sym typeface="Source Han Sans JP Medium"/>
                </a:rPr>
                <a:t>：ある</a:t>
              </a:r>
              <a:r>
                <a:rPr lang="en-US" altLang="ja-JP" sz="3200" dirty="0">
                  <a:latin typeface="Source Han Sans JP Medium"/>
                  <a:ea typeface="Source Han Sans JP Medium"/>
                  <a:cs typeface="Source Han Sans JP Medium"/>
                  <a:sym typeface="Source Han Sans JP Medium"/>
                </a:rPr>
                <a:t>head</a:t>
              </a:r>
              <a:r>
                <a:rPr lang="ja-JP" altLang="en-US" sz="3200" dirty="0">
                  <a:latin typeface="Source Han Sans JP Medium"/>
                  <a:ea typeface="Source Han Sans JP Medium"/>
                  <a:cs typeface="Source Han Sans JP Medium"/>
                  <a:sym typeface="Source Han Sans JP Medium"/>
                </a:rPr>
                <a:t> </a:t>
              </a:r>
              <a:r>
                <a:rPr lang="en-US" altLang="ja-JP" sz="3200" dirty="0">
                  <a:latin typeface="Source Han Sans JP Medium"/>
                  <a:ea typeface="Source Han Sans JP Medium"/>
                  <a:cs typeface="Source Han Sans JP Medium"/>
                  <a:sym typeface="Source Han Sans JP Medium"/>
                </a:rPr>
                <a:t>a</a:t>
              </a:r>
              <a:r>
                <a:rPr lang="ja-JP" altLang="en-US" sz="3200" dirty="0">
                  <a:latin typeface="Source Han Sans JP Medium"/>
                  <a:ea typeface="Source Han Sans JP Medium"/>
                  <a:cs typeface="Source Han Sans JP Medium"/>
                  <a:sym typeface="Source Han Sans JP Medium"/>
                </a:rPr>
                <a:t>に投票したモデルの割合</a:t>
              </a:r>
              <a:endParaRPr lang="en-US" altLang="ja-JP" sz="3200" dirty="0">
                <a:latin typeface="Source Han Sans JP Medium"/>
                <a:ea typeface="Source Han Sans JP Medium"/>
                <a:cs typeface="Source Han Sans JP Medium"/>
                <a:sym typeface="Source Han Sans JP Medium"/>
              </a:endParaRPr>
            </a:p>
          </p:txBody>
        </p:sp>
        <p:sp>
          <p:nvSpPr>
            <p:cNvPr id="35" name="Freeform 5">
              <a:extLst>
                <a:ext uri="{FF2B5EF4-FFF2-40B4-BE49-F238E27FC236}">
                  <a16:creationId xmlns:a16="http://schemas.microsoft.com/office/drawing/2014/main" id="{6325B6E3-39BA-1770-8FA3-4C9EE55A5E7A}"/>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36" name="グループ化 35">
            <a:extLst>
              <a:ext uri="{FF2B5EF4-FFF2-40B4-BE49-F238E27FC236}">
                <a16:creationId xmlns:a16="http://schemas.microsoft.com/office/drawing/2014/main" id="{4B8EF14E-EB3C-D7FF-5412-5935E514E3BC}"/>
              </a:ext>
            </a:extLst>
          </p:cNvPr>
          <p:cNvGrpSpPr/>
          <p:nvPr/>
        </p:nvGrpSpPr>
        <p:grpSpPr>
          <a:xfrm>
            <a:off x="1762307" y="6057900"/>
            <a:ext cx="16154398" cy="552410"/>
            <a:chOff x="1535809" y="1451163"/>
            <a:chExt cx="8639036" cy="552410"/>
          </a:xfrm>
        </p:grpSpPr>
        <p:sp>
          <p:nvSpPr>
            <p:cNvPr id="37" name="TextBox 26">
              <a:extLst>
                <a:ext uri="{FF2B5EF4-FFF2-40B4-BE49-F238E27FC236}">
                  <a16:creationId xmlns:a16="http://schemas.microsoft.com/office/drawing/2014/main" id="{75972D52-8CA8-E308-8E6F-06D3EF171FE4}"/>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Society entropy</a:t>
              </a:r>
              <a:r>
                <a:rPr lang="ja-JP" altLang="en-US" sz="3200" dirty="0">
                  <a:latin typeface="Source Han Sans JP Medium"/>
                  <a:ea typeface="Source Han Sans JP Medium"/>
                  <a:cs typeface="Source Han Sans JP Medium"/>
                  <a:sym typeface="Source Han Sans JP Medium"/>
                </a:rPr>
                <a:t>：各単語の予測分布の</a:t>
              </a:r>
              <a:r>
                <a:rPr lang="en-US" altLang="ja-JP" sz="3200" dirty="0">
                  <a:latin typeface="Source Han Sans JP Medium"/>
                  <a:ea typeface="Source Han Sans JP Medium"/>
                  <a:cs typeface="Source Han Sans JP Medium"/>
                  <a:sym typeface="Source Han Sans JP Medium"/>
                </a:rPr>
                <a:t>entropy</a:t>
              </a:r>
              <a:r>
                <a:rPr lang="ja-JP" altLang="en-US" sz="3200" dirty="0">
                  <a:latin typeface="Source Han Sans JP Medium"/>
                  <a:ea typeface="Source Han Sans JP Medium"/>
                  <a:cs typeface="Source Han Sans JP Medium"/>
                  <a:sym typeface="Source Han Sans JP Medium"/>
                </a:rPr>
                <a:t>を平均</a:t>
              </a:r>
              <a:endParaRPr lang="en-US" altLang="ja-JP" sz="3200" dirty="0">
                <a:latin typeface="Source Han Sans JP Medium"/>
                <a:ea typeface="Source Han Sans JP Medium"/>
                <a:cs typeface="Source Han Sans JP Medium"/>
                <a:sym typeface="Source Han Sans JP Medium"/>
              </a:endParaRPr>
            </a:p>
          </p:txBody>
        </p:sp>
        <p:sp>
          <p:nvSpPr>
            <p:cNvPr id="38" name="Freeform 5">
              <a:extLst>
                <a:ext uri="{FF2B5EF4-FFF2-40B4-BE49-F238E27FC236}">
                  <a16:creationId xmlns:a16="http://schemas.microsoft.com/office/drawing/2014/main" id="{C3C818DF-E524-5336-D87A-7860F87975C9}"/>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07501035-C980-D60F-6CD6-8744B7DFC48C}"/>
                  </a:ext>
                </a:extLst>
              </p:cNvPr>
              <p:cNvSpPr txBox="1"/>
              <p:nvPr/>
            </p:nvSpPr>
            <p:spPr>
              <a:xfrm>
                <a:off x="4807206" y="6896100"/>
                <a:ext cx="9144000" cy="1842364"/>
              </a:xfrm>
              <a:prstGeom prst="rect">
                <a:avLst/>
              </a:prstGeom>
              <a:noFill/>
            </p:spPr>
            <p:txBody>
              <a:bodyPr wrap="square">
                <a:spAutoFit/>
              </a:bodyPr>
              <a:lstStyle/>
              <a:p>
                <a:pPr/>
                <a14:m>
                  <m:oMathPara xmlns:m="http://schemas.openxmlformats.org/officeDocument/2006/math">
                    <m:oMath>
                      <m:r>
                        <a:rPr lang="ja-JP" altLang="en-US" sz="4000" i="1" smtClean="0">
                          <a:latin typeface="Cambria Math" panose="02040503050406030204" pitchFamily="18" charset="0"/>
                        </a:rPr>
                        <m:t>𝑆𝐸</m:t>
                      </m:r>
                      <m:r>
                        <a:rPr lang="ja-JP" altLang="en-US" sz="4000" i="0">
                          <a:latin typeface="Cambria Math" panose="02040503050406030204" pitchFamily="18" charset="0"/>
                        </a:rPr>
                        <m:t>=</m:t>
                      </m:r>
                      <m:f>
                        <m:fPr>
                          <m:ctrlPr>
                            <a:rPr lang="ja-JP" altLang="en-US" sz="4000" i="0">
                              <a:latin typeface="Cambria Math" panose="02040503050406030204" pitchFamily="18" charset="0"/>
                            </a:rPr>
                          </m:ctrlPr>
                        </m:fPr>
                        <m:num>
                          <m:r>
                            <a:rPr lang="ja-JP" altLang="en-US" sz="4000" i="0">
                              <a:latin typeface="Cambria Math" panose="02040503050406030204" pitchFamily="18" charset="0"/>
                            </a:rPr>
                            <m:t>1</m:t>
                          </m:r>
                        </m:num>
                        <m:den>
                          <m:r>
                            <a:rPr lang="ja-JP" altLang="en-US" sz="4000" i="1">
                              <a:latin typeface="Cambria Math" panose="02040503050406030204" pitchFamily="18" charset="0"/>
                            </a:rPr>
                            <m:t>𝑛</m:t>
                          </m:r>
                        </m:den>
                      </m:f>
                      <m:nary>
                        <m:naryPr>
                          <m:chr m:val="∑"/>
                          <m:limLoc m:val="undOvr"/>
                          <m:ctrlPr>
                            <a:rPr lang="ja-JP" altLang="en-US" sz="4000" i="1">
                              <a:latin typeface="Cambria Math" panose="02040503050406030204" pitchFamily="18" charset="0"/>
                            </a:rPr>
                          </m:ctrlPr>
                        </m:naryPr>
                        <m:sub>
                          <m:r>
                            <a:rPr lang="ja-JP" altLang="en-US" sz="4000" i="1">
                              <a:latin typeface="Cambria Math" panose="02040503050406030204" pitchFamily="18" charset="0"/>
                            </a:rPr>
                            <m:t>𝑗</m:t>
                          </m:r>
                          <m:r>
                            <a:rPr lang="ja-JP" altLang="en-US" sz="4000" i="0">
                              <a:latin typeface="Cambria Math" panose="02040503050406030204" pitchFamily="18" charset="0"/>
                            </a:rPr>
                            <m:t>=1</m:t>
                          </m:r>
                        </m:sub>
                        <m:sup>
                          <m:r>
                            <a:rPr lang="ja-JP" altLang="en-US" sz="4000" i="1">
                              <a:latin typeface="Cambria Math" panose="02040503050406030204" pitchFamily="18" charset="0"/>
                            </a:rPr>
                            <m:t>𝑛</m:t>
                          </m:r>
                        </m:sup>
                        <m:e>
                          <m:r>
                            <a:rPr lang="ja-JP" altLang="en-US" sz="4000" i="1">
                              <a:latin typeface="Cambria Math" panose="02040503050406030204" pitchFamily="18" charset="0"/>
                            </a:rPr>
                            <m:t>𝐻</m:t>
                          </m:r>
                        </m:e>
                      </m:nary>
                      <m:d>
                        <m:dPr>
                          <m:ctrlPr>
                            <a:rPr lang="ja-JP" altLang="en-US" sz="4000" i="1">
                              <a:latin typeface="Cambria Math" panose="02040503050406030204" pitchFamily="18" charset="0"/>
                            </a:rPr>
                          </m:ctrlPr>
                        </m:dPr>
                        <m:e>
                          <m:r>
                            <a:rPr lang="ja-JP" altLang="en-US" sz="4000" i="1">
                              <a:latin typeface="Cambria Math" panose="02040503050406030204" pitchFamily="18" charset="0"/>
                            </a:rPr>
                            <m:t>𝑆</m:t>
                          </m:r>
                          <m:sSub>
                            <m:sSubPr>
                              <m:ctrlPr>
                                <a:rPr lang="ja-JP" altLang="en-US" sz="4000" i="1">
                                  <a:latin typeface="Cambria Math" panose="02040503050406030204" pitchFamily="18" charset="0"/>
                                </a:rPr>
                              </m:ctrlPr>
                            </m:sSubPr>
                            <m:e>
                              <m:r>
                                <a:rPr lang="ja-JP" altLang="en-US" sz="4000" i="1">
                                  <a:latin typeface="Cambria Math" panose="02040503050406030204" pitchFamily="18" charset="0"/>
                                </a:rPr>
                                <m:t>𝐷</m:t>
                              </m:r>
                            </m:e>
                            <m:sub>
                              <m:r>
                                <a:rPr lang="ja-JP" altLang="en-US" sz="4000" i="1">
                                  <a:latin typeface="Cambria Math" panose="02040503050406030204" pitchFamily="18" charset="0"/>
                                </a:rPr>
                                <m:t>𝑗</m:t>
                              </m:r>
                            </m:sub>
                          </m:sSub>
                        </m:e>
                      </m:d>
                    </m:oMath>
                  </m:oMathPara>
                </a14:m>
                <a:endParaRPr lang="ja-JP" altLang="en-US" sz="4000" dirty="0"/>
              </a:p>
            </p:txBody>
          </p:sp>
        </mc:Choice>
        <mc:Fallback xmlns="">
          <p:sp>
            <p:nvSpPr>
              <p:cNvPr id="40" name="テキスト ボックス 39">
                <a:extLst>
                  <a:ext uri="{FF2B5EF4-FFF2-40B4-BE49-F238E27FC236}">
                    <a16:creationId xmlns:a16="http://schemas.microsoft.com/office/drawing/2014/main" id="{07501035-C980-D60F-6CD6-8744B7DFC48C}"/>
                  </a:ext>
                </a:extLst>
              </p:cNvPr>
              <p:cNvSpPr txBox="1">
                <a:spLocks noRot="1" noChangeAspect="1" noMove="1" noResize="1" noEditPoints="1" noAdjustHandles="1" noChangeArrowheads="1" noChangeShapeType="1" noTextEdit="1"/>
              </p:cNvSpPr>
              <p:nvPr/>
            </p:nvSpPr>
            <p:spPr>
              <a:xfrm>
                <a:off x="4807206" y="6896100"/>
                <a:ext cx="9144000" cy="1842364"/>
              </a:xfrm>
              <a:prstGeom prst="rect">
                <a:avLst/>
              </a:prstGeom>
              <a:blipFill>
                <a:blip r:embed="rId5"/>
                <a:stretch>
                  <a:fillRect/>
                </a:stretch>
              </a:blipFill>
            </p:spPr>
            <p:txBody>
              <a:bodyPr/>
              <a:lstStyle/>
              <a:p>
                <a:r>
                  <a:rPr lang="ja-JP" altLang="en-US">
                    <a:noFill/>
                  </a:rPr>
                  <a:t> </a:t>
                </a:r>
              </a:p>
            </p:txBody>
          </p:sp>
        </mc:Fallback>
      </mc:AlternateContent>
      <p:sp>
        <p:nvSpPr>
          <p:cNvPr id="42" name="TextBox 24">
            <a:extLst>
              <a:ext uri="{FF2B5EF4-FFF2-40B4-BE49-F238E27FC236}">
                <a16:creationId xmlns:a16="http://schemas.microsoft.com/office/drawing/2014/main" id="{B76520E8-C6A2-B4E9-284D-B369047C9493}"/>
              </a:ext>
            </a:extLst>
          </p:cNvPr>
          <p:cNvSpPr txBox="1"/>
          <p:nvPr/>
        </p:nvSpPr>
        <p:spPr>
          <a:xfrm>
            <a:off x="2387787" y="8730717"/>
            <a:ext cx="15663993" cy="1228606"/>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同じ予測へ集中　→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entropy </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小</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複数の予測へ分散　→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entropy </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大</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2782384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B5009-0A26-0EF6-063B-B9DB8C94852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1D0F926-2954-A66B-2121-C4EA999125CF}"/>
              </a:ext>
            </a:extLst>
          </p:cNvPr>
          <p:cNvSpPr>
            <a:spLocks noGrp="1"/>
          </p:cNvSpPr>
          <p:nvPr>
            <p:ph type="sldNum" sz="quarter" idx="12"/>
          </p:nvPr>
        </p:nvSpPr>
        <p:spPr/>
        <p:txBody>
          <a:bodyPr/>
          <a:lstStyle/>
          <a:p>
            <a:fld id="{B6F15528-21DE-4FAA-801E-634DDDAF4B2B}" type="slidenum">
              <a:rPr lang="en-US" smtClean="0"/>
              <a:pPr/>
              <a:t>14</a:t>
            </a:fld>
            <a:endParaRPr lang="en-US"/>
          </a:p>
        </p:txBody>
      </p:sp>
      <p:grpSp>
        <p:nvGrpSpPr>
          <p:cNvPr id="10" name="グループ化 9">
            <a:extLst>
              <a:ext uri="{FF2B5EF4-FFF2-40B4-BE49-F238E27FC236}">
                <a16:creationId xmlns:a16="http://schemas.microsoft.com/office/drawing/2014/main" id="{114F8560-DE64-80BD-D5A1-7153D1AE6CDA}"/>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F667812-2FBD-9967-9BF8-87383D280CE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F32DAFF-635B-3A34-37E0-04E6607FF4E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15B825C-571C-23FD-F0F4-AAC04DC7F23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32493C-3664-035C-5A03-D7A4BF466AB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E9E5CAE7-4F55-104E-FD25-4B19A0DE4353}"/>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A9F30103-E7F0-A4DF-D17A-7B834DFC9F31}"/>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84611660-F843-FC0D-D781-78A06A7DDC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23EFCEC-59E3-09B8-FCE6-2338EDA4A90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6D2859FA-3026-520F-6916-695DE5D6BB0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F681E64-8227-9C97-FB2F-28113730955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CA55CBE-E860-A35A-CA18-206B31D2507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416F6A6-9E3E-FF97-DEC4-9C39E070AA6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371DDAD-071E-D212-D8FC-78A12E3A2C8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A90EFFB-DE6D-53D1-3036-C2D9C5D7CB8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5FF9B3CF-D9F5-CA4E-6176-6F6AF6F50ADD}"/>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14</a:t>
            </a:fld>
            <a:endParaRPr lang="en-US" sz="2400" dirty="0"/>
          </a:p>
        </p:txBody>
      </p:sp>
      <p:sp>
        <p:nvSpPr>
          <p:cNvPr id="3" name="TextBox 24">
            <a:extLst>
              <a:ext uri="{FF2B5EF4-FFF2-40B4-BE49-F238E27FC236}">
                <a16:creationId xmlns:a16="http://schemas.microsoft.com/office/drawing/2014/main" id="{B116FE66-F5EF-F9D7-BC11-85C381FB94C8}"/>
              </a:ext>
            </a:extLst>
          </p:cNvPr>
          <p:cNvSpPr txBox="1"/>
          <p:nvPr/>
        </p:nvSpPr>
        <p:spPr>
          <a:xfrm>
            <a:off x="1806795" y="305043"/>
            <a:ext cx="12290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Step3</a:t>
            </a:r>
            <a:r>
              <a:rPr lang="ja-JP" altLang="en-US" sz="4000" dirty="0">
                <a:solidFill>
                  <a:srgbClr val="292B2B"/>
                </a:solidFill>
                <a:latin typeface="Source Han Sans JP Medium"/>
                <a:ea typeface="Source Han Sans JP Medium"/>
                <a:cs typeface="Source Han Sans JP Medium"/>
                <a:sym typeface="Source Han Sans JP Medium"/>
              </a:rPr>
              <a:t>：性能と多様性を組み合わせる</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4B7271A8-CC52-C038-B559-343FADE3304C}"/>
              </a:ext>
            </a:extLst>
          </p:cNvPr>
          <p:cNvSpPr txBox="1"/>
          <p:nvPr/>
        </p:nvSpPr>
        <p:spPr>
          <a:xfrm>
            <a:off x="1689612" y="1626197"/>
            <a:ext cx="15074388" cy="492443"/>
          </a:xfrm>
          <a:prstGeom prst="rect">
            <a:avLst/>
          </a:prstGeom>
        </p:spPr>
        <p:txBody>
          <a:bodyPr wrap="square" lIns="0" tIns="0" rIns="0" bIns="0" rtlCol="0" anchor="t">
            <a:spAutoFit/>
          </a:bodyPr>
          <a:lstStyle/>
          <a:p>
            <a:r>
              <a:rPr lang="ja-JP" altLang="en-US" sz="3200" dirty="0">
                <a:latin typeface="Source Han Sans JP Medium" panose="020B0600070205080204" charset="-128"/>
                <a:ea typeface="Source Han Sans JP Medium" panose="020B0600070205080204" charset="-128"/>
              </a:rPr>
              <a:t>多様性が高いだけでは良い</a:t>
            </a:r>
            <a:r>
              <a:rPr lang="en-US" altLang="ja-JP" sz="3200" dirty="0">
                <a:latin typeface="Source Han Sans JP Medium" panose="020B0600070205080204" charset="-128"/>
                <a:ea typeface="Source Han Sans JP Medium" panose="020B0600070205080204" charset="-128"/>
              </a:rPr>
              <a:t>ensemble</a:t>
            </a:r>
            <a:r>
              <a:rPr lang="ja-JP" altLang="en-US" sz="3200" dirty="0">
                <a:latin typeface="Source Han Sans JP Medium" panose="020B0600070205080204" charset="-128"/>
                <a:ea typeface="Source Han Sans JP Medium" panose="020B0600070205080204" charset="-128"/>
              </a:rPr>
              <a:t>とは限らない</a:t>
            </a:r>
            <a:endParaRPr lang="ja-JP" altLang="ja-JP" sz="3200" dirty="0">
              <a:effectLst/>
              <a:latin typeface="Source Han Sans JP Medium" panose="020B0600070205080204" charset="-128"/>
              <a:ea typeface="Source Han Sans JP Medium" panose="020B0600070205080204" charset="-128"/>
            </a:endParaRPr>
          </a:p>
        </p:txBody>
      </p:sp>
      <p:sp>
        <p:nvSpPr>
          <p:cNvPr id="26" name="TextBox 24">
            <a:extLst>
              <a:ext uri="{FF2B5EF4-FFF2-40B4-BE49-F238E27FC236}">
                <a16:creationId xmlns:a16="http://schemas.microsoft.com/office/drawing/2014/main" id="{E1AC2682-D51D-B253-D53C-AEF43FEB29E6}"/>
              </a:ext>
            </a:extLst>
          </p:cNvPr>
          <p:cNvSpPr txBox="1"/>
          <p:nvPr/>
        </p:nvSpPr>
        <p:spPr>
          <a:xfrm>
            <a:off x="2057400" y="7432197"/>
            <a:ext cx="11107921" cy="1228606"/>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Performance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：精度の低いモデルばかりを選ばない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Diversity</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：既存モデルと異なる予測をするモデルを評価</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mc:AlternateContent xmlns:mc="http://schemas.openxmlformats.org/markup-compatibility/2006">
        <mc:Choice xmlns:a14="http://schemas.microsoft.com/office/drawing/2010/main" Requires="a14">
          <p:sp>
            <p:nvSpPr>
              <p:cNvPr id="38" name="テキスト ボックス 37">
                <a:extLst>
                  <a:ext uri="{FF2B5EF4-FFF2-40B4-BE49-F238E27FC236}">
                    <a16:creationId xmlns:a16="http://schemas.microsoft.com/office/drawing/2014/main" id="{25A0226B-BD5E-D8E9-71A4-2DA70452CB20}"/>
                  </a:ext>
                </a:extLst>
              </p:cNvPr>
              <p:cNvSpPr txBox="1"/>
              <p:nvPr/>
            </p:nvSpPr>
            <p:spPr>
              <a:xfrm>
                <a:off x="4320907" y="3104905"/>
                <a:ext cx="10255885" cy="1493679"/>
              </a:xfrm>
              <a:prstGeom prst="rect">
                <a:avLst/>
              </a:prstGeom>
              <a:noFill/>
            </p:spPr>
            <p:txBody>
              <a:bodyPr wrap="none" lIns="0" tIns="0" rIns="0" bIns="0" rtlCol="0">
                <a:spAutoFit/>
              </a:bodyPr>
              <a:lstStyle/>
              <a:p>
                <a14:m>
                  <m:oMathPara xmlns:m="http://schemas.openxmlformats.org/officeDocument/2006/math">
                    <m:oMath>
                      <m:r>
                        <m:rPr>
                          <m:sty m:val="p"/>
                        </m:rPr>
                        <a:rPr kumimoji="1" lang="ja-JP" altLang="en-US" sz="4000" i="1" smtClean="0">
                          <a:latin typeface="Cambria Math" panose="02040503050406030204" pitchFamily="18" charset="0"/>
                        </a:rPr>
                        <m:t>objective</m:t>
                      </m:r>
                      <m:d>
                        <m:dPr>
                          <m:ctrlPr>
                            <a:rPr kumimoji="1" lang="ja-JP" altLang="en-US" sz="4000" i="1" smtClean="0">
                              <a:latin typeface="Cambria Math" panose="02040503050406030204" pitchFamily="18" charset="0"/>
                            </a:rPr>
                          </m:ctrlPr>
                        </m:dPr>
                        <m:e>
                          <m:r>
                            <a:rPr kumimoji="1" lang="ja-JP" altLang="en-US" sz="4000" i="1" smtClean="0">
                              <a:latin typeface="Cambria Math" panose="02040503050406030204" pitchFamily="18" charset="0"/>
                            </a:rPr>
                            <m:t>𝐾</m:t>
                          </m:r>
                        </m:e>
                      </m:d>
                      <m:r>
                        <a:rPr kumimoji="1" lang="ja-JP" altLang="en-US" sz="4000" i="1" smtClean="0">
                          <a:latin typeface="Cambria Math" panose="02040503050406030204" pitchFamily="18" charset="0"/>
                        </a:rPr>
                        <m:t>=</m:t>
                      </m:r>
                      <m:nary>
                        <m:naryPr>
                          <m:chr m:val="∑"/>
                          <m:limLoc m:val="undOvr"/>
                          <m:supHide m:val="on"/>
                          <m:ctrlPr>
                            <a:rPr kumimoji="1" lang="ja-JP" altLang="en-US" sz="4000" i="1" smtClean="0">
                              <a:latin typeface="Cambria Math" panose="02040503050406030204" pitchFamily="18" charset="0"/>
                            </a:rPr>
                          </m:ctrlPr>
                        </m:naryPr>
                        <m:sub>
                          <m:r>
                            <a:rPr kumimoji="1" lang="ja-JP" altLang="en-US" sz="4000" i="1" smtClean="0">
                              <a:latin typeface="Cambria Math" panose="02040503050406030204" pitchFamily="18" charset="0"/>
                            </a:rPr>
                            <m:t>𝜅</m:t>
                          </m:r>
                          <m:r>
                            <a:rPr kumimoji="1" lang="ja-JP" altLang="en-US" sz="4000" i="1" smtClean="0">
                              <a:latin typeface="Cambria Math" panose="02040503050406030204" pitchFamily="18" charset="0"/>
                            </a:rPr>
                            <m:t>∈</m:t>
                          </m:r>
                          <m:r>
                            <a:rPr kumimoji="1" lang="ja-JP" altLang="en-US" sz="4000" i="1" smtClean="0">
                              <a:latin typeface="Cambria Math" panose="02040503050406030204" pitchFamily="18" charset="0"/>
                            </a:rPr>
                            <m:t>𝐾</m:t>
                          </m:r>
                        </m:sub>
                        <m:sup/>
                        <m:e>
                          <m:r>
                            <a:rPr kumimoji="1" lang="ja-JP" altLang="en-US" sz="4000" i="1" smtClean="0">
                              <a:latin typeface="Cambria Math" panose="02040503050406030204" pitchFamily="18" charset="0"/>
                            </a:rPr>
                            <m:t>𝑈</m:t>
                          </m:r>
                        </m:e>
                      </m:nary>
                      <m:r>
                        <a:rPr kumimoji="1" lang="ja-JP" altLang="en-US" sz="4000" i="1" smtClean="0">
                          <a:latin typeface="Cambria Math" panose="02040503050406030204" pitchFamily="18" charset="0"/>
                        </a:rPr>
                        <m:t>𝐴𝑆</m:t>
                      </m:r>
                      <m:d>
                        <m:dPr>
                          <m:ctrlPr>
                            <a:rPr kumimoji="1" lang="ja-JP" altLang="en-US" sz="4000" i="1" smtClean="0">
                              <a:latin typeface="Cambria Math" panose="02040503050406030204" pitchFamily="18" charset="0"/>
                            </a:rPr>
                          </m:ctrlPr>
                        </m:dPr>
                        <m:e>
                          <m:sSub>
                            <m:sSubPr>
                              <m:ctrlPr>
                                <a:rPr kumimoji="1" lang="ja-JP" altLang="en-US" sz="4000" i="1" smtClean="0">
                                  <a:latin typeface="Cambria Math" panose="02040503050406030204" pitchFamily="18" charset="0"/>
                                </a:rPr>
                              </m:ctrlPr>
                            </m:sSubPr>
                            <m:e>
                              <m:r>
                                <a:rPr kumimoji="1" lang="ja-JP" altLang="en-US" sz="4000" i="1" smtClean="0">
                                  <a:latin typeface="Cambria Math" panose="02040503050406030204" pitchFamily="18" charset="0"/>
                                </a:rPr>
                                <m:t>𝐴</m:t>
                              </m:r>
                            </m:e>
                            <m:sub>
                              <m:r>
                                <a:rPr kumimoji="1" lang="ja-JP" altLang="en-US" sz="4000" i="1" smtClean="0">
                                  <a:latin typeface="Cambria Math" panose="02040503050406030204" pitchFamily="18" charset="0"/>
                                </a:rPr>
                                <m:t>𝜅</m:t>
                              </m:r>
                            </m:sub>
                          </m:sSub>
                          <m:r>
                            <a:rPr kumimoji="1" lang="ja-JP" altLang="en-US" sz="4000" i="1" smtClean="0">
                              <a:latin typeface="Cambria Math" panose="02040503050406030204" pitchFamily="18" charset="0"/>
                            </a:rPr>
                            <m:t>,</m:t>
                          </m:r>
                          <m:sSub>
                            <m:sSubPr>
                              <m:ctrlPr>
                                <a:rPr kumimoji="1" lang="ja-JP" altLang="en-US" sz="4000" i="1" smtClean="0">
                                  <a:latin typeface="Cambria Math" panose="02040503050406030204" pitchFamily="18" charset="0"/>
                                </a:rPr>
                              </m:ctrlPr>
                            </m:sSubPr>
                            <m:e>
                              <m:r>
                                <a:rPr kumimoji="1" lang="ja-JP" altLang="en-US" sz="4000" i="1" smtClean="0">
                                  <a:latin typeface="Cambria Math" panose="02040503050406030204" pitchFamily="18" charset="0"/>
                                </a:rPr>
                                <m:t>𝐴</m:t>
                              </m:r>
                            </m:e>
                            <m:sub>
                              <m:r>
                                <m:rPr>
                                  <m:sty m:val="p"/>
                                </m:rPr>
                                <a:rPr kumimoji="1" lang="ja-JP" altLang="en-US" sz="4000" i="1" smtClean="0">
                                  <a:latin typeface="Cambria Math" panose="02040503050406030204" pitchFamily="18" charset="0"/>
                                </a:rPr>
                                <m:t>gold</m:t>
                              </m:r>
                            </m:sub>
                          </m:sSub>
                        </m:e>
                      </m:d>
                      <m:r>
                        <a:rPr kumimoji="1" lang="ja-JP" altLang="en-US" sz="4000" i="1" smtClean="0">
                          <a:latin typeface="Cambria Math" panose="02040503050406030204" pitchFamily="18" charset="0"/>
                        </a:rPr>
                        <m:t>+</m:t>
                      </m:r>
                      <m:r>
                        <a:rPr kumimoji="1" lang="ja-JP" altLang="en-US" sz="4000" i="1" smtClean="0">
                          <a:latin typeface="Cambria Math" panose="02040503050406030204" pitchFamily="18" charset="0"/>
                        </a:rPr>
                        <m:t>𝛼</m:t>
                      </m:r>
                      <m:r>
                        <a:rPr kumimoji="1" lang="ja-JP" altLang="en-US" sz="4000" i="1" smtClean="0">
                          <a:latin typeface="Cambria Math" panose="02040503050406030204" pitchFamily="18" charset="0"/>
                        </a:rPr>
                        <m:t> </m:t>
                      </m:r>
                      <m:r>
                        <a:rPr kumimoji="1" lang="ja-JP" altLang="en-US" sz="4000" i="1" smtClean="0">
                          <a:latin typeface="Cambria Math" panose="02040503050406030204" pitchFamily="18" charset="0"/>
                        </a:rPr>
                        <m:t>𝑆𝐸</m:t>
                      </m:r>
                      <m:d>
                        <m:dPr>
                          <m:ctrlPr>
                            <a:rPr kumimoji="1" lang="ja-JP" altLang="en-US" sz="4000" i="1" smtClean="0">
                              <a:latin typeface="Cambria Math" panose="02040503050406030204" pitchFamily="18" charset="0"/>
                            </a:rPr>
                          </m:ctrlPr>
                        </m:dPr>
                        <m:e>
                          <m:r>
                            <a:rPr kumimoji="1" lang="ja-JP" altLang="en-US" sz="4000" i="1" smtClean="0">
                              <a:latin typeface="Cambria Math" panose="02040503050406030204" pitchFamily="18" charset="0"/>
                            </a:rPr>
                            <m:t>𝐾</m:t>
                          </m:r>
                        </m:e>
                      </m:d>
                    </m:oMath>
                  </m:oMathPara>
                </a14:m>
                <a:endParaRPr kumimoji="1" lang="ja-JP" altLang="en-US" sz="4000" dirty="0"/>
              </a:p>
            </p:txBody>
          </p:sp>
        </mc:Choice>
        <mc:Fallback>
          <p:sp>
            <p:nvSpPr>
              <p:cNvPr id="38" name="テキスト ボックス 37">
                <a:extLst>
                  <a:ext uri="{FF2B5EF4-FFF2-40B4-BE49-F238E27FC236}">
                    <a16:creationId xmlns:a16="http://schemas.microsoft.com/office/drawing/2014/main" id="{25A0226B-BD5E-D8E9-71A4-2DA70452CB20}"/>
                  </a:ext>
                </a:extLst>
              </p:cNvPr>
              <p:cNvSpPr txBox="1">
                <a:spLocks noRot="1" noChangeAspect="1" noMove="1" noResize="1" noEditPoints="1" noAdjustHandles="1" noChangeArrowheads="1" noChangeShapeType="1" noTextEdit="1"/>
              </p:cNvSpPr>
              <p:nvPr/>
            </p:nvSpPr>
            <p:spPr>
              <a:xfrm>
                <a:off x="4320907" y="3104905"/>
                <a:ext cx="10255885" cy="1493679"/>
              </a:xfrm>
              <a:prstGeom prst="rect">
                <a:avLst/>
              </a:prstGeom>
              <a:blipFill>
                <a:blip r:embed="rId4"/>
                <a:stretch>
                  <a:fillRect/>
                </a:stretch>
              </a:blipFill>
            </p:spPr>
            <p:txBody>
              <a:bodyPr/>
              <a:lstStyle/>
              <a:p>
                <a:r>
                  <a:rPr lang="ja-JP" altLang="en-US">
                    <a:noFill/>
                  </a:rPr>
                  <a:t> </a:t>
                </a:r>
              </a:p>
            </p:txBody>
          </p:sp>
        </mc:Fallback>
      </mc:AlternateContent>
      <p:sp>
        <p:nvSpPr>
          <p:cNvPr id="43" name="Freeform 5">
            <a:extLst>
              <a:ext uri="{FF2B5EF4-FFF2-40B4-BE49-F238E27FC236}">
                <a16:creationId xmlns:a16="http://schemas.microsoft.com/office/drawing/2014/main" id="{D7C03CF0-92BC-FF99-1BAA-5DDFBA1E781C}"/>
              </a:ext>
            </a:extLst>
          </p:cNvPr>
          <p:cNvSpPr/>
          <p:nvPr/>
        </p:nvSpPr>
        <p:spPr>
          <a:xfrm rot="5400000">
            <a:off x="9118591" y="5692528"/>
            <a:ext cx="889118" cy="76199"/>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mc:AlternateContent xmlns:mc="http://schemas.openxmlformats.org/markup-compatibility/2006">
        <mc:Choice xmlns:a14="http://schemas.microsoft.com/office/drawing/2010/main" Requires="a14">
          <p:sp>
            <p:nvSpPr>
              <p:cNvPr id="45" name="TextBox 26">
                <a:extLst>
                  <a:ext uri="{FF2B5EF4-FFF2-40B4-BE49-F238E27FC236}">
                    <a16:creationId xmlns:a16="http://schemas.microsoft.com/office/drawing/2014/main" id="{1B774A21-55F4-BAAB-9C38-9D633433D34C}"/>
                  </a:ext>
                </a:extLst>
              </p:cNvPr>
              <p:cNvSpPr txBox="1"/>
              <p:nvPr/>
            </p:nvSpPr>
            <p:spPr>
              <a:xfrm>
                <a:off x="9982200" y="5419176"/>
                <a:ext cx="5322939" cy="538481"/>
              </a:xfrm>
              <a:prstGeom prst="rect">
                <a:avLst/>
              </a:prstGeom>
            </p:spPr>
            <p:txBody>
              <a:bodyPr wrap="square" lIns="0" tIns="0" rIns="0" bIns="0" rtlCol="0" anchor="t">
                <a:spAutoFit/>
              </a:bodyPr>
              <a:lstStyle/>
              <a:p>
                <a:pPr marL="0" lvl="0" indent="0" algn="l">
                  <a:lnSpc>
                    <a:spcPts val="4480"/>
                  </a:lnSpc>
                  <a:spcBef>
                    <a:spcPct val="0"/>
                  </a:spcBef>
                </a:pPr>
                <a14:m>
                  <m:oMath xmlns:m="http://schemas.openxmlformats.org/officeDocument/2006/math">
                    <m:r>
                      <a:rPr lang="ja-JP" altLang="en-US" sz="3200" b="0" i="1" smtClean="0">
                        <a:latin typeface="Cambria Math" panose="02040503050406030204" pitchFamily="18" charset="0"/>
                        <a:ea typeface="Source Han Sans JP Medium"/>
                        <a:sym typeface="Source Han Sans JP Medium"/>
                      </a:rPr>
                      <m:t>𝛼</m:t>
                    </m:r>
                    <m:r>
                      <a:rPr lang="ja-JP" altLang="en-US" sz="3200" i="1">
                        <a:latin typeface="Cambria Math" panose="02040503050406030204" pitchFamily="18" charset="0"/>
                        <a:ea typeface="Source Han Sans JP Medium"/>
                        <a:sym typeface="Source Han Sans JP Medium"/>
                      </a:rPr>
                      <m:t>：</m:t>
                    </m:r>
                  </m:oMath>
                </a14:m>
                <a:r>
                  <a:rPr lang="ja-JP" altLang="en-US" sz="3200" dirty="0">
                    <a:latin typeface="Source Han Sans JP Medium"/>
                    <a:ea typeface="Source Han Sans JP Medium"/>
                    <a:cs typeface="Source Han Sans JP Medium"/>
                    <a:sym typeface="Source Han Sans JP Medium"/>
                  </a:rPr>
                  <a:t>性能と多様性のバランス</a:t>
                </a:r>
                <a:endParaRPr lang="en-US" altLang="ja-JP" sz="3200" dirty="0">
                  <a:latin typeface="Source Han Sans JP Medium"/>
                  <a:ea typeface="Source Han Sans JP Medium"/>
                  <a:cs typeface="Source Han Sans JP Medium"/>
                  <a:sym typeface="Source Han Sans JP Medium"/>
                </a:endParaRPr>
              </a:p>
            </p:txBody>
          </p:sp>
        </mc:Choice>
        <mc:Fallback>
          <p:sp>
            <p:nvSpPr>
              <p:cNvPr id="45" name="TextBox 26">
                <a:extLst>
                  <a:ext uri="{FF2B5EF4-FFF2-40B4-BE49-F238E27FC236}">
                    <a16:creationId xmlns:a16="http://schemas.microsoft.com/office/drawing/2014/main" id="{1B774A21-55F4-BAAB-9C38-9D633433D34C}"/>
                  </a:ext>
                </a:extLst>
              </p:cNvPr>
              <p:cNvSpPr txBox="1">
                <a:spLocks noRot="1" noChangeAspect="1" noMove="1" noResize="1" noEditPoints="1" noAdjustHandles="1" noChangeArrowheads="1" noChangeShapeType="1" noTextEdit="1"/>
              </p:cNvSpPr>
              <p:nvPr/>
            </p:nvSpPr>
            <p:spPr>
              <a:xfrm>
                <a:off x="9982200" y="5419176"/>
                <a:ext cx="5322939" cy="538481"/>
              </a:xfrm>
              <a:prstGeom prst="rect">
                <a:avLst/>
              </a:prstGeom>
              <a:blipFill>
                <a:blip r:embed="rId5"/>
                <a:stretch>
                  <a:fillRect t="-15909" r="-1145" b="-4431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157502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E3C62-6122-9D01-B657-1EF5B9B27D3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4D4D28B-AB29-3087-02EC-F5B90F1FF55F}"/>
              </a:ext>
            </a:extLst>
          </p:cNvPr>
          <p:cNvSpPr>
            <a:spLocks noGrp="1"/>
          </p:cNvSpPr>
          <p:nvPr>
            <p:ph type="sldNum" sz="quarter" idx="12"/>
          </p:nvPr>
        </p:nvSpPr>
        <p:spPr/>
        <p:txBody>
          <a:bodyPr/>
          <a:lstStyle/>
          <a:p>
            <a:fld id="{B6F15528-21DE-4FAA-801E-634DDDAF4B2B}" type="slidenum">
              <a:rPr lang="en-US" smtClean="0"/>
              <a:pPr/>
              <a:t>15</a:t>
            </a:fld>
            <a:endParaRPr lang="en-US"/>
          </a:p>
        </p:txBody>
      </p:sp>
      <p:grpSp>
        <p:nvGrpSpPr>
          <p:cNvPr id="10" name="グループ化 9">
            <a:extLst>
              <a:ext uri="{FF2B5EF4-FFF2-40B4-BE49-F238E27FC236}">
                <a16:creationId xmlns:a16="http://schemas.microsoft.com/office/drawing/2014/main" id="{16D7DF21-4990-FC28-C22A-A25590AAFC7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00993F9-5721-D03D-0844-AA826C79CED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016966C-3CD5-4B3C-C54A-DCD2392FA57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B3E26DA-B039-3294-9943-F3FF0EF3FC9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902689DE-7A2F-C474-12E2-ED9A9D5B0A3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DD0B980-A2A1-A587-44CD-65E74D1BFB3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ED06F8B5-2CD0-8EC1-6D62-7F0CBD116E3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D1AE0F9C-4AB8-71F7-6A11-6012AF74C51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9F51FE6-1762-1A96-2F21-AB59FCBCCA4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DDC9AE5-4148-2012-A12B-82C4B7C4C70B}"/>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19A1AF5-7427-B3FE-E68D-611AEB004CF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5E5F65BA-C95C-4CF6-7747-52CDE3DF1B4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7E0147C-6944-3FC5-7107-9B14070FFE19}"/>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4CB3FFE-2BA0-C181-112F-C1A6CE02B2A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D26B3F5-F04C-9174-4230-060A8EDFEC7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222FEA0-7FE5-2592-508B-BD925AD37B16}"/>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15</a:t>
            </a:fld>
            <a:endParaRPr lang="en-US" sz="2400" dirty="0"/>
          </a:p>
        </p:txBody>
      </p:sp>
      <p:sp>
        <p:nvSpPr>
          <p:cNvPr id="3" name="TextBox 24">
            <a:extLst>
              <a:ext uri="{FF2B5EF4-FFF2-40B4-BE49-F238E27FC236}">
                <a16:creationId xmlns:a16="http://schemas.microsoft.com/office/drawing/2014/main" id="{11070941-3039-5293-18F9-CF77A1E892A1}"/>
              </a:ext>
            </a:extLst>
          </p:cNvPr>
          <p:cNvSpPr txBox="1"/>
          <p:nvPr/>
        </p:nvSpPr>
        <p:spPr>
          <a:xfrm>
            <a:off x="1806795" y="305043"/>
            <a:ext cx="16046274"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Step4</a:t>
            </a:r>
            <a:r>
              <a:rPr lang="ja-JP" altLang="en-US" sz="4000" dirty="0">
                <a:solidFill>
                  <a:srgbClr val="292B2B"/>
                </a:solidFill>
                <a:latin typeface="Source Han Sans JP Medium"/>
                <a:ea typeface="Source Han Sans JP Medium"/>
                <a:cs typeface="Source Han Sans JP Medium"/>
                <a:sym typeface="Source Han Sans JP Medium"/>
              </a:rPr>
              <a:t>：</a:t>
            </a:r>
            <a:r>
              <a:rPr lang="en-US" altLang="ja-JP" sz="4000" dirty="0">
                <a:solidFill>
                  <a:srgbClr val="292B2B"/>
                </a:solidFill>
                <a:latin typeface="Source Han Sans JP Medium"/>
                <a:ea typeface="Source Han Sans JP Medium"/>
                <a:cs typeface="Source Han Sans JP Medium"/>
                <a:sym typeface="Source Han Sans JP Medium"/>
              </a:rPr>
              <a:t>Forward stepwise selection</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02612CB3-F459-DD98-5A16-E838ABC9BA3B}"/>
              </a:ext>
            </a:extLst>
          </p:cNvPr>
          <p:cNvSpPr txBox="1"/>
          <p:nvPr/>
        </p:nvSpPr>
        <p:spPr>
          <a:xfrm>
            <a:off x="1689612"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評価値が最も高くなるモデルを</a:t>
            </a:r>
            <a:r>
              <a:rPr lang="en-US" altLang="ja-JP" sz="3200" dirty="0">
                <a:latin typeface="Source Han Sans JP Medium"/>
                <a:ea typeface="Source Han Sans JP Medium"/>
                <a:cs typeface="Source Han Sans JP Medium"/>
                <a:sym typeface="Source Han Sans JP Medium"/>
              </a:rPr>
              <a:t>1</a:t>
            </a:r>
            <a:r>
              <a:rPr lang="ja-JP" altLang="en-US" sz="3200" dirty="0">
                <a:latin typeface="Source Han Sans JP Medium"/>
                <a:ea typeface="Source Han Sans JP Medium"/>
                <a:cs typeface="Source Han Sans JP Medium"/>
                <a:sym typeface="Source Han Sans JP Medium"/>
              </a:rPr>
              <a:t>つずつ</a:t>
            </a:r>
            <a:r>
              <a:rPr lang="en-US" altLang="ja-JP" sz="3200" dirty="0">
                <a:latin typeface="Source Han Sans JP Medium"/>
                <a:ea typeface="Source Han Sans JP Medium"/>
                <a:cs typeface="Source Han Sans JP Medium"/>
                <a:sym typeface="Source Han Sans JP Medium"/>
              </a:rPr>
              <a:t>ensemble</a:t>
            </a:r>
            <a:r>
              <a:rPr lang="ja-JP" altLang="en-US" sz="3200" dirty="0">
                <a:latin typeface="Source Han Sans JP Medium"/>
                <a:ea typeface="Source Han Sans JP Medium"/>
                <a:cs typeface="Source Han Sans JP Medium"/>
                <a:sym typeface="Source Han Sans JP Medium"/>
              </a:rPr>
              <a:t>へ追加する</a:t>
            </a:r>
            <a:endParaRPr lang="en-US" altLang="ja-JP" sz="3200" dirty="0">
              <a:latin typeface="Source Han Sans JP Medium"/>
              <a:ea typeface="Source Han Sans JP Medium"/>
              <a:cs typeface="Source Han Sans JP Medium"/>
              <a:sym typeface="Source Han Sans JP Medium"/>
            </a:endParaRPr>
          </a:p>
        </p:txBody>
      </p:sp>
      <mc:AlternateContent xmlns:mc="http://schemas.openxmlformats.org/markup-compatibility/2006">
        <mc:Choice xmlns:a14="http://schemas.microsoft.com/office/drawing/2010/main" Requires="a14">
          <p:sp>
            <p:nvSpPr>
              <p:cNvPr id="33" name="TextBox 24">
                <a:extLst>
                  <a:ext uri="{FF2B5EF4-FFF2-40B4-BE49-F238E27FC236}">
                    <a16:creationId xmlns:a16="http://schemas.microsoft.com/office/drawing/2014/main" id="{83B4280A-B351-87C4-68B6-8C3CD3F92431}"/>
                  </a:ext>
                </a:extLst>
              </p:cNvPr>
              <p:cNvSpPr txBox="1"/>
              <p:nvPr/>
            </p:nvSpPr>
            <p:spPr>
              <a:xfrm>
                <a:off x="2061649" y="8367100"/>
                <a:ext cx="10821870" cy="587405"/>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上記を事前に与えた</a:t>
                </a:r>
                <a14:m>
                  <m:oMath xmlns:m="http://schemas.openxmlformats.org/officeDocument/2006/math">
                    <m:r>
                      <a:rPr lang="en-US" altLang="ja-JP" sz="3200" i="1" dirty="0" smtClean="0">
                        <a:latin typeface="Cambria Math" panose="02040503050406030204" pitchFamily="18" charset="0"/>
                        <a:sym typeface="Source Han Sans JP Medium"/>
                      </a:rPr>
                      <m:t>𝑇</m:t>
                    </m:r>
                  </m:oMath>
                </a14:m>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回繰り返し，合計</a:t>
                </a:r>
                <a14:m>
                  <m:oMath xmlns:m="http://schemas.openxmlformats.org/officeDocument/2006/math">
                    <m:r>
                      <a:rPr lang="en-US" altLang="ja-JP" sz="3200" i="1" dirty="0" smtClean="0">
                        <a:latin typeface="Cambria Math" panose="02040503050406030204" pitchFamily="18" charset="0"/>
                        <a:sym typeface="Source Han Sans JP Medium"/>
                      </a:rPr>
                      <m:t>𝑇</m:t>
                    </m:r>
                  </m:oMath>
                </a14:m>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モデルとなる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p:sp>
            <p:nvSpPr>
              <p:cNvPr id="33" name="TextBox 24">
                <a:extLst>
                  <a:ext uri="{FF2B5EF4-FFF2-40B4-BE49-F238E27FC236}">
                    <a16:creationId xmlns:a16="http://schemas.microsoft.com/office/drawing/2014/main" id="{83B4280A-B351-87C4-68B6-8C3CD3F92431}"/>
                  </a:ext>
                </a:extLst>
              </p:cNvPr>
              <p:cNvSpPr txBox="1">
                <a:spLocks noRot="1" noChangeAspect="1" noMove="1" noResize="1" noEditPoints="1" noAdjustHandles="1" noChangeArrowheads="1" noChangeShapeType="1" noTextEdit="1"/>
              </p:cNvSpPr>
              <p:nvPr/>
            </p:nvSpPr>
            <p:spPr>
              <a:xfrm>
                <a:off x="2061649" y="8367100"/>
                <a:ext cx="10821870" cy="587405"/>
              </a:xfrm>
              <a:prstGeom prst="rect">
                <a:avLst/>
              </a:prstGeom>
              <a:blipFill>
                <a:blip r:embed="rId4"/>
                <a:stretch>
                  <a:fillRect l="-2085" t="-6250" b="-4062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2" name="テキスト ボックス 31">
                <a:extLst>
                  <a:ext uri="{FF2B5EF4-FFF2-40B4-BE49-F238E27FC236}">
                    <a16:creationId xmlns:a16="http://schemas.microsoft.com/office/drawing/2014/main" id="{B70C09E5-7DB2-61C8-D7C8-FB5E3EDAEE40}"/>
                  </a:ext>
                </a:extLst>
              </p:cNvPr>
              <p:cNvSpPr txBox="1"/>
              <p:nvPr/>
            </p:nvSpPr>
            <p:spPr>
              <a:xfrm>
                <a:off x="5770150" y="3994547"/>
                <a:ext cx="7267887" cy="615553"/>
              </a:xfrm>
              <a:prstGeom prst="rect">
                <a:avLst/>
              </a:prstGeom>
              <a:noFill/>
            </p:spPr>
            <p:txBody>
              <a:bodyPr wrap="none" lIns="0" tIns="0" rIns="0" bIns="0" rtlCol="0">
                <a:spAutoFit/>
              </a:bodyPr>
              <a:lstStyle/>
              <a:p>
                <a14:m>
                  <m:oMathPara xmlns:m="http://schemas.openxmlformats.org/officeDocument/2006/math">
                    <m:oMath>
                      <m:r>
                        <a:rPr lang="en-US" altLang="ja-JP" sz="4000" i="1" smtClean="0">
                          <a:latin typeface="Cambria Math" panose="02040503050406030204" pitchFamily="18" charset="0"/>
                        </a:rPr>
                        <m:t>𝜅</m:t>
                      </m:r>
                      <m:r>
                        <a:rPr lang="en-US" altLang="ja-JP" sz="4000" i="0">
                          <a:latin typeface="Cambria Math" panose="02040503050406030204" pitchFamily="18" charset="0"/>
                        </a:rPr>
                        <m:t>1​=</m:t>
                      </m:r>
                      <m:r>
                        <a:rPr lang="en-US" altLang="ja-JP" sz="4000" i="1">
                          <a:latin typeface="Cambria Math" panose="02040503050406030204" pitchFamily="18" charset="0"/>
                        </a:rPr>
                        <m:t>𝑎𝑟𝑔</m:t>
                      </m:r>
                      <m:r>
                        <a:rPr lang="en-US" altLang="ja-JP" sz="4000" i="1">
                          <a:latin typeface="Cambria Math" panose="02040503050406030204" pitchFamily="18" charset="0"/>
                        </a:rPr>
                        <m:t>𝜅</m:t>
                      </m:r>
                      <m:r>
                        <a:rPr lang="en-US" altLang="ja-JP" sz="4000" i="0">
                          <a:latin typeface="Cambria Math" panose="02040503050406030204" pitchFamily="18" charset="0"/>
                        </a:rPr>
                        <m:t>′</m:t>
                      </m:r>
                      <m:r>
                        <a:rPr lang="en-US" altLang="ja-JP" sz="4000" i="1">
                          <a:latin typeface="Cambria Math" panose="02040503050406030204" pitchFamily="18" charset="0"/>
                        </a:rPr>
                        <m:t>𝑚𝑎𝑥</m:t>
                      </m:r>
                      <m:r>
                        <a:rPr lang="en-US" altLang="ja-JP" sz="4000" i="0">
                          <a:latin typeface="Cambria Math" panose="02040503050406030204" pitchFamily="18" charset="0"/>
                        </a:rPr>
                        <m:t>​</m:t>
                      </m:r>
                      <m:r>
                        <a:rPr lang="en-US" altLang="ja-JP" sz="4000" i="1">
                          <a:latin typeface="Cambria Math" panose="02040503050406030204" pitchFamily="18" charset="0"/>
                        </a:rPr>
                        <m:t>𝑈𝐴𝑆</m:t>
                      </m:r>
                      <m:d>
                        <m:dPr>
                          <m:ctrlPr>
                            <a:rPr lang="en-US" altLang="ja-JP" sz="4000" i="1">
                              <a:latin typeface="Cambria Math" panose="02040503050406030204" pitchFamily="18" charset="0"/>
                            </a:rPr>
                          </m:ctrlPr>
                        </m:dPr>
                        <m:e>
                          <m:r>
                            <a:rPr lang="en-US" altLang="ja-JP" sz="4000" i="1">
                              <a:latin typeface="Cambria Math" panose="02040503050406030204" pitchFamily="18" charset="0"/>
                            </a:rPr>
                            <m:t>𝐴</m:t>
                          </m:r>
                          <m:r>
                            <a:rPr lang="en-US" altLang="ja-JP" sz="4000" i="1">
                              <a:latin typeface="Cambria Math" panose="02040503050406030204" pitchFamily="18" charset="0"/>
                            </a:rPr>
                            <m:t>𝜅</m:t>
                          </m:r>
                          <m:r>
                            <a:rPr lang="en-US" altLang="ja-JP" sz="4000" i="0">
                              <a:latin typeface="Cambria Math" panose="02040503050406030204" pitchFamily="18" charset="0"/>
                            </a:rPr>
                            <m:t>′​,</m:t>
                          </m:r>
                          <m:r>
                            <a:rPr lang="en-US" altLang="ja-JP" sz="4000" i="1">
                              <a:latin typeface="Cambria Math" panose="02040503050406030204" pitchFamily="18" charset="0"/>
                            </a:rPr>
                            <m:t>𝐴𝑔𝑜𝑙𝑑</m:t>
                          </m:r>
                          <m:r>
                            <a:rPr lang="en-US" altLang="ja-JP" sz="4000" i="0">
                              <a:latin typeface="Cambria Math" panose="02040503050406030204" pitchFamily="18" charset="0"/>
                            </a:rPr>
                            <m:t>​</m:t>
                          </m:r>
                        </m:e>
                      </m:d>
                    </m:oMath>
                  </m:oMathPara>
                </a14:m>
                <a:endParaRPr kumimoji="1" lang="ja-JP" altLang="en-US" sz="4000" dirty="0"/>
              </a:p>
            </p:txBody>
          </p:sp>
        </mc:Choice>
        <mc:Fallback>
          <p:sp>
            <p:nvSpPr>
              <p:cNvPr id="32" name="テキスト ボックス 31">
                <a:extLst>
                  <a:ext uri="{FF2B5EF4-FFF2-40B4-BE49-F238E27FC236}">
                    <a16:creationId xmlns:a16="http://schemas.microsoft.com/office/drawing/2014/main" id="{B70C09E5-7DB2-61C8-D7C8-FB5E3EDAEE40}"/>
                  </a:ext>
                </a:extLst>
              </p:cNvPr>
              <p:cNvSpPr txBox="1">
                <a:spLocks noRot="1" noChangeAspect="1" noMove="1" noResize="1" noEditPoints="1" noAdjustHandles="1" noChangeArrowheads="1" noChangeShapeType="1" noTextEdit="1"/>
              </p:cNvSpPr>
              <p:nvPr/>
            </p:nvSpPr>
            <p:spPr>
              <a:xfrm>
                <a:off x="5770150" y="3994547"/>
                <a:ext cx="7267887" cy="615553"/>
              </a:xfrm>
              <a:prstGeom prst="rect">
                <a:avLst/>
              </a:prstGeom>
              <a:blipFill>
                <a:blip r:embed="rId5"/>
                <a:stretch>
                  <a:fillRect/>
                </a:stretch>
              </a:blipFill>
            </p:spPr>
            <p:txBody>
              <a:bodyPr/>
              <a:lstStyle/>
              <a:p>
                <a:r>
                  <a:rPr lang="ja-JP" altLang="en-US">
                    <a:noFill/>
                  </a:rPr>
                  <a:t> </a:t>
                </a:r>
              </a:p>
            </p:txBody>
          </p:sp>
        </mc:Fallback>
      </mc:AlternateContent>
      <p:grpSp>
        <p:nvGrpSpPr>
          <p:cNvPr id="34" name="グループ化 33">
            <a:extLst>
              <a:ext uri="{FF2B5EF4-FFF2-40B4-BE49-F238E27FC236}">
                <a16:creationId xmlns:a16="http://schemas.microsoft.com/office/drawing/2014/main" id="{5472797B-C7DB-5CF6-E168-7EAC19204591}"/>
              </a:ext>
            </a:extLst>
          </p:cNvPr>
          <p:cNvGrpSpPr/>
          <p:nvPr/>
        </p:nvGrpSpPr>
        <p:grpSpPr>
          <a:xfrm>
            <a:off x="1706291" y="3047296"/>
            <a:ext cx="16154398" cy="552410"/>
            <a:chOff x="1535809" y="1451163"/>
            <a:chExt cx="8639036" cy="552410"/>
          </a:xfrm>
        </p:grpSpPr>
        <p:sp>
          <p:nvSpPr>
            <p:cNvPr id="35" name="TextBox 26">
              <a:extLst>
                <a:ext uri="{FF2B5EF4-FFF2-40B4-BE49-F238E27FC236}">
                  <a16:creationId xmlns:a16="http://schemas.microsoft.com/office/drawing/2014/main" id="{2414F9E9-571E-3E38-FBF8-39B5D7E03869}"/>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1</a:t>
              </a:r>
              <a:r>
                <a:rPr lang="ja-JP" altLang="en-US" sz="3200" dirty="0">
                  <a:latin typeface="Source Han Sans JP Medium"/>
                  <a:ea typeface="Source Han Sans JP Medium"/>
                  <a:cs typeface="Source Han Sans JP Medium"/>
                  <a:sym typeface="Source Han Sans JP Medium"/>
                </a:rPr>
                <a:t>回目：</a:t>
              </a:r>
              <a:r>
                <a:rPr lang="en-US" altLang="ja-JP" sz="3200" dirty="0">
                  <a:latin typeface="Source Han Sans JP Medium"/>
                  <a:ea typeface="Source Han Sans JP Medium"/>
                  <a:cs typeface="Source Han Sans JP Medium"/>
                  <a:sym typeface="Source Han Sans JP Medium"/>
                </a:rPr>
                <a:t>validation UAS</a:t>
              </a:r>
              <a:r>
                <a:rPr lang="ja-JP" altLang="en-US" sz="3200" dirty="0">
                  <a:latin typeface="Source Han Sans JP Medium"/>
                  <a:ea typeface="Source Han Sans JP Medium"/>
                  <a:cs typeface="Source Han Sans JP Medium"/>
                  <a:sym typeface="Source Han Sans JP Medium"/>
                </a:rPr>
                <a:t>が最も高いモデル</a:t>
              </a:r>
              <a:endParaRPr lang="en-US" altLang="ja-JP" sz="3200" dirty="0">
                <a:latin typeface="Source Han Sans JP Medium"/>
                <a:ea typeface="Source Han Sans JP Medium"/>
                <a:cs typeface="Source Han Sans JP Medium"/>
                <a:sym typeface="Source Han Sans JP Medium"/>
              </a:endParaRPr>
            </a:p>
          </p:txBody>
        </p:sp>
        <p:sp>
          <p:nvSpPr>
            <p:cNvPr id="36" name="Freeform 5">
              <a:extLst>
                <a:ext uri="{FF2B5EF4-FFF2-40B4-BE49-F238E27FC236}">
                  <a16:creationId xmlns:a16="http://schemas.microsoft.com/office/drawing/2014/main" id="{05D4C6F7-8E07-473F-BBBE-55A4B1D02CFD}"/>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37" name="グループ化 36">
            <a:extLst>
              <a:ext uri="{FF2B5EF4-FFF2-40B4-BE49-F238E27FC236}">
                <a16:creationId xmlns:a16="http://schemas.microsoft.com/office/drawing/2014/main" id="{AED58712-1D16-86AB-E08B-11B0A0FE38FF}"/>
              </a:ext>
            </a:extLst>
          </p:cNvPr>
          <p:cNvGrpSpPr/>
          <p:nvPr/>
        </p:nvGrpSpPr>
        <p:grpSpPr>
          <a:xfrm>
            <a:off x="1706291" y="5466603"/>
            <a:ext cx="16154398" cy="552410"/>
            <a:chOff x="1535809" y="1451163"/>
            <a:chExt cx="8639036" cy="552410"/>
          </a:xfrm>
        </p:grpSpPr>
        <p:sp>
          <p:nvSpPr>
            <p:cNvPr id="38" name="TextBox 26">
              <a:extLst>
                <a:ext uri="{FF2B5EF4-FFF2-40B4-BE49-F238E27FC236}">
                  <a16:creationId xmlns:a16="http://schemas.microsoft.com/office/drawing/2014/main" id="{2D148B67-3A04-0E44-A5CB-869BF9F45A0E}"/>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2</a:t>
              </a:r>
              <a:r>
                <a:rPr lang="ja-JP" altLang="en-US" sz="3200" dirty="0">
                  <a:latin typeface="Source Han Sans JP Medium"/>
                  <a:ea typeface="Source Han Sans JP Medium"/>
                  <a:cs typeface="Source Han Sans JP Medium"/>
                  <a:sym typeface="Source Han Sans JP Medium"/>
                </a:rPr>
                <a:t>回目以降：追加後の</a:t>
              </a:r>
              <a:r>
                <a:rPr lang="en-US" altLang="ja-JP" sz="3200" dirty="0">
                  <a:latin typeface="Source Han Sans JP Medium"/>
                  <a:ea typeface="Source Han Sans JP Medium"/>
                  <a:cs typeface="Source Han Sans JP Medium"/>
                  <a:sym typeface="Source Han Sans JP Medium"/>
                </a:rPr>
                <a:t>objective</a:t>
              </a:r>
              <a:r>
                <a:rPr lang="ja-JP" altLang="en-US" sz="3200" dirty="0">
                  <a:latin typeface="Source Han Sans JP Medium"/>
                  <a:ea typeface="Source Han Sans JP Medium"/>
                  <a:cs typeface="Source Han Sans JP Medium"/>
                  <a:sym typeface="Source Han Sans JP Medium"/>
                </a:rPr>
                <a:t>が最大となるモデル</a:t>
              </a:r>
              <a:endParaRPr lang="en-US" altLang="ja-JP" sz="3200" dirty="0">
                <a:latin typeface="Source Han Sans JP Medium"/>
                <a:ea typeface="Source Han Sans JP Medium"/>
                <a:cs typeface="Source Han Sans JP Medium"/>
                <a:sym typeface="Source Han Sans JP Medium"/>
              </a:endParaRPr>
            </a:p>
          </p:txBody>
        </p:sp>
        <p:sp>
          <p:nvSpPr>
            <p:cNvPr id="39" name="Freeform 5">
              <a:extLst>
                <a:ext uri="{FF2B5EF4-FFF2-40B4-BE49-F238E27FC236}">
                  <a16:creationId xmlns:a16="http://schemas.microsoft.com/office/drawing/2014/main" id="{38BFD780-6974-D549-AA74-B0DF2E28BABD}"/>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mc:AlternateContent xmlns:mc="http://schemas.openxmlformats.org/markup-compatibility/2006">
        <mc:Choice xmlns:a14="http://schemas.microsoft.com/office/drawing/2010/main" Requires="a14">
          <p:sp>
            <p:nvSpPr>
              <p:cNvPr id="40" name="テキスト ボックス 39">
                <a:extLst>
                  <a:ext uri="{FF2B5EF4-FFF2-40B4-BE49-F238E27FC236}">
                    <a16:creationId xmlns:a16="http://schemas.microsoft.com/office/drawing/2014/main" id="{84E57A0C-D436-0878-924C-FEFE6AD3513A}"/>
                  </a:ext>
                </a:extLst>
              </p:cNvPr>
              <p:cNvSpPr txBox="1"/>
              <p:nvPr/>
            </p:nvSpPr>
            <p:spPr>
              <a:xfrm>
                <a:off x="4885077" y="6509147"/>
                <a:ext cx="8517845" cy="615553"/>
              </a:xfrm>
              <a:prstGeom prst="rect">
                <a:avLst/>
              </a:prstGeom>
              <a:noFill/>
            </p:spPr>
            <p:txBody>
              <a:bodyPr wrap="none" lIns="0" tIns="0" rIns="0" bIns="0" rtlCol="0">
                <a:spAutoFit/>
              </a:bodyPr>
              <a:lstStyle/>
              <a:p>
                <a14:m>
                  <m:oMathPara xmlns:m="http://schemas.openxmlformats.org/officeDocument/2006/math">
                    <m:oMath>
                      <m:r>
                        <a:rPr lang="en-US" altLang="ja-JP" sz="4000" i="1" smtClean="0">
                          <a:latin typeface="Cambria Math" panose="02040503050406030204" pitchFamily="18" charset="0"/>
                        </a:rPr>
                        <m:t>𝜅</m:t>
                      </m:r>
                      <m:r>
                        <a:rPr lang="en-US" altLang="ja-JP" sz="4000" i="1" smtClean="0">
                          <a:latin typeface="Cambria Math" panose="02040503050406030204" pitchFamily="18" charset="0"/>
                        </a:rPr>
                        <m:t>𝑡</m:t>
                      </m:r>
                      <m:r>
                        <a:rPr lang="en-US" altLang="ja-JP" sz="4000" i="0">
                          <a:latin typeface="Cambria Math" panose="02040503050406030204" pitchFamily="18" charset="0"/>
                        </a:rPr>
                        <m:t>​=</m:t>
                      </m:r>
                      <m:r>
                        <a:rPr lang="en-US" altLang="ja-JP" sz="4000" i="1">
                          <a:latin typeface="Cambria Math" panose="02040503050406030204" pitchFamily="18" charset="0"/>
                        </a:rPr>
                        <m:t>𝑎𝑟𝑔</m:t>
                      </m:r>
                      <m:r>
                        <a:rPr lang="en-US" altLang="ja-JP" sz="4000" i="1">
                          <a:latin typeface="Cambria Math" panose="02040503050406030204" pitchFamily="18" charset="0"/>
                        </a:rPr>
                        <m:t>𝜅</m:t>
                      </m:r>
                      <m:r>
                        <a:rPr lang="en-US" altLang="ja-JP" sz="4000" i="0">
                          <a:latin typeface="Cambria Math" panose="02040503050406030204" pitchFamily="18" charset="0"/>
                        </a:rPr>
                        <m:t>′</m:t>
                      </m:r>
                      <m:r>
                        <a:rPr lang="en-US" altLang="ja-JP" sz="4000" i="1">
                          <a:latin typeface="Cambria Math" panose="02040503050406030204" pitchFamily="18" charset="0"/>
                        </a:rPr>
                        <m:t>𝑚𝑎𝑥</m:t>
                      </m:r>
                      <m:r>
                        <a:rPr lang="en-US" altLang="ja-JP" sz="4000" i="0">
                          <a:latin typeface="Cambria Math" panose="02040503050406030204" pitchFamily="18" charset="0"/>
                        </a:rPr>
                        <m:t>​</m:t>
                      </m:r>
                      <m:r>
                        <a:rPr lang="en-US" altLang="ja-JP" sz="4000" i="1">
                          <a:latin typeface="Cambria Math" panose="02040503050406030204" pitchFamily="18" charset="0"/>
                        </a:rPr>
                        <m:t>𝑜𝑏𝑗𝑒𝑐𝑡𝑖𝑣𝑒</m:t>
                      </m:r>
                      <m:d>
                        <m:dPr>
                          <m:ctrlPr>
                            <a:rPr lang="en-US" altLang="ja-JP" sz="4000" i="1">
                              <a:latin typeface="Cambria Math" panose="02040503050406030204" pitchFamily="18" charset="0"/>
                            </a:rPr>
                          </m:ctrlPr>
                        </m:dPr>
                        <m:e>
                          <m:r>
                            <a:rPr lang="en-US" altLang="ja-JP" sz="4000" i="1">
                              <a:latin typeface="Cambria Math" panose="02040503050406030204" pitchFamily="18" charset="0"/>
                            </a:rPr>
                            <m:t>𝐾𝑡</m:t>
                          </m:r>
                          <m:r>
                            <a:rPr lang="en-US" altLang="ja-JP" sz="4000" i="0">
                              <a:latin typeface="Cambria Math" panose="02040503050406030204" pitchFamily="18" charset="0"/>
                            </a:rPr>
                            <m:t>−1​∪</m:t>
                          </m:r>
                          <m:r>
                            <a:rPr lang="en-US" altLang="ja-JP" sz="4000" i="1">
                              <a:latin typeface="Cambria Math" panose="02040503050406030204" pitchFamily="18" charset="0"/>
                            </a:rPr>
                            <m:t>𝜅</m:t>
                          </m:r>
                          <m:r>
                            <a:rPr lang="en-US" altLang="ja-JP" sz="4000" i="0">
                              <a:latin typeface="Cambria Math" panose="02040503050406030204" pitchFamily="18" charset="0"/>
                            </a:rPr>
                            <m:t>′</m:t>
                          </m:r>
                        </m:e>
                      </m:d>
                    </m:oMath>
                  </m:oMathPara>
                </a14:m>
                <a:endParaRPr kumimoji="1" lang="ja-JP" altLang="en-US" sz="4000" dirty="0"/>
              </a:p>
            </p:txBody>
          </p:sp>
        </mc:Choice>
        <mc:Fallback>
          <p:sp>
            <p:nvSpPr>
              <p:cNvPr id="40" name="テキスト ボックス 39">
                <a:extLst>
                  <a:ext uri="{FF2B5EF4-FFF2-40B4-BE49-F238E27FC236}">
                    <a16:creationId xmlns:a16="http://schemas.microsoft.com/office/drawing/2014/main" id="{84E57A0C-D436-0878-924C-FEFE6AD3513A}"/>
                  </a:ext>
                </a:extLst>
              </p:cNvPr>
              <p:cNvSpPr txBox="1">
                <a:spLocks noRot="1" noChangeAspect="1" noMove="1" noResize="1" noEditPoints="1" noAdjustHandles="1" noChangeArrowheads="1" noChangeShapeType="1" noTextEdit="1"/>
              </p:cNvSpPr>
              <p:nvPr/>
            </p:nvSpPr>
            <p:spPr>
              <a:xfrm>
                <a:off x="4885077" y="6509147"/>
                <a:ext cx="8517845" cy="615553"/>
              </a:xfrm>
              <a:prstGeom prst="rect">
                <a:avLst/>
              </a:prstGeom>
              <a:blipFill>
                <a:blip r:embed="rId6"/>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9880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449A-54B4-7F02-643E-F639BC3DAD7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E74157C-3209-8C89-2818-EA29341DF71D}"/>
              </a:ext>
            </a:extLst>
          </p:cNvPr>
          <p:cNvSpPr>
            <a:spLocks noGrp="1"/>
          </p:cNvSpPr>
          <p:nvPr>
            <p:ph type="sldNum" sz="quarter" idx="12"/>
          </p:nvPr>
        </p:nvSpPr>
        <p:spPr/>
        <p:txBody>
          <a:bodyPr/>
          <a:lstStyle/>
          <a:p>
            <a:fld id="{B6F15528-21DE-4FAA-801E-634DDDAF4B2B}" type="slidenum">
              <a:rPr lang="en-US" smtClean="0"/>
              <a:pPr/>
              <a:t>16</a:t>
            </a:fld>
            <a:endParaRPr lang="en-US"/>
          </a:p>
        </p:txBody>
      </p:sp>
      <p:grpSp>
        <p:nvGrpSpPr>
          <p:cNvPr id="10" name="グループ化 9">
            <a:extLst>
              <a:ext uri="{FF2B5EF4-FFF2-40B4-BE49-F238E27FC236}">
                <a16:creationId xmlns:a16="http://schemas.microsoft.com/office/drawing/2014/main" id="{3A9AF2B3-B8D6-40DD-6EA0-EA12D9042CC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BCA74FD-F0A0-1690-0373-76D72207233E}"/>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CA1B7237-CF7E-D5A4-DFF1-C4EB29F4CD9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C987468D-2DD2-D12A-C52E-056CBCA0F82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AC16311E-49E2-B839-9AF7-1B90BC6F4E3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93B5969-F4B1-DF36-EF55-AFEC4663D70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BFC91E60-6E70-2F8E-EAA2-F4B8B6D5F34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BF3D5F1-475A-40BE-F5C7-0EE2FD0552B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7FFDC20-D5BA-2FFA-C5E3-88321DDC995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8A3CBD6F-B0A7-35ED-BC41-4A370E54BEE9}"/>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3DE2C6B-B0DB-B748-D4B3-C74F2998C77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378CAB9F-9DDA-BA82-963D-D79799539F7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E9174D01-1F82-4FBF-045D-74AD90D1F5AC}"/>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A5FB53AB-61F3-99F9-D9D9-5F006FEABC3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D0497A1-1D45-50B8-ADC5-BAF67A4D8C0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E4CDFCBD-BB1C-EC18-595F-1FB7BEC6A38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16</a:t>
            </a:fld>
            <a:endParaRPr lang="en-US" sz="2400" dirty="0"/>
          </a:p>
        </p:txBody>
      </p:sp>
      <p:sp>
        <p:nvSpPr>
          <p:cNvPr id="3" name="TextBox 24">
            <a:extLst>
              <a:ext uri="{FF2B5EF4-FFF2-40B4-BE49-F238E27FC236}">
                <a16:creationId xmlns:a16="http://schemas.microsoft.com/office/drawing/2014/main" id="{DE79D568-0685-D28B-61E7-804F385AEFC9}"/>
              </a:ext>
            </a:extLst>
          </p:cNvPr>
          <p:cNvSpPr txBox="1"/>
          <p:nvPr/>
        </p:nvSpPr>
        <p:spPr>
          <a:xfrm>
            <a:off x="1806795" y="305043"/>
            <a:ext cx="16046274"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手法の具体例</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7884B9C6-1629-69D1-6EAF-8141B2CE9E30}"/>
              </a:ext>
            </a:extLst>
          </p:cNvPr>
          <p:cNvSpPr txBox="1"/>
          <p:nvPr/>
        </p:nvSpPr>
        <p:spPr>
          <a:xfrm>
            <a:off x="1689612"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単体性能が低いモデルでも，誤り方が異なれば</a:t>
            </a:r>
            <a:r>
              <a:rPr lang="en-US" altLang="ja-JP" sz="3200" dirty="0">
                <a:latin typeface="Source Han Sans JP Medium"/>
                <a:ea typeface="Source Han Sans JP Medium"/>
                <a:cs typeface="Source Han Sans JP Medium"/>
                <a:sym typeface="Source Han Sans JP Medium"/>
              </a:rPr>
              <a:t>ensemble</a:t>
            </a:r>
            <a:r>
              <a:rPr lang="ja-JP" altLang="en-US" sz="3200" dirty="0">
                <a:latin typeface="Source Han Sans JP Medium"/>
                <a:ea typeface="Source Han Sans JP Medium"/>
                <a:cs typeface="Source Han Sans JP Medium"/>
                <a:sym typeface="Source Han Sans JP Medium"/>
              </a:rPr>
              <a:t>では有効になる</a:t>
            </a:r>
            <a:endParaRPr lang="en-US" altLang="ja-JP" sz="3200" dirty="0">
              <a:latin typeface="Source Han Sans JP Medium"/>
              <a:ea typeface="Source Han Sans JP Medium"/>
              <a:cs typeface="Source Han Sans JP Medium"/>
              <a:sym typeface="Source Han Sans JP Medium"/>
            </a:endParaRPr>
          </a:p>
        </p:txBody>
      </p:sp>
      <p:sp>
        <p:nvSpPr>
          <p:cNvPr id="33" name="TextBox 24">
            <a:extLst>
              <a:ext uri="{FF2B5EF4-FFF2-40B4-BE49-F238E27FC236}">
                <a16:creationId xmlns:a16="http://schemas.microsoft.com/office/drawing/2014/main" id="{9E3F5A44-5919-3B12-D4FF-406A23A036BE}"/>
              </a:ext>
            </a:extLst>
          </p:cNvPr>
          <p:cNvSpPr txBox="1"/>
          <p:nvPr/>
        </p:nvSpPr>
        <p:spPr>
          <a:xfrm>
            <a:off x="11280115" y="3848100"/>
            <a:ext cx="6553198" cy="2954655"/>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Baseline：L-NDMV₂</a:t>
            </a:r>
            <a:endParaRPr lang="en-US" altLang="ja-JP" sz="3200" dirty="0">
              <a:latin typeface="Source Han Sans JP Medium" panose="020B0600070205080204" charset="-128"/>
              <a:ea typeface="Source Han Sans JP Medium" panose="020B0600070205080204" charset="-128"/>
            </a:endParaRPr>
          </a:p>
          <a:p>
            <a:pPr lvl="1">
              <a:buClr>
                <a:srgbClr val="76AEAD"/>
              </a:buClr>
            </a:pPr>
            <a:r>
              <a:rPr lang="ja-JP" altLang="ja-JP" sz="3200" dirty="0">
                <a:latin typeface="Source Han Sans JP Medium" panose="020B0600070205080204" charset="-128"/>
                <a:ea typeface="Source Han Sans JP Medium" panose="020B0600070205080204" charset="-128"/>
              </a:rPr>
              <a:t>単体性能は高いが，L-NDMV₁と同じ誤り</a:t>
            </a: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Proposed：NE-DMV</a:t>
            </a:r>
            <a:endParaRPr lang="en-US" altLang="ja-JP" sz="3200" dirty="0">
              <a:latin typeface="Source Han Sans JP Medium" panose="020B0600070205080204" charset="-128"/>
              <a:ea typeface="Source Han Sans JP Medium" panose="020B0600070205080204" charset="-128"/>
            </a:endParaRPr>
          </a:p>
          <a:p>
            <a:pPr lvl="1">
              <a:buClr>
                <a:srgbClr val="76AEAD"/>
              </a:buClr>
            </a:pPr>
            <a:r>
              <a:rPr lang="ja-JP" altLang="ja-JP" sz="3200" dirty="0">
                <a:latin typeface="Source Han Sans JP Medium" panose="020B0600070205080204" charset="-128"/>
                <a:ea typeface="Source Han Sans JP Medium" panose="020B0600070205080204" charset="-128"/>
              </a:rPr>
              <a:t>単体性能は低いが，異なる誤りを持つ</a:t>
            </a:r>
          </a:p>
        </p:txBody>
      </p:sp>
      <p:pic>
        <p:nvPicPr>
          <p:cNvPr id="30" name="図 29">
            <a:extLst>
              <a:ext uri="{FF2B5EF4-FFF2-40B4-BE49-F238E27FC236}">
                <a16:creationId xmlns:a16="http://schemas.microsoft.com/office/drawing/2014/main" id="{AE21DEC9-1F11-7518-6E36-62889208FDF7}"/>
              </a:ext>
            </a:extLst>
          </p:cNvPr>
          <p:cNvPicPr>
            <a:picLocks noChangeAspect="1"/>
          </p:cNvPicPr>
          <p:nvPr/>
        </p:nvPicPr>
        <p:blipFill>
          <a:blip r:embed="rId4"/>
          <a:stretch>
            <a:fillRect/>
          </a:stretch>
        </p:blipFill>
        <p:spPr>
          <a:xfrm>
            <a:off x="1243172" y="3543300"/>
            <a:ext cx="9569849" cy="4815402"/>
          </a:xfrm>
          <a:prstGeom prst="rect">
            <a:avLst/>
          </a:prstGeom>
        </p:spPr>
      </p:pic>
      <p:sp>
        <p:nvSpPr>
          <p:cNvPr id="35" name="矢印: 下 34">
            <a:extLst>
              <a:ext uri="{FF2B5EF4-FFF2-40B4-BE49-F238E27FC236}">
                <a16:creationId xmlns:a16="http://schemas.microsoft.com/office/drawing/2014/main" id="{FEEA9963-AFDC-F5B7-BAC7-1C5C546FA3E7}"/>
              </a:ext>
            </a:extLst>
          </p:cNvPr>
          <p:cNvSpPr/>
          <p:nvPr/>
        </p:nvSpPr>
        <p:spPr>
          <a:xfrm>
            <a:off x="14115527" y="6981331"/>
            <a:ext cx="882374" cy="6858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TextBox 24">
            <a:extLst>
              <a:ext uri="{FF2B5EF4-FFF2-40B4-BE49-F238E27FC236}">
                <a16:creationId xmlns:a16="http://schemas.microsoft.com/office/drawing/2014/main" id="{BC1B4184-77F3-FD5F-F31E-AECB2F29E356}"/>
              </a:ext>
            </a:extLst>
          </p:cNvPr>
          <p:cNvSpPr txBox="1"/>
          <p:nvPr/>
        </p:nvSpPr>
        <p:spPr>
          <a:xfrm>
            <a:off x="12396890" y="7989136"/>
            <a:ext cx="4724399" cy="1228606"/>
          </a:xfrm>
          <a:prstGeom prst="rect">
            <a:avLst/>
          </a:prstGeom>
        </p:spPr>
        <p:txBody>
          <a:bodyPr wrap="square" lIns="0" tIns="0" rIns="0" bIns="0" rtlCol="0" anchor="t">
            <a:spAutoFit/>
          </a:bodyPr>
          <a:lstStyle/>
          <a:p>
            <a:pPr algn="l">
              <a:lnSpc>
                <a:spcPts val="5000"/>
              </a:lnSpc>
              <a:spcBef>
                <a:spcPct val="0"/>
              </a:spcBef>
              <a:buClr>
                <a:srgbClr val="64A4A3"/>
              </a:buClr>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Ensemble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では提案法が正しい</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head</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を復元</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3934278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47D00-CF30-7C4D-93DF-04A42DAA545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D3DB1D6-3F66-FE97-47B3-EB0774EFC503}"/>
              </a:ext>
            </a:extLst>
          </p:cNvPr>
          <p:cNvSpPr>
            <a:spLocks noGrp="1"/>
          </p:cNvSpPr>
          <p:nvPr>
            <p:ph type="sldNum" sz="quarter" idx="12"/>
          </p:nvPr>
        </p:nvSpPr>
        <p:spPr/>
        <p:txBody>
          <a:bodyPr/>
          <a:lstStyle/>
          <a:p>
            <a:fld id="{B6F15528-21DE-4FAA-801E-634DDDAF4B2B}" type="slidenum">
              <a:rPr lang="en-US" smtClean="0"/>
              <a:pPr/>
              <a:t>17</a:t>
            </a:fld>
            <a:endParaRPr lang="en-US"/>
          </a:p>
        </p:txBody>
      </p:sp>
      <p:grpSp>
        <p:nvGrpSpPr>
          <p:cNvPr id="10" name="グループ化 9">
            <a:extLst>
              <a:ext uri="{FF2B5EF4-FFF2-40B4-BE49-F238E27FC236}">
                <a16:creationId xmlns:a16="http://schemas.microsoft.com/office/drawing/2014/main" id="{9C4D3DA8-3B16-EF77-9AAD-8960F40264A6}"/>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9768B23-7BFF-A71D-1EB1-A58013CC765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08F20DAD-011C-1A3E-4551-C73BDF20154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8C6E67A-5C02-FBF2-659B-AE4893132A8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FD803218-B78B-E18F-CABF-85E3F52F191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5D6DF33-A5CD-6E3F-2C35-2D069EA269AA}"/>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F3E74A9-C011-BE71-FB5A-E291AD9D31D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145A0A4-BF0C-DB7B-38CE-7B5C013576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09898D5-54DC-F81C-7283-8FFAAE3E6A1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1D7E06A9-051A-69BA-3496-339764B6F07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FA8465D1-2D4A-86C2-CBF3-A19561F85F4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F2EC8E3C-DDCA-56BC-95A2-35AE202B13D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4D8252B0-84B9-1596-BDD1-712F5EF97898}"/>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BEEAAEC-D5F2-1B10-9CFE-295D3E1A805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D3B815B-5CF9-958F-CD95-785DA52F84B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887C6D1D-7A44-F6B9-537D-05828AB1B3D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17</a:t>
            </a:fld>
            <a:endParaRPr lang="en-US" sz="2400" dirty="0"/>
          </a:p>
        </p:txBody>
      </p:sp>
      <p:sp>
        <p:nvSpPr>
          <p:cNvPr id="3" name="TextBox 24">
            <a:extLst>
              <a:ext uri="{FF2B5EF4-FFF2-40B4-BE49-F238E27FC236}">
                <a16:creationId xmlns:a16="http://schemas.microsoft.com/office/drawing/2014/main" id="{19A5203F-CD87-6AB6-2182-3432D038FD6C}"/>
              </a:ext>
            </a:extLst>
          </p:cNvPr>
          <p:cNvSpPr txBox="1"/>
          <p:nvPr/>
        </p:nvSpPr>
        <p:spPr>
          <a:xfrm>
            <a:off x="1806795" y="305043"/>
            <a:ext cx="16046274" cy="700576"/>
          </a:xfrm>
          <a:prstGeom prst="rect">
            <a:avLst/>
          </a:prstGeom>
        </p:spPr>
        <p:txBody>
          <a:bodyPr wrap="square" lIns="0" tIns="0" rIns="0" bIns="0" rtlCol="0" anchor="t">
            <a:spAutoFit/>
          </a:bodyPr>
          <a:lstStyle/>
          <a:p>
            <a:pPr algn="l">
              <a:lnSpc>
                <a:spcPts val="5880"/>
              </a:lnSpc>
              <a:spcBef>
                <a:spcPct val="0"/>
              </a:spcBef>
            </a:pPr>
            <a:r>
              <a:rPr lang="en-US" altLang="ja-JP" sz="4000" dirty="0">
                <a:solidFill>
                  <a:srgbClr val="292B2B"/>
                </a:solidFill>
                <a:latin typeface="Source Han Sans JP Medium"/>
                <a:ea typeface="Source Han Sans JP Medium"/>
                <a:cs typeface="Source Han Sans JP Medium"/>
                <a:sym typeface="Source Han Sans JP Medium"/>
              </a:rPr>
              <a:t>Ensemble selection</a:t>
            </a:r>
            <a:r>
              <a:rPr lang="ja-JP" altLang="en-US" sz="4000" dirty="0">
                <a:solidFill>
                  <a:srgbClr val="292B2B"/>
                </a:solidFill>
                <a:latin typeface="Source Han Sans JP Medium"/>
                <a:ea typeface="Source Han Sans JP Medium"/>
                <a:cs typeface="Source Han Sans JP Medium"/>
                <a:sym typeface="Source Han Sans JP Medium"/>
              </a:rPr>
              <a:t>手法の比較</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33" name="TextBox 24">
            <a:extLst>
              <a:ext uri="{FF2B5EF4-FFF2-40B4-BE49-F238E27FC236}">
                <a16:creationId xmlns:a16="http://schemas.microsoft.com/office/drawing/2014/main" id="{3DF734B6-79B7-9676-F377-8CD6F0D83A55}"/>
              </a:ext>
            </a:extLst>
          </p:cNvPr>
          <p:cNvSpPr txBox="1"/>
          <p:nvPr/>
        </p:nvSpPr>
        <p:spPr>
          <a:xfrm>
            <a:off x="1806795" y="8030141"/>
            <a:ext cx="15455387" cy="1228606"/>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提案法の狙い：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5000"/>
              </a:lnSpc>
              <a:spcBef>
                <a:spcPct val="0"/>
              </a:spcBef>
              <a:buClr>
                <a:srgbClr val="64A4A3"/>
              </a:buClr>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Ensemble validation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に近い選択性能を，より少ない計算で得る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graphicFrame>
        <p:nvGraphicFramePr>
          <p:cNvPr id="30" name="表 29">
            <a:extLst>
              <a:ext uri="{FF2B5EF4-FFF2-40B4-BE49-F238E27FC236}">
                <a16:creationId xmlns:a16="http://schemas.microsoft.com/office/drawing/2014/main" id="{8AC8FF7A-3DC9-D937-23E0-7547DE27A0B4}"/>
              </a:ext>
            </a:extLst>
          </p:cNvPr>
          <p:cNvGraphicFramePr>
            <a:graphicFrameLocks noGrp="1"/>
          </p:cNvGraphicFramePr>
          <p:nvPr>
            <p:extLst>
              <p:ext uri="{D42A27DB-BD31-4B8C-83A1-F6EECF244321}">
                <p14:modId xmlns:p14="http://schemas.microsoft.com/office/powerpoint/2010/main" val="2589298258"/>
              </p:ext>
            </p:extLst>
          </p:nvPr>
        </p:nvGraphicFramePr>
        <p:xfrm>
          <a:off x="2514605" y="1909581"/>
          <a:ext cx="13778977" cy="5405944"/>
        </p:xfrm>
        <a:graphic>
          <a:graphicData uri="http://schemas.openxmlformats.org/drawingml/2006/table">
            <a:tbl>
              <a:tblPr firstRow="1" bandRow="1">
                <a:tableStyleId>{5940675A-B579-460E-94D1-54222C63F5DA}</a:tableStyleId>
              </a:tblPr>
              <a:tblGrid>
                <a:gridCol w="5121605">
                  <a:extLst>
                    <a:ext uri="{9D8B030D-6E8A-4147-A177-3AD203B41FA5}">
                      <a16:colId xmlns:a16="http://schemas.microsoft.com/office/drawing/2014/main" val="3953687446"/>
                    </a:ext>
                  </a:extLst>
                </a:gridCol>
                <a:gridCol w="8657372">
                  <a:extLst>
                    <a:ext uri="{9D8B030D-6E8A-4147-A177-3AD203B41FA5}">
                      <a16:colId xmlns:a16="http://schemas.microsoft.com/office/drawing/2014/main" val="3910396634"/>
                    </a:ext>
                  </a:extLst>
                </a:gridCol>
              </a:tblGrid>
              <a:tr h="777226">
                <a:tc>
                  <a:txBody>
                    <a:bodyPr/>
                    <a:lstStyle/>
                    <a:p>
                      <a:pPr algn="ctr"/>
                      <a:r>
                        <a:rPr kumimoji="1" lang="en-US" altLang="ja-JP" sz="3200" b="1" dirty="0">
                          <a:solidFill>
                            <a:schemeClr val="bg1"/>
                          </a:solidFill>
                          <a:latin typeface="Source Han Sans JP Medium" panose="020B0600070205080204" charset="-128"/>
                          <a:ea typeface="Source Han Sans JP Medium" panose="020B0600070205080204" charset="-128"/>
                        </a:rPr>
                        <a:t>selection</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ja-JP" altLang="en-US" sz="3200" b="1" dirty="0">
                          <a:solidFill>
                            <a:schemeClr val="bg1"/>
                          </a:solidFill>
                          <a:latin typeface="Source Han Sans JP Medium" panose="020B0600070205080204" charset="-128"/>
                          <a:ea typeface="Source Han Sans JP Medium" panose="020B0600070205080204" charset="-128"/>
                        </a:rPr>
                        <a:t>何を見るか</a:t>
                      </a:r>
                      <a:endParaRPr kumimoji="1" lang="en-US" altLang="ja-JP"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extLst>
                  <a:ext uri="{0D108BD9-81ED-4DB2-BD59-A6C34878D82A}">
                    <a16:rowId xmlns:a16="http://schemas.microsoft.com/office/drawing/2014/main" val="1820924179"/>
                  </a:ext>
                </a:extLst>
              </a:tr>
              <a:tr h="11602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w/o diversity</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モデル単体の</a:t>
                      </a:r>
                      <a:r>
                        <a:rPr kumimoji="1" lang="en-US" altLang="ja-JP" sz="3200" b="1" dirty="0">
                          <a:solidFill>
                            <a:schemeClr val="bg1"/>
                          </a:solidFill>
                          <a:latin typeface="Source Han Sans JP Medium" panose="020B0600070205080204" charset="-128"/>
                          <a:ea typeface="Source Han Sans JP Medium" panose="020B0600070205080204" charset="-128"/>
                        </a:rPr>
                        <a:t>UAS</a:t>
                      </a:r>
                      <a:r>
                        <a:rPr kumimoji="1" lang="ja-JP" altLang="en-US" sz="3200" b="1" dirty="0">
                          <a:solidFill>
                            <a:schemeClr val="bg1"/>
                          </a:solidFill>
                          <a:latin typeface="Source Han Sans JP Medium" panose="020B0600070205080204" charset="-128"/>
                          <a:ea typeface="Source Han Sans JP Medium" panose="020B0600070205080204" charset="-128"/>
                        </a:rPr>
                        <a:t>のみ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3966436297"/>
                  </a:ext>
                </a:extLst>
              </a:tr>
              <a:tr h="115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err="1">
                          <a:solidFill>
                            <a:schemeClr val="bg1"/>
                          </a:solidFill>
                          <a:latin typeface="Source Han Sans JP Medium" panose="020B0600070205080204" charset="-128"/>
                          <a:ea typeface="Source Han Sans JP Medium" panose="020B0600070205080204" charset="-128"/>
                        </a:rPr>
                        <a:t>Kuncheva’s</a:t>
                      </a:r>
                      <a:r>
                        <a:rPr kumimoji="1" lang="en-US" altLang="ja-JP" sz="3200" b="1" dirty="0">
                          <a:solidFill>
                            <a:schemeClr val="bg1"/>
                          </a:solidFill>
                          <a:latin typeface="Source Han Sans JP Medium" panose="020B0600070205080204" charset="-128"/>
                          <a:ea typeface="Source Han Sans JP Medium" panose="020B0600070205080204" charset="-128"/>
                        </a:rPr>
                        <a:t> diversity</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正解</a:t>
                      </a:r>
                      <a:r>
                        <a:rPr kumimoji="1" lang="en-US" altLang="ja-JP" sz="3200" b="1" dirty="0">
                          <a:solidFill>
                            <a:schemeClr val="bg1"/>
                          </a:solidFill>
                          <a:latin typeface="Source Han Sans JP Medium" panose="020B0600070205080204" charset="-128"/>
                          <a:ea typeface="Source Han Sans JP Medium" panose="020B0600070205080204" charset="-128"/>
                        </a:rPr>
                        <a:t>/</a:t>
                      </a:r>
                      <a:r>
                        <a:rPr kumimoji="1" lang="ja-JP" altLang="en-US" sz="3200" b="1" dirty="0">
                          <a:solidFill>
                            <a:schemeClr val="bg1"/>
                          </a:solidFill>
                          <a:latin typeface="Source Han Sans JP Medium" panose="020B0600070205080204" charset="-128"/>
                          <a:ea typeface="Source Han Sans JP Medium" panose="020B0600070205080204" charset="-128"/>
                        </a:rPr>
                        <a:t>不正解の分布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1396036847"/>
                  </a:ext>
                </a:extLst>
              </a:tr>
              <a:tr h="115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Society entropy</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実際の予測先の分布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918216785"/>
                  </a:ext>
                </a:extLst>
              </a:tr>
              <a:tr h="115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Bold" panose="020B0600070205080204" charset="-128"/>
                          <a:ea typeface="Source Han Sans JP Bold" panose="020B0600070205080204" charset="-128"/>
                        </a:rPr>
                        <a:t>Ensemble validation</a:t>
                      </a:r>
                      <a:endParaRPr kumimoji="1" lang="ja-JP" altLang="en-US" sz="3200" b="1" dirty="0">
                        <a:solidFill>
                          <a:schemeClr val="bg1"/>
                        </a:solidFill>
                        <a:latin typeface="Source Han Sans JP Bold" panose="020B0600070205080204" charset="-128"/>
                        <a:ea typeface="Source Han Sans JP Bold"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Bold" panose="020B0600070205080204" charset="-128"/>
                          <a:ea typeface="Source Han Sans JP Bold" panose="020B0600070205080204" charset="-128"/>
                        </a:rPr>
                        <a:t>追加候補ごとに実際の</a:t>
                      </a:r>
                      <a:r>
                        <a:rPr kumimoji="1" lang="en-US" altLang="ja-JP" sz="3200" b="1" dirty="0">
                          <a:solidFill>
                            <a:schemeClr val="bg1"/>
                          </a:solidFill>
                          <a:latin typeface="Source Han Sans JP Bold" panose="020B0600070205080204" charset="-128"/>
                          <a:ea typeface="Source Han Sans JP Bold" panose="020B0600070205080204" charset="-128"/>
                        </a:rPr>
                        <a:t>ensemble</a:t>
                      </a:r>
                      <a:r>
                        <a:rPr kumimoji="1" lang="ja-JP" altLang="en-US" sz="3200" b="1" dirty="0">
                          <a:solidFill>
                            <a:schemeClr val="bg1"/>
                          </a:solidFill>
                          <a:latin typeface="Source Han Sans JP Bold" panose="020B0600070205080204" charset="-128"/>
                          <a:ea typeface="Source Han Sans JP Bold" panose="020B0600070205080204" charset="-128"/>
                        </a:rPr>
                        <a:t>性能を評価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2921955352"/>
                  </a:ext>
                </a:extLst>
              </a:tr>
            </a:tbl>
          </a:graphicData>
        </a:graphic>
      </p:graphicFrame>
    </p:spTree>
    <p:extLst>
      <p:ext uri="{BB962C8B-B14F-4D97-AF65-F5344CB8AC3E}">
        <p14:creationId xmlns:p14="http://schemas.microsoft.com/office/powerpoint/2010/main" val="739167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9B76-985E-9AA9-0AB6-5A626AB719A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BEC1C7A-0D99-B06C-4768-4380F02B4959}"/>
              </a:ext>
            </a:extLst>
          </p:cNvPr>
          <p:cNvSpPr>
            <a:spLocks noGrp="1"/>
          </p:cNvSpPr>
          <p:nvPr>
            <p:ph type="sldNum" sz="quarter" idx="12"/>
          </p:nvPr>
        </p:nvSpPr>
        <p:spPr/>
        <p:txBody>
          <a:bodyPr/>
          <a:lstStyle/>
          <a:p>
            <a:fld id="{B6F15528-21DE-4FAA-801E-634DDDAF4B2B}" type="slidenum">
              <a:rPr lang="en-US" smtClean="0"/>
              <a:pPr/>
              <a:t>18</a:t>
            </a:fld>
            <a:endParaRPr lang="en-US"/>
          </a:p>
        </p:txBody>
      </p:sp>
      <p:grpSp>
        <p:nvGrpSpPr>
          <p:cNvPr id="10" name="グループ化 9">
            <a:extLst>
              <a:ext uri="{FF2B5EF4-FFF2-40B4-BE49-F238E27FC236}">
                <a16:creationId xmlns:a16="http://schemas.microsoft.com/office/drawing/2014/main" id="{CCA04927-CF76-F0C0-51A1-30FA7655FA00}"/>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C6C5E6C-7CC1-968E-ABAE-822FA636DD0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9375D562-DBEB-0B8F-12C4-8BFE4A92B58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2014F671-4360-49C6-1ABA-C91EC354E51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9B3358A9-C01F-BF9B-D63C-25B3E27D0C5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71C312D-4729-D19F-BA69-3582473B84F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0DB8567-604B-5C42-AD62-B8F0563D448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7A357F2-495B-C979-15D2-6B812FC5B63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98492013-C433-95BD-63A9-23FB934A1A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479774B-E0DF-015F-C53E-288425E259CD}"/>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8D52E6D7-C907-4A0C-C6E9-FA16366EF3F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B88CE565-C149-BCD9-25D7-2FEEF0D3D93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BC18B75-5C63-8EA0-C2CD-4AA0FF36F207}"/>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1E8A12F-CFE9-0441-6B95-0DC096AC0B1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6DF964A-35A4-8E97-7167-E4403609AF2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9DD5DDB-B9CB-C37F-932D-0305D7BE5BC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18</a:t>
            </a:fld>
            <a:endParaRPr lang="en-US" sz="2400" dirty="0"/>
          </a:p>
        </p:txBody>
      </p:sp>
      <p:sp>
        <p:nvSpPr>
          <p:cNvPr id="3" name="TextBox 24">
            <a:extLst>
              <a:ext uri="{FF2B5EF4-FFF2-40B4-BE49-F238E27FC236}">
                <a16:creationId xmlns:a16="http://schemas.microsoft.com/office/drawing/2014/main" id="{08ED5234-0177-85AC-C2B4-93A061664757}"/>
              </a:ext>
            </a:extLst>
          </p:cNvPr>
          <p:cNvSpPr txBox="1"/>
          <p:nvPr/>
        </p:nvSpPr>
        <p:spPr>
          <a:xfrm>
            <a:off x="1806795" y="305043"/>
            <a:ext cx="6414481"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実験設定</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879BC0AE-5290-3F86-BF5B-32D4A6082E4C}"/>
              </a:ext>
            </a:extLst>
          </p:cNvPr>
          <p:cNvSpPr txBox="1"/>
          <p:nvPr/>
        </p:nvSpPr>
        <p:spPr>
          <a:xfrm>
            <a:off x="1606806" y="1453959"/>
            <a:ext cx="150743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WSJ/Penn Treebank</a:t>
            </a:r>
            <a:r>
              <a:rPr lang="ja-JP" altLang="en-US" sz="3200" dirty="0">
                <a:latin typeface="Source Han Sans JP Medium"/>
                <a:ea typeface="Source Han Sans JP Medium"/>
                <a:cs typeface="Source Han Sans JP Medium"/>
                <a:sym typeface="Source Han Sans JP Medium"/>
              </a:rPr>
              <a:t>を用いって，</a:t>
            </a:r>
            <a:r>
              <a:rPr lang="en-US" altLang="ja-JP" sz="3200" dirty="0">
                <a:latin typeface="Source Han Sans JP Medium"/>
                <a:ea typeface="Source Han Sans JP Medium"/>
                <a:cs typeface="Source Han Sans JP Medium"/>
                <a:sym typeface="Source Han Sans JP Medium"/>
              </a:rPr>
              <a:t>aggregation</a:t>
            </a:r>
            <a:r>
              <a:rPr lang="ja-JP" altLang="en-US" sz="3200" dirty="0">
                <a:latin typeface="Source Han Sans JP Medium"/>
                <a:ea typeface="Source Han Sans JP Medium"/>
                <a:cs typeface="Source Han Sans JP Medium"/>
                <a:sym typeface="Source Han Sans JP Medium"/>
              </a:rPr>
              <a:t>と</a:t>
            </a:r>
            <a:r>
              <a:rPr lang="en-US" altLang="ja-JP" sz="3200" dirty="0">
                <a:latin typeface="Source Han Sans JP Medium"/>
                <a:ea typeface="Source Han Sans JP Medium"/>
                <a:cs typeface="Source Han Sans JP Medium"/>
                <a:sym typeface="Source Han Sans JP Medium"/>
              </a:rPr>
              <a:t>ensemble selection</a:t>
            </a:r>
            <a:r>
              <a:rPr lang="ja-JP" altLang="en-US" sz="3200" dirty="0">
                <a:latin typeface="Source Han Sans JP Medium"/>
                <a:ea typeface="Source Han Sans JP Medium"/>
                <a:cs typeface="Source Han Sans JP Medium"/>
                <a:sym typeface="Source Han Sans JP Medium"/>
              </a:rPr>
              <a:t>を評価する</a:t>
            </a:r>
            <a:endParaRPr lang="en-US" altLang="ja-JP" sz="3200" dirty="0">
              <a:latin typeface="Source Han Sans JP Medium"/>
              <a:ea typeface="Source Han Sans JP Medium"/>
              <a:cs typeface="Source Han Sans JP Medium"/>
              <a:sym typeface="Source Han Sans JP Medium"/>
            </a:endParaRPr>
          </a:p>
        </p:txBody>
      </p:sp>
      <p:sp>
        <p:nvSpPr>
          <p:cNvPr id="26" name="TextBox 24">
            <a:extLst>
              <a:ext uri="{FF2B5EF4-FFF2-40B4-BE49-F238E27FC236}">
                <a16:creationId xmlns:a16="http://schemas.microsoft.com/office/drawing/2014/main" id="{412D6392-6190-9743-AB5E-1CCC268CF868}"/>
              </a:ext>
            </a:extLst>
          </p:cNvPr>
          <p:cNvSpPr txBox="1"/>
          <p:nvPr/>
        </p:nvSpPr>
        <p:spPr>
          <a:xfrm>
            <a:off x="2329464" y="7879767"/>
            <a:ext cx="14192486" cy="1228606"/>
          </a:xfrm>
          <a:prstGeom prst="rect">
            <a:avLst/>
          </a:prstGeom>
        </p:spPr>
        <p:txBody>
          <a:bodyPr wrap="square" lIns="0" tIns="0" rIns="0" bIns="0" numCol="1" rtlCol="0" anchor="t">
            <a:spAutoFit/>
          </a:bodyPr>
          <a:lstStyle/>
          <a:p>
            <a:pPr marL="457200" indent="-457200">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学習時には構文アノテーションを使用しない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Validation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は学習中のモデル選択・</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ensemble selection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に使用</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9" name="四角形: 角を丸くする 28">
            <a:extLst>
              <a:ext uri="{FF2B5EF4-FFF2-40B4-BE49-F238E27FC236}">
                <a16:creationId xmlns:a16="http://schemas.microsoft.com/office/drawing/2014/main" id="{70EE95E7-A1D5-6D8C-4DD7-752D7CF6CBED}"/>
              </a:ext>
            </a:extLst>
          </p:cNvPr>
          <p:cNvSpPr/>
          <p:nvPr/>
        </p:nvSpPr>
        <p:spPr>
          <a:xfrm>
            <a:off x="2362200" y="2639035"/>
            <a:ext cx="14159749" cy="4608145"/>
          </a:xfrm>
          <a:prstGeom prst="roundRect">
            <a:avLst>
              <a:gd name="adj" fmla="val 8549"/>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TextBox 24">
            <a:extLst>
              <a:ext uri="{FF2B5EF4-FFF2-40B4-BE49-F238E27FC236}">
                <a16:creationId xmlns:a16="http://schemas.microsoft.com/office/drawing/2014/main" id="{8B4A79E5-8E9B-E8FA-D3A6-2AA3B3069DFF}"/>
              </a:ext>
            </a:extLst>
          </p:cNvPr>
          <p:cNvSpPr txBox="1"/>
          <p:nvPr/>
        </p:nvSpPr>
        <p:spPr>
          <a:xfrm>
            <a:off x="2888875" y="2980268"/>
            <a:ext cx="13328275" cy="3939540"/>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Dataset</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Wall Street Journal / Penn Treebank</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Train</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Selection 2-21</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Validation</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Selection 22</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Test</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selection 23</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Validation</a:t>
            </a:r>
            <a:r>
              <a:rPr lang="ja-JP" altLang="en-US" sz="3200" dirty="0">
                <a:latin typeface="Source Han Sans JP Medium" panose="020B0600070205080204" charset="-128"/>
                <a:ea typeface="Source Han Sans JP Medium" panose="020B0600070205080204" charset="-128"/>
              </a:rPr>
              <a:t>：正解付き</a:t>
            </a:r>
            <a:r>
              <a:rPr lang="en-US" altLang="ja-JP" sz="3200" dirty="0">
                <a:latin typeface="Source Han Sans JP Medium" panose="020B0600070205080204" charset="-128"/>
                <a:ea typeface="Source Han Sans JP Medium" panose="020B0600070205080204" charset="-128"/>
              </a:rPr>
              <a:t>250</a:t>
            </a:r>
            <a:r>
              <a:rPr lang="ja-JP" altLang="en-US" sz="3200" dirty="0">
                <a:latin typeface="Source Han Sans JP Medium" panose="020B0600070205080204" charset="-128"/>
                <a:ea typeface="Source Han Sans JP Medium" panose="020B0600070205080204" charset="-128"/>
              </a:rPr>
              <a:t>文</a:t>
            </a:r>
            <a:endParaRPr lang="en-US" altLang="ja-JP" sz="32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Candidates</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CRFAE / NDMV / NE-DMV / L-NDMV / Sib-NDMV</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Selection experiment</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5</a:t>
            </a:r>
            <a:r>
              <a:rPr lang="ja-JP" altLang="en-US" sz="3200" dirty="0">
                <a:latin typeface="Source Han Sans JP Medium" panose="020B0600070205080204" charset="-128"/>
                <a:ea typeface="Source Han Sans JP Medium" panose="020B0600070205080204" charset="-128"/>
              </a:rPr>
              <a:t>種類</a:t>
            </a:r>
            <a:r>
              <a:rPr lang="en-US" altLang="ja-JP" sz="3200" dirty="0">
                <a:latin typeface="Source Han Sans JP Medium" panose="020B0600070205080204" charset="-128"/>
                <a:ea typeface="Source Han Sans JP Medium" panose="020B0600070205080204" charset="-128"/>
              </a:rPr>
              <a:t>×5 runs = 25 models</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Metric</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UAS</a:t>
            </a:r>
            <a:endParaRPr lang="ja-JP" altLang="ja-JP" sz="3200" dirty="0">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1498123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23E0-693C-13F2-4D12-BC4073F25902}"/>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27F4519-5428-05A9-7DDC-53560951D60E}"/>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094C272F-1CC9-BEC2-7228-96B3FF53881B}"/>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D23713B2-DDEA-E827-9BB3-5F47B88586C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D6D9FBC5-10B8-FB71-0CF8-A80C95559BB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20A0C3FA-CD61-2101-172C-FD66A8B0CAB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28208141-1A5D-C1D1-A657-8CFFEAD8CE8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182F8F1E-5C36-CDB8-1CFB-E4FFEB6AC508}"/>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7687B30A-6C7A-A6C6-C530-CA1696EF3A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1FB8423-67D5-6CF3-E2D5-01B192F4EE5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8EB9041-7B54-7D7F-7A10-68C82A9714A0}"/>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A6817CB0-0751-8AFE-571D-9157B8B000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2FE1740F-A2F6-681D-464D-5D8B7D8037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E1E6DD2D-D3F6-5C18-1405-D3CE810CE3D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FB7977C-286D-62F9-E3FA-917B3F325BA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A474F29D-D7C7-129B-CA56-A326E998CF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E32908F6-5BD3-4C34-5035-397E4992CBD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19</a:t>
            </a:fld>
            <a:endParaRPr lang="en-US" sz="2400" dirty="0">
              <a:solidFill>
                <a:schemeClr val="bg1"/>
              </a:solidFill>
            </a:endParaRPr>
          </a:p>
        </p:txBody>
      </p:sp>
      <p:sp>
        <p:nvSpPr>
          <p:cNvPr id="513" name="TextBox 24">
            <a:extLst>
              <a:ext uri="{FF2B5EF4-FFF2-40B4-BE49-F238E27FC236}">
                <a16:creationId xmlns:a16="http://schemas.microsoft.com/office/drawing/2014/main" id="{860E8E2F-75FB-866D-383B-D8AA7FF726FE}"/>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6E2AF555-67A5-FEDA-771A-CDAEEE6DBCA0}"/>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07B8F09C-2EE2-90F1-9DD9-92A2F8471A1F}"/>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DC954948-0E43-1FBE-EC37-E15DD52C0AB6}"/>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4231756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23CC-92CD-E3D7-DE4F-F976D8E50FC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E0C187E-F4DE-79AC-6F44-0D7ADC5875CB}"/>
              </a:ext>
            </a:extLst>
          </p:cNvPr>
          <p:cNvSpPr>
            <a:spLocks noGrp="1"/>
          </p:cNvSpPr>
          <p:nvPr>
            <p:ph type="sldNum" sz="quarter" idx="12"/>
          </p:nvPr>
        </p:nvSpPr>
        <p:spPr/>
        <p:txBody>
          <a:bodyPr/>
          <a:lstStyle/>
          <a:p>
            <a:fld id="{B6F15528-21DE-4FAA-801E-634DDDAF4B2B}" type="slidenum">
              <a:rPr lang="en-US" smtClean="0"/>
              <a:pPr/>
              <a:t>20</a:t>
            </a:fld>
            <a:endParaRPr lang="en-US"/>
          </a:p>
        </p:txBody>
      </p:sp>
      <p:grpSp>
        <p:nvGrpSpPr>
          <p:cNvPr id="10" name="グループ化 9">
            <a:extLst>
              <a:ext uri="{FF2B5EF4-FFF2-40B4-BE49-F238E27FC236}">
                <a16:creationId xmlns:a16="http://schemas.microsoft.com/office/drawing/2014/main" id="{3467EF4E-FD20-9605-1041-6EB36180E9A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1DDF56B-41E1-47EC-FC3D-F2DB32D500D3}"/>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D0AF60C4-3E1B-2B12-41C2-BE2FB8EDF0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ED3FBDD-AF4A-C364-8AD9-2F73118D35C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9ACD04E-39ED-D3FE-4B58-947898EFDCA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9799362-E248-ACC6-A213-739BAD431B6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EB69E09-B430-ED8C-5C53-39F976849714}"/>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6D5CA655-44B0-F7F9-0B48-3B678B7341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4FB5AA83-19CD-126D-3E53-043EE06514D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0220C8D-B392-350F-E2A4-ED5E507CCD8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AD9D1135-453C-C783-00D6-5100C5D4A85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17CD3E-EF6F-DCFB-0E0E-F968A25DA9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C638C22E-64DF-0FE6-4FAC-A42BBB63AEA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0EBEF53-F527-01B1-6405-2E488837F3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704EF96-A5C0-BBBD-2F82-7879FB6D4A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A0758AE-9CAE-1B50-D0D1-FFDA8EF7F6F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20</a:t>
            </a:fld>
            <a:endParaRPr lang="en-US" sz="2400" dirty="0"/>
          </a:p>
        </p:txBody>
      </p:sp>
      <p:sp>
        <p:nvSpPr>
          <p:cNvPr id="3" name="TextBox 24">
            <a:extLst>
              <a:ext uri="{FF2B5EF4-FFF2-40B4-BE49-F238E27FC236}">
                <a16:creationId xmlns:a16="http://schemas.microsoft.com/office/drawing/2014/main" id="{5EECB152-7FF6-E7FF-4AED-B64C4FB0C9EA}"/>
              </a:ext>
            </a:extLst>
          </p:cNvPr>
          <p:cNvSpPr txBox="1"/>
          <p:nvPr/>
        </p:nvSpPr>
        <p:spPr>
          <a:xfrm>
            <a:off x="1806795" y="305043"/>
            <a:ext cx="11375805" cy="700576"/>
          </a:xfrm>
          <a:prstGeom prst="rect">
            <a:avLst/>
          </a:prstGeom>
        </p:spPr>
        <p:txBody>
          <a:bodyPr wrap="square" lIns="0" tIns="0" rIns="0" bIns="0" rtlCol="0" anchor="t">
            <a:spAutoFit/>
          </a:bodyPr>
          <a:lstStyle/>
          <a:p>
            <a:pPr>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結果①</a:t>
            </a:r>
            <a:r>
              <a:rPr lang="ja-JP" altLang="en-US" sz="4000" dirty="0">
                <a:latin typeface="Source Han Sans JP Medium"/>
                <a:ea typeface="Source Han Sans JP Medium"/>
                <a:cs typeface="Source Han Sans JP Medium"/>
                <a:sym typeface="Source Han Sans JP Medium"/>
              </a:rPr>
              <a:t> ：</a:t>
            </a:r>
            <a:r>
              <a:rPr lang="en-US" altLang="ja-JP" sz="4000" dirty="0">
                <a:latin typeface="Source Han Sans JP Medium"/>
                <a:ea typeface="Source Han Sans JP Medium"/>
                <a:cs typeface="Source Han Sans JP Medium"/>
                <a:sym typeface="Source Han Sans JP Medium"/>
              </a:rPr>
              <a:t>Aggregation</a:t>
            </a:r>
            <a:r>
              <a:rPr lang="ja-JP" altLang="en-US" sz="4000" dirty="0">
                <a:latin typeface="Source Han Sans JP Medium"/>
                <a:ea typeface="Source Han Sans JP Medium"/>
                <a:cs typeface="Source Han Sans JP Medium"/>
                <a:sym typeface="Source Han Sans JP Medium"/>
              </a:rPr>
              <a:t>と</a:t>
            </a:r>
            <a:r>
              <a:rPr lang="en-US" altLang="ja-JP" sz="4000" dirty="0">
                <a:latin typeface="Source Han Sans JP Medium"/>
                <a:ea typeface="Source Han Sans JP Medium"/>
                <a:cs typeface="Source Han Sans JP Medium"/>
                <a:sym typeface="Source Han Sans JP Medium"/>
              </a:rPr>
              <a:t>Selection</a:t>
            </a:r>
            <a:r>
              <a:rPr lang="ja-JP" altLang="en-US" sz="4000" dirty="0">
                <a:latin typeface="Source Han Sans JP Medium"/>
                <a:ea typeface="Source Han Sans JP Medium"/>
                <a:cs typeface="Source Han Sans JP Medium"/>
                <a:sym typeface="Source Han Sans JP Medium"/>
              </a:rPr>
              <a:t>の主要結果</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36" name="TextBox 24">
            <a:extLst>
              <a:ext uri="{FF2B5EF4-FFF2-40B4-BE49-F238E27FC236}">
                <a16:creationId xmlns:a16="http://schemas.microsoft.com/office/drawing/2014/main" id="{2AD0E88D-EB32-5444-2C66-41FED6D1ACB3}"/>
              </a:ext>
            </a:extLst>
          </p:cNvPr>
          <p:cNvSpPr txBox="1"/>
          <p:nvPr/>
        </p:nvSpPr>
        <p:spPr>
          <a:xfrm>
            <a:off x="10059226" y="2902369"/>
            <a:ext cx="6451841" cy="4924425"/>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Best individual</a:t>
            </a:r>
            <a:br>
              <a:rPr lang="ja-JP" altLang="ja-JP" sz="3200" dirty="0">
                <a:latin typeface="Source Han Sans JP Medium" panose="020B0600070205080204" charset="-128"/>
                <a:ea typeface="Source Han Sans JP Medium" panose="020B0600070205080204" charset="-128"/>
              </a:rPr>
            </a:b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Sib-NDMV：64.3</a:t>
            </a: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Unweighted aggregation</a:t>
            </a:r>
            <a:br>
              <a:rPr lang="ja-JP" altLang="ja-JP" sz="3200" dirty="0">
                <a:latin typeface="Source Han Sans JP Medium" panose="020B0600070205080204" charset="-128"/>
                <a:ea typeface="Source Han Sans JP Medium" panose="020B0600070205080204" charset="-128"/>
              </a:rPr>
            </a:b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65.7</a:t>
            </a: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Weighted aggregation</a:t>
            </a:r>
            <a:br>
              <a:rPr lang="ja-JP" altLang="ja-JP" sz="3200" dirty="0">
                <a:latin typeface="Source Han Sans JP Medium" panose="020B0600070205080204" charset="-128"/>
                <a:ea typeface="Source Han Sans JP Medium" panose="020B0600070205080204" charset="-128"/>
              </a:rPr>
            </a:b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66.6</a:t>
            </a: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Society entropy selection</a:t>
            </a:r>
            <a:br>
              <a:rPr lang="ja-JP" altLang="ja-JP" sz="3200" dirty="0">
                <a:latin typeface="Source Han Sans JP Medium" panose="020B0600070205080204" charset="-128"/>
                <a:ea typeface="Source Han Sans JP Medium" panose="020B0600070205080204" charset="-128"/>
              </a:rPr>
            </a:b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67.3</a:t>
            </a: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Ensemble validation</a:t>
            </a:r>
            <a:br>
              <a:rPr lang="ja-JP" altLang="ja-JP" sz="3200" dirty="0">
                <a:latin typeface="Source Han Sans JP Medium" panose="020B0600070205080204" charset="-128"/>
                <a:ea typeface="Source Han Sans JP Medium" panose="020B0600070205080204" charset="-128"/>
              </a:rPr>
            </a:b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67.8</a:t>
            </a:r>
          </a:p>
        </p:txBody>
      </p:sp>
      <p:sp>
        <p:nvSpPr>
          <p:cNvPr id="26" name="TextBox 26">
            <a:extLst>
              <a:ext uri="{FF2B5EF4-FFF2-40B4-BE49-F238E27FC236}">
                <a16:creationId xmlns:a16="http://schemas.microsoft.com/office/drawing/2014/main" id="{46F98B60-0235-A762-1515-E980046B9D29}"/>
              </a:ext>
            </a:extLst>
          </p:cNvPr>
          <p:cNvSpPr txBox="1"/>
          <p:nvPr/>
        </p:nvSpPr>
        <p:spPr>
          <a:xfrm>
            <a:off x="1524000" y="1479985"/>
            <a:ext cx="15544800" cy="1116396"/>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UAS</a:t>
            </a:r>
            <a:r>
              <a:rPr lang="ja-JP" altLang="en-US" sz="3200" dirty="0">
                <a:latin typeface="Source Han Sans JP Medium"/>
                <a:ea typeface="Source Han Sans JP Medium"/>
                <a:cs typeface="Source Han Sans JP Medium"/>
                <a:sym typeface="Source Han Sans JP Medium"/>
              </a:rPr>
              <a:t>による</a:t>
            </a:r>
            <a:r>
              <a:rPr lang="en-US" altLang="ja-JP" sz="3200" dirty="0">
                <a:latin typeface="Source Han Sans JP Medium"/>
                <a:ea typeface="Source Han Sans JP Medium"/>
                <a:cs typeface="Source Han Sans JP Medium"/>
                <a:sym typeface="Source Han Sans JP Medium"/>
              </a:rPr>
              <a:t>aggregation</a:t>
            </a:r>
            <a:r>
              <a:rPr lang="ja-JP" altLang="en-US" sz="3200" dirty="0">
                <a:latin typeface="Source Han Sans JP Medium"/>
                <a:ea typeface="Source Han Sans JP Medium"/>
                <a:cs typeface="Source Han Sans JP Medium"/>
                <a:sym typeface="Source Han Sans JP Medium"/>
              </a:rPr>
              <a:t>で単体モデルを上回り，</a:t>
            </a:r>
            <a:r>
              <a:rPr lang="en-US" altLang="ja-JP" sz="3200" dirty="0">
                <a:latin typeface="Source Han Sans JP Medium"/>
                <a:ea typeface="Source Han Sans JP Medium"/>
                <a:cs typeface="Source Han Sans JP Medium"/>
                <a:sym typeface="Source Han Sans JP Medium"/>
              </a:rPr>
              <a:t>Society entropy</a:t>
            </a:r>
            <a:r>
              <a:rPr lang="ja-JP" altLang="en-US" sz="3200" dirty="0">
                <a:latin typeface="Source Han Sans JP Medium"/>
                <a:ea typeface="Source Han Sans JP Medium"/>
                <a:cs typeface="Source Han Sans JP Medium"/>
                <a:sym typeface="Source Han Sans JP Medium"/>
              </a:rPr>
              <a:t>による</a:t>
            </a:r>
            <a:r>
              <a:rPr lang="en-US" altLang="ja-JP" sz="3200" dirty="0">
                <a:latin typeface="Source Han Sans JP Medium"/>
                <a:ea typeface="Source Han Sans JP Medium"/>
                <a:cs typeface="Source Han Sans JP Medium"/>
                <a:sym typeface="Source Han Sans JP Medium"/>
              </a:rPr>
              <a:t>selection</a:t>
            </a:r>
            <a:r>
              <a:rPr lang="ja-JP" altLang="en-US" sz="3200" dirty="0">
                <a:latin typeface="Source Han Sans JP Medium"/>
                <a:ea typeface="Source Han Sans JP Medium"/>
                <a:cs typeface="Source Han Sans JP Medium"/>
                <a:sym typeface="Source Han Sans JP Medium"/>
              </a:rPr>
              <a:t>でさらに性能が向上</a:t>
            </a:r>
            <a:endParaRPr lang="en-US" altLang="ja-JP" sz="3200" dirty="0">
              <a:latin typeface="Source Han Sans JP Medium"/>
              <a:ea typeface="Source Han Sans JP Medium"/>
              <a:cs typeface="Source Han Sans JP Medium"/>
              <a:sym typeface="Source Han Sans JP Medium"/>
            </a:endParaRPr>
          </a:p>
        </p:txBody>
      </p:sp>
      <p:pic>
        <p:nvPicPr>
          <p:cNvPr id="6" name="図 5">
            <a:extLst>
              <a:ext uri="{FF2B5EF4-FFF2-40B4-BE49-F238E27FC236}">
                <a16:creationId xmlns:a16="http://schemas.microsoft.com/office/drawing/2014/main" id="{54BD0DDD-AD30-BA0F-DDB6-A706CCAD848B}"/>
              </a:ext>
            </a:extLst>
          </p:cNvPr>
          <p:cNvPicPr>
            <a:picLocks noChangeAspect="1"/>
          </p:cNvPicPr>
          <p:nvPr/>
        </p:nvPicPr>
        <p:blipFill>
          <a:blip r:embed="rId4"/>
          <a:stretch>
            <a:fillRect/>
          </a:stretch>
        </p:blipFill>
        <p:spPr>
          <a:xfrm>
            <a:off x="2604406" y="2699282"/>
            <a:ext cx="5645153" cy="7381343"/>
          </a:xfrm>
          <a:prstGeom prst="rect">
            <a:avLst/>
          </a:prstGeom>
        </p:spPr>
      </p:pic>
      <p:sp>
        <p:nvSpPr>
          <p:cNvPr id="8" name="TextBox 24">
            <a:extLst>
              <a:ext uri="{FF2B5EF4-FFF2-40B4-BE49-F238E27FC236}">
                <a16:creationId xmlns:a16="http://schemas.microsoft.com/office/drawing/2014/main" id="{5D8842BD-705C-444A-2F3C-C3D3FFF3A440}"/>
              </a:ext>
            </a:extLst>
          </p:cNvPr>
          <p:cNvSpPr txBox="1"/>
          <p:nvPr/>
        </p:nvSpPr>
        <p:spPr>
          <a:xfrm>
            <a:off x="10059226" y="7962900"/>
            <a:ext cx="8567136" cy="587405"/>
          </a:xfrm>
          <a:prstGeom prst="rect">
            <a:avLst/>
          </a:prstGeom>
        </p:spPr>
        <p:txBody>
          <a:bodyPr wrap="square" lIns="0" tIns="0" rIns="0" bIns="0" numCol="1" rtlCol="0" anchor="t">
            <a:spAutoFit/>
          </a:bodyPr>
          <a:lstStyle/>
          <a:p>
            <a:pPr>
              <a:lnSpc>
                <a:spcPts val="5000"/>
              </a:lnSpc>
              <a:spcBef>
                <a:spcPct val="0"/>
              </a:spcBef>
              <a:buClr>
                <a:srgbClr val="64A4A3"/>
              </a:buClr>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追加モデルである</a:t>
            </a:r>
            <a:r>
              <a:rPr lang="en-US" altLang="ja-JP" sz="2800" dirty="0" err="1">
                <a:latin typeface="Source Han Sans JP Medium" panose="020B0600070205080204" charset="-128"/>
                <a:ea typeface="Source Han Sans JP Medium" panose="020B0600070205080204" charset="-128"/>
                <a:cs typeface="Source Han Sans JP Medium"/>
                <a:sym typeface="Source Han Sans JP Medium"/>
              </a:rPr>
              <a:t>Sib&amp;L-NDMV</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を含む条件では</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7" name="TextBox 24">
            <a:extLst>
              <a:ext uri="{FF2B5EF4-FFF2-40B4-BE49-F238E27FC236}">
                <a16:creationId xmlns:a16="http://schemas.microsoft.com/office/drawing/2014/main" id="{D294842E-ADEE-D4C4-635E-D23BD9FA85AC}"/>
              </a:ext>
            </a:extLst>
          </p:cNvPr>
          <p:cNvSpPr txBox="1"/>
          <p:nvPr/>
        </p:nvSpPr>
        <p:spPr>
          <a:xfrm>
            <a:off x="10076159" y="8810183"/>
            <a:ext cx="6451841" cy="984885"/>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Society entropy ：64.3</a:t>
            </a: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Ensemble validation </a:t>
            </a: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65.7</a:t>
            </a:r>
          </a:p>
        </p:txBody>
      </p:sp>
    </p:spTree>
    <p:extLst>
      <p:ext uri="{BB962C8B-B14F-4D97-AF65-F5344CB8AC3E}">
        <p14:creationId xmlns:p14="http://schemas.microsoft.com/office/powerpoint/2010/main" val="776935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546B-F521-023C-B313-6CA442538F6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B4077F7-8F75-EEC3-90B3-BF1C5554AFCC}"/>
              </a:ext>
            </a:extLst>
          </p:cNvPr>
          <p:cNvSpPr>
            <a:spLocks noGrp="1"/>
          </p:cNvSpPr>
          <p:nvPr>
            <p:ph type="sldNum" sz="quarter" idx="12"/>
          </p:nvPr>
        </p:nvSpPr>
        <p:spPr/>
        <p:txBody>
          <a:bodyPr/>
          <a:lstStyle/>
          <a:p>
            <a:fld id="{B6F15528-21DE-4FAA-801E-634DDDAF4B2B}" type="slidenum">
              <a:rPr lang="en-US" smtClean="0"/>
              <a:pPr/>
              <a:t>21</a:t>
            </a:fld>
            <a:endParaRPr lang="en-US"/>
          </a:p>
        </p:txBody>
      </p:sp>
      <p:grpSp>
        <p:nvGrpSpPr>
          <p:cNvPr id="10" name="グループ化 9">
            <a:extLst>
              <a:ext uri="{FF2B5EF4-FFF2-40B4-BE49-F238E27FC236}">
                <a16:creationId xmlns:a16="http://schemas.microsoft.com/office/drawing/2014/main" id="{F1582A94-2708-787D-6EF4-23359B1E1BC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0133119-4501-0931-00B8-19EE0D6F792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AFEE2BF-F120-8E42-A48C-3960EDCC2B4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C365473-FDC8-1566-CD25-FB74CDB9064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EEF1B04-AA63-4B24-1E6A-7FE46997100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02B754E3-B7FE-A168-B071-D92F3159C6E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2D3ED34-6D33-FF4D-D807-857B16540E1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6B0E77B-276E-3659-13C9-106EBE0FC9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D3BCF0B-7FA7-01D0-047E-58D8DFEE779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2AB69B6-C2ED-31BC-6C84-1512C6AFB7C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DA298ED-67AA-E6B2-5547-46DC7A45D8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4EAAEB49-7459-76A3-B7FD-615282F290C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3AB2C1C-5192-D1C0-A071-52D5689FA3D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9973AB2-B153-A28B-45C2-C31EE85AA2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FF7BD949-824A-9812-9C7D-7B34F2C429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EE40155E-7726-4812-5822-71B801539AF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21</a:t>
            </a:fld>
            <a:endParaRPr lang="en-US" sz="2400" dirty="0"/>
          </a:p>
        </p:txBody>
      </p:sp>
      <p:sp>
        <p:nvSpPr>
          <p:cNvPr id="3" name="TextBox 24">
            <a:extLst>
              <a:ext uri="{FF2B5EF4-FFF2-40B4-BE49-F238E27FC236}">
                <a16:creationId xmlns:a16="http://schemas.microsoft.com/office/drawing/2014/main" id="{47C59F46-929A-5313-7A47-8A2B5F2DD145}"/>
              </a:ext>
            </a:extLst>
          </p:cNvPr>
          <p:cNvSpPr txBox="1"/>
          <p:nvPr/>
        </p:nvSpPr>
        <p:spPr>
          <a:xfrm>
            <a:off x="1806795" y="305043"/>
            <a:ext cx="108424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結果②：選択するモデル数による違い</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6DB342B9-19AE-5210-55C8-A8A36BDE9938}"/>
              </a:ext>
            </a:extLst>
          </p:cNvPr>
          <p:cNvSpPr txBox="1"/>
          <p:nvPr/>
        </p:nvSpPr>
        <p:spPr>
          <a:xfrm>
            <a:off x="1524000" y="1479985"/>
            <a:ext cx="14478000"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Society entropy</a:t>
            </a:r>
            <a:r>
              <a:rPr lang="ja-JP" altLang="en-US" sz="3200" dirty="0">
                <a:latin typeface="Source Han Sans JP Medium"/>
                <a:ea typeface="Source Han Sans JP Medium"/>
                <a:cs typeface="Source Han Sans JP Medium"/>
                <a:sym typeface="Source Han Sans JP Medium"/>
              </a:rPr>
              <a:t>は，選択モデル数が変化しても比較的安定した性能を示す</a:t>
            </a:r>
            <a:endParaRPr lang="en-US" altLang="ja-JP" sz="3200" dirty="0">
              <a:latin typeface="Source Han Sans JP Medium"/>
              <a:ea typeface="Source Han Sans JP Medium"/>
              <a:cs typeface="Source Han Sans JP Medium"/>
              <a:sym typeface="Source Han Sans JP Medium"/>
            </a:endParaRPr>
          </a:p>
        </p:txBody>
      </p:sp>
      <p:pic>
        <p:nvPicPr>
          <p:cNvPr id="5" name="図 4">
            <a:extLst>
              <a:ext uri="{FF2B5EF4-FFF2-40B4-BE49-F238E27FC236}">
                <a16:creationId xmlns:a16="http://schemas.microsoft.com/office/drawing/2014/main" id="{CF424F6D-7DA7-7F33-9441-6B7E88EB52CB}"/>
              </a:ext>
            </a:extLst>
          </p:cNvPr>
          <p:cNvPicPr>
            <a:picLocks noChangeAspect="1"/>
          </p:cNvPicPr>
          <p:nvPr/>
        </p:nvPicPr>
        <p:blipFill>
          <a:blip r:embed="rId4"/>
          <a:stretch>
            <a:fillRect/>
          </a:stretch>
        </p:blipFill>
        <p:spPr>
          <a:xfrm>
            <a:off x="2133600" y="2204470"/>
            <a:ext cx="8003550" cy="8003550"/>
          </a:xfrm>
          <a:prstGeom prst="rect">
            <a:avLst/>
          </a:prstGeom>
        </p:spPr>
      </p:pic>
      <p:sp>
        <p:nvSpPr>
          <p:cNvPr id="9" name="TextBox 24">
            <a:extLst>
              <a:ext uri="{FF2B5EF4-FFF2-40B4-BE49-F238E27FC236}">
                <a16:creationId xmlns:a16="http://schemas.microsoft.com/office/drawing/2014/main" id="{12E21A4E-C5FC-8C3A-A004-B34D578516EA}"/>
              </a:ext>
            </a:extLst>
          </p:cNvPr>
          <p:cNvSpPr txBox="1"/>
          <p:nvPr/>
        </p:nvSpPr>
        <p:spPr>
          <a:xfrm>
            <a:off x="10820400" y="4236475"/>
            <a:ext cx="6451841" cy="3939540"/>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Diversityを考慮しない方法は多くの条件で低性能</a:t>
            </a:r>
            <a:endParaRPr lang="en-US" altLang="ja-JP" sz="3200" dirty="0">
              <a:latin typeface="Source Han Sans JP Medium" panose="020B0600070205080204" charset="-128"/>
              <a:ea typeface="Source Han Sans JP Medium" panose="020B0600070205080204" charset="-128"/>
            </a:endParaRPr>
          </a:p>
          <a:p>
            <a:pPr>
              <a:buClr>
                <a:srgbClr val="76AEAD"/>
              </a:buClr>
            </a:pPr>
            <a:endParaRPr lang="en-US" altLang="ja-JP" sz="32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Society entropyは特にモデル数が多い条件で高性能</a:t>
            </a:r>
            <a:endParaRPr lang="en-US" altLang="ja-JP" sz="3200" dirty="0">
              <a:latin typeface="Source Han Sans JP Medium" panose="020B0600070205080204" charset="-128"/>
              <a:ea typeface="Source Han Sans JP Medium" panose="020B0600070205080204" charset="-128"/>
            </a:endParaRPr>
          </a:p>
          <a:p>
            <a:pPr>
              <a:buClr>
                <a:srgbClr val="76AEAD"/>
              </a:buClr>
            </a:pPr>
            <a:endParaRPr lang="en-US" altLang="ja-JP" sz="32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少数モデルでも他手法より変動が小さい</a:t>
            </a:r>
          </a:p>
        </p:txBody>
      </p:sp>
    </p:spTree>
    <p:extLst>
      <p:ext uri="{BB962C8B-B14F-4D97-AF65-F5344CB8AC3E}">
        <p14:creationId xmlns:p14="http://schemas.microsoft.com/office/powerpoint/2010/main" val="2501506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F232A-F653-E492-B2EC-E2AD8275972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A9E00C6-8EC8-B622-3F76-FA849F2B66C0}"/>
              </a:ext>
            </a:extLst>
          </p:cNvPr>
          <p:cNvSpPr>
            <a:spLocks noGrp="1"/>
          </p:cNvSpPr>
          <p:nvPr>
            <p:ph type="sldNum" sz="quarter" idx="12"/>
          </p:nvPr>
        </p:nvSpPr>
        <p:spPr/>
        <p:txBody>
          <a:bodyPr/>
          <a:lstStyle/>
          <a:p>
            <a:fld id="{B6F15528-21DE-4FAA-801E-634DDDAF4B2B}" type="slidenum">
              <a:rPr lang="en-US" smtClean="0"/>
              <a:pPr/>
              <a:t>22</a:t>
            </a:fld>
            <a:endParaRPr lang="en-US"/>
          </a:p>
        </p:txBody>
      </p:sp>
      <p:grpSp>
        <p:nvGrpSpPr>
          <p:cNvPr id="10" name="グループ化 9">
            <a:extLst>
              <a:ext uri="{FF2B5EF4-FFF2-40B4-BE49-F238E27FC236}">
                <a16:creationId xmlns:a16="http://schemas.microsoft.com/office/drawing/2014/main" id="{FFE43D03-CDD9-5680-B615-0B781AAF6CC7}"/>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9883676-3EEE-DC43-F2BF-8AB17E23D8BA}"/>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68E81955-09FB-9414-1AC8-D2EB5FE3E54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CFAB0742-6510-E5AA-74C4-764A5DE59C3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A9273F6-01B1-3F1B-5693-641DC5A117F8}"/>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68E250D-C0BA-1C55-1541-8D7C237EBA48}"/>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D81F18E3-4C72-AA1A-2E10-8EF35F734FA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9EFC06FA-8D1F-D0B9-F7C9-9605DE8602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5FA3F453-F47A-81AC-C7F7-E4F2A6A2FB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0D4F8E8-295C-1534-FAD6-062E4E66AED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57D8F30-05CD-DD12-9157-1B3DAB8A7D0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54B69A9-D12B-0696-1C95-04216B9E5B2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46641532-9571-EB03-27C3-97BCEC63B189}"/>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C9889AC1-6D87-DF1C-CB67-D9350A714D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45641AB-33C5-9A0C-7AAB-662CE9E72A4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1C53FC28-F6E8-D38C-B641-23954BFC0A3E}"/>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22</a:t>
            </a:fld>
            <a:endParaRPr lang="en-US" sz="2400" dirty="0"/>
          </a:p>
        </p:txBody>
      </p:sp>
      <p:sp>
        <p:nvSpPr>
          <p:cNvPr id="3" name="TextBox 24">
            <a:extLst>
              <a:ext uri="{FF2B5EF4-FFF2-40B4-BE49-F238E27FC236}">
                <a16:creationId xmlns:a16="http://schemas.microsoft.com/office/drawing/2014/main" id="{E7095364-DE72-7560-365C-438AF8E54CA0}"/>
              </a:ext>
            </a:extLst>
          </p:cNvPr>
          <p:cNvSpPr txBox="1"/>
          <p:nvPr/>
        </p:nvSpPr>
        <p:spPr>
          <a:xfrm>
            <a:off x="1806795" y="305043"/>
            <a:ext cx="9120198"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結果③：安定性と計算時間</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08AF81C1-A7F8-3CBB-400E-D8E15CED2455}"/>
              </a:ext>
            </a:extLst>
          </p:cNvPr>
          <p:cNvSpPr txBox="1"/>
          <p:nvPr/>
        </p:nvSpPr>
        <p:spPr>
          <a:xfrm>
            <a:off x="1523999" y="1479985"/>
            <a:ext cx="15268369" cy="489236"/>
          </a:xfrm>
          <a:prstGeom prst="rect">
            <a:avLst/>
          </a:prstGeom>
        </p:spPr>
        <p:txBody>
          <a:bodyPr wrap="square" lIns="0" tIns="0" rIns="0" bIns="0" rtlCol="0" anchor="t">
            <a:spAutoFit/>
          </a:bodyPr>
          <a:lstStyle/>
          <a:p>
            <a:pPr lvl="0">
              <a:spcBef>
                <a:spcPct val="0"/>
              </a:spcBef>
            </a:pPr>
            <a:r>
              <a:rPr lang="ja-JP" altLang="ja-JP" sz="3200" dirty="0">
                <a:latin typeface="Source Han Sans JP Medium" panose="020B0600070205080204" charset="-128"/>
                <a:ea typeface="Source Han Sans JP Medium" panose="020B0600070205080204" charset="-128"/>
              </a:rPr>
              <a:t>Ensemble validationと同程度の性能を，はるかに短い選択時間で得る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6" name="TextBox 24">
            <a:extLst>
              <a:ext uri="{FF2B5EF4-FFF2-40B4-BE49-F238E27FC236}">
                <a16:creationId xmlns:a16="http://schemas.microsoft.com/office/drawing/2014/main" id="{23C94D01-6A59-7762-9010-48320E8A13B8}"/>
              </a:ext>
            </a:extLst>
          </p:cNvPr>
          <p:cNvSpPr txBox="1"/>
          <p:nvPr/>
        </p:nvSpPr>
        <p:spPr>
          <a:xfrm>
            <a:off x="2286000" y="6860930"/>
            <a:ext cx="14769587" cy="1969770"/>
          </a:xfrm>
          <a:prstGeom prst="rect">
            <a:avLst/>
          </a:prstGeom>
        </p:spPr>
        <p:txBody>
          <a:bodyPr wrap="square" lIns="0" tIns="0" rIns="0" bIns="0" numCol="2" rtlCol="0" anchor="t">
            <a:spAutoFit/>
          </a:bodyPr>
          <a:lstStyle/>
          <a:p>
            <a:r>
              <a:rPr lang="ja-JP" altLang="ja-JP" sz="3200" b="1" dirty="0">
                <a:latin typeface="Source Han Sans JP Medium" panose="020B0600070205080204" charset="-128"/>
                <a:ea typeface="Source Han Sans JP Medium" panose="020B0600070205080204" charset="-128"/>
              </a:rPr>
              <a:t>Overall UAS</a:t>
            </a:r>
            <a:endParaRPr lang="en-US" altLang="ja-JP" sz="3200" b="1" dirty="0">
              <a:latin typeface="Source Han Sans JP Medium" panose="020B0600070205080204" charset="-128"/>
              <a:ea typeface="Source Han Sans JP Medium" panose="020B0600070205080204" charset="-128"/>
            </a:endParaRPr>
          </a:p>
          <a:p>
            <a:r>
              <a:rPr lang="ja-JP" altLang="en-US" sz="3200" b="1" dirty="0">
                <a:latin typeface="Source Han Sans JP Medium" panose="020B0600070205080204" charset="-128"/>
                <a:ea typeface="Source Han Sans JP Medium" panose="020B0600070205080204" charset="-128"/>
              </a:rPr>
              <a:t>→</a:t>
            </a:r>
            <a:br>
              <a:rPr lang="ja-JP" altLang="ja-JP" sz="3200" dirty="0">
                <a:latin typeface="Source Han Sans JP Medium" panose="020B0600070205080204" charset="-128"/>
                <a:ea typeface="Source Han Sans JP Medium" panose="020B0600070205080204" charset="-128"/>
              </a:rPr>
            </a:br>
            <a:r>
              <a:rPr lang="ja-JP" altLang="ja-JP" sz="3200" dirty="0">
                <a:latin typeface="Source Han Sans JP Medium" panose="020B0600070205080204" charset="-128"/>
                <a:ea typeface="Source Han Sans JP Medium" panose="020B0600070205080204" charset="-128"/>
              </a:rPr>
              <a:t>Society entropy：</a:t>
            </a:r>
            <a:r>
              <a:rPr lang="ja-JP" altLang="ja-JP" sz="3200" b="1" dirty="0">
                <a:latin typeface="Source Han Sans JP Medium" panose="020B0600070205080204" charset="-128"/>
                <a:ea typeface="Source Han Sans JP Medium" panose="020B0600070205080204" charset="-128"/>
              </a:rPr>
              <a:t>67.1 ± 0.4</a:t>
            </a:r>
            <a:br>
              <a:rPr lang="ja-JP" altLang="ja-JP" sz="3200" dirty="0">
                <a:latin typeface="Source Han Sans JP Medium" panose="020B0600070205080204" charset="-128"/>
                <a:ea typeface="Source Han Sans JP Medium" panose="020B0600070205080204" charset="-128"/>
              </a:rPr>
            </a:br>
            <a:r>
              <a:rPr lang="ja-JP" altLang="ja-JP" sz="3200" dirty="0">
                <a:latin typeface="Source Han Sans JP Medium" panose="020B0600070205080204" charset="-128"/>
                <a:ea typeface="Source Han Sans JP Medium" panose="020B0600070205080204" charset="-128"/>
              </a:rPr>
              <a:t>Ensemble validation：67.0 ± 0.8</a:t>
            </a:r>
          </a:p>
          <a:p>
            <a:r>
              <a:rPr lang="ja-JP" altLang="ja-JP" sz="3200" b="1" dirty="0">
                <a:latin typeface="Source Han Sans JP Medium" panose="020B0600070205080204" charset="-128"/>
                <a:ea typeface="Source Han Sans JP Medium" panose="020B0600070205080204" charset="-128"/>
              </a:rPr>
              <a:t>Selection time</a:t>
            </a:r>
            <a:endParaRPr lang="en-US" altLang="ja-JP" sz="3200" b="1" dirty="0">
              <a:latin typeface="Source Han Sans JP Medium" panose="020B0600070205080204" charset="-128"/>
              <a:ea typeface="Source Han Sans JP Medium" panose="020B0600070205080204" charset="-128"/>
            </a:endParaRPr>
          </a:p>
          <a:p>
            <a:r>
              <a:rPr lang="ja-JP" altLang="en-US" sz="3200" b="1" dirty="0">
                <a:latin typeface="Source Han Sans JP Medium" panose="020B0600070205080204" charset="-128"/>
                <a:ea typeface="Source Han Sans JP Medium" panose="020B0600070205080204" charset="-128"/>
              </a:rPr>
              <a:t>→</a:t>
            </a:r>
            <a:br>
              <a:rPr lang="ja-JP" altLang="ja-JP" sz="3200" dirty="0">
                <a:latin typeface="Source Han Sans JP Medium" panose="020B0600070205080204" charset="-128"/>
                <a:ea typeface="Source Han Sans JP Medium" panose="020B0600070205080204" charset="-128"/>
              </a:rPr>
            </a:br>
            <a:r>
              <a:rPr lang="ja-JP" altLang="ja-JP" sz="3200" dirty="0">
                <a:latin typeface="Source Han Sans JP Medium" panose="020B0600070205080204" charset="-128"/>
                <a:ea typeface="Source Han Sans JP Medium" panose="020B0600070205080204" charset="-128"/>
              </a:rPr>
              <a:t>Society entropy：</a:t>
            </a:r>
            <a:r>
              <a:rPr lang="ja-JP" altLang="ja-JP" sz="3200" b="1" dirty="0">
                <a:latin typeface="Source Han Sans JP Medium" panose="020B0600070205080204" charset="-128"/>
                <a:ea typeface="Source Han Sans JP Medium" panose="020B0600070205080204" charset="-128"/>
              </a:rPr>
              <a:t>22 ms</a:t>
            </a:r>
            <a:br>
              <a:rPr lang="ja-JP" altLang="ja-JP" sz="3200" dirty="0">
                <a:latin typeface="Source Han Sans JP Medium" panose="020B0600070205080204" charset="-128"/>
                <a:ea typeface="Source Han Sans JP Medium" panose="020B0600070205080204" charset="-128"/>
              </a:rPr>
            </a:br>
            <a:r>
              <a:rPr lang="ja-JP" altLang="ja-JP" sz="3200" dirty="0">
                <a:latin typeface="Source Han Sans JP Medium" panose="020B0600070205080204" charset="-128"/>
                <a:ea typeface="Source Han Sans JP Medium" panose="020B0600070205080204" charset="-128"/>
              </a:rPr>
              <a:t>Ensemble validation：</a:t>
            </a:r>
            <a:r>
              <a:rPr lang="ja-JP" altLang="ja-JP" sz="3200" b="1" dirty="0">
                <a:latin typeface="Source Han Sans JP Medium" panose="020B0600070205080204" charset="-128"/>
                <a:ea typeface="Source Han Sans JP Medium" panose="020B0600070205080204" charset="-128"/>
              </a:rPr>
              <a:t>11,066 ms</a:t>
            </a:r>
            <a:endParaRPr lang="ja-JP" altLang="ja-JP" sz="3200" dirty="0">
              <a:latin typeface="Source Han Sans JP Medium" panose="020B0600070205080204" charset="-128"/>
              <a:ea typeface="Source Han Sans JP Medium" panose="020B0600070205080204" charset="-128"/>
            </a:endParaRPr>
          </a:p>
        </p:txBody>
      </p:sp>
      <p:pic>
        <p:nvPicPr>
          <p:cNvPr id="8" name="図 7">
            <a:extLst>
              <a:ext uri="{FF2B5EF4-FFF2-40B4-BE49-F238E27FC236}">
                <a16:creationId xmlns:a16="http://schemas.microsoft.com/office/drawing/2014/main" id="{7635AF9C-A759-9F60-0CAD-CA4E3F216F64}"/>
              </a:ext>
            </a:extLst>
          </p:cNvPr>
          <p:cNvPicPr>
            <a:picLocks noChangeAspect="1"/>
          </p:cNvPicPr>
          <p:nvPr/>
        </p:nvPicPr>
        <p:blipFill>
          <a:blip r:embed="rId4"/>
          <a:stretch>
            <a:fillRect/>
          </a:stretch>
        </p:blipFill>
        <p:spPr>
          <a:xfrm>
            <a:off x="1766141" y="2958406"/>
            <a:ext cx="14784084" cy="2908553"/>
          </a:xfrm>
          <a:prstGeom prst="rect">
            <a:avLst/>
          </a:prstGeom>
        </p:spPr>
      </p:pic>
    </p:spTree>
    <p:extLst>
      <p:ext uri="{BB962C8B-B14F-4D97-AF65-F5344CB8AC3E}">
        <p14:creationId xmlns:p14="http://schemas.microsoft.com/office/powerpoint/2010/main" val="1268483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BAF55-CCF7-4DB6-25BC-2C6B2B9364D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E5CD3BE-7DA2-5BAC-194D-4C4B0CC83E1B}"/>
              </a:ext>
            </a:extLst>
          </p:cNvPr>
          <p:cNvSpPr>
            <a:spLocks noGrp="1"/>
          </p:cNvSpPr>
          <p:nvPr>
            <p:ph type="sldNum" sz="quarter" idx="12"/>
          </p:nvPr>
        </p:nvSpPr>
        <p:spPr/>
        <p:txBody>
          <a:bodyPr/>
          <a:lstStyle/>
          <a:p>
            <a:fld id="{B6F15528-21DE-4FAA-801E-634DDDAF4B2B}" type="slidenum">
              <a:rPr lang="en-US" smtClean="0"/>
              <a:pPr/>
              <a:t>23</a:t>
            </a:fld>
            <a:endParaRPr lang="en-US"/>
          </a:p>
        </p:txBody>
      </p:sp>
      <p:grpSp>
        <p:nvGrpSpPr>
          <p:cNvPr id="10" name="グループ化 9">
            <a:extLst>
              <a:ext uri="{FF2B5EF4-FFF2-40B4-BE49-F238E27FC236}">
                <a16:creationId xmlns:a16="http://schemas.microsoft.com/office/drawing/2014/main" id="{6DF0F0ED-6D18-6DEE-316D-D72367E6B4D1}"/>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6FFB105-DA98-9E52-DC55-31EDF096292B}"/>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50DF04B4-31AF-AE7E-542A-A1C0D49876D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E171EEE-9B1A-05DD-3DEC-3529EC08443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73BAE7C-FB9F-D3FC-4EA6-4CBBC4DA4ED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41F02BED-8460-9777-0FB5-B5B0031BD05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BD01264B-C603-102D-FF99-8783146EB3F3}"/>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ACC566B-FC17-4590-869D-F1AACD5BD52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55D75C42-5345-82CE-1557-1D9A002C1C7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5B0ADE0C-66F4-0939-89E5-05CA538E8974}"/>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C3EF6E3-F8B7-F025-5F8C-C104756A806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F99CC91F-38C7-D6F0-C444-7FCBBB05588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55BA52C-CF6E-8FA9-94A2-428A2E6A6E6B}"/>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990BA7A0-18B0-3EFE-33C2-82AE8A8F2E3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D41510A-C79E-91D5-4FB3-6DD93CF6870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6A81A511-BAA4-1256-1201-9AD60CB754B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23</a:t>
            </a:fld>
            <a:endParaRPr lang="en-US" sz="2400" dirty="0"/>
          </a:p>
        </p:txBody>
      </p:sp>
      <p:sp>
        <p:nvSpPr>
          <p:cNvPr id="3" name="TextBox 24">
            <a:extLst>
              <a:ext uri="{FF2B5EF4-FFF2-40B4-BE49-F238E27FC236}">
                <a16:creationId xmlns:a16="http://schemas.microsoft.com/office/drawing/2014/main" id="{9ADEC29E-6A49-5BC4-EA75-FA046144BA8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結論</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8" name="Rectangle 1">
            <a:extLst>
              <a:ext uri="{FF2B5EF4-FFF2-40B4-BE49-F238E27FC236}">
                <a16:creationId xmlns:a16="http://schemas.microsoft.com/office/drawing/2014/main" id="{96AE8F1D-9161-8F3E-3D71-273BB156ECDA}"/>
              </a:ext>
            </a:extLst>
          </p:cNvPr>
          <p:cNvSpPr>
            <a:spLocks noChangeArrowheads="1"/>
          </p:cNvSpPr>
          <p:nvPr/>
        </p:nvSpPr>
        <p:spPr bwMode="auto">
          <a:xfrm>
            <a:off x="1806795" y="1994088"/>
            <a:ext cx="15392397" cy="7400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Clr>
                <a:srgbClr val="76AEAD"/>
              </a:buClr>
              <a:buFont typeface="Wingdings" panose="05000000000000000000" pitchFamily="2" charset="2"/>
              <a:buChar char="l"/>
            </a:pPr>
            <a:r>
              <a:rPr lang="ja-JP" altLang="en-US" sz="3200" dirty="0"/>
              <a:t>本論文は，異なる教師なし依存構文解析モデルの予測を</a:t>
            </a:r>
            <a:r>
              <a:rPr lang="en-US" altLang="ja-JP" sz="3200" dirty="0"/>
              <a:t>post hoc</a:t>
            </a:r>
            <a:r>
              <a:rPr lang="ja-JP" altLang="en-US" sz="3200" dirty="0"/>
              <a:t>に統合し，さらに</a:t>
            </a:r>
            <a:r>
              <a:rPr lang="en-US" altLang="ja-JP" sz="3200" dirty="0"/>
              <a:t>error diversity</a:t>
            </a:r>
            <a:r>
              <a:rPr lang="ja-JP" altLang="en-US" sz="3200" dirty="0"/>
              <a:t>を考慮して</a:t>
            </a:r>
            <a:r>
              <a:rPr lang="en-US" altLang="ja-JP" sz="3200" dirty="0"/>
              <a:t>ensemble</a:t>
            </a:r>
            <a:r>
              <a:rPr lang="ja-JP" altLang="en-US" sz="3200" dirty="0"/>
              <a:t>に用いるモデルを選択する手法を提案した</a:t>
            </a:r>
            <a:endParaRPr lang="en-US" altLang="ja-JP" sz="3200" dirty="0"/>
          </a:p>
          <a:p>
            <a:pPr marL="457200" lvl="0" indent="-457200" eaLnBrk="0" fontAlgn="base" hangingPunct="0">
              <a:lnSpc>
                <a:spcPct val="150000"/>
              </a:lnSpc>
              <a:spcBef>
                <a:spcPct val="0"/>
              </a:spcBef>
              <a:spcAft>
                <a:spcPct val="0"/>
              </a:spcAft>
              <a:buClr>
                <a:srgbClr val="76AEAD"/>
              </a:buClr>
              <a:buFont typeface="Wingdings" panose="05000000000000000000" pitchFamily="2" charset="2"/>
              <a:buChar char="l"/>
            </a:pPr>
            <a:r>
              <a:rPr kumimoji="0" lang="en-US"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Society entropy</a:t>
            </a:r>
            <a:r>
              <a:rPr kumimoji="0" lang="ja-JP" altLang="en-US"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では，各モデルの「正解 </a:t>
            </a:r>
            <a:r>
              <a:rPr kumimoji="0" lang="en-US"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 </a:t>
            </a:r>
            <a:r>
              <a:rPr kumimoji="0" lang="ja-JP" altLang="en-US"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不正解」だけでなく，どの予測先へ意見が分かれたかを利用して多様性を評価する</a:t>
            </a:r>
            <a:endParaRPr kumimoji="0" lang="en-US"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457200" lvl="0" indent="-457200" eaLnBrk="0" fontAlgn="base" hangingPunct="0">
              <a:lnSpc>
                <a:spcPct val="150000"/>
              </a:lnSpc>
              <a:spcBef>
                <a:spcPct val="0"/>
              </a:spcBef>
              <a:spcAft>
                <a:spcPct val="0"/>
              </a:spcAft>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WSJ</a:t>
            </a:r>
            <a:r>
              <a:rPr lang="ja-JP" altLang="en-US" sz="3200" dirty="0">
                <a:latin typeface="Source Han Sans JP Medium" panose="020B0600070205080204" charset="-128"/>
                <a:ea typeface="Source Han Sans JP Medium" panose="020B0600070205080204" charset="-128"/>
              </a:rPr>
              <a:t>の実験では，</a:t>
            </a:r>
            <a:r>
              <a:rPr lang="en-US" altLang="ja-JP" sz="3200" dirty="0">
                <a:latin typeface="Source Han Sans JP Medium" panose="020B0600070205080204" charset="-128"/>
                <a:ea typeface="Source Han Sans JP Medium" panose="020B0600070205080204" charset="-128"/>
              </a:rPr>
              <a:t>UAS</a:t>
            </a:r>
            <a:r>
              <a:rPr lang="ja-JP" altLang="en-US" sz="3200" dirty="0">
                <a:latin typeface="Source Han Sans JP Medium" panose="020B0600070205080204" charset="-128"/>
                <a:ea typeface="Source Han Sans JP Medium" panose="020B0600070205080204" charset="-128"/>
              </a:rPr>
              <a:t>を用いた</a:t>
            </a:r>
            <a:r>
              <a:rPr lang="en-US" altLang="ja-JP" sz="3200" dirty="0">
                <a:latin typeface="Source Han Sans JP Medium" panose="020B0600070205080204" charset="-128"/>
                <a:ea typeface="Source Han Sans JP Medium" panose="020B0600070205080204" charset="-128"/>
              </a:rPr>
              <a:t>aggregation</a:t>
            </a:r>
            <a:r>
              <a:rPr lang="ja-JP" altLang="en-US" sz="3200" dirty="0">
                <a:latin typeface="Source Han Sans JP Medium" panose="020B0600070205080204" charset="-128"/>
                <a:ea typeface="Source Han Sans JP Medium" panose="020B0600070205080204" charset="-128"/>
              </a:rPr>
              <a:t>により単体モデルを上回り，</a:t>
            </a:r>
            <a:r>
              <a:rPr lang="en-US" altLang="ja-JP" sz="3200" dirty="0">
                <a:latin typeface="Source Han Sans JP Medium" panose="020B0600070205080204" charset="-128"/>
                <a:ea typeface="Source Han Sans JP Medium" panose="020B0600070205080204" charset="-128"/>
              </a:rPr>
              <a:t>Society entropy</a:t>
            </a:r>
            <a:r>
              <a:rPr lang="ja-JP" altLang="en-US" sz="3200" dirty="0">
                <a:latin typeface="Source Han Sans JP Medium" panose="020B0600070205080204" charset="-128"/>
                <a:ea typeface="Source Han Sans JP Medium" panose="020B0600070205080204" charset="-128"/>
              </a:rPr>
              <a:t>による</a:t>
            </a:r>
            <a:r>
              <a:rPr lang="en-US" altLang="ja-JP" sz="3200" dirty="0">
                <a:latin typeface="Source Han Sans JP Medium" panose="020B0600070205080204" charset="-128"/>
                <a:ea typeface="Source Han Sans JP Medium" panose="020B0600070205080204" charset="-128"/>
              </a:rPr>
              <a:t>selection</a:t>
            </a:r>
            <a:r>
              <a:rPr lang="ja-JP" altLang="en-US" sz="3200" dirty="0">
                <a:latin typeface="Source Han Sans JP Medium" panose="020B0600070205080204" charset="-128"/>
                <a:ea typeface="Source Han Sans JP Medium" panose="020B0600070205080204" charset="-128"/>
              </a:rPr>
              <a:t>は，</a:t>
            </a:r>
            <a:r>
              <a:rPr lang="en-US" altLang="ja-JP" sz="3200" dirty="0">
                <a:latin typeface="Source Han Sans JP Medium" panose="020B0600070205080204" charset="-128"/>
                <a:ea typeface="Source Han Sans JP Medium" panose="020B0600070205080204" charset="-128"/>
              </a:rPr>
              <a:t>ensemble validation</a:t>
            </a:r>
            <a:r>
              <a:rPr lang="ja-JP" altLang="en-US" sz="3200" dirty="0">
                <a:latin typeface="Source Han Sans JP Medium" panose="020B0600070205080204" charset="-128"/>
                <a:ea typeface="Source Han Sans JP Medium" panose="020B0600070205080204" charset="-128"/>
              </a:rPr>
              <a:t>と近い性能を大幅に短い選択時間で実現した</a:t>
            </a:r>
            <a:endParaRPr lang="en-US" altLang="ja-JP" sz="3200" dirty="0">
              <a:latin typeface="Source Han Sans JP Medium" panose="020B0600070205080204" charset="-128"/>
              <a:ea typeface="Source Han Sans JP Medium" panose="020B0600070205080204" charset="-128"/>
            </a:endParaRPr>
          </a:p>
          <a:p>
            <a:pPr marL="457200" lvl="0" indent="-457200" eaLnBrk="0" fontAlgn="base" hangingPunct="0">
              <a:lnSpc>
                <a:spcPct val="150000"/>
              </a:lnSpc>
              <a:spcBef>
                <a:spcPct val="0"/>
              </a:spcBef>
              <a:spcAft>
                <a:spcPct val="0"/>
              </a:spcAft>
              <a:buClr>
                <a:srgbClr val="76AEAD"/>
              </a:buClr>
              <a:buFont typeface="Wingdings" panose="05000000000000000000" pitchFamily="2" charset="2"/>
              <a:buChar char="l"/>
            </a:pPr>
            <a:r>
              <a:rPr kumimoji="0" lang="ja-JP" altLang="en-US"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自分の研究では，この考え方をそのまま回帰へ適用するのではなく，各モデルの誤差の方向・大きさ・発生位置を調べ，</a:t>
            </a:r>
            <a:r>
              <a:rPr kumimoji="0" lang="en-US"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ONB</a:t>
            </a:r>
            <a:r>
              <a:rPr kumimoji="0" lang="ja-JP" altLang="en-US"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近傍で互いの誤りを補完できるモデル集合かを検証したい</a:t>
            </a:r>
            <a:endParaRPr kumimoji="0" lang="ja-JP"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373078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29055</TotalTime>
  <Words>2864</Words>
  <Application>Microsoft Office PowerPoint</Application>
  <PresentationFormat>ユーザー設定</PresentationFormat>
  <Paragraphs>271</Paragraphs>
  <Slides>23</Slides>
  <Notes>18</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23</vt:i4>
      </vt:variant>
    </vt:vector>
  </HeadingPairs>
  <TitlesOfParts>
    <vt:vector size="33" baseType="lpstr">
      <vt:lpstr>Calibri</vt:lpstr>
      <vt:lpstr>Source Han Sans JP</vt:lpstr>
      <vt:lpstr>Now</vt:lpstr>
      <vt:lpstr>游ゴシック</vt:lpstr>
      <vt:lpstr>Arial</vt:lpstr>
      <vt:lpstr>Source Han Sans JP Bold</vt:lpstr>
      <vt:lpstr>Cambria Math</vt:lpstr>
      <vt:lpstr>Wingdings</vt:lpstr>
      <vt:lpstr>Source Han Sans JP Medium</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198</cp:revision>
  <dcterms:created xsi:type="dcterms:W3CDTF">2006-08-16T00:00:00Z</dcterms:created>
  <dcterms:modified xsi:type="dcterms:W3CDTF">2026-09-28T05:59:59Z</dcterms:modified>
  <dc:identifier>DAGKJCfN4aw</dc:identifier>
</cp:coreProperties>
</file>
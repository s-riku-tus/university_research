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6"/>
  </p:notesMasterIdLst>
  <p:sldIdLst>
    <p:sldId id="256" r:id="rId2"/>
    <p:sldId id="299" r:id="rId3"/>
    <p:sldId id="379" r:id="rId4"/>
    <p:sldId id="360" r:id="rId5"/>
    <p:sldId id="375" r:id="rId6"/>
    <p:sldId id="353" r:id="rId7"/>
    <p:sldId id="381" r:id="rId8"/>
    <p:sldId id="382" r:id="rId9"/>
    <p:sldId id="374" r:id="rId10"/>
    <p:sldId id="354" r:id="rId11"/>
    <p:sldId id="383" r:id="rId12"/>
    <p:sldId id="384" r:id="rId13"/>
    <p:sldId id="367" r:id="rId14"/>
    <p:sldId id="385" r:id="rId15"/>
    <p:sldId id="369" r:id="rId16"/>
    <p:sldId id="386" r:id="rId17"/>
    <p:sldId id="388" r:id="rId18"/>
    <p:sldId id="389" r:id="rId19"/>
    <p:sldId id="376" r:id="rId20"/>
    <p:sldId id="371" r:id="rId21"/>
    <p:sldId id="390" r:id="rId22"/>
    <p:sldId id="372" r:id="rId23"/>
    <p:sldId id="380" r:id="rId24"/>
    <p:sldId id="373" r:id="rId25"/>
  </p:sldIdLst>
  <p:sldSz cx="18288000" cy="10287000"/>
  <p:notesSz cx="6858000" cy="9144000"/>
  <p:embeddedFontLst>
    <p:embeddedFont>
      <p:font typeface="Source Han Sans JP" panose="020B0600070205080204" charset="-128"/>
      <p:regular r:id="rId27"/>
    </p:embeddedFont>
    <p:embeddedFont>
      <p:font typeface="Source Han Sans JP Bold" panose="020B0600070205080204" charset="-128"/>
      <p:regular r:id="rId28"/>
    </p:embeddedFont>
    <p:embeddedFont>
      <p:font typeface="Source Han Sans JP Medium" panose="020B0600070205080204" charset="-128"/>
      <p:regular r:id="rId29"/>
    </p:embeddedFont>
    <p:embeddedFont>
      <p:font typeface="Now" panose="020B0600070205080204" charset="0"/>
      <p:regular r:id="rId30"/>
    </p:embeddedFont>
    <p:embeddedFont>
      <p:font typeface="游ゴシック" panose="020B0400000000000000" pitchFamily="50" charset="-128"/>
      <p:regular r:id="rId31"/>
      <p:bold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14FD809A-16E9-4A61-A3AB-0BA26E6F3F4C}">
          <p14:sldIdLst>
            <p14:sldId id="256"/>
            <p14:sldId id="299"/>
            <p14:sldId id="379"/>
            <p14:sldId id="360"/>
            <p14:sldId id="375"/>
            <p14:sldId id="353"/>
            <p14:sldId id="381"/>
            <p14:sldId id="382"/>
            <p14:sldId id="374"/>
            <p14:sldId id="354"/>
            <p14:sldId id="383"/>
            <p14:sldId id="384"/>
            <p14:sldId id="367"/>
            <p14:sldId id="385"/>
            <p14:sldId id="369"/>
            <p14:sldId id="386"/>
            <p14:sldId id="388"/>
            <p14:sldId id="389"/>
            <p14:sldId id="376"/>
            <p14:sldId id="371"/>
            <p14:sldId id="390"/>
            <p14:sldId id="372"/>
            <p14:sldId id="380"/>
            <p14:sldId id="37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6B8B7"/>
    <a:srgbClr val="B0D0CE"/>
    <a:srgbClr val="C8DEDD"/>
    <a:srgbClr val="5276F8"/>
    <a:srgbClr val="F79646"/>
    <a:srgbClr val="DBE9E8"/>
    <a:srgbClr val="ECF1F1"/>
    <a:srgbClr val="93BFBE"/>
    <a:srgbClr val="76AEAD"/>
    <a:srgbClr val="5DC7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9990F9-E721-44F6-ACC1-60CCC2036168}" v="16" dt="2026-04-30T12:44:23.269"/>
    <p1510:client id="{BF59CE36-4A4D-4065-ADD0-C4A35ECCB0B4}" v="5" dt="2026-05-01T02:30:28.1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5" autoAdjust="0"/>
    <p:restoredTop sz="80380" autoAdjust="0"/>
  </p:normalViewPr>
  <p:slideViewPr>
    <p:cSldViewPr>
      <p:cViewPr varScale="1">
        <p:scale>
          <a:sx n="50" d="100"/>
          <a:sy n="50" d="100"/>
        </p:scale>
        <p:origin x="300" y="24"/>
      </p:cViewPr>
      <p:guideLst>
        <p:guide orient="horz" pos="2160"/>
        <p:guide pos="2880"/>
      </p:guideLst>
    </p:cSldViewPr>
  </p:slideViewPr>
  <p:outlineViewPr>
    <p:cViewPr>
      <p:scale>
        <a:sx n="33" d="100"/>
        <a:sy n="33" d="100"/>
      </p:scale>
      <p:origin x="0" y="-642"/>
    </p:cViewPr>
  </p:outlineViewPr>
  <p:notesTextViewPr>
    <p:cViewPr>
      <p:scale>
        <a:sx n="3" d="2"/>
        <a:sy n="3" d="2"/>
      </p:scale>
      <p:origin x="0" y="-384"/>
    </p:cViewPr>
  </p:notesTextViewPr>
  <p:sorterViewPr>
    <p:cViewPr>
      <p:scale>
        <a:sx n="100" d="100"/>
        <a:sy n="100" d="100"/>
      </p:scale>
      <p:origin x="0" y="-5370"/>
    </p:cViewPr>
  </p:sorter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陸 柴崎" userId="47b6e960b06a1f92" providerId="LiveId" clId="{DFDF2D9E-0FA2-4FD2-962D-E4713059FE82}"/>
    <pc:docChg chg="undo custSel addSld delSld modSld sldOrd delSection modSection">
      <pc:chgData name="陸 柴崎" userId="47b6e960b06a1f92" providerId="LiveId" clId="{DFDF2D9E-0FA2-4FD2-962D-E4713059FE82}" dt="2026-05-01T06:06:38.060" v="9884" actId="20577"/>
      <pc:docMkLst>
        <pc:docMk/>
      </pc:docMkLst>
      <pc:sldChg chg="modSp mod">
        <pc:chgData name="陸 柴崎" userId="47b6e960b06a1f92" providerId="LiveId" clId="{DFDF2D9E-0FA2-4FD2-962D-E4713059FE82}" dt="2026-05-01T01:59:29.179" v="8510" actId="20577"/>
        <pc:sldMkLst>
          <pc:docMk/>
          <pc:sldMk cId="0" sldId="256"/>
        </pc:sldMkLst>
        <pc:spChg chg="mod">
          <ac:chgData name="陸 柴崎" userId="47b6e960b06a1f92" providerId="LiveId" clId="{DFDF2D9E-0FA2-4FD2-962D-E4713059FE82}" dt="2026-04-27T06:20:40.232" v="18" actId="1076"/>
          <ac:spMkLst>
            <pc:docMk/>
            <pc:sldMk cId="0" sldId="256"/>
            <ac:spMk id="13" creationId="{9E46055B-DA28-1F66-CD59-78CAAB0910E0}"/>
          </ac:spMkLst>
        </pc:spChg>
        <pc:spChg chg="mod">
          <ac:chgData name="陸 柴崎" userId="47b6e960b06a1f92" providerId="LiveId" clId="{DFDF2D9E-0FA2-4FD2-962D-E4713059FE82}" dt="2026-04-27T06:20:01.044" v="14" actId="1076"/>
          <ac:spMkLst>
            <pc:docMk/>
            <pc:sldMk cId="0" sldId="256"/>
            <ac:spMk id="14" creationId="{5A851D26-D12C-C610-35D6-4EE88EAAA3D9}"/>
          </ac:spMkLst>
        </pc:spChg>
        <pc:spChg chg="mod">
          <ac:chgData name="陸 柴崎" userId="47b6e960b06a1f92" providerId="LiveId" clId="{DFDF2D9E-0FA2-4FD2-962D-E4713059FE82}" dt="2026-05-01T01:59:29.179" v="8510" actId="20577"/>
          <ac:spMkLst>
            <pc:docMk/>
            <pc:sldMk cId="0" sldId="256"/>
            <ac:spMk id="20" creationId="{00000000-0000-0000-0000-000000000000}"/>
          </ac:spMkLst>
        </pc:spChg>
      </pc:sldChg>
      <pc:sldChg chg="del">
        <pc:chgData name="陸 柴崎" userId="47b6e960b06a1f92" providerId="LiveId" clId="{DFDF2D9E-0FA2-4FD2-962D-E4713059FE82}" dt="2026-04-30T12:03:43.408" v="7465" actId="47"/>
        <pc:sldMkLst>
          <pc:docMk/>
          <pc:sldMk cId="1799079156" sldId="298"/>
        </pc:sldMkLst>
      </pc:sldChg>
      <pc:sldChg chg="del">
        <pc:chgData name="陸 柴崎" userId="47b6e960b06a1f92" providerId="LiveId" clId="{DFDF2D9E-0FA2-4FD2-962D-E4713059FE82}" dt="2026-04-30T12:03:42.818" v="7462" actId="47"/>
        <pc:sldMkLst>
          <pc:docMk/>
          <pc:sldMk cId="3435325129" sldId="302"/>
        </pc:sldMkLst>
      </pc:sldChg>
      <pc:sldChg chg="del">
        <pc:chgData name="陸 柴崎" userId="47b6e960b06a1f92" providerId="LiveId" clId="{DFDF2D9E-0FA2-4FD2-962D-E4713059FE82}" dt="2026-04-30T12:03:42.370" v="7460" actId="47"/>
        <pc:sldMkLst>
          <pc:docMk/>
          <pc:sldMk cId="1994194877" sldId="303"/>
        </pc:sldMkLst>
      </pc:sldChg>
      <pc:sldChg chg="del">
        <pc:chgData name="陸 柴崎" userId="47b6e960b06a1f92" providerId="LiveId" clId="{DFDF2D9E-0FA2-4FD2-962D-E4713059FE82}" dt="2026-04-30T12:03:43.208" v="7464" actId="47"/>
        <pc:sldMkLst>
          <pc:docMk/>
          <pc:sldMk cId="2731234333" sldId="342"/>
        </pc:sldMkLst>
      </pc:sldChg>
      <pc:sldChg chg="del">
        <pc:chgData name="陸 柴崎" userId="47b6e960b06a1f92" providerId="LiveId" clId="{DFDF2D9E-0FA2-4FD2-962D-E4713059FE82}" dt="2026-04-30T12:03:42.961" v="7463" actId="47"/>
        <pc:sldMkLst>
          <pc:docMk/>
          <pc:sldMk cId="1352494329" sldId="343"/>
        </pc:sldMkLst>
      </pc:sldChg>
      <pc:sldChg chg="del">
        <pc:chgData name="陸 柴崎" userId="47b6e960b06a1f92" providerId="LiveId" clId="{DFDF2D9E-0FA2-4FD2-962D-E4713059FE82}" dt="2026-04-30T12:03:42.678" v="7461" actId="47"/>
        <pc:sldMkLst>
          <pc:docMk/>
          <pc:sldMk cId="3838289704" sldId="344"/>
        </pc:sldMkLst>
      </pc:sldChg>
      <pc:sldChg chg="del">
        <pc:chgData name="陸 柴崎" userId="47b6e960b06a1f92" providerId="LiveId" clId="{DFDF2D9E-0FA2-4FD2-962D-E4713059FE82}" dt="2026-04-30T12:03:43.946" v="7467" actId="47"/>
        <pc:sldMkLst>
          <pc:docMk/>
          <pc:sldMk cId="3703406585" sldId="350"/>
        </pc:sldMkLst>
      </pc:sldChg>
      <pc:sldChg chg="del">
        <pc:chgData name="陸 柴崎" userId="47b6e960b06a1f92" providerId="LiveId" clId="{DFDF2D9E-0FA2-4FD2-962D-E4713059FE82}" dt="2026-04-30T12:03:44.859" v="7468" actId="47"/>
        <pc:sldMkLst>
          <pc:docMk/>
          <pc:sldMk cId="2561804069" sldId="352"/>
        </pc:sldMkLst>
      </pc:sldChg>
      <pc:sldChg chg="addSp delSp modSp mod">
        <pc:chgData name="陸 柴崎" userId="47b6e960b06a1f92" providerId="LiveId" clId="{DFDF2D9E-0FA2-4FD2-962D-E4713059FE82}" dt="2026-04-29T04:10:11.052" v="2533" actId="478"/>
        <pc:sldMkLst>
          <pc:docMk/>
          <pc:sldMk cId="1839823296" sldId="353"/>
        </pc:sldMkLst>
        <pc:spChg chg="add del mod">
          <ac:chgData name="陸 柴崎" userId="47b6e960b06a1f92" providerId="LiveId" clId="{DFDF2D9E-0FA2-4FD2-962D-E4713059FE82}" dt="2026-04-29T03:56:56.619" v="1593" actId="1076"/>
          <ac:spMkLst>
            <pc:docMk/>
            <pc:sldMk cId="1839823296" sldId="353"/>
            <ac:spMk id="4" creationId="{C90D2EC1-E0C6-CB2C-2E16-E495BB28CAC2}"/>
          </ac:spMkLst>
        </pc:spChg>
        <pc:spChg chg="mod">
          <ac:chgData name="陸 柴崎" userId="47b6e960b06a1f92" providerId="LiveId" clId="{DFDF2D9E-0FA2-4FD2-962D-E4713059FE82}" dt="2026-04-29T03:59:13.531" v="1837" actId="20577"/>
          <ac:spMkLst>
            <pc:docMk/>
            <pc:sldMk cId="1839823296" sldId="353"/>
            <ac:spMk id="5" creationId="{E4738322-4920-5653-9CB1-4917B1597833}"/>
          </ac:spMkLst>
        </pc:spChg>
        <pc:spChg chg="add del mod">
          <ac:chgData name="陸 柴崎" userId="47b6e960b06a1f92" providerId="LiveId" clId="{DFDF2D9E-0FA2-4FD2-962D-E4713059FE82}" dt="2026-04-29T03:56:59.892" v="1594" actId="1076"/>
          <ac:spMkLst>
            <pc:docMk/>
            <pc:sldMk cId="1839823296" sldId="353"/>
            <ac:spMk id="8" creationId="{C63D8827-0A27-19B0-C566-8649470AE413}"/>
          </ac:spMkLst>
        </pc:spChg>
        <pc:spChg chg="add mod">
          <ac:chgData name="陸 柴崎" userId="47b6e960b06a1f92" providerId="LiveId" clId="{DFDF2D9E-0FA2-4FD2-962D-E4713059FE82}" dt="2026-04-29T03:57:08.277" v="1595" actId="1076"/>
          <ac:spMkLst>
            <pc:docMk/>
            <pc:sldMk cId="1839823296" sldId="353"/>
            <ac:spMk id="9" creationId="{33008352-DBFB-6A87-3618-5E6554B75EE3}"/>
          </ac:spMkLst>
        </pc:spChg>
        <pc:spChg chg="add mod">
          <ac:chgData name="陸 柴崎" userId="47b6e960b06a1f92" providerId="LiveId" clId="{DFDF2D9E-0FA2-4FD2-962D-E4713059FE82}" dt="2026-04-29T04:00:22.775" v="1846" actId="1076"/>
          <ac:spMkLst>
            <pc:docMk/>
            <pc:sldMk cId="1839823296" sldId="353"/>
            <ac:spMk id="27" creationId="{82A7A710-567C-62B5-4F83-EFCCA0EC628B}"/>
          </ac:spMkLst>
        </pc:spChg>
        <pc:spChg chg="mod">
          <ac:chgData name="陸 柴崎" userId="47b6e960b06a1f92" providerId="LiveId" clId="{DFDF2D9E-0FA2-4FD2-962D-E4713059FE82}" dt="2026-04-29T03:53:55.871" v="1273" actId="20577"/>
          <ac:spMkLst>
            <pc:docMk/>
            <pc:sldMk cId="1839823296" sldId="353"/>
            <ac:spMk id="40" creationId="{2E361B5C-CFB1-8AAC-7296-520CE6FBC6A1}"/>
          </ac:spMkLst>
        </pc:spChg>
        <pc:spChg chg="mod">
          <ac:chgData name="陸 柴崎" userId="47b6e960b06a1f92" providerId="LiveId" clId="{DFDF2D9E-0FA2-4FD2-962D-E4713059FE82}" dt="2026-04-29T03:56:41.346" v="1590" actId="1076"/>
          <ac:spMkLst>
            <pc:docMk/>
            <pc:sldMk cId="1839823296" sldId="353"/>
            <ac:spMk id="45" creationId="{E9C36849-A082-11E7-2684-5B557E7897FE}"/>
          </ac:spMkLst>
        </pc:spChg>
        <pc:spChg chg="mod">
          <ac:chgData name="陸 柴崎" userId="47b6e960b06a1f92" providerId="LiveId" clId="{DFDF2D9E-0FA2-4FD2-962D-E4713059FE82}" dt="2026-04-29T03:56:46.360" v="1591" actId="1076"/>
          <ac:spMkLst>
            <pc:docMk/>
            <pc:sldMk cId="1839823296" sldId="353"/>
            <ac:spMk id="46" creationId="{066A62D8-A21F-9B61-8968-DA5E5C0EAB8E}"/>
          </ac:spMkLst>
        </pc:spChg>
        <pc:spChg chg="mod">
          <ac:chgData name="陸 柴崎" userId="47b6e960b06a1f92" providerId="LiveId" clId="{DFDF2D9E-0FA2-4FD2-962D-E4713059FE82}" dt="2026-04-29T03:58:58.359" v="1822" actId="1076"/>
          <ac:spMkLst>
            <pc:docMk/>
            <pc:sldMk cId="1839823296" sldId="353"/>
            <ac:spMk id="52" creationId="{82EDB9AC-CB59-BEFD-B5DC-46020D7D6414}"/>
          </ac:spMkLst>
        </pc:spChg>
        <pc:spChg chg="mod">
          <ac:chgData name="陸 柴崎" userId="47b6e960b06a1f92" providerId="LiveId" clId="{DFDF2D9E-0FA2-4FD2-962D-E4713059FE82}" dt="2026-04-29T03:58:58.359" v="1822" actId="1076"/>
          <ac:spMkLst>
            <pc:docMk/>
            <pc:sldMk cId="1839823296" sldId="353"/>
            <ac:spMk id="56" creationId="{9CAA9BC2-A211-526C-F842-BB79298AA7F4}"/>
          </ac:spMkLst>
        </pc:spChg>
      </pc:sldChg>
      <pc:sldChg chg="addSp delSp modSp mod modNotesTx">
        <pc:chgData name="陸 柴崎" userId="47b6e960b06a1f92" providerId="LiveId" clId="{DFDF2D9E-0FA2-4FD2-962D-E4713059FE82}" dt="2026-04-30T11:42:28.255" v="7023" actId="20577"/>
        <pc:sldMkLst>
          <pc:docMk/>
          <pc:sldMk cId="427512372" sldId="354"/>
        </pc:sldMkLst>
        <pc:spChg chg="mod">
          <ac:chgData name="陸 柴崎" userId="47b6e960b06a1f92" providerId="LiveId" clId="{DFDF2D9E-0FA2-4FD2-962D-E4713059FE82}" dt="2026-04-29T04:31:20.483" v="3511" actId="20577"/>
          <ac:spMkLst>
            <pc:docMk/>
            <pc:sldMk cId="427512372" sldId="354"/>
            <ac:spMk id="3" creationId="{CC63A3F2-F528-F444-0694-96656D4D2EE7}"/>
          </ac:spMkLst>
        </pc:spChg>
        <pc:spChg chg="add mod">
          <ac:chgData name="陸 柴崎" userId="47b6e960b06a1f92" providerId="LiveId" clId="{DFDF2D9E-0FA2-4FD2-962D-E4713059FE82}" dt="2026-04-29T04:25:16.933" v="3373" actId="1076"/>
          <ac:spMkLst>
            <pc:docMk/>
            <pc:sldMk cId="427512372" sldId="354"/>
            <ac:spMk id="26" creationId="{5C753089-F9CD-9366-72E7-496592706051}"/>
          </ac:spMkLst>
        </pc:spChg>
        <pc:picChg chg="add mod modCrop">
          <ac:chgData name="陸 柴崎" userId="47b6e960b06a1f92" providerId="LiveId" clId="{DFDF2D9E-0FA2-4FD2-962D-E4713059FE82}" dt="2026-04-29T04:24:02.252" v="3359" actId="1076"/>
          <ac:picMkLst>
            <pc:docMk/>
            <pc:sldMk cId="427512372" sldId="354"/>
            <ac:picMk id="8" creationId="{1115FAC0-2CBF-A93E-1DDA-3BC9BBCB9BA1}"/>
          </ac:picMkLst>
        </pc:picChg>
      </pc:sldChg>
      <pc:sldChg chg="del">
        <pc:chgData name="陸 柴崎" userId="47b6e960b06a1f92" providerId="LiveId" clId="{DFDF2D9E-0FA2-4FD2-962D-E4713059FE82}" dt="2026-04-30T12:03:43.622" v="7466" actId="47"/>
        <pc:sldMkLst>
          <pc:docMk/>
          <pc:sldMk cId="3000279953" sldId="359"/>
        </pc:sldMkLst>
      </pc:sldChg>
      <pc:sldChg chg="modSp mod">
        <pc:chgData name="陸 柴崎" userId="47b6e960b06a1f92" providerId="LiveId" clId="{DFDF2D9E-0FA2-4FD2-962D-E4713059FE82}" dt="2026-05-01T02:01:25.372" v="8646" actId="20577"/>
        <pc:sldMkLst>
          <pc:docMk/>
          <pc:sldMk cId="609340271" sldId="360"/>
        </pc:sldMkLst>
        <pc:spChg chg="mod">
          <ac:chgData name="陸 柴崎" userId="47b6e960b06a1f92" providerId="LiveId" clId="{DFDF2D9E-0FA2-4FD2-962D-E4713059FE82}" dt="2026-04-27T06:46:45.807" v="668" actId="1076"/>
          <ac:spMkLst>
            <pc:docMk/>
            <pc:sldMk cId="609340271" sldId="360"/>
            <ac:spMk id="3" creationId="{F2A5ABC3-E266-0634-4B4D-A255C12B0297}"/>
          </ac:spMkLst>
        </pc:spChg>
        <pc:spChg chg="mod">
          <ac:chgData name="陸 柴崎" userId="47b6e960b06a1f92" providerId="LiveId" clId="{DFDF2D9E-0FA2-4FD2-962D-E4713059FE82}" dt="2026-05-01T02:01:25.372" v="8646" actId="20577"/>
          <ac:spMkLst>
            <pc:docMk/>
            <pc:sldMk cId="609340271" sldId="360"/>
            <ac:spMk id="4" creationId="{C20DF737-0EA7-732E-D1FB-558737ED9428}"/>
          </ac:spMkLst>
        </pc:spChg>
        <pc:spChg chg="mod">
          <ac:chgData name="陸 柴崎" userId="47b6e960b06a1f92" providerId="LiveId" clId="{DFDF2D9E-0FA2-4FD2-962D-E4713059FE82}" dt="2026-04-29T04:16:10.132" v="2897" actId="1076"/>
          <ac:spMkLst>
            <pc:docMk/>
            <pc:sldMk cId="609340271" sldId="360"/>
            <ac:spMk id="40" creationId="{18BCDE0D-5E21-57F1-517E-02D58024D4E0}"/>
          </ac:spMkLst>
        </pc:spChg>
        <pc:spChg chg="mod">
          <ac:chgData name="陸 柴崎" userId="47b6e960b06a1f92" providerId="LiveId" clId="{DFDF2D9E-0FA2-4FD2-962D-E4713059FE82}" dt="2026-05-01T02:00:39.339" v="8603" actId="20577"/>
          <ac:spMkLst>
            <pc:docMk/>
            <pc:sldMk cId="609340271" sldId="360"/>
            <ac:spMk id="57" creationId="{C67B1B63-E895-36A2-FADA-3D87D2B968CB}"/>
          </ac:spMkLst>
        </pc:spChg>
        <pc:spChg chg="mod">
          <ac:chgData name="陸 柴崎" userId="47b6e960b06a1f92" providerId="LiveId" clId="{DFDF2D9E-0FA2-4FD2-962D-E4713059FE82}" dt="2026-04-27T06:46:43.165" v="667" actId="1076"/>
          <ac:spMkLst>
            <pc:docMk/>
            <pc:sldMk cId="609340271" sldId="360"/>
            <ac:spMk id="69" creationId="{5A6EDAFF-02C6-07F6-6A7A-521036718516}"/>
          </ac:spMkLst>
        </pc:spChg>
        <pc:grpChg chg="mod">
          <ac:chgData name="陸 柴崎" userId="47b6e960b06a1f92" providerId="LiveId" clId="{DFDF2D9E-0FA2-4FD2-962D-E4713059FE82}" dt="2026-04-29T04:15:59.903" v="2895" actId="1076"/>
          <ac:grpSpMkLst>
            <pc:docMk/>
            <pc:sldMk cId="609340271" sldId="360"/>
            <ac:grpSpMk id="44" creationId="{8545B1C6-AD44-CAA2-F2D8-7D9E0EE8C615}"/>
          </ac:grpSpMkLst>
        </pc:grpChg>
        <pc:grpChg chg="mod">
          <ac:chgData name="陸 柴崎" userId="47b6e960b06a1f92" providerId="LiveId" clId="{DFDF2D9E-0FA2-4FD2-962D-E4713059FE82}" dt="2026-04-27T06:46:43.165" v="667" actId="1076"/>
          <ac:grpSpMkLst>
            <pc:docMk/>
            <pc:sldMk cId="609340271" sldId="360"/>
            <ac:grpSpMk id="66" creationId="{5D8A99AE-AB03-F0C5-CD0B-198872016830}"/>
          </ac:grpSpMkLst>
        </pc:grpChg>
      </pc:sldChg>
      <pc:sldChg chg="addSp delSp modSp mod modNotesTx">
        <pc:chgData name="陸 柴崎" userId="47b6e960b06a1f92" providerId="LiveId" clId="{DFDF2D9E-0FA2-4FD2-962D-E4713059FE82}" dt="2026-05-01T02:27:22.398" v="9032" actId="20577"/>
        <pc:sldMkLst>
          <pc:docMk/>
          <pc:sldMk cId="1498123991" sldId="367"/>
        </pc:sldMkLst>
        <pc:spChg chg="mod">
          <ac:chgData name="陸 柴崎" userId="47b6e960b06a1f92" providerId="LiveId" clId="{DFDF2D9E-0FA2-4FD2-962D-E4713059FE82}" dt="2026-04-29T04:59:58.190" v="4238" actId="14100"/>
          <ac:spMkLst>
            <pc:docMk/>
            <pc:sldMk cId="1498123991" sldId="367"/>
            <ac:spMk id="3" creationId="{08ED5234-0177-85AC-C2B4-93A061664757}"/>
          </ac:spMkLst>
        </pc:spChg>
        <pc:spChg chg="add mod">
          <ac:chgData name="陸 柴崎" userId="47b6e960b06a1f92" providerId="LiveId" clId="{DFDF2D9E-0FA2-4FD2-962D-E4713059FE82}" dt="2026-04-29T05:01:21.668" v="4482" actId="20577"/>
          <ac:spMkLst>
            <pc:docMk/>
            <pc:sldMk cId="1498123991" sldId="367"/>
            <ac:spMk id="7" creationId="{879BC0AE-5290-3F86-BF5B-32D4A6082E4C}"/>
          </ac:spMkLst>
        </pc:spChg>
        <pc:spChg chg="add mod">
          <ac:chgData name="陸 柴崎" userId="47b6e960b06a1f92" providerId="LiveId" clId="{DFDF2D9E-0FA2-4FD2-962D-E4713059FE82}" dt="2026-05-01T02:27:22.398" v="9032" actId="20577"/>
          <ac:spMkLst>
            <pc:docMk/>
            <pc:sldMk cId="1498123991" sldId="367"/>
            <ac:spMk id="30" creationId="{E56EEF28-2861-3970-36DE-A2E0E9813AA4}"/>
          </ac:spMkLst>
        </pc:spChg>
        <pc:spChg chg="add mod ord">
          <ac:chgData name="陸 柴崎" userId="47b6e960b06a1f92" providerId="LiveId" clId="{DFDF2D9E-0FA2-4FD2-962D-E4713059FE82}" dt="2026-04-30T12:09:20.449" v="7510" actId="14100"/>
          <ac:spMkLst>
            <pc:docMk/>
            <pc:sldMk cId="1498123991" sldId="367"/>
            <ac:spMk id="33" creationId="{64818BBA-FF9C-64C5-603F-C9F3CC9A6057}"/>
          </ac:spMkLst>
        </pc:spChg>
      </pc:sldChg>
      <pc:sldChg chg="addSp modSp mod">
        <pc:chgData name="陸 柴崎" userId="47b6e960b06a1f92" providerId="LiveId" clId="{DFDF2D9E-0FA2-4FD2-962D-E4713059FE82}" dt="2026-04-30T12:13:01.075" v="7729" actId="14100"/>
        <pc:sldMkLst>
          <pc:docMk/>
          <pc:sldMk cId="171453735" sldId="369"/>
        </pc:sldMkLst>
        <pc:spChg chg="add mod">
          <ac:chgData name="陸 柴崎" userId="47b6e960b06a1f92" providerId="LiveId" clId="{DFDF2D9E-0FA2-4FD2-962D-E4713059FE82}" dt="2026-04-30T12:13:01.075" v="7729" actId="14100"/>
          <ac:spMkLst>
            <pc:docMk/>
            <pc:sldMk cId="171453735" sldId="369"/>
            <ac:spMk id="4" creationId="{35323E74-E127-4A5B-83FF-EAD20FF8CF43}"/>
          </ac:spMkLst>
        </pc:spChg>
        <pc:spChg chg="add mod">
          <ac:chgData name="陸 柴崎" userId="47b6e960b06a1f92" providerId="LiveId" clId="{DFDF2D9E-0FA2-4FD2-962D-E4713059FE82}" dt="2026-04-30T12:12:49.663" v="7726" actId="1076"/>
          <ac:spMkLst>
            <pc:docMk/>
            <pc:sldMk cId="171453735" sldId="369"/>
            <ac:spMk id="5" creationId="{F5B0D247-F7A5-E1C5-944F-190027EC9A59}"/>
          </ac:spMkLst>
        </pc:spChg>
        <pc:picChg chg="mod">
          <ac:chgData name="陸 柴崎" userId="47b6e960b06a1f92" providerId="LiveId" clId="{DFDF2D9E-0FA2-4FD2-962D-E4713059FE82}" dt="2026-04-30T12:12:07.067" v="7674" actId="1037"/>
          <ac:picMkLst>
            <pc:docMk/>
            <pc:sldMk cId="171453735" sldId="369"/>
            <ac:picMk id="7" creationId="{3B21797C-4B43-4185-96B5-AC113D6E6ADC}"/>
          </ac:picMkLst>
        </pc:picChg>
      </pc:sldChg>
      <pc:sldChg chg="addSp delSp modSp mod">
        <pc:chgData name="陸 柴崎" userId="47b6e960b06a1f92" providerId="LiveId" clId="{DFDF2D9E-0FA2-4FD2-962D-E4713059FE82}" dt="2026-04-30T12:38:24.584" v="7925" actId="20577"/>
        <pc:sldMkLst>
          <pc:docMk/>
          <pc:sldMk cId="776935616" sldId="371"/>
        </pc:sldMkLst>
        <pc:spChg chg="mod">
          <ac:chgData name="陸 柴崎" userId="47b6e960b06a1f92" providerId="LiveId" clId="{DFDF2D9E-0FA2-4FD2-962D-E4713059FE82}" dt="2026-04-30T11:06:49.534" v="5705" actId="20577"/>
          <ac:spMkLst>
            <pc:docMk/>
            <pc:sldMk cId="776935616" sldId="371"/>
            <ac:spMk id="3" creationId="{5EECB152-7FF6-E7FF-4AED-B64C4FB0C9EA}"/>
          </ac:spMkLst>
        </pc:spChg>
        <pc:spChg chg="add mod">
          <ac:chgData name="陸 柴崎" userId="47b6e960b06a1f92" providerId="LiveId" clId="{DFDF2D9E-0FA2-4FD2-962D-E4713059FE82}" dt="2026-04-30T12:38:24.584" v="7925" actId="20577"/>
          <ac:spMkLst>
            <pc:docMk/>
            <pc:sldMk cId="776935616" sldId="371"/>
            <ac:spMk id="26" creationId="{46F98B60-0235-A762-1515-E980046B9D29}"/>
          </ac:spMkLst>
        </pc:spChg>
        <pc:spChg chg="mod">
          <ac:chgData name="陸 柴崎" userId="47b6e960b06a1f92" providerId="LiveId" clId="{DFDF2D9E-0FA2-4FD2-962D-E4713059FE82}" dt="2026-04-30T10:56:23.708" v="5120" actId="14100"/>
          <ac:spMkLst>
            <pc:docMk/>
            <pc:sldMk cId="776935616" sldId="371"/>
            <ac:spMk id="35" creationId="{4E9B6F8F-4409-0CAE-15CC-B110B0D31EE9}"/>
          </ac:spMkLst>
        </pc:spChg>
        <pc:spChg chg="mod">
          <ac:chgData name="陸 柴崎" userId="47b6e960b06a1f92" providerId="LiveId" clId="{DFDF2D9E-0FA2-4FD2-962D-E4713059FE82}" dt="2026-04-30T11:03:15.213" v="5443" actId="20577"/>
          <ac:spMkLst>
            <pc:docMk/>
            <pc:sldMk cId="776935616" sldId="371"/>
            <ac:spMk id="36" creationId="{2AD0E88D-EB32-5444-2C66-41FED6D1ACB3}"/>
          </ac:spMkLst>
        </pc:spChg>
        <pc:grpChg chg="del">
          <ac:chgData name="陸 柴崎" userId="47b6e960b06a1f92" providerId="LiveId" clId="{DFDF2D9E-0FA2-4FD2-962D-E4713059FE82}" dt="2026-04-30T10:30:11.585" v="5109" actId="478"/>
          <ac:grpSpMkLst>
            <pc:docMk/>
            <pc:sldMk cId="776935616" sldId="371"/>
            <ac:grpSpMk id="4" creationId="{236D53AE-1A73-0450-EA89-76FC7FA3C1BC}"/>
          </ac:grpSpMkLst>
        </pc:grpChg>
        <pc:picChg chg="del">
          <ac:chgData name="陸 柴崎" userId="47b6e960b06a1f92" providerId="LiveId" clId="{DFDF2D9E-0FA2-4FD2-962D-E4713059FE82}" dt="2026-04-30T10:30:10.433" v="5108" actId="478"/>
          <ac:picMkLst>
            <pc:docMk/>
            <pc:sldMk cId="776935616" sldId="371"/>
            <ac:picMk id="8" creationId="{2DABA004-AD43-F198-956D-5E8B266AEA47}"/>
          </ac:picMkLst>
        </pc:picChg>
        <pc:picChg chg="add mod">
          <ac:chgData name="陸 柴崎" userId="47b6e960b06a1f92" providerId="LiveId" clId="{DFDF2D9E-0FA2-4FD2-962D-E4713059FE82}" dt="2026-04-30T10:56:25.765" v="5121" actId="1076"/>
          <ac:picMkLst>
            <pc:docMk/>
            <pc:sldMk cId="776935616" sldId="371"/>
            <ac:picMk id="9" creationId="{853EFD15-E12B-03F4-C8F1-91ABB8636351}"/>
          </ac:picMkLst>
        </pc:picChg>
      </pc:sldChg>
      <pc:sldChg chg="addSp delSp modSp mod">
        <pc:chgData name="陸 柴崎" userId="47b6e960b06a1f92" providerId="LiveId" clId="{DFDF2D9E-0FA2-4FD2-962D-E4713059FE82}" dt="2026-05-01T02:04:50.855" v="8714" actId="20577"/>
        <pc:sldMkLst>
          <pc:docMk/>
          <pc:sldMk cId="2501506395" sldId="372"/>
        </pc:sldMkLst>
        <pc:spChg chg="mod">
          <ac:chgData name="陸 柴崎" userId="47b6e960b06a1f92" providerId="LiveId" clId="{DFDF2D9E-0FA2-4FD2-962D-E4713059FE82}" dt="2026-04-30T11:07:02.240" v="5714" actId="20577"/>
          <ac:spMkLst>
            <pc:docMk/>
            <pc:sldMk cId="2501506395" sldId="372"/>
            <ac:spMk id="3" creationId="{47C59F46-929A-5313-7A47-8A2B5F2DD145}"/>
          </ac:spMkLst>
        </pc:spChg>
        <pc:spChg chg="add mod">
          <ac:chgData name="陸 柴崎" userId="47b6e960b06a1f92" providerId="LiveId" clId="{DFDF2D9E-0FA2-4FD2-962D-E4713059FE82}" dt="2026-04-30T11:11:34.286" v="5929" actId="20577"/>
          <ac:spMkLst>
            <pc:docMk/>
            <pc:sldMk cId="2501506395" sldId="372"/>
            <ac:spMk id="7" creationId="{6DB342B9-19AE-5210-55C8-A8A36BDE9938}"/>
          </ac:spMkLst>
        </pc:spChg>
        <pc:spChg chg="add mod">
          <ac:chgData name="陸 柴崎" userId="47b6e960b06a1f92" providerId="LiveId" clId="{DFDF2D9E-0FA2-4FD2-962D-E4713059FE82}" dt="2026-04-30T11:10:33.081" v="5922" actId="1076"/>
          <ac:spMkLst>
            <pc:docMk/>
            <pc:sldMk cId="2501506395" sldId="372"/>
            <ac:spMk id="8" creationId="{C0AB0A08-AA76-1B94-50D7-A4DC865FDEF0}"/>
          </ac:spMkLst>
        </pc:spChg>
        <pc:spChg chg="add mod">
          <ac:chgData name="陸 柴崎" userId="47b6e960b06a1f92" providerId="LiveId" clId="{DFDF2D9E-0FA2-4FD2-962D-E4713059FE82}" dt="2026-05-01T02:04:50.855" v="8714" actId="20577"/>
          <ac:spMkLst>
            <pc:docMk/>
            <pc:sldMk cId="2501506395" sldId="372"/>
            <ac:spMk id="9" creationId="{D53A01AB-427B-8278-81F6-B22FE67A4405}"/>
          </ac:spMkLst>
        </pc:spChg>
        <pc:spChg chg="del">
          <ac:chgData name="陸 柴崎" userId="47b6e960b06a1f92" providerId="LiveId" clId="{DFDF2D9E-0FA2-4FD2-962D-E4713059FE82}" dt="2026-04-30T11:07:47.432" v="5767" actId="478"/>
          <ac:spMkLst>
            <pc:docMk/>
            <pc:sldMk cId="2501506395" sldId="372"/>
            <ac:spMk id="26" creationId="{FA44AA86-CC4E-9DCA-3BCA-FB990A938400}"/>
          </ac:spMkLst>
        </pc:spChg>
        <pc:spChg chg="del">
          <ac:chgData name="陸 柴崎" userId="47b6e960b06a1f92" providerId="LiveId" clId="{DFDF2D9E-0FA2-4FD2-962D-E4713059FE82}" dt="2026-04-30T11:07:44.869" v="5764" actId="478"/>
          <ac:spMkLst>
            <pc:docMk/>
            <pc:sldMk cId="2501506395" sldId="372"/>
            <ac:spMk id="27" creationId="{81ABA0E8-3737-8390-325D-CEBBBD631BA2}"/>
          </ac:spMkLst>
        </pc:spChg>
        <pc:spChg chg="del">
          <ac:chgData name="陸 柴崎" userId="47b6e960b06a1f92" providerId="LiveId" clId="{DFDF2D9E-0FA2-4FD2-962D-E4713059FE82}" dt="2026-04-30T11:07:46.558" v="5766" actId="478"/>
          <ac:spMkLst>
            <pc:docMk/>
            <pc:sldMk cId="2501506395" sldId="372"/>
            <ac:spMk id="32" creationId="{E7ED83AF-043F-4A88-E6C8-A642B6683DD8}"/>
          </ac:spMkLst>
        </pc:spChg>
        <pc:spChg chg="del">
          <ac:chgData name="陸 柴崎" userId="47b6e960b06a1f92" providerId="LiveId" clId="{DFDF2D9E-0FA2-4FD2-962D-E4713059FE82}" dt="2026-04-30T11:07:45.756" v="5765" actId="478"/>
          <ac:spMkLst>
            <pc:docMk/>
            <pc:sldMk cId="2501506395" sldId="372"/>
            <ac:spMk id="34" creationId="{1C4A924E-5DBF-DCBE-B85E-71B6461FEEB3}"/>
          </ac:spMkLst>
        </pc:spChg>
        <pc:grpChg chg="del">
          <ac:chgData name="陸 柴崎" userId="47b6e960b06a1f92" providerId="LiveId" clId="{DFDF2D9E-0FA2-4FD2-962D-E4713059FE82}" dt="2026-04-30T11:07:14.586" v="5715" actId="478"/>
          <ac:grpSpMkLst>
            <pc:docMk/>
            <pc:sldMk cId="2501506395" sldId="372"/>
            <ac:grpSpMk id="4" creationId="{AF75046B-34BD-EC57-D8CA-E92700DCBC3D}"/>
          </ac:grpSpMkLst>
        </pc:grpChg>
        <pc:picChg chg="add mod">
          <ac:chgData name="陸 柴崎" userId="47b6e960b06a1f92" providerId="LiveId" clId="{DFDF2D9E-0FA2-4FD2-962D-E4713059FE82}" dt="2026-04-30T11:10:37.477" v="5926" actId="1037"/>
          <ac:picMkLst>
            <pc:docMk/>
            <pc:sldMk cId="2501506395" sldId="372"/>
            <ac:picMk id="29" creationId="{2D1CDC55-C940-2944-210C-358A5CECBC03}"/>
          </ac:picMkLst>
        </pc:picChg>
        <pc:picChg chg="del">
          <ac:chgData name="陸 柴崎" userId="47b6e960b06a1f92" providerId="LiveId" clId="{DFDF2D9E-0FA2-4FD2-962D-E4713059FE82}" dt="2026-04-30T11:07:42.202" v="5763" actId="478"/>
          <ac:picMkLst>
            <pc:docMk/>
            <pc:sldMk cId="2501506395" sldId="372"/>
            <ac:picMk id="33" creationId="{11139286-8B1D-5848-7E1E-0A83959DB6CE}"/>
          </ac:picMkLst>
        </pc:picChg>
      </pc:sldChg>
      <pc:sldChg chg="addSp delSp modSp mod modNotesTx">
        <pc:chgData name="陸 柴崎" userId="47b6e960b06a1f92" providerId="LiveId" clId="{DFDF2D9E-0FA2-4FD2-962D-E4713059FE82}" dt="2026-05-01T06:06:38.060" v="9884" actId="20577"/>
        <pc:sldMkLst>
          <pc:docMk/>
          <pc:sldMk cId="3029064412" sldId="373"/>
        </pc:sldMkLst>
        <pc:spChg chg="mod">
          <ac:chgData name="陸 柴崎" userId="47b6e960b06a1f92" providerId="LiveId" clId="{DFDF2D9E-0FA2-4FD2-962D-E4713059FE82}" dt="2026-05-01T02:05:39.555" v="8748" actId="20577"/>
          <ac:spMkLst>
            <pc:docMk/>
            <pc:sldMk cId="3029064412" sldId="373"/>
            <ac:spMk id="3" creationId="{28EF2D4D-08E5-3592-3EE1-02E9943A7CF9}"/>
          </ac:spMkLst>
        </pc:spChg>
        <pc:spChg chg="add mod">
          <ac:chgData name="陸 柴崎" userId="47b6e960b06a1f92" providerId="LiveId" clId="{DFDF2D9E-0FA2-4FD2-962D-E4713059FE82}" dt="2026-04-30T12:39:59.754" v="8004" actId="1036"/>
          <ac:spMkLst>
            <pc:docMk/>
            <pc:sldMk cId="3029064412" sldId="373"/>
            <ac:spMk id="7" creationId="{55CF3611-8AE0-8D60-F5FF-91EF151B693F}"/>
          </ac:spMkLst>
        </pc:spChg>
        <pc:spChg chg="mod">
          <ac:chgData name="陸 柴崎" userId="47b6e960b06a1f92" providerId="LiveId" clId="{DFDF2D9E-0FA2-4FD2-962D-E4713059FE82}" dt="2026-04-30T12:47:00.265" v="8503" actId="20577"/>
          <ac:spMkLst>
            <pc:docMk/>
            <pc:sldMk cId="3029064412" sldId="373"/>
            <ac:spMk id="8" creationId="{B89DAA68-4148-F088-572F-9ED684EB5AF0}"/>
          </ac:spMkLst>
        </pc:spChg>
        <pc:grpChg chg="del">
          <ac:chgData name="陸 柴崎" userId="47b6e960b06a1f92" providerId="LiveId" clId="{DFDF2D9E-0FA2-4FD2-962D-E4713059FE82}" dt="2026-04-30T11:26:44.391" v="7021" actId="478"/>
          <ac:grpSpMkLst>
            <pc:docMk/>
            <pc:sldMk cId="3029064412" sldId="373"/>
            <ac:grpSpMk id="4" creationId="{B6A2AE1C-786F-4506-913C-8E0E90D16897}"/>
          </ac:grpSpMkLst>
        </pc:grpChg>
      </pc:sldChg>
      <pc:sldChg chg="addSp delSp modSp mod">
        <pc:chgData name="陸 柴崎" userId="47b6e960b06a1f92" providerId="LiveId" clId="{DFDF2D9E-0FA2-4FD2-962D-E4713059FE82}" dt="2026-04-29T03:59:29.806" v="1838" actId="478"/>
        <pc:sldMkLst>
          <pc:docMk/>
          <pc:sldMk cId="686063565" sldId="375"/>
        </pc:sldMkLst>
      </pc:sldChg>
      <pc:sldChg chg="delSp mod">
        <pc:chgData name="陸 柴崎" userId="47b6e960b06a1f92" providerId="LiveId" clId="{DFDF2D9E-0FA2-4FD2-962D-E4713059FE82}" dt="2026-04-30T11:31:43.809" v="7022" actId="478"/>
        <pc:sldMkLst>
          <pc:docMk/>
          <pc:sldMk cId="4231756051" sldId="376"/>
        </pc:sldMkLst>
        <pc:spChg chg="del">
          <ac:chgData name="陸 柴崎" userId="47b6e960b06a1f92" providerId="LiveId" clId="{DFDF2D9E-0FA2-4FD2-962D-E4713059FE82}" dt="2026-04-30T11:31:43.809" v="7022" actId="478"/>
          <ac:spMkLst>
            <pc:docMk/>
            <pc:sldMk cId="4231756051" sldId="376"/>
            <ac:spMk id="2" creationId="{A1B3ADA4-0E49-9FC4-4168-8FE7D0E0D5D9}"/>
          </ac:spMkLst>
        </pc:spChg>
      </pc:sldChg>
      <pc:sldChg chg="addSp delSp modSp mod">
        <pc:chgData name="陸 柴崎" userId="47b6e960b06a1f92" providerId="LiveId" clId="{DFDF2D9E-0FA2-4FD2-962D-E4713059FE82}" dt="2026-05-01T02:05:31.771" v="8724" actId="20577"/>
        <pc:sldMkLst>
          <pc:docMk/>
          <pc:sldMk cId="1738244995" sldId="380"/>
        </pc:sldMkLst>
        <pc:spChg chg="mod">
          <ac:chgData name="陸 柴崎" userId="47b6e960b06a1f92" providerId="LiveId" clId="{DFDF2D9E-0FA2-4FD2-962D-E4713059FE82}" dt="2026-05-01T02:05:31.771" v="8724" actId="20577"/>
          <ac:spMkLst>
            <pc:docMk/>
            <pc:sldMk cId="1738244995" sldId="380"/>
            <ac:spMk id="3" creationId="{BAC40D29-8900-C127-8A5B-38B034C85586}"/>
          </ac:spMkLst>
        </pc:spChg>
        <pc:spChg chg="add mod">
          <ac:chgData name="陸 柴崎" userId="47b6e960b06a1f92" providerId="LiveId" clId="{DFDF2D9E-0FA2-4FD2-962D-E4713059FE82}" dt="2026-04-30T11:11:52.770" v="5960" actId="20577"/>
          <ac:spMkLst>
            <pc:docMk/>
            <pc:sldMk cId="1738244995" sldId="380"/>
            <ac:spMk id="7" creationId="{946D7531-BE52-17EA-AD97-030D514BC7E6}"/>
          </ac:spMkLst>
        </pc:spChg>
        <pc:spChg chg="del">
          <ac:chgData name="陸 柴崎" userId="47b6e960b06a1f92" providerId="LiveId" clId="{DFDF2D9E-0FA2-4FD2-962D-E4713059FE82}" dt="2026-04-30T11:11:41.277" v="5932" actId="478"/>
          <ac:spMkLst>
            <pc:docMk/>
            <pc:sldMk cId="1738244995" sldId="380"/>
            <ac:spMk id="9" creationId="{91D80667-6D1A-E95E-25E0-0F7861ECB8DA}"/>
          </ac:spMkLst>
        </pc:spChg>
        <pc:spChg chg="del">
          <ac:chgData name="陸 柴崎" userId="47b6e960b06a1f92" providerId="LiveId" clId="{DFDF2D9E-0FA2-4FD2-962D-E4713059FE82}" dt="2026-04-30T11:11:41.277" v="5932" actId="478"/>
          <ac:spMkLst>
            <pc:docMk/>
            <pc:sldMk cId="1738244995" sldId="380"/>
            <ac:spMk id="26" creationId="{58762009-5883-A445-BB41-7D67923B374F}"/>
          </ac:spMkLst>
        </pc:spChg>
        <pc:spChg chg="del">
          <ac:chgData name="陸 柴崎" userId="47b6e960b06a1f92" providerId="LiveId" clId="{DFDF2D9E-0FA2-4FD2-962D-E4713059FE82}" dt="2026-04-30T11:11:41.277" v="5932" actId="478"/>
          <ac:spMkLst>
            <pc:docMk/>
            <pc:sldMk cId="1738244995" sldId="380"/>
            <ac:spMk id="27" creationId="{163CD1FE-555E-E577-ED6C-71F063D9ADAE}"/>
          </ac:spMkLst>
        </pc:spChg>
        <pc:spChg chg="del">
          <ac:chgData name="陸 柴崎" userId="47b6e960b06a1f92" providerId="LiveId" clId="{DFDF2D9E-0FA2-4FD2-962D-E4713059FE82}" dt="2026-04-30T11:11:41.277" v="5932" actId="478"/>
          <ac:spMkLst>
            <pc:docMk/>
            <pc:sldMk cId="1738244995" sldId="380"/>
            <ac:spMk id="28" creationId="{F22F5EC0-13F8-55E0-50B8-16773819DAA3}"/>
          </ac:spMkLst>
        </pc:spChg>
        <pc:spChg chg="add mod">
          <ac:chgData name="陸 柴崎" userId="47b6e960b06a1f92" providerId="LiveId" clId="{DFDF2D9E-0FA2-4FD2-962D-E4713059FE82}" dt="2026-04-30T11:17:35.352" v="6100" actId="14100"/>
          <ac:spMkLst>
            <pc:docMk/>
            <pc:sldMk cId="1738244995" sldId="380"/>
            <ac:spMk id="31" creationId="{8C20DBA3-4EDA-282C-5DEF-6E201EDC2ADD}"/>
          </ac:spMkLst>
        </pc:spChg>
        <pc:spChg chg="del">
          <ac:chgData name="陸 柴崎" userId="47b6e960b06a1f92" providerId="LiveId" clId="{DFDF2D9E-0FA2-4FD2-962D-E4713059FE82}" dt="2026-04-30T11:11:41.277" v="5932" actId="478"/>
          <ac:spMkLst>
            <pc:docMk/>
            <pc:sldMk cId="1738244995" sldId="380"/>
            <ac:spMk id="32" creationId="{864B21CC-089A-6F06-C109-E22887242D52}"/>
          </ac:spMkLst>
        </pc:spChg>
        <pc:spChg chg="add mod">
          <ac:chgData name="陸 柴崎" userId="47b6e960b06a1f92" providerId="LiveId" clId="{DFDF2D9E-0FA2-4FD2-962D-E4713059FE82}" dt="2026-04-30T12:07:58.844" v="7508" actId="20577"/>
          <ac:spMkLst>
            <pc:docMk/>
            <pc:sldMk cId="1738244995" sldId="380"/>
            <ac:spMk id="33" creationId="{A3EA4E9A-6017-C2DB-928E-B33916AFB155}"/>
          </ac:spMkLst>
        </pc:spChg>
        <pc:spChg chg="del">
          <ac:chgData name="陸 柴崎" userId="47b6e960b06a1f92" providerId="LiveId" clId="{DFDF2D9E-0FA2-4FD2-962D-E4713059FE82}" dt="2026-04-30T11:11:41.277" v="5932" actId="478"/>
          <ac:spMkLst>
            <pc:docMk/>
            <pc:sldMk cId="1738244995" sldId="380"/>
            <ac:spMk id="34" creationId="{2A17EBDD-F18C-7913-3063-93BFBF0B3890}"/>
          </ac:spMkLst>
        </pc:spChg>
        <pc:grpChg chg="del">
          <ac:chgData name="陸 柴崎" userId="47b6e960b06a1f92" providerId="LiveId" clId="{DFDF2D9E-0FA2-4FD2-962D-E4713059FE82}" dt="2026-04-30T11:11:39.750" v="5931" actId="478"/>
          <ac:grpSpMkLst>
            <pc:docMk/>
            <pc:sldMk cId="1738244995" sldId="380"/>
            <ac:grpSpMk id="4" creationId="{2F2D03CF-2392-67DE-EBB2-03F59AB27DD3}"/>
          </ac:grpSpMkLst>
        </pc:grpChg>
        <pc:picChg chg="del">
          <ac:chgData name="陸 柴崎" userId="47b6e960b06a1f92" providerId="LiveId" clId="{DFDF2D9E-0FA2-4FD2-962D-E4713059FE82}" dt="2026-04-30T11:11:38.797" v="5930" actId="478"/>
          <ac:picMkLst>
            <pc:docMk/>
            <pc:sldMk cId="1738244995" sldId="380"/>
            <ac:picMk id="8" creationId="{D2678DFE-E18C-99FC-3934-7D24897DBD9E}"/>
          </ac:picMkLst>
        </pc:picChg>
        <pc:picChg chg="add mod">
          <ac:chgData name="陸 柴崎" userId="47b6e960b06a1f92" providerId="LiveId" clId="{DFDF2D9E-0FA2-4FD2-962D-E4713059FE82}" dt="2026-04-30T11:23:07.999" v="6324" actId="1035"/>
          <ac:picMkLst>
            <pc:docMk/>
            <pc:sldMk cId="1738244995" sldId="380"/>
            <ac:picMk id="30" creationId="{397F8BA7-C81E-21CE-3A04-0D52C2B75758}"/>
          </ac:picMkLst>
        </pc:picChg>
      </pc:sldChg>
      <pc:sldChg chg="addSp delSp modSp add mod">
        <pc:chgData name="陸 柴崎" userId="47b6e960b06a1f92" providerId="LiveId" clId="{DFDF2D9E-0FA2-4FD2-962D-E4713059FE82}" dt="2026-04-29T04:33:24.054" v="3694" actId="478"/>
        <pc:sldMkLst>
          <pc:docMk/>
          <pc:sldMk cId="248140243" sldId="381"/>
        </pc:sldMkLst>
        <pc:spChg chg="mod">
          <ac:chgData name="陸 柴崎" userId="47b6e960b06a1f92" providerId="LiveId" clId="{DFDF2D9E-0FA2-4FD2-962D-E4713059FE82}" dt="2026-04-29T04:06:15.890" v="2358" actId="20577"/>
          <ac:spMkLst>
            <pc:docMk/>
            <pc:sldMk cId="248140243" sldId="381"/>
            <ac:spMk id="5" creationId="{56D8F5B6-178E-BD85-3538-424ABD8BAE9B}"/>
          </ac:spMkLst>
        </pc:spChg>
        <pc:spChg chg="mod topLvl">
          <ac:chgData name="陸 柴崎" userId="47b6e960b06a1f92" providerId="LiveId" clId="{DFDF2D9E-0FA2-4FD2-962D-E4713059FE82}" dt="2026-04-29T04:15:29.375" v="2891" actId="1076"/>
          <ac:spMkLst>
            <pc:docMk/>
            <pc:sldMk cId="248140243" sldId="381"/>
            <ac:spMk id="7" creationId="{18605AD5-33CD-5F56-876C-164ABED5FF81}"/>
          </ac:spMkLst>
        </pc:spChg>
        <pc:graphicFrameChg chg="add mod modGraphic">
          <ac:chgData name="陸 柴崎" userId="47b6e960b06a1f92" providerId="LiveId" clId="{DFDF2D9E-0FA2-4FD2-962D-E4713059FE82}" dt="2026-04-29T04:15:32.754" v="2892" actId="1076"/>
          <ac:graphicFrameMkLst>
            <pc:docMk/>
            <pc:sldMk cId="248140243" sldId="381"/>
            <ac:graphicFrameMk id="3" creationId="{4BDA7101-20EE-F0BC-E35D-424FA57BC52D}"/>
          </ac:graphicFrameMkLst>
        </pc:graphicFrameChg>
      </pc:sldChg>
      <pc:sldChg chg="addSp delSp modSp add mod ord">
        <pc:chgData name="陸 柴崎" userId="47b6e960b06a1f92" providerId="LiveId" clId="{DFDF2D9E-0FA2-4FD2-962D-E4713059FE82}" dt="2026-04-29T04:23:13.715" v="3239" actId="1076"/>
        <pc:sldMkLst>
          <pc:docMk/>
          <pc:sldMk cId="1836378512" sldId="382"/>
        </pc:sldMkLst>
        <pc:spChg chg="mod">
          <ac:chgData name="陸 柴崎" userId="47b6e960b06a1f92" providerId="LiveId" clId="{DFDF2D9E-0FA2-4FD2-962D-E4713059FE82}" dt="2026-04-29T04:10:27.093" v="2546" actId="20577"/>
          <ac:spMkLst>
            <pc:docMk/>
            <pc:sldMk cId="1836378512" sldId="382"/>
            <ac:spMk id="5" creationId="{B9206AD4-9858-463A-56F9-4A2737CD82D2}"/>
          </ac:spMkLst>
        </pc:spChg>
        <pc:spChg chg="add del mod topLvl">
          <ac:chgData name="陸 柴崎" userId="47b6e960b06a1f92" providerId="LiveId" clId="{DFDF2D9E-0FA2-4FD2-962D-E4713059FE82}" dt="2026-04-29T04:23:13.715" v="3239" actId="1076"/>
          <ac:spMkLst>
            <pc:docMk/>
            <pc:sldMk cId="1836378512" sldId="382"/>
            <ac:spMk id="7" creationId="{9C61A7E0-E56E-51AA-D71E-1F5A45439314}"/>
          </ac:spMkLst>
        </pc:spChg>
        <pc:spChg chg="mod">
          <ac:chgData name="陸 柴崎" userId="47b6e960b06a1f92" providerId="LiveId" clId="{DFDF2D9E-0FA2-4FD2-962D-E4713059FE82}" dt="2026-04-29T04:16:40.790" v="2917" actId="20577"/>
          <ac:spMkLst>
            <pc:docMk/>
            <pc:sldMk cId="1836378512" sldId="382"/>
            <ac:spMk id="33" creationId="{3BF61C23-CB68-F2BB-5C51-A3BD4EF72978}"/>
          </ac:spMkLst>
        </pc:spChg>
        <pc:spChg chg="mod">
          <ac:chgData name="陸 柴崎" userId="47b6e960b06a1f92" providerId="LiveId" clId="{DFDF2D9E-0FA2-4FD2-962D-E4713059FE82}" dt="2026-04-29T04:15:05.213" v="2886"/>
          <ac:spMkLst>
            <pc:docMk/>
            <pc:sldMk cId="1836378512" sldId="382"/>
            <ac:spMk id="34" creationId="{A5D612EF-A0F7-72A8-56BE-3F39E8805DD8}"/>
          </ac:spMkLst>
        </pc:spChg>
        <pc:spChg chg="add mod ord">
          <ac:chgData name="陸 柴崎" userId="47b6e960b06a1f92" providerId="LiveId" clId="{DFDF2D9E-0FA2-4FD2-962D-E4713059FE82}" dt="2026-04-29T04:19:05.056" v="3215" actId="14100"/>
          <ac:spMkLst>
            <pc:docMk/>
            <pc:sldMk cId="1836378512" sldId="382"/>
            <ac:spMk id="38" creationId="{89DE5DF4-B888-AB02-74F0-04EBA21E49D4}"/>
          </ac:spMkLst>
        </pc:spChg>
        <pc:spChg chg="mod">
          <ac:chgData name="陸 柴崎" userId="47b6e960b06a1f92" providerId="LiveId" clId="{DFDF2D9E-0FA2-4FD2-962D-E4713059FE82}" dt="2026-04-29T04:17:23.006" v="2940" actId="20577"/>
          <ac:spMkLst>
            <pc:docMk/>
            <pc:sldMk cId="1836378512" sldId="382"/>
            <ac:spMk id="41" creationId="{8AA4D5AA-C3CF-682E-8D63-7DBEB8E5D9B7}"/>
          </ac:spMkLst>
        </pc:spChg>
        <pc:spChg chg="mod">
          <ac:chgData name="陸 柴崎" userId="47b6e960b06a1f92" providerId="LiveId" clId="{DFDF2D9E-0FA2-4FD2-962D-E4713059FE82}" dt="2026-04-29T04:16:59.964" v="2921"/>
          <ac:spMkLst>
            <pc:docMk/>
            <pc:sldMk cId="1836378512" sldId="382"/>
            <ac:spMk id="42" creationId="{2E56369B-4684-A21D-A470-E14ECFF2CB9F}"/>
          </ac:spMkLst>
        </pc:spChg>
        <pc:spChg chg="add mod">
          <ac:chgData name="陸 柴崎" userId="47b6e960b06a1f92" providerId="LiveId" clId="{DFDF2D9E-0FA2-4FD2-962D-E4713059FE82}" dt="2026-04-29T04:19:01.818" v="3214" actId="1076"/>
          <ac:spMkLst>
            <pc:docMk/>
            <pc:sldMk cId="1836378512" sldId="382"/>
            <ac:spMk id="43" creationId="{54994585-F8A5-9573-91C1-D9437C408B87}"/>
          </ac:spMkLst>
        </pc:spChg>
        <pc:spChg chg="mod">
          <ac:chgData name="陸 柴崎" userId="47b6e960b06a1f92" providerId="LiveId" clId="{DFDF2D9E-0FA2-4FD2-962D-E4713059FE82}" dt="2026-04-29T04:16:52.156" v="2919" actId="1076"/>
          <ac:spMkLst>
            <pc:docMk/>
            <pc:sldMk cId="1836378512" sldId="382"/>
            <ac:spMk id="46" creationId="{FBDE426B-08E2-AC02-783C-6983617F86E3}"/>
          </ac:spMkLst>
        </pc:spChg>
        <pc:spChg chg="mod ord">
          <ac:chgData name="陸 柴崎" userId="47b6e960b06a1f92" providerId="LiveId" clId="{DFDF2D9E-0FA2-4FD2-962D-E4713059FE82}" dt="2026-04-29T04:16:52.156" v="2919" actId="1076"/>
          <ac:spMkLst>
            <pc:docMk/>
            <pc:sldMk cId="1836378512" sldId="382"/>
            <ac:spMk id="52" creationId="{F3A786B4-9466-03FB-4773-BE99E078487A}"/>
          </ac:spMkLst>
        </pc:spChg>
        <pc:grpChg chg="add mod">
          <ac:chgData name="陸 柴崎" userId="47b6e960b06a1f92" providerId="LiveId" clId="{DFDF2D9E-0FA2-4FD2-962D-E4713059FE82}" dt="2026-04-29T04:16:46.836" v="2918" actId="1076"/>
          <ac:grpSpMkLst>
            <pc:docMk/>
            <pc:sldMk cId="1836378512" sldId="382"/>
            <ac:grpSpMk id="32" creationId="{EB84B588-3AF2-4F16-C05D-9D6C41012F91}"/>
          </ac:grpSpMkLst>
        </pc:grpChg>
        <pc:grpChg chg="add mod">
          <ac:chgData name="陸 柴崎" userId="47b6e960b06a1f92" providerId="LiveId" clId="{DFDF2D9E-0FA2-4FD2-962D-E4713059FE82}" dt="2026-04-29T04:17:04.188" v="2922" actId="1076"/>
          <ac:grpSpMkLst>
            <pc:docMk/>
            <pc:sldMk cId="1836378512" sldId="382"/>
            <ac:grpSpMk id="39" creationId="{B3127646-18C5-E633-7B4E-2A665F6611BF}"/>
          </ac:grpSpMkLst>
        </pc:grpChg>
      </pc:sldChg>
      <pc:sldChg chg="addSp delSp modSp add mod modNotesTx">
        <pc:chgData name="陸 柴崎" userId="47b6e960b06a1f92" providerId="LiveId" clId="{DFDF2D9E-0FA2-4FD2-962D-E4713059FE82}" dt="2026-05-01T02:26:03.514" v="8962" actId="20577"/>
        <pc:sldMkLst>
          <pc:docMk/>
          <pc:sldMk cId="1842529859" sldId="383"/>
        </pc:sldMkLst>
        <pc:spChg chg="mod">
          <ac:chgData name="陸 柴崎" userId="47b6e960b06a1f92" providerId="LiveId" clId="{DFDF2D9E-0FA2-4FD2-962D-E4713059FE82}" dt="2026-04-29T04:31:25.648" v="3524" actId="5793"/>
          <ac:spMkLst>
            <pc:docMk/>
            <pc:sldMk cId="1842529859" sldId="383"/>
            <ac:spMk id="3" creationId="{AA9A4CD6-77A9-FB68-8785-167AF6CAE821}"/>
          </ac:spMkLst>
        </pc:spChg>
        <pc:spChg chg="add mod">
          <ac:chgData name="陸 柴崎" userId="47b6e960b06a1f92" providerId="LiveId" clId="{DFDF2D9E-0FA2-4FD2-962D-E4713059FE82}" dt="2026-04-29T04:28:12.404" v="3446" actId="1076"/>
          <ac:spMkLst>
            <pc:docMk/>
            <pc:sldMk cId="1842529859" sldId="383"/>
            <ac:spMk id="4" creationId="{4298A570-47D9-2ADA-13C2-4D550C7B75C1}"/>
          </ac:spMkLst>
        </pc:spChg>
        <pc:spChg chg="add mod">
          <ac:chgData name="陸 柴崎" userId="47b6e960b06a1f92" providerId="LiveId" clId="{DFDF2D9E-0FA2-4FD2-962D-E4713059FE82}" dt="2026-05-01T02:26:03.514" v="8962" actId="20577"/>
          <ac:spMkLst>
            <pc:docMk/>
            <pc:sldMk cId="1842529859" sldId="383"/>
            <ac:spMk id="6" creationId="{CE0FCAF9-9774-A843-2E69-26D1819C94E2}"/>
          </ac:spMkLst>
        </pc:spChg>
        <pc:picChg chg="mod modCrop">
          <ac:chgData name="陸 柴崎" userId="47b6e960b06a1f92" providerId="LiveId" clId="{DFDF2D9E-0FA2-4FD2-962D-E4713059FE82}" dt="2026-04-29T04:25:22.485" v="3375" actId="1076"/>
          <ac:picMkLst>
            <pc:docMk/>
            <pc:sldMk cId="1842529859" sldId="383"/>
            <ac:picMk id="8" creationId="{ED1D1EF2-15C4-2BFF-5F32-8D7E3CECEBBA}"/>
          </ac:picMkLst>
        </pc:picChg>
      </pc:sldChg>
      <pc:sldChg chg="addSp delSp modSp add mod modNotesTx">
        <pc:chgData name="陸 柴崎" userId="47b6e960b06a1f92" providerId="LiveId" clId="{DFDF2D9E-0FA2-4FD2-962D-E4713059FE82}" dt="2026-05-01T02:02:07.691" v="8692" actId="20577"/>
        <pc:sldMkLst>
          <pc:docMk/>
          <pc:sldMk cId="4174912585" sldId="384"/>
        </pc:sldMkLst>
        <pc:spChg chg="mod">
          <ac:chgData name="陸 柴崎" userId="47b6e960b06a1f92" providerId="LiveId" clId="{DFDF2D9E-0FA2-4FD2-962D-E4713059FE82}" dt="2026-04-29T04:31:41.158" v="3545" actId="20577"/>
          <ac:spMkLst>
            <pc:docMk/>
            <pc:sldMk cId="4174912585" sldId="384"/>
            <ac:spMk id="3" creationId="{F329DEFC-0DEE-75E9-50D7-A7660AA0FE38}"/>
          </ac:spMkLst>
        </pc:spChg>
        <pc:spChg chg="add mod">
          <ac:chgData name="陸 柴崎" userId="47b6e960b06a1f92" providerId="LiveId" clId="{DFDF2D9E-0FA2-4FD2-962D-E4713059FE82}" dt="2026-05-01T02:02:07.691" v="8692" actId="20577"/>
          <ac:spMkLst>
            <pc:docMk/>
            <pc:sldMk cId="4174912585" sldId="384"/>
            <ac:spMk id="5" creationId="{1CD8CE25-9F7F-D248-7E7F-C432769801BF}"/>
          </ac:spMkLst>
        </pc:spChg>
        <pc:spChg chg="add mod">
          <ac:chgData name="陸 柴崎" userId="47b6e960b06a1f92" providerId="LiveId" clId="{DFDF2D9E-0FA2-4FD2-962D-E4713059FE82}" dt="2026-04-30T12:05:39.699" v="7479" actId="20577"/>
          <ac:spMkLst>
            <pc:docMk/>
            <pc:sldMk cId="4174912585" sldId="384"/>
            <ac:spMk id="29" creationId="{6A4383FB-1A01-E561-3BFA-DAE105C5AE58}"/>
          </ac:spMkLst>
        </pc:spChg>
        <pc:spChg chg="mod">
          <ac:chgData name="陸 柴崎" userId="47b6e960b06a1f92" providerId="LiveId" clId="{DFDF2D9E-0FA2-4FD2-962D-E4713059FE82}" dt="2026-04-29T04:57:48.238" v="3954" actId="20577"/>
          <ac:spMkLst>
            <pc:docMk/>
            <pc:sldMk cId="4174912585" sldId="384"/>
            <ac:spMk id="31" creationId="{FE9F1308-4191-5EAE-5569-95FD6CF8FE06}"/>
          </ac:spMkLst>
        </pc:spChg>
        <pc:spChg chg="mod">
          <ac:chgData name="陸 柴崎" userId="47b6e960b06a1f92" providerId="LiveId" clId="{DFDF2D9E-0FA2-4FD2-962D-E4713059FE82}" dt="2026-04-29T04:52:06.452" v="3927"/>
          <ac:spMkLst>
            <pc:docMk/>
            <pc:sldMk cId="4174912585" sldId="384"/>
            <ac:spMk id="32" creationId="{70E34C47-F945-B029-A6D8-4CC32C6E0454}"/>
          </ac:spMkLst>
        </pc:spChg>
        <pc:spChg chg="mod">
          <ac:chgData name="陸 柴崎" userId="47b6e960b06a1f92" providerId="LiveId" clId="{DFDF2D9E-0FA2-4FD2-962D-E4713059FE82}" dt="2026-04-29T04:57:52.462" v="3970" actId="20577"/>
          <ac:spMkLst>
            <pc:docMk/>
            <pc:sldMk cId="4174912585" sldId="384"/>
            <ac:spMk id="34" creationId="{EE34466C-1319-BE81-91CC-69B1F1707838}"/>
          </ac:spMkLst>
        </pc:spChg>
        <pc:spChg chg="mod">
          <ac:chgData name="陸 柴崎" userId="47b6e960b06a1f92" providerId="LiveId" clId="{DFDF2D9E-0FA2-4FD2-962D-E4713059FE82}" dt="2026-04-29T04:57:36.709" v="3929"/>
          <ac:spMkLst>
            <pc:docMk/>
            <pc:sldMk cId="4174912585" sldId="384"/>
            <ac:spMk id="35" creationId="{39B88E87-FA0D-8927-EBC1-62C06F91BB24}"/>
          </ac:spMkLst>
        </pc:spChg>
        <pc:spChg chg="add mod">
          <ac:chgData name="陸 柴崎" userId="47b6e960b06a1f92" providerId="LiveId" clId="{DFDF2D9E-0FA2-4FD2-962D-E4713059FE82}" dt="2026-04-29T04:59:06.640" v="4173" actId="14100"/>
          <ac:spMkLst>
            <pc:docMk/>
            <pc:sldMk cId="4174912585" sldId="384"/>
            <ac:spMk id="36" creationId="{98DDCF66-9AB3-B47C-E477-4F944F6A78DD}"/>
          </ac:spMkLst>
        </pc:spChg>
        <pc:grpChg chg="add mod">
          <ac:chgData name="陸 柴崎" userId="47b6e960b06a1f92" providerId="LiveId" clId="{DFDF2D9E-0FA2-4FD2-962D-E4713059FE82}" dt="2026-04-29T04:52:09.216" v="3928" actId="1076"/>
          <ac:grpSpMkLst>
            <pc:docMk/>
            <pc:sldMk cId="4174912585" sldId="384"/>
            <ac:grpSpMk id="30" creationId="{F04AE694-DBF6-1825-7380-A4F46A6322D9}"/>
          </ac:grpSpMkLst>
        </pc:grpChg>
        <pc:grpChg chg="add mod">
          <ac:chgData name="陸 柴崎" userId="47b6e960b06a1f92" providerId="LiveId" clId="{DFDF2D9E-0FA2-4FD2-962D-E4713059FE82}" dt="2026-04-29T04:57:41.272" v="3930" actId="1076"/>
          <ac:grpSpMkLst>
            <pc:docMk/>
            <pc:sldMk cId="4174912585" sldId="384"/>
            <ac:grpSpMk id="33" creationId="{9396BE5F-AD4F-CF99-2B0A-C2116302A1E6}"/>
          </ac:grpSpMkLst>
        </pc:grpChg>
        <pc:picChg chg="add mod modCrop">
          <ac:chgData name="陸 柴崎" userId="47b6e960b06a1f92" providerId="LiveId" clId="{DFDF2D9E-0FA2-4FD2-962D-E4713059FE82}" dt="2026-04-29T04:32:53.632" v="3688" actId="1076"/>
          <ac:picMkLst>
            <pc:docMk/>
            <pc:sldMk cId="4174912585" sldId="384"/>
            <ac:picMk id="7" creationId="{C6F6C28C-523E-DFC3-4B93-B07AA0019FFF}"/>
          </ac:picMkLst>
        </pc:picChg>
      </pc:sldChg>
      <pc:sldChg chg="addSp delSp modSp add mod">
        <pc:chgData name="陸 柴崎" userId="47b6e960b06a1f92" providerId="LiveId" clId="{DFDF2D9E-0FA2-4FD2-962D-E4713059FE82}" dt="2026-05-01T02:31:00.446" v="9209" actId="14100"/>
        <pc:sldMkLst>
          <pc:docMk/>
          <pc:sldMk cId="2374721741" sldId="385"/>
        </pc:sldMkLst>
        <pc:spChg chg="mod">
          <ac:chgData name="陸 柴崎" userId="47b6e960b06a1f92" providerId="LiveId" clId="{DFDF2D9E-0FA2-4FD2-962D-E4713059FE82}" dt="2026-04-29T05:47:46.912" v="4961" actId="20577"/>
          <ac:spMkLst>
            <pc:docMk/>
            <pc:sldMk cId="2374721741" sldId="385"/>
            <ac:spMk id="3" creationId="{F63C9E00-BF2A-7B11-952B-B82A9B0A7121}"/>
          </ac:spMkLst>
        </pc:spChg>
        <pc:spChg chg="add mod ord">
          <ac:chgData name="陸 柴崎" userId="47b6e960b06a1f92" providerId="LiveId" clId="{DFDF2D9E-0FA2-4FD2-962D-E4713059FE82}" dt="2026-05-01T02:31:00.446" v="9209" actId="14100"/>
          <ac:spMkLst>
            <pc:docMk/>
            <pc:sldMk cId="2374721741" sldId="385"/>
            <ac:spMk id="4" creationId="{442BC2CD-73FD-EAC2-FCB6-93D20A9B375B}"/>
          </ac:spMkLst>
        </pc:spChg>
        <pc:spChg chg="add del mod">
          <ac:chgData name="陸 柴崎" userId="47b6e960b06a1f92" providerId="LiveId" clId="{DFDF2D9E-0FA2-4FD2-962D-E4713059FE82}" dt="2026-04-29T05:50:06.510" v="5107" actId="1038"/>
          <ac:spMkLst>
            <pc:docMk/>
            <pc:sldMk cId="2374721741" sldId="385"/>
            <ac:spMk id="7" creationId="{BBB9A5F8-E8BF-78FB-9186-D7F0647420A7}"/>
          </ac:spMkLst>
        </pc:spChg>
        <pc:spChg chg="mod">
          <ac:chgData name="陸 柴崎" userId="47b6e960b06a1f92" providerId="LiveId" clId="{DFDF2D9E-0FA2-4FD2-962D-E4713059FE82}" dt="2026-05-01T02:30:23.760" v="9201" actId="1076"/>
          <ac:spMkLst>
            <pc:docMk/>
            <pc:sldMk cId="2374721741" sldId="385"/>
            <ac:spMk id="30" creationId="{ECC624C8-3CED-18E4-CC38-61A118312CA9}"/>
          </ac:spMkLst>
        </pc:spChg>
        <pc:picChg chg="mod">
          <ac:chgData name="陸 柴崎" userId="47b6e960b06a1f92" providerId="LiveId" clId="{DFDF2D9E-0FA2-4FD2-962D-E4713059FE82}" dt="2026-05-01T02:30:52.464" v="9207" actId="14100"/>
          <ac:picMkLst>
            <pc:docMk/>
            <pc:sldMk cId="2374721741" sldId="385"/>
            <ac:picMk id="5" creationId="{184C6D69-7CD6-65B9-A845-6EFC507BA6FE}"/>
          </ac:picMkLst>
        </pc:picChg>
      </pc:sldChg>
      <pc:sldChg chg="modSp mod modNotesTx">
        <pc:chgData name="陸 柴崎" userId="47b6e960b06a1f92" providerId="LiveId" clId="{DFDF2D9E-0FA2-4FD2-962D-E4713059FE82}" dt="2026-05-01T02:19:13.850" v="8961" actId="20577"/>
        <pc:sldMkLst>
          <pc:docMk/>
          <pc:sldMk cId="1223524377" sldId="386"/>
        </pc:sldMkLst>
        <pc:spChg chg="mod">
          <ac:chgData name="陸 柴崎" userId="47b6e960b06a1f92" providerId="LiveId" clId="{DFDF2D9E-0FA2-4FD2-962D-E4713059FE82}" dt="2026-04-30T12:31:20.290" v="7740" actId="20577"/>
          <ac:spMkLst>
            <pc:docMk/>
            <pc:sldMk cId="1223524377" sldId="386"/>
            <ac:spMk id="5" creationId="{77350087-C2FA-F2C1-654B-5944435E7767}"/>
          </ac:spMkLst>
        </pc:spChg>
        <pc:picChg chg="mod">
          <ac:chgData name="陸 柴崎" userId="47b6e960b06a1f92" providerId="LiveId" clId="{DFDF2D9E-0FA2-4FD2-962D-E4713059FE82}" dt="2026-04-30T11:58:51.668" v="7026" actId="1076"/>
          <ac:picMkLst>
            <pc:docMk/>
            <pc:sldMk cId="1223524377" sldId="386"/>
            <ac:picMk id="4" creationId="{06BE6864-C126-6CF5-E6EF-A7663126A3B7}"/>
          </ac:picMkLst>
        </pc:picChg>
      </pc:sldChg>
      <pc:sldChg chg="modSp mod modNotesTx">
        <pc:chgData name="陸 柴崎" userId="47b6e960b06a1f92" providerId="LiveId" clId="{DFDF2D9E-0FA2-4FD2-962D-E4713059FE82}" dt="2026-04-30T12:37:47.834" v="7915" actId="20577"/>
        <pc:sldMkLst>
          <pc:docMk/>
          <pc:sldMk cId="2754484698" sldId="389"/>
        </pc:sldMkLst>
        <pc:spChg chg="mod">
          <ac:chgData name="陸 柴崎" userId="47b6e960b06a1f92" providerId="LiveId" clId="{DFDF2D9E-0FA2-4FD2-962D-E4713059FE82}" dt="2026-04-30T12:37:21.739" v="7844" actId="1076"/>
          <ac:spMkLst>
            <pc:docMk/>
            <pc:sldMk cId="2754484698" sldId="389"/>
            <ac:spMk id="32" creationId="{265DFE8D-5E1E-3707-081F-15E4DFCE1F71}"/>
          </ac:spMkLst>
        </pc:spChg>
        <pc:spChg chg="mod">
          <ac:chgData name="陸 柴崎" userId="47b6e960b06a1f92" providerId="LiveId" clId="{DFDF2D9E-0FA2-4FD2-962D-E4713059FE82}" dt="2026-04-30T12:37:10.751" v="7842" actId="1076"/>
          <ac:spMkLst>
            <pc:docMk/>
            <pc:sldMk cId="2754484698" sldId="389"/>
            <ac:spMk id="34" creationId="{5194975A-806F-BBC0-B29C-1A9BD508CC37}"/>
          </ac:spMkLst>
        </pc:spChg>
        <pc:grpChg chg="mod">
          <ac:chgData name="陸 柴崎" userId="47b6e960b06a1f92" providerId="LiveId" clId="{DFDF2D9E-0FA2-4FD2-962D-E4713059FE82}" dt="2026-04-30T12:37:21.739" v="7844" actId="1076"/>
          <ac:grpSpMkLst>
            <pc:docMk/>
            <pc:sldMk cId="2754484698" sldId="389"/>
            <ac:grpSpMk id="26" creationId="{9646CB49-DA66-BA86-DF1C-449400E7D85B}"/>
          </ac:grpSpMkLst>
        </pc:grpChg>
        <pc:grpChg chg="mod">
          <ac:chgData name="陸 柴崎" userId="47b6e960b06a1f92" providerId="LiveId" clId="{DFDF2D9E-0FA2-4FD2-962D-E4713059FE82}" dt="2026-04-30T12:37:15.603" v="7843" actId="1076"/>
          <ac:grpSpMkLst>
            <pc:docMk/>
            <pc:sldMk cId="2754484698" sldId="389"/>
            <ac:grpSpMk id="29" creationId="{E54F0AFB-A4BC-89C4-30B7-6E084EAAE3E8}"/>
          </ac:grpSpMkLst>
        </pc:grpChg>
      </pc:sldChg>
      <pc:sldChg chg="addSp delSp modSp add mod">
        <pc:chgData name="陸 柴崎" userId="47b6e960b06a1f92" providerId="LiveId" clId="{DFDF2D9E-0FA2-4FD2-962D-E4713059FE82}" dt="2026-04-30T12:38:33.537" v="7955" actId="20577"/>
        <pc:sldMkLst>
          <pc:docMk/>
          <pc:sldMk cId="1612109196" sldId="390"/>
        </pc:sldMkLst>
        <pc:spChg chg="mod">
          <ac:chgData name="陸 柴崎" userId="47b6e960b06a1f92" providerId="LiveId" clId="{DFDF2D9E-0FA2-4FD2-962D-E4713059FE82}" dt="2026-04-30T11:06:56.379" v="5706"/>
          <ac:spMkLst>
            <pc:docMk/>
            <pc:sldMk cId="1612109196" sldId="390"/>
            <ac:spMk id="3" creationId="{FC443BEE-D670-0227-9959-4A3C3637687C}"/>
          </ac:spMkLst>
        </pc:spChg>
        <pc:spChg chg="mod">
          <ac:chgData name="陸 柴崎" userId="47b6e960b06a1f92" providerId="LiveId" clId="{DFDF2D9E-0FA2-4FD2-962D-E4713059FE82}" dt="2026-04-30T12:38:33.537" v="7955" actId="20577"/>
          <ac:spMkLst>
            <pc:docMk/>
            <pc:sldMk cId="1612109196" sldId="390"/>
            <ac:spMk id="26" creationId="{8C00908C-4E00-754F-35B4-B75CBF27CB6C}"/>
          </ac:spMkLst>
        </pc:spChg>
        <pc:spChg chg="mod">
          <ac:chgData name="陸 柴崎" userId="47b6e960b06a1f92" providerId="LiveId" clId="{DFDF2D9E-0FA2-4FD2-962D-E4713059FE82}" dt="2026-04-30T11:05:50.363" v="5696" actId="20577"/>
          <ac:spMkLst>
            <pc:docMk/>
            <pc:sldMk cId="1612109196" sldId="390"/>
            <ac:spMk id="36" creationId="{55689B59-C5D5-FDC4-85E5-9EE214D10D6B}"/>
          </ac:spMkLst>
        </pc:spChg>
        <pc:picChg chg="add mod">
          <ac:chgData name="陸 柴崎" userId="47b6e960b06a1f92" providerId="LiveId" clId="{DFDF2D9E-0FA2-4FD2-962D-E4713059FE82}" dt="2026-04-30T11:03:42.242" v="5448" actId="1076"/>
          <ac:picMkLst>
            <pc:docMk/>
            <pc:sldMk cId="1612109196" sldId="390"/>
            <ac:picMk id="5" creationId="{A6522034-0342-A00A-1748-203D74CE1632}"/>
          </ac:picMkLst>
        </pc:picChg>
        <pc:picChg chg="del">
          <ac:chgData name="陸 柴崎" userId="47b6e960b06a1f92" providerId="LiveId" clId="{DFDF2D9E-0FA2-4FD2-962D-E4713059FE82}" dt="2026-04-30T11:03:36.935" v="5445" actId="478"/>
          <ac:picMkLst>
            <pc:docMk/>
            <pc:sldMk cId="1612109196" sldId="390"/>
            <ac:picMk id="9" creationId="{4FFDE997-EC44-2C8B-2265-F8C06D528B70}"/>
          </ac:picMkLst>
        </pc:picChg>
      </pc:sldChg>
      <pc:sldMasterChg chg="delSldLayout">
        <pc:chgData name="陸 柴崎" userId="47b6e960b06a1f92" providerId="LiveId" clId="{DFDF2D9E-0FA2-4FD2-962D-E4713059FE82}" dt="2026-04-30T12:03:43.408" v="7465" actId="47"/>
        <pc:sldMasterMkLst>
          <pc:docMk/>
          <pc:sldMasterMk cId="0" sldId="2147483648"/>
        </pc:sldMasterMkLst>
        <pc:sldLayoutChg chg="del">
          <pc:chgData name="陸 柴崎" userId="47b6e960b06a1f92" providerId="LiveId" clId="{DFDF2D9E-0FA2-4FD2-962D-E4713059FE82}" dt="2026-04-30T12:03:43.408" v="7465" actId="47"/>
          <pc:sldLayoutMkLst>
            <pc:docMk/>
            <pc:sldMasterMk cId="0" sldId="2147483648"/>
            <pc:sldLayoutMk cId="318537533"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2026/5/1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a:t>
            </a:fld>
            <a:endParaRPr kumimoji="1" lang="ja-JP" altLang="en-US"/>
          </a:p>
        </p:txBody>
      </p:sp>
    </p:spTree>
    <p:extLst>
      <p:ext uri="{BB962C8B-B14F-4D97-AF65-F5344CB8AC3E}">
        <p14:creationId xmlns:p14="http://schemas.microsoft.com/office/powerpoint/2010/main" val="232999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10</a:t>
            </a:fld>
            <a:endParaRPr kumimoji="1" lang="ja-JP" altLang="en-US"/>
          </a:p>
        </p:txBody>
      </p:sp>
    </p:spTree>
    <p:extLst>
      <p:ext uri="{BB962C8B-B14F-4D97-AF65-F5344CB8AC3E}">
        <p14:creationId xmlns:p14="http://schemas.microsoft.com/office/powerpoint/2010/main" val="307249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3C46F-FED2-26B4-E962-B032119A21F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A8E7D0-7465-C0E2-DDF4-13D9C2DAABF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39779EC-6E1D-F94F-C109-6B2B3A0CAA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99AAEAA-51B2-EF53-5E06-5D4DFCB87ADB}"/>
              </a:ext>
            </a:extLst>
          </p:cNvPr>
          <p:cNvSpPr>
            <a:spLocks noGrp="1"/>
          </p:cNvSpPr>
          <p:nvPr>
            <p:ph type="sldNum" sz="quarter" idx="5"/>
          </p:nvPr>
        </p:nvSpPr>
        <p:spPr/>
        <p:txBody>
          <a:bodyPr/>
          <a:lstStyle/>
          <a:p>
            <a:fld id="{43558F7A-9C9F-42E9-83A4-0C372CE5784D}" type="slidenum">
              <a:rPr kumimoji="1" lang="ja-JP" altLang="en-US" smtClean="0"/>
              <a:t>11</a:t>
            </a:fld>
            <a:endParaRPr kumimoji="1" lang="ja-JP" altLang="en-US"/>
          </a:p>
        </p:txBody>
      </p:sp>
    </p:spTree>
    <p:extLst>
      <p:ext uri="{BB962C8B-B14F-4D97-AF65-F5344CB8AC3E}">
        <p14:creationId xmlns:p14="http://schemas.microsoft.com/office/powerpoint/2010/main" val="2038693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2CE77-0888-47E9-A9C7-A74C09E8826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00772A5-D3D6-0867-D755-CB3434C41C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CC9CC9B-CA37-C0CE-0042-DCC59FDF6AF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99671C6-77AE-9899-E0EF-B6D15C88AD72}"/>
              </a:ext>
            </a:extLst>
          </p:cNvPr>
          <p:cNvSpPr>
            <a:spLocks noGrp="1"/>
          </p:cNvSpPr>
          <p:nvPr>
            <p:ph type="sldNum" sz="quarter" idx="5"/>
          </p:nvPr>
        </p:nvSpPr>
        <p:spPr/>
        <p:txBody>
          <a:bodyPr/>
          <a:lstStyle/>
          <a:p>
            <a:fld id="{43558F7A-9C9F-42E9-83A4-0C372CE5784D}" type="slidenum">
              <a:rPr kumimoji="1" lang="ja-JP" altLang="en-US" smtClean="0"/>
              <a:t>12</a:t>
            </a:fld>
            <a:endParaRPr kumimoji="1" lang="ja-JP" altLang="en-US"/>
          </a:p>
        </p:txBody>
      </p:sp>
    </p:spTree>
    <p:extLst>
      <p:ext uri="{BB962C8B-B14F-4D97-AF65-F5344CB8AC3E}">
        <p14:creationId xmlns:p14="http://schemas.microsoft.com/office/powerpoint/2010/main" val="598880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A2283-8920-53D7-DF30-F19322D11B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5A90D6-4844-1415-799C-29A1BFD8E9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B4E683-F73D-6502-F9E4-B1D34AA5D9A2}"/>
              </a:ext>
            </a:extLst>
          </p:cNvPr>
          <p:cNvSpPr>
            <a:spLocks noGrp="1"/>
          </p:cNvSpPr>
          <p:nvPr>
            <p:ph type="body" idx="1"/>
          </p:nvPr>
        </p:nvSpPr>
        <p:spPr/>
        <p:txBody>
          <a:bodyPr/>
          <a:lstStyle/>
          <a:p>
            <a:endParaRPr kumimoji="1" lang="ja-JP" altLang="en-US" b="1" dirty="0"/>
          </a:p>
        </p:txBody>
      </p:sp>
      <p:sp>
        <p:nvSpPr>
          <p:cNvPr id="4" name="スライド番号プレースホルダー 3">
            <a:extLst>
              <a:ext uri="{FF2B5EF4-FFF2-40B4-BE49-F238E27FC236}">
                <a16:creationId xmlns:a16="http://schemas.microsoft.com/office/drawing/2014/main" id="{7DD279EC-06D0-57C5-F604-E18902F0A61E}"/>
              </a:ext>
            </a:extLst>
          </p:cNvPr>
          <p:cNvSpPr>
            <a:spLocks noGrp="1"/>
          </p:cNvSpPr>
          <p:nvPr>
            <p:ph type="sldNum" sz="quarter" idx="5"/>
          </p:nvPr>
        </p:nvSpPr>
        <p:spPr/>
        <p:txBody>
          <a:bodyPr/>
          <a:lstStyle/>
          <a:p>
            <a:fld id="{43558F7A-9C9F-42E9-83A4-0C372CE5784D}" type="slidenum">
              <a:rPr kumimoji="1" lang="ja-JP" altLang="en-US" smtClean="0"/>
              <a:t>13</a:t>
            </a:fld>
            <a:endParaRPr kumimoji="1" lang="ja-JP" altLang="en-US"/>
          </a:p>
        </p:txBody>
      </p:sp>
    </p:spTree>
    <p:extLst>
      <p:ext uri="{BB962C8B-B14F-4D97-AF65-F5344CB8AC3E}">
        <p14:creationId xmlns:p14="http://schemas.microsoft.com/office/powerpoint/2010/main" val="2059927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55259-D59B-2302-C5DA-8E29B882472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F153CFA-9985-B574-A464-3F503B6B044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E1EAB5-D5E0-FD43-CA58-DB3A4B286CA7}"/>
              </a:ext>
            </a:extLst>
          </p:cNvPr>
          <p:cNvSpPr>
            <a:spLocks noGrp="1"/>
          </p:cNvSpPr>
          <p:nvPr>
            <p:ph type="body" idx="1"/>
          </p:nvPr>
        </p:nvSpPr>
        <p:spPr/>
        <p:txBody>
          <a:bodyPr/>
          <a:lstStyle/>
          <a:p>
            <a:endParaRPr kumimoji="1" lang="ja-JP" altLang="en-US" b="1" dirty="0"/>
          </a:p>
        </p:txBody>
      </p:sp>
      <p:sp>
        <p:nvSpPr>
          <p:cNvPr id="4" name="スライド番号プレースホルダー 3">
            <a:extLst>
              <a:ext uri="{FF2B5EF4-FFF2-40B4-BE49-F238E27FC236}">
                <a16:creationId xmlns:a16="http://schemas.microsoft.com/office/drawing/2014/main" id="{ADA76AB2-3F79-CAF0-F7D1-08F5C7CBF519}"/>
              </a:ext>
            </a:extLst>
          </p:cNvPr>
          <p:cNvSpPr>
            <a:spLocks noGrp="1"/>
          </p:cNvSpPr>
          <p:nvPr>
            <p:ph type="sldNum" sz="quarter" idx="5"/>
          </p:nvPr>
        </p:nvSpPr>
        <p:spPr/>
        <p:txBody>
          <a:bodyPr/>
          <a:lstStyle/>
          <a:p>
            <a:fld id="{43558F7A-9C9F-42E9-83A4-0C372CE5784D}" type="slidenum">
              <a:rPr kumimoji="1" lang="ja-JP" altLang="en-US" smtClean="0"/>
              <a:t>14</a:t>
            </a:fld>
            <a:endParaRPr kumimoji="1" lang="ja-JP" altLang="en-US"/>
          </a:p>
        </p:txBody>
      </p:sp>
    </p:spTree>
    <p:extLst>
      <p:ext uri="{BB962C8B-B14F-4D97-AF65-F5344CB8AC3E}">
        <p14:creationId xmlns:p14="http://schemas.microsoft.com/office/powerpoint/2010/main" val="2104333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FDF51-3492-9FFD-E657-246AB0D428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310D961-A973-88CA-AB4B-08B222E724B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1D32E64-9C70-2C13-4997-6BA397570247}"/>
              </a:ext>
            </a:extLst>
          </p:cNvPr>
          <p:cNvSpPr>
            <a:spLocks noGrp="1"/>
          </p:cNvSpPr>
          <p:nvPr>
            <p:ph type="body" idx="1"/>
          </p:nvPr>
        </p:nvSpPr>
        <p:spPr/>
        <p:txBody>
          <a:bodyPr/>
          <a:lstStyle/>
          <a:p>
            <a:r>
              <a:rPr lang="ja-JP" altLang="en-US" dirty="0"/>
              <a:t>● </a:t>
            </a:r>
            <a:r>
              <a:rPr lang="en-US" altLang="ja-JP" dirty="0"/>
              <a:t>AE hit</a:t>
            </a:r>
            <a:r>
              <a:rPr lang="ja-JP" altLang="en-US" dirty="0"/>
              <a:t>は時間方向に不規則・離散的に発生</a:t>
            </a:r>
            <a:br>
              <a:rPr lang="ja-JP" altLang="en-US" dirty="0"/>
            </a:br>
            <a:br>
              <a:rPr lang="ja-JP" altLang="en-US" dirty="0"/>
            </a:br>
            <a:r>
              <a:rPr lang="ja-JP" altLang="en-US" dirty="0"/>
              <a:t>● </a:t>
            </a:r>
            <a:r>
              <a:rPr lang="en-US" altLang="ja-JP" dirty="0"/>
              <a:t>1</a:t>
            </a:r>
            <a:r>
              <a:rPr lang="ja-JP" altLang="en-US" dirty="0"/>
              <a:t>つの</a:t>
            </a:r>
            <a:r>
              <a:rPr lang="en-US" altLang="ja-JP" dirty="0"/>
              <a:t>hit</a:t>
            </a:r>
            <a:r>
              <a:rPr lang="ja-JP" altLang="en-US" dirty="0"/>
              <a:t>だけでは，熱流束の時間変化を十分に捉えにくい</a:t>
            </a:r>
            <a:br>
              <a:rPr lang="ja-JP" altLang="en-US" dirty="0"/>
            </a:br>
            <a:br>
              <a:rPr lang="ja-JP" altLang="en-US" dirty="0"/>
            </a:br>
            <a:r>
              <a:rPr lang="ja-JP" altLang="en-US" dirty="0"/>
              <a:t>● 窓長</a:t>
            </a:r>
            <a:r>
              <a:rPr lang="en-US" altLang="ja-JP" dirty="0"/>
              <a:t>N</a:t>
            </a:r>
            <a:r>
              <a:rPr lang="ja-JP" altLang="en-US" dirty="0"/>
              <a:t>で複数</a:t>
            </a:r>
            <a:r>
              <a:rPr lang="en-US" altLang="ja-JP" dirty="0"/>
              <a:t>hit</a:t>
            </a:r>
            <a:r>
              <a:rPr lang="ja-JP" altLang="en-US" dirty="0"/>
              <a:t>をまとめる　</a:t>
            </a:r>
            <a:r>
              <a:rPr lang="en-US" altLang="ja-JP" dirty="0"/>
              <a:t>[H'_1, H'_2, ..., H'_N]</a:t>
            </a:r>
            <a:br>
              <a:rPr lang="en-US" altLang="ja-JP" dirty="0"/>
            </a:br>
            <a:br>
              <a:rPr lang="en-US" altLang="ja-JP" dirty="0"/>
            </a:br>
            <a:r>
              <a:rPr lang="en-US" altLang="ja-JP" dirty="0"/>
              <a:t>● N = 3, 5, 10, 15, 20, 25 </a:t>
            </a:r>
            <a:r>
              <a:rPr lang="ja-JP" altLang="en-US" dirty="0"/>
              <a:t>を比較</a:t>
            </a:r>
            <a:br>
              <a:rPr lang="ja-JP" altLang="en-US" dirty="0"/>
            </a:br>
            <a:br>
              <a:rPr lang="ja-JP" altLang="en-US" dirty="0"/>
            </a:br>
            <a:r>
              <a:rPr lang="ja-JP" altLang="en-US" dirty="0"/>
              <a:t>● 各</a:t>
            </a:r>
            <a:r>
              <a:rPr lang="en-US" altLang="ja-JP" dirty="0"/>
              <a:t>hit</a:t>
            </a:r>
            <a:r>
              <a:rPr lang="ja-JP" altLang="en-US" dirty="0"/>
              <a:t>系列に対応する熱流束系列を教師データとして付与</a:t>
            </a:r>
            <a:endParaRPr kumimoji="1" lang="ja-JP" altLang="en-US" dirty="0"/>
          </a:p>
        </p:txBody>
      </p:sp>
      <p:sp>
        <p:nvSpPr>
          <p:cNvPr id="4" name="スライド番号プレースホルダー 3">
            <a:extLst>
              <a:ext uri="{FF2B5EF4-FFF2-40B4-BE49-F238E27FC236}">
                <a16:creationId xmlns:a16="http://schemas.microsoft.com/office/drawing/2014/main" id="{BD0B0194-3632-6709-56D6-F91AF0F90098}"/>
              </a:ext>
            </a:extLst>
          </p:cNvPr>
          <p:cNvSpPr>
            <a:spLocks noGrp="1"/>
          </p:cNvSpPr>
          <p:nvPr>
            <p:ph type="sldNum" sz="quarter" idx="5"/>
          </p:nvPr>
        </p:nvSpPr>
        <p:spPr/>
        <p:txBody>
          <a:bodyPr/>
          <a:lstStyle/>
          <a:p>
            <a:fld id="{43558F7A-9C9F-42E9-83A4-0C372CE5784D}" type="slidenum">
              <a:rPr kumimoji="1" lang="ja-JP" altLang="en-US" smtClean="0"/>
              <a:t>15</a:t>
            </a:fld>
            <a:endParaRPr kumimoji="1" lang="ja-JP" altLang="en-US"/>
          </a:p>
        </p:txBody>
      </p:sp>
    </p:spTree>
    <p:extLst>
      <p:ext uri="{BB962C8B-B14F-4D97-AF65-F5344CB8AC3E}">
        <p14:creationId xmlns:p14="http://schemas.microsoft.com/office/powerpoint/2010/main" val="3104089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D036D-C374-C138-C14B-2A882E8C3E5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FD0F77-919C-0207-030E-7575774E6F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B6002E8-783D-665D-6D93-E2824603C3F6}"/>
              </a:ext>
            </a:extLst>
          </p:cNvPr>
          <p:cNvSpPr>
            <a:spLocks noGrp="1"/>
          </p:cNvSpPr>
          <p:nvPr>
            <p:ph type="body" idx="1"/>
          </p:nvPr>
        </p:nvSpPr>
        <p:spPr/>
        <p:txBody>
          <a:bodyPr/>
          <a:lstStyle/>
          <a:p>
            <a:r>
              <a:rPr kumimoji="1" lang="ja-JP" altLang="en-US" dirty="0"/>
              <a:t>・</a:t>
            </a:r>
            <a:r>
              <a:rPr kumimoji="1" lang="en-US" altLang="ja-JP" dirty="0"/>
              <a:t>Dense</a:t>
            </a:r>
            <a:r>
              <a:rPr kumimoji="1" lang="ja-JP" altLang="en-US" dirty="0"/>
              <a:t>：出力 </a:t>
            </a:r>
            <a:r>
              <a:rPr kumimoji="1" lang="en-US" altLang="ja-JP" dirty="0"/>
              <a:t>= </a:t>
            </a:r>
            <a:r>
              <a:rPr kumimoji="1" lang="ja-JP" altLang="en-US" dirty="0"/>
              <a:t>活性化関数</a:t>
            </a:r>
            <a:r>
              <a:rPr kumimoji="1" lang="en-US" altLang="ja-JP" dirty="0"/>
              <a:t>(</a:t>
            </a:r>
            <a:r>
              <a:rPr kumimoji="1" lang="ja-JP" altLang="en-US" dirty="0"/>
              <a:t>入力 </a:t>
            </a:r>
            <a:r>
              <a:rPr kumimoji="1" lang="en-US" altLang="ja-JP" dirty="0"/>
              <a:t>× </a:t>
            </a:r>
            <a:r>
              <a:rPr kumimoji="1" lang="ja-JP" altLang="en-US" dirty="0"/>
              <a:t>重み </a:t>
            </a:r>
            <a:r>
              <a:rPr kumimoji="1" lang="en-US" altLang="ja-JP" dirty="0"/>
              <a:t>+ </a:t>
            </a:r>
            <a:r>
              <a:rPr kumimoji="1" lang="ja-JP" altLang="en-US" dirty="0"/>
              <a:t>バイアス</a:t>
            </a:r>
            <a:r>
              <a:rPr kumimoji="1" lang="en-US" altLang="ja-JP" dirty="0"/>
              <a:t>)</a:t>
            </a:r>
            <a:r>
              <a:rPr kumimoji="1" lang="ja-JP" altLang="en-US" dirty="0"/>
              <a:t>で，「</a:t>
            </a:r>
            <a:r>
              <a:rPr kumimoji="1" lang="en-US" altLang="ja-JP" dirty="0"/>
              <a:t>1</a:t>
            </a:r>
            <a:r>
              <a:rPr kumimoji="1" lang="ja-JP" altLang="en-US" dirty="0"/>
              <a:t>つ</a:t>
            </a:r>
            <a:r>
              <a:rPr kumimoji="1" lang="en-US" altLang="ja-JP" dirty="0"/>
              <a:t>1</a:t>
            </a:r>
            <a:r>
              <a:rPr kumimoji="1" lang="ja-JP" altLang="en-US" dirty="0"/>
              <a:t>つの</a:t>
            </a:r>
            <a:r>
              <a:rPr kumimoji="1" lang="en-US" altLang="ja-JP" dirty="0"/>
              <a:t>hit</a:t>
            </a:r>
            <a:r>
              <a:rPr kumimoji="1" lang="ja-JP" altLang="en-US" dirty="0"/>
              <a:t>の周波数パターンを整理する」</a:t>
            </a:r>
            <a:endParaRPr kumimoji="1" lang="en-US" altLang="ja-JP" dirty="0"/>
          </a:p>
          <a:p>
            <a:r>
              <a:rPr kumimoji="1" lang="ja-JP" altLang="en-US" dirty="0"/>
              <a:t>・</a:t>
            </a:r>
            <a:r>
              <a:rPr kumimoji="1" lang="en-US" altLang="ja-JP" dirty="0"/>
              <a:t>LSTM</a:t>
            </a:r>
            <a:r>
              <a:rPr kumimoji="1" lang="ja-JP" altLang="en-US" dirty="0"/>
              <a:t>：</a:t>
            </a:r>
            <a:r>
              <a:rPr lang="ja-JP" altLang="en-US" dirty="0"/>
              <a:t>過去の</a:t>
            </a:r>
            <a:r>
              <a:rPr lang="en-US" altLang="ja-JP" dirty="0"/>
              <a:t>hit</a:t>
            </a:r>
            <a:r>
              <a:rPr lang="ja-JP" altLang="en-US" dirty="0"/>
              <a:t>情報を覚えながら、今の</a:t>
            </a:r>
            <a:r>
              <a:rPr lang="en-US" altLang="ja-JP" dirty="0"/>
              <a:t>hit</a:t>
            </a:r>
            <a:r>
              <a:rPr lang="ja-JP" altLang="en-US" dirty="0"/>
              <a:t>を見て、熱流束予測に必要な情報だけを残すモデル</a:t>
            </a:r>
            <a:endParaRPr lang="en-US" altLang="ja-JP" dirty="0"/>
          </a:p>
          <a:p>
            <a:r>
              <a:rPr kumimoji="1" lang="ja-JP" altLang="en-US" dirty="0"/>
              <a:t>→</a:t>
            </a:r>
            <a:r>
              <a:rPr kumimoji="1" lang="en-US" altLang="ja-JP" dirty="0"/>
              <a:t>3</a:t>
            </a:r>
            <a:r>
              <a:rPr kumimoji="1" lang="ja-JP" altLang="en-US" dirty="0"/>
              <a:t>つのゲートがあり，それぞれ</a:t>
            </a:r>
            <a:r>
              <a:rPr lang="ja-JP" altLang="en-US" dirty="0"/>
              <a:t>過去の情報のうち、いらないものを捨てたり，新しい情報から覚えるべき情報を取得したり，出力する情報を決めたりするゲートになっている</a:t>
            </a:r>
            <a:endParaRPr kumimoji="1" lang="ja-JP" altLang="en-US" dirty="0"/>
          </a:p>
        </p:txBody>
      </p:sp>
      <p:sp>
        <p:nvSpPr>
          <p:cNvPr id="4" name="スライド番号プレースホルダー 3">
            <a:extLst>
              <a:ext uri="{FF2B5EF4-FFF2-40B4-BE49-F238E27FC236}">
                <a16:creationId xmlns:a16="http://schemas.microsoft.com/office/drawing/2014/main" id="{C3FC02A9-EF71-D15C-8523-B559E4C6F7C6}"/>
              </a:ext>
            </a:extLst>
          </p:cNvPr>
          <p:cNvSpPr>
            <a:spLocks noGrp="1"/>
          </p:cNvSpPr>
          <p:nvPr>
            <p:ph type="sldNum" sz="quarter" idx="5"/>
          </p:nvPr>
        </p:nvSpPr>
        <p:spPr/>
        <p:txBody>
          <a:bodyPr/>
          <a:lstStyle/>
          <a:p>
            <a:fld id="{43558F7A-9C9F-42E9-83A4-0C372CE5784D}" type="slidenum">
              <a:rPr kumimoji="1" lang="ja-JP" altLang="en-US" smtClean="0"/>
              <a:t>16</a:t>
            </a:fld>
            <a:endParaRPr kumimoji="1" lang="ja-JP" altLang="en-US"/>
          </a:p>
        </p:txBody>
      </p:sp>
    </p:spTree>
    <p:extLst>
      <p:ext uri="{BB962C8B-B14F-4D97-AF65-F5344CB8AC3E}">
        <p14:creationId xmlns:p14="http://schemas.microsoft.com/office/powerpoint/2010/main" val="617032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C11FB-CE7E-9956-0D8D-E9FC7AE01AE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C8A083F-6B6D-03EE-FF90-94AF0AD4B4D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C7B2804-4E07-7778-1E1A-D35CA08459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13F8799-C039-E8A4-51BE-3C08F50B20B9}"/>
              </a:ext>
            </a:extLst>
          </p:cNvPr>
          <p:cNvSpPr>
            <a:spLocks noGrp="1"/>
          </p:cNvSpPr>
          <p:nvPr>
            <p:ph type="sldNum" sz="quarter" idx="5"/>
          </p:nvPr>
        </p:nvSpPr>
        <p:spPr/>
        <p:txBody>
          <a:bodyPr/>
          <a:lstStyle/>
          <a:p>
            <a:fld id="{43558F7A-9C9F-42E9-83A4-0C372CE5784D}" type="slidenum">
              <a:rPr kumimoji="1" lang="ja-JP" altLang="en-US" smtClean="0"/>
              <a:t>17</a:t>
            </a:fld>
            <a:endParaRPr kumimoji="1" lang="ja-JP" altLang="en-US"/>
          </a:p>
        </p:txBody>
      </p:sp>
    </p:spTree>
    <p:extLst>
      <p:ext uri="{BB962C8B-B14F-4D97-AF65-F5344CB8AC3E}">
        <p14:creationId xmlns:p14="http://schemas.microsoft.com/office/powerpoint/2010/main" val="4012695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9CEF1-3094-D3C5-8EAB-6305B6A5D1E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6378DF3-E6C3-7C96-FC45-294DCE6750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3A65C22-C7D2-BD18-10D2-3DD07CC90B55}"/>
              </a:ext>
            </a:extLst>
          </p:cNvPr>
          <p:cNvSpPr>
            <a:spLocks noGrp="1"/>
          </p:cNvSpPr>
          <p:nvPr>
            <p:ph type="body" idx="1"/>
          </p:nvPr>
        </p:nvSpPr>
        <p:spPr/>
        <p:txBody>
          <a:bodyPr/>
          <a:lstStyle/>
          <a:p>
            <a:r>
              <a:rPr kumimoji="1" lang="en-US" altLang="ja-JP" dirty="0"/>
              <a:t>MLP</a:t>
            </a:r>
            <a:r>
              <a:rPr kumimoji="1" lang="ja-JP" altLang="en-US" dirty="0"/>
              <a:t>（</a:t>
            </a:r>
            <a:r>
              <a:rPr lang="ja-JP" altLang="en-US" dirty="0"/>
              <a:t>通常の全結合ニューラルネットワークである多層パーセプトロン</a:t>
            </a:r>
            <a:r>
              <a:rPr kumimoji="1" lang="ja-JP" altLang="en-US" dirty="0"/>
              <a:t>）</a:t>
            </a:r>
            <a:endParaRPr kumimoji="1" lang="en-US" altLang="ja-JP" dirty="0"/>
          </a:p>
          <a:p>
            <a:r>
              <a:rPr kumimoji="1" lang="en-US" altLang="ja-JP" dirty="0"/>
              <a:t>GPR</a:t>
            </a:r>
            <a:r>
              <a:rPr kumimoji="1" lang="ja-JP" altLang="en-US" dirty="0"/>
              <a:t>（</a:t>
            </a:r>
            <a:r>
              <a:rPr lang="ja-JP" altLang="en-US" dirty="0"/>
              <a:t>データ点間の類似度に基づいて，滑らかな関数として連続値を予測する確率的回帰モデル</a:t>
            </a:r>
            <a:r>
              <a:rPr kumimoji="1" lang="ja-JP" altLang="en-US" dirty="0"/>
              <a:t>）</a:t>
            </a:r>
            <a:endParaRPr kumimoji="1" lang="en-US" altLang="ja-JP" dirty="0"/>
          </a:p>
          <a:p>
            <a:endParaRPr kumimoji="1" lang="en-US" altLang="ja-JP" dirty="0"/>
          </a:p>
          <a:p>
            <a:r>
              <a:rPr kumimoji="1" lang="ja-JP" altLang="en-US" dirty="0"/>
              <a:t>評価指標は決定係数と</a:t>
            </a:r>
            <a:r>
              <a:rPr kumimoji="1" lang="en-US" altLang="ja-JP" dirty="0"/>
              <a:t>MSE</a:t>
            </a:r>
            <a:r>
              <a:rPr kumimoji="1" lang="ja-JP" altLang="en-US" dirty="0"/>
              <a:t>（誤差二乗平均）</a:t>
            </a:r>
          </a:p>
        </p:txBody>
      </p:sp>
      <p:sp>
        <p:nvSpPr>
          <p:cNvPr id="4" name="スライド番号プレースホルダー 3">
            <a:extLst>
              <a:ext uri="{FF2B5EF4-FFF2-40B4-BE49-F238E27FC236}">
                <a16:creationId xmlns:a16="http://schemas.microsoft.com/office/drawing/2014/main" id="{2913A6CD-DB6E-6C73-9454-AD7BB8914FC8}"/>
              </a:ext>
            </a:extLst>
          </p:cNvPr>
          <p:cNvSpPr>
            <a:spLocks noGrp="1"/>
          </p:cNvSpPr>
          <p:nvPr>
            <p:ph type="sldNum" sz="quarter" idx="5"/>
          </p:nvPr>
        </p:nvSpPr>
        <p:spPr/>
        <p:txBody>
          <a:bodyPr/>
          <a:lstStyle/>
          <a:p>
            <a:fld id="{43558F7A-9C9F-42E9-83A4-0C372CE5784D}" type="slidenum">
              <a:rPr kumimoji="1" lang="ja-JP" altLang="en-US" smtClean="0"/>
              <a:t>18</a:t>
            </a:fld>
            <a:endParaRPr kumimoji="1" lang="ja-JP" altLang="en-US"/>
          </a:p>
        </p:txBody>
      </p:sp>
    </p:spTree>
    <p:extLst>
      <p:ext uri="{BB962C8B-B14F-4D97-AF65-F5344CB8AC3E}">
        <p14:creationId xmlns:p14="http://schemas.microsoft.com/office/powerpoint/2010/main" val="379591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72D9A-45CA-132E-FD91-C12C3E36AD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5A460D-B4DB-7B4C-3701-389BD8ED84B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AD5E78-64D9-5BE2-6D3E-F6A5B62F848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242B7-073B-014E-3C61-393DCED5F0C0}"/>
              </a:ext>
            </a:extLst>
          </p:cNvPr>
          <p:cNvSpPr>
            <a:spLocks noGrp="1"/>
          </p:cNvSpPr>
          <p:nvPr>
            <p:ph type="sldNum" sz="quarter" idx="5"/>
          </p:nvPr>
        </p:nvSpPr>
        <p:spPr/>
        <p:txBody>
          <a:bodyPr/>
          <a:lstStyle/>
          <a:p>
            <a:fld id="{43558F7A-9C9F-42E9-83A4-0C372CE5784D}" type="slidenum">
              <a:rPr kumimoji="1" lang="ja-JP" altLang="en-US" smtClean="0"/>
              <a:t>20</a:t>
            </a:fld>
            <a:endParaRPr kumimoji="1" lang="ja-JP" altLang="en-US"/>
          </a:p>
        </p:txBody>
      </p:sp>
    </p:spTree>
    <p:extLst>
      <p:ext uri="{BB962C8B-B14F-4D97-AF65-F5344CB8AC3E}">
        <p14:creationId xmlns:p14="http://schemas.microsoft.com/office/powerpoint/2010/main" val="3774563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6101F-81CD-1297-C261-4226AFB5B1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4BACAE5-38DA-31EC-6429-D7BF8C55964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767641F-E168-B2FD-DA64-54B2635A0AF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C336DFA-8027-4EB0-5826-D94B08721C4D}"/>
              </a:ext>
            </a:extLst>
          </p:cNvPr>
          <p:cNvSpPr>
            <a:spLocks noGrp="1"/>
          </p:cNvSpPr>
          <p:nvPr>
            <p:ph type="sldNum" sz="quarter" idx="5"/>
          </p:nvPr>
        </p:nvSpPr>
        <p:spPr/>
        <p:txBody>
          <a:bodyPr/>
          <a:lstStyle/>
          <a:p>
            <a:fld id="{43558F7A-9C9F-42E9-83A4-0C372CE5784D}" type="slidenum">
              <a:rPr kumimoji="1" lang="ja-JP" altLang="en-US" smtClean="0"/>
              <a:t>21</a:t>
            </a:fld>
            <a:endParaRPr kumimoji="1" lang="ja-JP" altLang="en-US"/>
          </a:p>
        </p:txBody>
      </p:sp>
    </p:spTree>
    <p:extLst>
      <p:ext uri="{BB962C8B-B14F-4D97-AF65-F5344CB8AC3E}">
        <p14:creationId xmlns:p14="http://schemas.microsoft.com/office/powerpoint/2010/main" val="93361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DCD78-E7DC-8965-09A9-61C7316531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869628-BDEB-07AB-A0D8-2A53AC8F5CA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907736-B3B0-1A0C-3815-F4214574633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025EB39-8471-2646-2BBB-1C6836B759B3}"/>
              </a:ext>
            </a:extLst>
          </p:cNvPr>
          <p:cNvSpPr>
            <a:spLocks noGrp="1"/>
          </p:cNvSpPr>
          <p:nvPr>
            <p:ph type="sldNum" sz="quarter" idx="5"/>
          </p:nvPr>
        </p:nvSpPr>
        <p:spPr/>
        <p:txBody>
          <a:bodyPr/>
          <a:lstStyle/>
          <a:p>
            <a:fld id="{43558F7A-9C9F-42E9-83A4-0C372CE5784D}" type="slidenum">
              <a:rPr kumimoji="1" lang="ja-JP" altLang="en-US" smtClean="0"/>
              <a:t>22</a:t>
            </a:fld>
            <a:endParaRPr kumimoji="1" lang="ja-JP" altLang="en-US"/>
          </a:p>
        </p:txBody>
      </p:sp>
    </p:spTree>
    <p:extLst>
      <p:ext uri="{BB962C8B-B14F-4D97-AF65-F5344CB8AC3E}">
        <p14:creationId xmlns:p14="http://schemas.microsoft.com/office/powerpoint/2010/main" val="3208371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027A-387E-9E89-3BD9-82F6F71988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EC30F7-4744-F21B-4DFA-FBDEA98EF08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9672421-B403-9C92-C149-96074924BD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5F9E3CC-A425-85DC-A000-CD8C25928B58}"/>
              </a:ext>
            </a:extLst>
          </p:cNvPr>
          <p:cNvSpPr>
            <a:spLocks noGrp="1"/>
          </p:cNvSpPr>
          <p:nvPr>
            <p:ph type="sldNum" sz="quarter" idx="5"/>
          </p:nvPr>
        </p:nvSpPr>
        <p:spPr/>
        <p:txBody>
          <a:bodyPr/>
          <a:lstStyle/>
          <a:p>
            <a:fld id="{43558F7A-9C9F-42E9-83A4-0C372CE5784D}" type="slidenum">
              <a:rPr kumimoji="1" lang="ja-JP" altLang="en-US" smtClean="0"/>
              <a:t>23</a:t>
            </a:fld>
            <a:endParaRPr kumimoji="1" lang="ja-JP" altLang="en-US"/>
          </a:p>
        </p:txBody>
      </p:sp>
    </p:spTree>
    <p:extLst>
      <p:ext uri="{BB962C8B-B14F-4D97-AF65-F5344CB8AC3E}">
        <p14:creationId xmlns:p14="http://schemas.microsoft.com/office/powerpoint/2010/main" val="41123686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FBE17-908B-B1DB-5ECD-F1E0A628EB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8F5CDB6-D321-B862-C6A6-BF6B67C0B30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C34059-2740-E866-4237-C0745203096C}"/>
              </a:ext>
            </a:extLst>
          </p:cNvPr>
          <p:cNvSpPr>
            <a:spLocks noGrp="1"/>
          </p:cNvSpPr>
          <p:nvPr>
            <p:ph type="body" idx="1"/>
          </p:nvPr>
        </p:nvSpPr>
        <p:spPr/>
        <p:txBody>
          <a:bodyPr/>
          <a:lstStyle/>
          <a:p>
            <a:r>
              <a:rPr kumimoji="1" lang="en-US" altLang="ja-JP" dirty="0"/>
              <a:t>Transformer</a:t>
            </a:r>
            <a:r>
              <a:rPr kumimoji="1" lang="ja-JP" altLang="en-US" dirty="0"/>
              <a:t>→</a:t>
            </a:r>
            <a:r>
              <a:rPr kumimoji="1" lang="en-US" altLang="ja-JP" dirty="0"/>
              <a:t>attention map</a:t>
            </a:r>
            <a:r>
              <a:rPr kumimoji="1" lang="ja-JP" altLang="en-US" dirty="0"/>
              <a:t>でどこを見ているかが分かる（分類モデルだからうまく使用できるかわ駆らないが）</a:t>
            </a:r>
            <a:endParaRPr kumimoji="1" lang="en-US" altLang="ja-JP" dirty="0"/>
          </a:p>
          <a:p>
            <a:endParaRPr kumimoji="1" lang="en-US" altLang="ja-JP" dirty="0"/>
          </a:p>
          <a:p>
            <a:r>
              <a:rPr kumimoji="1" lang="ja-JP" altLang="en-US" dirty="0"/>
              <a:t>途中まで分類モデルとしてやって特徴マップとかで可視化→最後の部分だけ回帰にして熱流束にするのは一つ説明できそうな部分がある</a:t>
            </a:r>
            <a:endParaRPr kumimoji="1" lang="en-US" altLang="ja-JP" dirty="0"/>
          </a:p>
          <a:p>
            <a:r>
              <a:rPr kumimoji="1" lang="ja-JP" altLang="en-US" dirty="0"/>
              <a:t>→物理と</a:t>
            </a:r>
            <a:r>
              <a:rPr kumimoji="1" lang="en-US" altLang="ja-JP" dirty="0"/>
              <a:t>AI</a:t>
            </a:r>
            <a:r>
              <a:rPr kumimoji="1" lang="ja-JP" altLang="en-US" dirty="0"/>
              <a:t>の説明可能性があるのかなと思っています．</a:t>
            </a:r>
            <a:endParaRPr kumimoji="1" lang="en-US" altLang="ja-JP" dirty="0"/>
          </a:p>
          <a:p>
            <a:r>
              <a:rPr kumimoji="1" lang="ja-JP" altLang="en-US" dirty="0"/>
              <a:t>↓</a:t>
            </a:r>
            <a:endParaRPr kumimoji="1" lang="en-US" altLang="ja-JP" dirty="0"/>
          </a:p>
          <a:p>
            <a:r>
              <a:rPr kumimoji="1" lang="ja-JP" altLang="en-US" dirty="0"/>
              <a:t>アンサンブルの中に含めるなら含めてから入れた方が良い</a:t>
            </a:r>
            <a:endParaRPr kumimoji="1" lang="en-US" altLang="ja-JP" dirty="0"/>
          </a:p>
          <a:p>
            <a:r>
              <a:rPr kumimoji="1" lang="ja-JP" altLang="en-US" dirty="0"/>
              <a:t>・ランダムフォレストでも恐らく見れるのでだから使用している．</a:t>
            </a:r>
            <a:endParaRPr kumimoji="1" lang="en-US" altLang="ja-JP" dirty="0"/>
          </a:p>
        </p:txBody>
      </p:sp>
      <p:sp>
        <p:nvSpPr>
          <p:cNvPr id="4" name="スライド番号プレースホルダー 3">
            <a:extLst>
              <a:ext uri="{FF2B5EF4-FFF2-40B4-BE49-F238E27FC236}">
                <a16:creationId xmlns:a16="http://schemas.microsoft.com/office/drawing/2014/main" id="{D45F06CB-3360-EF67-7382-9EA626305E03}"/>
              </a:ext>
            </a:extLst>
          </p:cNvPr>
          <p:cNvSpPr>
            <a:spLocks noGrp="1"/>
          </p:cNvSpPr>
          <p:nvPr>
            <p:ph type="sldNum" sz="quarter" idx="5"/>
          </p:nvPr>
        </p:nvSpPr>
        <p:spPr/>
        <p:txBody>
          <a:bodyPr/>
          <a:lstStyle/>
          <a:p>
            <a:fld id="{43558F7A-9C9F-42E9-83A4-0C372CE5784D}" type="slidenum">
              <a:rPr kumimoji="1" lang="ja-JP" altLang="en-US" smtClean="0"/>
              <a:t>24</a:t>
            </a:fld>
            <a:endParaRPr kumimoji="1" lang="ja-JP" altLang="en-US"/>
          </a:p>
        </p:txBody>
      </p:sp>
    </p:spTree>
    <p:extLst>
      <p:ext uri="{BB962C8B-B14F-4D97-AF65-F5344CB8AC3E}">
        <p14:creationId xmlns:p14="http://schemas.microsoft.com/office/powerpoint/2010/main" val="363205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835141-B1DA-4BCF-9AAA-97947E23424F}" type="datetime1">
              <a:rPr lang="en-US" altLang="ja-JP"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48189-7185-406F-AF7C-BED606B3670B}" type="datetime1">
              <a:rPr lang="en-US" altLang="ja-JP"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01697-F5F8-4170-8723-96F9EA86E2DC}" type="datetime1">
              <a:rPr lang="en-US" altLang="ja-JP"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CCBFD-D654-4967-8B61-A3494FDAD3C3}" type="datetime1">
              <a:rPr lang="en-US" altLang="ja-JP"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BF7437-43BB-4691-A20F-B3DC80928B9C}" type="datetime1">
              <a:rPr lang="en-US" altLang="ja-JP" smtClean="0"/>
              <a:t>5/1/2026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B0C1-09DA-4824-A9FE-04B648356115}" type="datetime1">
              <a:rPr lang="en-US" altLang="ja-JP" smtClean="0"/>
              <a:t>5/1/2026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59CF7-FBD3-43A8-86EA-1BFF241249A7}" type="datetime1">
              <a:rPr lang="en-US" altLang="ja-JP" smtClean="0"/>
              <a:t>5/1/2026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228600" y="9715500"/>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D3CE7-97B2-48B0-AAAA-F59DB167F20C}" type="datetime1">
              <a:rPr lang="en-US" altLang="ja-JP"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42D9E0-6A31-47E1-86F8-E8D32905AA5C}" type="datetime1">
              <a:rPr lang="en-US" altLang="ja-JP"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58458-117C-445C-93D2-58146BCC020C}" type="datetime1">
              <a:rPr lang="en-US" altLang="ja-JP"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A68477-63A2-4B58-B832-4FD9CBB3DB7F}" type="datetime1">
              <a:rPr lang="en-US" altLang="ja-JP"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46D91-97FF-446E-BDC2-075A4D5370E6}" type="datetime1">
              <a:rPr lang="en-US" altLang="ja-JP" smtClean="0"/>
              <a:t>5/1/2026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3800" y="6361199"/>
            <a:ext cx="620097" cy="365125"/>
          </a:xfrm>
          <a:prstGeom prst="rect">
            <a:avLst/>
          </a:prstGeom>
        </p:spPr>
        <p:txBody>
          <a:bodyPr vert="horz" lIns="91440" tIns="45720" rIns="91440" bIns="45720" rtlCol="0" anchor="ctr"/>
          <a:lstStyle>
            <a:lvl1pPr algn="r">
              <a:defRPr sz="28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85825" y="495300"/>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7126736" y="1575825"/>
            <a:ext cx="4034525" cy="830997"/>
          </a:xfrm>
          <a:prstGeom prst="rect">
            <a:avLst/>
          </a:prstGeom>
        </p:spPr>
        <p:txBody>
          <a:bodyPr wrap="square" lIns="0" tIns="0" rIns="0" bIns="0" rtlCol="0" anchor="t">
            <a:spAutoFit/>
          </a:bodyPr>
          <a:lstStyle/>
          <a:p>
            <a:pPr algn="ctr">
              <a:spcBef>
                <a:spcPct val="0"/>
              </a:spcBef>
            </a:pPr>
            <a:r>
              <a:rPr lang="ja-JP" altLang="en-US" sz="5400" dirty="0">
                <a:solidFill>
                  <a:srgbClr val="292B2B"/>
                </a:solidFill>
                <a:latin typeface="Source Han Sans JP Bold"/>
                <a:ea typeface="Source Han Sans JP Bold"/>
                <a:cs typeface="Source Han Sans JP Bold"/>
                <a:sym typeface="Source Han Sans JP Bold"/>
              </a:rPr>
              <a:t>論文輪講</a:t>
            </a:r>
            <a:endParaRPr lang="en-US" sz="5400" dirty="0">
              <a:solidFill>
                <a:srgbClr val="292B2B"/>
              </a:solidFill>
              <a:latin typeface="Source Han Sans JP Bold"/>
              <a:ea typeface="Source Han Sans JP Bold"/>
              <a:cs typeface="Source Han Sans JP Bold"/>
              <a:sym typeface="Source Han Sans JP Bold"/>
            </a:endParaRPr>
          </a:p>
        </p:txBody>
      </p:sp>
      <p:sp>
        <p:nvSpPr>
          <p:cNvPr id="19" name="TextBox 19"/>
          <p:cNvSpPr txBox="1"/>
          <p:nvPr/>
        </p:nvSpPr>
        <p:spPr>
          <a:xfrm>
            <a:off x="848697" y="8062587"/>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latin typeface="Source Han Sans JP" panose="020B0600070205080204" charset="-128"/>
                <a:ea typeface="Source Han Sans JP" panose="020B0600070205080204" charset="-128"/>
              </a:rPr>
              <a:t>植木研究室　　</a:t>
            </a:r>
            <a:r>
              <a:rPr lang="en-US" altLang="ja-JP" sz="4000" dirty="0">
                <a:latin typeface="Source Han Sans JP" panose="020B0600070205080204" charset="-128"/>
                <a:ea typeface="Source Han Sans JP" panose="020B0600070205080204" charset="-128"/>
              </a:rPr>
              <a:t>8125517</a:t>
            </a:r>
            <a:r>
              <a:rPr lang="ja-JP" altLang="en-US" sz="4000" dirty="0">
                <a:latin typeface="Source Han Sans JP" panose="020B0600070205080204" charset="-128"/>
                <a:ea typeface="Source Han Sans JP" panose="020B0600070205080204" charset="-128"/>
              </a:rPr>
              <a:t>　　</a:t>
            </a:r>
            <a:r>
              <a:rPr lang="ja-JP" altLang="en-US" sz="4000" dirty="0">
                <a:solidFill>
                  <a:srgbClr val="292B2B"/>
                </a:solidFill>
                <a:latin typeface="Source Han Sans JP" panose="020B0600070205080204" charset="-128"/>
                <a:ea typeface="Source Han Sans JP" panose="020B0600070205080204" charset="-128"/>
                <a:cs typeface="Source Han Sans JP"/>
                <a:sym typeface="Source Han Sans JP"/>
              </a:rPr>
              <a:t>柴崎陸</a:t>
            </a:r>
            <a:endParaRPr lang="en-US" sz="4000" dirty="0">
              <a:solidFill>
                <a:srgbClr val="292B2B"/>
              </a:solidFill>
              <a:latin typeface="Source Han Sans JP" panose="020B0600070205080204" charset="-128"/>
              <a:ea typeface="Source Han Sans JP" panose="020B0600070205080204" charset="-128"/>
              <a:cs typeface="Source Han Sans JP"/>
              <a:sym typeface="Source Han Sans JP"/>
            </a:endParaRPr>
          </a:p>
        </p:txBody>
      </p:sp>
      <p:sp>
        <p:nvSpPr>
          <p:cNvPr id="20" name="TextBox 20"/>
          <p:cNvSpPr txBox="1"/>
          <p:nvPr/>
        </p:nvSpPr>
        <p:spPr>
          <a:xfrm>
            <a:off x="6111044" y="7187206"/>
            <a:ext cx="5785681" cy="514251"/>
          </a:xfrm>
          <a:prstGeom prst="rect">
            <a:avLst/>
          </a:prstGeom>
        </p:spPr>
        <p:txBody>
          <a:bodyPr lIns="0" tIns="0" rIns="0" bIns="0" rtlCol="0" anchor="t">
            <a:spAutoFit/>
          </a:bodyPr>
          <a:lstStyle/>
          <a:p>
            <a:pPr algn="ctr">
              <a:lnSpc>
                <a:spcPts val="4200"/>
              </a:lnSpc>
              <a:spcBef>
                <a:spcPct val="0"/>
              </a:spcBef>
            </a:pPr>
            <a:r>
              <a:rPr lang="en-US" sz="3000" dirty="0">
                <a:solidFill>
                  <a:srgbClr val="292B2B"/>
                </a:solidFill>
                <a:latin typeface="Source Han Sans JP" panose="020B0600070205080204" charset="-128"/>
                <a:ea typeface="Source Han Sans JP" panose="020B0600070205080204" charset="-128"/>
                <a:cs typeface="Century Gothic Paneuropean"/>
                <a:sym typeface="Century Gothic Paneuropean"/>
              </a:rPr>
              <a:t>2026年5月1日</a:t>
            </a:r>
          </a:p>
        </p:txBody>
      </p:sp>
      <p:grpSp>
        <p:nvGrpSpPr>
          <p:cNvPr id="21" name="Group 21"/>
          <p:cNvGrpSpPr/>
          <p:nvPr/>
        </p:nvGrpSpPr>
        <p:grpSpPr>
          <a:xfrm>
            <a:off x="885825" y="9645596"/>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 name="スライド番号プレースホルダー 1">
            <a:extLst>
              <a:ext uri="{FF2B5EF4-FFF2-40B4-BE49-F238E27FC236}">
                <a16:creationId xmlns:a16="http://schemas.microsoft.com/office/drawing/2014/main" id="{9D73F52F-7EA5-9483-9209-847FF8564E80}"/>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13" name="TextBox 24">
            <a:extLst>
              <a:ext uri="{FF2B5EF4-FFF2-40B4-BE49-F238E27FC236}">
                <a16:creationId xmlns:a16="http://schemas.microsoft.com/office/drawing/2014/main" id="{9E46055B-DA28-1F66-CD59-78CAAB0910E0}"/>
              </a:ext>
            </a:extLst>
          </p:cNvPr>
          <p:cNvSpPr txBox="1"/>
          <p:nvPr/>
        </p:nvSpPr>
        <p:spPr>
          <a:xfrm>
            <a:off x="1682855" y="5971720"/>
            <a:ext cx="16002000" cy="713850"/>
          </a:xfrm>
          <a:prstGeom prst="rect">
            <a:avLst/>
          </a:prstGeom>
        </p:spPr>
        <p:txBody>
          <a:bodyPr wrap="square" lIns="0" tIns="0" rIns="0" bIns="0" rtlCol="0" anchor="t">
            <a:spAutoFit/>
          </a:bodyPr>
          <a:lstStyle/>
          <a:p>
            <a:pPr>
              <a:lnSpc>
                <a:spcPts val="5880"/>
              </a:lnSpc>
              <a:spcBef>
                <a:spcPct val="0"/>
              </a:spcBef>
            </a:pPr>
            <a:r>
              <a:rPr lang="ja-JP" altLang="en-US" sz="4400" dirty="0">
                <a:solidFill>
                  <a:srgbClr val="292B2B"/>
                </a:solidFill>
                <a:latin typeface="Source Han Sans JP" panose="020B0600070205080204" charset="-128"/>
                <a:ea typeface="Source Han Sans JP" panose="020B0600070205080204" charset="-128"/>
                <a:cs typeface="Source Han Sans JP Medium"/>
                <a:sym typeface="Source Han Sans JP Medium"/>
              </a:rPr>
              <a:t>ー</a:t>
            </a:r>
            <a:r>
              <a:rPr lang="en-US" altLang="ja-JP" sz="4400" dirty="0">
                <a:latin typeface="Source Han Sans JP" panose="020B0600070205080204" charset="-128"/>
                <a:ea typeface="Source Han Sans JP" panose="020B0600070205080204" charset="-128"/>
              </a:rPr>
              <a:t>AE hit</a:t>
            </a:r>
            <a:r>
              <a:rPr lang="ja-JP" altLang="en-US" sz="4400" dirty="0">
                <a:latin typeface="Source Han Sans JP" panose="020B0600070205080204" charset="-128"/>
                <a:ea typeface="Source Han Sans JP" panose="020B0600070205080204" charset="-128"/>
              </a:rPr>
              <a:t>を用いた沸騰熱流束予測の機械学習フレームワーク</a:t>
            </a:r>
            <a:r>
              <a:rPr lang="ja-JP" altLang="en-US" sz="4400" dirty="0">
                <a:solidFill>
                  <a:srgbClr val="292B2B"/>
                </a:solidFill>
                <a:latin typeface="Source Han Sans JP" panose="020B0600070205080204" charset="-128"/>
                <a:ea typeface="Source Han Sans JP" panose="020B0600070205080204" charset="-128"/>
                <a:cs typeface="Source Han Sans JP Medium"/>
                <a:sym typeface="Source Han Sans JP Medium"/>
              </a:rPr>
              <a:t>ー</a:t>
            </a:r>
            <a:endParaRPr lang="en-US" sz="4400" dirty="0">
              <a:solidFill>
                <a:srgbClr val="292B2B"/>
              </a:solidFill>
              <a:latin typeface="Source Han Sans JP" panose="020B0600070205080204" charset="-128"/>
              <a:ea typeface="Source Han Sans JP" panose="020B0600070205080204" charset="-128"/>
              <a:cs typeface="Source Han Sans JP Medium"/>
              <a:sym typeface="Source Han Sans JP Medium"/>
            </a:endParaRPr>
          </a:p>
        </p:txBody>
      </p:sp>
      <p:sp>
        <p:nvSpPr>
          <p:cNvPr id="14" name="TextBox 24">
            <a:extLst>
              <a:ext uri="{FF2B5EF4-FFF2-40B4-BE49-F238E27FC236}">
                <a16:creationId xmlns:a16="http://schemas.microsoft.com/office/drawing/2014/main" id="{5A851D26-D12C-C610-35D6-4EE88EAAA3D9}"/>
              </a:ext>
            </a:extLst>
          </p:cNvPr>
          <p:cNvSpPr txBox="1"/>
          <p:nvPr/>
        </p:nvSpPr>
        <p:spPr>
          <a:xfrm>
            <a:off x="1225655" y="2836497"/>
            <a:ext cx="16459200" cy="2774093"/>
          </a:xfrm>
          <a:prstGeom prst="rect">
            <a:avLst/>
          </a:prstGeom>
        </p:spPr>
        <p:txBody>
          <a:bodyPr wrap="square" lIns="0" tIns="0" rIns="0" bIns="0" rtlCol="0" anchor="t">
            <a:spAutoFit/>
          </a:bodyPr>
          <a:lstStyle/>
          <a:p>
            <a:pPr>
              <a:lnSpc>
                <a:spcPts val="7300"/>
              </a:lnSpc>
              <a:spcBef>
                <a:spcPct val="0"/>
              </a:spcBef>
            </a:pPr>
            <a:r>
              <a:rPr lang="en-US" altLang="ja-JP" sz="6000" dirty="0">
                <a:latin typeface="Source Han Sans JP Bold" panose="020B0600070205080204" charset="-128"/>
                <a:ea typeface="Source Han Sans JP Bold" panose="020B0600070205080204" charset="-128"/>
              </a:rPr>
              <a:t>Hit2flux: A machine learning framework for boiling heat flux prediction using hit-based acoustic emission sensing</a:t>
            </a:r>
            <a:endParaRPr lang="en-US" sz="60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B37C-964B-AC11-EDB7-CB194CC0E9D0}"/>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1E877648-141E-2FED-599C-AC5E92A13D55}"/>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A00AF81C-D86D-C07A-3F1F-78B9E44DF21D}"/>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2787A3FF-958C-EBE9-52DF-D247C70AB5E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FD83F56E-025F-21B4-21B5-7CE1068CF5A3}"/>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F30B28B0-361D-0A34-B344-0CF7B75C2C1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7BFE15D1-B194-B181-AC41-0EC9DAC01C9D}"/>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E19D6CF3-783B-2BEB-000A-8FCFFFCD1886}"/>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25183898-DA7F-FAA5-6C4A-BF13209DA88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AF9DE793-621A-3BDA-ABCC-4984981079F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2E54EF43-91FF-6E0F-058B-14050230655B}"/>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8BA66A8F-9866-DC4A-98C9-37EE0066000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16A319B7-D50F-ED65-AF6B-DF2231064C4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BE997E21-DD0B-1294-5BF3-75ACAF7CA261}"/>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1A0D9D66-A21B-66AC-D788-D1C54AAAEFE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1D02DA1C-0B30-93CB-EEA0-B2BC98F0CE7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D09164D7-2F1A-4555-1BC2-B2D96C3AC3AE}"/>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2</a:t>
            </a:fld>
            <a:endParaRPr lang="en-US" sz="2400" dirty="0">
              <a:solidFill>
                <a:schemeClr val="bg1"/>
              </a:solidFill>
            </a:endParaRPr>
          </a:p>
        </p:txBody>
      </p:sp>
      <p:sp>
        <p:nvSpPr>
          <p:cNvPr id="513" name="TextBox 24">
            <a:extLst>
              <a:ext uri="{FF2B5EF4-FFF2-40B4-BE49-F238E27FC236}">
                <a16:creationId xmlns:a16="http://schemas.microsoft.com/office/drawing/2014/main" id="{2A0635B8-BCCD-4E74-98AE-0624FFDD6BD6}"/>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B62302C4-E809-FCAB-957F-A716CD8F0562}"/>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A243EAE5-356B-1894-75BE-66367ECE2D1E}"/>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ED03FC3B-8BEB-F105-968D-F000DB9D8CCD}"/>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1242965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1E125-58AC-5DB3-9454-F1522E0E834A}"/>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61B68936-4085-C672-25E2-539DE5B542E0}"/>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ABF79094-BE17-55A2-79EE-75FD7D60DCCE}"/>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2A2129EB-6C03-1B60-2FF2-EC811E6BF53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589DBABA-638B-2DE2-719E-567A3A2FB6D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0153E037-F316-82ED-9485-58B93F6367CE}"/>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D224E675-FAF1-AA8E-F2C8-0BADF0AB9B67}"/>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FFDFBD60-FDBE-A2CC-0936-7FD327C13203}"/>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B37BF935-8EC0-8CFF-6563-826DD5D88CA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AD324464-3D06-1A37-708D-F0A0D8C339A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770630FB-6B9E-1993-6D39-F78DCF3709B2}"/>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5668E232-42C5-3F54-DDA9-E4A84408A37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6D49311F-513E-F236-470A-E416FE5B223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C5EE9B9C-8F0E-5177-1679-008930E7BD7D}"/>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4604F13E-B615-BFD5-F7D8-D1AD5B63A82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30B52B35-5EEE-2B3C-191D-0772C5F79AD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7395413D-1C3A-7562-FC68-021F1C242622}"/>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3</a:t>
            </a:fld>
            <a:endParaRPr lang="en-US" sz="2400" dirty="0">
              <a:solidFill>
                <a:schemeClr val="bg1"/>
              </a:solidFill>
            </a:endParaRPr>
          </a:p>
        </p:txBody>
      </p:sp>
      <p:sp>
        <p:nvSpPr>
          <p:cNvPr id="513" name="TextBox 24">
            <a:extLst>
              <a:ext uri="{FF2B5EF4-FFF2-40B4-BE49-F238E27FC236}">
                <a16:creationId xmlns:a16="http://schemas.microsoft.com/office/drawing/2014/main" id="{5CCE43B6-B4C5-333A-576C-7C1C222C9DC9}"/>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2DFE006F-89AC-86A8-36C3-00A12FC3D324}"/>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1B03E3FA-A621-3E56-B99E-5AC55F094467}"/>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F836DBF-7A24-6DDB-F4C0-A708A45916F4}"/>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1717196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23B2F-43BD-3FDC-9A52-A3EA57EB462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8A5558E-A446-1DD9-AFE3-4208FF0E097E}"/>
              </a:ext>
            </a:extLst>
          </p:cNvPr>
          <p:cNvSpPr>
            <a:spLocks noGrp="1"/>
          </p:cNvSpPr>
          <p:nvPr>
            <p:ph type="sldNum" sz="quarter" idx="12"/>
          </p:nvPr>
        </p:nvSpPr>
        <p:spPr/>
        <p:txBody>
          <a:bodyPr/>
          <a:lstStyle/>
          <a:p>
            <a:fld id="{B6F15528-21DE-4FAA-801E-634DDDAF4B2B}" type="slidenum">
              <a:rPr lang="en-US" smtClean="0"/>
              <a:pPr/>
              <a:t>4</a:t>
            </a:fld>
            <a:endParaRPr lang="en-US"/>
          </a:p>
        </p:txBody>
      </p:sp>
      <p:grpSp>
        <p:nvGrpSpPr>
          <p:cNvPr id="10" name="グループ化 9">
            <a:extLst>
              <a:ext uri="{FF2B5EF4-FFF2-40B4-BE49-F238E27FC236}">
                <a16:creationId xmlns:a16="http://schemas.microsoft.com/office/drawing/2014/main" id="{12090164-6B0A-4E27-6B0C-FBAFDE60F85B}"/>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3481D39E-081B-36BA-D1C6-ECA6050FE4C1}"/>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2543D728-E890-92F7-D3EF-163706A13526}"/>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8D183FE0-B5A8-C0D0-095C-96F001DF25FD}"/>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0D166528-B1A4-2464-753B-E9FCE2367A2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8E6D42BB-303C-D5A5-FC53-D6F0D69BA10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C239CE6-827C-AD68-DAF4-2A74EE7BE4D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EE221804-E222-6227-A456-103DE17EA6B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68DAED29-4C24-5A6C-DBDE-E7C4A652470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EF8B016B-BB39-0129-1334-B9838377B9D7}"/>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21C2BD47-2123-FA61-C0CE-B3DA20B9974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9D7DAA3C-8727-EE89-1AD2-FDD764BB52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0CA5FDE-A678-4415-F02E-3CC120450DDD}"/>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7F430480-BFB2-28B6-5E6B-B12AD2C6C8C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879BC0B9-1557-D27E-0046-31E6A64464A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B1A1F485-B6A3-1DA2-225E-333B83F3F492}"/>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4</a:t>
            </a:fld>
            <a:endParaRPr lang="en-US" sz="2400" dirty="0"/>
          </a:p>
        </p:txBody>
      </p:sp>
      <p:sp>
        <p:nvSpPr>
          <p:cNvPr id="5" name="TextBox 24">
            <a:extLst>
              <a:ext uri="{FF2B5EF4-FFF2-40B4-BE49-F238E27FC236}">
                <a16:creationId xmlns:a16="http://schemas.microsoft.com/office/drawing/2014/main" id="{30E6FC3A-F563-6BED-77CD-E9A2AECFFCD8}"/>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論文を選んだ理由</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0" name="TextBox 24">
            <a:extLst>
              <a:ext uri="{FF2B5EF4-FFF2-40B4-BE49-F238E27FC236}">
                <a16:creationId xmlns:a16="http://schemas.microsoft.com/office/drawing/2014/main" id="{18BCDE0D-5E21-57F1-517E-02D58024D4E0}"/>
              </a:ext>
            </a:extLst>
          </p:cNvPr>
          <p:cNvSpPr txBox="1"/>
          <p:nvPr/>
        </p:nvSpPr>
        <p:spPr>
          <a:xfrm>
            <a:off x="1665275" y="2831192"/>
            <a:ext cx="10459013"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自分：</a:t>
            </a:r>
            <a:r>
              <a:rPr 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CNN</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アンサンブル学習による</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沸騰音の発生検知</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44" name="グループ化 43">
            <a:extLst>
              <a:ext uri="{FF2B5EF4-FFF2-40B4-BE49-F238E27FC236}">
                <a16:creationId xmlns:a16="http://schemas.microsoft.com/office/drawing/2014/main" id="{8545B1C6-AD44-CAA2-F2D8-7D9E0EE8C615}"/>
              </a:ext>
            </a:extLst>
          </p:cNvPr>
          <p:cNvGrpSpPr/>
          <p:nvPr/>
        </p:nvGrpSpPr>
        <p:grpSpPr>
          <a:xfrm>
            <a:off x="1553242" y="1849221"/>
            <a:ext cx="7086600" cy="552410"/>
            <a:chOff x="1535808" y="1451163"/>
            <a:chExt cx="8639037" cy="552410"/>
          </a:xfrm>
        </p:grpSpPr>
        <p:sp>
          <p:nvSpPr>
            <p:cNvPr id="45" name="TextBox 26">
              <a:extLst>
                <a:ext uri="{FF2B5EF4-FFF2-40B4-BE49-F238E27FC236}">
                  <a16:creationId xmlns:a16="http://schemas.microsoft.com/office/drawing/2014/main" id="{63C1B04C-B4CB-6542-F024-DA825EAAA143}"/>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自分の研究との関連性</a:t>
              </a:r>
              <a:endParaRPr lang="en-US" altLang="ja-JP" sz="3200" dirty="0">
                <a:solidFill>
                  <a:srgbClr val="292B2B"/>
                </a:solidFill>
                <a:latin typeface="Source Han Sans JP Medium"/>
                <a:ea typeface="Source Han Sans JP Medium"/>
                <a:cs typeface="Source Han Sans JP Medium"/>
                <a:sym typeface="Source Han Sans JP Medium"/>
              </a:endParaRPr>
            </a:p>
          </p:txBody>
        </p:sp>
        <p:sp>
          <p:nvSpPr>
            <p:cNvPr id="46" name="Freeform 5">
              <a:extLst>
                <a:ext uri="{FF2B5EF4-FFF2-40B4-BE49-F238E27FC236}">
                  <a16:creationId xmlns:a16="http://schemas.microsoft.com/office/drawing/2014/main" id="{B625E7F0-2BD1-FCC3-A00E-98A23CFC9F05}"/>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7" name="TextBox 24">
            <a:extLst>
              <a:ext uri="{FF2B5EF4-FFF2-40B4-BE49-F238E27FC236}">
                <a16:creationId xmlns:a16="http://schemas.microsoft.com/office/drawing/2014/main" id="{C67B1B63-E895-36A2-FADA-3D87D2B968CB}"/>
              </a:ext>
            </a:extLst>
          </p:cNvPr>
          <p:cNvSpPr txBox="1"/>
          <p:nvPr/>
        </p:nvSpPr>
        <p:spPr>
          <a:xfrm>
            <a:off x="1665275" y="3467100"/>
            <a:ext cx="11647272" cy="2270558"/>
          </a:xfrm>
          <a:prstGeom prst="rect">
            <a:avLst/>
          </a:prstGeom>
        </p:spPr>
        <p:txBody>
          <a:bodyPr wrap="square" lIns="0" tIns="0" rIns="0" bIns="0" rtlCol="0" anchor="t">
            <a:spAutoFit/>
          </a:bodyPr>
          <a:lstStyle/>
          <a:p>
            <a:pPr marL="457200" indent="-457200">
              <a:lnSpc>
                <a:spcPts val="4500"/>
              </a:lnSpc>
              <a:spcBef>
                <a:spcPct val="0"/>
              </a:spcBef>
              <a:buClr>
                <a:srgbClr val="64A4A3"/>
              </a:buClr>
              <a:buFont typeface="Wingdings" panose="05000000000000000000" pitchFamily="2" charset="2"/>
              <a:buChar char="l"/>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今回選んだ発表論文：</a:t>
            </a:r>
            <a:endPar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endParaRPr>
          </a:p>
          <a:p>
            <a:pPr marL="971550" lvl="1" indent="-514350">
              <a:lnSpc>
                <a:spcPts val="4500"/>
              </a:lnSpc>
              <a:spcBef>
                <a:spcPct val="0"/>
              </a:spcBef>
              <a:buClr>
                <a:srgbClr val="64A4A3"/>
              </a:buClr>
              <a:buFont typeface="+mj-lt"/>
              <a:buAutoNum type="arabicPeriod"/>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AE hit</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」を用いた音響イベントを離散的に取得</a:t>
            </a:r>
            <a:endPar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endParaRPr>
          </a:p>
          <a:p>
            <a:pPr marL="971550" lvl="1" indent="-514350">
              <a:lnSpc>
                <a:spcPts val="4500"/>
              </a:lnSpc>
              <a:spcBef>
                <a:spcPct val="0"/>
              </a:spcBef>
              <a:buClr>
                <a:srgbClr val="64A4A3"/>
              </a:buClr>
              <a:buFont typeface="+mj-lt"/>
              <a:buAutoNum type="arabicPeriod"/>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各</a:t>
            </a:r>
            <a:r>
              <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hit</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波形を</a:t>
            </a:r>
            <a:r>
              <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FFT</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で周波数特徴へ変換</a:t>
            </a:r>
            <a:endPar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endParaRPr>
          </a:p>
          <a:p>
            <a:pPr marL="971550" lvl="1" indent="-514350">
              <a:lnSpc>
                <a:spcPts val="4500"/>
              </a:lnSpc>
              <a:spcBef>
                <a:spcPct val="0"/>
              </a:spcBef>
              <a:buClr>
                <a:srgbClr val="64A4A3"/>
              </a:buClr>
              <a:buFont typeface="+mj-lt"/>
              <a:buAutoNum type="arabicPeriod"/>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複数</a:t>
            </a:r>
            <a:r>
              <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hit</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を時系列化し，</a:t>
            </a:r>
            <a:r>
              <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LSTM</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で熱流束を推定</a:t>
            </a:r>
            <a:endPar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66" name="グループ化 65">
            <a:extLst>
              <a:ext uri="{FF2B5EF4-FFF2-40B4-BE49-F238E27FC236}">
                <a16:creationId xmlns:a16="http://schemas.microsoft.com/office/drawing/2014/main" id="{5D8A99AE-AB03-F0C5-CD0B-198872016830}"/>
              </a:ext>
            </a:extLst>
          </p:cNvPr>
          <p:cNvGrpSpPr/>
          <p:nvPr/>
        </p:nvGrpSpPr>
        <p:grpSpPr>
          <a:xfrm>
            <a:off x="1553242" y="7924031"/>
            <a:ext cx="7086600" cy="552410"/>
            <a:chOff x="1535808" y="1451163"/>
            <a:chExt cx="8639037" cy="552410"/>
          </a:xfrm>
        </p:grpSpPr>
        <p:sp>
          <p:nvSpPr>
            <p:cNvPr id="67" name="TextBox 26">
              <a:extLst>
                <a:ext uri="{FF2B5EF4-FFF2-40B4-BE49-F238E27FC236}">
                  <a16:creationId xmlns:a16="http://schemas.microsoft.com/office/drawing/2014/main" id="{A5E42165-316E-EDAF-737B-8D5240564246}"/>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自分の研究への活用可能性</a:t>
              </a:r>
              <a:endParaRPr lang="en-US" altLang="ja-JP" sz="3200" dirty="0">
                <a:solidFill>
                  <a:srgbClr val="292B2B"/>
                </a:solidFill>
                <a:latin typeface="Source Han Sans JP Medium"/>
                <a:ea typeface="Source Han Sans JP Medium"/>
                <a:cs typeface="Source Han Sans JP Medium"/>
                <a:sym typeface="Source Han Sans JP Medium"/>
              </a:endParaRPr>
            </a:p>
          </p:txBody>
        </p:sp>
        <p:sp>
          <p:nvSpPr>
            <p:cNvPr id="68" name="Freeform 5">
              <a:extLst>
                <a:ext uri="{FF2B5EF4-FFF2-40B4-BE49-F238E27FC236}">
                  <a16:creationId xmlns:a16="http://schemas.microsoft.com/office/drawing/2014/main" id="{9A88EC85-AA71-FB9B-92BC-94969194A57E}"/>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69" name="TextBox 24">
            <a:extLst>
              <a:ext uri="{FF2B5EF4-FFF2-40B4-BE49-F238E27FC236}">
                <a16:creationId xmlns:a16="http://schemas.microsoft.com/office/drawing/2014/main" id="{5A6EDAFF-02C6-07F6-6A7A-521036718516}"/>
              </a:ext>
            </a:extLst>
          </p:cNvPr>
          <p:cNvSpPr txBox="1"/>
          <p:nvPr/>
        </p:nvSpPr>
        <p:spPr>
          <a:xfrm>
            <a:off x="1677221" y="8851305"/>
            <a:ext cx="15759367" cy="897682"/>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沸騰開始直後の核沸騰による離散的な特徴を，画像全体の分類ではなく「イベント列」として扱える可能性</a:t>
            </a:r>
            <a:endParaRPr lang="en-US" sz="32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 name="矢印: 下 2">
            <a:extLst>
              <a:ext uri="{FF2B5EF4-FFF2-40B4-BE49-F238E27FC236}">
                <a16:creationId xmlns:a16="http://schemas.microsoft.com/office/drawing/2014/main" id="{F2A5ABC3-E266-0634-4B4D-A255C12B0297}"/>
              </a:ext>
            </a:extLst>
          </p:cNvPr>
          <p:cNvSpPr/>
          <p:nvPr/>
        </p:nvSpPr>
        <p:spPr>
          <a:xfrm rot="16200000">
            <a:off x="2161150" y="6309334"/>
            <a:ext cx="1260095" cy="857995"/>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TextBox 24">
            <a:extLst>
              <a:ext uri="{FF2B5EF4-FFF2-40B4-BE49-F238E27FC236}">
                <a16:creationId xmlns:a16="http://schemas.microsoft.com/office/drawing/2014/main" id="{C20DF737-0EA7-732E-D1FB-558737ED9428}"/>
              </a:ext>
            </a:extLst>
          </p:cNvPr>
          <p:cNvSpPr txBox="1"/>
          <p:nvPr/>
        </p:nvSpPr>
        <p:spPr>
          <a:xfrm>
            <a:off x="3810000" y="6320417"/>
            <a:ext cx="15087600" cy="1161728"/>
          </a:xfrm>
          <a:prstGeom prst="rect">
            <a:avLst/>
          </a:prstGeom>
        </p:spPr>
        <p:txBody>
          <a:bodyPr wrap="square" lIns="0" tIns="0" rIns="0" bIns="0" rtlCol="0" anchor="t">
            <a:spAutoFit/>
          </a:bodyPr>
          <a:lstStyle/>
          <a:p>
            <a:pPr algn="l">
              <a:lnSpc>
                <a:spcPts val="5500"/>
              </a:lnSpc>
              <a:spcBef>
                <a:spcPct val="0"/>
              </a:spcBef>
              <a:buClr>
                <a:srgbClr val="64A4A3"/>
              </a:buClr>
            </a:pPr>
            <a:r>
              <a:rPr lang="ja-JP" altLang="en-US" sz="36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rPr>
              <a:t>「音響データからの熱流束予測」</a:t>
            </a:r>
            <a:r>
              <a:rPr lang="ja-JP" altLang="en-US" sz="3600" dirty="0">
                <a:latin typeface="Source Han Sans JP Medium" panose="020B0600070205080204" charset="-128"/>
                <a:ea typeface="Source Han Sans JP Medium" panose="020B0600070205080204" charset="-128"/>
                <a:cs typeface="Source Han Sans JP Medium"/>
                <a:sym typeface="Source Han Sans JP Medium"/>
              </a:rPr>
              <a:t>という部分で似ているため</a:t>
            </a:r>
            <a:endParaRPr lang="en-US" altLang="ja-JP" sz="3600" dirty="0">
              <a:latin typeface="Source Han Sans JP Medium" panose="020B0600070205080204" charset="-128"/>
              <a:ea typeface="Source Han Sans JP Medium" panose="020B0600070205080204" charset="-128"/>
              <a:cs typeface="Source Han Sans JP Medium"/>
              <a:sym typeface="Source Han Sans JP Medium"/>
            </a:endParaRPr>
          </a:p>
          <a:p>
            <a:pPr algn="l">
              <a:lnSpc>
                <a:spcPts val="3500"/>
              </a:lnSpc>
              <a:spcBef>
                <a:spcPct val="0"/>
              </a:spcBef>
              <a:buClr>
                <a:srgbClr val="64A4A3"/>
              </a:buClr>
            </a:pPr>
            <a:r>
              <a:rPr lang="ja-JP" altLang="en-US" sz="3600" dirty="0">
                <a:latin typeface="Source Han Sans JP Medium" panose="020B0600070205080204" charset="-128"/>
                <a:ea typeface="Source Han Sans JP Medium" panose="020B0600070205080204" charset="-128"/>
                <a:cs typeface="Source Han Sans JP Medium"/>
                <a:sym typeface="Source Han Sans JP Medium"/>
              </a:rPr>
              <a:t>活用の余地があるかも</a:t>
            </a:r>
            <a:endParaRPr lang="en-US" altLang="ja-JP" sz="36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609340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7F6FF-E64A-0E30-BB57-6F79A2A7FE5F}"/>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ED809F81-7402-5608-B71E-400EBA9C8822}"/>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5CD0C97D-12EA-EBA5-13F7-89C044669B73}"/>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6AE2C3AF-DB1F-130B-FBCE-9414E01E16F7}"/>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E7D9D820-F98A-673F-8DFB-F865BF16953D}"/>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0241A302-C0AB-5A92-2362-19764F296D87}"/>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831B35BF-3950-EBC7-0B8D-F1E56E3CE792}"/>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D8CF483F-4F08-2AA9-782B-A4E984BFDD97}"/>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108E7FE9-7101-9F27-A860-60271BB7456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20256BC5-F422-2BB1-97F2-0166EF485BE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581B487A-9701-C2F4-288B-918464EA84B8}"/>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C32D928D-E790-F8A2-6570-86A3635B722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4C21A52C-F212-32F2-BCB8-102EEA1D92F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826BB833-4A2F-39B5-F92F-28E9D5E70953}"/>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EDC6E3BF-2E96-BBFF-E84E-372480B90CC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D0EBAE59-F5E8-E94B-8E3E-0A4879358A0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37E88FC0-A95F-3507-90E8-3FFAE4BE7FD3}"/>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5</a:t>
            </a:fld>
            <a:endParaRPr lang="en-US" sz="2400" dirty="0">
              <a:solidFill>
                <a:schemeClr val="bg1"/>
              </a:solidFill>
            </a:endParaRPr>
          </a:p>
        </p:txBody>
      </p:sp>
      <p:sp>
        <p:nvSpPr>
          <p:cNvPr id="513" name="TextBox 24">
            <a:extLst>
              <a:ext uri="{FF2B5EF4-FFF2-40B4-BE49-F238E27FC236}">
                <a16:creationId xmlns:a16="http://schemas.microsoft.com/office/drawing/2014/main" id="{4D7CCE9F-D69E-C6FB-51CB-452F6BCE2F5F}"/>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B34EB459-B0E2-92A0-B7D1-236294A6ED1B}"/>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235E1533-E0DD-8C7A-1456-2E669B041196}"/>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F7CDA781-8B69-AA28-0726-999848452A13}"/>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686063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D241A-C9FC-FF15-3966-AAEA80CC1911}"/>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FA1AE13-BB24-F776-672F-0480F6753BB5}"/>
              </a:ext>
            </a:extLst>
          </p:cNvPr>
          <p:cNvSpPr>
            <a:spLocks noGrp="1"/>
          </p:cNvSpPr>
          <p:nvPr>
            <p:ph type="sldNum" sz="quarter" idx="12"/>
          </p:nvPr>
        </p:nvSpPr>
        <p:spPr/>
        <p:txBody>
          <a:bodyPr/>
          <a:lstStyle/>
          <a:p>
            <a:fld id="{B6F15528-21DE-4FAA-801E-634DDDAF4B2B}" type="slidenum">
              <a:rPr lang="en-US" smtClean="0"/>
              <a:pPr/>
              <a:t>6</a:t>
            </a:fld>
            <a:endParaRPr lang="en-US"/>
          </a:p>
        </p:txBody>
      </p:sp>
      <p:grpSp>
        <p:nvGrpSpPr>
          <p:cNvPr id="10" name="グループ化 9">
            <a:extLst>
              <a:ext uri="{FF2B5EF4-FFF2-40B4-BE49-F238E27FC236}">
                <a16:creationId xmlns:a16="http://schemas.microsoft.com/office/drawing/2014/main" id="{37B588F8-D1F9-A7CB-7907-D079845B8A5B}"/>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B531EF3E-8726-0237-E35D-3957828D1F35}"/>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86286439-0A2D-6434-0473-D5C48760162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0E6D59ED-7DF4-275C-4BDE-606D258867C9}"/>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2030A6D4-F810-D3A2-C445-08B1FD4E12E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79D9877D-6650-4197-B730-0B54C1BD818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5A2A5BD0-F660-7AC7-7241-FF963A7B3DD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0E3039CB-E991-5B2A-CEA9-89E6384A18F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F33ACF9-7C4A-E330-5505-51E00FAC235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CB57FE4-A55C-3206-1173-9546E7018A30}"/>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D81D15F9-4298-1A4A-CDF4-00D94FF1053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C249ED53-69BF-2B50-97CA-38FA6538142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6B1CFBC1-307E-481A-9800-861D29E310E4}"/>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13A1C20-1CAE-E8FA-9E54-AAAE2951307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1D0245B8-0F77-418E-D6F2-F1B08E58601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47B3D34-4759-4E95-4DFA-E27801C70E57}"/>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6</a:t>
            </a:fld>
            <a:endParaRPr lang="en-US" sz="2400" dirty="0"/>
          </a:p>
        </p:txBody>
      </p:sp>
      <p:sp>
        <p:nvSpPr>
          <p:cNvPr id="5" name="TextBox 24">
            <a:extLst>
              <a:ext uri="{FF2B5EF4-FFF2-40B4-BE49-F238E27FC236}">
                <a16:creationId xmlns:a16="http://schemas.microsoft.com/office/drawing/2014/main" id="{E4738322-4920-5653-9CB1-4917B1597833}"/>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研究背景・課題</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6" name="グループ化 5">
            <a:extLst>
              <a:ext uri="{FF2B5EF4-FFF2-40B4-BE49-F238E27FC236}">
                <a16:creationId xmlns:a16="http://schemas.microsoft.com/office/drawing/2014/main" id="{88135447-EB53-39BA-9B68-8D184AA5DCD2}"/>
              </a:ext>
            </a:extLst>
          </p:cNvPr>
          <p:cNvGrpSpPr/>
          <p:nvPr/>
        </p:nvGrpSpPr>
        <p:grpSpPr>
          <a:xfrm>
            <a:off x="1524000" y="1555698"/>
            <a:ext cx="7086600" cy="552410"/>
            <a:chOff x="1535808" y="1451163"/>
            <a:chExt cx="8639037" cy="552410"/>
          </a:xfrm>
        </p:grpSpPr>
        <p:sp>
          <p:nvSpPr>
            <p:cNvPr id="7" name="TextBox 26">
              <a:extLst>
                <a:ext uri="{FF2B5EF4-FFF2-40B4-BE49-F238E27FC236}">
                  <a16:creationId xmlns:a16="http://schemas.microsoft.com/office/drawing/2014/main" id="{8E958BA2-8BAD-ECEC-7518-D511C10CDC84}"/>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背景</a:t>
              </a:r>
              <a:endParaRPr lang="en-US" altLang="ja-JP" sz="3200" dirty="0">
                <a:latin typeface="Source Han Sans JP Medium"/>
                <a:ea typeface="Source Han Sans JP Medium"/>
                <a:cs typeface="Source Han Sans JP Medium"/>
                <a:sym typeface="Source Han Sans JP Medium"/>
              </a:endParaRPr>
            </a:p>
          </p:txBody>
        </p:sp>
        <p:sp>
          <p:nvSpPr>
            <p:cNvPr id="28" name="Freeform 5">
              <a:extLst>
                <a:ext uri="{FF2B5EF4-FFF2-40B4-BE49-F238E27FC236}">
                  <a16:creationId xmlns:a16="http://schemas.microsoft.com/office/drawing/2014/main" id="{99730284-7A70-F206-1EBB-D3F7DD9D76BF}"/>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40" name="TextBox 24">
            <a:extLst>
              <a:ext uri="{FF2B5EF4-FFF2-40B4-BE49-F238E27FC236}">
                <a16:creationId xmlns:a16="http://schemas.microsoft.com/office/drawing/2014/main" id="{2E361B5C-CFB1-8AAC-7296-520CE6FBC6A1}"/>
              </a:ext>
            </a:extLst>
          </p:cNvPr>
          <p:cNvSpPr txBox="1"/>
          <p:nvPr/>
        </p:nvSpPr>
        <p:spPr>
          <a:xfrm>
            <a:off x="1674794" y="2300053"/>
            <a:ext cx="12346006"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高発熱密度デバイスでの熱管理の重要性</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5" name="TextBox 24">
            <a:extLst>
              <a:ext uri="{FF2B5EF4-FFF2-40B4-BE49-F238E27FC236}">
                <a16:creationId xmlns:a16="http://schemas.microsoft.com/office/drawing/2014/main" id="{E9C36849-A082-11E7-2684-5B557E7897FE}"/>
              </a:ext>
            </a:extLst>
          </p:cNvPr>
          <p:cNvSpPr txBox="1"/>
          <p:nvPr/>
        </p:nvSpPr>
        <p:spPr>
          <a:xfrm>
            <a:off x="2467079" y="3018081"/>
            <a:ext cx="11553721" cy="448841"/>
          </a:xfrm>
          <a:prstGeom prst="rect">
            <a:avLst/>
          </a:prstGeom>
        </p:spPr>
        <p:txBody>
          <a:bodyPr wrap="square" lIns="0" tIns="0" rIns="0" bIns="0" rtlCol="0" anchor="t">
            <a:spAutoFit/>
          </a:bodyPr>
          <a:lstStyle/>
          <a:p>
            <a:pPr algn="l">
              <a:lnSpc>
                <a:spcPts val="3500"/>
              </a:lnSpc>
              <a:spcBef>
                <a:spcPct val="0"/>
              </a:spcBef>
              <a:buClr>
                <a:srgbClr val="64A4A3"/>
              </a:buClr>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ex</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）高出力電子機器，電気自動車，データセンター</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6" name="TextBox 24">
            <a:extLst>
              <a:ext uri="{FF2B5EF4-FFF2-40B4-BE49-F238E27FC236}">
                <a16:creationId xmlns:a16="http://schemas.microsoft.com/office/drawing/2014/main" id="{066A62D8-A21F-9B61-8968-DA5E5C0EAB8E}"/>
              </a:ext>
            </a:extLst>
          </p:cNvPr>
          <p:cNvSpPr txBox="1"/>
          <p:nvPr/>
        </p:nvSpPr>
        <p:spPr>
          <a:xfrm>
            <a:off x="1670112" y="3848259"/>
            <a:ext cx="13341285"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従来の単相冷却では，高効率な冷却要求に対応しきれない</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2" name="四角形: 角を丸くする 51">
            <a:extLst>
              <a:ext uri="{FF2B5EF4-FFF2-40B4-BE49-F238E27FC236}">
                <a16:creationId xmlns:a16="http://schemas.microsoft.com/office/drawing/2014/main" id="{82EDB9AC-CB59-BEFD-B5DC-46020D7D6414}"/>
              </a:ext>
            </a:extLst>
          </p:cNvPr>
          <p:cNvSpPr/>
          <p:nvPr/>
        </p:nvSpPr>
        <p:spPr>
          <a:xfrm>
            <a:off x="1558637" y="7767036"/>
            <a:ext cx="15576478" cy="1718460"/>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TextBox 24">
            <a:extLst>
              <a:ext uri="{FF2B5EF4-FFF2-40B4-BE49-F238E27FC236}">
                <a16:creationId xmlns:a16="http://schemas.microsoft.com/office/drawing/2014/main" id="{9CAA9BC2-A211-526C-F842-BB79298AA7F4}"/>
              </a:ext>
            </a:extLst>
          </p:cNvPr>
          <p:cNvSpPr txBox="1"/>
          <p:nvPr/>
        </p:nvSpPr>
        <p:spPr>
          <a:xfrm>
            <a:off x="1938574" y="8244848"/>
            <a:ext cx="15064684" cy="897682"/>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CHF</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を避けつつ，冷却性能を最大限引き出すには，沸騰状態・熱流束をリアルタイムに監視する必要がある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 name="矢印: 下 3">
            <a:extLst>
              <a:ext uri="{FF2B5EF4-FFF2-40B4-BE49-F238E27FC236}">
                <a16:creationId xmlns:a16="http://schemas.microsoft.com/office/drawing/2014/main" id="{C90D2EC1-E0C6-CB2C-2E16-E495BB28CAC2}"/>
              </a:ext>
            </a:extLst>
          </p:cNvPr>
          <p:cNvSpPr/>
          <p:nvPr/>
        </p:nvSpPr>
        <p:spPr>
          <a:xfrm rot="16200000">
            <a:off x="2397975" y="4495575"/>
            <a:ext cx="686617" cy="609604"/>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TextBox 24">
            <a:extLst>
              <a:ext uri="{FF2B5EF4-FFF2-40B4-BE49-F238E27FC236}">
                <a16:creationId xmlns:a16="http://schemas.microsoft.com/office/drawing/2014/main" id="{C63D8827-0A27-19B0-C566-8649470AE413}"/>
              </a:ext>
            </a:extLst>
          </p:cNvPr>
          <p:cNvSpPr txBox="1"/>
          <p:nvPr/>
        </p:nvSpPr>
        <p:spPr>
          <a:xfrm>
            <a:off x="3467449" y="4614158"/>
            <a:ext cx="9981501" cy="448841"/>
          </a:xfrm>
          <a:prstGeom prst="rect">
            <a:avLst/>
          </a:prstGeom>
        </p:spPr>
        <p:txBody>
          <a:bodyPr wrap="square" lIns="0" tIns="0" rIns="0" bIns="0" rtlCol="0" anchor="t">
            <a:spAutoFit/>
          </a:bodyPr>
          <a:lstStyle/>
          <a:p>
            <a:pPr algn="l">
              <a:lnSpc>
                <a:spcPts val="3500"/>
              </a:lnSpc>
              <a:spcBef>
                <a:spcPct val="0"/>
              </a:spcBef>
              <a:buClr>
                <a:srgbClr val="64A4A3"/>
              </a:buClr>
            </a:pPr>
            <a:r>
              <a:rPr lang="ja-JP" altLang="en-US" sz="3200" u="sng" dirty="0">
                <a:latin typeface="Source Han Sans JP Medium" panose="020B0600070205080204" charset="-128"/>
                <a:ea typeface="Source Han Sans JP Medium" panose="020B0600070205080204" charset="-128"/>
                <a:cs typeface="Source Han Sans JP Medium"/>
                <a:sym typeface="Source Han Sans JP Medium"/>
              </a:rPr>
              <a:t>潜熱を利用できる二相冷却・プール沸騰が有効</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9" name="TextBox 24">
            <a:extLst>
              <a:ext uri="{FF2B5EF4-FFF2-40B4-BE49-F238E27FC236}">
                <a16:creationId xmlns:a16="http://schemas.microsoft.com/office/drawing/2014/main" id="{33008352-DBFB-6A87-3618-5E6554B75EE3}"/>
              </a:ext>
            </a:extLst>
          </p:cNvPr>
          <p:cNvSpPr txBox="1"/>
          <p:nvPr/>
        </p:nvSpPr>
        <p:spPr>
          <a:xfrm>
            <a:off x="1636033" y="5671374"/>
            <a:ext cx="14636688"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しかし，沸騰冷却には</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CHF</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が存在するため、機器の過熱・焼損に繋がる恐れ</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7" name="矢印: 下 26">
            <a:extLst>
              <a:ext uri="{FF2B5EF4-FFF2-40B4-BE49-F238E27FC236}">
                <a16:creationId xmlns:a16="http://schemas.microsoft.com/office/drawing/2014/main" id="{82A7A710-567C-62B5-4F83-EFCCA0EC628B}"/>
              </a:ext>
            </a:extLst>
          </p:cNvPr>
          <p:cNvSpPr/>
          <p:nvPr/>
        </p:nvSpPr>
        <p:spPr>
          <a:xfrm>
            <a:off x="7895429" y="6462457"/>
            <a:ext cx="2497141" cy="852601"/>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1839823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8383A-7808-F39D-8E3F-AD076C8A14E7}"/>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8CA8D30-A9FD-1CB0-DF82-98501BE6681C}"/>
              </a:ext>
            </a:extLst>
          </p:cNvPr>
          <p:cNvSpPr>
            <a:spLocks noGrp="1"/>
          </p:cNvSpPr>
          <p:nvPr>
            <p:ph type="sldNum" sz="quarter" idx="12"/>
          </p:nvPr>
        </p:nvSpPr>
        <p:spPr/>
        <p:txBody>
          <a:bodyPr/>
          <a:lstStyle/>
          <a:p>
            <a:fld id="{B6F15528-21DE-4FAA-801E-634DDDAF4B2B}" type="slidenum">
              <a:rPr lang="en-US" smtClean="0"/>
              <a:pPr/>
              <a:t>7</a:t>
            </a:fld>
            <a:endParaRPr lang="en-US"/>
          </a:p>
        </p:txBody>
      </p:sp>
      <p:grpSp>
        <p:nvGrpSpPr>
          <p:cNvPr id="10" name="グループ化 9">
            <a:extLst>
              <a:ext uri="{FF2B5EF4-FFF2-40B4-BE49-F238E27FC236}">
                <a16:creationId xmlns:a16="http://schemas.microsoft.com/office/drawing/2014/main" id="{3A9F3197-48F9-6278-BD08-51B22DAEDF7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319838A-374A-B753-BFD0-5CFCE438FDF2}"/>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7B22AC0B-C19B-78B1-62A4-9EEC13B6F646}"/>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B3D70DDC-E180-3944-0552-2AEAF1AE185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470EFF3-0216-B10C-5ABC-9E633668B9C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42531EE1-41F6-61B8-31F7-DD5DBB4FD23C}"/>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F6E9C4B5-0CC0-3267-02F8-8431B121836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E3374ABC-B5CA-B95B-B555-F2F86579D6F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B666266E-6BDA-7955-7ED3-1E421DA8769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E4E46E2-0BAD-8E26-F8E7-5335BBE91BFA}"/>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CD49BB88-CEE6-741F-99AB-D8504242F31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1DD62FBA-0928-6131-CE5B-F0FA097B814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AA5E80C9-10A0-5E4F-011C-2F8488E267D6}"/>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6323C1D3-5845-DBC9-DCF5-BC77F8C5C25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BA0DA8ED-0485-D2DF-DC68-5A026CCC9E8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4DC9C53-A295-3C5F-915D-FC9C369FF730}"/>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7</a:t>
            </a:fld>
            <a:endParaRPr lang="en-US" sz="2400" dirty="0"/>
          </a:p>
        </p:txBody>
      </p:sp>
      <p:sp>
        <p:nvSpPr>
          <p:cNvPr id="5" name="TextBox 24">
            <a:extLst>
              <a:ext uri="{FF2B5EF4-FFF2-40B4-BE49-F238E27FC236}">
                <a16:creationId xmlns:a16="http://schemas.microsoft.com/office/drawing/2014/main" id="{56D8F5B6-178E-BD85-3538-424ABD8BAE9B}"/>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従来手法の課題</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18605AD5-33CD-5F56-876C-164ABED5FF81}"/>
              </a:ext>
            </a:extLst>
          </p:cNvPr>
          <p:cNvSpPr txBox="1"/>
          <p:nvPr/>
        </p:nvSpPr>
        <p:spPr>
          <a:xfrm>
            <a:off x="1550438" y="1659874"/>
            <a:ext cx="15707311" cy="1693477"/>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従来の沸騰監視手法には限界があり，</a:t>
            </a:r>
            <a:r>
              <a:rPr lang="en-US" altLang="ja-JP" sz="3200" dirty="0">
                <a:latin typeface="Source Han Sans JP Medium"/>
                <a:ea typeface="Source Han Sans JP Medium"/>
                <a:cs typeface="Source Han Sans JP Medium"/>
                <a:sym typeface="Source Han Sans JP Medium"/>
              </a:rPr>
              <a:t>AE</a:t>
            </a:r>
            <a:r>
              <a:rPr lang="ja-JP" altLang="en-US" sz="3200" dirty="0">
                <a:latin typeface="Source Han Sans JP Medium"/>
                <a:ea typeface="Source Han Sans JP Medium"/>
                <a:cs typeface="Source Han Sans JP Medium"/>
                <a:sym typeface="Source Han Sans JP Medium"/>
              </a:rPr>
              <a:t>センサは実用性が高いがデータ処理が難しい</a:t>
            </a:r>
            <a:endParaRPr lang="en-US" altLang="ja-JP" sz="3200" dirty="0">
              <a:latin typeface="Source Han Sans JP Medium"/>
              <a:ea typeface="Source Han Sans JP Medium"/>
              <a:cs typeface="Source Han Sans JP Medium"/>
              <a:sym typeface="Source Han Sans JP Medium"/>
            </a:endParaRPr>
          </a:p>
        </p:txBody>
      </p:sp>
      <p:graphicFrame>
        <p:nvGraphicFramePr>
          <p:cNvPr id="3" name="表 2">
            <a:extLst>
              <a:ext uri="{FF2B5EF4-FFF2-40B4-BE49-F238E27FC236}">
                <a16:creationId xmlns:a16="http://schemas.microsoft.com/office/drawing/2014/main" id="{4BDA7101-20EE-F0BC-E35D-424FA57BC52D}"/>
              </a:ext>
            </a:extLst>
          </p:cNvPr>
          <p:cNvGraphicFramePr>
            <a:graphicFrameLocks noGrp="1"/>
          </p:cNvGraphicFramePr>
          <p:nvPr>
            <p:extLst>
              <p:ext uri="{D42A27DB-BD31-4B8C-83A1-F6EECF244321}">
                <p14:modId xmlns:p14="http://schemas.microsoft.com/office/powerpoint/2010/main" val="683599473"/>
              </p:ext>
            </p:extLst>
          </p:nvPr>
        </p:nvGraphicFramePr>
        <p:xfrm>
          <a:off x="1229672" y="2797263"/>
          <a:ext cx="16448728" cy="6547757"/>
        </p:xfrm>
        <a:graphic>
          <a:graphicData uri="http://schemas.openxmlformats.org/drawingml/2006/table">
            <a:tbl>
              <a:tblPr firstRow="1" bandRow="1">
                <a:tableStyleId>{5940675A-B579-460E-94D1-54222C63F5DA}</a:tableStyleId>
              </a:tblPr>
              <a:tblGrid>
                <a:gridCol w="3581400">
                  <a:extLst>
                    <a:ext uri="{9D8B030D-6E8A-4147-A177-3AD203B41FA5}">
                      <a16:colId xmlns:a16="http://schemas.microsoft.com/office/drawing/2014/main" val="3953687446"/>
                    </a:ext>
                  </a:extLst>
                </a:gridCol>
                <a:gridCol w="6400800">
                  <a:extLst>
                    <a:ext uri="{9D8B030D-6E8A-4147-A177-3AD203B41FA5}">
                      <a16:colId xmlns:a16="http://schemas.microsoft.com/office/drawing/2014/main" val="3910396634"/>
                    </a:ext>
                  </a:extLst>
                </a:gridCol>
                <a:gridCol w="6466528">
                  <a:extLst>
                    <a:ext uri="{9D8B030D-6E8A-4147-A177-3AD203B41FA5}">
                      <a16:colId xmlns:a16="http://schemas.microsoft.com/office/drawing/2014/main" val="2727613667"/>
                    </a:ext>
                  </a:extLst>
                </a:gridCol>
              </a:tblGrid>
              <a:tr h="996972">
                <a:tc>
                  <a:txBody>
                    <a:bodyPr/>
                    <a:lstStyle/>
                    <a:p>
                      <a:pPr algn="ctr"/>
                      <a:r>
                        <a:rPr kumimoji="1" lang="ja-JP" altLang="en-US" sz="3200" b="1" dirty="0">
                          <a:solidFill>
                            <a:schemeClr val="bg1"/>
                          </a:solidFill>
                          <a:latin typeface="Source Han Sans JP Medium" panose="020B0600070205080204" charset="-128"/>
                          <a:ea typeface="Source Han Sans JP Medium" panose="020B0600070205080204" charset="-128"/>
                        </a:rPr>
                        <a:t>手法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ja-JP" altLang="en-US" sz="3200" b="1" dirty="0">
                          <a:solidFill>
                            <a:schemeClr val="bg1"/>
                          </a:solidFill>
                          <a:latin typeface="Source Han Sans JP Medium" panose="020B0600070205080204" charset="-128"/>
                          <a:ea typeface="Source Han Sans JP Medium" panose="020B0600070205080204" charset="-128"/>
                        </a:rPr>
                        <a:t>利点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ja-JP" altLang="en-US" sz="3200" b="1" dirty="0">
                          <a:solidFill>
                            <a:schemeClr val="bg1"/>
                          </a:solidFill>
                          <a:latin typeface="Source Han Sans JP Medium" panose="020B0600070205080204" charset="-128"/>
                          <a:ea typeface="Source Han Sans JP Medium" panose="020B0600070205080204" charset="-128"/>
                        </a:rPr>
                        <a:t>課題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extLst>
                  <a:ext uri="{0D108BD9-81ED-4DB2-BD59-A6C34878D82A}">
                    <a16:rowId xmlns:a16="http://schemas.microsoft.com/office/drawing/2014/main" val="1820924179"/>
                  </a:ext>
                </a:extLst>
              </a:tr>
              <a:tr h="135978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熱電対</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温度を直接測れる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侵襲的・沸騰場を乱す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3966436297"/>
                  </a:ext>
                </a:extLst>
              </a:tr>
              <a:tr h="1371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光学画像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気泡を見られる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視野・照明・気泡重なりに弱い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1396036847"/>
                  </a:ext>
                </a:extLst>
              </a:tr>
              <a:tr h="1371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ハイドロフォン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連続音を取得できる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液中に設置する必要がある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918216785"/>
                  </a:ext>
                </a:extLst>
              </a:tr>
              <a:tr h="14478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Bold" panose="020B0600070205080204" charset="-128"/>
                          <a:ea typeface="Source Han Sans JP Bold" panose="020B0600070205080204" charset="-128"/>
                        </a:rPr>
                        <a:t>AE</a:t>
                      </a:r>
                      <a:r>
                        <a:rPr kumimoji="1" lang="ja-JP" altLang="en-US" sz="3200" b="1" dirty="0">
                          <a:solidFill>
                            <a:schemeClr val="bg1"/>
                          </a:solidFill>
                          <a:latin typeface="Source Han Sans JP Bold" panose="020B0600070205080204" charset="-128"/>
                          <a:ea typeface="Source Han Sans JP Bold" panose="020B0600070205080204" charset="-128"/>
                        </a:rPr>
                        <a:t>センサ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Bold" panose="020B0600070205080204" charset="-128"/>
                          <a:ea typeface="Source Han Sans JP Bold" panose="020B0600070205080204" charset="-128"/>
                        </a:rPr>
                        <a:t>外部設置可能・非侵襲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Bold" panose="020B0600070205080204" charset="-128"/>
                          <a:ea typeface="Source Han Sans JP Bold" panose="020B0600070205080204" charset="-128"/>
                        </a:rPr>
                        <a:t>Hit</a:t>
                      </a:r>
                      <a:r>
                        <a:rPr kumimoji="1" lang="ja-JP" altLang="en-US" sz="3200" b="1" dirty="0">
                          <a:solidFill>
                            <a:schemeClr val="bg1"/>
                          </a:solidFill>
                          <a:latin typeface="Source Han Sans JP Bold" panose="020B0600070205080204" charset="-128"/>
                          <a:ea typeface="Source Han Sans JP Bold" panose="020B0600070205080204" charset="-128"/>
                        </a:rPr>
                        <a:t>データが不連続で扱いにくい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2921955352"/>
                  </a:ext>
                </a:extLst>
              </a:tr>
            </a:tbl>
          </a:graphicData>
        </a:graphic>
      </p:graphicFrame>
    </p:spTree>
    <p:extLst>
      <p:ext uri="{BB962C8B-B14F-4D97-AF65-F5344CB8AC3E}">
        <p14:creationId xmlns:p14="http://schemas.microsoft.com/office/powerpoint/2010/main" val="248140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CCB36-E255-CCB8-5D2F-0AFC62C7B858}"/>
            </a:ext>
          </a:extLst>
        </p:cNvPr>
        <p:cNvGrpSpPr/>
        <p:nvPr/>
      </p:nvGrpSpPr>
      <p:grpSpPr>
        <a:xfrm>
          <a:off x="0" y="0"/>
          <a:ext cx="0" cy="0"/>
          <a:chOff x="0" y="0"/>
          <a:chExt cx="0" cy="0"/>
        </a:xfrm>
      </p:grpSpPr>
      <p:sp>
        <p:nvSpPr>
          <p:cNvPr id="38" name="四角形: 角を丸くする 37">
            <a:extLst>
              <a:ext uri="{FF2B5EF4-FFF2-40B4-BE49-F238E27FC236}">
                <a16:creationId xmlns:a16="http://schemas.microsoft.com/office/drawing/2014/main" id="{89DE5DF4-B888-AB02-74F0-04EBA21E49D4}"/>
              </a:ext>
            </a:extLst>
          </p:cNvPr>
          <p:cNvSpPr/>
          <p:nvPr/>
        </p:nvSpPr>
        <p:spPr>
          <a:xfrm>
            <a:off x="1524001" y="6210737"/>
            <a:ext cx="16306795" cy="3504764"/>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2" name="四角形: 角を丸くする 51">
            <a:extLst>
              <a:ext uri="{FF2B5EF4-FFF2-40B4-BE49-F238E27FC236}">
                <a16:creationId xmlns:a16="http://schemas.microsoft.com/office/drawing/2014/main" id="{F3A786B4-9466-03FB-4773-BE99E078487A}"/>
              </a:ext>
            </a:extLst>
          </p:cNvPr>
          <p:cNvSpPr/>
          <p:nvPr/>
        </p:nvSpPr>
        <p:spPr>
          <a:xfrm>
            <a:off x="1524001" y="3729649"/>
            <a:ext cx="16306795" cy="1108107"/>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2B226BC2-CD71-4653-9145-DD4BB20D8301}"/>
              </a:ext>
            </a:extLst>
          </p:cNvPr>
          <p:cNvSpPr>
            <a:spLocks noGrp="1"/>
          </p:cNvSpPr>
          <p:nvPr>
            <p:ph type="sldNum" sz="quarter" idx="12"/>
          </p:nvPr>
        </p:nvSpPr>
        <p:spPr/>
        <p:txBody>
          <a:bodyPr/>
          <a:lstStyle/>
          <a:p>
            <a:fld id="{B6F15528-21DE-4FAA-801E-634DDDAF4B2B}" type="slidenum">
              <a:rPr lang="en-US" smtClean="0"/>
              <a:pPr/>
              <a:t>8</a:t>
            </a:fld>
            <a:endParaRPr lang="en-US"/>
          </a:p>
        </p:txBody>
      </p:sp>
      <p:grpSp>
        <p:nvGrpSpPr>
          <p:cNvPr id="10" name="グループ化 9">
            <a:extLst>
              <a:ext uri="{FF2B5EF4-FFF2-40B4-BE49-F238E27FC236}">
                <a16:creationId xmlns:a16="http://schemas.microsoft.com/office/drawing/2014/main" id="{5A9D196F-316E-E828-D234-4EA9EBB2B14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892C5AB-FB63-7E70-22A1-9D33D1BECDB0}"/>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6D680EEB-8E22-56FE-0426-D8EBE702D0AB}"/>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02F8DE39-94C7-51B3-D554-13551CFA4A61}"/>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81AF423-AB99-269F-A1F8-175BFC32997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C972E23-6E2D-D9FD-F81A-24EFDE4816D3}"/>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3252BF75-94BC-7B76-9B93-253DDF05C6D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7BF5842-F392-8ED0-C60C-766D4E55B07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7F9FE2CB-68DD-E921-EAA5-91DBA9287F4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516A2A1A-4249-5F77-2F60-67696EF553A1}"/>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90328082-EDF2-2C2B-CD4F-E5A26974CF9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29B0B2B-AC04-9C2B-ADC9-D362B5C4841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4392877-F08D-0614-FB5D-E16299322972}"/>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7BA5FFF-973F-4FE1-5CA1-56A42B29BEE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7808A156-CA95-6E62-7064-1A83F6F1E2F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0F6292B8-C5A5-69F8-283F-A271C8422CE5}"/>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8</a:t>
            </a:fld>
            <a:endParaRPr lang="en-US" sz="2400" dirty="0"/>
          </a:p>
        </p:txBody>
      </p:sp>
      <p:sp>
        <p:nvSpPr>
          <p:cNvPr id="5" name="TextBox 24">
            <a:extLst>
              <a:ext uri="{FF2B5EF4-FFF2-40B4-BE49-F238E27FC236}">
                <a16:creationId xmlns:a16="http://schemas.microsoft.com/office/drawing/2014/main" id="{B9206AD4-9858-463A-56F9-4A2737CD82D2}"/>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目的</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9C61A7E0-E56E-51AA-D71E-1F5A45439314}"/>
              </a:ext>
            </a:extLst>
          </p:cNvPr>
          <p:cNvSpPr txBox="1"/>
          <p:nvPr/>
        </p:nvSpPr>
        <p:spPr>
          <a:xfrm>
            <a:off x="1676400" y="1708783"/>
            <a:ext cx="15691937"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AE</a:t>
            </a:r>
            <a:r>
              <a:rPr lang="ja-JP" altLang="en-US" sz="3200" dirty="0">
                <a:latin typeface="Source Han Sans JP Medium"/>
                <a:ea typeface="Source Han Sans JP Medium"/>
                <a:cs typeface="Source Han Sans JP Medium"/>
                <a:sym typeface="Source Han Sans JP Medium"/>
              </a:rPr>
              <a:t> </a:t>
            </a:r>
            <a:r>
              <a:rPr lang="en-US" altLang="ja-JP" sz="3200" dirty="0">
                <a:latin typeface="Source Han Sans JP Medium"/>
                <a:ea typeface="Source Han Sans JP Medium"/>
                <a:cs typeface="Source Han Sans JP Medium"/>
                <a:sym typeface="Source Han Sans JP Medium"/>
              </a:rPr>
              <a:t>hit</a:t>
            </a:r>
            <a:r>
              <a:rPr lang="ja-JP" altLang="en-US" sz="3200" dirty="0">
                <a:latin typeface="Source Han Sans JP Medium"/>
                <a:ea typeface="Source Han Sans JP Medium"/>
                <a:cs typeface="Source Han Sans JP Medium"/>
                <a:sym typeface="Source Han Sans JP Medium"/>
              </a:rPr>
              <a:t>の不連続性を，</a:t>
            </a:r>
            <a:r>
              <a:rPr lang="en-US" altLang="ja-JP" sz="3200" dirty="0">
                <a:latin typeface="Source Han Sans JP Medium"/>
                <a:ea typeface="Source Han Sans JP Medium"/>
                <a:cs typeface="Source Han Sans JP Medium"/>
                <a:sym typeface="Source Han Sans JP Medium"/>
              </a:rPr>
              <a:t>LSTM</a:t>
            </a:r>
            <a:r>
              <a:rPr lang="ja-JP" altLang="en-US" sz="3200" dirty="0">
                <a:latin typeface="Source Han Sans JP Medium"/>
                <a:ea typeface="Source Han Sans JP Medium"/>
                <a:cs typeface="Source Han Sans JP Medium"/>
                <a:sym typeface="Source Han Sans JP Medium"/>
              </a:rPr>
              <a:t>で扱えるイベント列に変換することが</a:t>
            </a:r>
            <a:r>
              <a:rPr lang="en-US" altLang="ja-JP" sz="3200" dirty="0">
                <a:latin typeface="Source Han Sans JP Medium"/>
                <a:ea typeface="Source Han Sans JP Medium"/>
                <a:cs typeface="Source Han Sans JP Medium"/>
                <a:sym typeface="Source Han Sans JP Medium"/>
              </a:rPr>
              <a:t>Hit2Flux</a:t>
            </a:r>
            <a:r>
              <a:rPr lang="ja-JP" altLang="en-US" sz="3200" dirty="0">
                <a:latin typeface="Source Han Sans JP Medium"/>
                <a:ea typeface="Source Han Sans JP Medium"/>
                <a:cs typeface="Source Han Sans JP Medium"/>
                <a:sym typeface="Source Han Sans JP Medium"/>
              </a:rPr>
              <a:t>の新規性</a:t>
            </a:r>
            <a:endParaRPr lang="en-US" altLang="ja-JP" sz="3200" dirty="0">
              <a:latin typeface="Source Han Sans JP Medium"/>
              <a:ea typeface="Source Han Sans JP Medium"/>
              <a:cs typeface="Source Han Sans JP Medium"/>
              <a:sym typeface="Source Han Sans JP Medium"/>
            </a:endParaRPr>
          </a:p>
        </p:txBody>
      </p:sp>
      <p:sp>
        <p:nvSpPr>
          <p:cNvPr id="46" name="TextBox 24">
            <a:extLst>
              <a:ext uri="{FF2B5EF4-FFF2-40B4-BE49-F238E27FC236}">
                <a16:creationId xmlns:a16="http://schemas.microsoft.com/office/drawing/2014/main" id="{FBDE426B-08E2-AC02-783C-6983617F86E3}"/>
              </a:ext>
            </a:extLst>
          </p:cNvPr>
          <p:cNvSpPr txBox="1"/>
          <p:nvPr/>
        </p:nvSpPr>
        <p:spPr>
          <a:xfrm>
            <a:off x="1879360" y="4090305"/>
            <a:ext cx="15663993" cy="448841"/>
          </a:xfrm>
          <a:prstGeom prst="rect">
            <a:avLst/>
          </a:prstGeom>
        </p:spPr>
        <p:txBody>
          <a:bodyPr wrap="square" lIns="0" tIns="0" rIns="0" bIns="0" rtlCol="0" anchor="t">
            <a:spAutoFit/>
          </a:bodyPr>
          <a:lstStyle/>
          <a:p>
            <a:pPr algn="l">
              <a:lnSpc>
                <a:spcPts val="3500"/>
              </a:lnSpc>
              <a:spcBef>
                <a:spcPct val="0"/>
              </a:spcBef>
              <a:buClr>
                <a:srgbClr val="64A4A3"/>
              </a:buClr>
            </a:pPr>
            <a:r>
              <a:rPr lang="en-US" sz="3200" dirty="0">
                <a:latin typeface="Source Han Sans JP Medium" panose="020B0600070205080204" charset="-128"/>
                <a:ea typeface="Source Han Sans JP Medium" panose="020B0600070205080204" charset="-128"/>
                <a:cs typeface="Source Han Sans JP Medium"/>
                <a:sym typeface="Source Han Sans JP Medium"/>
              </a:rPr>
              <a:t>AE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センサから得られる</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波形を用いて，プール沸騰中の熱流束を非侵襲的に予測する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32" name="グループ化 31">
            <a:extLst>
              <a:ext uri="{FF2B5EF4-FFF2-40B4-BE49-F238E27FC236}">
                <a16:creationId xmlns:a16="http://schemas.microsoft.com/office/drawing/2014/main" id="{EB84B588-3AF2-4F16-C05D-9D6C41012F91}"/>
              </a:ext>
            </a:extLst>
          </p:cNvPr>
          <p:cNvGrpSpPr/>
          <p:nvPr/>
        </p:nvGrpSpPr>
        <p:grpSpPr>
          <a:xfrm>
            <a:off x="1524000" y="2762290"/>
            <a:ext cx="7086600" cy="552410"/>
            <a:chOff x="1535808" y="1451163"/>
            <a:chExt cx="8639037" cy="552410"/>
          </a:xfrm>
        </p:grpSpPr>
        <p:sp>
          <p:nvSpPr>
            <p:cNvPr id="33" name="TextBox 26">
              <a:extLst>
                <a:ext uri="{FF2B5EF4-FFF2-40B4-BE49-F238E27FC236}">
                  <a16:creationId xmlns:a16="http://schemas.microsoft.com/office/drawing/2014/main" id="{3BF61C23-CB68-F2BB-5C51-A3BD4EF72978}"/>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目的</a:t>
              </a:r>
              <a:endParaRPr lang="en-US" altLang="ja-JP" sz="3200" dirty="0">
                <a:latin typeface="Source Han Sans JP Medium"/>
                <a:ea typeface="Source Han Sans JP Medium"/>
                <a:cs typeface="Source Han Sans JP Medium"/>
                <a:sym typeface="Source Han Sans JP Medium"/>
              </a:endParaRPr>
            </a:p>
          </p:txBody>
        </p:sp>
        <p:sp>
          <p:nvSpPr>
            <p:cNvPr id="34" name="Freeform 5">
              <a:extLst>
                <a:ext uri="{FF2B5EF4-FFF2-40B4-BE49-F238E27FC236}">
                  <a16:creationId xmlns:a16="http://schemas.microsoft.com/office/drawing/2014/main" id="{A5D612EF-A0F7-72A8-56BE-3F39E8805DD8}"/>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39" name="グループ化 38">
            <a:extLst>
              <a:ext uri="{FF2B5EF4-FFF2-40B4-BE49-F238E27FC236}">
                <a16:creationId xmlns:a16="http://schemas.microsoft.com/office/drawing/2014/main" id="{B3127646-18C5-E633-7B4E-2A665F6611BF}"/>
              </a:ext>
            </a:extLst>
          </p:cNvPr>
          <p:cNvGrpSpPr/>
          <p:nvPr/>
        </p:nvGrpSpPr>
        <p:grpSpPr>
          <a:xfrm>
            <a:off x="1524000" y="5243377"/>
            <a:ext cx="7086600" cy="552410"/>
            <a:chOff x="1535808" y="1451163"/>
            <a:chExt cx="8639037" cy="552410"/>
          </a:xfrm>
        </p:grpSpPr>
        <p:sp>
          <p:nvSpPr>
            <p:cNvPr id="41" name="TextBox 26">
              <a:extLst>
                <a:ext uri="{FF2B5EF4-FFF2-40B4-BE49-F238E27FC236}">
                  <a16:creationId xmlns:a16="http://schemas.microsoft.com/office/drawing/2014/main" id="{8AA4D5AA-C3CF-682E-8D63-7DBEB8E5D9B7}"/>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新規性</a:t>
              </a:r>
              <a:endParaRPr lang="en-US" altLang="ja-JP" sz="3200" dirty="0">
                <a:latin typeface="Source Han Sans JP Medium"/>
                <a:ea typeface="Source Han Sans JP Medium"/>
                <a:cs typeface="Source Han Sans JP Medium"/>
                <a:sym typeface="Source Han Sans JP Medium"/>
              </a:endParaRPr>
            </a:p>
          </p:txBody>
        </p:sp>
        <p:sp>
          <p:nvSpPr>
            <p:cNvPr id="42" name="Freeform 5">
              <a:extLst>
                <a:ext uri="{FF2B5EF4-FFF2-40B4-BE49-F238E27FC236}">
                  <a16:creationId xmlns:a16="http://schemas.microsoft.com/office/drawing/2014/main" id="{2E56369B-4684-A21D-A470-E14ECFF2CB9F}"/>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43" name="TextBox 24">
            <a:extLst>
              <a:ext uri="{FF2B5EF4-FFF2-40B4-BE49-F238E27FC236}">
                <a16:creationId xmlns:a16="http://schemas.microsoft.com/office/drawing/2014/main" id="{54994585-F8A5-9573-91C1-D9437C408B87}"/>
              </a:ext>
            </a:extLst>
          </p:cNvPr>
          <p:cNvSpPr txBox="1"/>
          <p:nvPr/>
        </p:nvSpPr>
        <p:spPr>
          <a:xfrm>
            <a:off x="2166803" y="6706734"/>
            <a:ext cx="15663993" cy="2511008"/>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AE 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を熱流束予測に利用</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各</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AE 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FFT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で周波数特徴に変換</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複数</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rolling window</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で系列化</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LSTM</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で</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系列と熱流束変化の時間依存性を学習</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1836378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0BADB-0A71-FCB8-758D-0A0D63EDE966}"/>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C8D758A5-6900-E8EF-CF82-C47B3CC67392}"/>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BF90F6DB-7038-F6C4-5019-AED9186E26D8}"/>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694CB179-1ED7-D800-A15D-4C99F077D1E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8586F637-995B-62DC-5283-6B815288FC6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7C112C2D-6975-E2A9-8639-08239707380B}"/>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63036BA8-1FB6-4AA6-937B-1628F47E9221}"/>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5E4BD615-F4E6-1A41-3AB8-77E9CC8E3BD6}"/>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81CBD77B-66CC-20A7-5556-3021548C0DD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77C30B07-2E68-8434-798A-14FE95BB5B9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4CDBA3D9-19B3-631F-CD42-02BA469DEE87}"/>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E139A825-D12D-BF40-2E41-BA550581F63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885AFC63-82BB-9F89-EB10-B6E3328E2D6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D0A66AB7-5A05-F451-6D05-29E98A40BE0F}"/>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032EF71A-A6D1-39CB-DDA8-A2FA28A955F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D2EEB4AC-B5C3-C8DC-2D64-B93B0C69DC2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59CDCBFC-D1EA-8DBE-229B-23A6E61BDA05}"/>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9</a:t>
            </a:fld>
            <a:endParaRPr lang="en-US" sz="2400" dirty="0">
              <a:solidFill>
                <a:schemeClr val="bg1"/>
              </a:solidFill>
            </a:endParaRPr>
          </a:p>
        </p:txBody>
      </p:sp>
      <p:sp>
        <p:nvSpPr>
          <p:cNvPr id="513" name="TextBox 24">
            <a:extLst>
              <a:ext uri="{FF2B5EF4-FFF2-40B4-BE49-F238E27FC236}">
                <a16:creationId xmlns:a16="http://schemas.microsoft.com/office/drawing/2014/main" id="{D55322E3-18F4-E67A-2369-600AC1A15C30}"/>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49ADF53D-A738-00D1-ABD5-6FD7C9F9E50F}"/>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6A224119-1559-9581-364C-52F53EDA8573}"/>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EE4186A-9132-3C6D-6FAB-D7AE09DFB017}"/>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3977533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EBCF2-66FE-50AD-430A-AE796CEA7864}"/>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F47781F-16B9-83C0-EDF8-E2DFABA86C29}"/>
              </a:ext>
            </a:extLst>
          </p:cNvPr>
          <p:cNvSpPr>
            <a:spLocks noGrp="1"/>
          </p:cNvSpPr>
          <p:nvPr>
            <p:ph type="sldNum" sz="quarter" idx="12"/>
          </p:nvPr>
        </p:nvSpPr>
        <p:spPr/>
        <p:txBody>
          <a:bodyPr/>
          <a:lstStyle/>
          <a:p>
            <a:fld id="{B6F15528-21DE-4FAA-801E-634DDDAF4B2B}" type="slidenum">
              <a:rPr lang="en-US" smtClean="0"/>
              <a:pPr/>
              <a:t>10</a:t>
            </a:fld>
            <a:endParaRPr lang="en-US"/>
          </a:p>
        </p:txBody>
      </p:sp>
      <p:grpSp>
        <p:nvGrpSpPr>
          <p:cNvPr id="10" name="グループ化 9">
            <a:extLst>
              <a:ext uri="{FF2B5EF4-FFF2-40B4-BE49-F238E27FC236}">
                <a16:creationId xmlns:a16="http://schemas.microsoft.com/office/drawing/2014/main" id="{DC8DE4F2-467D-CAAF-17CF-1467033D3C73}"/>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768CA480-91D9-6E59-B5C3-FFF3F604E5B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242EE9D9-4155-C45D-D9F1-D468905E99E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8109078D-CDEE-5133-6EDF-C6DD41D9E6AE}"/>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52A209A-2B60-5BF4-E526-711F653E187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A5F636E9-9FDE-C6A8-7993-72FCF9C8C8DD}"/>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4BD9DE42-F188-DE83-E120-93DA70AD904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C675EFD7-04B0-4A71-887F-C2655C3A7AB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67E599D1-C474-5D2C-90AC-AC21D723B38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C16FD54-9A02-0E75-5377-882BF2C74C32}"/>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08D7559D-2A3B-D635-0AD4-F99324F608A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D01229B-F32C-A13C-35E0-139E9A3F7F4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502F4A2B-4C3D-2B19-20EC-72897CCAF2F5}"/>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72D99A4-97E6-46F7-9C36-663C8638CFA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86D770E4-E924-C831-8000-D9EDBA168EA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9F91BE15-7A6C-4D4B-A801-40A996F917F4}"/>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10</a:t>
            </a:fld>
            <a:endParaRPr lang="en-US" sz="2400" dirty="0"/>
          </a:p>
        </p:txBody>
      </p:sp>
      <p:sp>
        <p:nvSpPr>
          <p:cNvPr id="3" name="TextBox 24">
            <a:extLst>
              <a:ext uri="{FF2B5EF4-FFF2-40B4-BE49-F238E27FC236}">
                <a16:creationId xmlns:a16="http://schemas.microsoft.com/office/drawing/2014/main" id="{CC63A3F2-F528-F444-0694-96656D4D2EE7}"/>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a:t>
            </a:r>
            <a:r>
              <a:rPr lang="ja-JP" altLang="en-US" sz="4000" dirty="0">
                <a:solidFill>
                  <a:srgbClr val="292B2B"/>
                </a:solidFill>
                <a:latin typeface="Source Han Sans JP Medium"/>
                <a:ea typeface="Source Han Sans JP Medium"/>
                <a:cs typeface="Source Han Sans JP Medium"/>
                <a:sym typeface="Source Han Sans JP Medium"/>
              </a:rPr>
              <a:t>全体像</a:t>
            </a:r>
            <a:endParaRPr lang="en-US" sz="4000" dirty="0">
              <a:solidFill>
                <a:srgbClr val="292B2B"/>
              </a:solidFill>
              <a:latin typeface="Source Han Sans JP Medium"/>
              <a:ea typeface="Source Han Sans JP Medium"/>
              <a:cs typeface="Source Han Sans JP Medium"/>
              <a:sym typeface="Source Han Sans JP Medium"/>
            </a:endParaRPr>
          </a:p>
        </p:txBody>
      </p:sp>
      <p:pic>
        <p:nvPicPr>
          <p:cNvPr id="8" name="図 7">
            <a:extLst>
              <a:ext uri="{FF2B5EF4-FFF2-40B4-BE49-F238E27FC236}">
                <a16:creationId xmlns:a16="http://schemas.microsoft.com/office/drawing/2014/main" id="{1115FAC0-2CBF-A93E-1DDA-3BC9BBCB9BA1}"/>
              </a:ext>
            </a:extLst>
          </p:cNvPr>
          <p:cNvPicPr>
            <a:picLocks noChangeAspect="1"/>
          </p:cNvPicPr>
          <p:nvPr/>
        </p:nvPicPr>
        <p:blipFill>
          <a:blip r:embed="rId4"/>
          <a:srcRect l="7365" r="6010" b="8193"/>
          <a:stretch>
            <a:fillRect/>
          </a:stretch>
        </p:blipFill>
        <p:spPr>
          <a:xfrm>
            <a:off x="3884975" y="2338698"/>
            <a:ext cx="10874115" cy="7876052"/>
          </a:xfrm>
          <a:prstGeom prst="rect">
            <a:avLst/>
          </a:prstGeom>
        </p:spPr>
      </p:pic>
      <p:sp>
        <p:nvSpPr>
          <p:cNvPr id="26" name="TextBox 26">
            <a:extLst>
              <a:ext uri="{FF2B5EF4-FFF2-40B4-BE49-F238E27FC236}">
                <a16:creationId xmlns:a16="http://schemas.microsoft.com/office/drawing/2014/main" id="{5C753089-F9CD-9366-72E7-496592706051}"/>
              </a:ext>
            </a:extLst>
          </p:cNvPr>
          <p:cNvSpPr txBox="1"/>
          <p:nvPr/>
        </p:nvSpPr>
        <p:spPr>
          <a:xfrm>
            <a:off x="1676400" y="1626197"/>
            <a:ext cx="1507438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AE</a:t>
            </a:r>
            <a:r>
              <a:rPr lang="ja-JP" altLang="en-US" sz="3200" dirty="0">
                <a:latin typeface="Source Han Sans JP Medium"/>
                <a:ea typeface="Source Han Sans JP Medium"/>
                <a:cs typeface="Source Han Sans JP Medium"/>
                <a:sym typeface="Source Han Sans JP Medium"/>
              </a:rPr>
              <a:t>センサは外部装置，ハイドロフォンは液中装置で，両者を比較している</a:t>
            </a:r>
            <a:endParaRPr lang="en-US" altLang="ja-JP" sz="3200" dirty="0">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427512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44515-D1F8-871A-449E-E8D4ABDF21F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D82AD28-97DC-B9F2-A783-F3A5766E2C72}"/>
              </a:ext>
            </a:extLst>
          </p:cNvPr>
          <p:cNvSpPr>
            <a:spLocks noGrp="1"/>
          </p:cNvSpPr>
          <p:nvPr>
            <p:ph type="sldNum" sz="quarter" idx="12"/>
          </p:nvPr>
        </p:nvSpPr>
        <p:spPr/>
        <p:txBody>
          <a:bodyPr/>
          <a:lstStyle/>
          <a:p>
            <a:fld id="{B6F15528-21DE-4FAA-801E-634DDDAF4B2B}" type="slidenum">
              <a:rPr lang="en-US" smtClean="0"/>
              <a:pPr/>
              <a:t>11</a:t>
            </a:fld>
            <a:endParaRPr lang="en-US"/>
          </a:p>
        </p:txBody>
      </p:sp>
      <p:grpSp>
        <p:nvGrpSpPr>
          <p:cNvPr id="10" name="グループ化 9">
            <a:extLst>
              <a:ext uri="{FF2B5EF4-FFF2-40B4-BE49-F238E27FC236}">
                <a16:creationId xmlns:a16="http://schemas.microsoft.com/office/drawing/2014/main" id="{C68FD3CB-486A-C367-B18F-A8C20823613F}"/>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A78883FA-B4A2-BEFD-CF82-CB63B9265255}"/>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3D7289A5-8CA4-4EC2-9078-A71CE03910A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EBF3E0F-AE27-CE02-4236-14BD52F9D3AE}"/>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CACA831E-EB71-168E-A793-638F0A3A50C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4A4E2A6-09B1-D04E-260B-170BB2CEBFA6}"/>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75CAB60-005A-D4B1-8076-8C8E2EC5FDB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21941072-B8A5-2579-8564-C75D4A25D1A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0CB6DF0E-F7B4-EDEF-D20F-0901EED6C94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C5A766D4-D993-7D6A-8E49-147263EA0FDC}"/>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5644AB51-BE69-34C3-DCF9-12565AFE97C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D502F678-080F-8977-2344-410E07A3929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1C2D76B7-3E3F-C181-FB5A-1FAA1477BE50}"/>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9A52D14-396E-4501-42E1-238C5470D2F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ADD9A0BE-6FB7-2340-7414-7E5EDD8F2B3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F6F88F95-EBD0-985E-E7DB-AE21583C45B4}"/>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11</a:t>
            </a:fld>
            <a:endParaRPr lang="en-US" sz="2400" dirty="0"/>
          </a:p>
        </p:txBody>
      </p:sp>
      <p:sp>
        <p:nvSpPr>
          <p:cNvPr id="3" name="TextBox 24">
            <a:extLst>
              <a:ext uri="{FF2B5EF4-FFF2-40B4-BE49-F238E27FC236}">
                <a16:creationId xmlns:a16="http://schemas.microsoft.com/office/drawing/2014/main" id="{AA9A4CD6-77A9-FB68-8785-167AF6CAE821}"/>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a:t>
            </a:r>
            <a:r>
              <a:rPr lang="ja-JP" altLang="en-US" sz="4000" dirty="0">
                <a:solidFill>
                  <a:srgbClr val="292B2B"/>
                </a:solidFill>
                <a:latin typeface="Source Han Sans JP Medium"/>
                <a:ea typeface="Source Han Sans JP Medium"/>
                <a:cs typeface="Source Han Sans JP Medium"/>
                <a:sym typeface="Source Han Sans JP Medium"/>
              </a:rPr>
              <a:t>実験</a:t>
            </a:r>
            <a:endParaRPr lang="en-US" sz="4000" dirty="0">
              <a:solidFill>
                <a:srgbClr val="292B2B"/>
              </a:solidFill>
              <a:latin typeface="Source Han Sans JP Medium"/>
              <a:ea typeface="Source Han Sans JP Medium"/>
              <a:cs typeface="Source Han Sans JP Medium"/>
              <a:sym typeface="Source Han Sans JP Medium"/>
            </a:endParaRPr>
          </a:p>
        </p:txBody>
      </p:sp>
      <p:pic>
        <p:nvPicPr>
          <p:cNvPr id="8" name="図 7">
            <a:extLst>
              <a:ext uri="{FF2B5EF4-FFF2-40B4-BE49-F238E27FC236}">
                <a16:creationId xmlns:a16="http://schemas.microsoft.com/office/drawing/2014/main" id="{ED1D1EF2-15C4-2BFF-5F32-8D7E3CECEBBA}"/>
              </a:ext>
            </a:extLst>
          </p:cNvPr>
          <p:cNvPicPr>
            <a:picLocks noChangeAspect="1"/>
          </p:cNvPicPr>
          <p:nvPr/>
        </p:nvPicPr>
        <p:blipFill>
          <a:blip r:embed="rId4"/>
          <a:srcRect l="7365" r="59000" b="59833"/>
          <a:stretch>
            <a:fillRect/>
          </a:stretch>
        </p:blipFill>
        <p:spPr>
          <a:xfrm>
            <a:off x="1504472" y="2596743"/>
            <a:ext cx="8381067" cy="6839976"/>
          </a:xfrm>
          <a:prstGeom prst="rect">
            <a:avLst/>
          </a:prstGeom>
        </p:spPr>
      </p:pic>
      <p:sp>
        <p:nvSpPr>
          <p:cNvPr id="4" name="TextBox 26">
            <a:extLst>
              <a:ext uri="{FF2B5EF4-FFF2-40B4-BE49-F238E27FC236}">
                <a16:creationId xmlns:a16="http://schemas.microsoft.com/office/drawing/2014/main" id="{4298A570-47D9-2ADA-13C2-4D550C7B75C1}"/>
              </a:ext>
            </a:extLst>
          </p:cNvPr>
          <p:cNvSpPr txBox="1"/>
          <p:nvPr/>
        </p:nvSpPr>
        <p:spPr>
          <a:xfrm>
            <a:off x="1689612" y="1626197"/>
            <a:ext cx="1507438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実験装置の準備</a:t>
            </a:r>
            <a:endParaRPr lang="en-US" altLang="ja-JP" sz="3200" dirty="0">
              <a:latin typeface="Source Han Sans JP Medium"/>
              <a:ea typeface="Source Han Sans JP Medium"/>
              <a:cs typeface="Source Han Sans JP Medium"/>
              <a:sym typeface="Source Han Sans JP Medium"/>
            </a:endParaRPr>
          </a:p>
        </p:txBody>
      </p:sp>
      <p:sp>
        <p:nvSpPr>
          <p:cNvPr id="6" name="Rectangle 1">
            <a:extLst>
              <a:ext uri="{FF2B5EF4-FFF2-40B4-BE49-F238E27FC236}">
                <a16:creationId xmlns:a16="http://schemas.microsoft.com/office/drawing/2014/main" id="{CE0FCAF9-9774-A843-2E69-26D1819C94E2}"/>
              </a:ext>
            </a:extLst>
          </p:cNvPr>
          <p:cNvSpPr>
            <a:spLocks noChangeArrowheads="1"/>
          </p:cNvSpPr>
          <p:nvPr/>
        </p:nvSpPr>
        <p:spPr bwMode="auto">
          <a:xfrm>
            <a:off x="10501763" y="2769688"/>
            <a:ext cx="6677386" cy="6494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
                <a:srgbClr val="76AEAD"/>
              </a:buClr>
              <a:buSzTx/>
              <a:buFont typeface="Wingdings" panose="05000000000000000000" pitchFamily="2" charset="2"/>
              <a:buChar char="l"/>
              <a:tabLst/>
            </a:pPr>
            <a:r>
              <a:rPr kumimoji="0" lang="ja-JP"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ステンレス製プール沸騰タンク</a:t>
            </a:r>
          </a:p>
          <a:p>
            <a:pPr marL="457200" marR="0" lvl="0" indent="-457200" algn="l" defTabSz="914400" rtl="0" eaLnBrk="0" fontAlgn="base" latinLnBrk="0" hangingPunct="0">
              <a:lnSpc>
                <a:spcPct val="100000"/>
              </a:lnSpc>
              <a:spcBef>
                <a:spcPct val="0"/>
              </a:spcBef>
              <a:spcAft>
                <a:spcPct val="0"/>
              </a:spcAft>
              <a:buClr>
                <a:srgbClr val="76AEAD"/>
              </a:buClr>
              <a:buSzTx/>
              <a:buFont typeface="Wingdings" panose="05000000000000000000" pitchFamily="2" charset="2"/>
              <a:buChar char="l"/>
              <a:tabLst/>
            </a:pPr>
            <a:r>
              <a:rPr kumimoji="0" lang="ja-JP"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脱イオン水</a:t>
            </a:r>
          </a:p>
          <a:p>
            <a:pPr marL="457200" marR="0" lvl="0" indent="-457200" algn="l" defTabSz="914400" rtl="0" eaLnBrk="0" fontAlgn="base" latinLnBrk="0" hangingPunct="0">
              <a:lnSpc>
                <a:spcPct val="100000"/>
              </a:lnSpc>
              <a:spcBef>
                <a:spcPct val="0"/>
              </a:spcBef>
              <a:spcAft>
                <a:spcPct val="0"/>
              </a:spcAft>
              <a:buClr>
                <a:srgbClr val="76AEAD"/>
              </a:buClr>
              <a:buSzTx/>
              <a:buFont typeface="Wingdings" panose="05000000000000000000" pitchFamily="2" charset="2"/>
              <a:buChar char="l"/>
              <a:tabLst/>
            </a:pPr>
            <a:r>
              <a:rPr kumimoji="0" lang="ja-JP"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加熱面：</a:t>
            </a:r>
            <a:endParaRPr kumimoji="0" lang="en-US"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endParaRPr>
          </a:p>
          <a:p>
            <a:pPr marL="914400" lvl="1" indent="-457200" eaLnBrk="0" fontAlgn="base" hangingPunct="0">
              <a:spcBef>
                <a:spcPct val="0"/>
              </a:spcBef>
              <a:spcAft>
                <a:spcPct val="0"/>
              </a:spcAft>
              <a:buClr>
                <a:srgbClr val="76AEAD"/>
              </a:buClr>
              <a:buFont typeface="Wingdings" panose="05000000000000000000" pitchFamily="2" charset="2"/>
              <a:buChar char="Ø"/>
            </a:pPr>
            <a:r>
              <a:rPr kumimoji="0" lang="ja-JP"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マイクロチャネル加工された銅ブロック</a:t>
            </a:r>
            <a:endParaRPr kumimoji="0" lang="en-US"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endParaRPr>
          </a:p>
          <a:p>
            <a:pPr marL="914400" lvl="1" indent="-457200" eaLnBrk="0" fontAlgn="base" hangingPunct="0">
              <a:spcBef>
                <a:spcPct val="0"/>
              </a:spcBef>
              <a:spcAft>
                <a:spcPct val="0"/>
              </a:spcAft>
              <a:buClr>
                <a:srgbClr val="76AEAD"/>
              </a:buClr>
              <a:buFont typeface="Wingdings" panose="05000000000000000000" pitchFamily="2" charset="2"/>
              <a:buChar char="Ø"/>
            </a:pPr>
            <a:r>
              <a:rPr kumimoji="0" lang="ja-JP"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露出面積</a:t>
            </a:r>
            <a:r>
              <a:rPr kumimoji="0" lang="ja-JP" altLang="en-US"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　</a:t>
            </a:r>
            <a:r>
              <a:rPr kumimoji="0" lang="ja-JP"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1 cm²</a:t>
            </a:r>
          </a:p>
          <a:p>
            <a:pPr marL="457200" marR="0" lvl="0" indent="-457200" algn="l" defTabSz="914400" rtl="0" eaLnBrk="0" fontAlgn="base" latinLnBrk="0" hangingPunct="0">
              <a:lnSpc>
                <a:spcPct val="100000"/>
              </a:lnSpc>
              <a:spcBef>
                <a:spcPct val="0"/>
              </a:spcBef>
              <a:spcAft>
                <a:spcPct val="0"/>
              </a:spcAft>
              <a:buClr>
                <a:srgbClr val="76AEAD"/>
              </a:buClr>
              <a:buSzTx/>
              <a:buFont typeface="Wingdings" panose="05000000000000000000" pitchFamily="2" charset="2"/>
              <a:buChar char="l"/>
              <a:tabLst/>
            </a:pPr>
            <a:r>
              <a:rPr kumimoji="0" lang="ja-JP"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熱電対4本</a:t>
            </a:r>
            <a:endParaRPr kumimoji="0" lang="en-US"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endParaRPr>
          </a:p>
          <a:p>
            <a:pPr marL="457200" marR="0" lvl="0" indent="-457200" algn="l" defTabSz="914400" rtl="0" eaLnBrk="0" fontAlgn="base" latinLnBrk="0" hangingPunct="0">
              <a:lnSpc>
                <a:spcPct val="100000"/>
              </a:lnSpc>
              <a:spcBef>
                <a:spcPct val="0"/>
              </a:spcBef>
              <a:spcAft>
                <a:spcPct val="0"/>
              </a:spcAft>
              <a:buClr>
                <a:srgbClr val="76AEAD"/>
              </a:buClr>
              <a:buSzTx/>
              <a:buFont typeface="Wingdings" panose="05000000000000000000" pitchFamily="2" charset="2"/>
              <a:buChar char="l"/>
              <a:tabLst/>
            </a:pPr>
            <a:r>
              <a:rPr kumimoji="0" lang="ja-JP"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AEセンサ</a:t>
            </a:r>
            <a:r>
              <a:rPr kumimoji="0" lang="ja-JP" altLang="en-US"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a:t>
            </a:r>
            <a:endParaRPr kumimoji="0" lang="en-US"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endParaRPr>
          </a:p>
          <a:p>
            <a:pPr marL="914400" lvl="1" indent="-457200" eaLnBrk="0" fontAlgn="base" hangingPunct="0">
              <a:spcBef>
                <a:spcPct val="0"/>
              </a:spcBef>
              <a:spcAft>
                <a:spcPct val="0"/>
              </a:spcAft>
              <a:buClr>
                <a:srgbClr val="76AEAD"/>
              </a:buClr>
              <a:buFont typeface="Wingdings" panose="05000000000000000000" pitchFamily="2" charset="2"/>
              <a:buChar char="Ø"/>
            </a:pPr>
            <a:r>
              <a:rPr kumimoji="0" lang="ja-JP"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タンク底部に設置</a:t>
            </a:r>
            <a:endParaRPr kumimoji="0" lang="en-US"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endParaRPr>
          </a:p>
          <a:p>
            <a:pPr marL="914400" lvl="1" indent="-457200" eaLnBrk="0" fontAlgn="base" hangingPunct="0">
              <a:spcBef>
                <a:spcPct val="0"/>
              </a:spcBef>
              <a:spcAft>
                <a:spcPct val="0"/>
              </a:spcAft>
              <a:buClr>
                <a:srgbClr val="76AEAD"/>
              </a:buClr>
              <a:buFont typeface="Wingdings" panose="05000000000000000000" pitchFamily="2" charset="2"/>
              <a:buChar char="Ø"/>
            </a:pPr>
            <a:r>
              <a:rPr kumimoji="0" lang="ja-JP"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1 MHz</a:t>
            </a:r>
          </a:p>
          <a:p>
            <a:pPr marL="457200" marR="0" lvl="0" indent="-457200" algn="l" defTabSz="914400" rtl="0" eaLnBrk="0" fontAlgn="base" latinLnBrk="0" hangingPunct="0">
              <a:lnSpc>
                <a:spcPct val="100000"/>
              </a:lnSpc>
              <a:spcBef>
                <a:spcPct val="0"/>
              </a:spcBef>
              <a:spcAft>
                <a:spcPct val="0"/>
              </a:spcAft>
              <a:buClr>
                <a:srgbClr val="76AEAD"/>
              </a:buClr>
              <a:buSzTx/>
              <a:buFont typeface="Wingdings" panose="05000000000000000000" pitchFamily="2" charset="2"/>
              <a:buChar char="l"/>
              <a:tabLst/>
            </a:pPr>
            <a:r>
              <a:rPr kumimoji="0" lang="ja-JP"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ハイドロフォン：</a:t>
            </a:r>
            <a:endParaRPr kumimoji="0" lang="en-US"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endParaRPr>
          </a:p>
          <a:p>
            <a:pPr marL="914400" lvl="1" indent="-457200" eaLnBrk="0" fontAlgn="base" hangingPunct="0">
              <a:spcBef>
                <a:spcPct val="0"/>
              </a:spcBef>
              <a:spcAft>
                <a:spcPct val="0"/>
              </a:spcAft>
              <a:buClr>
                <a:srgbClr val="76AEAD"/>
              </a:buClr>
              <a:buFont typeface="Wingdings" panose="05000000000000000000" pitchFamily="2" charset="2"/>
              <a:buChar char="Ø"/>
            </a:pPr>
            <a:r>
              <a:rPr kumimoji="0" lang="ja-JP"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液中設置</a:t>
            </a:r>
            <a:endParaRPr kumimoji="0" lang="en-US"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endParaRPr>
          </a:p>
          <a:p>
            <a:pPr marL="914400" lvl="1" indent="-457200" eaLnBrk="0" fontAlgn="base" hangingPunct="0">
              <a:spcBef>
                <a:spcPct val="0"/>
              </a:spcBef>
              <a:spcAft>
                <a:spcPct val="0"/>
              </a:spcAft>
              <a:buClr>
                <a:srgbClr val="76AEAD"/>
              </a:buClr>
              <a:buFont typeface="Wingdings" panose="05000000000000000000" pitchFamily="2" charset="2"/>
              <a:buChar char="Ø"/>
            </a:pPr>
            <a:r>
              <a:rPr kumimoji="0" lang="ja-JP" altLang="ja-JP" sz="3200" b="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10,240 Hz</a:t>
            </a:r>
          </a:p>
        </p:txBody>
      </p:sp>
    </p:spTree>
    <p:extLst>
      <p:ext uri="{BB962C8B-B14F-4D97-AF65-F5344CB8AC3E}">
        <p14:creationId xmlns:p14="http://schemas.microsoft.com/office/powerpoint/2010/main" val="1842529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58F95-57B4-312C-6A6E-141C620A2937}"/>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C4133E9-F24D-AE09-D018-F71393BA24D3}"/>
              </a:ext>
            </a:extLst>
          </p:cNvPr>
          <p:cNvSpPr>
            <a:spLocks noGrp="1"/>
          </p:cNvSpPr>
          <p:nvPr>
            <p:ph type="sldNum" sz="quarter" idx="12"/>
          </p:nvPr>
        </p:nvSpPr>
        <p:spPr/>
        <p:txBody>
          <a:bodyPr/>
          <a:lstStyle/>
          <a:p>
            <a:fld id="{B6F15528-21DE-4FAA-801E-634DDDAF4B2B}" type="slidenum">
              <a:rPr lang="en-US" smtClean="0"/>
              <a:pPr/>
              <a:t>12</a:t>
            </a:fld>
            <a:endParaRPr lang="en-US"/>
          </a:p>
        </p:txBody>
      </p:sp>
      <p:grpSp>
        <p:nvGrpSpPr>
          <p:cNvPr id="10" name="グループ化 9">
            <a:extLst>
              <a:ext uri="{FF2B5EF4-FFF2-40B4-BE49-F238E27FC236}">
                <a16:creationId xmlns:a16="http://schemas.microsoft.com/office/drawing/2014/main" id="{5516133F-CF92-9335-5028-210775291F56}"/>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AF837F7B-7D62-7024-58EB-3E19A5928C4F}"/>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771FA068-19E8-80E8-3807-AD398AE62B67}"/>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25AE9CF0-C7BA-E643-7434-B23469EEBE93}"/>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81CBF31-FF94-771C-D82D-425A6E37BD34}"/>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C4903DBD-70FB-4134-3304-A2BB8C090DAD}"/>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01A802F7-9B5D-885F-E250-7584EC72207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F4600129-79BA-D06F-411A-BEA99EB7B13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315F754-8F1E-1639-43F0-A869C246501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EED84DC4-2D7C-1E22-8A0A-C9A6C11E3EA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45E8942B-5327-83EC-DBBF-2A47A4BBADD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C84681A3-35D7-19CA-2E48-6A8A060DC13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2404CA6-FD25-29F0-482E-34B91A622DAE}"/>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51FD5902-52B8-2172-766A-674C80D862E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12EC25D2-CEBE-C159-F41A-560C923316A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8C1BBB3F-6E48-9DD8-4C74-5CE9F4A00AA1}"/>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12</a:t>
            </a:fld>
            <a:endParaRPr lang="en-US" sz="2400" dirty="0"/>
          </a:p>
        </p:txBody>
      </p:sp>
      <p:sp>
        <p:nvSpPr>
          <p:cNvPr id="3" name="TextBox 24">
            <a:extLst>
              <a:ext uri="{FF2B5EF4-FFF2-40B4-BE49-F238E27FC236}">
                <a16:creationId xmlns:a16="http://schemas.microsoft.com/office/drawing/2014/main" id="{F329DEFC-0DEE-75E9-50D7-A7660AA0FE38}"/>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AE</a:t>
            </a:r>
            <a:r>
              <a:rPr lang="ja-JP" altLang="en-US" sz="4000" dirty="0">
                <a:solidFill>
                  <a:srgbClr val="292B2B"/>
                </a:solidFill>
                <a:latin typeface="Source Han Sans JP Medium"/>
                <a:ea typeface="Source Han Sans JP Medium"/>
                <a:cs typeface="Source Han Sans JP Medium"/>
                <a:sym typeface="Source Han Sans JP Medium"/>
              </a:rPr>
              <a:t> </a:t>
            </a:r>
            <a:r>
              <a:rPr lang="en-US" altLang="ja-JP" sz="4000" dirty="0">
                <a:solidFill>
                  <a:srgbClr val="292B2B"/>
                </a:solidFill>
                <a:latin typeface="Source Han Sans JP Medium"/>
                <a:ea typeface="Source Han Sans JP Medium"/>
                <a:cs typeface="Source Han Sans JP Medium"/>
                <a:sym typeface="Source Han Sans JP Medium"/>
              </a:rPr>
              <a:t>hit</a:t>
            </a:r>
            <a:r>
              <a:rPr lang="ja-JP" altLang="en-US" sz="4000" dirty="0">
                <a:solidFill>
                  <a:srgbClr val="292B2B"/>
                </a:solidFill>
                <a:latin typeface="Source Han Sans JP Medium"/>
                <a:ea typeface="Source Han Sans JP Medium"/>
                <a:cs typeface="Source Han Sans JP Medium"/>
                <a:sym typeface="Source Han Sans JP Medium"/>
              </a:rPr>
              <a:t>とは何か</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5" name="TextBox 26">
            <a:extLst>
              <a:ext uri="{FF2B5EF4-FFF2-40B4-BE49-F238E27FC236}">
                <a16:creationId xmlns:a16="http://schemas.microsoft.com/office/drawing/2014/main" id="{1CD8CE25-9F7F-D248-7E7F-C432769801BF}"/>
              </a:ext>
            </a:extLst>
          </p:cNvPr>
          <p:cNvSpPr txBox="1"/>
          <p:nvPr/>
        </p:nvSpPr>
        <p:spPr>
          <a:xfrm>
            <a:off x="1676400" y="1626197"/>
            <a:ext cx="1507438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AE</a:t>
            </a:r>
            <a:r>
              <a:rPr lang="ja-JP" altLang="en-US" sz="3200" dirty="0">
                <a:latin typeface="Source Han Sans JP Medium"/>
                <a:ea typeface="Source Han Sans JP Medium"/>
                <a:cs typeface="Source Han Sans JP Medium"/>
                <a:sym typeface="Source Han Sans JP Medium"/>
              </a:rPr>
              <a:t> </a:t>
            </a:r>
            <a:r>
              <a:rPr lang="en-US" altLang="ja-JP" sz="3200" dirty="0">
                <a:latin typeface="Source Han Sans JP Medium"/>
                <a:ea typeface="Source Han Sans JP Medium"/>
                <a:cs typeface="Source Han Sans JP Medium"/>
                <a:sym typeface="Source Han Sans JP Medium"/>
              </a:rPr>
              <a:t>hit</a:t>
            </a:r>
            <a:r>
              <a:rPr lang="ja-JP" altLang="en-US" sz="3200" dirty="0">
                <a:latin typeface="Source Han Sans JP Medium"/>
                <a:ea typeface="Source Han Sans JP Medium"/>
                <a:cs typeface="Source Han Sans JP Medium"/>
                <a:sym typeface="Source Han Sans JP Medium"/>
              </a:rPr>
              <a:t>は閾値超過時のみ記録される離散的な音響イベント</a:t>
            </a:r>
            <a:endParaRPr lang="en-US" altLang="ja-JP" sz="3200" dirty="0">
              <a:latin typeface="Source Han Sans JP Medium"/>
              <a:ea typeface="Source Han Sans JP Medium"/>
              <a:cs typeface="Source Han Sans JP Medium"/>
              <a:sym typeface="Source Han Sans JP Medium"/>
            </a:endParaRPr>
          </a:p>
        </p:txBody>
      </p:sp>
      <p:pic>
        <p:nvPicPr>
          <p:cNvPr id="7" name="図 6">
            <a:extLst>
              <a:ext uri="{FF2B5EF4-FFF2-40B4-BE49-F238E27FC236}">
                <a16:creationId xmlns:a16="http://schemas.microsoft.com/office/drawing/2014/main" id="{C6F6C28C-523E-DFC3-4B93-B07AA0019FFF}"/>
              </a:ext>
            </a:extLst>
          </p:cNvPr>
          <p:cNvPicPr>
            <a:picLocks noChangeAspect="1"/>
          </p:cNvPicPr>
          <p:nvPr/>
        </p:nvPicPr>
        <p:blipFill>
          <a:blip r:embed="rId4"/>
          <a:srcRect l="40308" t="24835" r="6010" b="8193"/>
          <a:stretch>
            <a:fillRect/>
          </a:stretch>
        </p:blipFill>
        <p:spPr>
          <a:xfrm>
            <a:off x="1357745" y="2298998"/>
            <a:ext cx="9280260" cy="7912288"/>
          </a:xfrm>
          <a:prstGeom prst="rect">
            <a:avLst/>
          </a:prstGeom>
        </p:spPr>
      </p:pic>
      <p:sp>
        <p:nvSpPr>
          <p:cNvPr id="29" name="TextBox 24">
            <a:extLst>
              <a:ext uri="{FF2B5EF4-FFF2-40B4-BE49-F238E27FC236}">
                <a16:creationId xmlns:a16="http://schemas.microsoft.com/office/drawing/2014/main" id="{6A4383FB-1A01-E561-3BFA-DAE105C5AE58}"/>
              </a:ext>
            </a:extLst>
          </p:cNvPr>
          <p:cNvSpPr txBox="1"/>
          <p:nvPr/>
        </p:nvSpPr>
        <p:spPr>
          <a:xfrm>
            <a:off x="11125800" y="3086100"/>
            <a:ext cx="6310788" cy="2847639"/>
          </a:xfrm>
          <a:prstGeom prst="rect">
            <a:avLst/>
          </a:prstGeom>
        </p:spPr>
        <p:txBody>
          <a:bodyPr wrap="square" lIns="0" tIns="0" rIns="0" bIns="0" rtlCol="0" anchor="t">
            <a:spAutoFit/>
          </a:bodyPr>
          <a:lstStyle/>
          <a:p>
            <a:pPr marL="514350" indent="-514350" algn="l">
              <a:lnSpc>
                <a:spcPts val="4500"/>
              </a:lnSpc>
              <a:spcBef>
                <a:spcPct val="0"/>
              </a:spcBef>
              <a:buClr>
                <a:srgbClr val="64A4A3"/>
              </a:buClr>
              <a:buFont typeface="+mj-lt"/>
              <a:buAutoNum type="arabicPeriod"/>
            </a:pPr>
            <a:r>
              <a:rPr lang="en-US" sz="3200" dirty="0">
                <a:latin typeface="Source Han Sans JP Medium" panose="020B0600070205080204" charset="-128"/>
                <a:ea typeface="Source Han Sans JP Medium" panose="020B0600070205080204" charset="-128"/>
                <a:cs typeface="Source Han Sans JP Medium"/>
                <a:sym typeface="Source Han Sans JP Medium"/>
              </a:rPr>
              <a:t>AE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センサ信号が閾値を超えると記録開始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mj-lt"/>
              <a:buAutoNum type="arabicPeriod"/>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一定時間閾値を超えなくなると</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1</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つの</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として終了</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mj-lt"/>
              <a:buAutoNum type="arabicPeriod"/>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本論文では</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45 dB</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を閾値に設定</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30" name="グループ化 29">
            <a:extLst>
              <a:ext uri="{FF2B5EF4-FFF2-40B4-BE49-F238E27FC236}">
                <a16:creationId xmlns:a16="http://schemas.microsoft.com/office/drawing/2014/main" id="{F04AE694-DBF6-1825-7380-A4F46A6322D9}"/>
              </a:ext>
            </a:extLst>
          </p:cNvPr>
          <p:cNvGrpSpPr/>
          <p:nvPr/>
        </p:nvGrpSpPr>
        <p:grpSpPr>
          <a:xfrm>
            <a:off x="10869736" y="2404163"/>
            <a:ext cx="7086600" cy="552410"/>
            <a:chOff x="1535808" y="1451163"/>
            <a:chExt cx="8639037" cy="552410"/>
          </a:xfrm>
        </p:grpSpPr>
        <p:sp>
          <p:nvSpPr>
            <p:cNvPr id="31" name="TextBox 26">
              <a:extLst>
                <a:ext uri="{FF2B5EF4-FFF2-40B4-BE49-F238E27FC236}">
                  <a16:creationId xmlns:a16="http://schemas.microsoft.com/office/drawing/2014/main" id="{FE9F1308-4191-5EAE-5569-95FD6CF8FE06}"/>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定義</a:t>
              </a:r>
              <a:endParaRPr lang="en-US" altLang="ja-JP" sz="3200" dirty="0">
                <a:latin typeface="Source Han Sans JP Medium"/>
                <a:ea typeface="Source Han Sans JP Medium"/>
                <a:cs typeface="Source Han Sans JP Medium"/>
                <a:sym typeface="Source Han Sans JP Medium"/>
              </a:endParaRPr>
            </a:p>
          </p:txBody>
        </p:sp>
        <p:sp>
          <p:nvSpPr>
            <p:cNvPr id="32" name="Freeform 5">
              <a:extLst>
                <a:ext uri="{FF2B5EF4-FFF2-40B4-BE49-F238E27FC236}">
                  <a16:creationId xmlns:a16="http://schemas.microsoft.com/office/drawing/2014/main" id="{70E34C47-F945-B029-A6D8-4CC32C6E0454}"/>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33" name="グループ化 32">
            <a:extLst>
              <a:ext uri="{FF2B5EF4-FFF2-40B4-BE49-F238E27FC236}">
                <a16:creationId xmlns:a16="http://schemas.microsoft.com/office/drawing/2014/main" id="{9396BE5F-AD4F-CF99-2B0A-C2116302A1E6}"/>
              </a:ext>
            </a:extLst>
          </p:cNvPr>
          <p:cNvGrpSpPr/>
          <p:nvPr/>
        </p:nvGrpSpPr>
        <p:grpSpPr>
          <a:xfrm>
            <a:off x="10869736" y="6255142"/>
            <a:ext cx="7086600" cy="552410"/>
            <a:chOff x="1535808" y="1451163"/>
            <a:chExt cx="8639037" cy="552410"/>
          </a:xfrm>
        </p:grpSpPr>
        <p:sp>
          <p:nvSpPr>
            <p:cNvPr id="34" name="TextBox 26">
              <a:extLst>
                <a:ext uri="{FF2B5EF4-FFF2-40B4-BE49-F238E27FC236}">
                  <a16:creationId xmlns:a16="http://schemas.microsoft.com/office/drawing/2014/main" id="{EE34466C-1319-BE81-91CC-69B1F1707838}"/>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特徴量</a:t>
              </a:r>
              <a:endParaRPr lang="en-US" altLang="ja-JP" sz="3200" dirty="0">
                <a:latin typeface="Source Han Sans JP Medium"/>
                <a:ea typeface="Source Han Sans JP Medium"/>
                <a:cs typeface="Source Han Sans JP Medium"/>
                <a:sym typeface="Source Han Sans JP Medium"/>
              </a:endParaRPr>
            </a:p>
          </p:txBody>
        </p:sp>
        <p:sp>
          <p:nvSpPr>
            <p:cNvPr id="35" name="Freeform 5">
              <a:extLst>
                <a:ext uri="{FF2B5EF4-FFF2-40B4-BE49-F238E27FC236}">
                  <a16:creationId xmlns:a16="http://schemas.microsoft.com/office/drawing/2014/main" id="{39B88E87-FA0D-8927-EBC1-62C06F91BB24}"/>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36" name="TextBox 24">
            <a:extLst>
              <a:ext uri="{FF2B5EF4-FFF2-40B4-BE49-F238E27FC236}">
                <a16:creationId xmlns:a16="http://schemas.microsoft.com/office/drawing/2014/main" id="{98DDCF66-9AB3-B47C-E477-4F944F6A78DD}"/>
              </a:ext>
            </a:extLst>
          </p:cNvPr>
          <p:cNvSpPr txBox="1"/>
          <p:nvPr/>
        </p:nvSpPr>
        <p:spPr>
          <a:xfrm>
            <a:off x="11139570" y="7050423"/>
            <a:ext cx="6877935" cy="2847639"/>
          </a:xfrm>
          <a:prstGeom prst="rect">
            <a:avLst/>
          </a:prstGeom>
        </p:spPr>
        <p:txBody>
          <a:bodyPr wrap="square" lIns="0" tIns="0" rIns="0" bIns="0" rtlCol="0" anchor="t">
            <a:spAutoFit/>
          </a:bodyPr>
          <a:lstStyle/>
          <a:p>
            <a:pPr marL="514350" indent="-514350" algn="l">
              <a:lnSpc>
                <a:spcPts val="4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Amplitude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中の最大振幅</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Rise time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：閾値超過から最大振幅までの時間</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Count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中に閾値を超えた回数</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Duration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の継続時間</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4174912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C9B76-985E-9AA9-0AB6-5A626AB719A6}"/>
            </a:ext>
          </a:extLst>
        </p:cNvPr>
        <p:cNvGrpSpPr/>
        <p:nvPr/>
      </p:nvGrpSpPr>
      <p:grpSpPr>
        <a:xfrm>
          <a:off x="0" y="0"/>
          <a:ext cx="0" cy="0"/>
          <a:chOff x="0" y="0"/>
          <a:chExt cx="0" cy="0"/>
        </a:xfrm>
      </p:grpSpPr>
      <p:sp>
        <p:nvSpPr>
          <p:cNvPr id="33" name="四角形: 角を丸くする 32">
            <a:extLst>
              <a:ext uri="{FF2B5EF4-FFF2-40B4-BE49-F238E27FC236}">
                <a16:creationId xmlns:a16="http://schemas.microsoft.com/office/drawing/2014/main" id="{64818BBA-FF9C-64C5-603F-C9F3CC9A6057}"/>
              </a:ext>
            </a:extLst>
          </p:cNvPr>
          <p:cNvSpPr/>
          <p:nvPr/>
        </p:nvSpPr>
        <p:spPr>
          <a:xfrm>
            <a:off x="9207930" y="2857500"/>
            <a:ext cx="8645139" cy="6765350"/>
          </a:xfrm>
          <a:prstGeom prst="roundRect">
            <a:avLst>
              <a:gd name="adj" fmla="val 9158"/>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スライド番号プレースホルダー 1">
            <a:extLst>
              <a:ext uri="{FF2B5EF4-FFF2-40B4-BE49-F238E27FC236}">
                <a16:creationId xmlns:a16="http://schemas.microsoft.com/office/drawing/2014/main" id="{7BEC1C7A-0D99-B06C-4768-4380F02B4959}"/>
              </a:ext>
            </a:extLst>
          </p:cNvPr>
          <p:cNvSpPr>
            <a:spLocks noGrp="1"/>
          </p:cNvSpPr>
          <p:nvPr>
            <p:ph type="sldNum" sz="quarter" idx="12"/>
          </p:nvPr>
        </p:nvSpPr>
        <p:spPr/>
        <p:txBody>
          <a:bodyPr/>
          <a:lstStyle/>
          <a:p>
            <a:fld id="{B6F15528-21DE-4FAA-801E-634DDDAF4B2B}" type="slidenum">
              <a:rPr lang="en-US" smtClean="0"/>
              <a:pPr/>
              <a:t>13</a:t>
            </a:fld>
            <a:endParaRPr lang="en-US"/>
          </a:p>
        </p:txBody>
      </p:sp>
      <p:grpSp>
        <p:nvGrpSpPr>
          <p:cNvPr id="10" name="グループ化 9">
            <a:extLst>
              <a:ext uri="{FF2B5EF4-FFF2-40B4-BE49-F238E27FC236}">
                <a16:creationId xmlns:a16="http://schemas.microsoft.com/office/drawing/2014/main" id="{CCA04927-CF76-F0C0-51A1-30FA7655FA00}"/>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AC6C5E6C-7CC1-968E-ABAE-822FA636DD08}"/>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9375D562-DBEB-0B8F-12C4-8BFE4A92B58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2014F671-4360-49C6-1ABA-C91EC354E51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9B3358A9-C01F-BF9B-D63C-25B3E27D0C5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B71C312D-4729-D19F-BA69-3582473B84FE}"/>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60DB8567-604B-5C42-AD62-B8F0563D448E}"/>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7A357F2-495B-C979-15D2-6B812FC5B63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98492013-C433-95BD-63A9-23FB934A1A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479774B-E0DF-015F-C53E-288425E259CD}"/>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8D52E6D7-C907-4A0C-C6E9-FA16366EF3F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B88CE565-C149-BCD9-25D7-2FEEF0D3D93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BC18B75-5C63-8EA0-C2CD-4AA0FF36F207}"/>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D1E8A12F-CFE9-0441-6B95-0DC096AC0B1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96DF964A-35A4-8E97-7167-E4403609AF2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49DD5DDB-B9CB-C37F-932D-0305D7BE5BCB}"/>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13</a:t>
            </a:fld>
            <a:endParaRPr lang="en-US" sz="2400" dirty="0"/>
          </a:p>
        </p:txBody>
      </p:sp>
      <p:sp>
        <p:nvSpPr>
          <p:cNvPr id="3" name="TextBox 24">
            <a:extLst>
              <a:ext uri="{FF2B5EF4-FFF2-40B4-BE49-F238E27FC236}">
                <a16:creationId xmlns:a16="http://schemas.microsoft.com/office/drawing/2014/main" id="{08ED5234-0177-85AC-C2B4-93A061664757}"/>
              </a:ext>
            </a:extLst>
          </p:cNvPr>
          <p:cNvSpPr txBox="1"/>
          <p:nvPr/>
        </p:nvSpPr>
        <p:spPr>
          <a:xfrm>
            <a:off x="1806795" y="305043"/>
            <a:ext cx="6414481"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a:t>
            </a:r>
            <a:r>
              <a:rPr lang="ja-JP" altLang="en-US" sz="4000" dirty="0">
                <a:solidFill>
                  <a:srgbClr val="292B2B"/>
                </a:solidFill>
                <a:latin typeface="Source Han Sans JP Medium"/>
                <a:ea typeface="Source Han Sans JP Medium"/>
                <a:cs typeface="Source Han Sans JP Medium"/>
                <a:sym typeface="Source Han Sans JP Medium"/>
              </a:rPr>
              <a:t>熱流束ラベルの作成</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879BC0AE-5290-3F86-BF5B-32D4A6082E4C}"/>
              </a:ext>
            </a:extLst>
          </p:cNvPr>
          <p:cNvSpPr txBox="1"/>
          <p:nvPr/>
        </p:nvSpPr>
        <p:spPr>
          <a:xfrm>
            <a:off x="1613412" y="1626197"/>
            <a:ext cx="1507438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AE</a:t>
            </a:r>
            <a:r>
              <a:rPr lang="ja-JP" altLang="en-US" sz="3200" dirty="0">
                <a:latin typeface="Source Han Sans JP Medium"/>
                <a:ea typeface="Source Han Sans JP Medium"/>
                <a:cs typeface="Source Han Sans JP Medium"/>
                <a:sym typeface="Source Han Sans JP Medium"/>
              </a:rPr>
              <a:t> </a:t>
            </a:r>
            <a:r>
              <a:rPr lang="en-US" altLang="ja-JP" sz="3200" dirty="0">
                <a:latin typeface="Source Han Sans JP Medium"/>
                <a:ea typeface="Source Han Sans JP Medium"/>
                <a:cs typeface="Source Han Sans JP Medium"/>
                <a:sym typeface="Source Han Sans JP Medium"/>
              </a:rPr>
              <a:t>hit</a:t>
            </a:r>
            <a:r>
              <a:rPr lang="ja-JP" altLang="en-US" sz="3200" dirty="0">
                <a:latin typeface="Source Han Sans JP Medium"/>
                <a:ea typeface="Source Han Sans JP Medium"/>
                <a:cs typeface="Source Han Sans JP Medium"/>
                <a:sym typeface="Source Han Sans JP Medium"/>
              </a:rPr>
              <a:t>の入力に対して，熱電対から計算した熱流束を教師ラベルとして対応付ける</a:t>
            </a:r>
            <a:endParaRPr lang="en-US" altLang="ja-JP" sz="3200" dirty="0">
              <a:latin typeface="Source Han Sans JP Medium"/>
              <a:ea typeface="Source Han Sans JP Medium"/>
              <a:cs typeface="Source Han Sans JP Medium"/>
              <a:sym typeface="Source Han Sans JP Medium"/>
            </a:endParaRPr>
          </a:p>
        </p:txBody>
      </p:sp>
      <p:sp>
        <p:nvSpPr>
          <p:cNvPr id="30" name="TextBox 24">
            <a:extLst>
              <a:ext uri="{FF2B5EF4-FFF2-40B4-BE49-F238E27FC236}">
                <a16:creationId xmlns:a16="http://schemas.microsoft.com/office/drawing/2014/main" id="{E56EEF28-2861-3970-36DE-A2E0E9813AA4}"/>
              </a:ext>
            </a:extLst>
          </p:cNvPr>
          <p:cNvSpPr txBox="1"/>
          <p:nvPr/>
        </p:nvSpPr>
        <p:spPr>
          <a:xfrm>
            <a:off x="9601200" y="3621953"/>
            <a:ext cx="8077199" cy="5733044"/>
          </a:xfrm>
          <a:prstGeom prst="rect">
            <a:avLst/>
          </a:prstGeom>
        </p:spPr>
        <p:txBody>
          <a:bodyPr wrap="square" lIns="0" tIns="0" rIns="0" bIns="0" rtlCol="0" anchor="t">
            <a:spAutoFit/>
          </a:bodyPr>
          <a:lstStyle/>
          <a:p>
            <a:pPr marL="514350" indent="-514350" algn="l">
              <a:lnSpc>
                <a:spcPts val="4500"/>
              </a:lnSpc>
              <a:spcBef>
                <a:spcPct val="0"/>
              </a:spcBef>
              <a:buClr>
                <a:srgbClr val="64A4A3"/>
              </a:buClr>
              <a:buFont typeface="+mj-lt"/>
              <a:buAutoNum type="arabicPeriod"/>
            </a:pPr>
            <a:r>
              <a:rPr lang="en-US" sz="3200" dirty="0">
                <a:latin typeface="Source Han Sans JP Medium" panose="020B0600070205080204" charset="-128"/>
                <a:ea typeface="Source Han Sans JP Medium" panose="020B0600070205080204" charset="-128"/>
                <a:cs typeface="Source Han Sans JP Medium"/>
                <a:sym typeface="Source Han Sans JP Medium"/>
              </a:rPr>
              <a:t>0~CHF</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まで加熱し</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mj-lt"/>
              <a:buAutoNum type="arabicPeriod"/>
            </a:pPr>
            <a:r>
              <a:rPr lang="en-US" sz="3200" dirty="0">
                <a:latin typeface="Source Han Sans JP Medium" panose="020B0600070205080204" charset="-128"/>
                <a:ea typeface="Source Han Sans JP Medium" panose="020B0600070205080204" charset="-128"/>
                <a:cs typeface="Source Han Sans JP Medium"/>
                <a:sym typeface="Source Han Sans JP Medium"/>
              </a:rPr>
              <a:t>4</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本の熱電対で銅ブロック内の温度分布を測定</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mj-lt"/>
              <a:buAutoNum type="arabicPeriod"/>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加熱面熱流束を外挿</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914400" lvl="1" indent="-457200">
              <a:lnSpc>
                <a:spcPts val="4500"/>
              </a:lnSpc>
              <a:spcBef>
                <a:spcPct val="0"/>
              </a:spcBef>
              <a:buClr>
                <a:srgbClr val="64A4A3"/>
              </a:buClr>
              <a:buFont typeface="Wingdings" panose="05000000000000000000" pitchFamily="2" charset="2"/>
              <a:buChar char="l"/>
            </a:pPr>
            <a:r>
              <a:rPr lang="ja-JP" altLang="en-US" sz="3000" dirty="0">
                <a:latin typeface="Source Han Sans JP Medium" panose="020B0600070205080204" charset="-128"/>
                <a:ea typeface="Source Han Sans JP Medium" panose="020B0600070205080204" charset="-128"/>
                <a:cs typeface="Source Han Sans JP Medium"/>
                <a:sym typeface="Source Han Sans JP Medium"/>
              </a:rPr>
              <a:t>熱電対の位置と温度から温度勾配を推定</a:t>
            </a:r>
            <a:endParaRPr lang="en-US" altLang="ja-JP" sz="3000" dirty="0">
              <a:latin typeface="Source Han Sans JP Medium" panose="020B0600070205080204" charset="-128"/>
              <a:ea typeface="Source Han Sans JP Medium" panose="020B0600070205080204" charset="-128"/>
              <a:cs typeface="Source Han Sans JP Medium"/>
              <a:sym typeface="Source Han Sans JP Medium"/>
            </a:endParaRPr>
          </a:p>
          <a:p>
            <a:pPr marL="914400" lvl="1" indent="-457200">
              <a:lnSpc>
                <a:spcPts val="4500"/>
              </a:lnSpc>
              <a:spcBef>
                <a:spcPct val="0"/>
              </a:spcBef>
              <a:buClr>
                <a:srgbClr val="64A4A3"/>
              </a:buClr>
              <a:buFont typeface="Wingdings" panose="05000000000000000000" pitchFamily="2" charset="2"/>
              <a:buChar char="l"/>
            </a:pPr>
            <a:r>
              <a:rPr lang="ja-JP" altLang="en-US" sz="3000" dirty="0">
                <a:latin typeface="Source Han Sans JP Medium" panose="020B0600070205080204" charset="-128"/>
                <a:ea typeface="Source Han Sans JP Medium" panose="020B0600070205080204" charset="-128"/>
                <a:cs typeface="Source Han Sans JP Medium"/>
                <a:sym typeface="Source Han Sans JP Medium"/>
              </a:rPr>
              <a:t>フーリエの法則により熱流束を計算</a:t>
            </a:r>
            <a:endParaRPr lang="en-US" altLang="ja-JP" sz="30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mj-lt"/>
              <a:buAutoNum type="arabicPeriod"/>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各</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AE 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の終了時刻に対応する熱流束を線形補間でラベル付け</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mj-lt"/>
              <a:buAutoNum type="arabicPeriod"/>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入力：</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AE 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，正解ラベル：同時刻の熱流束</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5" name="図 4">
            <a:extLst>
              <a:ext uri="{FF2B5EF4-FFF2-40B4-BE49-F238E27FC236}">
                <a16:creationId xmlns:a16="http://schemas.microsoft.com/office/drawing/2014/main" id="{9939AA1F-0BC8-D663-6B9A-2825AF4D0F71}"/>
              </a:ext>
            </a:extLst>
          </p:cNvPr>
          <p:cNvPicPr>
            <a:picLocks noChangeAspect="1"/>
          </p:cNvPicPr>
          <p:nvPr/>
        </p:nvPicPr>
        <p:blipFill>
          <a:blip r:embed="rId4"/>
          <a:srcRect l="1297" t="4721" r="61095" b="43798"/>
          <a:stretch>
            <a:fillRect/>
          </a:stretch>
        </p:blipFill>
        <p:spPr>
          <a:xfrm>
            <a:off x="1443708" y="2675546"/>
            <a:ext cx="7140653" cy="6947304"/>
          </a:xfrm>
          <a:prstGeom prst="rect">
            <a:avLst/>
          </a:prstGeom>
        </p:spPr>
      </p:pic>
    </p:spTree>
    <p:extLst>
      <p:ext uri="{BB962C8B-B14F-4D97-AF65-F5344CB8AC3E}">
        <p14:creationId xmlns:p14="http://schemas.microsoft.com/office/powerpoint/2010/main" val="1498123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AF0B7-0629-18F6-CA14-AC8D70F76A62}"/>
            </a:ext>
          </a:extLst>
        </p:cNvPr>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442BC2CD-73FD-EAC2-FCB6-93D20A9B375B}"/>
              </a:ext>
            </a:extLst>
          </p:cNvPr>
          <p:cNvSpPr/>
          <p:nvPr/>
        </p:nvSpPr>
        <p:spPr>
          <a:xfrm>
            <a:off x="12801601" y="2873521"/>
            <a:ext cx="5354995" cy="5546579"/>
          </a:xfrm>
          <a:prstGeom prst="roundRect">
            <a:avLst>
              <a:gd name="adj" fmla="val 9158"/>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スライド番号プレースホルダー 1">
            <a:extLst>
              <a:ext uri="{FF2B5EF4-FFF2-40B4-BE49-F238E27FC236}">
                <a16:creationId xmlns:a16="http://schemas.microsoft.com/office/drawing/2014/main" id="{C1EF5B12-40C8-6DF4-78C7-F6C029417C67}"/>
              </a:ext>
            </a:extLst>
          </p:cNvPr>
          <p:cNvSpPr>
            <a:spLocks noGrp="1"/>
          </p:cNvSpPr>
          <p:nvPr>
            <p:ph type="sldNum" sz="quarter" idx="12"/>
          </p:nvPr>
        </p:nvSpPr>
        <p:spPr/>
        <p:txBody>
          <a:bodyPr/>
          <a:lstStyle/>
          <a:p>
            <a:fld id="{B6F15528-21DE-4FAA-801E-634DDDAF4B2B}" type="slidenum">
              <a:rPr lang="en-US" smtClean="0"/>
              <a:pPr/>
              <a:t>14</a:t>
            </a:fld>
            <a:endParaRPr lang="en-US"/>
          </a:p>
        </p:txBody>
      </p:sp>
      <p:grpSp>
        <p:nvGrpSpPr>
          <p:cNvPr id="10" name="グループ化 9">
            <a:extLst>
              <a:ext uri="{FF2B5EF4-FFF2-40B4-BE49-F238E27FC236}">
                <a16:creationId xmlns:a16="http://schemas.microsoft.com/office/drawing/2014/main" id="{BA055652-748C-F4EE-B2EE-FCBC10740715}"/>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A4D2AA73-89BD-C539-7707-9671C0D8A841}"/>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61F709A6-6167-A38C-EC6A-C6390195F08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EE313930-FFF8-2649-7D47-1B7F03C74B5C}"/>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3A32684F-1572-7256-FF6B-69FB1587AC0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30936426-4954-3092-D560-3E01280651C0}"/>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0531E2F7-C537-5166-7FB9-3A119023D386}"/>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2CCBB02C-52E4-0F16-0EBE-18E27392750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84433056-AE14-E61A-B7E3-78925790A82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3C34B7C-573E-6F96-382D-9DE53D14387B}"/>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081A7B51-1CAB-8381-F073-D8ACA681C1D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A8C8F58B-0AED-9F89-8EA0-482EE2BB253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319EBC06-0315-D0E6-41F2-4DEBE93126D5}"/>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35CBEB47-13C1-27E4-6D88-F238182A6AA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941E97AC-C5A3-3F52-DEA2-39602CE742B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DA8BC6D3-9C0D-5917-E9F2-341BA9196CDA}"/>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14</a:t>
            </a:fld>
            <a:endParaRPr lang="en-US" sz="2400" dirty="0"/>
          </a:p>
        </p:txBody>
      </p:sp>
      <p:sp>
        <p:nvSpPr>
          <p:cNvPr id="3" name="TextBox 24">
            <a:extLst>
              <a:ext uri="{FF2B5EF4-FFF2-40B4-BE49-F238E27FC236}">
                <a16:creationId xmlns:a16="http://schemas.microsoft.com/office/drawing/2014/main" id="{F63C9E00-BF2A-7B11-952B-B82A9B0A7121}"/>
              </a:ext>
            </a:extLst>
          </p:cNvPr>
          <p:cNvSpPr txBox="1"/>
          <p:nvPr/>
        </p:nvSpPr>
        <p:spPr>
          <a:xfrm>
            <a:off x="1806795" y="305043"/>
            <a:ext cx="87088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a:t>
            </a:r>
            <a:r>
              <a:rPr lang="ja-JP" altLang="en-US" sz="4000" dirty="0">
                <a:solidFill>
                  <a:srgbClr val="292B2B"/>
                </a:solidFill>
                <a:latin typeface="Source Han Sans JP Medium"/>
                <a:ea typeface="Source Han Sans JP Medium"/>
                <a:cs typeface="Source Han Sans JP Medium"/>
                <a:sym typeface="Source Han Sans JP Medium"/>
              </a:rPr>
              <a:t>データ前処理</a:t>
            </a:r>
            <a:r>
              <a:rPr lang="en-US" altLang="ja-JP" sz="4000" dirty="0">
                <a:solidFill>
                  <a:srgbClr val="292B2B"/>
                </a:solidFill>
                <a:latin typeface="Source Han Sans JP Medium"/>
                <a:ea typeface="Source Han Sans JP Medium"/>
                <a:cs typeface="Source Han Sans JP Medium"/>
                <a:sym typeface="Source Han Sans JP Medium"/>
              </a:rPr>
              <a:t>1</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BBB9A5F8-E8BF-78FB-9186-D7F0647420A7}"/>
              </a:ext>
            </a:extLst>
          </p:cNvPr>
          <p:cNvSpPr txBox="1"/>
          <p:nvPr/>
        </p:nvSpPr>
        <p:spPr>
          <a:xfrm>
            <a:off x="1600200" y="1626197"/>
            <a:ext cx="1050238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各</a:t>
            </a:r>
            <a:r>
              <a:rPr lang="en-US" altLang="ja-JP" sz="3200" dirty="0">
                <a:latin typeface="Source Han Sans JP Medium"/>
                <a:ea typeface="Source Han Sans JP Medium"/>
                <a:cs typeface="Source Han Sans JP Medium"/>
                <a:sym typeface="Source Han Sans JP Medium"/>
              </a:rPr>
              <a:t>AE</a:t>
            </a:r>
            <a:r>
              <a:rPr lang="ja-JP" altLang="en-US" sz="3200" dirty="0">
                <a:latin typeface="Source Han Sans JP Medium"/>
                <a:ea typeface="Source Han Sans JP Medium"/>
                <a:cs typeface="Source Han Sans JP Medium"/>
                <a:sym typeface="Source Han Sans JP Medium"/>
              </a:rPr>
              <a:t> </a:t>
            </a:r>
            <a:r>
              <a:rPr lang="en-US" altLang="ja-JP" sz="3200" dirty="0">
                <a:latin typeface="Source Han Sans JP Medium"/>
                <a:ea typeface="Source Han Sans JP Medium"/>
                <a:cs typeface="Source Han Sans JP Medium"/>
                <a:sym typeface="Source Han Sans JP Medium"/>
              </a:rPr>
              <a:t>hit</a:t>
            </a:r>
            <a:r>
              <a:rPr lang="ja-JP" altLang="en-US" sz="3200" dirty="0">
                <a:latin typeface="Source Han Sans JP Medium"/>
                <a:ea typeface="Source Han Sans JP Medium"/>
                <a:cs typeface="Source Han Sans JP Medium"/>
                <a:sym typeface="Source Han Sans JP Medium"/>
              </a:rPr>
              <a:t>波形を</a:t>
            </a:r>
            <a:r>
              <a:rPr lang="en-US" altLang="ja-JP" sz="3200" dirty="0">
                <a:latin typeface="Source Han Sans JP Medium"/>
                <a:ea typeface="Source Han Sans JP Medium"/>
                <a:cs typeface="Source Han Sans JP Medium"/>
                <a:sym typeface="Source Han Sans JP Medium"/>
              </a:rPr>
              <a:t>FFT</a:t>
            </a:r>
            <a:r>
              <a:rPr lang="ja-JP" altLang="en-US" sz="3200" dirty="0">
                <a:latin typeface="Source Han Sans JP Medium"/>
                <a:ea typeface="Source Han Sans JP Medium"/>
                <a:cs typeface="Source Han Sans JP Medium"/>
                <a:sym typeface="Source Han Sans JP Medium"/>
              </a:rPr>
              <a:t>し，周波数特徴ベクトルに変換する</a:t>
            </a:r>
            <a:endParaRPr lang="en-US" altLang="ja-JP" sz="3200" dirty="0">
              <a:latin typeface="Source Han Sans JP Medium"/>
              <a:ea typeface="Source Han Sans JP Medium"/>
              <a:cs typeface="Source Han Sans JP Medium"/>
              <a:sym typeface="Source Han Sans JP Medium"/>
            </a:endParaRPr>
          </a:p>
        </p:txBody>
      </p:sp>
      <p:sp>
        <p:nvSpPr>
          <p:cNvPr id="30" name="TextBox 24">
            <a:extLst>
              <a:ext uri="{FF2B5EF4-FFF2-40B4-BE49-F238E27FC236}">
                <a16:creationId xmlns:a16="http://schemas.microsoft.com/office/drawing/2014/main" id="{ECC624C8-3CED-18E4-CC38-61A118312CA9}"/>
              </a:ext>
            </a:extLst>
          </p:cNvPr>
          <p:cNvSpPr txBox="1"/>
          <p:nvPr/>
        </p:nvSpPr>
        <p:spPr>
          <a:xfrm>
            <a:off x="13067666" y="3086100"/>
            <a:ext cx="5105399" cy="5155963"/>
          </a:xfrm>
          <a:prstGeom prst="rect">
            <a:avLst/>
          </a:prstGeom>
        </p:spPr>
        <p:txBody>
          <a:bodyPr wrap="square" lIns="0" tIns="0" rIns="0" bIns="0" rtlCol="0" anchor="t">
            <a:spAutoFit/>
          </a:bodyPr>
          <a:lstStyle/>
          <a:p>
            <a:pPr marL="514350" indent="-514350" algn="l">
              <a:lnSpc>
                <a:spcPts val="4500"/>
              </a:lnSpc>
              <a:spcBef>
                <a:spcPct val="0"/>
              </a:spcBef>
              <a:buClr>
                <a:srgbClr val="64A4A3"/>
              </a:buClr>
              <a:buFont typeface="+mj-lt"/>
              <a:buAutoNum type="arabicPeriod"/>
            </a:pPr>
            <a:r>
              <a:rPr lang="en-US" sz="3200" dirty="0">
                <a:latin typeface="Source Han Sans JP Medium" panose="020B0600070205080204" charset="-128"/>
                <a:ea typeface="Source Han Sans JP Medium" panose="020B0600070205080204" charset="-128"/>
                <a:cs typeface="Source Han Sans JP Medium"/>
                <a:sym typeface="Source Han Sans JP Medium"/>
              </a:rPr>
              <a:t>1</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つの</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AE 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は</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lvl="1">
              <a:lnSpc>
                <a:spcPts val="4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「短時間の高周波波形」</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mj-lt"/>
              <a:buAutoNum type="arabicPeriod"/>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時間波形のままではノイズなどの影響を受けやすい</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mj-lt"/>
              <a:buAutoNum type="arabicPeriod"/>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FFT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により，周波数強度ベクトルに変換</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mj-lt"/>
              <a:buAutoNum type="arabicPeriod"/>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は窓長で，</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1</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つの入力データの大きさを表す</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5" name="図 4">
            <a:extLst>
              <a:ext uri="{FF2B5EF4-FFF2-40B4-BE49-F238E27FC236}">
                <a16:creationId xmlns:a16="http://schemas.microsoft.com/office/drawing/2014/main" id="{184C6D69-7CD6-65B9-A845-6EFC507BA6FE}"/>
              </a:ext>
            </a:extLst>
          </p:cNvPr>
          <p:cNvPicPr>
            <a:picLocks noChangeAspect="1"/>
          </p:cNvPicPr>
          <p:nvPr/>
        </p:nvPicPr>
        <p:blipFill>
          <a:blip r:embed="rId4"/>
          <a:stretch>
            <a:fillRect/>
          </a:stretch>
        </p:blipFill>
        <p:spPr>
          <a:xfrm>
            <a:off x="1033835" y="2747813"/>
            <a:ext cx="11601303" cy="6815287"/>
          </a:xfrm>
          <a:prstGeom prst="rect">
            <a:avLst/>
          </a:prstGeom>
        </p:spPr>
      </p:pic>
    </p:spTree>
    <p:extLst>
      <p:ext uri="{BB962C8B-B14F-4D97-AF65-F5344CB8AC3E}">
        <p14:creationId xmlns:p14="http://schemas.microsoft.com/office/powerpoint/2010/main" val="2374721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C8130-6620-2C22-9F09-F4E9694CF5FB}"/>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F85EB7D-CFBC-9621-2456-4608D0C1391E}"/>
              </a:ext>
            </a:extLst>
          </p:cNvPr>
          <p:cNvSpPr>
            <a:spLocks noGrp="1"/>
          </p:cNvSpPr>
          <p:nvPr>
            <p:ph type="sldNum" sz="quarter" idx="12"/>
          </p:nvPr>
        </p:nvSpPr>
        <p:spPr/>
        <p:txBody>
          <a:bodyPr/>
          <a:lstStyle/>
          <a:p>
            <a:fld id="{B6F15528-21DE-4FAA-801E-634DDDAF4B2B}" type="slidenum">
              <a:rPr lang="en-US" smtClean="0"/>
              <a:pPr/>
              <a:t>15</a:t>
            </a:fld>
            <a:endParaRPr lang="en-US"/>
          </a:p>
        </p:txBody>
      </p:sp>
      <p:grpSp>
        <p:nvGrpSpPr>
          <p:cNvPr id="10" name="グループ化 9">
            <a:extLst>
              <a:ext uri="{FF2B5EF4-FFF2-40B4-BE49-F238E27FC236}">
                <a16:creationId xmlns:a16="http://schemas.microsoft.com/office/drawing/2014/main" id="{D77550C7-4613-5114-9184-81BBA071A8DC}"/>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1B545738-EDBF-E85D-814D-EED5B2EC38B7}"/>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8D8AD7A5-3B1D-EE6C-A7A9-95147217F54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8DB66A27-08E8-F93D-4D7B-539365D6698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3C1EECF-1951-FACF-3B8F-4FFA6F4B235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1A9248A-F074-5669-A905-81870E2DEB3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ACBE84D6-3E95-7B60-304B-38AEEF94F3D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97C7002C-66B5-1FDB-878F-CEAE4C96AEE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E3E755B7-0EE7-86FE-3E8F-0C69549F887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7662BBB-1617-03D1-A812-14671F24CF5B}"/>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754381C2-EDAB-4893-B4C3-B2081A59199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8BFE0FEA-5DA2-AAA5-548D-2EF0E78F185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D52BC119-155E-F103-3437-B7B48E7E8A43}"/>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C6E5402-61CB-79C6-68B5-0209AB72E6C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2BEB3101-B016-0683-3808-F5869AAD19F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4F273F9F-615D-22C5-8AC3-2888BB739D2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15</a:t>
            </a:fld>
            <a:endParaRPr lang="en-US" sz="2400" dirty="0"/>
          </a:p>
        </p:txBody>
      </p:sp>
      <p:sp>
        <p:nvSpPr>
          <p:cNvPr id="3" name="TextBox 24">
            <a:extLst>
              <a:ext uri="{FF2B5EF4-FFF2-40B4-BE49-F238E27FC236}">
                <a16:creationId xmlns:a16="http://schemas.microsoft.com/office/drawing/2014/main" id="{9E3A7676-400D-C4DF-D37E-687CAC6FA950}"/>
              </a:ext>
            </a:extLst>
          </p:cNvPr>
          <p:cNvSpPr txBox="1"/>
          <p:nvPr/>
        </p:nvSpPr>
        <p:spPr>
          <a:xfrm>
            <a:off x="1806795" y="305043"/>
            <a:ext cx="64228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a:t>
            </a:r>
            <a:r>
              <a:rPr lang="ja-JP" altLang="en-US" sz="4000" dirty="0">
                <a:solidFill>
                  <a:srgbClr val="292B2B"/>
                </a:solidFill>
                <a:latin typeface="Source Han Sans JP Medium"/>
                <a:ea typeface="Source Han Sans JP Medium"/>
                <a:cs typeface="Source Han Sans JP Medium"/>
                <a:sym typeface="Source Han Sans JP Medium"/>
              </a:rPr>
              <a:t>データ前処理</a:t>
            </a:r>
            <a:r>
              <a:rPr lang="en-US" altLang="ja-JP" sz="4000" dirty="0">
                <a:solidFill>
                  <a:srgbClr val="292B2B"/>
                </a:solidFill>
                <a:latin typeface="Source Han Sans JP Medium"/>
                <a:ea typeface="Source Han Sans JP Medium"/>
                <a:cs typeface="Source Han Sans JP Medium"/>
                <a:sym typeface="Source Han Sans JP Medium"/>
              </a:rPr>
              <a:t>2</a:t>
            </a:r>
            <a:endParaRPr lang="en-US" sz="4000" dirty="0">
              <a:solidFill>
                <a:srgbClr val="292B2B"/>
              </a:solidFill>
              <a:latin typeface="Source Han Sans JP Medium"/>
              <a:ea typeface="Source Han Sans JP Medium"/>
              <a:cs typeface="Source Han Sans JP Medium"/>
              <a:sym typeface="Source Han Sans JP Medium"/>
            </a:endParaRPr>
          </a:p>
        </p:txBody>
      </p:sp>
      <p:pic>
        <p:nvPicPr>
          <p:cNvPr id="7" name="図 6">
            <a:extLst>
              <a:ext uri="{FF2B5EF4-FFF2-40B4-BE49-F238E27FC236}">
                <a16:creationId xmlns:a16="http://schemas.microsoft.com/office/drawing/2014/main" id="{3B21797C-4B43-4185-96B5-AC113D6E6ADC}"/>
              </a:ext>
            </a:extLst>
          </p:cNvPr>
          <p:cNvPicPr>
            <a:picLocks noChangeAspect="1"/>
          </p:cNvPicPr>
          <p:nvPr/>
        </p:nvPicPr>
        <p:blipFill>
          <a:blip r:embed="rId4"/>
          <a:srcRect l="38277" t="5980" b="42450"/>
          <a:stretch>
            <a:fillRect/>
          </a:stretch>
        </p:blipFill>
        <p:spPr>
          <a:xfrm>
            <a:off x="1828800" y="2356557"/>
            <a:ext cx="13060396" cy="7755542"/>
          </a:xfrm>
          <a:prstGeom prst="rect">
            <a:avLst/>
          </a:prstGeom>
        </p:spPr>
      </p:pic>
      <p:sp>
        <p:nvSpPr>
          <p:cNvPr id="8" name="TextBox 26">
            <a:extLst>
              <a:ext uri="{FF2B5EF4-FFF2-40B4-BE49-F238E27FC236}">
                <a16:creationId xmlns:a16="http://schemas.microsoft.com/office/drawing/2014/main" id="{58535442-57E5-9D0C-7D3D-7FA947052E85}"/>
              </a:ext>
            </a:extLst>
          </p:cNvPr>
          <p:cNvSpPr txBox="1"/>
          <p:nvPr/>
        </p:nvSpPr>
        <p:spPr>
          <a:xfrm>
            <a:off x="1524000" y="1626197"/>
            <a:ext cx="791158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Rolling sampling</a:t>
            </a:r>
            <a:r>
              <a:rPr lang="ja-JP" altLang="en-US" sz="3200" dirty="0">
                <a:latin typeface="Source Han Sans JP Medium"/>
                <a:ea typeface="Source Han Sans JP Medium"/>
                <a:cs typeface="Source Han Sans JP Medium"/>
                <a:sym typeface="Source Han Sans JP Medium"/>
              </a:rPr>
              <a:t>による</a:t>
            </a:r>
            <a:r>
              <a:rPr lang="en-US" altLang="ja-JP" sz="3200" dirty="0">
                <a:latin typeface="Source Han Sans JP Medium"/>
                <a:ea typeface="Source Han Sans JP Medium"/>
                <a:cs typeface="Source Han Sans JP Medium"/>
                <a:sym typeface="Source Han Sans JP Medium"/>
              </a:rPr>
              <a:t>AE hit</a:t>
            </a:r>
            <a:r>
              <a:rPr lang="ja-JP" altLang="en-US" sz="3200" dirty="0">
                <a:latin typeface="Source Han Sans JP Medium"/>
                <a:ea typeface="Source Han Sans JP Medium"/>
                <a:cs typeface="Source Han Sans JP Medium"/>
                <a:sym typeface="Source Han Sans JP Medium"/>
              </a:rPr>
              <a:t>系列の作成</a:t>
            </a:r>
            <a:endParaRPr lang="en-US" altLang="ja-JP" sz="3200" dirty="0">
              <a:latin typeface="Source Han Sans JP Medium"/>
              <a:ea typeface="Source Han Sans JP Medium"/>
              <a:cs typeface="Source Han Sans JP Medium"/>
              <a:sym typeface="Source Han Sans JP Medium"/>
            </a:endParaRPr>
          </a:p>
        </p:txBody>
      </p:sp>
      <p:sp>
        <p:nvSpPr>
          <p:cNvPr id="4" name="四角形: 角を丸くする 3">
            <a:extLst>
              <a:ext uri="{FF2B5EF4-FFF2-40B4-BE49-F238E27FC236}">
                <a16:creationId xmlns:a16="http://schemas.microsoft.com/office/drawing/2014/main" id="{35323E74-E127-4A5B-83FF-EAD20FF8CF43}"/>
              </a:ext>
            </a:extLst>
          </p:cNvPr>
          <p:cNvSpPr/>
          <p:nvPr/>
        </p:nvSpPr>
        <p:spPr>
          <a:xfrm>
            <a:off x="14325601" y="5905500"/>
            <a:ext cx="3667743" cy="1474492"/>
          </a:xfrm>
          <a:prstGeom prst="roundRect">
            <a:avLst>
              <a:gd name="adj" fmla="val 9158"/>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TextBox 24">
            <a:extLst>
              <a:ext uri="{FF2B5EF4-FFF2-40B4-BE49-F238E27FC236}">
                <a16:creationId xmlns:a16="http://schemas.microsoft.com/office/drawing/2014/main" id="{F5B0D247-F7A5-E1C5-944F-190027EC9A59}"/>
              </a:ext>
            </a:extLst>
          </p:cNvPr>
          <p:cNvSpPr txBox="1"/>
          <p:nvPr/>
        </p:nvSpPr>
        <p:spPr>
          <a:xfrm>
            <a:off x="14554200" y="6057900"/>
            <a:ext cx="3439144" cy="1116396"/>
          </a:xfrm>
          <a:prstGeom prst="rect">
            <a:avLst/>
          </a:prstGeom>
        </p:spPr>
        <p:txBody>
          <a:bodyPr wrap="square" lIns="0" tIns="0" rIns="0" bIns="0" rtlCol="0" anchor="t">
            <a:spAutoFit/>
          </a:bodyPr>
          <a:lstStyle/>
          <a:p>
            <a:pPr marL="514350" indent="-51435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窓長：</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N</a:t>
            </a:r>
          </a:p>
          <a:p>
            <a:pPr marL="514350" indent="-51435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ストライド：</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α</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171453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BD1CF-EC82-6029-2EE9-EE6EDFD282F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0C17ABA-5B90-62D6-4D0F-982A87D28621}"/>
              </a:ext>
            </a:extLst>
          </p:cNvPr>
          <p:cNvSpPr>
            <a:spLocks noGrp="1"/>
          </p:cNvSpPr>
          <p:nvPr>
            <p:ph type="sldNum" sz="quarter" idx="12"/>
          </p:nvPr>
        </p:nvSpPr>
        <p:spPr/>
        <p:txBody>
          <a:bodyPr/>
          <a:lstStyle/>
          <a:p>
            <a:fld id="{B6F15528-21DE-4FAA-801E-634DDDAF4B2B}" type="slidenum">
              <a:rPr lang="en-US" smtClean="0"/>
              <a:pPr/>
              <a:t>16</a:t>
            </a:fld>
            <a:endParaRPr lang="en-US"/>
          </a:p>
        </p:txBody>
      </p:sp>
      <p:grpSp>
        <p:nvGrpSpPr>
          <p:cNvPr id="10" name="グループ化 9">
            <a:extLst>
              <a:ext uri="{FF2B5EF4-FFF2-40B4-BE49-F238E27FC236}">
                <a16:creationId xmlns:a16="http://schemas.microsoft.com/office/drawing/2014/main" id="{97A21095-14E0-B8BD-ABC6-777F459377DD}"/>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4D1A8AF-E4D1-BDCA-6300-A8E679B3188A}"/>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B223C54C-A546-FC4D-0C9B-F2CB6C9FD7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725B846A-CB09-EFBE-078D-EA40391B7835}"/>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EDC0E4B-EE50-5C98-992C-F85229D7874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5C118E70-9BD5-BACE-8945-3FFF1E93C6CB}"/>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CB39CEAE-052E-4A53-86F9-67710BEFFF7F}"/>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4C118A02-03B9-00FE-8EF9-AEBD9A5D25F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87B3B40A-3B61-B952-0826-9DE603B5C7C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14AD6996-4B4B-155C-0B26-C0CF81A3287C}"/>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071E1189-0ECA-EC67-0379-14624D118A3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EE08CBE7-3C27-1BBD-4909-6BA7AF74967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F3242CC6-EFB9-B85D-2C67-DF4B090AE73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3F70353D-EF8C-371E-0068-F0E43C27D28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00336ABD-1158-2E5B-0EEA-DEA29369094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93462DB-26AE-4119-7609-204BC17D31B1}"/>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16</a:t>
            </a:fld>
            <a:endParaRPr lang="en-US" sz="2400" dirty="0"/>
          </a:p>
        </p:txBody>
      </p:sp>
      <p:sp>
        <p:nvSpPr>
          <p:cNvPr id="3" name="TextBox 24">
            <a:extLst>
              <a:ext uri="{FF2B5EF4-FFF2-40B4-BE49-F238E27FC236}">
                <a16:creationId xmlns:a16="http://schemas.microsoft.com/office/drawing/2014/main" id="{398E1A25-4FAD-F0EC-F476-0CBC98961AF1}"/>
              </a:ext>
            </a:extLst>
          </p:cNvPr>
          <p:cNvSpPr txBox="1"/>
          <p:nvPr/>
        </p:nvSpPr>
        <p:spPr>
          <a:xfrm>
            <a:off x="1806795" y="305043"/>
            <a:ext cx="64228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Hit2Flux</a:t>
            </a:r>
            <a:r>
              <a:rPr lang="ja-JP" altLang="en-US" sz="4000" dirty="0">
                <a:solidFill>
                  <a:srgbClr val="292B2B"/>
                </a:solidFill>
                <a:latin typeface="Source Han Sans JP Medium"/>
                <a:ea typeface="Source Han Sans JP Medium"/>
                <a:cs typeface="Source Han Sans JP Medium"/>
                <a:sym typeface="Source Han Sans JP Medium"/>
              </a:rPr>
              <a:t>モデル構造</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8" name="TextBox 26">
            <a:extLst>
              <a:ext uri="{FF2B5EF4-FFF2-40B4-BE49-F238E27FC236}">
                <a16:creationId xmlns:a16="http://schemas.microsoft.com/office/drawing/2014/main" id="{51A54B6C-5F55-CCE3-009F-ACD17F398241}"/>
              </a:ext>
            </a:extLst>
          </p:cNvPr>
          <p:cNvSpPr txBox="1"/>
          <p:nvPr/>
        </p:nvSpPr>
        <p:spPr>
          <a:xfrm>
            <a:off x="1524000" y="1626197"/>
            <a:ext cx="791158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Hit2Flux</a:t>
            </a:r>
            <a:r>
              <a:rPr lang="ja-JP" altLang="en-US" sz="3200" dirty="0">
                <a:latin typeface="Source Han Sans JP Medium"/>
                <a:ea typeface="Source Han Sans JP Medium"/>
                <a:cs typeface="Source Han Sans JP Medium"/>
                <a:sym typeface="Source Han Sans JP Medium"/>
              </a:rPr>
              <a:t>モデルの構造について</a:t>
            </a:r>
            <a:endParaRPr lang="en-US" altLang="ja-JP" sz="3200" dirty="0">
              <a:latin typeface="Source Han Sans JP Medium"/>
              <a:ea typeface="Source Han Sans JP Medium"/>
              <a:cs typeface="Source Han Sans JP Medium"/>
              <a:sym typeface="Source Han Sans JP Medium"/>
            </a:endParaRPr>
          </a:p>
        </p:txBody>
      </p:sp>
      <p:pic>
        <p:nvPicPr>
          <p:cNvPr id="4" name="図 3">
            <a:extLst>
              <a:ext uri="{FF2B5EF4-FFF2-40B4-BE49-F238E27FC236}">
                <a16:creationId xmlns:a16="http://schemas.microsoft.com/office/drawing/2014/main" id="{06BE6864-C126-6CF5-E6EF-A7663126A3B7}"/>
              </a:ext>
            </a:extLst>
          </p:cNvPr>
          <p:cNvPicPr>
            <a:picLocks noChangeAspect="1"/>
          </p:cNvPicPr>
          <p:nvPr/>
        </p:nvPicPr>
        <p:blipFill>
          <a:blip r:embed="rId4"/>
          <a:srcRect t="57814"/>
          <a:stretch>
            <a:fillRect/>
          </a:stretch>
        </p:blipFill>
        <p:spPr>
          <a:xfrm>
            <a:off x="1333500" y="2383086"/>
            <a:ext cx="16069264" cy="4818106"/>
          </a:xfrm>
          <a:prstGeom prst="rect">
            <a:avLst/>
          </a:prstGeom>
        </p:spPr>
      </p:pic>
      <p:sp>
        <p:nvSpPr>
          <p:cNvPr id="5" name="TextBox 24">
            <a:extLst>
              <a:ext uri="{FF2B5EF4-FFF2-40B4-BE49-F238E27FC236}">
                <a16:creationId xmlns:a16="http://schemas.microsoft.com/office/drawing/2014/main" id="{77350087-C2FA-F2C1-654B-5944435E7767}"/>
              </a:ext>
            </a:extLst>
          </p:cNvPr>
          <p:cNvSpPr txBox="1"/>
          <p:nvPr/>
        </p:nvSpPr>
        <p:spPr>
          <a:xfrm>
            <a:off x="1806795" y="7277100"/>
            <a:ext cx="16069263" cy="2847639"/>
          </a:xfrm>
          <a:prstGeom prst="rect">
            <a:avLst/>
          </a:prstGeom>
        </p:spPr>
        <p:txBody>
          <a:bodyPr wrap="square" lIns="0" tIns="0" rIns="0" bIns="0" rtlCol="0" anchor="t">
            <a:spAutoFit/>
          </a:bodyPr>
          <a:lstStyle/>
          <a:p>
            <a:pPr marL="514350" indent="-51435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入力：</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個の</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AE 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周波数特徴</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Dense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層：各</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の周波数特徴をモデル内部表現へ圧縮・変換</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LSTM</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層：</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列の順序・時間的変化を学習</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出力：各時刻の熱流束を予測</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評価：系列最後の</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に対応する熱流束を使用</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1223524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E9D1-AF98-7790-06D3-7A57A5D029B0}"/>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5C8EA61-5F91-2208-52F2-EE50494FC98B}"/>
              </a:ext>
            </a:extLst>
          </p:cNvPr>
          <p:cNvSpPr>
            <a:spLocks noGrp="1"/>
          </p:cNvSpPr>
          <p:nvPr>
            <p:ph type="sldNum" sz="quarter" idx="12"/>
          </p:nvPr>
        </p:nvSpPr>
        <p:spPr/>
        <p:txBody>
          <a:bodyPr/>
          <a:lstStyle/>
          <a:p>
            <a:fld id="{B6F15528-21DE-4FAA-801E-634DDDAF4B2B}" type="slidenum">
              <a:rPr lang="en-US" smtClean="0"/>
              <a:pPr/>
              <a:t>17</a:t>
            </a:fld>
            <a:endParaRPr lang="en-US"/>
          </a:p>
        </p:txBody>
      </p:sp>
      <p:grpSp>
        <p:nvGrpSpPr>
          <p:cNvPr id="10" name="グループ化 9">
            <a:extLst>
              <a:ext uri="{FF2B5EF4-FFF2-40B4-BE49-F238E27FC236}">
                <a16:creationId xmlns:a16="http://schemas.microsoft.com/office/drawing/2014/main" id="{C35849AA-F2B2-B5D1-65C5-6AC239590EDE}"/>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6D0E358-64D2-D6C8-EFEE-111408970B37}"/>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6A64F9EB-1C45-EF89-5508-E4923BEA573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1935272F-C71A-DD4A-6D22-D1F33FCB8A8C}"/>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AD663664-86C4-9949-858F-A97443739E3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AE513B64-D933-627C-7FFB-DEF78DEDE5AA}"/>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39C5401D-8CA5-9EFD-8FFA-D0BD247B1E8A}"/>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340670FD-D8D9-2608-6980-BD7D45345BE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7CBC2D08-8D59-D89B-83A2-A291A1016A2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72FF1AD-23D9-98F7-54E8-1F0091FBC1C0}"/>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D35DC6EF-3BD4-F368-2DA4-DAB88969112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790A876B-7365-1362-A359-DB504A34858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8635BA97-75F3-DF1D-2A81-39783EC70E88}"/>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0082430-4952-940A-7258-B3268718848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5E921237-4040-7BFF-CCE1-A49243C78D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E47D0BB6-8877-B841-835C-EA12EBDA4F2B}"/>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17</a:t>
            </a:fld>
            <a:endParaRPr lang="en-US" sz="2400" dirty="0"/>
          </a:p>
        </p:txBody>
      </p:sp>
      <p:sp>
        <p:nvSpPr>
          <p:cNvPr id="3" name="TextBox 24">
            <a:extLst>
              <a:ext uri="{FF2B5EF4-FFF2-40B4-BE49-F238E27FC236}">
                <a16:creationId xmlns:a16="http://schemas.microsoft.com/office/drawing/2014/main" id="{DA1960B2-FE87-25BC-7557-B383249ACE39}"/>
              </a:ext>
            </a:extLst>
          </p:cNvPr>
          <p:cNvSpPr txBox="1"/>
          <p:nvPr/>
        </p:nvSpPr>
        <p:spPr>
          <a:xfrm>
            <a:off x="1806795" y="305043"/>
            <a:ext cx="64228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Hit2Flux</a:t>
            </a:r>
            <a:r>
              <a:rPr lang="ja-JP" altLang="en-US" sz="4000" dirty="0">
                <a:solidFill>
                  <a:srgbClr val="292B2B"/>
                </a:solidFill>
                <a:latin typeface="Source Han Sans JP Medium"/>
                <a:ea typeface="Source Han Sans JP Medium"/>
                <a:cs typeface="Source Han Sans JP Medium"/>
                <a:sym typeface="Source Han Sans JP Medium"/>
              </a:rPr>
              <a:t>モデル構造</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8" name="TextBox 26">
            <a:extLst>
              <a:ext uri="{FF2B5EF4-FFF2-40B4-BE49-F238E27FC236}">
                <a16:creationId xmlns:a16="http://schemas.microsoft.com/office/drawing/2014/main" id="{7F0A3E93-EC1A-18D6-F63E-8953184E06A1}"/>
              </a:ext>
            </a:extLst>
          </p:cNvPr>
          <p:cNvSpPr txBox="1"/>
          <p:nvPr/>
        </p:nvSpPr>
        <p:spPr>
          <a:xfrm>
            <a:off x="1524000" y="1626197"/>
            <a:ext cx="791158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Hit2Flux</a:t>
            </a:r>
            <a:r>
              <a:rPr lang="ja-JP" altLang="en-US" sz="3200" dirty="0">
                <a:latin typeface="Source Han Sans JP Medium"/>
                <a:ea typeface="Source Han Sans JP Medium"/>
                <a:cs typeface="Source Han Sans JP Medium"/>
                <a:sym typeface="Source Han Sans JP Medium"/>
              </a:rPr>
              <a:t>モデルの構造について</a:t>
            </a:r>
            <a:endParaRPr lang="en-US" altLang="ja-JP" sz="3200" dirty="0">
              <a:latin typeface="Source Han Sans JP Medium"/>
              <a:ea typeface="Source Han Sans JP Medium"/>
              <a:cs typeface="Source Han Sans JP Medium"/>
              <a:sym typeface="Source Han Sans JP Medium"/>
            </a:endParaRPr>
          </a:p>
        </p:txBody>
      </p:sp>
      <p:pic>
        <p:nvPicPr>
          <p:cNvPr id="7" name="図 6">
            <a:extLst>
              <a:ext uri="{FF2B5EF4-FFF2-40B4-BE49-F238E27FC236}">
                <a16:creationId xmlns:a16="http://schemas.microsoft.com/office/drawing/2014/main" id="{E05CED16-3D5A-CCC0-2AA2-BE52CBDF92F8}"/>
              </a:ext>
            </a:extLst>
          </p:cNvPr>
          <p:cNvPicPr>
            <a:picLocks noChangeAspect="1"/>
          </p:cNvPicPr>
          <p:nvPr/>
        </p:nvPicPr>
        <p:blipFill>
          <a:blip r:embed="rId4"/>
          <a:stretch>
            <a:fillRect/>
          </a:stretch>
        </p:blipFill>
        <p:spPr>
          <a:xfrm>
            <a:off x="1371600" y="2605361"/>
            <a:ext cx="12213968" cy="7149640"/>
          </a:xfrm>
          <a:prstGeom prst="rect">
            <a:avLst/>
          </a:prstGeom>
        </p:spPr>
      </p:pic>
      <p:sp>
        <p:nvSpPr>
          <p:cNvPr id="9" name="TextBox 24">
            <a:extLst>
              <a:ext uri="{FF2B5EF4-FFF2-40B4-BE49-F238E27FC236}">
                <a16:creationId xmlns:a16="http://schemas.microsoft.com/office/drawing/2014/main" id="{632E7993-57EB-ADB1-5480-EA9236EF4561}"/>
              </a:ext>
            </a:extLst>
          </p:cNvPr>
          <p:cNvSpPr txBox="1"/>
          <p:nvPr/>
        </p:nvSpPr>
        <p:spPr>
          <a:xfrm>
            <a:off x="13687467" y="4347547"/>
            <a:ext cx="4473832" cy="4001801"/>
          </a:xfrm>
          <a:prstGeom prst="rect">
            <a:avLst/>
          </a:prstGeom>
        </p:spPr>
        <p:txBody>
          <a:bodyPr wrap="square" lIns="0" tIns="0" rIns="0" bIns="0" rtlCol="0" anchor="t">
            <a:spAutoFit/>
          </a:bodyPr>
          <a:lstStyle/>
          <a:p>
            <a:pPr marL="514350" indent="-51435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入力</a:t>
            </a:r>
            <a:r>
              <a:rPr lang="ja-JP" altLang="en-US" sz="3200" dirty="0">
                <a:latin typeface="Source Han Sans JP Medium" panose="020B0600070205080204" charset="-128"/>
                <a:ea typeface="Source Han Sans JP Medium" panose="020B0600070205080204" charset="-128"/>
                <a:cs typeface="Source Han Sans JP Medium"/>
                <a:sym typeface="Wingdings" panose="05000000000000000000" pitchFamily="2" charset="2"/>
              </a:rPr>
              <a:t>：</a:t>
            </a:r>
            <a:r>
              <a:rPr lang="en-US" altLang="ja-JP" sz="3200" dirty="0">
                <a:latin typeface="Source Han Sans JP Medium" panose="020B0600070205080204" charset="-128"/>
                <a:ea typeface="Source Han Sans JP Medium" panose="020B0600070205080204" charset="-128"/>
                <a:cs typeface="Source Han Sans JP Medium"/>
                <a:sym typeface="Wingdings" panose="05000000000000000000" pitchFamily="2" charset="2"/>
              </a:rPr>
              <a:t>N</a:t>
            </a:r>
            <a:r>
              <a:rPr lang="ja-JP" altLang="en-US" sz="3200" dirty="0">
                <a:latin typeface="Source Han Sans JP Medium" panose="020B0600070205080204" charset="-128"/>
                <a:ea typeface="Source Han Sans JP Medium" panose="020B0600070205080204" charset="-128"/>
                <a:cs typeface="Source Han Sans JP Medium"/>
                <a:sym typeface="Wingdings" panose="05000000000000000000" pitchFamily="2" charset="2"/>
              </a:rPr>
              <a:t>個の</a:t>
            </a:r>
            <a:r>
              <a:rPr lang="en-US" altLang="ja-JP" sz="3200" dirty="0">
                <a:latin typeface="Source Han Sans JP Medium" panose="020B0600070205080204" charset="-128"/>
                <a:ea typeface="Source Han Sans JP Medium" panose="020B0600070205080204" charset="-128"/>
                <a:cs typeface="Source Han Sans JP Medium"/>
                <a:sym typeface="Wingdings" panose="05000000000000000000" pitchFamily="2" charset="2"/>
              </a:rPr>
              <a:t>hit×</a:t>
            </a:r>
          </a:p>
          <a:p>
            <a:pPr lvl="1">
              <a:lnSpc>
                <a:spcPts val="4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Wingdings" panose="05000000000000000000" pitchFamily="2" charset="2"/>
              </a:rPr>
              <a:t>周波数特徴次元 </a:t>
            </a:r>
            <a:r>
              <a:rPr lang="en-US" altLang="ja-JP" sz="3200" dirty="0">
                <a:latin typeface="Source Han Sans JP Medium" panose="020B0600070205080204" charset="-128"/>
                <a:ea typeface="Source Han Sans JP Medium" panose="020B0600070205080204" charset="-128"/>
                <a:cs typeface="Source Han Sans JP Medium"/>
                <a:sym typeface="Wingdings" panose="05000000000000000000" pitchFamily="2" charset="2"/>
              </a:rPr>
              <a:t>Fl</a:t>
            </a:r>
          </a:p>
          <a:p>
            <a:pPr marL="514350" indent="-514350" algn="l">
              <a:lnSpc>
                <a:spcPts val="45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Wingdings" panose="05000000000000000000" pitchFamily="2" charset="2"/>
              </a:rPr>
              <a:t>Dense</a:t>
            </a:r>
            <a:r>
              <a:rPr lang="ja-JP" altLang="en-US" sz="3200" dirty="0">
                <a:latin typeface="Source Han Sans JP Medium" panose="020B0600070205080204" charset="-128"/>
                <a:ea typeface="Source Han Sans JP Medium" panose="020B0600070205080204" charset="-128"/>
                <a:cs typeface="Source Han Sans JP Medium"/>
                <a:sym typeface="Wingdings" panose="05000000000000000000" pitchFamily="2" charset="2"/>
              </a:rPr>
              <a:t>：特徴変換</a:t>
            </a:r>
            <a:endParaRPr lang="en-US" altLang="ja-JP" sz="3200" dirty="0">
              <a:latin typeface="Source Han Sans JP Medium" panose="020B0600070205080204" charset="-128"/>
              <a:ea typeface="Source Han Sans JP Medium" panose="020B0600070205080204" charset="-128"/>
              <a:cs typeface="Source Han Sans JP Medium"/>
              <a:sym typeface="Wingdings" panose="05000000000000000000" pitchFamily="2" charset="2"/>
            </a:endParaRPr>
          </a:p>
          <a:p>
            <a:pPr marL="514350" indent="-514350" algn="l">
              <a:lnSpc>
                <a:spcPts val="45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Wingdings" panose="05000000000000000000" pitchFamily="2" charset="2"/>
              </a:rPr>
              <a:t>LSTM</a:t>
            </a:r>
            <a:r>
              <a:rPr lang="ja-JP" altLang="en-US" sz="3200" dirty="0">
                <a:latin typeface="Source Han Sans JP Medium" panose="020B0600070205080204" charset="-128"/>
                <a:ea typeface="Source Han Sans JP Medium" panose="020B0600070205080204" charset="-128"/>
                <a:cs typeface="Source Han Sans JP Medium"/>
                <a:sym typeface="Wingdings" panose="05000000000000000000" pitchFamily="2" charset="2"/>
              </a:rPr>
              <a:t>：時間依存性を学習</a:t>
            </a:r>
            <a:endParaRPr lang="en-US" altLang="ja-JP" sz="3200" dirty="0">
              <a:latin typeface="Source Han Sans JP Medium" panose="020B0600070205080204" charset="-128"/>
              <a:ea typeface="Source Han Sans JP Medium" panose="020B0600070205080204" charset="-128"/>
              <a:cs typeface="Source Han Sans JP Medium"/>
              <a:sym typeface="Wingdings" panose="05000000000000000000" pitchFamily="2" charset="2"/>
            </a:endParaRPr>
          </a:p>
          <a:p>
            <a:pPr marL="514350" indent="-51435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Wingdings" panose="05000000000000000000" pitchFamily="2" charset="2"/>
              </a:rPr>
              <a:t>出力：予測熱流束</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Wingdings" panose="05000000000000000000" pitchFamily="2" charset="2"/>
              <a:buChar char="l"/>
            </a:pP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2198031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82D4A-DCEE-AEE9-713B-F811E1BC544A}"/>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13C79FD-6573-7728-5E6B-7840D8CCD141}"/>
              </a:ext>
            </a:extLst>
          </p:cNvPr>
          <p:cNvSpPr>
            <a:spLocks noGrp="1"/>
          </p:cNvSpPr>
          <p:nvPr>
            <p:ph type="sldNum" sz="quarter" idx="12"/>
          </p:nvPr>
        </p:nvSpPr>
        <p:spPr/>
        <p:txBody>
          <a:bodyPr/>
          <a:lstStyle/>
          <a:p>
            <a:fld id="{B6F15528-21DE-4FAA-801E-634DDDAF4B2B}" type="slidenum">
              <a:rPr lang="en-US" smtClean="0"/>
              <a:pPr/>
              <a:t>18</a:t>
            </a:fld>
            <a:endParaRPr lang="en-US"/>
          </a:p>
        </p:txBody>
      </p:sp>
      <p:grpSp>
        <p:nvGrpSpPr>
          <p:cNvPr id="10" name="グループ化 9">
            <a:extLst>
              <a:ext uri="{FF2B5EF4-FFF2-40B4-BE49-F238E27FC236}">
                <a16:creationId xmlns:a16="http://schemas.microsoft.com/office/drawing/2014/main" id="{771EAEEA-C0B8-838A-F91D-D0B67629FEA8}"/>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67D0381-EA9F-C334-AFA6-7E19F2D895E4}"/>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21647DE8-6226-0024-0676-0F122EDA9E6A}"/>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DAF71396-F0D6-B2F0-CF06-F6616EB7BA5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5429DF59-9C5F-1EE4-E327-285807FD1FD7}"/>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895BE5E-BDA8-FF1D-0580-C8FA4F8EA85B}"/>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224B2D6E-B631-CE54-B088-561FB44C87B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68803F1A-9F5D-E28E-B88D-13075717FAD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22F5686-25D5-B1AF-8FF3-4CC24485E43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2DA190E3-6417-6B0A-8A8B-8E16F4FA229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3F78592D-24BE-0FF6-1059-5E22BC346FF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E6931893-3E1B-A7F9-A318-E71FA3D145B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F9362C99-0EB5-9C21-14A6-D41334A80288}"/>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84C88B43-5F2B-DC54-219F-94C464C561E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2CDDFA1D-BC45-18B5-14F5-558EBBB6186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05701368-7A1D-F14C-90EF-57E4E9A9BC62}"/>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18</a:t>
            </a:fld>
            <a:endParaRPr lang="en-US" sz="2400" dirty="0"/>
          </a:p>
        </p:txBody>
      </p:sp>
      <p:sp>
        <p:nvSpPr>
          <p:cNvPr id="3" name="TextBox 24">
            <a:extLst>
              <a:ext uri="{FF2B5EF4-FFF2-40B4-BE49-F238E27FC236}">
                <a16:creationId xmlns:a16="http://schemas.microsoft.com/office/drawing/2014/main" id="{F7CA44FF-703C-4127-0A6D-07A884A87245}"/>
              </a:ext>
            </a:extLst>
          </p:cNvPr>
          <p:cNvSpPr txBox="1"/>
          <p:nvPr/>
        </p:nvSpPr>
        <p:spPr>
          <a:xfrm>
            <a:off x="1806795" y="305043"/>
            <a:ext cx="64228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a:t>
            </a:r>
            <a:r>
              <a:rPr lang="ja-JP" altLang="en-US" sz="4000" dirty="0">
                <a:solidFill>
                  <a:srgbClr val="292B2B"/>
                </a:solidFill>
                <a:latin typeface="Source Han Sans JP Medium"/>
                <a:ea typeface="Source Han Sans JP Medium"/>
                <a:cs typeface="Source Han Sans JP Medium"/>
                <a:sym typeface="Source Han Sans JP Medium"/>
              </a:rPr>
              <a:t>実験条件・比較対象</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8" name="TextBox 26">
            <a:extLst>
              <a:ext uri="{FF2B5EF4-FFF2-40B4-BE49-F238E27FC236}">
                <a16:creationId xmlns:a16="http://schemas.microsoft.com/office/drawing/2014/main" id="{AF27E9EA-D483-2D6A-CFEF-3B9CDFEF8657}"/>
              </a:ext>
            </a:extLst>
          </p:cNvPr>
          <p:cNvSpPr txBox="1"/>
          <p:nvPr/>
        </p:nvSpPr>
        <p:spPr>
          <a:xfrm>
            <a:off x="1524000" y="1626197"/>
            <a:ext cx="1447800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本論文の提案と比較する対象の詳細</a:t>
            </a:r>
            <a:endParaRPr lang="en-US" altLang="ja-JP" sz="3200" dirty="0">
              <a:latin typeface="Source Han Sans JP Medium"/>
              <a:ea typeface="Source Han Sans JP Medium"/>
              <a:cs typeface="Source Han Sans JP Medium"/>
              <a:sym typeface="Source Han Sans JP Medium"/>
            </a:endParaRPr>
          </a:p>
        </p:txBody>
      </p:sp>
      <p:grpSp>
        <p:nvGrpSpPr>
          <p:cNvPr id="4" name="グループ化 3">
            <a:extLst>
              <a:ext uri="{FF2B5EF4-FFF2-40B4-BE49-F238E27FC236}">
                <a16:creationId xmlns:a16="http://schemas.microsoft.com/office/drawing/2014/main" id="{09DCBDB5-7F9E-2E54-1512-9249C447F62F}"/>
              </a:ext>
            </a:extLst>
          </p:cNvPr>
          <p:cNvGrpSpPr/>
          <p:nvPr/>
        </p:nvGrpSpPr>
        <p:grpSpPr>
          <a:xfrm>
            <a:off x="1561289" y="2520251"/>
            <a:ext cx="7086600" cy="552410"/>
            <a:chOff x="1535808" y="1451163"/>
            <a:chExt cx="8639037" cy="552410"/>
          </a:xfrm>
        </p:grpSpPr>
        <p:sp>
          <p:nvSpPr>
            <p:cNvPr id="5" name="TextBox 26">
              <a:extLst>
                <a:ext uri="{FF2B5EF4-FFF2-40B4-BE49-F238E27FC236}">
                  <a16:creationId xmlns:a16="http://schemas.microsoft.com/office/drawing/2014/main" id="{EB24B21F-C28D-5C8E-1D60-7BC7C1089FC6}"/>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実験条件</a:t>
              </a:r>
              <a:endParaRPr lang="en-US" altLang="ja-JP" sz="3200" dirty="0">
                <a:latin typeface="Source Han Sans JP Medium"/>
                <a:ea typeface="Source Han Sans JP Medium"/>
                <a:cs typeface="Source Han Sans JP Medium"/>
                <a:sym typeface="Source Han Sans JP Medium"/>
              </a:endParaRPr>
            </a:p>
          </p:txBody>
        </p:sp>
        <p:sp>
          <p:nvSpPr>
            <p:cNvPr id="6" name="Freeform 5">
              <a:extLst>
                <a:ext uri="{FF2B5EF4-FFF2-40B4-BE49-F238E27FC236}">
                  <a16:creationId xmlns:a16="http://schemas.microsoft.com/office/drawing/2014/main" id="{8370F7BA-026C-F167-9D2A-20904EFE6ED8}"/>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26" name="グループ化 25">
            <a:extLst>
              <a:ext uri="{FF2B5EF4-FFF2-40B4-BE49-F238E27FC236}">
                <a16:creationId xmlns:a16="http://schemas.microsoft.com/office/drawing/2014/main" id="{9646CB49-DA66-BA86-DF1C-449400E7D85B}"/>
              </a:ext>
            </a:extLst>
          </p:cNvPr>
          <p:cNvGrpSpPr/>
          <p:nvPr/>
        </p:nvGrpSpPr>
        <p:grpSpPr>
          <a:xfrm>
            <a:off x="1524000" y="4702189"/>
            <a:ext cx="7086600" cy="552410"/>
            <a:chOff x="1535808" y="1451163"/>
            <a:chExt cx="8639037" cy="552410"/>
          </a:xfrm>
        </p:grpSpPr>
        <p:sp>
          <p:nvSpPr>
            <p:cNvPr id="27" name="TextBox 26">
              <a:extLst>
                <a:ext uri="{FF2B5EF4-FFF2-40B4-BE49-F238E27FC236}">
                  <a16:creationId xmlns:a16="http://schemas.microsoft.com/office/drawing/2014/main" id="{A2AE23FE-8106-D745-5026-0F58852654CC}"/>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比較モデル</a:t>
              </a:r>
              <a:endParaRPr lang="en-US" altLang="ja-JP" sz="3200" dirty="0">
                <a:latin typeface="Source Han Sans JP Medium"/>
                <a:ea typeface="Source Han Sans JP Medium"/>
                <a:cs typeface="Source Han Sans JP Medium"/>
                <a:sym typeface="Source Han Sans JP Medium"/>
              </a:endParaRPr>
            </a:p>
          </p:txBody>
        </p:sp>
        <p:sp>
          <p:nvSpPr>
            <p:cNvPr id="28" name="Freeform 5">
              <a:extLst>
                <a:ext uri="{FF2B5EF4-FFF2-40B4-BE49-F238E27FC236}">
                  <a16:creationId xmlns:a16="http://schemas.microsoft.com/office/drawing/2014/main" id="{77FD783E-9FCE-B0EB-ADAB-3B82F6453FA9}"/>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29" name="グループ化 28">
            <a:extLst>
              <a:ext uri="{FF2B5EF4-FFF2-40B4-BE49-F238E27FC236}">
                <a16:creationId xmlns:a16="http://schemas.microsoft.com/office/drawing/2014/main" id="{E54F0AFB-A4BC-89C4-30B7-6E084EAAE3E8}"/>
              </a:ext>
            </a:extLst>
          </p:cNvPr>
          <p:cNvGrpSpPr/>
          <p:nvPr/>
        </p:nvGrpSpPr>
        <p:grpSpPr>
          <a:xfrm>
            <a:off x="1474897" y="7601464"/>
            <a:ext cx="7086600" cy="552410"/>
            <a:chOff x="1535808" y="1451163"/>
            <a:chExt cx="8639037" cy="552410"/>
          </a:xfrm>
        </p:grpSpPr>
        <p:sp>
          <p:nvSpPr>
            <p:cNvPr id="30" name="TextBox 26">
              <a:extLst>
                <a:ext uri="{FF2B5EF4-FFF2-40B4-BE49-F238E27FC236}">
                  <a16:creationId xmlns:a16="http://schemas.microsoft.com/office/drawing/2014/main" id="{55E1525B-15B8-3A5E-BF0A-9C4F04E84252}"/>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入力特徴</a:t>
              </a:r>
              <a:endParaRPr lang="en-US" altLang="ja-JP" sz="3200" dirty="0">
                <a:latin typeface="Source Han Sans JP Medium"/>
                <a:ea typeface="Source Han Sans JP Medium"/>
                <a:cs typeface="Source Han Sans JP Medium"/>
                <a:sym typeface="Source Han Sans JP Medium"/>
              </a:endParaRPr>
            </a:p>
          </p:txBody>
        </p:sp>
        <p:sp>
          <p:nvSpPr>
            <p:cNvPr id="31" name="Freeform 5">
              <a:extLst>
                <a:ext uri="{FF2B5EF4-FFF2-40B4-BE49-F238E27FC236}">
                  <a16:creationId xmlns:a16="http://schemas.microsoft.com/office/drawing/2014/main" id="{109D6BD9-ED2B-210C-0029-9431DFF8D509}"/>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32" name="TextBox 24">
            <a:extLst>
              <a:ext uri="{FF2B5EF4-FFF2-40B4-BE49-F238E27FC236}">
                <a16:creationId xmlns:a16="http://schemas.microsoft.com/office/drawing/2014/main" id="{265DFE8D-5E1E-3707-081F-15E4DFCE1F71}"/>
              </a:ext>
            </a:extLst>
          </p:cNvPr>
          <p:cNvSpPr txBox="1"/>
          <p:nvPr/>
        </p:nvSpPr>
        <p:spPr>
          <a:xfrm>
            <a:off x="1974472" y="5466221"/>
            <a:ext cx="15246728" cy="1710020"/>
          </a:xfrm>
          <a:prstGeom prst="rect">
            <a:avLst/>
          </a:prstGeom>
        </p:spPr>
        <p:txBody>
          <a:bodyPr wrap="square" lIns="0" tIns="0" rIns="0" bIns="0" numCol="2" rtlCol="0" anchor="t">
            <a:spAutoFit/>
          </a:bodyPr>
          <a:lstStyle/>
          <a:p>
            <a:pPr marL="514350" indent="-514350" algn="l">
              <a:lnSpc>
                <a:spcPts val="4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MLP</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（多層パーセプトロン）</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RFR</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（ランダムフォレスト回帰）</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GPR</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（ガウス過程回帰）</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CNN</a:t>
            </a:r>
          </a:p>
          <a:p>
            <a:pPr marL="514350" indent="-514350" algn="l">
              <a:lnSpc>
                <a:spcPts val="4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LSTM</a:t>
            </a:r>
          </a:p>
        </p:txBody>
      </p:sp>
      <p:sp>
        <p:nvSpPr>
          <p:cNvPr id="33" name="TextBox 24">
            <a:extLst>
              <a:ext uri="{FF2B5EF4-FFF2-40B4-BE49-F238E27FC236}">
                <a16:creationId xmlns:a16="http://schemas.microsoft.com/office/drawing/2014/main" id="{59748B20-16BB-A039-BAAB-AF6A0F6F9BBA}"/>
              </a:ext>
            </a:extLst>
          </p:cNvPr>
          <p:cNvSpPr txBox="1"/>
          <p:nvPr/>
        </p:nvSpPr>
        <p:spPr>
          <a:xfrm>
            <a:off x="1974472" y="3314701"/>
            <a:ext cx="15591896" cy="1693477"/>
          </a:xfrm>
          <a:prstGeom prst="rect">
            <a:avLst/>
          </a:prstGeom>
        </p:spPr>
        <p:txBody>
          <a:bodyPr wrap="square" lIns="0" tIns="0" rIns="0" bIns="0" rtlCol="0" anchor="t">
            <a:spAutoFit/>
          </a:bodyPr>
          <a:lstStyle/>
          <a:p>
            <a:pPr marL="514350" indent="-514350" algn="l">
              <a:lnSpc>
                <a:spcPts val="45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4</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回分のプール沸騰実験データを使用し，</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3</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回分で学習・検証を，</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1</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回分でテストを行った</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Wingdings" panose="05000000000000000000" pitchFamily="2" charset="2"/>
              <a:buChar char="l"/>
            </a:pP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4" name="TextBox 24">
            <a:extLst>
              <a:ext uri="{FF2B5EF4-FFF2-40B4-BE49-F238E27FC236}">
                <a16:creationId xmlns:a16="http://schemas.microsoft.com/office/drawing/2014/main" id="{5194975A-806F-BBC0-B29C-1A9BD508CC37}"/>
              </a:ext>
            </a:extLst>
          </p:cNvPr>
          <p:cNvSpPr txBox="1"/>
          <p:nvPr/>
        </p:nvSpPr>
        <p:spPr>
          <a:xfrm>
            <a:off x="1974482" y="8561338"/>
            <a:ext cx="15246718" cy="1154162"/>
          </a:xfrm>
          <a:prstGeom prst="rect">
            <a:avLst/>
          </a:prstGeom>
        </p:spPr>
        <p:txBody>
          <a:bodyPr wrap="square" lIns="0" tIns="0" rIns="0" bIns="0" numCol="2" rtlCol="0" anchor="t">
            <a:spAutoFit/>
          </a:bodyPr>
          <a:lstStyle/>
          <a:p>
            <a:pPr marL="514350" indent="-514350" algn="l">
              <a:lnSpc>
                <a:spcPts val="4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Raw signal</a:t>
            </a:r>
          </a:p>
          <a:p>
            <a:pPr marL="514350" indent="-514350" algn="l">
              <a:lnSpc>
                <a:spcPts val="4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Spectrum</a:t>
            </a:r>
          </a:p>
          <a:p>
            <a:pPr marL="514350" indent="-514350" algn="l">
              <a:lnSpc>
                <a:spcPts val="4500"/>
              </a:lnSpc>
              <a:spcBef>
                <a:spcPct val="0"/>
              </a:spcBef>
              <a:buClr>
                <a:srgbClr val="64A4A3"/>
              </a:buClr>
              <a:buFont typeface="Wingdings" panose="05000000000000000000" pitchFamily="2" charset="2"/>
              <a:buChar char="l"/>
            </a:pPr>
            <a:r>
              <a:rPr lang="en-US" sz="3200" dirty="0" err="1">
                <a:latin typeface="Source Han Sans JP Medium" panose="020B0600070205080204" charset="-128"/>
                <a:ea typeface="Source Han Sans JP Medium" panose="020B0600070205080204" charset="-128"/>
                <a:cs typeface="Source Han Sans JP Medium"/>
                <a:sym typeface="Source Han Sans JP Medium"/>
              </a:rPr>
              <a:t>Cepstrum</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AE features</a:t>
            </a:r>
          </a:p>
        </p:txBody>
      </p:sp>
    </p:spTree>
    <p:extLst>
      <p:ext uri="{BB962C8B-B14F-4D97-AF65-F5344CB8AC3E}">
        <p14:creationId xmlns:p14="http://schemas.microsoft.com/office/powerpoint/2010/main" val="2754484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523E0-693C-13F2-4D12-BC4073F25902}"/>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027F4519-5428-05A9-7DDC-53560951D60E}"/>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094C272F-1CC9-BEC2-7228-96B3FF53881B}"/>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D23713B2-DDEA-E827-9BB3-5F47B88586C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D6D9FBC5-10B8-FB71-0CF8-A80C95559BB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20A0C3FA-CD61-2101-172C-FD66A8B0CAB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28208141-1A5D-C1D1-A657-8CFFEAD8CE81}"/>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182F8F1E-5C36-CDB8-1CFB-E4FFEB6AC508}"/>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7687B30A-6C7A-A6C6-C530-CA1696EF3A1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C1FB8423-67D5-6CF3-E2D5-01B192F4EE5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A8EB9041-7B54-7D7F-7A10-68C82A9714A0}"/>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A6817CB0-0751-8AFE-571D-9157B8B000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2FE1740F-A2F6-681D-464D-5D8B7D80378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E1E6DD2D-D3F6-5C18-1405-D3CE810CE3DE}"/>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0FB7977C-286D-62F9-E3FA-917B3F325BA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A474F29D-D7C7-129B-CA56-A326E998CF0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E32908F6-5BD3-4C34-5035-397E4992CBD5}"/>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19</a:t>
            </a:fld>
            <a:endParaRPr lang="en-US" sz="2400" dirty="0">
              <a:solidFill>
                <a:schemeClr val="bg1"/>
              </a:solidFill>
            </a:endParaRPr>
          </a:p>
        </p:txBody>
      </p:sp>
      <p:sp>
        <p:nvSpPr>
          <p:cNvPr id="513" name="TextBox 24">
            <a:extLst>
              <a:ext uri="{FF2B5EF4-FFF2-40B4-BE49-F238E27FC236}">
                <a16:creationId xmlns:a16="http://schemas.microsoft.com/office/drawing/2014/main" id="{860E8E2F-75FB-866D-383B-D8AA7FF726FE}"/>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6E2AF555-67A5-FEDA-771A-CDAEEE6DBCA0}"/>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07B8F09C-2EE2-90F1-9DD9-92A2F8471A1F}"/>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DC954948-0E43-1FBE-EC37-E15DD52C0AB6}"/>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4231756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23CC-92CD-E3D7-DE4F-F976D8E50FC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E0C187E-F4DE-79AC-6F44-0D7ADC5875CB}"/>
              </a:ext>
            </a:extLst>
          </p:cNvPr>
          <p:cNvSpPr>
            <a:spLocks noGrp="1"/>
          </p:cNvSpPr>
          <p:nvPr>
            <p:ph type="sldNum" sz="quarter" idx="12"/>
          </p:nvPr>
        </p:nvSpPr>
        <p:spPr/>
        <p:txBody>
          <a:bodyPr/>
          <a:lstStyle/>
          <a:p>
            <a:fld id="{B6F15528-21DE-4FAA-801E-634DDDAF4B2B}" type="slidenum">
              <a:rPr lang="en-US" smtClean="0"/>
              <a:pPr/>
              <a:t>20</a:t>
            </a:fld>
            <a:endParaRPr lang="en-US"/>
          </a:p>
        </p:txBody>
      </p:sp>
      <p:grpSp>
        <p:nvGrpSpPr>
          <p:cNvPr id="10" name="グループ化 9">
            <a:extLst>
              <a:ext uri="{FF2B5EF4-FFF2-40B4-BE49-F238E27FC236}">
                <a16:creationId xmlns:a16="http://schemas.microsoft.com/office/drawing/2014/main" id="{3467EF4E-FD20-9605-1041-6EB36180E9AC}"/>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41DDF56B-41E1-47EC-FC3D-F2DB32D500D3}"/>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D0AF60C4-3E1B-2B12-41C2-BE2FB8EDF03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ED3FBDD-AF4A-C364-8AD9-2F73118D35C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B9ACD04E-39ED-D3FE-4B58-947898EFDCAA}"/>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9799362-E248-ACC6-A213-739BAD431B6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EB69E09-B430-ED8C-5C53-39F976849714}"/>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6D5CA655-44B0-F7F9-0B48-3B678B7341A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4FB5AA83-19CD-126D-3E53-043EE06514D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0220C8D-B392-350F-E2A4-ED5E507CCD81}"/>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AD9D1135-453C-C783-00D6-5100C5D4A85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D17CD3E-EF6F-DCFB-0E0E-F968A25DA9A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C638C22E-64DF-0FE6-4FAC-A42BBB63AEAF}"/>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0EBEF53-F527-01B1-6405-2E488837F3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3704EF96-A5C0-BBBD-2F82-7879FB6D4A5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DA0758AE-9CAE-1B50-D0D1-FFDA8EF7F6FC}"/>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20</a:t>
            </a:fld>
            <a:endParaRPr lang="en-US" sz="2400" dirty="0"/>
          </a:p>
        </p:txBody>
      </p:sp>
      <p:sp>
        <p:nvSpPr>
          <p:cNvPr id="3" name="TextBox 24">
            <a:extLst>
              <a:ext uri="{FF2B5EF4-FFF2-40B4-BE49-F238E27FC236}">
                <a16:creationId xmlns:a16="http://schemas.microsoft.com/office/drawing/2014/main" id="{5EECB152-7FF6-E7FF-4AED-B64C4FB0C9EA}"/>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結果・結論①</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35" name="四角形: 角を丸くする 34">
            <a:extLst>
              <a:ext uri="{FF2B5EF4-FFF2-40B4-BE49-F238E27FC236}">
                <a16:creationId xmlns:a16="http://schemas.microsoft.com/office/drawing/2014/main" id="{4E9B6F8F-4409-0CAE-15CC-B110B0D31EE9}"/>
              </a:ext>
            </a:extLst>
          </p:cNvPr>
          <p:cNvSpPr/>
          <p:nvPr/>
        </p:nvSpPr>
        <p:spPr>
          <a:xfrm>
            <a:off x="1390650" y="8420101"/>
            <a:ext cx="16174583" cy="1514304"/>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TextBox 24">
            <a:extLst>
              <a:ext uri="{FF2B5EF4-FFF2-40B4-BE49-F238E27FC236}">
                <a16:creationId xmlns:a16="http://schemas.microsoft.com/office/drawing/2014/main" id="{2AD0E88D-EB32-5444-2C66-41FED6D1ACB3}"/>
              </a:ext>
            </a:extLst>
          </p:cNvPr>
          <p:cNvSpPr txBox="1"/>
          <p:nvPr/>
        </p:nvSpPr>
        <p:spPr>
          <a:xfrm>
            <a:off x="1951785" y="8606791"/>
            <a:ext cx="15484803" cy="1138838"/>
          </a:xfrm>
          <a:prstGeom prst="rect">
            <a:avLst/>
          </a:prstGeom>
        </p:spPr>
        <p:txBody>
          <a:bodyPr wrap="square" lIns="0" tIns="0" rIns="0" bIns="0" rtlCol="0" anchor="t">
            <a:spAutoFit/>
          </a:bodyPr>
          <a:lstStyle/>
          <a:p>
            <a:pPr marL="571500" indent="-571500" algn="l">
              <a:lnSpc>
                <a:spcPts val="46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N = 3, 5, 10, 15, 20, 25</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で比較</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71500" indent="-571500" algn="l">
              <a:lnSpc>
                <a:spcPts val="46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が大きくなるほど予測が真値に近づき，ばらつきが減る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9" name="図 8">
            <a:extLst>
              <a:ext uri="{FF2B5EF4-FFF2-40B4-BE49-F238E27FC236}">
                <a16:creationId xmlns:a16="http://schemas.microsoft.com/office/drawing/2014/main" id="{853EFD15-E12B-03F4-C8F1-91ABB8636351}"/>
              </a:ext>
            </a:extLst>
          </p:cNvPr>
          <p:cNvPicPr>
            <a:picLocks noChangeAspect="1"/>
          </p:cNvPicPr>
          <p:nvPr/>
        </p:nvPicPr>
        <p:blipFill>
          <a:blip r:embed="rId4"/>
          <a:stretch>
            <a:fillRect/>
          </a:stretch>
        </p:blipFill>
        <p:spPr>
          <a:xfrm>
            <a:off x="3307136" y="2165512"/>
            <a:ext cx="11673728" cy="6154736"/>
          </a:xfrm>
          <a:prstGeom prst="rect">
            <a:avLst/>
          </a:prstGeom>
        </p:spPr>
      </p:pic>
      <p:sp>
        <p:nvSpPr>
          <p:cNvPr id="26" name="TextBox 26">
            <a:extLst>
              <a:ext uri="{FF2B5EF4-FFF2-40B4-BE49-F238E27FC236}">
                <a16:creationId xmlns:a16="http://schemas.microsoft.com/office/drawing/2014/main" id="{46F98B60-0235-A762-1515-E980046B9D29}"/>
              </a:ext>
            </a:extLst>
          </p:cNvPr>
          <p:cNvSpPr txBox="1"/>
          <p:nvPr/>
        </p:nvSpPr>
        <p:spPr>
          <a:xfrm>
            <a:off x="1524000" y="1479985"/>
            <a:ext cx="1447800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入力した</a:t>
            </a:r>
            <a:r>
              <a:rPr lang="en-US" altLang="ja-JP" sz="3200" dirty="0">
                <a:latin typeface="Source Han Sans JP Medium"/>
                <a:ea typeface="Source Han Sans JP Medium"/>
                <a:cs typeface="Source Han Sans JP Medium"/>
                <a:sym typeface="Source Han Sans JP Medium"/>
              </a:rPr>
              <a:t>hit</a:t>
            </a:r>
            <a:r>
              <a:rPr lang="ja-JP" altLang="en-US" sz="3200" dirty="0">
                <a:latin typeface="Source Han Sans JP Medium"/>
                <a:ea typeface="Source Han Sans JP Medium"/>
                <a:cs typeface="Source Han Sans JP Medium"/>
                <a:sym typeface="Source Han Sans JP Medium"/>
              </a:rPr>
              <a:t>数</a:t>
            </a:r>
            <a:r>
              <a:rPr lang="en-US" altLang="ja-JP" sz="3200" dirty="0">
                <a:latin typeface="Source Han Sans JP Medium"/>
                <a:ea typeface="Source Han Sans JP Medium"/>
                <a:cs typeface="Source Han Sans JP Medium"/>
                <a:sym typeface="Source Han Sans JP Medium"/>
              </a:rPr>
              <a:t>N</a:t>
            </a:r>
            <a:r>
              <a:rPr lang="ja-JP" altLang="en-US" sz="3200" dirty="0">
                <a:latin typeface="Source Han Sans JP Medium"/>
                <a:ea typeface="Source Han Sans JP Medium"/>
                <a:cs typeface="Source Han Sans JP Medium"/>
                <a:sym typeface="Source Han Sans JP Medium"/>
              </a:rPr>
              <a:t>の影響度合いを表した散布図</a:t>
            </a:r>
            <a:endParaRPr lang="en-US" altLang="ja-JP" sz="3200" dirty="0">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776935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86A75-C00C-A7B6-46DA-839478D5C80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F09C524-A9EA-CC5F-D70D-CEE11E7D8502}"/>
              </a:ext>
            </a:extLst>
          </p:cNvPr>
          <p:cNvSpPr>
            <a:spLocks noGrp="1"/>
          </p:cNvSpPr>
          <p:nvPr>
            <p:ph type="sldNum" sz="quarter" idx="12"/>
          </p:nvPr>
        </p:nvSpPr>
        <p:spPr/>
        <p:txBody>
          <a:bodyPr/>
          <a:lstStyle/>
          <a:p>
            <a:fld id="{B6F15528-21DE-4FAA-801E-634DDDAF4B2B}" type="slidenum">
              <a:rPr lang="en-US" smtClean="0"/>
              <a:pPr/>
              <a:t>21</a:t>
            </a:fld>
            <a:endParaRPr lang="en-US"/>
          </a:p>
        </p:txBody>
      </p:sp>
      <p:grpSp>
        <p:nvGrpSpPr>
          <p:cNvPr id="10" name="グループ化 9">
            <a:extLst>
              <a:ext uri="{FF2B5EF4-FFF2-40B4-BE49-F238E27FC236}">
                <a16:creationId xmlns:a16="http://schemas.microsoft.com/office/drawing/2014/main" id="{78EEBE00-0B6F-1F9E-C676-D976F20EECA4}"/>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D02C0F73-A8CA-7CBD-2E44-B0BB963A9997}"/>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4F24843E-2CE9-C94F-EF76-1B0CC62E6E6B}"/>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00EB0E86-2415-0BA5-6789-1AC3712807F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96CF4581-3798-3B9C-FC22-F125EEE8C44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B61B7261-581A-0790-6C0A-F23D3B1E7FCC}"/>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DFE12D39-79E3-A00A-EFB7-335D4768DF88}"/>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3748FA29-B144-7592-3109-EAB92480D26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19DD385-6175-395D-763D-AA5DE320BAF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D0152D94-0D7C-52EE-96A3-CCEA7395F51C}"/>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5AE787E0-93EE-46D8-F6C1-138C7211553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4817345B-E785-7AE8-6714-AF853B33E5C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7BF88FDE-4983-1E0B-E8B5-D107374757A6}"/>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9BC09C4-BDFE-9BAD-D827-B58FDD1D9E5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3AFFF4BA-8336-D567-DFFA-46623B1A497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70788DC-BB3C-AC49-B485-CF690588A602}"/>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21</a:t>
            </a:fld>
            <a:endParaRPr lang="en-US" sz="2400" dirty="0"/>
          </a:p>
        </p:txBody>
      </p:sp>
      <p:sp>
        <p:nvSpPr>
          <p:cNvPr id="3" name="TextBox 24">
            <a:extLst>
              <a:ext uri="{FF2B5EF4-FFF2-40B4-BE49-F238E27FC236}">
                <a16:creationId xmlns:a16="http://schemas.microsoft.com/office/drawing/2014/main" id="{FC443BEE-D670-0227-9959-4A3C3637687C}"/>
              </a:ext>
            </a:extLst>
          </p:cNvPr>
          <p:cNvSpPr txBox="1"/>
          <p:nvPr/>
        </p:nvSpPr>
        <p:spPr>
          <a:xfrm>
            <a:off x="1806795" y="305043"/>
            <a:ext cx="5737005" cy="700576"/>
          </a:xfrm>
          <a:prstGeom prst="rect">
            <a:avLst/>
          </a:prstGeom>
        </p:spPr>
        <p:txBody>
          <a:bodyPr wrap="square" lIns="0" tIns="0" rIns="0" bIns="0" rtlCol="0" anchor="t">
            <a:spAutoFit/>
          </a:bodyPr>
          <a:lstStyle/>
          <a:p>
            <a:pPr>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結果・結論①</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35" name="四角形: 角を丸くする 34">
            <a:extLst>
              <a:ext uri="{FF2B5EF4-FFF2-40B4-BE49-F238E27FC236}">
                <a16:creationId xmlns:a16="http://schemas.microsoft.com/office/drawing/2014/main" id="{CC287FD6-6EAA-3279-7F58-96F8506AD45A}"/>
              </a:ext>
            </a:extLst>
          </p:cNvPr>
          <p:cNvSpPr/>
          <p:nvPr/>
        </p:nvSpPr>
        <p:spPr>
          <a:xfrm>
            <a:off x="1390650" y="8420101"/>
            <a:ext cx="16174583" cy="1514304"/>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TextBox 24">
            <a:extLst>
              <a:ext uri="{FF2B5EF4-FFF2-40B4-BE49-F238E27FC236}">
                <a16:creationId xmlns:a16="http://schemas.microsoft.com/office/drawing/2014/main" id="{55689B59-C5D5-FDC4-85E5-9EE214D10D6B}"/>
              </a:ext>
            </a:extLst>
          </p:cNvPr>
          <p:cNvSpPr txBox="1"/>
          <p:nvPr/>
        </p:nvSpPr>
        <p:spPr>
          <a:xfrm>
            <a:off x="1951785" y="8606791"/>
            <a:ext cx="15484803" cy="1138838"/>
          </a:xfrm>
          <a:prstGeom prst="rect">
            <a:avLst/>
          </a:prstGeom>
        </p:spPr>
        <p:txBody>
          <a:bodyPr wrap="square" lIns="0" tIns="0" rIns="0" bIns="0" rtlCol="0" anchor="t">
            <a:spAutoFit/>
          </a:bodyPr>
          <a:lstStyle/>
          <a:p>
            <a:pPr marL="571500" indent="-571500" algn="l">
              <a:lnSpc>
                <a:spcPts val="46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N = 25</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の各評価指標：決定係数→</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0.97</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MSE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89</a:t>
            </a:r>
          </a:p>
          <a:p>
            <a:pPr marL="571500" indent="-571500" algn="l">
              <a:lnSpc>
                <a:spcPts val="46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この結果から，複数</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を用いることで，沸騰の時間的変化を捉えられると言える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6" name="TextBox 26">
            <a:extLst>
              <a:ext uri="{FF2B5EF4-FFF2-40B4-BE49-F238E27FC236}">
                <a16:creationId xmlns:a16="http://schemas.microsoft.com/office/drawing/2014/main" id="{8C00908C-4E00-754F-35B4-B75CBF27CB6C}"/>
              </a:ext>
            </a:extLst>
          </p:cNvPr>
          <p:cNvSpPr txBox="1"/>
          <p:nvPr/>
        </p:nvSpPr>
        <p:spPr>
          <a:xfrm>
            <a:off x="1524000" y="1479985"/>
            <a:ext cx="1447800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入力した</a:t>
            </a:r>
            <a:r>
              <a:rPr lang="en-US" altLang="ja-JP" sz="3200" dirty="0">
                <a:latin typeface="Source Han Sans JP Medium"/>
                <a:ea typeface="Source Han Sans JP Medium"/>
                <a:cs typeface="Source Han Sans JP Medium"/>
                <a:sym typeface="Source Han Sans JP Medium"/>
              </a:rPr>
              <a:t>hit</a:t>
            </a:r>
            <a:r>
              <a:rPr lang="ja-JP" altLang="en-US" sz="3200" dirty="0">
                <a:latin typeface="Source Han Sans JP Medium"/>
                <a:ea typeface="Source Han Sans JP Medium"/>
                <a:cs typeface="Source Han Sans JP Medium"/>
                <a:sym typeface="Source Han Sans JP Medium"/>
              </a:rPr>
              <a:t>数</a:t>
            </a:r>
            <a:r>
              <a:rPr lang="en-US" altLang="ja-JP" sz="3200" dirty="0">
                <a:latin typeface="Source Han Sans JP Medium"/>
                <a:ea typeface="Source Han Sans JP Medium"/>
                <a:cs typeface="Source Han Sans JP Medium"/>
                <a:sym typeface="Source Han Sans JP Medium"/>
              </a:rPr>
              <a:t>N</a:t>
            </a:r>
            <a:r>
              <a:rPr lang="ja-JP" altLang="en-US" sz="3200" dirty="0">
                <a:latin typeface="Source Han Sans JP Medium"/>
                <a:ea typeface="Source Han Sans JP Medium"/>
                <a:cs typeface="Source Han Sans JP Medium"/>
                <a:sym typeface="Source Han Sans JP Medium"/>
              </a:rPr>
              <a:t>の影響度合いを表した定量評価</a:t>
            </a:r>
            <a:endParaRPr lang="en-US" altLang="ja-JP" sz="3200" dirty="0">
              <a:latin typeface="Source Han Sans JP Medium"/>
              <a:ea typeface="Source Han Sans JP Medium"/>
              <a:cs typeface="Source Han Sans JP Medium"/>
              <a:sym typeface="Source Han Sans JP Medium"/>
            </a:endParaRPr>
          </a:p>
        </p:txBody>
      </p:sp>
      <p:pic>
        <p:nvPicPr>
          <p:cNvPr id="5" name="図 4">
            <a:extLst>
              <a:ext uri="{FF2B5EF4-FFF2-40B4-BE49-F238E27FC236}">
                <a16:creationId xmlns:a16="http://schemas.microsoft.com/office/drawing/2014/main" id="{A6522034-0342-A00A-1748-203D74CE1632}"/>
              </a:ext>
            </a:extLst>
          </p:cNvPr>
          <p:cNvPicPr>
            <a:picLocks noChangeAspect="1"/>
          </p:cNvPicPr>
          <p:nvPr/>
        </p:nvPicPr>
        <p:blipFill>
          <a:blip r:embed="rId4"/>
          <a:stretch>
            <a:fillRect/>
          </a:stretch>
        </p:blipFill>
        <p:spPr>
          <a:xfrm>
            <a:off x="2960090" y="2601231"/>
            <a:ext cx="12367819" cy="5236939"/>
          </a:xfrm>
          <a:prstGeom prst="rect">
            <a:avLst/>
          </a:prstGeom>
        </p:spPr>
      </p:pic>
    </p:spTree>
    <p:extLst>
      <p:ext uri="{BB962C8B-B14F-4D97-AF65-F5344CB8AC3E}">
        <p14:creationId xmlns:p14="http://schemas.microsoft.com/office/powerpoint/2010/main" val="1612109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F546B-F521-023C-B313-6CA442538F6B}"/>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B4077F7-8F75-EEC3-90B3-BF1C5554AFCC}"/>
              </a:ext>
            </a:extLst>
          </p:cNvPr>
          <p:cNvSpPr>
            <a:spLocks noGrp="1"/>
          </p:cNvSpPr>
          <p:nvPr>
            <p:ph type="sldNum" sz="quarter" idx="12"/>
          </p:nvPr>
        </p:nvSpPr>
        <p:spPr/>
        <p:txBody>
          <a:bodyPr/>
          <a:lstStyle/>
          <a:p>
            <a:fld id="{B6F15528-21DE-4FAA-801E-634DDDAF4B2B}" type="slidenum">
              <a:rPr lang="en-US" smtClean="0"/>
              <a:pPr/>
              <a:t>22</a:t>
            </a:fld>
            <a:endParaRPr lang="en-US"/>
          </a:p>
        </p:txBody>
      </p:sp>
      <p:grpSp>
        <p:nvGrpSpPr>
          <p:cNvPr id="10" name="グループ化 9">
            <a:extLst>
              <a:ext uri="{FF2B5EF4-FFF2-40B4-BE49-F238E27FC236}">
                <a16:creationId xmlns:a16="http://schemas.microsoft.com/office/drawing/2014/main" id="{F1582A94-2708-787D-6EF4-23359B1E1BCF}"/>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0133119-4501-0931-00B8-19EE0D6F792D}"/>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AFEE2BF-F120-8E42-A48C-3960EDCC2B4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6C365473-FDC8-1566-CD25-FB74CDB9064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BEEF1B04-AA63-4B24-1E6A-7FE46997100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02B754E3-B7FE-A168-B071-D92F3159C6E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C2D3ED34-6D33-FF4D-D807-857B16540E1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6B0E77B-276E-3659-13C9-106EBE0FC93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BD3BCF0B-7FA7-01D0-047E-58D8DFEE779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2AB69B6-C2ED-31BC-6C84-1512C6AFB7C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1DA298ED-67AA-E6B2-5547-46DC7A45D81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4EAAEB49-7459-76A3-B7FD-615282F290C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53AB2C1C-5192-D1C0-A071-52D5689FA3D6}"/>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49973AB2-B153-A28B-45C2-C31EE85AA21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FF7BD949-824A-9812-9C7D-7B34F2C4294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EE40155E-7726-4812-5822-71B801539AF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22</a:t>
            </a:fld>
            <a:endParaRPr lang="en-US" sz="2400" dirty="0"/>
          </a:p>
        </p:txBody>
      </p:sp>
      <p:sp>
        <p:nvSpPr>
          <p:cNvPr id="3" name="TextBox 24">
            <a:extLst>
              <a:ext uri="{FF2B5EF4-FFF2-40B4-BE49-F238E27FC236}">
                <a16:creationId xmlns:a16="http://schemas.microsoft.com/office/drawing/2014/main" id="{47C59F46-929A-5313-7A47-8A2B5F2DD145}"/>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結果・結論②</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6DB342B9-19AE-5210-55C8-A8A36BDE9938}"/>
              </a:ext>
            </a:extLst>
          </p:cNvPr>
          <p:cNvSpPr txBox="1"/>
          <p:nvPr/>
        </p:nvSpPr>
        <p:spPr>
          <a:xfrm>
            <a:off x="1524000" y="1479985"/>
            <a:ext cx="14478000"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LSTM</a:t>
            </a:r>
            <a:r>
              <a:rPr lang="ja-JP" altLang="en-US" sz="3200" dirty="0">
                <a:latin typeface="Source Han Sans JP Medium"/>
                <a:ea typeface="Source Han Sans JP Medium"/>
                <a:cs typeface="Source Han Sans JP Medium"/>
                <a:sym typeface="Source Han Sans JP Medium"/>
              </a:rPr>
              <a:t>と他手法を比較したグラフ</a:t>
            </a:r>
            <a:endParaRPr lang="en-US" altLang="ja-JP" sz="3200" dirty="0">
              <a:latin typeface="Source Han Sans JP Medium"/>
              <a:ea typeface="Source Han Sans JP Medium"/>
              <a:cs typeface="Source Han Sans JP Medium"/>
              <a:sym typeface="Source Han Sans JP Medium"/>
            </a:endParaRPr>
          </a:p>
        </p:txBody>
      </p:sp>
      <p:sp>
        <p:nvSpPr>
          <p:cNvPr id="8" name="四角形: 角を丸くする 7">
            <a:extLst>
              <a:ext uri="{FF2B5EF4-FFF2-40B4-BE49-F238E27FC236}">
                <a16:creationId xmlns:a16="http://schemas.microsoft.com/office/drawing/2014/main" id="{C0AB0A08-AA76-1B94-50D7-A4DC865FDEF0}"/>
              </a:ext>
            </a:extLst>
          </p:cNvPr>
          <p:cNvSpPr/>
          <p:nvPr/>
        </p:nvSpPr>
        <p:spPr>
          <a:xfrm>
            <a:off x="11241525" y="4661671"/>
            <a:ext cx="6436875" cy="2877281"/>
          </a:xfrm>
          <a:prstGeom prst="roundRect">
            <a:avLst>
              <a:gd name="adj" fmla="val 10356"/>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TextBox 24">
            <a:extLst>
              <a:ext uri="{FF2B5EF4-FFF2-40B4-BE49-F238E27FC236}">
                <a16:creationId xmlns:a16="http://schemas.microsoft.com/office/drawing/2014/main" id="{D53A01AB-427B-8278-81F6-B22FE67A4405}"/>
              </a:ext>
            </a:extLst>
          </p:cNvPr>
          <p:cNvSpPr txBox="1"/>
          <p:nvPr/>
        </p:nvSpPr>
        <p:spPr>
          <a:xfrm>
            <a:off x="11649396" y="4940987"/>
            <a:ext cx="5621131" cy="2318648"/>
          </a:xfrm>
          <a:prstGeom prst="rect">
            <a:avLst/>
          </a:prstGeom>
        </p:spPr>
        <p:txBody>
          <a:bodyPr wrap="square" lIns="0" tIns="0" rIns="0" bIns="0" rtlCol="0" anchor="t">
            <a:spAutoFit/>
          </a:bodyPr>
          <a:lstStyle/>
          <a:p>
            <a:pPr marL="571500" indent="-571500" algn="l">
              <a:lnSpc>
                <a:spcPts val="46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Spectrum</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特徴は</a:t>
            </a:r>
            <a:r>
              <a:rPr lang="en-US" altLang="ja-JP" sz="3200" dirty="0" err="1">
                <a:latin typeface="Source Han Sans JP Medium" panose="020B0600070205080204" charset="-128"/>
                <a:ea typeface="Source Han Sans JP Medium" panose="020B0600070205080204" charset="-128"/>
                <a:cs typeface="Source Han Sans JP Medium"/>
                <a:sym typeface="Source Han Sans JP Medium"/>
              </a:rPr>
              <a:t>Cepstrum</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より全体的に高性能</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71500" indent="-571500" algn="l">
              <a:lnSpc>
                <a:spcPts val="4600"/>
              </a:lnSpc>
              <a:spcBef>
                <a:spcPct val="0"/>
              </a:spcBef>
              <a:buClr>
                <a:srgbClr val="64A4A3"/>
              </a:buClr>
              <a:buFont typeface="Wingdings" panose="05000000000000000000" pitchFamily="2" charset="2"/>
              <a:buChar char="l"/>
            </a:pPr>
            <a:r>
              <a:rPr lang="en-US" sz="3200" dirty="0" err="1">
                <a:latin typeface="Source Han Sans JP Medium" panose="020B0600070205080204" charset="-128"/>
                <a:ea typeface="Source Han Sans JP Medium" panose="020B0600070205080204" charset="-128"/>
                <a:cs typeface="Source Han Sans JP Medium"/>
                <a:sym typeface="Source Han Sans JP Medium"/>
              </a:rPr>
              <a:t>FFT+hit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系列</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+LSTM</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が最も高性能</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29" name="図 28">
            <a:extLst>
              <a:ext uri="{FF2B5EF4-FFF2-40B4-BE49-F238E27FC236}">
                <a16:creationId xmlns:a16="http://schemas.microsoft.com/office/drawing/2014/main" id="{2D1CDC55-C940-2944-210C-358A5CECBC03}"/>
              </a:ext>
            </a:extLst>
          </p:cNvPr>
          <p:cNvPicPr>
            <a:picLocks noChangeAspect="1"/>
          </p:cNvPicPr>
          <p:nvPr/>
        </p:nvPicPr>
        <p:blipFill>
          <a:blip r:embed="rId4"/>
          <a:stretch>
            <a:fillRect/>
          </a:stretch>
        </p:blipFill>
        <p:spPr>
          <a:xfrm>
            <a:off x="1828800" y="2222662"/>
            <a:ext cx="8784399" cy="7924800"/>
          </a:xfrm>
          <a:prstGeom prst="rect">
            <a:avLst/>
          </a:prstGeom>
        </p:spPr>
      </p:pic>
    </p:spTree>
    <p:extLst>
      <p:ext uri="{BB962C8B-B14F-4D97-AF65-F5344CB8AC3E}">
        <p14:creationId xmlns:p14="http://schemas.microsoft.com/office/powerpoint/2010/main" val="25015063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3D3EC-E5CB-3F86-179B-8003E1CE3922}"/>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48438B8-8EFA-14D1-A1F3-12CCF4A68695}"/>
              </a:ext>
            </a:extLst>
          </p:cNvPr>
          <p:cNvSpPr>
            <a:spLocks noGrp="1"/>
          </p:cNvSpPr>
          <p:nvPr>
            <p:ph type="sldNum" sz="quarter" idx="12"/>
          </p:nvPr>
        </p:nvSpPr>
        <p:spPr/>
        <p:txBody>
          <a:bodyPr/>
          <a:lstStyle/>
          <a:p>
            <a:fld id="{B6F15528-21DE-4FAA-801E-634DDDAF4B2B}" type="slidenum">
              <a:rPr lang="en-US" smtClean="0"/>
              <a:pPr/>
              <a:t>23</a:t>
            </a:fld>
            <a:endParaRPr lang="en-US"/>
          </a:p>
        </p:txBody>
      </p:sp>
      <p:grpSp>
        <p:nvGrpSpPr>
          <p:cNvPr id="10" name="グループ化 9">
            <a:extLst>
              <a:ext uri="{FF2B5EF4-FFF2-40B4-BE49-F238E27FC236}">
                <a16:creationId xmlns:a16="http://schemas.microsoft.com/office/drawing/2014/main" id="{B4343AB9-9EB8-4ED0-EF46-735320FB8619}"/>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63ABC2C5-8BD3-2EC9-18A1-0716426FC628}"/>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31390961-ADDD-B261-7AD5-5E9AF17C9F0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D8C5ACA1-EA9E-3240-0D4E-004D63DCE3F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D86F5DCB-1877-448C-0F37-1957A71CC20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A5905EB-BBC8-E8B7-5F8D-E1AF9072EC4A}"/>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2B23EB37-9FD2-D773-1912-7014297F6EEE}"/>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F043372C-56D4-5289-61E2-A998A1750BB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61670228-6CE1-190E-0D2C-CAAC2288FFE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E8253A64-7417-2BC4-C79B-E6B920904012}"/>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AC5471E5-629F-A0FB-D7F5-1357266BB2F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DA9432FC-A57F-0D39-8ACF-2FEA4EBAF9E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2AEA01C0-160C-18A8-5DB5-1641469705C3}"/>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FEEB87ED-FDC8-736E-50C0-494C627069F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CF291AC9-A88F-8724-5383-1578C9E1966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A362271E-9839-0156-2678-D4F3FDDF9DA5}"/>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23</a:t>
            </a:fld>
            <a:endParaRPr lang="en-US" sz="2400" dirty="0"/>
          </a:p>
        </p:txBody>
      </p:sp>
      <p:sp>
        <p:nvSpPr>
          <p:cNvPr id="3" name="TextBox 24">
            <a:extLst>
              <a:ext uri="{FF2B5EF4-FFF2-40B4-BE49-F238E27FC236}">
                <a16:creationId xmlns:a16="http://schemas.microsoft.com/office/drawing/2014/main" id="{BAC40D29-8900-C127-8A5B-38B034C85586}"/>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結果・結論③</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946D7531-BE52-17EA-AD97-030D514BC7E6}"/>
              </a:ext>
            </a:extLst>
          </p:cNvPr>
          <p:cNvSpPr txBox="1"/>
          <p:nvPr/>
        </p:nvSpPr>
        <p:spPr>
          <a:xfrm>
            <a:off x="1524000" y="1479985"/>
            <a:ext cx="14478000"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AE</a:t>
            </a:r>
            <a:r>
              <a:rPr lang="ja-JP" altLang="en-US" sz="3200" dirty="0">
                <a:latin typeface="Source Han Sans JP Medium"/>
                <a:ea typeface="Source Han Sans JP Medium"/>
                <a:cs typeface="Source Han Sans JP Medium"/>
                <a:sym typeface="Source Han Sans JP Medium"/>
              </a:rPr>
              <a:t>とハイドロフォンの比較</a:t>
            </a:r>
            <a:endParaRPr lang="en-US" altLang="ja-JP" sz="3200" dirty="0">
              <a:latin typeface="Source Han Sans JP Medium"/>
              <a:ea typeface="Source Han Sans JP Medium"/>
              <a:cs typeface="Source Han Sans JP Medium"/>
              <a:sym typeface="Source Han Sans JP Medium"/>
            </a:endParaRPr>
          </a:p>
        </p:txBody>
      </p:sp>
      <p:pic>
        <p:nvPicPr>
          <p:cNvPr id="30" name="図 29">
            <a:extLst>
              <a:ext uri="{FF2B5EF4-FFF2-40B4-BE49-F238E27FC236}">
                <a16:creationId xmlns:a16="http://schemas.microsoft.com/office/drawing/2014/main" id="{397F8BA7-C81E-21CE-3A04-0D52C2B75758}"/>
              </a:ext>
            </a:extLst>
          </p:cNvPr>
          <p:cNvPicPr>
            <a:picLocks noChangeAspect="1"/>
          </p:cNvPicPr>
          <p:nvPr/>
        </p:nvPicPr>
        <p:blipFill>
          <a:blip r:embed="rId4"/>
          <a:stretch>
            <a:fillRect/>
          </a:stretch>
        </p:blipFill>
        <p:spPr>
          <a:xfrm>
            <a:off x="3595820" y="2324100"/>
            <a:ext cx="11616547" cy="5140266"/>
          </a:xfrm>
          <a:prstGeom prst="rect">
            <a:avLst/>
          </a:prstGeom>
        </p:spPr>
      </p:pic>
      <p:sp>
        <p:nvSpPr>
          <p:cNvPr id="31" name="四角形: 角を丸くする 30">
            <a:extLst>
              <a:ext uri="{FF2B5EF4-FFF2-40B4-BE49-F238E27FC236}">
                <a16:creationId xmlns:a16="http://schemas.microsoft.com/office/drawing/2014/main" id="{8C20DBA3-4EDA-282C-5DEF-6E201EDC2ADD}"/>
              </a:ext>
            </a:extLst>
          </p:cNvPr>
          <p:cNvSpPr/>
          <p:nvPr/>
        </p:nvSpPr>
        <p:spPr>
          <a:xfrm>
            <a:off x="1390650" y="7734300"/>
            <a:ext cx="16174583" cy="2200105"/>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TextBox 24">
            <a:extLst>
              <a:ext uri="{FF2B5EF4-FFF2-40B4-BE49-F238E27FC236}">
                <a16:creationId xmlns:a16="http://schemas.microsoft.com/office/drawing/2014/main" id="{A3EA4E9A-6017-C2DB-928E-B33916AFB155}"/>
              </a:ext>
            </a:extLst>
          </p:cNvPr>
          <p:cNvSpPr txBox="1"/>
          <p:nvPr/>
        </p:nvSpPr>
        <p:spPr>
          <a:xfrm>
            <a:off x="1806795" y="7955768"/>
            <a:ext cx="15484803" cy="1728743"/>
          </a:xfrm>
          <a:prstGeom prst="rect">
            <a:avLst/>
          </a:prstGeom>
        </p:spPr>
        <p:txBody>
          <a:bodyPr wrap="square" lIns="0" tIns="0" rIns="0" bIns="0" rtlCol="0" anchor="t">
            <a:spAutoFit/>
          </a:bodyPr>
          <a:lstStyle/>
          <a:p>
            <a:pPr marL="571500" indent="-571500" algn="l">
              <a:lnSpc>
                <a:spcPts val="46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GPR</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ではハイドロフォンのほうが高性能であり，</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は変動が大きく古典的な回帰では扱いにくい　→　しかし，</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Hit2Flux</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では</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入力がハイドロフォンを上回る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71500" indent="-571500" algn="l">
              <a:lnSpc>
                <a:spcPts val="46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は高サンプリングで高熱流束時の重要イベントを多く捉えられる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1738244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F55C0-1095-E5FC-EB34-4E89E7302443}"/>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D7BB2D8-D735-9C8B-3A01-E48DA37C1A1E}"/>
              </a:ext>
            </a:extLst>
          </p:cNvPr>
          <p:cNvSpPr>
            <a:spLocks noGrp="1"/>
          </p:cNvSpPr>
          <p:nvPr>
            <p:ph type="sldNum" sz="quarter" idx="12"/>
          </p:nvPr>
        </p:nvSpPr>
        <p:spPr/>
        <p:txBody>
          <a:bodyPr/>
          <a:lstStyle/>
          <a:p>
            <a:fld id="{B6F15528-21DE-4FAA-801E-634DDDAF4B2B}" type="slidenum">
              <a:rPr lang="en-US" smtClean="0"/>
              <a:pPr/>
              <a:t>24</a:t>
            </a:fld>
            <a:endParaRPr lang="en-US"/>
          </a:p>
        </p:txBody>
      </p:sp>
      <p:grpSp>
        <p:nvGrpSpPr>
          <p:cNvPr id="10" name="グループ化 9">
            <a:extLst>
              <a:ext uri="{FF2B5EF4-FFF2-40B4-BE49-F238E27FC236}">
                <a16:creationId xmlns:a16="http://schemas.microsoft.com/office/drawing/2014/main" id="{5078EAF9-330E-1B1D-8A5F-0323F35FA515}"/>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61A7768-5882-90B6-BDBE-B5915A3DE726}"/>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B76C7389-B463-5920-A5DC-FA5598D3CD2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96AC9FDD-AA0B-7118-83C5-AF6AEE95174C}"/>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73C7273C-7949-D59A-4BAA-CBA3C9781FF8}"/>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3EB98CB-0826-A4F2-1BDA-1F6AC59CF99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8C2B0A5A-7E67-434E-EBF8-CC78C7D166EE}"/>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A3270CA-2523-2C51-B677-8F731714394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9CA96FD7-53AC-9151-F36F-C876B176B1B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4FDE41E7-C4AB-AC8F-EA31-C77D601EB53E}"/>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0C02B212-0F2B-FC4F-C4B2-A5D40300CA4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D95E33DE-D36B-E331-8C13-923A64F8337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3FFB16CF-FBBE-B354-8E6B-6B1170CD866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A24F5A5-3FC7-B5ED-4707-CD2F545A667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30FA6B54-C48B-86F9-208D-00CAEA9275E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BB0D12CA-91E1-16D6-FAB9-28B2B1FEE74A}"/>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24</a:t>
            </a:fld>
            <a:endParaRPr lang="en-US" sz="2400" dirty="0"/>
          </a:p>
        </p:txBody>
      </p:sp>
      <p:sp>
        <p:nvSpPr>
          <p:cNvPr id="3" name="TextBox 24">
            <a:extLst>
              <a:ext uri="{FF2B5EF4-FFF2-40B4-BE49-F238E27FC236}">
                <a16:creationId xmlns:a16="http://schemas.microsoft.com/office/drawing/2014/main" id="{28EF2D4D-08E5-3592-3EE1-02E9943A7CF9}"/>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まとめ</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8" name="Rectangle 1">
            <a:extLst>
              <a:ext uri="{FF2B5EF4-FFF2-40B4-BE49-F238E27FC236}">
                <a16:creationId xmlns:a16="http://schemas.microsoft.com/office/drawing/2014/main" id="{B89DAA68-4148-F088-572F-9ED684EB5AF0}"/>
              </a:ext>
            </a:extLst>
          </p:cNvPr>
          <p:cNvSpPr>
            <a:spLocks noChangeArrowheads="1"/>
          </p:cNvSpPr>
          <p:nvPr/>
        </p:nvSpPr>
        <p:spPr bwMode="auto">
          <a:xfrm>
            <a:off x="1806795" y="3425398"/>
            <a:ext cx="15392397" cy="4990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lang="en-US" altLang="ja-JP" sz="3600" dirty="0">
                <a:latin typeface="Source Han Sans JP Medium" panose="020B0600070205080204" charset="-128"/>
                <a:ea typeface="Source Han Sans JP Medium" panose="020B0600070205080204" charset="-128"/>
              </a:rPr>
              <a:t>Rolling sampling</a:t>
            </a:r>
            <a:r>
              <a:rPr lang="ja-JP" altLang="en-US" sz="3600" dirty="0">
                <a:latin typeface="Source Han Sans JP Medium" panose="020B0600070205080204" charset="-128"/>
                <a:ea typeface="Source Han Sans JP Medium" panose="020B0600070205080204" charset="-128"/>
              </a:rPr>
              <a:t>によりイベント系列として音響データを扱うことで，初期沸騰の時間変化を捉えやすくなる可能性がある</a:t>
            </a:r>
            <a:endParaRPr kumimoji="0" lang="en-US" altLang="ja-JP" sz="36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lang="ja-JP" altLang="en-US" sz="3600" dirty="0">
                <a:latin typeface="Source Han Sans JP Medium" panose="020B0600070205080204" charset="-128"/>
                <a:ea typeface="Source Han Sans JP Medium" panose="020B0600070205080204" charset="-128"/>
              </a:rPr>
              <a:t>ノイズ環境下での初期沸騰検知への応用として，</a:t>
            </a:r>
            <a:r>
              <a:rPr lang="en-US" altLang="ja-JP" sz="3600" dirty="0">
                <a:latin typeface="Source Han Sans JP Medium" panose="020B0600070205080204" charset="-128"/>
                <a:ea typeface="Source Han Sans JP Medium" panose="020B0600070205080204" charset="-128"/>
              </a:rPr>
              <a:t>LSTM</a:t>
            </a:r>
            <a:r>
              <a:rPr lang="ja-JP" altLang="en-US" sz="3600" dirty="0">
                <a:latin typeface="Source Han Sans JP Medium" panose="020B0600070205080204" charset="-128"/>
                <a:ea typeface="Source Han Sans JP Medium" panose="020B0600070205080204" charset="-128"/>
              </a:rPr>
              <a:t>をアンサンブルの</a:t>
            </a:r>
            <a:r>
              <a:rPr lang="en-US" altLang="ja-JP" sz="3600" dirty="0">
                <a:latin typeface="Source Han Sans JP Medium" panose="020B0600070205080204" charset="-128"/>
                <a:ea typeface="Source Han Sans JP Medium" panose="020B0600070205080204" charset="-128"/>
              </a:rPr>
              <a:t>1</a:t>
            </a:r>
            <a:r>
              <a:rPr lang="ja-JP" altLang="en-US" sz="3600" dirty="0">
                <a:latin typeface="Source Han Sans JP Medium" panose="020B0600070205080204" charset="-128"/>
                <a:ea typeface="Source Han Sans JP Medium" panose="020B0600070205080204" charset="-128"/>
              </a:rPr>
              <a:t>つとして用いることができる可能性．</a:t>
            </a:r>
            <a:endParaRPr lang="en-US" altLang="ja-JP" sz="3600" dirty="0">
              <a:latin typeface="Source Han Sans JP Medium" panose="020B0600070205080204" charset="-128"/>
              <a:ea typeface="Source Han Sans JP Medium" panose="020B0600070205080204" charset="-128"/>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lang="ja-JP" altLang="en-US" sz="3600" dirty="0">
                <a:latin typeface="Source Han Sans JP Medium" panose="020B0600070205080204" charset="-128"/>
                <a:ea typeface="Source Han Sans JP Medium" panose="020B0600070205080204" charset="-128"/>
              </a:rPr>
              <a:t>↑</a:t>
            </a:r>
            <a:r>
              <a:rPr lang="en-US" altLang="ja-JP" sz="3600" dirty="0">
                <a:latin typeface="Source Han Sans JP Medium" panose="020B0600070205080204" charset="-128"/>
                <a:ea typeface="Source Han Sans JP Medium" panose="020B0600070205080204" charset="-128"/>
              </a:rPr>
              <a:t>Transformer</a:t>
            </a:r>
            <a:r>
              <a:rPr lang="ja-JP" altLang="en-US" sz="3600" dirty="0">
                <a:latin typeface="Source Han Sans JP Medium" panose="020B0600070205080204" charset="-128"/>
                <a:ea typeface="Source Han Sans JP Medium" panose="020B0600070205080204" charset="-128"/>
              </a:rPr>
              <a:t>は長距離依存，</a:t>
            </a:r>
            <a:r>
              <a:rPr lang="en-US" altLang="ja-JP" sz="3600" dirty="0">
                <a:latin typeface="Source Han Sans JP Medium" panose="020B0600070205080204" charset="-128"/>
                <a:ea typeface="Source Han Sans JP Medium" panose="020B0600070205080204" charset="-128"/>
              </a:rPr>
              <a:t>rolling </a:t>
            </a:r>
            <a:r>
              <a:rPr lang="en-US" altLang="ja-JP" sz="3600" dirty="0" err="1">
                <a:latin typeface="Source Han Sans JP Medium" panose="020B0600070205080204" charset="-128"/>
                <a:ea typeface="Source Han Sans JP Medium" panose="020B0600070205080204" charset="-128"/>
              </a:rPr>
              <a:t>sampling×LSTM</a:t>
            </a:r>
            <a:r>
              <a:rPr lang="ja-JP" altLang="en-US" sz="3600" dirty="0">
                <a:latin typeface="Source Han Sans JP Medium" panose="020B0600070205080204" charset="-128"/>
                <a:ea typeface="Source Han Sans JP Medium" panose="020B0600070205080204" charset="-128"/>
              </a:rPr>
              <a:t>なら隣り合った特徴</a:t>
            </a:r>
            <a:r>
              <a:rPr lang="en-US" altLang="ja-JP" sz="3600" dirty="0">
                <a:latin typeface="Source Han Sans JP Medium" panose="020B0600070205080204" charset="-128"/>
                <a:ea typeface="Source Han Sans JP Medium" panose="020B0600070205080204" charset="-128"/>
              </a:rPr>
              <a:t>hit</a:t>
            </a:r>
            <a:r>
              <a:rPr lang="ja-JP" altLang="en-US" sz="3600" dirty="0">
                <a:latin typeface="Source Han Sans JP Medium" panose="020B0600070205080204" charset="-128"/>
                <a:ea typeface="Source Han Sans JP Medium" panose="020B0600070205080204" charset="-128"/>
              </a:rPr>
              <a:t>を平均的に取れるのでアンサンブルに有効？</a:t>
            </a:r>
            <a:endParaRPr kumimoji="0" lang="ja-JP" altLang="ja-JP" sz="36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endParaRPr>
          </a:p>
        </p:txBody>
      </p:sp>
      <p:sp>
        <p:nvSpPr>
          <p:cNvPr id="7" name="TextBox 26">
            <a:extLst>
              <a:ext uri="{FF2B5EF4-FFF2-40B4-BE49-F238E27FC236}">
                <a16:creationId xmlns:a16="http://schemas.microsoft.com/office/drawing/2014/main" id="{55CF3611-8AE0-8D60-F5FF-91EF151B693F}"/>
              </a:ext>
            </a:extLst>
          </p:cNvPr>
          <p:cNvSpPr txBox="1"/>
          <p:nvPr/>
        </p:nvSpPr>
        <p:spPr>
          <a:xfrm>
            <a:off x="1524000" y="1708585"/>
            <a:ext cx="1447800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自分の論文への活用について</a:t>
            </a:r>
            <a:endParaRPr lang="en-US" altLang="ja-JP" sz="3200" dirty="0">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30290644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27763</TotalTime>
  <Words>1712</Words>
  <Application>Microsoft Office PowerPoint</Application>
  <PresentationFormat>ユーザー設定</PresentationFormat>
  <Paragraphs>287</Paragraphs>
  <Slides>24</Slides>
  <Notes>15</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24</vt:i4>
      </vt:variant>
    </vt:vector>
  </HeadingPairs>
  <TitlesOfParts>
    <vt:vector size="33" baseType="lpstr">
      <vt:lpstr>Arial</vt:lpstr>
      <vt:lpstr>Source Han Sans JP</vt:lpstr>
      <vt:lpstr>游ゴシック</vt:lpstr>
      <vt:lpstr>Source Han Sans JP Bold</vt:lpstr>
      <vt:lpstr>Now</vt:lpstr>
      <vt:lpstr>Calibri</vt:lpstr>
      <vt:lpstr>Wingdings</vt:lpstr>
      <vt:lpstr>Source Han Sans JP Medium</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dc:creator>shiba</dc:creator>
  <cp:lastModifiedBy>陸 柴崎</cp:lastModifiedBy>
  <cp:revision>28</cp:revision>
  <dcterms:created xsi:type="dcterms:W3CDTF">2006-08-16T00:00:00Z</dcterms:created>
  <dcterms:modified xsi:type="dcterms:W3CDTF">2026-05-01T06:06:47Z</dcterms:modified>
  <dc:identifier>DAGKJCfN4aw</dc:identifier>
</cp:coreProperties>
</file>
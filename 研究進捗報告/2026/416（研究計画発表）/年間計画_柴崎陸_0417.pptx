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387" r:id="rId3"/>
    <p:sldId id="374" r:id="rId4"/>
    <p:sldId id="369" r:id="rId5"/>
    <p:sldId id="370" r:id="rId6"/>
    <p:sldId id="386" r:id="rId7"/>
    <p:sldId id="313" r:id="rId8"/>
    <p:sldId id="371" r:id="rId9"/>
    <p:sldId id="385" r:id="rId10"/>
    <p:sldId id="388" r:id="rId11"/>
    <p:sldId id="362" r:id="rId12"/>
    <p:sldId id="269" r:id="rId13"/>
  </p:sldIdLst>
  <p:sldSz cx="18288000" cy="10287000"/>
  <p:notesSz cx="6858000" cy="9144000"/>
  <p:embeddedFontLst>
    <p:embeddedFont>
      <p:font typeface="Source Han Sans JP" panose="020B0600070205080204" charset="-128"/>
      <p:regular r:id="rId15"/>
    </p:embeddedFont>
    <p:embeddedFont>
      <p:font typeface="Source Han Sans JP Bold" panose="020B0600070205080204" charset="-128"/>
      <p:regular r:id="rId16"/>
    </p:embeddedFont>
    <p:embeddedFont>
      <p:font typeface="Source Han Sans JP Medium" panose="020B0600070205080204" charset="-128"/>
      <p:regular r:id="rId17"/>
    </p:embeddedFont>
    <p:embeddedFont>
      <p:font typeface="Bahnschrift" panose="020B0502040204020203" pitchFamily="34" charset="0"/>
      <p:regular r:id="rId18"/>
      <p:bold r:id="rId19"/>
    </p:embeddedFont>
    <p:embeddedFont>
      <p:font typeface="Century Gothic Paneuropean" panose="020B0600070205080204" charset="0"/>
      <p:regular r:id="rId20"/>
    </p:embeddedFont>
    <p:embeddedFont>
      <p:font typeface="Meiryo UI" panose="020B0604030504040204" pitchFamily="50" charset="-128"/>
      <p:regular r:id="rId21"/>
      <p:bold r:id="rId22"/>
      <p:italic r:id="rId23"/>
      <p:boldItalic r:id="rId24"/>
    </p:embeddedFont>
    <p:embeddedFont>
      <p:font typeface="Now" panose="020B0600070205080204" charset="0"/>
      <p:regular r:id="rId25"/>
    </p:embeddedFont>
    <p:embeddedFont>
      <p:font typeface="游ゴシック" panose="020B0400000000000000" pitchFamily="50" charset="-128"/>
      <p:regular r:id="rId26"/>
      <p:bold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4DFD7D12-A81E-460B-B0A9-1B2C599831E7}">
          <p14:sldIdLst>
            <p14:sldId id="256"/>
            <p14:sldId id="387"/>
          </p14:sldIdLst>
        </p14:section>
        <p14:section name="研究目的" id="{F084B13A-602E-404A-9F69-D297C56837F6}">
          <p14:sldIdLst>
            <p14:sldId id="374"/>
            <p14:sldId id="369"/>
            <p14:sldId id="370"/>
          </p14:sldIdLst>
        </p14:section>
        <p14:section name="プール沸騰実験" id="{ADD3BFDB-20D1-43D5-90AB-ABFD49063E96}">
          <p14:sldIdLst>
            <p14:sldId id="386"/>
            <p14:sldId id="313"/>
            <p14:sldId id="371"/>
          </p14:sldIdLst>
        </p14:section>
        <p14:section name="修士論文に向けて" id="{C88366CE-55B6-4E3A-A2AE-6A8F4A1DDF66}">
          <p14:sldIdLst>
            <p14:sldId id="385"/>
            <p14:sldId id="388"/>
            <p14:sldId id="362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A4A3"/>
    <a:srgbClr val="5276F8"/>
    <a:srgbClr val="F55D4D"/>
    <a:srgbClr val="ECF1F1"/>
    <a:srgbClr val="5DC77B"/>
    <a:srgbClr val="93BFBE"/>
    <a:srgbClr val="76AEAD"/>
    <a:srgbClr val="7CCE32"/>
    <a:srgbClr val="ACE07C"/>
    <a:srgbClr val="B0DD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5B3E64-CF92-4F46-A08C-25C625121DC9}" v="3" dt="2026-04-17T04:58:31.456"/>
    <p1510:client id="{964C8272-A54C-45F8-B618-65EF64576C2A}" v="14" dt="2026-04-17T04:29:29.2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5347" autoAdjust="0"/>
  </p:normalViewPr>
  <p:slideViewPr>
    <p:cSldViewPr>
      <p:cViewPr varScale="1">
        <p:scale>
          <a:sx n="32" d="100"/>
          <a:sy n="32" d="100"/>
        </p:scale>
        <p:origin x="134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5370"/>
    </p:cViewPr>
  </p:sorterViewPr>
  <p:notesViewPr>
    <p:cSldViewPr>
      <p:cViewPr varScale="1">
        <p:scale>
          <a:sx n="56" d="100"/>
          <a:sy n="56" d="100"/>
        </p:scale>
        <p:origin x="2588" y="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陸 柴崎" userId="47b6e960b06a1f92" providerId="LiveId" clId="{DFDF2D9E-0FA2-4FD2-962D-E4713059FE82}"/>
    <pc:docChg chg="undo redo custSel addSld delSld modSld sldOrd addSection delSection modSection">
      <pc:chgData name="陸 柴崎" userId="47b6e960b06a1f92" providerId="LiveId" clId="{DFDF2D9E-0FA2-4FD2-962D-E4713059FE82}" dt="2026-04-17T05:28:01.296" v="10619" actId="20577"/>
      <pc:docMkLst>
        <pc:docMk/>
      </pc:docMkLst>
      <pc:sldChg chg="modSp mod">
        <pc:chgData name="陸 柴崎" userId="47b6e960b06a1f92" providerId="LiveId" clId="{DFDF2D9E-0FA2-4FD2-962D-E4713059FE82}" dt="2026-04-17T05:03:24.035" v="9783" actId="20577"/>
        <pc:sldMkLst>
          <pc:docMk/>
          <pc:sldMk cId="0" sldId="256"/>
        </pc:sldMkLst>
        <pc:spChg chg="mod">
          <ac:chgData name="陸 柴崎" userId="47b6e960b06a1f92" providerId="LiveId" clId="{DFDF2D9E-0FA2-4FD2-962D-E4713059FE82}" dt="2026-04-17T05:03:24.035" v="9783" actId="20577"/>
          <ac:spMkLst>
            <pc:docMk/>
            <pc:sldMk cId="0" sldId="256"/>
            <ac:spMk id="20" creationId="{00000000-0000-0000-0000-000000000000}"/>
          </ac:spMkLst>
        </pc:spChg>
      </pc:sldChg>
      <pc:sldChg chg="del">
        <pc:chgData name="陸 柴崎" userId="47b6e960b06a1f92" providerId="LiveId" clId="{DFDF2D9E-0FA2-4FD2-962D-E4713059FE82}" dt="2026-04-17T03:33:28.321" v="8430" actId="47"/>
        <pc:sldMkLst>
          <pc:docMk/>
          <pc:sldMk cId="585515259" sldId="287"/>
        </pc:sldMkLst>
      </pc:sldChg>
      <pc:sldChg chg="del">
        <pc:chgData name="陸 柴崎" userId="47b6e960b06a1f92" providerId="LiveId" clId="{DFDF2D9E-0FA2-4FD2-962D-E4713059FE82}" dt="2026-04-17T04:24:43.839" v="8700" actId="47"/>
        <pc:sldMkLst>
          <pc:docMk/>
          <pc:sldMk cId="206283201" sldId="306"/>
        </pc:sldMkLst>
      </pc:sldChg>
      <pc:sldChg chg="modSp mod">
        <pc:chgData name="陸 柴崎" userId="47b6e960b06a1f92" providerId="LiveId" clId="{DFDF2D9E-0FA2-4FD2-962D-E4713059FE82}" dt="2026-04-17T04:23:51.035" v="8681" actId="1076"/>
        <pc:sldMkLst>
          <pc:docMk/>
          <pc:sldMk cId="3350605095" sldId="313"/>
        </pc:sldMkLst>
        <pc:spChg chg="mod">
          <ac:chgData name="陸 柴崎" userId="47b6e960b06a1f92" providerId="LiveId" clId="{DFDF2D9E-0FA2-4FD2-962D-E4713059FE82}" dt="2026-04-17T04:23:51.035" v="8681" actId="1076"/>
          <ac:spMkLst>
            <pc:docMk/>
            <pc:sldMk cId="3350605095" sldId="313"/>
            <ac:spMk id="10" creationId="{7957F1B0-4960-AC1C-C340-8C51E0F65E3A}"/>
          </ac:spMkLst>
        </pc:spChg>
        <pc:spChg chg="mod">
          <ac:chgData name="陸 柴崎" userId="47b6e960b06a1f92" providerId="LiveId" clId="{DFDF2D9E-0FA2-4FD2-962D-E4713059FE82}" dt="2026-04-17T04:21:07.997" v="8670" actId="20577"/>
          <ac:spMkLst>
            <pc:docMk/>
            <pc:sldMk cId="3350605095" sldId="313"/>
            <ac:spMk id="77" creationId="{CD594EE4-8A3E-E297-4213-136F9F34DD56}"/>
          </ac:spMkLst>
        </pc:spChg>
      </pc:sldChg>
      <pc:sldChg chg="del">
        <pc:chgData name="陸 柴崎" userId="47b6e960b06a1f92" providerId="LiveId" clId="{DFDF2D9E-0FA2-4FD2-962D-E4713059FE82}" dt="2026-04-17T04:28:08.677" v="8747" actId="47"/>
        <pc:sldMkLst>
          <pc:docMk/>
          <pc:sldMk cId="2037067713" sldId="354"/>
        </pc:sldMkLst>
      </pc:sldChg>
      <pc:sldChg chg="addSp delSp modSp add mod">
        <pc:chgData name="陸 柴崎" userId="47b6e960b06a1f92" providerId="LiveId" clId="{DFDF2D9E-0FA2-4FD2-962D-E4713059FE82}" dt="2026-04-17T05:01:11.907" v="9774" actId="20577"/>
        <pc:sldMkLst>
          <pc:docMk/>
          <pc:sldMk cId="953242606" sldId="362"/>
        </pc:sldMkLst>
        <pc:spChg chg="mod">
          <ac:chgData name="陸 柴崎" userId="47b6e960b06a1f92" providerId="LiveId" clId="{DFDF2D9E-0FA2-4FD2-962D-E4713059FE82}" dt="2026-04-17T05:00:56.811" v="9751" actId="1076"/>
          <ac:spMkLst>
            <pc:docMk/>
            <pc:sldMk cId="953242606" sldId="362"/>
            <ac:spMk id="4" creationId="{CED69314-6E5C-D99F-C791-7A0B1D5015E9}"/>
          </ac:spMkLst>
        </pc:spChg>
        <pc:spChg chg="mod">
          <ac:chgData name="陸 柴崎" userId="47b6e960b06a1f92" providerId="LiveId" clId="{DFDF2D9E-0FA2-4FD2-962D-E4713059FE82}" dt="2026-04-17T04:45:29.578" v="9649" actId="5793"/>
          <ac:spMkLst>
            <pc:docMk/>
            <pc:sldMk cId="953242606" sldId="362"/>
            <ac:spMk id="5" creationId="{F4C6E962-1682-6D74-EA96-1F07AA9F6988}"/>
          </ac:spMkLst>
        </pc:spChg>
        <pc:spChg chg="add mod">
          <ac:chgData name="陸 柴崎" userId="47b6e960b06a1f92" providerId="LiveId" clId="{DFDF2D9E-0FA2-4FD2-962D-E4713059FE82}" dt="2026-04-17T05:00:42.117" v="9747" actId="14100"/>
          <ac:spMkLst>
            <pc:docMk/>
            <pc:sldMk cId="953242606" sldId="362"/>
            <ac:spMk id="6" creationId="{80E116AD-C8E2-89A3-5C7D-CA3F52772D4B}"/>
          </ac:spMkLst>
        </pc:spChg>
        <pc:spChg chg="add mod">
          <ac:chgData name="陸 柴崎" userId="47b6e960b06a1f92" providerId="LiveId" clId="{DFDF2D9E-0FA2-4FD2-962D-E4713059FE82}" dt="2026-04-17T05:00:04.504" v="9726" actId="14100"/>
          <ac:spMkLst>
            <pc:docMk/>
            <pc:sldMk cId="953242606" sldId="362"/>
            <ac:spMk id="7" creationId="{50F128DD-E7F5-CDA2-D479-8A659B874EC9}"/>
          </ac:spMkLst>
        </pc:spChg>
        <pc:spChg chg="mod">
          <ac:chgData name="陸 柴崎" userId="47b6e960b06a1f92" providerId="LiveId" clId="{DFDF2D9E-0FA2-4FD2-962D-E4713059FE82}" dt="2026-04-17T05:00:48.318" v="9749" actId="14100"/>
          <ac:spMkLst>
            <pc:docMk/>
            <pc:sldMk cId="953242606" sldId="362"/>
            <ac:spMk id="46" creationId="{951803F5-EC90-EC35-59D3-589C48EB2B8E}"/>
          </ac:spMkLst>
        </pc:spChg>
        <pc:spChg chg="del mod">
          <ac:chgData name="陸 柴崎" userId="47b6e960b06a1f92" providerId="LiveId" clId="{DFDF2D9E-0FA2-4FD2-962D-E4713059FE82}" dt="2026-04-17T03:07:35.036" v="8315" actId="478"/>
          <ac:spMkLst>
            <pc:docMk/>
            <pc:sldMk cId="953242606" sldId="362"/>
            <ac:spMk id="47" creationId="{7607518D-507C-07C4-578C-30FC47FCAD07}"/>
          </ac:spMkLst>
        </pc:spChg>
        <pc:spChg chg="del mod">
          <ac:chgData name="陸 柴崎" userId="47b6e960b06a1f92" providerId="LiveId" clId="{DFDF2D9E-0FA2-4FD2-962D-E4713059FE82}" dt="2026-04-17T03:08:36.021" v="8326" actId="478"/>
          <ac:spMkLst>
            <pc:docMk/>
            <pc:sldMk cId="953242606" sldId="362"/>
            <ac:spMk id="48" creationId="{5925079C-A3D2-1314-A80B-F9DB857AE7A4}"/>
          </ac:spMkLst>
        </pc:spChg>
        <pc:spChg chg="del mod">
          <ac:chgData name="陸 柴崎" userId="47b6e960b06a1f92" providerId="LiveId" clId="{DFDF2D9E-0FA2-4FD2-962D-E4713059FE82}" dt="2026-04-17T03:08:16.906" v="8320" actId="478"/>
          <ac:spMkLst>
            <pc:docMk/>
            <pc:sldMk cId="953242606" sldId="362"/>
            <ac:spMk id="49" creationId="{0B034D57-E1BA-C570-920A-B3CF0276F4EE}"/>
          </ac:spMkLst>
        </pc:spChg>
        <pc:spChg chg="mod">
          <ac:chgData name="陸 柴崎" userId="47b6e960b06a1f92" providerId="LiveId" clId="{DFDF2D9E-0FA2-4FD2-962D-E4713059FE82}" dt="2026-04-17T04:58:17.030" v="9685" actId="1076"/>
          <ac:spMkLst>
            <pc:docMk/>
            <pc:sldMk cId="953242606" sldId="362"/>
            <ac:spMk id="50" creationId="{FF232047-0DD0-325E-C43E-C53931E002D2}"/>
          </ac:spMkLst>
        </pc:spChg>
        <pc:spChg chg="del mod">
          <ac:chgData name="陸 柴崎" userId="47b6e960b06a1f92" providerId="LiveId" clId="{DFDF2D9E-0FA2-4FD2-962D-E4713059FE82}" dt="2026-04-17T02:58:59.482" v="8029" actId="478"/>
          <ac:spMkLst>
            <pc:docMk/>
            <pc:sldMk cId="953242606" sldId="362"/>
            <ac:spMk id="51" creationId="{D5A8678C-3663-692F-D544-6DBF90417BEE}"/>
          </ac:spMkLst>
        </pc:spChg>
        <pc:spChg chg="mod">
          <ac:chgData name="陸 柴崎" userId="47b6e960b06a1f92" providerId="LiveId" clId="{DFDF2D9E-0FA2-4FD2-962D-E4713059FE82}" dt="2026-04-17T04:58:30.317" v="9686" actId="14100"/>
          <ac:spMkLst>
            <pc:docMk/>
            <pc:sldMk cId="953242606" sldId="362"/>
            <ac:spMk id="52" creationId="{8E440685-BCCB-F718-68EF-9FA7ED6991B2}"/>
          </ac:spMkLst>
        </pc:spChg>
        <pc:spChg chg="del mod">
          <ac:chgData name="陸 柴崎" userId="47b6e960b06a1f92" providerId="LiveId" clId="{DFDF2D9E-0FA2-4FD2-962D-E4713059FE82}" dt="2026-04-17T02:58:58.873" v="8028" actId="478"/>
          <ac:spMkLst>
            <pc:docMk/>
            <pc:sldMk cId="953242606" sldId="362"/>
            <ac:spMk id="53" creationId="{441C1260-52CE-C0CD-A020-116428F9F0A8}"/>
          </ac:spMkLst>
        </pc:spChg>
        <pc:spChg chg="del mod">
          <ac:chgData name="陸 柴崎" userId="47b6e960b06a1f92" providerId="LiveId" clId="{DFDF2D9E-0FA2-4FD2-962D-E4713059FE82}" dt="2026-04-17T02:58:45.752" v="8027" actId="478"/>
          <ac:spMkLst>
            <pc:docMk/>
            <pc:sldMk cId="953242606" sldId="362"/>
            <ac:spMk id="56" creationId="{CF8BAFD6-8353-7912-B7D0-981F037DEC6F}"/>
          </ac:spMkLst>
        </pc:spChg>
        <pc:spChg chg="del">
          <ac:chgData name="陸 柴崎" userId="47b6e960b06a1f92" providerId="LiveId" clId="{DFDF2D9E-0FA2-4FD2-962D-E4713059FE82}" dt="2026-04-17T02:01:53.997" v="7454" actId="478"/>
          <ac:spMkLst>
            <pc:docMk/>
            <pc:sldMk cId="953242606" sldId="362"/>
            <ac:spMk id="57" creationId="{A50ABF9A-B8DC-B70A-A095-F2E1C1E3B357}"/>
          </ac:spMkLst>
        </pc:spChg>
        <pc:spChg chg="del mod">
          <ac:chgData name="陸 柴崎" userId="47b6e960b06a1f92" providerId="LiveId" clId="{DFDF2D9E-0FA2-4FD2-962D-E4713059FE82}" dt="2026-04-17T03:07:33.705" v="8312" actId="478"/>
          <ac:spMkLst>
            <pc:docMk/>
            <pc:sldMk cId="953242606" sldId="362"/>
            <ac:spMk id="62" creationId="{337B0EAC-3E72-754C-43C1-B6FE50699758}"/>
          </ac:spMkLst>
        </pc:spChg>
        <pc:spChg chg="mod">
          <ac:chgData name="陸 柴崎" userId="47b6e960b06a1f92" providerId="LiveId" clId="{DFDF2D9E-0FA2-4FD2-962D-E4713059FE82}" dt="2026-04-17T05:01:00.646" v="9752" actId="14100"/>
          <ac:spMkLst>
            <pc:docMk/>
            <pc:sldMk cId="953242606" sldId="362"/>
            <ac:spMk id="64" creationId="{7FD6CC0C-B025-53C1-1D20-33E9AB37F20A}"/>
          </ac:spMkLst>
        </pc:spChg>
        <pc:spChg chg="del mod">
          <ac:chgData name="陸 柴崎" userId="47b6e960b06a1f92" providerId="LiveId" clId="{DFDF2D9E-0FA2-4FD2-962D-E4713059FE82}" dt="2026-04-17T03:07:34.423" v="8314" actId="478"/>
          <ac:spMkLst>
            <pc:docMk/>
            <pc:sldMk cId="953242606" sldId="362"/>
            <ac:spMk id="74" creationId="{1602FFF9-E65F-6166-78B1-07B686D26BA6}"/>
          </ac:spMkLst>
        </pc:spChg>
        <pc:graphicFrameChg chg="mod modGraphic">
          <ac:chgData name="陸 柴崎" userId="47b6e960b06a1f92" providerId="LiveId" clId="{DFDF2D9E-0FA2-4FD2-962D-E4713059FE82}" dt="2026-04-17T05:01:11.907" v="9774" actId="20577"/>
          <ac:graphicFrameMkLst>
            <pc:docMk/>
            <pc:sldMk cId="953242606" sldId="362"/>
            <ac:graphicFrameMk id="3" creationId="{0BAFD11F-3F10-483E-AB62-E981D12E431D}"/>
          </ac:graphicFrameMkLst>
        </pc:graphicFrameChg>
      </pc:sldChg>
      <pc:sldChg chg="modSp mod modNotesTx">
        <pc:chgData name="陸 柴崎" userId="47b6e960b06a1f92" providerId="LiveId" clId="{DFDF2D9E-0FA2-4FD2-962D-E4713059FE82}" dt="2026-04-17T05:27:48.861" v="10617" actId="20577"/>
        <pc:sldMkLst>
          <pc:docMk/>
          <pc:sldMk cId="1569866030" sldId="369"/>
        </pc:sldMkLst>
        <pc:spChg chg="mod">
          <ac:chgData name="陸 柴崎" userId="47b6e960b06a1f92" providerId="LiveId" clId="{DFDF2D9E-0FA2-4FD2-962D-E4713059FE82}" dt="2026-04-17T04:29:45.984" v="8765" actId="12"/>
          <ac:spMkLst>
            <pc:docMk/>
            <pc:sldMk cId="1569866030" sldId="369"/>
            <ac:spMk id="22" creationId="{022DE87D-C8BD-1C1C-1665-66FF203AF948}"/>
          </ac:spMkLst>
        </pc:spChg>
        <pc:spChg chg="mod">
          <ac:chgData name="陸 柴崎" userId="47b6e960b06a1f92" providerId="LiveId" clId="{DFDF2D9E-0FA2-4FD2-962D-E4713059FE82}" dt="2026-04-17T04:29:10.558" v="8758" actId="1076"/>
          <ac:spMkLst>
            <pc:docMk/>
            <pc:sldMk cId="1569866030" sldId="369"/>
            <ac:spMk id="47" creationId="{6E7A7030-D93D-0703-963D-8485025CB6B4}"/>
          </ac:spMkLst>
        </pc:spChg>
        <pc:spChg chg="mod">
          <ac:chgData name="陸 柴崎" userId="47b6e960b06a1f92" providerId="LiveId" clId="{DFDF2D9E-0FA2-4FD2-962D-E4713059FE82}" dt="2026-04-17T04:29:17.696" v="8760" actId="1076"/>
          <ac:spMkLst>
            <pc:docMk/>
            <pc:sldMk cId="1569866030" sldId="369"/>
            <ac:spMk id="51" creationId="{1DCE962B-2A8A-96F2-633F-6FCB049C9F83}"/>
          </ac:spMkLst>
        </pc:spChg>
        <pc:spChg chg="mod">
          <ac:chgData name="陸 柴崎" userId="47b6e960b06a1f92" providerId="LiveId" clId="{DFDF2D9E-0FA2-4FD2-962D-E4713059FE82}" dt="2026-04-17T04:29:10.558" v="8758" actId="1076"/>
          <ac:spMkLst>
            <pc:docMk/>
            <pc:sldMk cId="1569866030" sldId="369"/>
            <ac:spMk id="53" creationId="{4A4521AC-0F84-114C-4670-EC384E1AA242}"/>
          </ac:spMkLst>
        </pc:spChg>
        <pc:spChg chg="mod">
          <ac:chgData name="陸 柴崎" userId="47b6e960b06a1f92" providerId="LiveId" clId="{DFDF2D9E-0FA2-4FD2-962D-E4713059FE82}" dt="2026-04-17T04:29:10.558" v="8758" actId="1076"/>
          <ac:spMkLst>
            <pc:docMk/>
            <pc:sldMk cId="1569866030" sldId="369"/>
            <ac:spMk id="54" creationId="{D2FAC026-54D1-B19B-E546-B0EE37DAA3AC}"/>
          </ac:spMkLst>
        </pc:spChg>
        <pc:spChg chg="mod">
          <ac:chgData name="陸 柴崎" userId="47b6e960b06a1f92" providerId="LiveId" clId="{DFDF2D9E-0FA2-4FD2-962D-E4713059FE82}" dt="2026-04-17T04:29:10.558" v="8758" actId="1076"/>
          <ac:spMkLst>
            <pc:docMk/>
            <pc:sldMk cId="1569866030" sldId="369"/>
            <ac:spMk id="55" creationId="{BDC97152-C90E-C1F6-99C1-6D189D5FBC71}"/>
          </ac:spMkLst>
        </pc:spChg>
        <pc:spChg chg="mod">
          <ac:chgData name="陸 柴崎" userId="47b6e960b06a1f92" providerId="LiveId" clId="{DFDF2D9E-0FA2-4FD2-962D-E4713059FE82}" dt="2026-04-17T04:29:10.558" v="8758" actId="1076"/>
          <ac:spMkLst>
            <pc:docMk/>
            <pc:sldMk cId="1569866030" sldId="369"/>
            <ac:spMk id="56" creationId="{800B316A-5AE9-C01E-B9B4-38464A1ABBC9}"/>
          </ac:spMkLst>
        </pc:spChg>
        <pc:grpChg chg="mod">
          <ac:chgData name="陸 柴崎" userId="47b6e960b06a1f92" providerId="LiveId" clId="{DFDF2D9E-0FA2-4FD2-962D-E4713059FE82}" dt="2026-04-17T04:29:10.558" v="8758" actId="1076"/>
          <ac:grpSpMkLst>
            <pc:docMk/>
            <pc:sldMk cId="1569866030" sldId="369"/>
            <ac:grpSpMk id="52" creationId="{D4E7004D-9449-3DAB-7415-91222CC2A4B7}"/>
          </ac:grpSpMkLst>
        </pc:grpChg>
        <pc:picChg chg="mod">
          <ac:chgData name="陸 柴崎" userId="47b6e960b06a1f92" providerId="LiveId" clId="{DFDF2D9E-0FA2-4FD2-962D-E4713059FE82}" dt="2026-04-17T04:29:15.194" v="8759" actId="1076"/>
          <ac:picMkLst>
            <pc:docMk/>
            <pc:sldMk cId="1569866030" sldId="369"/>
            <ac:picMk id="50" creationId="{C977F46C-CCD8-7616-487E-11187611C46C}"/>
          </ac:picMkLst>
        </pc:picChg>
      </pc:sldChg>
      <pc:sldChg chg="modSp mod modNotesTx">
        <pc:chgData name="陸 柴崎" userId="47b6e960b06a1f92" providerId="LiveId" clId="{DFDF2D9E-0FA2-4FD2-962D-E4713059FE82}" dt="2026-04-17T05:28:01.296" v="10619" actId="20577"/>
        <pc:sldMkLst>
          <pc:docMk/>
          <pc:sldMk cId="3260072393" sldId="370"/>
        </pc:sldMkLst>
        <pc:spChg chg="mod">
          <ac:chgData name="陸 柴崎" userId="47b6e960b06a1f92" providerId="LiveId" clId="{DFDF2D9E-0FA2-4FD2-962D-E4713059FE82}" dt="2026-04-17T04:06:55.169" v="8608" actId="20577"/>
          <ac:spMkLst>
            <pc:docMk/>
            <pc:sldMk cId="3260072393" sldId="370"/>
            <ac:spMk id="38" creationId="{22ED28AA-FAD4-E85A-E2F7-9F1CD26D25D1}"/>
          </ac:spMkLst>
        </pc:spChg>
        <pc:spChg chg="mod">
          <ac:chgData name="陸 柴崎" userId="47b6e960b06a1f92" providerId="LiveId" clId="{DFDF2D9E-0FA2-4FD2-962D-E4713059FE82}" dt="2026-04-17T04:08:01.660" v="8618" actId="20577"/>
          <ac:spMkLst>
            <pc:docMk/>
            <pc:sldMk cId="3260072393" sldId="370"/>
            <ac:spMk id="40" creationId="{5EDC52A7-0175-AB9C-A2D8-2DCB4D73C53B}"/>
          </ac:spMkLst>
        </pc:spChg>
      </pc:sldChg>
      <pc:sldChg chg="delSp modSp mod ord">
        <pc:chgData name="陸 柴崎" userId="47b6e960b06a1f92" providerId="LiveId" clId="{DFDF2D9E-0FA2-4FD2-962D-E4713059FE82}" dt="2026-04-17T04:31:07.347" v="8766" actId="207"/>
        <pc:sldMkLst>
          <pc:docMk/>
          <pc:sldMk cId="3935920942" sldId="374"/>
        </pc:sldMkLst>
        <pc:spChg chg="mod">
          <ac:chgData name="陸 柴崎" userId="47b6e960b06a1f92" providerId="LiveId" clId="{DFDF2D9E-0FA2-4FD2-962D-E4713059FE82}" dt="2026-04-17T04:31:07.347" v="8766" actId="207"/>
          <ac:spMkLst>
            <pc:docMk/>
            <pc:sldMk cId="3935920942" sldId="374"/>
            <ac:spMk id="515" creationId="{CD52FC05-F782-4BD7-01BB-401381F9E7A1}"/>
          </ac:spMkLst>
        </pc:spChg>
        <pc:spChg chg="mod">
          <ac:chgData name="陸 柴崎" userId="47b6e960b06a1f92" providerId="LiveId" clId="{DFDF2D9E-0FA2-4FD2-962D-E4713059FE82}" dt="2026-04-17T04:24:31.585" v="8696" actId="20577"/>
          <ac:spMkLst>
            <pc:docMk/>
            <pc:sldMk cId="3935920942" sldId="374"/>
            <ac:spMk id="516" creationId="{CA6A23F2-9264-2E81-AA0D-B68F2F09D36C}"/>
          </ac:spMkLst>
        </pc:spChg>
        <pc:spChg chg="mod">
          <ac:chgData name="陸 柴崎" userId="47b6e960b06a1f92" providerId="LiveId" clId="{DFDF2D9E-0FA2-4FD2-962D-E4713059FE82}" dt="2026-04-17T04:24:39.560" v="8699" actId="1076"/>
          <ac:spMkLst>
            <pc:docMk/>
            <pc:sldMk cId="3935920942" sldId="374"/>
            <ac:spMk id="518" creationId="{93B5FF51-B42D-8116-4963-760DB0131801}"/>
          </ac:spMkLst>
        </pc:spChg>
        <pc:spChg chg="del">
          <ac:chgData name="陸 柴崎" userId="47b6e960b06a1f92" providerId="LiveId" clId="{DFDF2D9E-0FA2-4FD2-962D-E4713059FE82}" dt="2026-04-17T04:24:11.535" v="8682" actId="478"/>
          <ac:spMkLst>
            <pc:docMk/>
            <pc:sldMk cId="3935920942" sldId="374"/>
            <ac:spMk id="522" creationId="{D1E96234-9D3A-B88E-B2E4-693FE98CF62E}"/>
          </ac:spMkLst>
        </pc:spChg>
        <pc:grpChg chg="mod">
          <ac:chgData name="陸 柴崎" userId="47b6e960b06a1f92" providerId="LiveId" clId="{DFDF2D9E-0FA2-4FD2-962D-E4713059FE82}" dt="2026-04-17T04:24:39.560" v="8699" actId="1076"/>
          <ac:grpSpMkLst>
            <pc:docMk/>
            <pc:sldMk cId="3935920942" sldId="374"/>
            <ac:grpSpMk id="514" creationId="{174D9191-5D02-E9FB-5F71-620E43C5AFB3}"/>
          </ac:grpSpMkLst>
        </pc:grpChg>
      </pc:sldChg>
      <pc:sldChg chg="modSp del mod">
        <pc:chgData name="陸 柴崎" userId="47b6e960b06a1f92" providerId="LiveId" clId="{DFDF2D9E-0FA2-4FD2-962D-E4713059FE82}" dt="2026-04-17T04:24:56.198" v="8704" actId="47"/>
        <pc:sldMkLst>
          <pc:docMk/>
          <pc:sldMk cId="3759038318" sldId="381"/>
        </pc:sldMkLst>
        <pc:spChg chg="mod">
          <ac:chgData name="陸 柴崎" userId="47b6e960b06a1f92" providerId="LiveId" clId="{DFDF2D9E-0FA2-4FD2-962D-E4713059FE82}" dt="2026-04-17T03:33:44.092" v="8457" actId="20577"/>
          <ac:spMkLst>
            <pc:docMk/>
            <pc:sldMk cId="3759038318" sldId="381"/>
            <ac:spMk id="515" creationId="{C6E75C42-EF4B-785B-AAAD-920E9C498793}"/>
          </ac:spMkLst>
        </pc:spChg>
      </pc:sldChg>
      <pc:sldChg chg="modSp del mod">
        <pc:chgData name="陸 柴崎" userId="47b6e960b06a1f92" providerId="LiveId" clId="{DFDF2D9E-0FA2-4FD2-962D-E4713059FE82}" dt="2026-04-17T04:25:18.066" v="8709" actId="47"/>
        <pc:sldMkLst>
          <pc:docMk/>
          <pc:sldMk cId="2082349179" sldId="382"/>
        </pc:sldMkLst>
        <pc:spChg chg="mod">
          <ac:chgData name="陸 柴崎" userId="47b6e960b06a1f92" providerId="LiveId" clId="{DFDF2D9E-0FA2-4FD2-962D-E4713059FE82}" dt="2026-04-17T03:34:11.910" v="8487" actId="20577"/>
          <ac:spMkLst>
            <pc:docMk/>
            <pc:sldMk cId="2082349179" sldId="382"/>
            <ac:spMk id="515" creationId="{E16E5A33-D2C8-D5CD-47E1-1919C3226AE1}"/>
          </ac:spMkLst>
        </pc:spChg>
      </pc:sldChg>
      <pc:sldChg chg="modSp del mod ord">
        <pc:chgData name="陸 柴崎" userId="47b6e960b06a1f92" providerId="LiveId" clId="{DFDF2D9E-0FA2-4FD2-962D-E4713059FE82}" dt="2026-04-17T04:28:23.986" v="8752" actId="47"/>
        <pc:sldMkLst>
          <pc:docMk/>
          <pc:sldMk cId="3504178760" sldId="383"/>
        </pc:sldMkLst>
        <pc:spChg chg="mod">
          <ac:chgData name="陸 柴崎" userId="47b6e960b06a1f92" providerId="LiveId" clId="{DFDF2D9E-0FA2-4FD2-962D-E4713059FE82}" dt="2026-04-17T03:34:18.260" v="8495" actId="20577"/>
          <ac:spMkLst>
            <pc:docMk/>
            <pc:sldMk cId="3504178760" sldId="383"/>
            <ac:spMk id="515" creationId="{042B51BA-6BCF-BA41-E888-16D887ABB0C4}"/>
          </ac:spMkLst>
        </pc:spChg>
      </pc:sldChg>
      <pc:sldChg chg="modSp del mod">
        <pc:chgData name="陸 柴崎" userId="47b6e960b06a1f92" providerId="LiveId" clId="{DFDF2D9E-0FA2-4FD2-962D-E4713059FE82}" dt="2026-04-17T04:28:18.942" v="8749" actId="47"/>
        <pc:sldMkLst>
          <pc:docMk/>
          <pc:sldMk cId="1547853550" sldId="384"/>
        </pc:sldMkLst>
        <pc:spChg chg="mod">
          <ac:chgData name="陸 柴崎" userId="47b6e960b06a1f92" providerId="LiveId" clId="{DFDF2D9E-0FA2-4FD2-962D-E4713059FE82}" dt="2026-04-17T03:34:24.476" v="8504" actId="20577"/>
          <ac:spMkLst>
            <pc:docMk/>
            <pc:sldMk cId="1547853550" sldId="384"/>
            <ac:spMk id="515" creationId="{35C1D5B1-937B-25C4-73D2-A5674E5AE26C}"/>
          </ac:spMkLst>
        </pc:spChg>
      </pc:sldChg>
      <pc:sldChg chg="modSp add mod ord">
        <pc:chgData name="陸 柴崎" userId="47b6e960b06a1f92" providerId="LiveId" clId="{DFDF2D9E-0FA2-4FD2-962D-E4713059FE82}" dt="2026-04-17T04:25:09.358" v="8706" actId="207"/>
        <pc:sldMkLst>
          <pc:docMk/>
          <pc:sldMk cId="1553878061" sldId="385"/>
        </pc:sldMkLst>
        <pc:spChg chg="mod">
          <ac:chgData name="陸 柴崎" userId="47b6e960b06a1f92" providerId="LiveId" clId="{DFDF2D9E-0FA2-4FD2-962D-E4713059FE82}" dt="2026-04-17T04:25:09.358" v="8706" actId="207"/>
          <ac:spMkLst>
            <pc:docMk/>
            <pc:sldMk cId="1553878061" sldId="385"/>
            <ac:spMk id="515" creationId="{0EF4C93D-608E-3170-FD7D-2C28C82A3AE8}"/>
          </ac:spMkLst>
        </pc:spChg>
      </pc:sldChg>
      <pc:sldChg chg="modSp add mod">
        <pc:chgData name="陸 柴崎" userId="47b6e960b06a1f92" providerId="LiveId" clId="{DFDF2D9E-0FA2-4FD2-962D-E4713059FE82}" dt="2026-04-17T04:25:31.329" v="8714" actId="207"/>
        <pc:sldMkLst>
          <pc:docMk/>
          <pc:sldMk cId="3965887894" sldId="386"/>
        </pc:sldMkLst>
        <pc:spChg chg="mod">
          <ac:chgData name="陸 柴崎" userId="47b6e960b06a1f92" providerId="LiveId" clId="{DFDF2D9E-0FA2-4FD2-962D-E4713059FE82}" dt="2026-04-17T04:25:28.552" v="8713" actId="207"/>
          <ac:spMkLst>
            <pc:docMk/>
            <pc:sldMk cId="3965887894" sldId="386"/>
            <ac:spMk id="515" creationId="{36AB1A6E-D46A-439B-FDC9-DE5E3CA96FC0}"/>
          </ac:spMkLst>
        </pc:spChg>
        <pc:spChg chg="mod">
          <ac:chgData name="陸 柴崎" userId="47b6e960b06a1f92" providerId="LiveId" clId="{DFDF2D9E-0FA2-4FD2-962D-E4713059FE82}" dt="2026-04-17T04:25:31.329" v="8714" actId="207"/>
          <ac:spMkLst>
            <pc:docMk/>
            <pc:sldMk cId="3965887894" sldId="386"/>
            <ac:spMk id="518" creationId="{9572911D-09EF-EAB6-B6C9-4237964A5988}"/>
          </ac:spMkLst>
        </pc:spChg>
      </pc:sldChg>
      <pc:sldChg chg="modSp add mod ord">
        <pc:chgData name="陸 柴崎" userId="47b6e960b06a1f92" providerId="LiveId" clId="{DFDF2D9E-0FA2-4FD2-962D-E4713059FE82}" dt="2026-04-17T04:28:32.832" v="8757" actId="207"/>
        <pc:sldMkLst>
          <pc:docMk/>
          <pc:sldMk cId="3089603987" sldId="387"/>
        </pc:sldMkLst>
        <pc:spChg chg="mod">
          <ac:chgData name="陸 柴崎" userId="47b6e960b06a1f92" providerId="LiveId" clId="{DFDF2D9E-0FA2-4FD2-962D-E4713059FE82}" dt="2026-04-17T04:28:30.691" v="8756" actId="207"/>
          <ac:spMkLst>
            <pc:docMk/>
            <pc:sldMk cId="3089603987" sldId="387"/>
            <ac:spMk id="515" creationId="{6B9CE90F-EEDB-29E9-1F6F-E60EB4984943}"/>
          </ac:spMkLst>
        </pc:spChg>
        <pc:spChg chg="mod">
          <ac:chgData name="陸 柴崎" userId="47b6e960b06a1f92" providerId="LiveId" clId="{DFDF2D9E-0FA2-4FD2-962D-E4713059FE82}" dt="2026-04-17T04:28:32.832" v="8757" actId="207"/>
          <ac:spMkLst>
            <pc:docMk/>
            <pc:sldMk cId="3089603987" sldId="387"/>
            <ac:spMk id="518" creationId="{1B75EA65-74B7-4696-A102-5E05620BF840}"/>
          </ac:spMkLst>
        </pc:spChg>
      </pc:sldChg>
      <pc:sldChg chg="addSp delSp modSp add mod modNotesTx">
        <pc:chgData name="陸 柴崎" userId="47b6e960b06a1f92" providerId="LiveId" clId="{DFDF2D9E-0FA2-4FD2-962D-E4713059FE82}" dt="2026-04-17T05:26:54.400" v="10566" actId="20577"/>
        <pc:sldMkLst>
          <pc:docMk/>
          <pc:sldMk cId="485867691" sldId="388"/>
        </pc:sldMkLst>
        <pc:spChg chg="mod">
          <ac:chgData name="陸 柴崎" userId="47b6e960b06a1f92" providerId="LiveId" clId="{DFDF2D9E-0FA2-4FD2-962D-E4713059FE82}" dt="2026-04-17T04:41:55.828" v="9216" actId="20577"/>
          <ac:spMkLst>
            <pc:docMk/>
            <pc:sldMk cId="485867691" sldId="388"/>
            <ac:spMk id="3" creationId="{E3142103-9B22-281C-5159-52975F407601}"/>
          </ac:spMkLst>
        </pc:spChg>
        <pc:spChg chg="mod">
          <ac:chgData name="陸 柴崎" userId="47b6e960b06a1f92" providerId="LiveId" clId="{DFDF2D9E-0FA2-4FD2-962D-E4713059FE82}" dt="2026-04-17T04:41:46.794" v="9206"/>
          <ac:spMkLst>
            <pc:docMk/>
            <pc:sldMk cId="485867691" sldId="388"/>
            <ac:spMk id="4" creationId="{842C1A22-C35B-F915-7167-59B827D22D59}"/>
          </ac:spMkLst>
        </pc:spChg>
        <pc:spChg chg="del">
          <ac:chgData name="陸 柴崎" userId="47b6e960b06a1f92" providerId="LiveId" clId="{DFDF2D9E-0FA2-4FD2-962D-E4713059FE82}" dt="2026-04-17T04:35:31.574" v="8768" actId="478"/>
          <ac:spMkLst>
            <pc:docMk/>
            <pc:sldMk cId="485867691" sldId="388"/>
            <ac:spMk id="27" creationId="{ED4B4A60-28BE-9214-D09C-91D460F742A6}"/>
          </ac:spMkLst>
        </pc:spChg>
        <pc:spChg chg="del">
          <ac:chgData name="陸 柴崎" userId="47b6e960b06a1f92" providerId="LiveId" clId="{DFDF2D9E-0FA2-4FD2-962D-E4713059FE82}" dt="2026-04-17T04:35:33.415" v="8769" actId="478"/>
          <ac:spMkLst>
            <pc:docMk/>
            <pc:sldMk cId="485867691" sldId="388"/>
            <ac:spMk id="31" creationId="{625FBE3D-82E1-9397-2B3A-24DFE49BDF97}"/>
          </ac:spMkLst>
        </pc:spChg>
        <pc:spChg chg="del mod">
          <ac:chgData name="陸 柴崎" userId="47b6e960b06a1f92" providerId="LiveId" clId="{DFDF2D9E-0FA2-4FD2-962D-E4713059FE82}" dt="2026-04-17T04:37:02.231" v="8783" actId="478"/>
          <ac:spMkLst>
            <pc:docMk/>
            <pc:sldMk cId="485867691" sldId="388"/>
            <ac:spMk id="32" creationId="{81DF2937-57FE-3334-CE1D-0BF88D4BEFDF}"/>
          </ac:spMkLst>
        </pc:spChg>
        <pc:spChg chg="mod">
          <ac:chgData name="陸 柴崎" userId="47b6e960b06a1f92" providerId="LiveId" clId="{DFDF2D9E-0FA2-4FD2-962D-E4713059FE82}" dt="2026-04-17T04:44:36.284" v="9571" actId="1076"/>
          <ac:spMkLst>
            <pc:docMk/>
            <pc:sldMk cId="485867691" sldId="388"/>
            <ac:spMk id="36" creationId="{0B419683-AB18-B1BC-9268-B74118494A0B}"/>
          </ac:spMkLst>
        </pc:spChg>
        <pc:spChg chg="del">
          <ac:chgData name="陸 柴崎" userId="47b6e960b06a1f92" providerId="LiveId" clId="{DFDF2D9E-0FA2-4FD2-962D-E4713059FE82}" dt="2026-04-17T04:35:53.952" v="8774" actId="478"/>
          <ac:spMkLst>
            <pc:docMk/>
            <pc:sldMk cId="485867691" sldId="388"/>
            <ac:spMk id="37" creationId="{04ED7A23-D017-1288-9102-A6AD0FF4F609}"/>
          </ac:spMkLst>
        </pc:spChg>
        <pc:spChg chg="mod">
          <ac:chgData name="陸 柴崎" userId="47b6e960b06a1f92" providerId="LiveId" clId="{DFDF2D9E-0FA2-4FD2-962D-E4713059FE82}" dt="2026-04-17T04:45:50.508" v="9651" actId="20577"/>
          <ac:spMkLst>
            <pc:docMk/>
            <pc:sldMk cId="485867691" sldId="388"/>
            <ac:spMk id="38" creationId="{3C1B04B4-5021-4242-51EB-7AAC9C7115F0}"/>
          </ac:spMkLst>
        </pc:spChg>
        <pc:spChg chg="mod">
          <ac:chgData name="陸 柴崎" userId="47b6e960b06a1f92" providerId="LiveId" clId="{DFDF2D9E-0FA2-4FD2-962D-E4713059FE82}" dt="2026-04-17T05:02:08.722" v="9776" actId="12"/>
          <ac:spMkLst>
            <pc:docMk/>
            <pc:sldMk cId="485867691" sldId="388"/>
            <ac:spMk id="40" creationId="{48B77CC8-BB40-B359-58B1-50C80B0CDD88}"/>
          </ac:spMkLst>
        </pc:spChg>
        <pc:spChg chg="del">
          <ac:chgData name="陸 柴崎" userId="47b6e960b06a1f92" providerId="LiveId" clId="{DFDF2D9E-0FA2-4FD2-962D-E4713059FE82}" dt="2026-04-17T04:35:48.183" v="8772" actId="478"/>
          <ac:spMkLst>
            <pc:docMk/>
            <pc:sldMk cId="485867691" sldId="388"/>
            <ac:spMk id="45" creationId="{5CB3E6E1-C987-CE80-0170-B6A37F0CBC5B}"/>
          </ac:spMkLst>
        </pc:spChg>
        <pc:spChg chg="mod">
          <ac:chgData name="陸 柴崎" userId="47b6e960b06a1f92" providerId="LiveId" clId="{DFDF2D9E-0FA2-4FD2-962D-E4713059FE82}" dt="2026-04-17T04:45:19.946" v="9628" actId="20577"/>
          <ac:spMkLst>
            <pc:docMk/>
            <pc:sldMk cId="485867691" sldId="388"/>
            <ac:spMk id="51" creationId="{3D45409B-4B35-B8AF-0F59-9AD0EED04F74}"/>
          </ac:spMkLst>
        </pc:spChg>
        <pc:grpChg chg="add mod">
          <ac:chgData name="陸 柴崎" userId="47b6e960b06a1f92" providerId="LiveId" clId="{DFDF2D9E-0FA2-4FD2-962D-E4713059FE82}" dt="2026-04-17T04:48:45.463" v="9683" actId="1076"/>
          <ac:grpSpMkLst>
            <pc:docMk/>
            <pc:sldMk cId="485867691" sldId="388"/>
            <ac:grpSpMk id="2" creationId="{B064165D-DE67-BAAA-6D5E-6CC4402C8E1D}"/>
          </ac:grpSpMkLst>
        </pc:grpChg>
        <pc:grpChg chg="mod">
          <ac:chgData name="陸 柴崎" userId="47b6e960b06a1f92" providerId="LiveId" clId="{DFDF2D9E-0FA2-4FD2-962D-E4713059FE82}" dt="2026-04-17T04:48:45.463" v="9683" actId="1076"/>
          <ac:grpSpMkLst>
            <pc:docMk/>
            <pc:sldMk cId="485867691" sldId="388"/>
            <ac:grpSpMk id="52" creationId="{EF7BE932-03F4-C269-B483-DC799B50ECC3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FC281-721B-4934-9CCF-260B5135F409}" type="datetimeFigureOut">
              <a:rPr kumimoji="1" lang="ja-JP" altLang="en-US" smtClean="0"/>
              <a:t>2026/4/17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58F7A-9C9F-42E9-83A4-0C372CE5784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927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99960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温度が高くなりすぎて破損しちゃうよ．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AI</a:t>
            </a:r>
            <a:r>
              <a:rPr kumimoji="1" lang="ja-JP" altLang="en-US" dirty="0"/>
              <a:t>の必要性を答えらえるようになりたいよね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608260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による必要性</a:t>
            </a:r>
            <a:endParaRPr kumimoji="1" lang="en-US" altLang="ja-JP" dirty="0"/>
          </a:p>
          <a:p>
            <a:r>
              <a:rPr kumimoji="1" lang="ja-JP" altLang="en-US" dirty="0"/>
              <a:t>→ノイズ強度が高いところから検出するためには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が必要？</a:t>
            </a:r>
            <a:endParaRPr kumimoji="1" lang="en-US" altLang="ja-JP" dirty="0"/>
          </a:p>
          <a:p>
            <a:r>
              <a:rPr kumimoji="1" lang="ja-JP" altLang="en-US" dirty="0"/>
              <a:t>→結構ノイズ耐性を期待してる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モダンが逆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目的が目標・手段になっているので目的をもう一度考えよう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6244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目的としては，「</a:t>
            </a:r>
            <a:r>
              <a:rPr lang="ja-JP" altLang="en-US" sz="12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沸騰・未沸騰状態の音響データ</a:t>
            </a:r>
            <a:r>
              <a:rPr lang="ja-JP" altLang="en-US" sz="1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を取得」をすることです．</a:t>
            </a:r>
            <a:endParaRPr lang="en-US" altLang="ja-JP" sz="1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また，「局所閉塞が原因で発生する炉心の沸騰現象」を異常状態として早期検知することを想定しています．なので，伝熱面がバーンアウトする前の沸騰状態に焦点を当てていることから，「サブクールプール沸騰実験」の形式で実験を行いました．</a:t>
            </a:r>
            <a:endParaRPr lang="en-US" altLang="ja-JP" sz="12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5360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ここのあんさんぶるを使っているという理由もあると思うので，ここら辺音ストーリーも考えている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ja-JP" altLang="en-US" dirty="0"/>
              <a:t>予測の部分で物理と根ざしてやっているよ～言えるようになっていきたい</a:t>
            </a:r>
            <a:endParaRPr kumimoji="1" lang="en-US" altLang="ja-JP" dirty="0"/>
          </a:p>
          <a:p>
            <a:r>
              <a:rPr kumimoji="1" lang="ja-JP" altLang="en-US" dirty="0"/>
              <a:t>→結構むずくね？</a:t>
            </a:r>
            <a:r>
              <a:rPr kumimoji="1" lang="en-US" altLang="ja-JP" dirty="0"/>
              <a:t>XAI</a:t>
            </a:r>
            <a:r>
              <a:rPr kumimoji="1" lang="ja-JP" altLang="en-US" dirty="0"/>
              <a:t>じゃないとむりちゃう？</a:t>
            </a:r>
            <a:endParaRPr kumimoji="1" lang="en-US" altLang="ja-JP" dirty="0"/>
          </a:p>
          <a:p>
            <a:r>
              <a:rPr kumimoji="1" lang="ja-JP" altLang="en-US" dirty="0"/>
              <a:t>→先生的にはモデル選びとかアンサンブルの仕方とか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2050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558F7A-9C9F-42E9-83A4-0C372CE5784D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0481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35141-B1DA-4BCF-9AAA-97947E23424F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48189-7185-406F-AF7C-BED606B3670B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01697-F5F8-4170-8723-96F9EA86E2DC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CCBFD-D654-4967-8B61-A3494FDAD3C3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F7437-43BB-4691-A20F-B3DC80928B9C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B0C1-09DA-4824-A9FE-04B648356115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59CF7-FBD3-43A8-86EA-1BFF241249A7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600" y="9715500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D3CE7-97B2-48B0-AAAA-F59DB167F20C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42D9E0-6A31-47E1-86F8-E8D32905AA5C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58458-117C-445C-93D2-58146BCC020C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68477-63A2-4B58-B832-4FD9CBB3DB7F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876800" y="9921875"/>
            <a:ext cx="620097" cy="36512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46D91-97FF-446E-BDC2-075A4D5370E6}" type="datetime1">
              <a:rPr lang="en-US" altLang="ja-JP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43800" y="6361199"/>
            <a:ext cx="62009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>
                <a:solidFill>
                  <a:schemeClr val="bg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4" name="Group 4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17" name="TextBox 17"/>
          <p:cNvSpPr txBox="1"/>
          <p:nvPr/>
        </p:nvSpPr>
        <p:spPr>
          <a:xfrm>
            <a:off x="2216634" y="3669143"/>
            <a:ext cx="13854732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ja-JP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CNN</a:t>
            </a:r>
            <a:r>
              <a:rPr lang="ja-JP" altLang="en-US" sz="6600" dirty="0">
                <a:solidFill>
                  <a:srgbClr val="292B2B"/>
                </a:solidFill>
                <a:latin typeface="Source Han Sans JP Bold"/>
                <a:ea typeface="Source Han Sans JP Bold"/>
                <a:cs typeface="Source Han Sans JP Bold"/>
                <a:sym typeface="Source Han Sans JP Bold"/>
              </a:rPr>
              <a:t>アンサンブル学習に基づく音響識別によるプール沸騰の発生検知</a:t>
            </a:r>
            <a:endParaRPr lang="en-US" sz="6600" dirty="0">
              <a:solidFill>
                <a:srgbClr val="292B2B"/>
              </a:solidFill>
              <a:latin typeface="Source Han Sans JP Bold"/>
              <a:ea typeface="Source Han Sans JP Bold"/>
              <a:cs typeface="Source Han Sans JP Bold"/>
              <a:sym typeface="Source Han Sans JP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85825" y="7729472"/>
            <a:ext cx="1630680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ja-JP" altLang="en-US" sz="4000" dirty="0"/>
              <a:t>植木研究室　　</a:t>
            </a:r>
            <a:r>
              <a:rPr lang="ja-JP" altLang="en-US" sz="4000" dirty="0">
                <a:solidFill>
                  <a:srgbClr val="292B2B"/>
                </a:solidFill>
                <a:latin typeface="+mj-ea"/>
                <a:ea typeface="+mj-ea"/>
                <a:cs typeface="Source Han Sans JP"/>
                <a:sym typeface="Source Han Sans JP"/>
              </a:rPr>
              <a:t>柴崎陸</a:t>
            </a:r>
            <a:endParaRPr lang="en-US" sz="4000" dirty="0">
              <a:solidFill>
                <a:srgbClr val="292B2B"/>
              </a:solidFill>
              <a:latin typeface="+mj-ea"/>
              <a:ea typeface="+mj-ea"/>
              <a:cs typeface="Source Han Sans JP"/>
              <a:sym typeface="Source Han Sans JP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11044" y="6792441"/>
            <a:ext cx="5785681" cy="514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292B2B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2026年4月17日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8" name="Group 28"/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9D73F52F-7EA5-9483-9209-847FF8564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7763-2D1A-C694-B5B5-8F51F780E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A12A8F40-7102-C7D1-923B-5C13B72F5BE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1AAD0476-6679-D251-7DB6-C096006979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C0DC7045-F2DC-68AC-D91B-C9B055F1457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E927E74C-26F8-B701-2934-8887140D6605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BEF7DB9F-99AB-C26F-E2F7-3616316E0D2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816E4EA7-5D1B-164D-F6EB-BA4B2FAC845C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B2D41046-D395-1D5D-734E-1D2D3A1326EA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D6A13BA3-6272-8D07-BEF3-0BE995EE6EE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C305F8F9-BFE3-4866-ABB4-3B55A9223DD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662FA83C-2E82-71DC-97A9-9255FD8BB6E4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0A959509-04E6-3250-0B5D-4AF3808402E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559E136A-9CA4-2FEC-7939-DD1D74D8601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6EF31E37-21F0-23D1-F2A1-1444BEFA89BE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C61D7212-F948-A870-8BCC-207438C5DB1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C23CD345-FBBE-15ED-3849-2C2AC7DC52B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1EF17899-2953-A607-C6FC-366903498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2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32392C98-BF95-2629-766B-4112A1AECDD7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C1F39524-B2E0-43B3-E529-E61AE26606CE}"/>
              </a:ext>
            </a:extLst>
          </p:cNvPr>
          <p:cNvGrpSpPr/>
          <p:nvPr/>
        </p:nvGrpSpPr>
        <p:grpSpPr>
          <a:xfrm>
            <a:off x="3429000" y="3695700"/>
            <a:ext cx="12343465" cy="3402857"/>
            <a:chOff x="10121433" y="2372120"/>
            <a:chExt cx="6318718" cy="1717700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6B9CE90F-EEDB-29E9-1F6F-E60EB4984943}"/>
                </a:ext>
              </a:extLst>
            </p:cNvPr>
            <p:cNvSpPr txBox="1"/>
            <p:nvPr/>
          </p:nvSpPr>
          <p:spPr>
            <a:xfrm>
              <a:off x="10717809" y="2372120"/>
              <a:ext cx="5722342" cy="1710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概要</a:t>
              </a:r>
              <a:endParaRPr lang="en-US" altLang="ja-JP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B51A2F83-68E0-03A1-D411-122559C0B95F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717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  <p:sp>
        <p:nvSpPr>
          <p:cNvPr id="518" name="TextBox 22">
            <a:extLst>
              <a:ext uri="{FF2B5EF4-FFF2-40B4-BE49-F238E27FC236}">
                <a16:creationId xmlns:a16="http://schemas.microsoft.com/office/drawing/2014/main" id="{1B75EA65-74B7-4696-A102-5E05620BF840}"/>
              </a:ext>
            </a:extLst>
          </p:cNvPr>
          <p:cNvSpPr txBox="1"/>
          <p:nvPr/>
        </p:nvSpPr>
        <p:spPr>
          <a:xfrm>
            <a:off x="5180493" y="5186124"/>
            <a:ext cx="7402351" cy="99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ja-JP" alt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実験</a:t>
            </a:r>
            <a:endParaRPr lang="en-US" altLang="ja-JP" sz="2999" dirty="0"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CNN</a:t>
            </a:r>
            <a:r>
              <a:rPr lang="ja-JP" alt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モデルとアンサンブル学習</a:t>
            </a:r>
            <a:endParaRPr lang="en-US" altLang="ja-JP" sz="2999" dirty="0"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</p:txBody>
      </p:sp>
    </p:spTree>
    <p:extLst>
      <p:ext uri="{BB962C8B-B14F-4D97-AF65-F5344CB8AC3E}">
        <p14:creationId xmlns:p14="http://schemas.microsoft.com/office/powerpoint/2010/main" val="3089603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7914F-A799-8407-2E05-7B9590D40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354DD6A-2557-652B-1792-31A524F188DB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69BF750B-60A4-4E82-B839-7BA9157A6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03D6D19F-1AF6-AD5E-CE6C-E44129439619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909F5C98-FFAE-A12E-4B6F-37E15BB34FB3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33886DF3-46F1-BD15-279F-392B353DA0F9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D7B40E06-5EBD-3EE4-DA4B-DEB7E373A6D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B75BF9CF-F5A2-EE72-70AD-1817C9AFBD2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32B3A22C-DB84-86AA-7B2F-EF20AB8776B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16FD220C-8351-6890-3790-A667BBD2E90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66F709C8-FF11-9D5A-F993-A353A3061DC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E521F8B7-418B-ACDE-6057-5C5C7F4FE71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8C7477C5-4EA3-278B-A7EF-CE0CA22F51E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293277E8-C149-C383-3121-3BA84362D743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65AA76B2-4074-67BE-1D43-9E11D39DB2F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CF385111-D3E3-89C8-8106-38C1338F639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1808099D-E16C-5EC6-57BC-75978A501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3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D6B08CA3-0D5C-DE2A-A188-219B3BC99ABC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174D9191-5D02-E9FB-5F71-620E43C5AFB3}"/>
              </a:ext>
            </a:extLst>
          </p:cNvPr>
          <p:cNvGrpSpPr/>
          <p:nvPr/>
        </p:nvGrpSpPr>
        <p:grpSpPr>
          <a:xfrm>
            <a:off x="3429000" y="3695700"/>
            <a:ext cx="12343465" cy="3402857"/>
            <a:chOff x="10121433" y="2372120"/>
            <a:chExt cx="6318718" cy="1717700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CD52FC05-F782-4BD7-01BB-401381F9E7A1}"/>
                </a:ext>
              </a:extLst>
            </p:cNvPr>
            <p:cNvSpPr txBox="1"/>
            <p:nvPr/>
          </p:nvSpPr>
          <p:spPr>
            <a:xfrm>
              <a:off x="10717809" y="2372120"/>
              <a:ext cx="5722342" cy="1710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概要</a:t>
              </a:r>
              <a:endParaRPr lang="en-US" altLang="ja-JP" sz="2999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CA6A23F2-9264-2E81-AA0D-B68F2F09D36C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717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  <p:sp>
        <p:nvSpPr>
          <p:cNvPr id="518" name="TextBox 22">
            <a:extLst>
              <a:ext uri="{FF2B5EF4-FFF2-40B4-BE49-F238E27FC236}">
                <a16:creationId xmlns:a16="http://schemas.microsoft.com/office/drawing/2014/main" id="{93B5FF51-B42D-8116-4963-760DB0131801}"/>
              </a:ext>
            </a:extLst>
          </p:cNvPr>
          <p:cNvSpPr txBox="1"/>
          <p:nvPr/>
        </p:nvSpPr>
        <p:spPr>
          <a:xfrm>
            <a:off x="5180493" y="5186124"/>
            <a:ext cx="7402351" cy="99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ja-JP" alt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実験</a:t>
            </a:r>
            <a:endParaRPr lang="en-US" altLang="ja-JP" sz="2999" dirty="0">
              <a:solidFill>
                <a:schemeClr val="bg1">
                  <a:lumMod val="85000"/>
                </a:schemeClr>
              </a:solidFill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CNN</a:t>
            </a:r>
            <a:r>
              <a:rPr lang="ja-JP" alt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モデルとアンサンブル学習</a:t>
            </a:r>
            <a:endParaRPr lang="en-US" altLang="ja-JP" sz="2999" dirty="0">
              <a:solidFill>
                <a:schemeClr val="bg1">
                  <a:lumMod val="85000"/>
                </a:schemeClr>
              </a:solidFill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</p:txBody>
      </p:sp>
    </p:spTree>
    <p:extLst>
      <p:ext uri="{BB962C8B-B14F-4D97-AF65-F5344CB8AC3E}">
        <p14:creationId xmlns:p14="http://schemas.microsoft.com/office/powerpoint/2010/main" val="393592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B37C-964B-AC11-EDB7-CB194CC0E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スライド番号プレースホルダー 28">
            <a:extLst>
              <a:ext uri="{FF2B5EF4-FFF2-40B4-BE49-F238E27FC236}">
                <a16:creationId xmlns:a16="http://schemas.microsoft.com/office/drawing/2014/main" id="{64C6A2B1-D68F-3D23-4EB7-F0A679C2E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429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4</a:t>
            </a:fld>
            <a:endParaRPr lang="en-US" sz="480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022DE87D-C8BD-1C1C-1665-66FF203A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8473" y="2459012"/>
            <a:ext cx="16649526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SzTx/>
              <a:buFont typeface="Wingdings" panose="05000000000000000000" pitchFamily="2" charset="2"/>
              <a:buChar char="l"/>
              <a:tabLst/>
            </a:pP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ロシア</a:t>
            </a: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による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ウクライナ侵攻</a:t>
            </a: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の影響等による</a:t>
            </a:r>
            <a:r>
              <a:rPr lang="ja-JP" altLang="en-US" sz="2800" dirty="0">
                <a:latin typeface="Source Han Sans JP Bold" panose="020B0600070205080204" charset="-128"/>
                <a:ea typeface="Source Han Sans JP Bold" panose="020B0600070205080204" charset="-128"/>
              </a:rPr>
              <a:t>「エネルギー資源の安定供給」</a:t>
            </a: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に対する懸念の増大</a:t>
            </a:r>
            <a:r>
              <a:rPr kumimoji="0" lang="ja-JP" altLang="ja-JP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 </a:t>
            </a:r>
            <a:r>
              <a:rPr kumimoji="0" lang="en-US" altLang="ja-JP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[1] </a:t>
            </a: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日本：</a:t>
            </a:r>
            <a:r>
              <a:rPr kumimoji="0" lang="en-US" altLang="ja-JP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2050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年カーボンニュートラル宣言</a:t>
            </a:r>
            <a:endParaRPr kumimoji="0" lang="en-US" altLang="ja-JP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l"/>
            </a:pP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重要なエネルギーの供給源として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 Bold" panose="020B0600070205080204" charset="-128"/>
                <a:ea typeface="Source Han Sans JP Bold" panose="020B0600070205080204" charset="-128"/>
              </a:rPr>
              <a:t>「原子力発電」</a:t>
            </a:r>
            <a:r>
              <a:rPr kumimoji="0" lang="ja-JP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が位置付けられる</a:t>
            </a:r>
            <a:r>
              <a:rPr lang="en-US" altLang="ja-JP" sz="2800" dirty="0">
                <a:latin typeface="Source Han Sans JP" panose="020B0600070205080204" charset="-128"/>
                <a:ea typeface="Source Han Sans JP" panose="020B0600070205080204" charset="-128"/>
              </a:rPr>
              <a:t>[2]</a:t>
            </a:r>
          </a:p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l"/>
            </a:pP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中でも最も性能が良く，実用化に近い種類</a:t>
            </a:r>
            <a:endParaRPr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60312724-A3F8-D877-C2B7-FA86BEF98AFC}"/>
              </a:ext>
            </a:extLst>
          </p:cNvPr>
          <p:cNvSpPr txBox="1"/>
          <p:nvPr/>
        </p:nvSpPr>
        <p:spPr>
          <a:xfrm>
            <a:off x="1556933" y="9700443"/>
            <a:ext cx="16230600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[1]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佐藤 純一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カーボンニュートラルに向けた水素の役割と社会実装に向けた取り組み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電気学会誌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144(8):520–523, 2024.</a:t>
            </a:r>
          </a:p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[2]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上出 英樹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伊藤 隆哉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, 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and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小竹 庄司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第 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4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世代原子炉の開発動向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日本原子力学会誌</a:t>
            </a:r>
            <a:r>
              <a:rPr 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ATOMO </a:t>
            </a:r>
            <a:r>
              <a:rPr lang="el-GR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Σ, 60(9):562–566, 2018.</a:t>
            </a:r>
            <a:endParaRPr lang="en-US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43AE7C6B-7351-5825-E0E1-3777BB8F152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29CF0DB2-C51E-08ED-FEB3-D6567673B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D3CFCC76-1AE5-A05F-2873-E25C6D79E399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31" name="直線コネクタ 30">
              <a:extLst>
                <a:ext uri="{FF2B5EF4-FFF2-40B4-BE49-F238E27FC236}">
                  <a16:creationId xmlns:a16="http://schemas.microsoft.com/office/drawing/2014/main" id="{EB4B6EEE-4EAA-E0E7-CAA1-E9DFB1A6B96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フローチャート: 論理積ゲート 31">
              <a:extLst>
                <a:ext uri="{FF2B5EF4-FFF2-40B4-BE49-F238E27FC236}">
                  <a16:creationId xmlns:a16="http://schemas.microsoft.com/office/drawing/2014/main" id="{76C22DF7-203B-60AF-6317-7E96F3FA660C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3" name="Group 3">
            <a:extLst>
              <a:ext uri="{FF2B5EF4-FFF2-40B4-BE49-F238E27FC236}">
                <a16:creationId xmlns:a16="http://schemas.microsoft.com/office/drawing/2014/main" id="{5DF53C7B-1F38-147D-28ED-EADF164DCBE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34" name="Group 4">
              <a:extLst>
                <a:ext uri="{FF2B5EF4-FFF2-40B4-BE49-F238E27FC236}">
                  <a16:creationId xmlns:a16="http://schemas.microsoft.com/office/drawing/2014/main" id="{9F7BB424-5D5B-559C-D094-327D1427FAC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1" name="Freeform 5">
                <a:extLst>
                  <a:ext uri="{FF2B5EF4-FFF2-40B4-BE49-F238E27FC236}">
                    <a16:creationId xmlns:a16="http://schemas.microsoft.com/office/drawing/2014/main" id="{3738E4EE-6CB8-C75A-EEA6-6682037FC9F8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2" name="TextBox 6">
                <a:extLst>
                  <a:ext uri="{FF2B5EF4-FFF2-40B4-BE49-F238E27FC236}">
                    <a16:creationId xmlns:a16="http://schemas.microsoft.com/office/drawing/2014/main" id="{174E6FBE-A7B7-773F-4FED-7C193977588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5" name="Group 7">
              <a:extLst>
                <a:ext uri="{FF2B5EF4-FFF2-40B4-BE49-F238E27FC236}">
                  <a16:creationId xmlns:a16="http://schemas.microsoft.com/office/drawing/2014/main" id="{F9BC06B8-13DC-11CF-3C00-4CEAE0D8307C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39" name="Freeform 8">
                <a:extLst>
                  <a:ext uri="{FF2B5EF4-FFF2-40B4-BE49-F238E27FC236}">
                    <a16:creationId xmlns:a16="http://schemas.microsoft.com/office/drawing/2014/main" id="{F95155B5-987B-CFDC-AC53-052DFB8B969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0" name="TextBox 9">
                <a:extLst>
                  <a:ext uri="{FF2B5EF4-FFF2-40B4-BE49-F238E27FC236}">
                    <a16:creationId xmlns:a16="http://schemas.microsoft.com/office/drawing/2014/main" id="{DADC0933-F8DA-E030-073B-DCE0A8A1760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6" name="Group 10">
              <a:extLst>
                <a:ext uri="{FF2B5EF4-FFF2-40B4-BE49-F238E27FC236}">
                  <a16:creationId xmlns:a16="http://schemas.microsoft.com/office/drawing/2014/main" id="{8FC66875-01D3-021C-13B3-0CA23E986AF2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37" name="Freeform 11">
                <a:extLst>
                  <a:ext uri="{FF2B5EF4-FFF2-40B4-BE49-F238E27FC236}">
                    <a16:creationId xmlns:a16="http://schemas.microsoft.com/office/drawing/2014/main" id="{EC64C948-81F2-06EA-57BF-D2B0E8375E2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8" name="TextBox 12">
                <a:extLst>
                  <a:ext uri="{FF2B5EF4-FFF2-40B4-BE49-F238E27FC236}">
                    <a16:creationId xmlns:a16="http://schemas.microsoft.com/office/drawing/2014/main" id="{A0D26BA9-C298-92EA-2113-1B64EA0C837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43" name="TextBox 24">
            <a:extLst>
              <a:ext uri="{FF2B5EF4-FFF2-40B4-BE49-F238E27FC236}">
                <a16:creationId xmlns:a16="http://schemas.microsoft.com/office/drawing/2014/main" id="{29F16302-7E62-85B7-3C03-875C434D5C5B}"/>
              </a:ext>
            </a:extLst>
          </p:cNvPr>
          <p:cNvSpPr txBox="1"/>
          <p:nvPr/>
        </p:nvSpPr>
        <p:spPr>
          <a:xfrm>
            <a:off x="1806795" y="305043"/>
            <a:ext cx="561743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研究背景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84CFE8E6-CA31-68B8-E270-C24AD76686AA}"/>
              </a:ext>
            </a:extLst>
          </p:cNvPr>
          <p:cNvGrpSpPr/>
          <p:nvPr/>
        </p:nvGrpSpPr>
        <p:grpSpPr>
          <a:xfrm>
            <a:off x="1501897" y="1689155"/>
            <a:ext cx="8639037" cy="552410"/>
            <a:chOff x="1535808" y="1451163"/>
            <a:chExt cx="8639037" cy="552410"/>
          </a:xfrm>
        </p:grpSpPr>
        <p:sp>
          <p:nvSpPr>
            <p:cNvPr id="45" name="TextBox 26">
              <a:extLst>
                <a:ext uri="{FF2B5EF4-FFF2-40B4-BE49-F238E27FC236}">
                  <a16:creationId xmlns:a16="http://schemas.microsoft.com/office/drawing/2014/main" id="{64C37D32-7FF7-A3E9-2AB4-A18186A72682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背景 </a:t>
              </a:r>
              <a:r>
                <a:rPr lang="en-US" altLang="ja-JP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– </a:t>
              </a: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エネルギーセキュリティの重要性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46" name="Freeform 5">
              <a:extLst>
                <a:ext uri="{FF2B5EF4-FFF2-40B4-BE49-F238E27FC236}">
                  <a16:creationId xmlns:a16="http://schemas.microsoft.com/office/drawing/2014/main" id="{EEADAE25-CC5F-4A60-5B7F-E4748A25EE44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47" name="Rectangle 1">
            <a:extLst>
              <a:ext uri="{FF2B5EF4-FFF2-40B4-BE49-F238E27FC236}">
                <a16:creationId xmlns:a16="http://schemas.microsoft.com/office/drawing/2014/main" id="{6E7A7030-D93D-0703-963D-8485025CB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739" y="7069120"/>
            <a:ext cx="10413295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l"/>
            </a:pPr>
            <a:r>
              <a:rPr kumimoji="0" lang="ja-JP" altLang="ja-JP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1966年</a:t>
            </a:r>
            <a:r>
              <a:rPr kumimoji="0" lang="ja-JP" altLang="en-US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，フェルミ炉による</a:t>
            </a:r>
            <a:r>
              <a:rPr kumimoji="0" lang="ja-JP" altLang="ja-JP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 Bold" panose="020B0600070205080204" charset="-128"/>
                <a:ea typeface="Source Han Sans JP Bold" panose="020B0600070205080204" charset="-128"/>
              </a:rPr>
              <a:t>炉心溶融</a:t>
            </a:r>
            <a:r>
              <a:rPr kumimoji="0" lang="ja-JP" altLang="ja-JP" sz="2800" b="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Han Sans JP" panose="020B0600070205080204" charset="-128"/>
                <a:ea typeface="Source Han Sans JP" panose="020B0600070205080204" charset="-128"/>
              </a:rPr>
              <a:t>事故</a:t>
            </a:r>
            <a:r>
              <a:rPr lang="en-US" altLang="ja-JP" sz="2800" dirty="0">
                <a:latin typeface="Source Han Sans JP" panose="020B0600070205080204" charset="-128"/>
                <a:ea typeface="Source Han Sans JP" panose="020B0600070205080204" charset="-128"/>
              </a:rPr>
              <a:t>[2]</a:t>
            </a:r>
            <a:endParaRPr kumimoji="0" lang="en-US" altLang="ja-JP" sz="2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炉心溶融：</a:t>
            </a:r>
            <a:r>
              <a:rPr lang="ja-JP" altLang="en-US" sz="2800" dirty="0">
                <a:latin typeface="Source Han Sans JP Bold" panose="020B0600070205080204" charset="-128"/>
                <a:ea typeface="Source Han Sans JP Bold" panose="020B0600070205080204" charset="-128"/>
              </a:rPr>
              <a:t>過剰沸騰</a:t>
            </a: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による内部壁の破損</a:t>
            </a:r>
            <a:endParaRPr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914400" lvl="1" indent="-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  <a:buFont typeface="Wingdings" panose="05000000000000000000" pitchFamily="2" charset="2"/>
              <a:buChar char="Ø"/>
            </a:pPr>
            <a:endParaRPr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48" name="Rectangle 1">
            <a:extLst>
              <a:ext uri="{FF2B5EF4-FFF2-40B4-BE49-F238E27FC236}">
                <a16:creationId xmlns:a16="http://schemas.microsoft.com/office/drawing/2014/main" id="{41455BF1-AC8E-4116-6D15-75B465908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633" y="4599573"/>
            <a:ext cx="11038023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</a:pPr>
            <a:r>
              <a:rPr kumimoji="0" lang="ja-JP" altLang="ja-JP" sz="3600" i="0" u="none" strike="noStrike" cap="none" normalizeH="0" baseline="0" dirty="0">
                <a:ln>
                  <a:noFill/>
                </a:ln>
                <a:solidFill>
                  <a:srgbClr val="5276F8"/>
                </a:solidFill>
                <a:effectLst/>
                <a:latin typeface="Source Han Sans JP Bold" panose="020B0600070205080204" charset="-128"/>
                <a:ea typeface="Source Han Sans JP Bold" panose="020B0600070205080204" charset="-128"/>
              </a:rPr>
              <a:t>ナトリウム冷却高速炉(SFR)</a:t>
            </a:r>
            <a:r>
              <a:rPr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：</a:t>
            </a: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高効率・カーボンフリー・安定電源（右下図</a:t>
            </a:r>
            <a:r>
              <a:rPr lang="en-US" altLang="ja-JP" sz="2800" dirty="0">
                <a:latin typeface="Source Han Sans JP" panose="020B0600070205080204" charset="-128"/>
                <a:ea typeface="Source Han Sans JP" panose="020B0600070205080204" charset="-128"/>
              </a:rPr>
              <a:t>1</a:t>
            </a:r>
            <a:r>
              <a:rPr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）</a:t>
            </a:r>
            <a:endParaRPr kumimoji="0" lang="en-US" altLang="ja-JP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49" name="矢印: 下 48">
            <a:extLst>
              <a:ext uri="{FF2B5EF4-FFF2-40B4-BE49-F238E27FC236}">
                <a16:creationId xmlns:a16="http://schemas.microsoft.com/office/drawing/2014/main" id="{CC2651DF-EE8A-8ABA-9793-F11924A2FADF}"/>
              </a:ext>
            </a:extLst>
          </p:cNvPr>
          <p:cNvSpPr/>
          <p:nvPr/>
        </p:nvSpPr>
        <p:spPr>
          <a:xfrm rot="16200000">
            <a:off x="2339911" y="4619318"/>
            <a:ext cx="646317" cy="730686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50" name="図 49">
            <a:extLst>
              <a:ext uri="{FF2B5EF4-FFF2-40B4-BE49-F238E27FC236}">
                <a16:creationId xmlns:a16="http://schemas.microsoft.com/office/drawing/2014/main" id="{C977F46C-CCD8-7616-487E-11187611C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17034" y="4856103"/>
            <a:ext cx="5867397" cy="4206435"/>
          </a:xfrm>
          <a:prstGeom prst="rect">
            <a:avLst/>
          </a:prstGeom>
        </p:spPr>
      </p:pic>
      <p:sp>
        <p:nvSpPr>
          <p:cNvPr id="51" name="TextBox 26">
            <a:extLst>
              <a:ext uri="{FF2B5EF4-FFF2-40B4-BE49-F238E27FC236}">
                <a16:creationId xmlns:a16="http://schemas.microsoft.com/office/drawing/2014/main" id="{1DCE962B-2A8A-96F2-633F-6FCB049C9F83}"/>
              </a:ext>
            </a:extLst>
          </p:cNvPr>
          <p:cNvSpPr txBox="1"/>
          <p:nvPr/>
        </p:nvSpPr>
        <p:spPr>
          <a:xfrm>
            <a:off x="13645337" y="9240574"/>
            <a:ext cx="4228925" cy="2436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900"/>
              </a:lnSpc>
              <a:spcBef>
                <a:spcPct val="0"/>
              </a:spcBef>
            </a:pP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図</a:t>
            </a:r>
            <a:r>
              <a:rPr lang="en-US" altLang="ja-JP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1. </a:t>
            </a:r>
            <a:r>
              <a:rPr lang="ja-JP" altLang="en-US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ナトリウム冷却高速炉</a:t>
            </a:r>
            <a:endParaRPr lang="en-US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D4E7004D-9449-3DAB-7415-91222CC2A4B7}"/>
              </a:ext>
            </a:extLst>
          </p:cNvPr>
          <p:cNvGrpSpPr/>
          <p:nvPr/>
        </p:nvGrpSpPr>
        <p:grpSpPr>
          <a:xfrm>
            <a:off x="1537339" y="6307136"/>
            <a:ext cx="8639037" cy="552410"/>
            <a:chOff x="1535808" y="1451163"/>
            <a:chExt cx="8639037" cy="552410"/>
          </a:xfrm>
        </p:grpSpPr>
        <p:sp>
          <p:nvSpPr>
            <p:cNvPr id="53" name="TextBox 26">
              <a:extLst>
                <a:ext uri="{FF2B5EF4-FFF2-40B4-BE49-F238E27FC236}">
                  <a16:creationId xmlns:a16="http://schemas.microsoft.com/office/drawing/2014/main" id="{4A4521AC-0F84-114C-4670-EC384E1AA242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ナトリウム冷却高速炉の課題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D2FAC026-54D1-B19B-E546-B0EE37DAA3AC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55" name="Rectangle 1">
            <a:extLst>
              <a:ext uri="{FF2B5EF4-FFF2-40B4-BE49-F238E27FC236}">
                <a16:creationId xmlns:a16="http://schemas.microsoft.com/office/drawing/2014/main" id="{BDC97152-C90E-C1F6-99C1-6D189D5FB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2041" y="8452069"/>
            <a:ext cx="90651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6AAAA8"/>
              </a:buClr>
            </a:pPr>
            <a:r>
              <a:rPr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沸騰現象の</a:t>
            </a:r>
            <a:r>
              <a:rPr lang="ja-JP" altLang="en-US" sz="3600" dirty="0">
                <a:solidFill>
                  <a:srgbClr val="5276F8"/>
                </a:solidFill>
                <a:latin typeface="Source Han Sans JP Bold" panose="020B0600070205080204" charset="-128"/>
                <a:ea typeface="Source Han Sans JP Bold" panose="020B0600070205080204" charset="-128"/>
              </a:rPr>
              <a:t>早期検知</a:t>
            </a:r>
            <a:r>
              <a:rPr lang="ja-JP" altLang="en-US" sz="3600" dirty="0">
                <a:latin typeface="Source Han Sans JP Bold" panose="020B0600070205080204" charset="-128"/>
                <a:ea typeface="Source Han Sans JP Bold" panose="020B0600070205080204" charset="-128"/>
              </a:rPr>
              <a:t>（</a:t>
            </a:r>
            <a:r>
              <a:rPr lang="en-US" altLang="ja-JP" sz="3600" dirty="0">
                <a:latin typeface="Source Han Sans JP Bold" panose="020B0600070205080204" charset="-128"/>
                <a:ea typeface="Source Han Sans JP Bold" panose="020B0600070205080204" charset="-128"/>
              </a:rPr>
              <a:t>AI</a:t>
            </a:r>
            <a:r>
              <a:rPr lang="ja-JP" altLang="en-US" sz="3600" dirty="0">
                <a:latin typeface="Source Han Sans JP Bold" panose="020B0600070205080204" charset="-128"/>
                <a:ea typeface="Source Han Sans JP Bold" panose="020B0600070205080204" charset="-128"/>
              </a:rPr>
              <a:t>による異常検知）</a:t>
            </a:r>
            <a:endParaRPr lang="en-US" altLang="ja-JP" sz="3600" dirty="0">
              <a:latin typeface="Source Han Sans JP Bold" panose="020B0600070205080204" charset="-128"/>
              <a:ea typeface="Source Han Sans JP Bold" panose="020B0600070205080204" charset="-128"/>
            </a:endParaRPr>
          </a:p>
        </p:txBody>
      </p:sp>
      <p:sp>
        <p:nvSpPr>
          <p:cNvPr id="56" name="矢印: 下 55">
            <a:extLst>
              <a:ext uri="{FF2B5EF4-FFF2-40B4-BE49-F238E27FC236}">
                <a16:creationId xmlns:a16="http://schemas.microsoft.com/office/drawing/2014/main" id="{800B316A-5AE9-C01E-B9B4-38464A1ABBC9}"/>
              </a:ext>
            </a:extLst>
          </p:cNvPr>
          <p:cNvSpPr/>
          <p:nvPr/>
        </p:nvSpPr>
        <p:spPr>
          <a:xfrm rot="16200000">
            <a:off x="2375352" y="8346822"/>
            <a:ext cx="646317" cy="730686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866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476D2-46B4-5BAA-0F60-AEB074709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矢印: 下 31">
            <a:extLst>
              <a:ext uri="{FF2B5EF4-FFF2-40B4-BE49-F238E27FC236}">
                <a16:creationId xmlns:a16="http://schemas.microsoft.com/office/drawing/2014/main" id="{DE62A7CF-22A9-6314-9907-2DEAEC4ED4B2}"/>
              </a:ext>
            </a:extLst>
          </p:cNvPr>
          <p:cNvSpPr/>
          <p:nvPr/>
        </p:nvSpPr>
        <p:spPr>
          <a:xfrm>
            <a:off x="8668925" y="5677625"/>
            <a:ext cx="1470338" cy="588686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62A422B1-140D-192D-3BAF-C4781CB61AB5}"/>
              </a:ext>
            </a:extLst>
          </p:cNvPr>
          <p:cNvSpPr/>
          <p:nvPr/>
        </p:nvSpPr>
        <p:spPr>
          <a:xfrm>
            <a:off x="1725299" y="1646322"/>
            <a:ext cx="7418698" cy="3497178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E5DD4162-D935-1EA0-AC5A-2B7FDEFFD5EF}"/>
              </a:ext>
            </a:extLst>
          </p:cNvPr>
          <p:cNvSpPr txBox="1"/>
          <p:nvPr/>
        </p:nvSpPr>
        <p:spPr>
          <a:xfrm>
            <a:off x="2132465" y="1943213"/>
            <a:ext cx="6657701" cy="3108543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【</a:t>
            </a:r>
            <a:r>
              <a:rPr kumimoji="1" lang="ja-JP" altLang="en-US" sz="2800" b="1" dirty="0">
                <a:latin typeface="Source Han Sans JP" panose="020B0600070205080204" charset="-128"/>
                <a:ea typeface="Source Han Sans JP" panose="020B0600070205080204" charset="-128"/>
              </a:rPr>
              <a:t>先行研究</a:t>
            </a:r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】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モダンな機械学習による沸騰・未沸騰の分類</a:t>
            </a:r>
            <a:r>
              <a:rPr kumimoji="1" lang="en-US" altLang="ja-JP" sz="2800" dirty="0">
                <a:latin typeface="Source Han Sans JP" panose="020B0600070205080204" charset="-128"/>
                <a:ea typeface="Source Han Sans JP" panose="020B0600070205080204" charset="-128"/>
              </a:rPr>
              <a:t>[3]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機械学習モデルの予測根拠の可視化</a:t>
            </a:r>
            <a:r>
              <a:rPr kumimoji="1" lang="en-US" altLang="ja-JP" sz="2800" dirty="0">
                <a:latin typeface="Source Han Sans JP" panose="020B0600070205080204" charset="-128"/>
                <a:ea typeface="Source Han Sans JP" panose="020B0600070205080204" charset="-128"/>
              </a:rPr>
              <a:t>[3]</a:t>
            </a: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沸騰段階の，機械学習モデルを利用した高精度での予測検知</a:t>
            </a:r>
            <a:r>
              <a:rPr kumimoji="1" lang="en-US" altLang="ja-JP" sz="2800" dirty="0">
                <a:latin typeface="Source Han Sans JP" panose="020B0600070205080204" charset="-128"/>
                <a:ea typeface="Source Han Sans JP" panose="020B0600070205080204" charset="-128"/>
              </a:rPr>
              <a:t>[4]</a:t>
            </a:r>
          </a:p>
        </p:txBody>
      </p:sp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FF3D00FF-F6A1-AE0A-F883-2A7010A3D09F}"/>
              </a:ext>
            </a:extLst>
          </p:cNvPr>
          <p:cNvSpPr/>
          <p:nvPr/>
        </p:nvSpPr>
        <p:spPr>
          <a:xfrm>
            <a:off x="9637507" y="1646321"/>
            <a:ext cx="7418699" cy="3497178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8D56D15D-5532-4538-8F9C-99D53899C7A3}"/>
              </a:ext>
            </a:extLst>
          </p:cNvPr>
          <p:cNvSpPr txBox="1"/>
          <p:nvPr/>
        </p:nvSpPr>
        <p:spPr>
          <a:xfrm>
            <a:off x="9872273" y="1921185"/>
            <a:ext cx="1724436" cy="5232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【</a:t>
            </a:r>
            <a:r>
              <a:rPr kumimoji="1" lang="ja-JP" altLang="en-US" sz="2800" b="1" dirty="0">
                <a:latin typeface="Source Han Sans JP" panose="020B0600070205080204" charset="-128"/>
                <a:ea typeface="Source Han Sans JP" panose="020B0600070205080204" charset="-128"/>
              </a:rPr>
              <a:t>課題</a:t>
            </a:r>
            <a:r>
              <a:rPr kumimoji="1" lang="en-US" altLang="ja-JP" sz="2800" b="1" dirty="0">
                <a:latin typeface="Source Han Sans JP" panose="020B0600070205080204" charset="-128"/>
                <a:ea typeface="Source Han Sans JP" panose="020B0600070205080204" charset="-128"/>
              </a:rPr>
              <a:t>】</a:t>
            </a: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22ED28AA-FAD4-E85A-E2F7-9F1CD26D25D1}"/>
              </a:ext>
            </a:extLst>
          </p:cNvPr>
          <p:cNvSpPr txBox="1"/>
          <p:nvPr/>
        </p:nvSpPr>
        <p:spPr>
          <a:xfrm>
            <a:off x="10259695" y="2418025"/>
            <a:ext cx="6611173" cy="267765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単一モデルを用いた識別手法であるため</a:t>
            </a:r>
            <a:r>
              <a:rPr kumimoji="1" lang="ja-JP" altLang="en-US" sz="2800" dirty="0">
                <a:latin typeface="Source Han Sans JP Bold" panose="020B0600070205080204" charset="-128"/>
                <a:ea typeface="Source Han Sans JP Bold" panose="020B0600070205080204" charset="-128"/>
              </a:rPr>
              <a:t>精度向上の余地</a:t>
            </a: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あり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分類の区切りは人が決めるため，</a:t>
            </a:r>
            <a:r>
              <a:rPr kumimoji="1" lang="ja-JP" altLang="en-US" sz="2800" dirty="0">
                <a:latin typeface="Source Han Sans JP Bold" panose="020B0600070205080204" charset="-128"/>
                <a:ea typeface="Source Han Sans JP Bold" panose="020B0600070205080204" charset="-128"/>
              </a:rPr>
              <a:t>精度が人依存</a:t>
            </a: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になる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2800" dirty="0">
                <a:latin typeface="Source Han Sans JP Bold" panose="020B0600070205080204" charset="-128"/>
                <a:ea typeface="Source Han Sans JP Bold" panose="020B0600070205080204" charset="-128"/>
              </a:rPr>
              <a:t>実機環境を想定した評価・精度向上ではない</a:t>
            </a:r>
            <a:r>
              <a:rPr kumimoji="1" lang="ja-JP" altLang="en-US" sz="2800" dirty="0">
                <a:latin typeface="Source Han Sans JP" panose="020B0600070205080204" charset="-128"/>
                <a:ea typeface="Source Han Sans JP" panose="020B0600070205080204" charset="-128"/>
              </a:rPr>
              <a:t>（ノイズなど）</a:t>
            </a:r>
            <a:endParaRPr kumimoji="1" lang="en-US" altLang="ja-JP" sz="28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5EDC52A7-0175-AB9C-A2D8-2DCB4D73C53B}"/>
              </a:ext>
            </a:extLst>
          </p:cNvPr>
          <p:cNvSpPr txBox="1"/>
          <p:nvPr/>
        </p:nvSpPr>
        <p:spPr>
          <a:xfrm>
            <a:off x="2272788" y="7003271"/>
            <a:ext cx="15163800" cy="1754326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「アンサンブル学習」による機械学習予測の安定性と精度の向上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人手に依らない（回帰）沸騰検知手法の構築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ノイズ耐性の評価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C3DA2579-B96C-746F-C4A8-76968FD8F2B4}"/>
              </a:ext>
            </a:extLst>
          </p:cNvPr>
          <p:cNvSpPr txBox="1"/>
          <p:nvPr/>
        </p:nvSpPr>
        <p:spPr>
          <a:xfrm>
            <a:off x="1469104" y="9341171"/>
            <a:ext cx="1596748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lr>
                <a:srgbClr val="64A4A3"/>
              </a:buClr>
              <a:buSzPct val="100000"/>
            </a:pPr>
            <a:r>
              <a:rPr lang="en-US" altLang="ja-JP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[3]</a:t>
            </a:r>
            <a:r>
              <a:rPr lang="ja-JP" altLang="en-US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平子樹</a:t>
            </a:r>
            <a:r>
              <a:rPr lang="en-US" altLang="ja-JP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, “</a:t>
            </a:r>
            <a:r>
              <a:rPr lang="ja-JP" altLang="en-US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深層学習に基づく音響識別によるプール沸騰の状態検出及び予測根拠の可視化に関する研究</a:t>
            </a:r>
            <a:r>
              <a:rPr lang="en-US" altLang="ja-JP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”, 2023</a:t>
            </a:r>
            <a:r>
              <a:rPr lang="ja-JP" altLang="en-US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年</a:t>
            </a:r>
            <a:endParaRPr lang="en-US" altLang="ja-JP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  <a:p>
            <a:pPr>
              <a:buClr>
                <a:srgbClr val="64A4A3"/>
              </a:buClr>
              <a:buSzPct val="100000"/>
            </a:pPr>
            <a:r>
              <a:rPr lang="en-US" altLang="ja-JP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[4]</a:t>
            </a:r>
            <a:r>
              <a:rPr lang="en-US" altLang="ja-JP" dirty="0"/>
              <a:t> </a:t>
            </a:r>
            <a:r>
              <a:rPr lang="en-US" altLang="ja-JP" dirty="0">
                <a:latin typeface="Source Han Sans JP" panose="020B0600070205080204" charset="-128"/>
                <a:ea typeface="Source Han Sans JP" panose="020B0600070205080204" charset="-128"/>
              </a:rPr>
              <a:t>Christy Dunlap, </a:t>
            </a:r>
            <a:r>
              <a:rPr lang="en-US" altLang="ja-JP" dirty="0" err="1">
                <a:latin typeface="Source Han Sans JP" panose="020B0600070205080204" charset="-128"/>
                <a:ea typeface="Source Han Sans JP" panose="020B0600070205080204" charset="-128"/>
              </a:rPr>
              <a:t>Changgen</a:t>
            </a:r>
            <a:r>
              <a:rPr lang="en-US" altLang="ja-JP" dirty="0">
                <a:latin typeface="Source Han Sans JP" panose="020B0600070205080204" charset="-128"/>
                <a:ea typeface="Source Han Sans JP" panose="020B0600070205080204" charset="-128"/>
              </a:rPr>
              <a:t> Li, Hari Pandey, Ying Sun, and Han Hu. A temporal–spatial framework for efficient heat flux monitoring of transient boiling. IEEE Transactions on Instrumentation and Measurement, Vol. 73, pp. 1–12, 2024.</a:t>
            </a: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9AAC032F-39AE-F157-8E71-E181F1EB66E0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820E2805-A421-AF13-7D8D-55430516B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D171CB25-025E-8E53-F851-81E1B9BADCCD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0BB8B16A-151D-0423-EC65-AC684031A3CA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フローチャート: 論理積ゲート 33">
              <a:extLst>
                <a:ext uri="{FF2B5EF4-FFF2-40B4-BE49-F238E27FC236}">
                  <a16:creationId xmlns:a16="http://schemas.microsoft.com/office/drawing/2014/main" id="{8430BC27-1BE0-7165-1639-BA9B58690185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Group 3">
            <a:extLst>
              <a:ext uri="{FF2B5EF4-FFF2-40B4-BE49-F238E27FC236}">
                <a16:creationId xmlns:a16="http://schemas.microsoft.com/office/drawing/2014/main" id="{97D7C597-8197-B2D6-D127-05CA3E4F43A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EBD5C78A-C904-69E8-AEE2-F8F09485354C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4AD2AF1C-EEDF-8831-F287-C59F5DCBB8B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0" name="TextBox 6">
                <a:extLst>
                  <a:ext uri="{FF2B5EF4-FFF2-40B4-BE49-F238E27FC236}">
                    <a16:creationId xmlns:a16="http://schemas.microsoft.com/office/drawing/2014/main" id="{0F69FBCE-3124-43B5-FB3D-A77E8C61FAA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2" name="Group 7">
              <a:extLst>
                <a:ext uri="{FF2B5EF4-FFF2-40B4-BE49-F238E27FC236}">
                  <a16:creationId xmlns:a16="http://schemas.microsoft.com/office/drawing/2014/main" id="{BDC7E1FF-1014-87B2-7AFB-26532D7DA3E7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47" name="Freeform 8">
                <a:extLst>
                  <a:ext uri="{FF2B5EF4-FFF2-40B4-BE49-F238E27FC236}">
                    <a16:creationId xmlns:a16="http://schemas.microsoft.com/office/drawing/2014/main" id="{BDFD90E7-820D-F803-DB03-8486FF61D85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8" name="TextBox 9">
                <a:extLst>
                  <a:ext uri="{FF2B5EF4-FFF2-40B4-BE49-F238E27FC236}">
                    <a16:creationId xmlns:a16="http://schemas.microsoft.com/office/drawing/2014/main" id="{063B9A28-CC88-F1D0-D0A7-ACF717640DA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3" name="Group 10">
              <a:extLst>
                <a:ext uri="{FF2B5EF4-FFF2-40B4-BE49-F238E27FC236}">
                  <a16:creationId xmlns:a16="http://schemas.microsoft.com/office/drawing/2014/main" id="{C5F348FB-C84A-CAB5-3E00-597E1A6BCA07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44" name="Freeform 11">
                <a:extLst>
                  <a:ext uri="{FF2B5EF4-FFF2-40B4-BE49-F238E27FC236}">
                    <a16:creationId xmlns:a16="http://schemas.microsoft.com/office/drawing/2014/main" id="{13F8E2D3-71FB-2C8C-33BA-84D156D8EB8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6" name="TextBox 12">
                <a:extLst>
                  <a:ext uri="{FF2B5EF4-FFF2-40B4-BE49-F238E27FC236}">
                    <a16:creationId xmlns:a16="http://schemas.microsoft.com/office/drawing/2014/main" id="{66CF424A-212F-E834-4D1F-4C2D2964B5B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" name="TextBox 24">
            <a:extLst>
              <a:ext uri="{FF2B5EF4-FFF2-40B4-BE49-F238E27FC236}">
                <a16:creationId xmlns:a16="http://schemas.microsoft.com/office/drawing/2014/main" id="{DF5CDF95-F1B6-976B-D3A3-AECFD96EC611}"/>
              </a:ext>
            </a:extLst>
          </p:cNvPr>
          <p:cNvSpPr txBox="1"/>
          <p:nvPr/>
        </p:nvSpPr>
        <p:spPr>
          <a:xfrm>
            <a:off x="1806795" y="305043"/>
            <a:ext cx="561743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先行研究・目的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74FE5E44-97CB-2CE3-96F7-B0586DCDD6E0}"/>
              </a:ext>
            </a:extLst>
          </p:cNvPr>
          <p:cNvGrpSpPr/>
          <p:nvPr/>
        </p:nvGrpSpPr>
        <p:grpSpPr>
          <a:xfrm>
            <a:off x="1600445" y="6051826"/>
            <a:ext cx="8639037" cy="552410"/>
            <a:chOff x="1535808" y="1451163"/>
            <a:chExt cx="8639037" cy="552410"/>
          </a:xfrm>
        </p:grpSpPr>
        <p:sp>
          <p:nvSpPr>
            <p:cNvPr id="53" name="TextBox 26">
              <a:extLst>
                <a:ext uri="{FF2B5EF4-FFF2-40B4-BE49-F238E27FC236}">
                  <a16:creationId xmlns:a16="http://schemas.microsoft.com/office/drawing/2014/main" id="{9665952C-7D7C-CC67-3943-9E99A2E9E71D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523C6FE3-368A-00ED-C261-57E8431F650E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60072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9DA8A-7356-929F-1F7A-C30294906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E4257650-2E5B-0C4E-185E-0D4A343AFFAC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FAAB0979-98F1-33E6-817B-42362903E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D370F56A-6271-CC73-298E-C762CDABCC5A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6BBB9FFE-9F11-9A48-53B9-5E6CC993DB81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89BFEB0D-43A0-4626-1CBA-DCB85A64E89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8D6E440D-2440-B8C3-1E28-D892A6441ABB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D545AC5B-218E-3C27-B97C-8A9FB7EE739F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022B18AD-D1A1-2EAB-6021-A81BE3734FC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511E6B92-F0AA-B0DE-FF0F-53A0B55BA56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82076467-1395-848A-7F5E-984E772B58E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D33615E1-05F3-D0ED-4D5D-F39E17FF4B2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6F813378-9AAE-057E-9377-8FD8B6AFC8B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E1195E53-D7EA-98D7-C23A-34D161FD9FF6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2C0FFF93-31B5-1CF4-E41B-4FCFD1011D8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A166CF18-258C-7EB1-56E6-CF7221C3EA2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4C3D906A-98A4-AD03-E0F1-290AD071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6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3B653378-5ED6-8558-EABE-E30F7054D83D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BE05D7E4-B5E8-E3F2-F0B1-1FBA682433C3}"/>
              </a:ext>
            </a:extLst>
          </p:cNvPr>
          <p:cNvGrpSpPr/>
          <p:nvPr/>
        </p:nvGrpSpPr>
        <p:grpSpPr>
          <a:xfrm>
            <a:off x="3429000" y="3695700"/>
            <a:ext cx="12343465" cy="3402857"/>
            <a:chOff x="10121433" y="2372120"/>
            <a:chExt cx="6318718" cy="1717700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36AB1A6E-D46A-439B-FDC9-DE5E3CA96FC0}"/>
                </a:ext>
              </a:extLst>
            </p:cNvPr>
            <p:cNvSpPr txBox="1"/>
            <p:nvPr/>
          </p:nvSpPr>
          <p:spPr>
            <a:xfrm>
              <a:off x="10717809" y="2372120"/>
              <a:ext cx="5722342" cy="1710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概要</a:t>
              </a:r>
              <a:endParaRPr lang="en-US" altLang="ja-JP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2C74E240-5376-116D-E8C5-B95173AB65AD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717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  <p:sp>
        <p:nvSpPr>
          <p:cNvPr id="518" name="TextBox 22">
            <a:extLst>
              <a:ext uri="{FF2B5EF4-FFF2-40B4-BE49-F238E27FC236}">
                <a16:creationId xmlns:a16="http://schemas.microsoft.com/office/drawing/2014/main" id="{9572911D-09EF-EAB6-B6C9-4237964A5988}"/>
              </a:ext>
            </a:extLst>
          </p:cNvPr>
          <p:cNvSpPr txBox="1"/>
          <p:nvPr/>
        </p:nvSpPr>
        <p:spPr>
          <a:xfrm>
            <a:off x="5180493" y="5186124"/>
            <a:ext cx="7402351" cy="99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ja-JP" alt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実験</a:t>
            </a:r>
            <a:endParaRPr lang="en-US" altLang="ja-JP" sz="2999" dirty="0"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CNN</a:t>
            </a:r>
            <a:r>
              <a:rPr lang="ja-JP" altLang="en-US" sz="2999" dirty="0"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モデルとアンサンブル学習</a:t>
            </a:r>
            <a:endParaRPr lang="en-US" altLang="ja-JP" sz="2999" dirty="0"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</p:txBody>
      </p:sp>
    </p:spTree>
    <p:extLst>
      <p:ext uri="{BB962C8B-B14F-4D97-AF65-F5344CB8AC3E}">
        <p14:creationId xmlns:p14="http://schemas.microsoft.com/office/powerpoint/2010/main" val="3965887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B9B20-B9A1-08AA-1BC2-15FEE8D0B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6DF013EC-B698-FA6B-19A0-0C2FE2F057BB}"/>
              </a:ext>
            </a:extLst>
          </p:cNvPr>
          <p:cNvSpPr txBox="1"/>
          <p:nvPr/>
        </p:nvSpPr>
        <p:spPr>
          <a:xfrm>
            <a:off x="13616090" y="9160354"/>
            <a:ext cx="2285999" cy="36933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ja-JP" altLang="en-US" dirty="0">
                <a:latin typeface="Source Han Sans JP" panose="020B0600070205080204" charset="-128"/>
                <a:ea typeface="Source Han Sans JP" panose="020B0600070205080204" charset="-128"/>
              </a:rPr>
              <a:t>図</a:t>
            </a:r>
            <a:r>
              <a:rPr lang="en-US" altLang="ja-JP" dirty="0">
                <a:latin typeface="Source Han Sans JP" panose="020B0600070205080204" charset="-128"/>
                <a:ea typeface="Source Han Sans JP" panose="020B0600070205080204" charset="-128"/>
              </a:rPr>
              <a:t>2. </a:t>
            </a:r>
            <a:r>
              <a:rPr lang="ja-JP" altLang="en-US" dirty="0">
                <a:latin typeface="Source Han Sans JP" panose="020B0600070205080204" charset="-128"/>
                <a:ea typeface="Source Han Sans JP" panose="020B0600070205080204" charset="-128"/>
              </a:rPr>
              <a:t>実験の概要図</a:t>
            </a:r>
            <a:endParaRPr kumimoji="1" lang="en-US" altLang="ja-JP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grpSp>
        <p:nvGrpSpPr>
          <p:cNvPr id="57" name="グループ化 56">
            <a:extLst>
              <a:ext uri="{FF2B5EF4-FFF2-40B4-BE49-F238E27FC236}">
                <a16:creationId xmlns:a16="http://schemas.microsoft.com/office/drawing/2014/main" id="{70A78AC6-F17E-6FE5-92D5-C2FA50FBAB92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58" name="図 57">
              <a:extLst>
                <a:ext uri="{FF2B5EF4-FFF2-40B4-BE49-F238E27FC236}">
                  <a16:creationId xmlns:a16="http://schemas.microsoft.com/office/drawing/2014/main" id="{29CED33B-A0D7-78BC-1183-D7CA8BEDC8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9" name="テキスト ボックス 58">
              <a:extLst>
                <a:ext uri="{FF2B5EF4-FFF2-40B4-BE49-F238E27FC236}">
                  <a16:creationId xmlns:a16="http://schemas.microsoft.com/office/drawing/2014/main" id="{E4E45BD1-3A26-C50E-7212-3674E4378C29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60" name="直線コネクタ 59">
              <a:extLst>
                <a:ext uri="{FF2B5EF4-FFF2-40B4-BE49-F238E27FC236}">
                  <a16:creationId xmlns:a16="http://schemas.microsoft.com/office/drawing/2014/main" id="{0D6AD1BD-1031-F30C-2A01-21718D53606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フローチャート: 論理積ゲート 60">
              <a:extLst>
                <a:ext uri="{FF2B5EF4-FFF2-40B4-BE49-F238E27FC236}">
                  <a16:creationId xmlns:a16="http://schemas.microsoft.com/office/drawing/2014/main" id="{7CF828AD-105B-386D-984C-66657589953F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62" name="Group 3">
            <a:extLst>
              <a:ext uri="{FF2B5EF4-FFF2-40B4-BE49-F238E27FC236}">
                <a16:creationId xmlns:a16="http://schemas.microsoft.com/office/drawing/2014/main" id="{DA4AA80D-2822-1F8A-5973-5EDF49112B6E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63" name="Group 4">
              <a:extLst>
                <a:ext uri="{FF2B5EF4-FFF2-40B4-BE49-F238E27FC236}">
                  <a16:creationId xmlns:a16="http://schemas.microsoft.com/office/drawing/2014/main" id="{1F7AEAA5-24B6-7443-AF13-6895904651B3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70" name="Freeform 5">
                <a:extLst>
                  <a:ext uri="{FF2B5EF4-FFF2-40B4-BE49-F238E27FC236}">
                    <a16:creationId xmlns:a16="http://schemas.microsoft.com/office/drawing/2014/main" id="{A3EB7EE4-0992-D61E-7675-7D616C85217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71" name="TextBox 6">
                <a:extLst>
                  <a:ext uri="{FF2B5EF4-FFF2-40B4-BE49-F238E27FC236}">
                    <a16:creationId xmlns:a16="http://schemas.microsoft.com/office/drawing/2014/main" id="{04F484CC-7CFC-4C3E-12FF-CFE8929AA8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4" name="Group 7">
              <a:extLst>
                <a:ext uri="{FF2B5EF4-FFF2-40B4-BE49-F238E27FC236}">
                  <a16:creationId xmlns:a16="http://schemas.microsoft.com/office/drawing/2014/main" id="{3A1B3112-D7F2-2447-15B3-B10DAED3042E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68" name="Freeform 8">
                <a:extLst>
                  <a:ext uri="{FF2B5EF4-FFF2-40B4-BE49-F238E27FC236}">
                    <a16:creationId xmlns:a16="http://schemas.microsoft.com/office/drawing/2014/main" id="{0613B7E3-79FC-B7EB-B6E6-DB8EA898971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9" name="TextBox 9">
                <a:extLst>
                  <a:ext uri="{FF2B5EF4-FFF2-40B4-BE49-F238E27FC236}">
                    <a16:creationId xmlns:a16="http://schemas.microsoft.com/office/drawing/2014/main" id="{E9C7A432-51DA-FA6E-6C4B-2358F45CDEE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5" name="Group 10">
              <a:extLst>
                <a:ext uri="{FF2B5EF4-FFF2-40B4-BE49-F238E27FC236}">
                  <a16:creationId xmlns:a16="http://schemas.microsoft.com/office/drawing/2014/main" id="{8BD38BA9-1C7D-C99A-0341-7C8571DFE128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66" name="Freeform 11">
                <a:extLst>
                  <a:ext uri="{FF2B5EF4-FFF2-40B4-BE49-F238E27FC236}">
                    <a16:creationId xmlns:a16="http://schemas.microsoft.com/office/drawing/2014/main" id="{A0E92CEB-A553-3640-D991-C81B48ED67E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7" name="TextBox 12">
                <a:extLst>
                  <a:ext uri="{FF2B5EF4-FFF2-40B4-BE49-F238E27FC236}">
                    <a16:creationId xmlns:a16="http://schemas.microsoft.com/office/drawing/2014/main" id="{97A1B7AF-3600-A444-5044-FD5FCABA868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72" name="スライド番号プレースホルダー 28">
            <a:extLst>
              <a:ext uri="{FF2B5EF4-FFF2-40B4-BE49-F238E27FC236}">
                <a16:creationId xmlns:a16="http://schemas.microsoft.com/office/drawing/2014/main" id="{5A161645-5183-1831-14E9-5D0868AA0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0494" y="9748987"/>
            <a:ext cx="599456" cy="462299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7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3" name="TextBox 24">
            <a:extLst>
              <a:ext uri="{FF2B5EF4-FFF2-40B4-BE49-F238E27FC236}">
                <a16:creationId xmlns:a16="http://schemas.microsoft.com/office/drawing/2014/main" id="{B4165350-5F3F-DCAE-3409-2B604BE8BC3A}"/>
              </a:ext>
            </a:extLst>
          </p:cNvPr>
          <p:cNvSpPr txBox="1"/>
          <p:nvPr/>
        </p:nvSpPr>
        <p:spPr>
          <a:xfrm>
            <a:off x="1806795" y="305043"/>
            <a:ext cx="4213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実験概要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pic>
        <p:nvPicPr>
          <p:cNvPr id="75" name="図 74" descr="ダイアグラム&#10;&#10;自動的に生成された説明">
            <a:extLst>
              <a:ext uri="{FF2B5EF4-FFF2-40B4-BE49-F238E27FC236}">
                <a16:creationId xmlns:a16="http://schemas.microsoft.com/office/drawing/2014/main" id="{82AF2989-EE28-BE69-25B2-B75DED7A62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632" y="2925573"/>
            <a:ext cx="6772255" cy="5230753"/>
          </a:xfrm>
          <a:prstGeom prst="rect">
            <a:avLst/>
          </a:prstGeom>
        </p:spPr>
      </p:pic>
      <p:grpSp>
        <p:nvGrpSpPr>
          <p:cNvPr id="76" name="グループ化 75">
            <a:extLst>
              <a:ext uri="{FF2B5EF4-FFF2-40B4-BE49-F238E27FC236}">
                <a16:creationId xmlns:a16="http://schemas.microsoft.com/office/drawing/2014/main" id="{C033B42E-607C-B6AB-9751-695F2D12F8C4}"/>
              </a:ext>
            </a:extLst>
          </p:cNvPr>
          <p:cNvGrpSpPr/>
          <p:nvPr/>
        </p:nvGrpSpPr>
        <p:grpSpPr>
          <a:xfrm>
            <a:off x="1538569" y="1741214"/>
            <a:ext cx="8639037" cy="552410"/>
            <a:chOff x="1535808" y="1451163"/>
            <a:chExt cx="8639037" cy="552410"/>
          </a:xfrm>
        </p:grpSpPr>
        <p:sp>
          <p:nvSpPr>
            <p:cNvPr id="77" name="TextBox 26">
              <a:extLst>
                <a:ext uri="{FF2B5EF4-FFF2-40B4-BE49-F238E27FC236}">
                  <a16:creationId xmlns:a16="http://schemas.microsoft.com/office/drawing/2014/main" id="{CD594EE4-8A3E-E297-4213-136F9F34DD56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Source Han Sans JP Medium"/>
                  <a:sym typeface="Source Han Sans JP Medium"/>
                </a:rPr>
                <a:t>なぜ実験をするのか？どのように行うのか？</a:t>
              </a:r>
              <a:endParaRPr lang="en-US" sz="2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endParaRPr>
            </a:p>
          </p:txBody>
        </p:sp>
        <p:sp>
          <p:nvSpPr>
            <p:cNvPr id="78" name="Freeform 5">
              <a:extLst>
                <a:ext uri="{FF2B5EF4-FFF2-40B4-BE49-F238E27FC236}">
                  <a16:creationId xmlns:a16="http://schemas.microsoft.com/office/drawing/2014/main" id="{3A7CEEE1-4C5D-698B-60A9-40B5DAE487A7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79" name="TextBox 25">
            <a:extLst>
              <a:ext uri="{FF2B5EF4-FFF2-40B4-BE49-F238E27FC236}">
                <a16:creationId xmlns:a16="http://schemas.microsoft.com/office/drawing/2014/main" id="{E2A766EC-1BAE-346A-7E7C-4E38CBD2BA86}"/>
              </a:ext>
            </a:extLst>
          </p:cNvPr>
          <p:cNvSpPr txBox="1"/>
          <p:nvPr/>
        </p:nvSpPr>
        <p:spPr>
          <a:xfrm>
            <a:off x="1940610" y="2531518"/>
            <a:ext cx="8766139" cy="13408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55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本研究は，</a:t>
            </a:r>
            <a:r>
              <a:rPr lang="en-US" altLang="ja-JP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SFR</a:t>
            </a:r>
            <a:r>
              <a:rPr lang="ja-JP" altLang="en-US" sz="32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に機械学習を活用するための</a:t>
            </a:r>
            <a:r>
              <a:rPr lang="ja-JP" altLang="en-US" sz="32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基礎研究</a:t>
            </a:r>
            <a:endParaRPr lang="en-US" altLang="ja-JP" sz="3200" dirty="0">
              <a:solidFill>
                <a:srgbClr val="292B2B"/>
              </a:solidFill>
              <a:latin typeface="Source Han Sans JP Bold" panose="020B0600070205080204" charset="-128"/>
              <a:ea typeface="Source Han Sans JP Bold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82" name="矢印: 下 81">
            <a:extLst>
              <a:ext uri="{FF2B5EF4-FFF2-40B4-BE49-F238E27FC236}">
                <a16:creationId xmlns:a16="http://schemas.microsoft.com/office/drawing/2014/main" id="{A9761B4B-B073-C132-48DE-C862F85810D2}"/>
              </a:ext>
            </a:extLst>
          </p:cNvPr>
          <p:cNvSpPr/>
          <p:nvPr/>
        </p:nvSpPr>
        <p:spPr>
          <a:xfrm rot="16200000">
            <a:off x="1584532" y="4648814"/>
            <a:ext cx="712157" cy="728814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TextBox 25">
            <a:extLst>
              <a:ext uri="{FF2B5EF4-FFF2-40B4-BE49-F238E27FC236}">
                <a16:creationId xmlns:a16="http://schemas.microsoft.com/office/drawing/2014/main" id="{7957F1B0-4960-AC1C-C340-8C51E0F65E3A}"/>
              </a:ext>
            </a:extLst>
          </p:cNvPr>
          <p:cNvSpPr txBox="1"/>
          <p:nvPr/>
        </p:nvSpPr>
        <p:spPr>
          <a:xfrm>
            <a:off x="3352800" y="7709708"/>
            <a:ext cx="8236996" cy="1492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000"/>
              </a:lnSpc>
              <a:buClr>
                <a:srgbClr val="64A4A3"/>
              </a:buClr>
              <a:buSzPct val="100000"/>
            </a:pPr>
            <a:r>
              <a:rPr lang="ja-JP" altLang="en-US" sz="4400" dirty="0"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水を用いた実験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"/>
                <a:sym typeface="Source Han Sans JP"/>
              </a:rPr>
              <a:t>にて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"/>
              <a:sym typeface="Source Han Sans JP"/>
            </a:endParaRPr>
          </a:p>
          <a:p>
            <a:pPr algn="l">
              <a:lnSpc>
                <a:spcPts val="6000"/>
              </a:lnSpc>
              <a:buClr>
                <a:srgbClr val="64A4A3"/>
              </a:buClr>
              <a:buSzPct val="100000"/>
            </a:pPr>
            <a:r>
              <a:rPr lang="ja-JP" altLang="en-US" sz="4400" dirty="0"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沸騰・未沸騰データ</a:t>
            </a:r>
            <a:r>
              <a:rPr lang="ja-JP" altLang="en-US" sz="3200" dirty="0">
                <a:latin typeface="Source Han Sans JP Medium" panose="020B0600070205080204" charset="-128"/>
                <a:ea typeface="Source Han Sans JP Medium" panose="020B0600070205080204" charset="-128"/>
                <a:cs typeface="Source Han Sans JP"/>
                <a:sym typeface="Source Han Sans JP"/>
              </a:rPr>
              <a:t>を取得</a:t>
            </a:r>
            <a:endParaRPr lang="en-US" altLang="ja-JP" sz="3200" dirty="0">
              <a:latin typeface="Source Han Sans JP Medium" panose="020B0600070205080204" charset="-128"/>
              <a:ea typeface="Source Han Sans JP Medium" panose="020B0600070205080204" charset="-128"/>
              <a:cs typeface="Source Han Sans JP"/>
              <a:sym typeface="Source Han Sans JP"/>
            </a:endParaRPr>
          </a:p>
        </p:txBody>
      </p:sp>
      <p:sp>
        <p:nvSpPr>
          <p:cNvPr id="12" name="矢印: 下 11">
            <a:extLst>
              <a:ext uri="{FF2B5EF4-FFF2-40B4-BE49-F238E27FC236}">
                <a16:creationId xmlns:a16="http://schemas.microsoft.com/office/drawing/2014/main" id="{1F76A923-3A91-A446-04FC-E3CD3FE0BEEC}"/>
              </a:ext>
            </a:extLst>
          </p:cNvPr>
          <p:cNvSpPr/>
          <p:nvPr/>
        </p:nvSpPr>
        <p:spPr>
          <a:xfrm>
            <a:off x="5596679" y="6712500"/>
            <a:ext cx="945629" cy="531682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F602F12-FE81-A4EB-431F-271A5241960F}"/>
              </a:ext>
            </a:extLst>
          </p:cNvPr>
          <p:cNvSpPr txBox="1"/>
          <p:nvPr/>
        </p:nvSpPr>
        <p:spPr>
          <a:xfrm>
            <a:off x="2378075" y="4376112"/>
            <a:ext cx="8766139" cy="129009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lnSpc>
                <a:spcPts val="5500"/>
              </a:lnSpc>
              <a:buClr>
                <a:srgbClr val="64A4A3"/>
              </a:buClr>
              <a:buSzPct val="100000"/>
              <a:buFont typeface="Wingdings" panose="05000000000000000000" pitchFamily="2" charset="2"/>
              <a:buChar char="l"/>
            </a:pPr>
            <a:r>
              <a:rPr lang="ja-JP" altLang="en-US" sz="32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実際の</a:t>
            </a:r>
            <a:r>
              <a:rPr lang="en-US" altLang="ja-JP" sz="32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SFR</a:t>
            </a:r>
            <a:r>
              <a:rPr lang="ja-JP" altLang="en-US" sz="3200" dirty="0">
                <a:solidFill>
                  <a:srgbClr val="292B2B"/>
                </a:solidFill>
                <a:latin typeface="Source Han Sans JP" panose="020B0600070205080204" charset="-128"/>
                <a:ea typeface="Source Han Sans JP" panose="020B0600070205080204" charset="-128"/>
                <a:cs typeface="Source Han Sans JP"/>
                <a:sym typeface="Source Han Sans JP"/>
              </a:rPr>
              <a:t>で取得した音響データを使用 </a:t>
            </a:r>
            <a:r>
              <a:rPr lang="en-US" altLang="ja-JP" sz="32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×</a:t>
            </a:r>
          </a:p>
          <a:p>
            <a:pPr marL="457200" indent="-457200">
              <a:buClr>
                <a:srgbClr val="64A4A3"/>
              </a:buClr>
              <a:buFont typeface="Wingdings" panose="05000000000000000000" pitchFamily="2" charset="2"/>
              <a:buChar char="l"/>
            </a:pPr>
            <a:r>
              <a:rPr kumimoji="1" lang="ja-JP" altLang="en-US" sz="3200" dirty="0">
                <a:latin typeface="Source Han Sans JP" panose="020B0600070205080204" charset="-128"/>
                <a:ea typeface="Source Han Sans JP" panose="020B0600070205080204" charset="-128"/>
              </a:rPr>
              <a:t>ナトリウムで実験して音響データを取得</a:t>
            </a:r>
            <a:r>
              <a:rPr lang="en-US" altLang="ja-JP" sz="32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×</a:t>
            </a:r>
            <a:endParaRPr kumimoji="1" lang="en-US" altLang="ja-JP" sz="32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06050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3EC8F-69C5-BE30-A789-C845F3A1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02FBBB10-CEE4-2204-F8E1-1E8EFE524CA4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53" name="図 52">
              <a:extLst>
                <a:ext uri="{FF2B5EF4-FFF2-40B4-BE49-F238E27FC236}">
                  <a16:creationId xmlns:a16="http://schemas.microsoft.com/office/drawing/2014/main" id="{A803FA49-D355-8A13-1B5F-ED33A1B103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4" name="テキスト ボックス 53">
              <a:extLst>
                <a:ext uri="{FF2B5EF4-FFF2-40B4-BE49-F238E27FC236}">
                  <a16:creationId xmlns:a16="http://schemas.microsoft.com/office/drawing/2014/main" id="{7D270DA5-8731-83D1-2147-B7445D996FD2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5" name="直線コネクタ 54">
              <a:extLst>
                <a:ext uri="{FF2B5EF4-FFF2-40B4-BE49-F238E27FC236}">
                  <a16:creationId xmlns:a16="http://schemas.microsoft.com/office/drawing/2014/main" id="{00C3BE6B-DEC1-3A19-A227-1E1EC3E74FB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フローチャート: 論理積ゲート 55">
              <a:extLst>
                <a:ext uri="{FF2B5EF4-FFF2-40B4-BE49-F238E27FC236}">
                  <a16:creationId xmlns:a16="http://schemas.microsoft.com/office/drawing/2014/main" id="{24978C32-F940-D749-288C-B2A10E349B91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7" name="Group 3">
            <a:extLst>
              <a:ext uri="{FF2B5EF4-FFF2-40B4-BE49-F238E27FC236}">
                <a16:creationId xmlns:a16="http://schemas.microsoft.com/office/drawing/2014/main" id="{8F2CD725-43E3-E3EB-EE14-4345B958AE2D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8" name="Group 4">
              <a:extLst>
                <a:ext uri="{FF2B5EF4-FFF2-40B4-BE49-F238E27FC236}">
                  <a16:creationId xmlns:a16="http://schemas.microsoft.com/office/drawing/2014/main" id="{B7EA0DDE-45CD-4B8E-5246-4851BDFD6E92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5" name="Freeform 5">
                <a:extLst>
                  <a:ext uri="{FF2B5EF4-FFF2-40B4-BE49-F238E27FC236}">
                    <a16:creationId xmlns:a16="http://schemas.microsoft.com/office/drawing/2014/main" id="{4A8228EF-4FE5-AFA1-DD62-E209FD6443E1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6" name="TextBox 6">
                <a:extLst>
                  <a:ext uri="{FF2B5EF4-FFF2-40B4-BE49-F238E27FC236}">
                    <a16:creationId xmlns:a16="http://schemas.microsoft.com/office/drawing/2014/main" id="{77FB7BF5-469A-02BB-0BA7-7CF428A2365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9" name="Group 7">
              <a:extLst>
                <a:ext uri="{FF2B5EF4-FFF2-40B4-BE49-F238E27FC236}">
                  <a16:creationId xmlns:a16="http://schemas.microsoft.com/office/drawing/2014/main" id="{29EAC3C2-6043-0106-48FE-1A3A7EAEC770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63" name="Freeform 8">
                <a:extLst>
                  <a:ext uri="{FF2B5EF4-FFF2-40B4-BE49-F238E27FC236}">
                    <a16:creationId xmlns:a16="http://schemas.microsoft.com/office/drawing/2014/main" id="{1CD79F70-C9C6-B5A0-2092-C576F3712A9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4" name="TextBox 9">
                <a:extLst>
                  <a:ext uri="{FF2B5EF4-FFF2-40B4-BE49-F238E27FC236}">
                    <a16:creationId xmlns:a16="http://schemas.microsoft.com/office/drawing/2014/main" id="{14A2A3EE-CAA9-96E2-4D24-C042C4689FC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60" name="Group 10">
              <a:extLst>
                <a:ext uri="{FF2B5EF4-FFF2-40B4-BE49-F238E27FC236}">
                  <a16:creationId xmlns:a16="http://schemas.microsoft.com/office/drawing/2014/main" id="{E80D1633-441D-92A6-4D16-747365F46C20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401F36F8-ACA9-CBA2-E90E-3480A271727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75FF15A1-9497-CE82-4368-73A38FA8FE1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68" name="スライド番号プレースホルダー 28">
            <a:extLst>
              <a:ext uri="{FF2B5EF4-FFF2-40B4-BE49-F238E27FC236}">
                <a16:creationId xmlns:a16="http://schemas.microsoft.com/office/drawing/2014/main" id="{27ED6BE4-CB8B-FFBD-5F24-93790AB6D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0494" y="9748987"/>
            <a:ext cx="599456" cy="462299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8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9" name="TextBox 24">
            <a:extLst>
              <a:ext uri="{FF2B5EF4-FFF2-40B4-BE49-F238E27FC236}">
                <a16:creationId xmlns:a16="http://schemas.microsoft.com/office/drawing/2014/main" id="{DCDD6C9C-4595-63CE-8720-ACE607E01523}"/>
              </a:ext>
            </a:extLst>
          </p:cNvPr>
          <p:cNvSpPr txBox="1"/>
          <p:nvPr/>
        </p:nvSpPr>
        <p:spPr>
          <a:xfrm>
            <a:off x="1806795" y="305043"/>
            <a:ext cx="833572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機械学習モデル概要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B497157-5F9A-1562-696E-4A6C2B0A57CE}"/>
              </a:ext>
            </a:extLst>
          </p:cNvPr>
          <p:cNvGrpSpPr/>
          <p:nvPr/>
        </p:nvGrpSpPr>
        <p:grpSpPr>
          <a:xfrm>
            <a:off x="1521624" y="1366351"/>
            <a:ext cx="8639037" cy="552410"/>
            <a:chOff x="1535808" y="1451163"/>
            <a:chExt cx="8639037" cy="552410"/>
          </a:xfrm>
        </p:grpSpPr>
        <p:sp>
          <p:nvSpPr>
            <p:cNvPr id="7" name="TextBox 26">
              <a:extLst>
                <a:ext uri="{FF2B5EF4-FFF2-40B4-BE49-F238E27FC236}">
                  <a16:creationId xmlns:a16="http://schemas.microsoft.com/office/drawing/2014/main" id="{DE88B0AB-7847-95C4-3F33-94C787DB89D7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Source Han Sans JP Medium"/>
                  <a:sym typeface="Source Han Sans JP Medium"/>
                </a:rPr>
                <a:t>深層学習モデルのアーキテクチャ</a:t>
              </a:r>
              <a:endParaRPr lang="en-US" sz="2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 Medium"/>
                <a:sym typeface="Source Han Sans JP Medium"/>
              </a:endParaRPr>
            </a:p>
          </p:txBody>
        </p:sp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F18ECC8B-CC6A-9803-4167-E7212B843E51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sp>
        <p:nvSpPr>
          <p:cNvPr id="21" name="TextBox 25">
            <a:extLst>
              <a:ext uri="{FF2B5EF4-FFF2-40B4-BE49-F238E27FC236}">
                <a16:creationId xmlns:a16="http://schemas.microsoft.com/office/drawing/2014/main" id="{13465F29-1303-E1FC-D902-0B13494D9B87}"/>
              </a:ext>
            </a:extLst>
          </p:cNvPr>
          <p:cNvSpPr txBox="1"/>
          <p:nvPr/>
        </p:nvSpPr>
        <p:spPr>
          <a:xfrm>
            <a:off x="1829207" y="2217142"/>
            <a:ext cx="1593352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00"/>
              </a:lnSpc>
              <a:buClr>
                <a:srgbClr val="64A4A3"/>
              </a:buClr>
              <a:buSzPct val="100000"/>
            </a:pPr>
            <a:r>
              <a:rPr lang="ja-JP" altLang="en-US" sz="28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各モデルに対し，</a:t>
            </a:r>
            <a:r>
              <a:rPr lang="ja-JP" altLang="en-US" sz="2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実験で得たデータ</a:t>
            </a:r>
            <a:r>
              <a:rPr lang="ja-JP" altLang="en-US" sz="28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とそのデータの</a:t>
            </a:r>
            <a:r>
              <a:rPr lang="ja-JP" altLang="en-US" sz="2800" dirty="0">
                <a:solidFill>
                  <a:srgbClr val="292B2B"/>
                </a:solidFill>
                <a:latin typeface="Source Han Sans JP Bold" panose="020B0600070205080204" charset="-128"/>
                <a:ea typeface="Source Han Sans JP Bold" panose="020B0600070205080204" charset="-128"/>
                <a:cs typeface="Source Han Sans JP"/>
                <a:sym typeface="Source Han Sans JP"/>
              </a:rPr>
              <a:t>沸騰段階の値（熱流束）</a:t>
            </a:r>
            <a:r>
              <a:rPr lang="ja-JP" altLang="en-US" sz="2800" dirty="0">
                <a:solidFill>
                  <a:srgbClr val="292B2B"/>
                </a:solidFill>
                <a:latin typeface="Source Han Sans JP"/>
                <a:ea typeface="Source Han Sans JP"/>
                <a:cs typeface="Source Han Sans JP"/>
                <a:sym typeface="Source Han Sans JP"/>
              </a:rPr>
              <a:t>をペアとし，データを入力して熱流束を出力するように学習させる</a:t>
            </a:r>
            <a:endParaRPr lang="en-US" altLang="ja-JP" sz="2800" dirty="0">
              <a:solidFill>
                <a:srgbClr val="292B2B"/>
              </a:solidFill>
              <a:latin typeface="Source Han Sans JP"/>
              <a:ea typeface="Source Han Sans JP"/>
              <a:cs typeface="Source Han Sans JP"/>
              <a:sym typeface="Source Han Sans JP"/>
            </a:endParaRPr>
          </a:p>
        </p:txBody>
      </p:sp>
      <p:sp>
        <p:nvSpPr>
          <p:cNvPr id="24" name="矢印: 下 23">
            <a:extLst>
              <a:ext uri="{FF2B5EF4-FFF2-40B4-BE49-F238E27FC236}">
                <a16:creationId xmlns:a16="http://schemas.microsoft.com/office/drawing/2014/main" id="{47E301E4-4FBC-4F24-B521-78A37BA19E47}"/>
              </a:ext>
            </a:extLst>
          </p:cNvPr>
          <p:cNvSpPr/>
          <p:nvPr/>
        </p:nvSpPr>
        <p:spPr>
          <a:xfrm rot="16200000">
            <a:off x="12823806" y="5878556"/>
            <a:ext cx="712157" cy="728814"/>
          </a:xfrm>
          <a:prstGeom prst="downArrow">
            <a:avLst/>
          </a:prstGeom>
          <a:solidFill>
            <a:srgbClr val="64A4A3"/>
          </a:solidFill>
          <a:ln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27" name="図 26">
            <a:extLst>
              <a:ext uri="{FF2B5EF4-FFF2-40B4-BE49-F238E27FC236}">
                <a16:creationId xmlns:a16="http://schemas.microsoft.com/office/drawing/2014/main" id="{0C70CA12-4BDA-EB81-C78B-BBFA6620F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114" y="3364486"/>
            <a:ext cx="9076600" cy="6510540"/>
          </a:xfrm>
          <a:prstGeom prst="rect">
            <a:avLst/>
          </a:prstGeom>
        </p:spPr>
      </p:pic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63B8592-9B48-F161-51D8-BB75BDAAFA20}"/>
              </a:ext>
            </a:extLst>
          </p:cNvPr>
          <p:cNvSpPr txBox="1"/>
          <p:nvPr/>
        </p:nvSpPr>
        <p:spPr>
          <a:xfrm>
            <a:off x="2264074" y="3554167"/>
            <a:ext cx="3735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Bahnschrift"/>
                <a:cs typeface="+mn-cs"/>
              </a:rPr>
              <a:t>AlexNet</a:t>
            </a:r>
            <a:endParaRPr kumimoji="1" lang="ja-JP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Bahnschrift"/>
              <a:cs typeface="+mn-cs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3D8452E-A15D-9C74-8C81-B4254D589896}"/>
              </a:ext>
            </a:extLst>
          </p:cNvPr>
          <p:cNvSpPr txBox="1"/>
          <p:nvPr/>
        </p:nvSpPr>
        <p:spPr>
          <a:xfrm>
            <a:off x="2363345" y="5463589"/>
            <a:ext cx="3735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Bahnschrift"/>
                <a:cs typeface="+mn-cs"/>
              </a:rPr>
              <a:t>VGG-16</a:t>
            </a:r>
            <a:endParaRPr kumimoji="1" lang="ja-JP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Bahnschrift"/>
              <a:cs typeface="+mn-cs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97C5F984-E951-C769-695C-0A7D30130D04}"/>
              </a:ext>
            </a:extLst>
          </p:cNvPr>
          <p:cNvSpPr txBox="1"/>
          <p:nvPr/>
        </p:nvSpPr>
        <p:spPr>
          <a:xfrm>
            <a:off x="2405698" y="7448747"/>
            <a:ext cx="37354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4400" b="1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Bahnschrift"/>
                <a:cs typeface="+mn-cs"/>
              </a:rPr>
              <a:t>ResNet50</a:t>
            </a:r>
            <a:endParaRPr kumimoji="1" lang="ja-JP" altLang="en-US" sz="4400" b="1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Bahnschrift"/>
              <a:cs typeface="+mn-cs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0AB6FD2E-750F-AF9C-5DDB-AA1B2EBE7A5F}"/>
              </a:ext>
            </a:extLst>
          </p:cNvPr>
          <p:cNvSpPr txBox="1"/>
          <p:nvPr/>
        </p:nvSpPr>
        <p:spPr>
          <a:xfrm>
            <a:off x="2908795" y="8233531"/>
            <a:ext cx="3524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残差接続を用いて</a:t>
            </a:r>
            <a:endParaRPr kumimoji="1" lang="en-US" altLang="ja-JP" sz="24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勾配消失問題を解消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DF43F613-E1B0-616F-DE04-F2A59231E562}"/>
              </a:ext>
            </a:extLst>
          </p:cNvPr>
          <p:cNvSpPr txBox="1"/>
          <p:nvPr/>
        </p:nvSpPr>
        <p:spPr>
          <a:xfrm>
            <a:off x="3128808" y="6233030"/>
            <a:ext cx="35240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畳み込み層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(13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層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全結合層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(3</a:t>
            </a: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層</a:t>
            </a:r>
            <a:r>
              <a:rPr kumimoji="1" lang="en-US" altLang="ja-JP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)</a:t>
            </a:r>
            <a:endParaRPr kumimoji="1" lang="ja-JP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E08E3F0-2FB5-5EF8-6782-8544494B87CC}"/>
              </a:ext>
            </a:extLst>
          </p:cNvPr>
          <p:cNvSpPr txBox="1"/>
          <p:nvPr/>
        </p:nvSpPr>
        <p:spPr>
          <a:xfrm>
            <a:off x="3048000" y="4360658"/>
            <a:ext cx="35240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Source Han Sans JP" panose="020B0600070205080204" charset="-128"/>
                <a:ea typeface="Source Han Sans JP" panose="020B0600070205080204" charset="-128"/>
              </a:rPr>
              <a:t>層が浅いモデル</a:t>
            </a:r>
          </a:p>
        </p:txBody>
      </p:sp>
    </p:spTree>
    <p:extLst>
      <p:ext uri="{BB962C8B-B14F-4D97-AF65-F5344CB8AC3E}">
        <p14:creationId xmlns:p14="http://schemas.microsoft.com/office/powerpoint/2010/main" val="25023471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9B389-CCC9-4927-8862-E9AA1F69A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グループ化 47">
            <a:extLst>
              <a:ext uri="{FF2B5EF4-FFF2-40B4-BE49-F238E27FC236}">
                <a16:creationId xmlns:a16="http://schemas.microsoft.com/office/drawing/2014/main" id="{42F7A0FB-8638-967A-A1A3-CC243ACD700F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49" name="図 48">
              <a:extLst>
                <a:ext uri="{FF2B5EF4-FFF2-40B4-BE49-F238E27FC236}">
                  <a16:creationId xmlns:a16="http://schemas.microsoft.com/office/drawing/2014/main" id="{46DEF525-45D7-85B0-A366-3D46B41EA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50" name="テキスト ボックス 49">
              <a:extLst>
                <a:ext uri="{FF2B5EF4-FFF2-40B4-BE49-F238E27FC236}">
                  <a16:creationId xmlns:a16="http://schemas.microsoft.com/office/drawing/2014/main" id="{EA293854-113A-7D41-CC26-25AE3818E82E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51" name="直線コネクタ 50">
              <a:extLst>
                <a:ext uri="{FF2B5EF4-FFF2-40B4-BE49-F238E27FC236}">
                  <a16:creationId xmlns:a16="http://schemas.microsoft.com/office/drawing/2014/main" id="{83F45413-4D6F-29CD-6E65-326A8D11703F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フローチャート: 論理積ゲート 51">
              <a:extLst>
                <a:ext uri="{FF2B5EF4-FFF2-40B4-BE49-F238E27FC236}">
                  <a16:creationId xmlns:a16="http://schemas.microsoft.com/office/drawing/2014/main" id="{954D33B6-7BF2-805D-A66D-8EB7AD4C76CE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53" name="Group 3">
            <a:extLst>
              <a:ext uri="{FF2B5EF4-FFF2-40B4-BE49-F238E27FC236}">
                <a16:creationId xmlns:a16="http://schemas.microsoft.com/office/drawing/2014/main" id="{CBE0CC2F-2A3E-AF52-2633-9C6BA8840E75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54" name="Group 4">
              <a:extLst>
                <a:ext uri="{FF2B5EF4-FFF2-40B4-BE49-F238E27FC236}">
                  <a16:creationId xmlns:a16="http://schemas.microsoft.com/office/drawing/2014/main" id="{F3AFABAC-9F88-8E6C-3520-C0816823BB9E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61" name="Freeform 5">
                <a:extLst>
                  <a:ext uri="{FF2B5EF4-FFF2-40B4-BE49-F238E27FC236}">
                    <a16:creationId xmlns:a16="http://schemas.microsoft.com/office/drawing/2014/main" id="{D1DFE1AE-EECD-74F2-642E-38B15AF36D7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2" name="TextBox 6">
                <a:extLst>
                  <a:ext uri="{FF2B5EF4-FFF2-40B4-BE49-F238E27FC236}">
                    <a16:creationId xmlns:a16="http://schemas.microsoft.com/office/drawing/2014/main" id="{F7520DBC-A5E7-7BD6-D9C8-CBC70C93A44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5" name="Group 7">
              <a:extLst>
                <a:ext uri="{FF2B5EF4-FFF2-40B4-BE49-F238E27FC236}">
                  <a16:creationId xmlns:a16="http://schemas.microsoft.com/office/drawing/2014/main" id="{D9EFB3AB-150F-BED0-FFD8-B6FE61284582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59" name="Freeform 8">
                <a:extLst>
                  <a:ext uri="{FF2B5EF4-FFF2-40B4-BE49-F238E27FC236}">
                    <a16:creationId xmlns:a16="http://schemas.microsoft.com/office/drawing/2014/main" id="{A3ACBE8C-B5AD-316D-D9C7-7C0176FE101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60" name="TextBox 9">
                <a:extLst>
                  <a:ext uri="{FF2B5EF4-FFF2-40B4-BE49-F238E27FC236}">
                    <a16:creationId xmlns:a16="http://schemas.microsoft.com/office/drawing/2014/main" id="{B2DF01B1-CE91-58AA-54A6-6FDB9A76EC4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56" name="Group 10">
              <a:extLst>
                <a:ext uri="{FF2B5EF4-FFF2-40B4-BE49-F238E27FC236}">
                  <a16:creationId xmlns:a16="http://schemas.microsoft.com/office/drawing/2014/main" id="{2D4C53E7-51A2-6774-B4AC-EFE646EA0FEB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57" name="Freeform 11">
                <a:extLst>
                  <a:ext uri="{FF2B5EF4-FFF2-40B4-BE49-F238E27FC236}">
                    <a16:creationId xmlns:a16="http://schemas.microsoft.com/office/drawing/2014/main" id="{26802F2B-5614-5940-C071-B400E9807005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8" name="TextBox 12">
                <a:extLst>
                  <a:ext uri="{FF2B5EF4-FFF2-40B4-BE49-F238E27FC236}">
                    <a16:creationId xmlns:a16="http://schemas.microsoft.com/office/drawing/2014/main" id="{C848083A-DE3D-63CD-174D-501669C677D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2" name="スライド番号プレースホルダー 28">
            <a:extLst>
              <a:ext uri="{FF2B5EF4-FFF2-40B4-BE49-F238E27FC236}">
                <a16:creationId xmlns:a16="http://schemas.microsoft.com/office/drawing/2014/main" id="{66818563-82D6-4A8C-96C5-9D559B53C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9825038"/>
            <a:ext cx="392112" cy="420687"/>
          </a:xfrm>
        </p:spPr>
        <p:txBody>
          <a:bodyPr/>
          <a:lstStyle/>
          <a:p>
            <a:fld id="{B6F15528-21DE-4FAA-801E-634DDDAF4B2B}" type="slidenum">
              <a:rPr lang="en-US" sz="2400" smtClean="0">
                <a:solidFill>
                  <a:schemeClr val="bg1"/>
                </a:solidFill>
              </a:rPr>
              <a:pPr/>
              <a:t>9</a:t>
            </a:fld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513" name="TextBox 24">
            <a:extLst>
              <a:ext uri="{FF2B5EF4-FFF2-40B4-BE49-F238E27FC236}">
                <a16:creationId xmlns:a16="http://schemas.microsoft.com/office/drawing/2014/main" id="{15AB96B1-6600-A806-415F-E30B3721B52F}"/>
              </a:ext>
            </a:extLst>
          </p:cNvPr>
          <p:cNvSpPr txBox="1"/>
          <p:nvPr/>
        </p:nvSpPr>
        <p:spPr>
          <a:xfrm>
            <a:off x="1806795" y="305043"/>
            <a:ext cx="2242303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Agenda</a:t>
            </a:r>
          </a:p>
        </p:txBody>
      </p:sp>
      <p:grpSp>
        <p:nvGrpSpPr>
          <p:cNvPr id="514" name="グループ化 513">
            <a:extLst>
              <a:ext uri="{FF2B5EF4-FFF2-40B4-BE49-F238E27FC236}">
                <a16:creationId xmlns:a16="http://schemas.microsoft.com/office/drawing/2014/main" id="{C2A74E2F-3E0A-7CF0-CA21-DE6D0BD9209D}"/>
              </a:ext>
            </a:extLst>
          </p:cNvPr>
          <p:cNvGrpSpPr/>
          <p:nvPr/>
        </p:nvGrpSpPr>
        <p:grpSpPr>
          <a:xfrm>
            <a:off x="3429000" y="3695700"/>
            <a:ext cx="12343465" cy="3402857"/>
            <a:chOff x="10121433" y="2372120"/>
            <a:chExt cx="6318718" cy="1717700"/>
          </a:xfrm>
        </p:grpSpPr>
        <p:sp>
          <p:nvSpPr>
            <p:cNvPr id="515" name="TextBox 22">
              <a:extLst>
                <a:ext uri="{FF2B5EF4-FFF2-40B4-BE49-F238E27FC236}">
                  <a16:creationId xmlns:a16="http://schemas.microsoft.com/office/drawing/2014/main" id="{0EF4C93D-608E-3170-FD7D-2C28C82A3AE8}"/>
                </a:ext>
              </a:extLst>
            </p:cNvPr>
            <p:cNvSpPr txBox="1"/>
            <p:nvPr/>
          </p:nvSpPr>
          <p:spPr>
            <a:xfrm>
              <a:off x="10717809" y="2372120"/>
              <a:ext cx="5722342" cy="171077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研究背景・目的</a:t>
              </a:r>
              <a:endParaRPr lang="en-US" sz="2999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solidFill>
                    <a:schemeClr val="bg1">
                      <a:lumMod val="85000"/>
                    </a:schemeClr>
                  </a:solidFill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概要</a:t>
              </a:r>
              <a:endParaRPr lang="en-US" altLang="ja-JP" sz="2999" dirty="0">
                <a:solidFill>
                  <a:schemeClr val="bg1">
                    <a:lumMod val="85000"/>
                  </a:schemeClr>
                </a:solidFill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altLang="ja-JP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ja-JP" altLang="en-US" sz="2999" dirty="0">
                  <a:latin typeface="Source Han Sans JP Bold" panose="020B0600070205080204" charset="-128"/>
                  <a:ea typeface="Source Han Sans JP Bold" panose="020B0600070205080204" charset="-128"/>
                  <a:cs typeface="Now"/>
                  <a:sym typeface="Now"/>
                </a:rPr>
                <a:t>今後の計画</a:t>
              </a:r>
              <a:endParaRPr lang="en-US" sz="2999" dirty="0">
                <a:latin typeface="Source Han Sans JP Bold" panose="020B0600070205080204" charset="-128"/>
                <a:ea typeface="Source Han Sans JP Bold" panose="020B0600070205080204" charset="-128"/>
                <a:cs typeface="Now"/>
                <a:sym typeface="Now"/>
              </a:endParaRPr>
            </a:p>
          </p:txBody>
        </p:sp>
        <p:sp>
          <p:nvSpPr>
            <p:cNvPr id="516" name="TextBox 23">
              <a:extLst>
                <a:ext uri="{FF2B5EF4-FFF2-40B4-BE49-F238E27FC236}">
                  <a16:creationId xmlns:a16="http://schemas.microsoft.com/office/drawing/2014/main" id="{3DFF0534-0DA1-7E16-8612-D09B8225C348}"/>
                </a:ext>
              </a:extLst>
            </p:cNvPr>
            <p:cNvSpPr txBox="1"/>
            <p:nvPr/>
          </p:nvSpPr>
          <p:spPr>
            <a:xfrm>
              <a:off x="10121433" y="2372121"/>
              <a:ext cx="1151616" cy="17176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01</a:t>
              </a: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02</a:t>
              </a: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endParaRPr lang="en-US" sz="2999" dirty="0">
                <a:solidFill>
                  <a:srgbClr val="292B2B"/>
                </a:solidFill>
                <a:latin typeface="Now"/>
                <a:ea typeface="Now"/>
                <a:cs typeface="Now"/>
                <a:sym typeface="Now"/>
              </a:endParaRPr>
            </a:p>
            <a:p>
              <a:pPr algn="l">
                <a:lnSpc>
                  <a:spcPts val="5399"/>
                </a:lnSpc>
              </a:pPr>
              <a:r>
                <a:rPr lang="en-US" sz="2999" dirty="0">
                  <a:solidFill>
                    <a:srgbClr val="292B2B"/>
                  </a:solidFill>
                  <a:latin typeface="Now"/>
                  <a:ea typeface="Now"/>
                  <a:cs typeface="Now"/>
                  <a:sym typeface="Now"/>
                </a:rPr>
                <a:t>03</a:t>
              </a:r>
            </a:p>
          </p:txBody>
        </p:sp>
      </p:grpSp>
      <p:sp>
        <p:nvSpPr>
          <p:cNvPr id="518" name="TextBox 22">
            <a:extLst>
              <a:ext uri="{FF2B5EF4-FFF2-40B4-BE49-F238E27FC236}">
                <a16:creationId xmlns:a16="http://schemas.microsoft.com/office/drawing/2014/main" id="{3A22E0F3-B35D-5DF5-5014-DAD1B90FFC94}"/>
              </a:ext>
            </a:extLst>
          </p:cNvPr>
          <p:cNvSpPr txBox="1"/>
          <p:nvPr/>
        </p:nvSpPr>
        <p:spPr>
          <a:xfrm>
            <a:off x="5180493" y="5186124"/>
            <a:ext cx="7402351" cy="9974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ja-JP" alt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実験</a:t>
            </a:r>
            <a:endParaRPr lang="en-US" altLang="ja-JP" sz="2999" dirty="0">
              <a:solidFill>
                <a:schemeClr val="bg1">
                  <a:lumMod val="85000"/>
                </a:schemeClr>
              </a:solidFill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  <a:p>
            <a:pPr marL="457200" indent="-457200" algn="l">
              <a:lnSpc>
                <a:spcPts val="4000"/>
              </a:lnSpc>
              <a:buFont typeface="Wingdings" panose="05000000000000000000" pitchFamily="2" charset="2"/>
              <a:buChar char="l"/>
            </a:pPr>
            <a:r>
              <a:rPr 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CNN</a:t>
            </a:r>
            <a:r>
              <a:rPr lang="ja-JP" altLang="en-US" sz="2999" dirty="0">
                <a:solidFill>
                  <a:schemeClr val="bg1">
                    <a:lumMod val="85000"/>
                  </a:schemeClr>
                </a:solidFill>
                <a:latin typeface="Source Han Sans JP" panose="020B0600070205080204" charset="-128"/>
                <a:ea typeface="Source Han Sans JP" panose="020B0600070205080204" charset="-128"/>
                <a:cs typeface="Now"/>
                <a:sym typeface="Now"/>
              </a:rPr>
              <a:t>モデルとアンサンブル学習</a:t>
            </a:r>
            <a:endParaRPr lang="en-US" altLang="ja-JP" sz="2999" dirty="0">
              <a:solidFill>
                <a:schemeClr val="bg1">
                  <a:lumMod val="85000"/>
                </a:schemeClr>
              </a:solidFill>
              <a:latin typeface="Source Han Sans JP" panose="020B0600070205080204" charset="-128"/>
              <a:ea typeface="Source Han Sans JP" panose="020B0600070205080204" charset="-128"/>
              <a:cs typeface="Now"/>
              <a:sym typeface="Now"/>
            </a:endParaRPr>
          </a:p>
        </p:txBody>
      </p:sp>
    </p:spTree>
    <p:extLst>
      <p:ext uri="{BB962C8B-B14F-4D97-AF65-F5344CB8AC3E}">
        <p14:creationId xmlns:p14="http://schemas.microsoft.com/office/powerpoint/2010/main" val="1553878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6DA2-1474-17D8-B472-5F586440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四角形: 角を丸くする 35">
            <a:extLst>
              <a:ext uri="{FF2B5EF4-FFF2-40B4-BE49-F238E27FC236}">
                <a16:creationId xmlns:a16="http://schemas.microsoft.com/office/drawing/2014/main" id="{0B419683-AB18-B1BC-9268-B74118494A0B}"/>
              </a:ext>
            </a:extLst>
          </p:cNvPr>
          <p:cNvSpPr/>
          <p:nvPr/>
        </p:nvSpPr>
        <p:spPr>
          <a:xfrm>
            <a:off x="1925785" y="6735943"/>
            <a:ext cx="15347483" cy="3192378"/>
          </a:xfrm>
          <a:prstGeom prst="roundRect">
            <a:avLst/>
          </a:prstGeom>
          <a:solidFill>
            <a:srgbClr val="CFE3E3"/>
          </a:solidFill>
          <a:ln w="57150">
            <a:solidFill>
              <a:srgbClr val="64A4A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3C1B04B4-5021-4242-51EB-7AAC9C7115F0}"/>
              </a:ext>
            </a:extLst>
          </p:cNvPr>
          <p:cNvSpPr txBox="1"/>
          <p:nvPr/>
        </p:nvSpPr>
        <p:spPr>
          <a:xfrm>
            <a:off x="2590800" y="6962379"/>
            <a:ext cx="14539874" cy="2862322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検証に使用した実験データの種類が少ない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lvl="1"/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→</a:t>
            </a:r>
            <a:r>
              <a:rPr kumimoji="1" lang="ja-JP" altLang="en-US" sz="3600" dirty="0">
                <a:latin typeface="Source Han Sans JP Bold" panose="020B0600070205080204" charset="-128"/>
                <a:ea typeface="Source Han Sans JP Bold" panose="020B0600070205080204" charset="-128"/>
              </a:rPr>
              <a:t>妥当性</a:t>
            </a: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が低い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457200" indent="-457200">
              <a:buFont typeface="Wingdings" panose="05000000000000000000" pitchFamily="2" charset="2"/>
              <a:buChar char="l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アンサンブルに使用したモデルが</a:t>
            </a:r>
            <a:r>
              <a:rPr kumimoji="1" lang="en-US" altLang="ja-JP" sz="3600" dirty="0">
                <a:latin typeface="Source Han Sans JP" panose="020B0600070205080204" charset="-128"/>
                <a:ea typeface="Source Han Sans JP" panose="020B0600070205080204" charset="-128"/>
              </a:rPr>
              <a:t>NN</a:t>
            </a: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系のみ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lvl="1"/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→アンサンブルをしているのに機械学習モデルごとの</a:t>
            </a:r>
            <a:r>
              <a:rPr kumimoji="1" lang="ja-JP" altLang="en-US" sz="3600" dirty="0">
                <a:latin typeface="Source Han Sans JP Bold" panose="020B0600070205080204" charset="-128"/>
                <a:ea typeface="Source Han Sans JP Bold" panose="020B0600070205080204" charset="-128"/>
              </a:rPr>
              <a:t>強みが</a:t>
            </a:r>
            <a:endParaRPr kumimoji="1" lang="en-US" altLang="ja-JP" sz="3600" dirty="0">
              <a:latin typeface="Source Han Sans JP Bold" panose="020B0600070205080204" charset="-128"/>
              <a:ea typeface="Source Han Sans JP Bold" panose="020B0600070205080204" charset="-128"/>
            </a:endParaRPr>
          </a:p>
          <a:p>
            <a:pPr lvl="1"/>
            <a:r>
              <a:rPr kumimoji="1" lang="ja-JP" altLang="en-US" sz="3600" dirty="0">
                <a:latin typeface="Source Han Sans JP Bold" panose="020B0600070205080204" charset="-128"/>
                <a:ea typeface="Source Han Sans JP Bold" panose="020B0600070205080204" charset="-128"/>
              </a:rPr>
              <a:t>最大限活かされていない</a:t>
            </a:r>
            <a:endParaRPr kumimoji="1" lang="en-US" altLang="ja-JP" sz="3600" dirty="0">
              <a:latin typeface="Source Han Sans JP Bold" panose="020B0600070205080204" charset="-128"/>
              <a:ea typeface="Source Han Sans JP Bold" panose="020B0600070205080204" charset="-128"/>
            </a:endParaRPr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48B77CC8-BB40-B359-58B1-50C80B0CDD88}"/>
              </a:ext>
            </a:extLst>
          </p:cNvPr>
          <p:cNvSpPr txBox="1"/>
          <p:nvPr/>
        </p:nvSpPr>
        <p:spPr>
          <a:xfrm>
            <a:off x="1524000" y="2244078"/>
            <a:ext cx="16914994" cy="3416320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p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「アンサンブル学習」による機械学習予測の安定性と精度の向上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571500" indent="-571500">
              <a:buFont typeface="Wingdings" panose="05000000000000000000" pitchFamily="2" charset="2"/>
              <a:buChar char="p"/>
            </a:pPr>
            <a:r>
              <a:rPr kumimoji="1" lang="ja-JP" altLang="en-US" sz="3600" strike="sngStrike" dirty="0">
                <a:latin typeface="Source Han Sans JP" panose="020B0600070205080204" charset="-128"/>
                <a:ea typeface="Source Han Sans JP" panose="020B0600070205080204" charset="-128"/>
              </a:rPr>
              <a:t>人手に依らない（回帰）沸騰検知手法の構築</a:t>
            </a:r>
            <a:endParaRPr kumimoji="1" lang="en-US" altLang="ja-JP" sz="3600" strike="sngStrike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「回帰で熱流束予測　→　実測値と比較し沸騰</a:t>
            </a:r>
            <a:r>
              <a:rPr kumimoji="1" lang="en-US" altLang="ja-JP" sz="3600" dirty="0">
                <a:latin typeface="Source Han Sans JP" panose="020B0600070205080204" charset="-128"/>
                <a:ea typeface="Source Han Sans JP" panose="020B0600070205080204" charset="-128"/>
              </a:rPr>
              <a:t>-</a:t>
            </a: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未沸騰の分類に落とし込む」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上記の手法により検知可能だった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571500" indent="-571500">
              <a:buFont typeface="Wingdings" panose="05000000000000000000" pitchFamily="2" charset="2"/>
              <a:buChar char="p"/>
            </a:pPr>
            <a:r>
              <a:rPr kumimoji="1" lang="ja-JP" altLang="en-US" sz="3600" strike="sngStrike" dirty="0">
                <a:latin typeface="Source Han Sans JP" panose="020B0600070205080204" charset="-128"/>
                <a:ea typeface="Source Han Sans JP" panose="020B0600070205080204" charset="-128"/>
              </a:rPr>
              <a:t>ノイズ耐性の評価</a:t>
            </a:r>
            <a:endParaRPr kumimoji="1" lang="en-US" altLang="ja-JP" sz="3600" strike="sngStrike" dirty="0">
              <a:latin typeface="Source Han Sans JP" panose="020B0600070205080204" charset="-128"/>
              <a:ea typeface="Source Han Sans JP" panose="020B0600070205080204" charset="-128"/>
            </a:endParaRP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kumimoji="1" lang="ja-JP" altLang="en-US" sz="3600" dirty="0">
                <a:latin typeface="Source Han Sans JP" panose="020B0600070205080204" charset="-128"/>
                <a:ea typeface="Source Han Sans JP" panose="020B0600070205080204" charset="-128"/>
              </a:rPr>
              <a:t>水流動音ノイズを付加した状態で検証</a:t>
            </a:r>
            <a:endParaRPr kumimoji="1" lang="en-US" altLang="ja-JP" sz="3600" dirty="0">
              <a:latin typeface="Source Han Sans JP" panose="020B0600070205080204" charset="-128"/>
              <a:ea typeface="Source Han Sans JP" panose="020B0600070205080204" charset="-128"/>
            </a:endParaRPr>
          </a:p>
        </p:txBody>
      </p: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24B73251-394E-F9FA-1376-0910EFF0CDB6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28" name="図 27">
              <a:extLst>
                <a:ext uri="{FF2B5EF4-FFF2-40B4-BE49-F238E27FC236}">
                  <a16:creationId xmlns:a16="http://schemas.microsoft.com/office/drawing/2014/main" id="{4B3E8B38-7288-DEAF-5449-AE73AD47B9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F4FB6FD6-DF03-2203-ED4A-758701784FA1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33" name="直線コネクタ 32">
              <a:extLst>
                <a:ext uri="{FF2B5EF4-FFF2-40B4-BE49-F238E27FC236}">
                  <a16:creationId xmlns:a16="http://schemas.microsoft.com/office/drawing/2014/main" id="{3B74DE1B-AD52-CD8E-68C2-155F4DC62B78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フローチャート: 論理積ゲート 33">
              <a:extLst>
                <a:ext uri="{FF2B5EF4-FFF2-40B4-BE49-F238E27FC236}">
                  <a16:creationId xmlns:a16="http://schemas.microsoft.com/office/drawing/2014/main" id="{2EF2506D-88F4-10C9-44BA-25FC791DC3F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35" name="Group 3">
            <a:extLst>
              <a:ext uri="{FF2B5EF4-FFF2-40B4-BE49-F238E27FC236}">
                <a16:creationId xmlns:a16="http://schemas.microsoft.com/office/drawing/2014/main" id="{477764D0-6289-B815-30D3-823363CD1F8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41" name="Group 4">
              <a:extLst>
                <a:ext uri="{FF2B5EF4-FFF2-40B4-BE49-F238E27FC236}">
                  <a16:creationId xmlns:a16="http://schemas.microsoft.com/office/drawing/2014/main" id="{8CE45063-AA09-082B-D71E-7DBF273ADCBB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9" name="Freeform 5">
                <a:extLst>
                  <a:ext uri="{FF2B5EF4-FFF2-40B4-BE49-F238E27FC236}">
                    <a16:creationId xmlns:a16="http://schemas.microsoft.com/office/drawing/2014/main" id="{6D303F48-30C1-138F-D8C0-57C8896A2F7C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50" name="TextBox 6">
                <a:extLst>
                  <a:ext uri="{FF2B5EF4-FFF2-40B4-BE49-F238E27FC236}">
                    <a16:creationId xmlns:a16="http://schemas.microsoft.com/office/drawing/2014/main" id="{9C8BAA4F-F560-FC6A-C148-5B9D67A1A2F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2" name="Group 7">
              <a:extLst>
                <a:ext uri="{FF2B5EF4-FFF2-40B4-BE49-F238E27FC236}">
                  <a16:creationId xmlns:a16="http://schemas.microsoft.com/office/drawing/2014/main" id="{2319A97C-7880-46B8-824E-54C612599C8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47" name="Freeform 8">
                <a:extLst>
                  <a:ext uri="{FF2B5EF4-FFF2-40B4-BE49-F238E27FC236}">
                    <a16:creationId xmlns:a16="http://schemas.microsoft.com/office/drawing/2014/main" id="{925578B3-D47A-49CC-88A9-F3A175401A3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8" name="TextBox 9">
                <a:extLst>
                  <a:ext uri="{FF2B5EF4-FFF2-40B4-BE49-F238E27FC236}">
                    <a16:creationId xmlns:a16="http://schemas.microsoft.com/office/drawing/2014/main" id="{6F5DF3EF-9BB0-46C5-48D0-A5EA2880543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43" name="Group 10">
              <a:extLst>
                <a:ext uri="{FF2B5EF4-FFF2-40B4-BE49-F238E27FC236}">
                  <a16:creationId xmlns:a16="http://schemas.microsoft.com/office/drawing/2014/main" id="{68645CDF-2691-8630-B3FB-B53762F7AF75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44" name="Freeform 11">
                <a:extLst>
                  <a:ext uri="{FF2B5EF4-FFF2-40B4-BE49-F238E27FC236}">
                    <a16:creationId xmlns:a16="http://schemas.microsoft.com/office/drawing/2014/main" id="{8671223A-A496-BA6C-3533-709C7E5B5FD9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6" name="TextBox 12">
                <a:extLst>
                  <a:ext uri="{FF2B5EF4-FFF2-40B4-BE49-F238E27FC236}">
                    <a16:creationId xmlns:a16="http://schemas.microsoft.com/office/drawing/2014/main" id="{404B54D9-5CA4-9E6B-C061-1BBB719D217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51" name="TextBox 24">
            <a:extLst>
              <a:ext uri="{FF2B5EF4-FFF2-40B4-BE49-F238E27FC236}">
                <a16:creationId xmlns:a16="http://schemas.microsoft.com/office/drawing/2014/main" id="{3D45409B-4B35-B8AF-0F59-9AD0EED04F74}"/>
              </a:ext>
            </a:extLst>
          </p:cNvPr>
          <p:cNvSpPr txBox="1"/>
          <p:nvPr/>
        </p:nvSpPr>
        <p:spPr>
          <a:xfrm>
            <a:off x="1806795" y="305043"/>
            <a:ext cx="93184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 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– 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これまでの成果と課題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EF7BE932-03F4-C269-B483-DC799B50ECC3}"/>
              </a:ext>
            </a:extLst>
          </p:cNvPr>
          <p:cNvGrpSpPr/>
          <p:nvPr/>
        </p:nvGrpSpPr>
        <p:grpSpPr>
          <a:xfrm>
            <a:off x="1688182" y="1594485"/>
            <a:ext cx="8639037" cy="552410"/>
            <a:chOff x="1535808" y="1451163"/>
            <a:chExt cx="8639037" cy="552410"/>
          </a:xfrm>
        </p:grpSpPr>
        <p:sp>
          <p:nvSpPr>
            <p:cNvPr id="53" name="TextBox 26">
              <a:extLst>
                <a:ext uri="{FF2B5EF4-FFF2-40B4-BE49-F238E27FC236}">
                  <a16:creationId xmlns:a16="http://schemas.microsoft.com/office/drawing/2014/main" id="{47A57A5E-4F1F-CA33-C365-E96F361D5AE3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目的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54" name="Freeform 5">
              <a:extLst>
                <a:ext uri="{FF2B5EF4-FFF2-40B4-BE49-F238E27FC236}">
                  <a16:creationId xmlns:a16="http://schemas.microsoft.com/office/drawing/2014/main" id="{3EBA7E20-C53A-9DEB-C8C0-3AADB6862FD3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B064165D-DE67-BAAA-6D5E-6CC4402C8E1D}"/>
              </a:ext>
            </a:extLst>
          </p:cNvPr>
          <p:cNvGrpSpPr/>
          <p:nvPr/>
        </p:nvGrpSpPr>
        <p:grpSpPr>
          <a:xfrm>
            <a:off x="1718662" y="5939765"/>
            <a:ext cx="8639037" cy="552410"/>
            <a:chOff x="1535808" y="1451163"/>
            <a:chExt cx="8639037" cy="552410"/>
          </a:xfrm>
        </p:grpSpPr>
        <p:sp>
          <p:nvSpPr>
            <p:cNvPr id="3" name="TextBox 26">
              <a:extLst>
                <a:ext uri="{FF2B5EF4-FFF2-40B4-BE49-F238E27FC236}">
                  <a16:creationId xmlns:a16="http://schemas.microsoft.com/office/drawing/2014/main" id="{E3142103-9B22-281C-5159-52975F407601}"/>
                </a:ext>
              </a:extLst>
            </p:cNvPr>
            <p:cNvSpPr txBox="1"/>
            <p:nvPr/>
          </p:nvSpPr>
          <p:spPr>
            <a:xfrm>
              <a:off x="1864755" y="1451163"/>
              <a:ext cx="8310090" cy="5259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ts val="4480"/>
                </a:lnSpc>
                <a:spcBef>
                  <a:spcPct val="0"/>
                </a:spcBef>
              </a:pPr>
              <a:r>
                <a:rPr lang="ja-JP" altLang="en-US" sz="2800" dirty="0">
                  <a:solidFill>
                    <a:srgbClr val="292B2B"/>
                  </a:solidFill>
                  <a:latin typeface="Source Han Sans JP Medium"/>
                  <a:ea typeface="Source Han Sans JP Medium"/>
                  <a:cs typeface="Source Han Sans JP Medium"/>
                  <a:sym typeface="Source Han Sans JP Medium"/>
                </a:rPr>
                <a:t>課題</a:t>
              </a:r>
              <a:endParaRPr lang="en-US" sz="28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endParaRPr>
            </a:p>
          </p:txBody>
        </p:sp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42C1A22-C35B-F915-7167-59B827D22D59}"/>
                </a:ext>
              </a:extLst>
            </p:cNvPr>
            <p:cNvSpPr/>
            <p:nvPr/>
          </p:nvSpPr>
          <p:spPr>
            <a:xfrm rot="5400000">
              <a:off x="1341107" y="1672296"/>
              <a:ext cx="525978" cy="136575"/>
            </a:xfrm>
            <a:custGeom>
              <a:avLst/>
              <a:gdLst/>
              <a:ahLst/>
              <a:cxnLst/>
              <a:rect l="l" t="t" r="r" b="b"/>
              <a:pathLst>
                <a:path w="1449995" h="37630">
                  <a:moveTo>
                    <a:pt x="0" y="0"/>
                  </a:moveTo>
                  <a:lnTo>
                    <a:pt x="1449995" y="0"/>
                  </a:lnTo>
                  <a:lnTo>
                    <a:pt x="1449995" y="37630"/>
                  </a:lnTo>
                  <a:lnTo>
                    <a:pt x="0" y="37630"/>
                  </a:lnTo>
                  <a:close/>
                </a:path>
              </a:pathLst>
            </a:custGeom>
            <a:solidFill>
              <a:srgbClr val="64A4A3"/>
            </a:solidFill>
          </p:spPr>
          <p:txBody>
            <a:bodyPr/>
            <a:lstStyle/>
            <a:p>
              <a:endParaRPr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85867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B380CD6-6546-7D10-A42A-9E7F5014A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D478F2-93FB-7553-E103-A6B3839A5A0D}"/>
              </a:ext>
            </a:extLst>
          </p:cNvPr>
          <p:cNvGrpSpPr/>
          <p:nvPr/>
        </p:nvGrpSpPr>
        <p:grpSpPr>
          <a:xfrm>
            <a:off x="270494" y="246431"/>
            <a:ext cx="698205" cy="10040568"/>
            <a:chOff x="270494" y="246431"/>
            <a:chExt cx="698205" cy="10040568"/>
          </a:xfrm>
        </p:grpSpPr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7D11835D-57AA-BE86-BCDE-68226B602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271822" y="245103"/>
              <a:ext cx="695550" cy="698205"/>
            </a:xfrm>
            <a:prstGeom prst="rect">
              <a:avLst/>
            </a:prstGeom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3B78E05A-DEF5-2D6B-B55B-DB82EC5920C4}"/>
                </a:ext>
              </a:extLst>
            </p:cNvPr>
            <p:cNvSpPr txBox="1"/>
            <p:nvPr/>
          </p:nvSpPr>
          <p:spPr>
            <a:xfrm>
              <a:off x="434931" y="1036119"/>
              <a:ext cx="369332" cy="2258787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en-US" altLang="ja-JP" sz="1200" dirty="0">
                  <a:latin typeface="Source Han Sans JP" panose="020B0600070205080204" charset="-128"/>
                  <a:ea typeface="Source Han Sans JP" panose="020B0600070205080204" charset="-128"/>
                </a:rPr>
                <a:t>Tokyo University of Science</a:t>
              </a:r>
              <a:endParaRPr kumimoji="1" lang="ja-JP" altLang="en-US" sz="1200" dirty="0">
                <a:latin typeface="Source Han Sans JP" panose="020B0600070205080204" charset="-128"/>
                <a:ea typeface="Source Han Sans JP" panose="020B0600070205080204" charset="-128"/>
              </a:endParaRPr>
            </a:p>
          </p:txBody>
        </p:sp>
        <p:cxnSp>
          <p:nvCxnSpPr>
            <p:cNvPr id="13" name="直線コネクタ 12">
              <a:extLst>
                <a:ext uri="{FF2B5EF4-FFF2-40B4-BE49-F238E27FC236}">
                  <a16:creationId xmlns:a16="http://schemas.microsoft.com/office/drawing/2014/main" id="{EEE9B645-6430-60ED-1258-90350A0DD8B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" y="3314700"/>
              <a:ext cx="0" cy="6067497"/>
            </a:xfrm>
            <a:prstGeom prst="line">
              <a:avLst/>
            </a:prstGeom>
            <a:ln>
              <a:solidFill>
                <a:srgbClr val="64A4A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フローチャート: 論理積ゲート 13">
              <a:extLst>
                <a:ext uri="{FF2B5EF4-FFF2-40B4-BE49-F238E27FC236}">
                  <a16:creationId xmlns:a16="http://schemas.microsoft.com/office/drawing/2014/main" id="{7D062015-C78C-B7BE-0F9C-81E88D230C46}"/>
                </a:ext>
              </a:extLst>
            </p:cNvPr>
            <p:cNvSpPr/>
            <p:nvPr/>
          </p:nvSpPr>
          <p:spPr>
            <a:xfrm rot="16200000">
              <a:off x="141940" y="9634201"/>
              <a:ext cx="924597" cy="381000"/>
            </a:xfrm>
            <a:prstGeom prst="flowChartDelay">
              <a:avLst/>
            </a:prstGeom>
            <a:solidFill>
              <a:srgbClr val="64A4A3"/>
            </a:solidFill>
            <a:ln>
              <a:solidFill>
                <a:srgbClr val="64A4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5" name="Group 3">
            <a:extLst>
              <a:ext uri="{FF2B5EF4-FFF2-40B4-BE49-F238E27FC236}">
                <a16:creationId xmlns:a16="http://schemas.microsoft.com/office/drawing/2014/main" id="{60F8FF6D-0F13-7307-815B-B6A9447179C4}"/>
              </a:ext>
            </a:extLst>
          </p:cNvPr>
          <p:cNvGrpSpPr/>
          <p:nvPr/>
        </p:nvGrpSpPr>
        <p:grpSpPr>
          <a:xfrm>
            <a:off x="1371600" y="1069258"/>
            <a:ext cx="16064988" cy="125708"/>
            <a:chOff x="0" y="0"/>
            <a:chExt cx="22021800" cy="190500"/>
          </a:xfrm>
        </p:grpSpPr>
        <p:grpSp>
          <p:nvGrpSpPr>
            <p:cNvPr id="16" name="Group 4">
              <a:extLst>
                <a:ext uri="{FF2B5EF4-FFF2-40B4-BE49-F238E27FC236}">
                  <a16:creationId xmlns:a16="http://schemas.microsoft.com/office/drawing/2014/main" id="{41D664AF-D53E-642F-86FD-B1A855E2DB95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23" name="Freeform 5">
                <a:extLst>
                  <a:ext uri="{FF2B5EF4-FFF2-40B4-BE49-F238E27FC236}">
                    <a16:creationId xmlns:a16="http://schemas.microsoft.com/office/drawing/2014/main" id="{39CA5124-E45E-0CB1-1810-EE57DA2A98C4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4" name="TextBox 6">
                <a:extLst>
                  <a:ext uri="{FF2B5EF4-FFF2-40B4-BE49-F238E27FC236}">
                    <a16:creationId xmlns:a16="http://schemas.microsoft.com/office/drawing/2014/main" id="{C0A1028B-7828-4E23-A025-A2A2D2431AD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7" name="Group 7">
              <a:extLst>
                <a:ext uri="{FF2B5EF4-FFF2-40B4-BE49-F238E27FC236}">
                  <a16:creationId xmlns:a16="http://schemas.microsoft.com/office/drawing/2014/main" id="{C17D89E3-8887-6561-DC46-CE8A5DF780C6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1" name="Freeform 8">
                <a:extLst>
                  <a:ext uri="{FF2B5EF4-FFF2-40B4-BE49-F238E27FC236}">
                    <a16:creationId xmlns:a16="http://schemas.microsoft.com/office/drawing/2014/main" id="{5489C4AE-4A0B-0D6B-1EBE-B87B0D432183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2" name="TextBox 9">
                <a:extLst>
                  <a:ext uri="{FF2B5EF4-FFF2-40B4-BE49-F238E27FC236}">
                    <a16:creationId xmlns:a16="http://schemas.microsoft.com/office/drawing/2014/main" id="{6322874F-AD47-9232-CAC5-BCBEFE78F5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18" name="Group 10">
              <a:extLst>
                <a:ext uri="{FF2B5EF4-FFF2-40B4-BE49-F238E27FC236}">
                  <a16:creationId xmlns:a16="http://schemas.microsoft.com/office/drawing/2014/main" id="{A393E3CE-4414-5AEF-237E-CCB155796221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19" name="Freeform 11">
                <a:extLst>
                  <a:ext uri="{FF2B5EF4-FFF2-40B4-BE49-F238E27FC236}">
                    <a16:creationId xmlns:a16="http://schemas.microsoft.com/office/drawing/2014/main" id="{340D6A49-4FDE-F2E2-098C-1B68ABAF61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0" name="TextBox 12">
                <a:extLst>
                  <a:ext uri="{FF2B5EF4-FFF2-40B4-BE49-F238E27FC236}">
                    <a16:creationId xmlns:a16="http://schemas.microsoft.com/office/drawing/2014/main" id="{D07D97A3-99DD-DF89-C8F5-40F48C6E3FF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sp>
        <p:nvSpPr>
          <p:cNvPr id="25" name="スライド番号プレースホルダー 28">
            <a:extLst>
              <a:ext uri="{FF2B5EF4-FFF2-40B4-BE49-F238E27FC236}">
                <a16:creationId xmlns:a16="http://schemas.microsoft.com/office/drawing/2014/main" id="{99EC6C07-FABB-D71C-DE41-019BC555F7B8}"/>
              </a:ext>
            </a:extLst>
          </p:cNvPr>
          <p:cNvSpPr txBox="1">
            <a:spLocks/>
          </p:cNvSpPr>
          <p:nvPr/>
        </p:nvSpPr>
        <p:spPr>
          <a:xfrm>
            <a:off x="270494" y="9748987"/>
            <a:ext cx="599456" cy="4622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z="2400" smtClean="0"/>
              <a:pPr/>
              <a:t>11</a:t>
            </a:fld>
            <a:endParaRPr lang="en-US" sz="2400" dirty="0"/>
          </a:p>
        </p:txBody>
      </p:sp>
      <p:graphicFrame>
        <p:nvGraphicFramePr>
          <p:cNvPr id="3" name="表 2">
            <a:extLst>
              <a:ext uri="{FF2B5EF4-FFF2-40B4-BE49-F238E27FC236}">
                <a16:creationId xmlns:a16="http://schemas.microsoft.com/office/drawing/2014/main" id="{0BAFD11F-3F10-483E-AB62-E981D12E4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207697"/>
              </p:ext>
            </p:extLst>
          </p:nvPr>
        </p:nvGraphicFramePr>
        <p:xfrm>
          <a:off x="1248809" y="1819390"/>
          <a:ext cx="16623854" cy="802945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21392">
                  <a:extLst>
                    <a:ext uri="{9D8B030D-6E8A-4147-A177-3AD203B41FA5}">
                      <a16:colId xmlns:a16="http://schemas.microsoft.com/office/drawing/2014/main" val="3953687446"/>
                    </a:ext>
                  </a:extLst>
                </a:gridCol>
                <a:gridCol w="2263894">
                  <a:extLst>
                    <a:ext uri="{9D8B030D-6E8A-4147-A177-3AD203B41FA5}">
                      <a16:colId xmlns:a16="http://schemas.microsoft.com/office/drawing/2014/main" val="391039663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960058633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72001258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249843332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980012164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4928631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510820189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0910689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611219766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3911321481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29867615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1838375867"/>
                    </a:ext>
                  </a:extLst>
                </a:gridCol>
                <a:gridCol w="1053214">
                  <a:extLst>
                    <a:ext uri="{9D8B030D-6E8A-4147-A177-3AD203B41FA5}">
                      <a16:colId xmlns:a16="http://schemas.microsoft.com/office/drawing/2014/main" val="2465989910"/>
                    </a:ext>
                  </a:extLst>
                </a:gridCol>
              </a:tblGrid>
              <a:tr h="450786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大項目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小項目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4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5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6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7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8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9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10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1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2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3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0924179"/>
                  </a:ext>
                </a:extLst>
              </a:tr>
              <a:tr h="631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実験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白金細線（直径・長さ）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436297"/>
                  </a:ext>
                </a:extLst>
              </a:tr>
              <a:tr h="4343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サブクール度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036847"/>
                  </a:ext>
                </a:extLst>
              </a:tr>
              <a:tr h="631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沸騰近傍の電圧の刻み幅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216785"/>
                  </a:ext>
                </a:extLst>
              </a:tr>
              <a:tr h="631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3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入力データ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形式の最適化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955352"/>
                  </a:ext>
                </a:extLst>
              </a:tr>
              <a:tr h="631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学習・推論で検証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CNN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3285143"/>
                  </a:ext>
                </a:extLst>
              </a:tr>
              <a:tr h="5922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Transformer</a:t>
                      </a: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8880657"/>
                  </a:ext>
                </a:extLst>
              </a:tr>
              <a:tr h="5922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分類木系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0702121"/>
                  </a:ext>
                </a:extLst>
              </a:tr>
              <a:tr h="6311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学習～検証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最終ループ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5458810"/>
                  </a:ext>
                </a:extLst>
              </a:tr>
              <a:tr h="5922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結果まとめ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5024575"/>
                  </a:ext>
                </a:extLst>
              </a:tr>
              <a:tr h="5922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修論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修論執筆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402097"/>
                  </a:ext>
                </a:extLst>
              </a:tr>
              <a:tr h="59228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ja-JP" altLang="en-US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400" b="1" dirty="0">
                          <a:solidFill>
                            <a:schemeClr val="bg1"/>
                          </a:solidFill>
                          <a:latin typeface="Source Han Sans JP Medium" panose="020B0600070205080204" charset="-128"/>
                          <a:ea typeface="Source Han Sans JP Medium" panose="020B0600070205080204" charset="-128"/>
                        </a:rPr>
                        <a:t>修論発表会</a:t>
                      </a:r>
                      <a:endParaRPr kumimoji="1" lang="en-US" altLang="ja-JP" sz="2400" b="1" dirty="0">
                        <a:solidFill>
                          <a:schemeClr val="bg1"/>
                        </a:solidFill>
                        <a:latin typeface="Source Han Sans JP Medium" panose="020B0600070205080204" charset="-128"/>
                        <a:ea typeface="Source Han Sans JP Medium" panose="020B0600070205080204" charset="-128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6B8B7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sz="240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BE9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315728"/>
                  </a:ext>
                </a:extLst>
              </a:tr>
            </a:tbl>
          </a:graphicData>
        </a:graphic>
      </p:graphicFrame>
      <p:sp>
        <p:nvSpPr>
          <p:cNvPr id="4" name="矢印: 五方向 3">
            <a:extLst>
              <a:ext uri="{FF2B5EF4-FFF2-40B4-BE49-F238E27FC236}">
                <a16:creationId xmlns:a16="http://schemas.microsoft.com/office/drawing/2014/main" id="{CED69314-6E5C-D99F-C791-7A0B1D5015E9}"/>
              </a:ext>
            </a:extLst>
          </p:cNvPr>
          <p:cNvSpPr/>
          <p:nvPr/>
        </p:nvSpPr>
        <p:spPr>
          <a:xfrm>
            <a:off x="12192000" y="7385814"/>
            <a:ext cx="978510" cy="547652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" name="TextBox 24">
            <a:extLst>
              <a:ext uri="{FF2B5EF4-FFF2-40B4-BE49-F238E27FC236}">
                <a16:creationId xmlns:a16="http://schemas.microsoft.com/office/drawing/2014/main" id="{F4C6E962-1682-6D74-EA96-1F07AA9F6988}"/>
              </a:ext>
            </a:extLst>
          </p:cNvPr>
          <p:cNvSpPr txBox="1"/>
          <p:nvPr/>
        </p:nvSpPr>
        <p:spPr>
          <a:xfrm>
            <a:off x="1806795" y="305043"/>
            <a:ext cx="5737005" cy="7005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今後の計画 </a:t>
            </a:r>
            <a:r>
              <a:rPr lang="en-US" altLang="ja-JP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– </a:t>
            </a:r>
            <a:r>
              <a:rPr lang="ja-JP" altLang="en-US" sz="4000" dirty="0">
                <a:solidFill>
                  <a:srgbClr val="292B2B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年間計画</a:t>
            </a:r>
            <a:endParaRPr lang="en-US" sz="4000" dirty="0">
              <a:solidFill>
                <a:srgbClr val="292B2B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46" name="矢印: 五方向 45">
            <a:extLst>
              <a:ext uri="{FF2B5EF4-FFF2-40B4-BE49-F238E27FC236}">
                <a16:creationId xmlns:a16="http://schemas.microsoft.com/office/drawing/2014/main" id="{951803F5-EC90-EC35-59D3-589C48EB2B8E}"/>
              </a:ext>
            </a:extLst>
          </p:cNvPr>
          <p:cNvSpPr/>
          <p:nvPr/>
        </p:nvSpPr>
        <p:spPr>
          <a:xfrm>
            <a:off x="13106400" y="8096996"/>
            <a:ext cx="838200" cy="464374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0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0" name="矢印: 五方向 49">
            <a:extLst>
              <a:ext uri="{FF2B5EF4-FFF2-40B4-BE49-F238E27FC236}">
                <a16:creationId xmlns:a16="http://schemas.microsoft.com/office/drawing/2014/main" id="{FF232047-0DD0-325E-C43E-C53931E002D2}"/>
              </a:ext>
            </a:extLst>
          </p:cNvPr>
          <p:cNvSpPr/>
          <p:nvPr/>
        </p:nvSpPr>
        <p:spPr>
          <a:xfrm>
            <a:off x="15513260" y="9268458"/>
            <a:ext cx="560883" cy="457200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52" name="矢印: 五方向 51">
            <a:extLst>
              <a:ext uri="{FF2B5EF4-FFF2-40B4-BE49-F238E27FC236}">
                <a16:creationId xmlns:a16="http://schemas.microsoft.com/office/drawing/2014/main" id="{8E440685-BCCB-F718-68EF-9FA7ED6991B2}"/>
              </a:ext>
            </a:extLst>
          </p:cNvPr>
          <p:cNvSpPr/>
          <p:nvPr/>
        </p:nvSpPr>
        <p:spPr>
          <a:xfrm>
            <a:off x="5484801" y="2372705"/>
            <a:ext cx="4040199" cy="1856396"/>
          </a:xfrm>
          <a:prstGeom prst="homePlate">
            <a:avLst>
              <a:gd name="adj" fmla="val 22716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実験条件を変えて</a:t>
            </a:r>
            <a:endParaRPr lang="en-US" altLang="ja-JP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  <a:p>
            <a:pPr algn="ctr"/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データ収集</a:t>
            </a:r>
          </a:p>
        </p:txBody>
      </p:sp>
      <p:sp>
        <p:nvSpPr>
          <p:cNvPr id="64" name="矢印: 五方向 63">
            <a:extLst>
              <a:ext uri="{FF2B5EF4-FFF2-40B4-BE49-F238E27FC236}">
                <a16:creationId xmlns:a16="http://schemas.microsoft.com/office/drawing/2014/main" id="{7FD6CC0C-B025-53C1-1D20-33E9AB37F20A}"/>
              </a:ext>
            </a:extLst>
          </p:cNvPr>
          <p:cNvSpPr/>
          <p:nvPr/>
        </p:nvSpPr>
        <p:spPr>
          <a:xfrm>
            <a:off x="10515600" y="5143500"/>
            <a:ext cx="1676400" cy="2020852"/>
          </a:xfrm>
          <a:prstGeom prst="homePlate">
            <a:avLst>
              <a:gd name="adj" fmla="val 19352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NN</a:t>
            </a:r>
            <a:r>
              <a:rPr lang="ja-JP" altLang="en-US" sz="2400" b="1" dirty="0">
                <a:solidFill>
                  <a:schemeClr val="tx2">
                    <a:lumMod val="50000"/>
                  </a:schemeClr>
                </a:solidFill>
                <a:latin typeface="Source Han Sans JP Medium" panose="020B0600070205080204" charset="-128"/>
                <a:ea typeface="Source Han Sans JP Medium" panose="020B0600070205080204" charset="-128"/>
              </a:rPr>
              <a:t>以外の機械学習モデルを検証</a:t>
            </a:r>
          </a:p>
        </p:txBody>
      </p:sp>
      <p:sp>
        <p:nvSpPr>
          <p:cNvPr id="6" name="矢印: 五方向 5">
            <a:extLst>
              <a:ext uri="{FF2B5EF4-FFF2-40B4-BE49-F238E27FC236}">
                <a16:creationId xmlns:a16="http://schemas.microsoft.com/office/drawing/2014/main" id="{80E116AD-C8E2-89A3-5C7D-CA3F52772D4B}"/>
              </a:ext>
            </a:extLst>
          </p:cNvPr>
          <p:cNvSpPr/>
          <p:nvPr/>
        </p:nvSpPr>
        <p:spPr>
          <a:xfrm>
            <a:off x="13944600" y="8724900"/>
            <a:ext cx="1540710" cy="464374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  <p:sp>
        <p:nvSpPr>
          <p:cNvPr id="7" name="矢印: 五方向 6">
            <a:extLst>
              <a:ext uri="{FF2B5EF4-FFF2-40B4-BE49-F238E27FC236}">
                <a16:creationId xmlns:a16="http://schemas.microsoft.com/office/drawing/2014/main" id="{50F128DD-E7F5-CDA2-D479-8A659B874EC9}"/>
              </a:ext>
            </a:extLst>
          </p:cNvPr>
          <p:cNvSpPr/>
          <p:nvPr/>
        </p:nvSpPr>
        <p:spPr>
          <a:xfrm>
            <a:off x="9357356" y="4457701"/>
            <a:ext cx="1082043" cy="475334"/>
          </a:xfrm>
          <a:prstGeom prst="homePlate">
            <a:avLst>
              <a:gd name="adj" fmla="val 22716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 sz="2400" b="1" dirty="0">
              <a:solidFill>
                <a:schemeClr val="tx2">
                  <a:lumMod val="50000"/>
                </a:schemeClr>
              </a:solidFill>
              <a:latin typeface="Source Han Sans JP Medium" panose="020B0600070205080204" charset="-128"/>
              <a:ea typeface="Source Han Sans JP Medium" panose="020B060007020508020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3242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616325" y="4662203"/>
            <a:ext cx="11033125" cy="9625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dirty="0" err="1">
                <a:solidFill>
                  <a:srgbClr val="406D6C"/>
                </a:solidFill>
                <a:latin typeface="Source Han Sans JP Medium"/>
                <a:ea typeface="Source Han Sans JP Medium"/>
                <a:cs typeface="Source Han Sans JP Medium"/>
                <a:sym typeface="Source Han Sans JP Medium"/>
              </a:rPr>
              <a:t>ご静聴ありがとうございました</a:t>
            </a:r>
            <a:endParaRPr lang="en-US" sz="5600" dirty="0">
              <a:solidFill>
                <a:srgbClr val="406D6C"/>
              </a:solidFill>
              <a:latin typeface="Source Han Sans JP Medium"/>
              <a:ea typeface="Source Han Sans JP Medium"/>
              <a:cs typeface="Source Han Sans JP Medium"/>
              <a:sym typeface="Source Han Sans JP Medium"/>
            </a:endParaRPr>
          </a:p>
        </p:txBody>
      </p:sp>
      <p:sp>
        <p:nvSpPr>
          <p:cNvPr id="3" name="スライド番号プレースホルダー 28">
            <a:extLst>
              <a:ext uri="{FF2B5EF4-FFF2-40B4-BE49-F238E27FC236}">
                <a16:creationId xmlns:a16="http://schemas.microsoft.com/office/drawing/2014/main" id="{61FDF457-3CF3-EA81-0FF0-A95B7FA2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024509" y="30371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4800" smtClean="0"/>
              <a:pPr/>
              <a:t>12</a:t>
            </a:fld>
            <a:endParaRPr lang="en-US" sz="4800" dirty="0"/>
          </a:p>
        </p:txBody>
      </p:sp>
      <p:grpSp>
        <p:nvGrpSpPr>
          <p:cNvPr id="23" name="Group 3">
            <a:extLst>
              <a:ext uri="{FF2B5EF4-FFF2-40B4-BE49-F238E27FC236}">
                <a16:creationId xmlns:a16="http://schemas.microsoft.com/office/drawing/2014/main" id="{125F2A68-3508-B4D1-64E1-9BBB2BA01CB9}"/>
              </a:ext>
            </a:extLst>
          </p:cNvPr>
          <p:cNvGrpSpPr/>
          <p:nvPr/>
        </p:nvGrpSpPr>
        <p:grpSpPr>
          <a:xfrm>
            <a:off x="885825" y="495300"/>
            <a:ext cx="16516350" cy="142875"/>
            <a:chOff x="0" y="0"/>
            <a:chExt cx="22021800" cy="190500"/>
          </a:xfrm>
        </p:grpSpPr>
        <p:grpSp>
          <p:nvGrpSpPr>
            <p:cNvPr id="24" name="Group 4">
              <a:extLst>
                <a:ext uri="{FF2B5EF4-FFF2-40B4-BE49-F238E27FC236}">
                  <a16:creationId xmlns:a16="http://schemas.microsoft.com/office/drawing/2014/main" id="{39ACCBAB-8805-0F80-C654-05FF7FCBB844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31" name="Freeform 5">
                <a:extLst>
                  <a:ext uri="{FF2B5EF4-FFF2-40B4-BE49-F238E27FC236}">
                    <a16:creationId xmlns:a16="http://schemas.microsoft.com/office/drawing/2014/main" id="{19367E87-80AA-0315-2AEF-F83AD40FABCF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2" name="TextBox 6">
                <a:extLst>
                  <a:ext uri="{FF2B5EF4-FFF2-40B4-BE49-F238E27FC236}">
                    <a16:creationId xmlns:a16="http://schemas.microsoft.com/office/drawing/2014/main" id="{5DA59552-1D32-5DDA-0985-0322181B05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5" name="Group 7">
              <a:extLst>
                <a:ext uri="{FF2B5EF4-FFF2-40B4-BE49-F238E27FC236}">
                  <a16:creationId xmlns:a16="http://schemas.microsoft.com/office/drawing/2014/main" id="{3075E4BE-B05B-7BBE-944A-F1FF5A06A833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5720AD2E-283F-72F5-1727-CEF191780A72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0" name="TextBox 9">
                <a:extLst>
                  <a:ext uri="{FF2B5EF4-FFF2-40B4-BE49-F238E27FC236}">
                    <a16:creationId xmlns:a16="http://schemas.microsoft.com/office/drawing/2014/main" id="{CF52C029-69BE-A892-0E77-96C01077CD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26" name="Group 10">
              <a:extLst>
                <a:ext uri="{FF2B5EF4-FFF2-40B4-BE49-F238E27FC236}">
                  <a16:creationId xmlns:a16="http://schemas.microsoft.com/office/drawing/2014/main" id="{C363E5FA-EE8F-BC30-58B9-3CF682E9BE1D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C8E47E51-A143-D37A-5BA7-C91E83FEE8DE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8" name="TextBox 12">
                <a:extLst>
                  <a:ext uri="{FF2B5EF4-FFF2-40B4-BE49-F238E27FC236}">
                    <a16:creationId xmlns:a16="http://schemas.microsoft.com/office/drawing/2014/main" id="{64006B03-4CCF-2636-F72B-5743104ACF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  <p:grpSp>
        <p:nvGrpSpPr>
          <p:cNvPr id="33" name="Group 21">
            <a:extLst>
              <a:ext uri="{FF2B5EF4-FFF2-40B4-BE49-F238E27FC236}">
                <a16:creationId xmlns:a16="http://schemas.microsoft.com/office/drawing/2014/main" id="{C46BAF31-C059-EEE1-F23D-75335FFE2407}"/>
              </a:ext>
            </a:extLst>
          </p:cNvPr>
          <p:cNvGrpSpPr/>
          <p:nvPr/>
        </p:nvGrpSpPr>
        <p:grpSpPr>
          <a:xfrm>
            <a:off x="885825" y="9645596"/>
            <a:ext cx="16516350" cy="142875"/>
            <a:chOff x="0" y="0"/>
            <a:chExt cx="22021800" cy="190500"/>
          </a:xfrm>
        </p:grpSpPr>
        <p:grpSp>
          <p:nvGrpSpPr>
            <p:cNvPr id="34" name="Group 22">
              <a:extLst>
                <a:ext uri="{FF2B5EF4-FFF2-40B4-BE49-F238E27FC236}">
                  <a16:creationId xmlns:a16="http://schemas.microsoft.com/office/drawing/2014/main" id="{56ED337B-7CCF-6F17-75C9-956E0DE736E9}"/>
                </a:ext>
              </a:extLst>
            </p:cNvPr>
            <p:cNvGrpSpPr/>
            <p:nvPr/>
          </p:nvGrpSpPr>
          <p:grpSpPr>
            <a:xfrm>
              <a:off x="0" y="0"/>
              <a:ext cx="7340600" cy="190500"/>
              <a:chOff x="0" y="0"/>
              <a:chExt cx="1449995" cy="37630"/>
            </a:xfrm>
          </p:grpSpPr>
          <p:sp>
            <p:nvSpPr>
              <p:cNvPr id="41" name="Freeform 23">
                <a:extLst>
                  <a:ext uri="{FF2B5EF4-FFF2-40B4-BE49-F238E27FC236}">
                    <a16:creationId xmlns:a16="http://schemas.microsoft.com/office/drawing/2014/main" id="{6A7668EA-09DA-4BF2-4EBA-C78BCBCBDFB6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2" name="TextBox 24">
                <a:extLst>
                  <a:ext uri="{FF2B5EF4-FFF2-40B4-BE49-F238E27FC236}">
                    <a16:creationId xmlns:a16="http://schemas.microsoft.com/office/drawing/2014/main" id="{EF96F8DF-CE0F-34AD-4B07-0829FE7F41E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 dirty="0"/>
              </a:p>
            </p:txBody>
          </p:sp>
        </p:grpSp>
        <p:grpSp>
          <p:nvGrpSpPr>
            <p:cNvPr id="35" name="Group 25">
              <a:extLst>
                <a:ext uri="{FF2B5EF4-FFF2-40B4-BE49-F238E27FC236}">
                  <a16:creationId xmlns:a16="http://schemas.microsoft.com/office/drawing/2014/main" id="{0BDB3816-82A0-3A64-4182-4A171357BF6A}"/>
                </a:ext>
              </a:extLst>
            </p:cNvPr>
            <p:cNvGrpSpPr/>
            <p:nvPr/>
          </p:nvGrpSpPr>
          <p:grpSpPr>
            <a:xfrm>
              <a:off x="7340600" y="0"/>
              <a:ext cx="7340600" cy="190500"/>
              <a:chOff x="0" y="0"/>
              <a:chExt cx="1449995" cy="37630"/>
            </a:xfrm>
          </p:grpSpPr>
          <p:sp>
            <p:nvSpPr>
              <p:cNvPr id="39" name="Freeform 26">
                <a:extLst>
                  <a:ext uri="{FF2B5EF4-FFF2-40B4-BE49-F238E27FC236}">
                    <a16:creationId xmlns:a16="http://schemas.microsoft.com/office/drawing/2014/main" id="{12829585-9F66-9B9E-34E7-5445C118F69D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999F9F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40" name="TextBox 27">
                <a:extLst>
                  <a:ext uri="{FF2B5EF4-FFF2-40B4-BE49-F238E27FC236}">
                    <a16:creationId xmlns:a16="http://schemas.microsoft.com/office/drawing/2014/main" id="{9830E5BC-ED4C-4B80-415B-6450130EF59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  <p:grpSp>
          <p:nvGrpSpPr>
            <p:cNvPr id="36" name="Group 28">
              <a:extLst>
                <a:ext uri="{FF2B5EF4-FFF2-40B4-BE49-F238E27FC236}">
                  <a16:creationId xmlns:a16="http://schemas.microsoft.com/office/drawing/2014/main" id="{91430095-3280-907A-89CF-07EA8DD91BAA}"/>
                </a:ext>
              </a:extLst>
            </p:cNvPr>
            <p:cNvGrpSpPr/>
            <p:nvPr/>
          </p:nvGrpSpPr>
          <p:grpSpPr>
            <a:xfrm>
              <a:off x="14681200" y="0"/>
              <a:ext cx="7340600" cy="190500"/>
              <a:chOff x="0" y="0"/>
              <a:chExt cx="1449995" cy="37630"/>
            </a:xfrm>
          </p:grpSpPr>
          <p:sp>
            <p:nvSpPr>
              <p:cNvPr id="37" name="Freeform 29">
                <a:extLst>
                  <a:ext uri="{FF2B5EF4-FFF2-40B4-BE49-F238E27FC236}">
                    <a16:creationId xmlns:a16="http://schemas.microsoft.com/office/drawing/2014/main" id="{9E670BB8-2D6C-CD97-C69D-EEA92FC8DA4B}"/>
                  </a:ext>
                </a:extLst>
              </p:cNvPr>
              <p:cNvSpPr/>
              <p:nvPr/>
            </p:nvSpPr>
            <p:spPr>
              <a:xfrm>
                <a:off x="0" y="0"/>
                <a:ext cx="1449995" cy="37630"/>
              </a:xfrm>
              <a:custGeom>
                <a:avLst/>
                <a:gdLst/>
                <a:ahLst/>
                <a:cxnLst/>
                <a:rect l="l" t="t" r="r" b="b"/>
                <a:pathLst>
                  <a:path w="1449995" h="37630">
                    <a:moveTo>
                      <a:pt x="0" y="0"/>
                    </a:moveTo>
                    <a:lnTo>
                      <a:pt x="1449995" y="0"/>
                    </a:lnTo>
                    <a:lnTo>
                      <a:pt x="1449995" y="37630"/>
                    </a:lnTo>
                    <a:lnTo>
                      <a:pt x="0" y="37630"/>
                    </a:lnTo>
                    <a:close/>
                  </a:path>
                </a:pathLst>
              </a:custGeom>
              <a:solidFill>
                <a:srgbClr val="64A4A3"/>
              </a:solidFill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38" name="TextBox 30">
                <a:extLst>
                  <a:ext uri="{FF2B5EF4-FFF2-40B4-BE49-F238E27FC236}">
                    <a16:creationId xmlns:a16="http://schemas.microsoft.com/office/drawing/2014/main" id="{24B4E3B1-1957-9B91-3095-50BDD854D8F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449995" cy="7573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940"/>
                  </a:lnSpc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1482E6">
            <a:alpha val="94000"/>
          </a:srgbClr>
        </a:solidFill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24886</TotalTime>
  <Words>1107</Words>
  <Application>Microsoft Office PowerPoint</Application>
  <PresentationFormat>ユーザー設定</PresentationFormat>
  <Paragraphs>196</Paragraphs>
  <Slides>12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4" baseType="lpstr">
      <vt:lpstr>Source Han Sans JP Bold</vt:lpstr>
      <vt:lpstr>游ゴシック</vt:lpstr>
      <vt:lpstr>Wingdings</vt:lpstr>
      <vt:lpstr>Source Han Sans JP</vt:lpstr>
      <vt:lpstr>Calibri</vt:lpstr>
      <vt:lpstr>Source Han Sans JP Medium</vt:lpstr>
      <vt:lpstr>Century Gothic Paneuropean</vt:lpstr>
      <vt:lpstr>Arial</vt:lpstr>
      <vt:lpstr>Meiryo UI</vt:lpstr>
      <vt:lpstr>Bahnschrift</vt:lpstr>
      <vt:lpstr>Now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グリーン ホワイト シンプル 業務改善 提案書 ビジネス グラフ 表 プレゼンテーション</dc:title>
  <dc:creator>shiba</dc:creator>
  <cp:lastModifiedBy>陸 柴崎</cp:lastModifiedBy>
  <cp:revision>4</cp:revision>
  <dcterms:created xsi:type="dcterms:W3CDTF">2006-08-16T00:00:00Z</dcterms:created>
  <dcterms:modified xsi:type="dcterms:W3CDTF">2026-04-17T05:28:10Z</dcterms:modified>
  <dc:identifier>DAGKJCfN4aw</dc:identifier>
</cp:coreProperties>
</file>
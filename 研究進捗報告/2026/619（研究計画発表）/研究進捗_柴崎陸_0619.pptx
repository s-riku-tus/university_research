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7"/>
  </p:notesMasterIdLst>
  <p:sldIdLst>
    <p:sldId id="256" r:id="rId2"/>
    <p:sldId id="387" r:id="rId3"/>
    <p:sldId id="389" r:id="rId4"/>
    <p:sldId id="390" r:id="rId5"/>
    <p:sldId id="369" r:id="rId6"/>
    <p:sldId id="391" r:id="rId7"/>
    <p:sldId id="392" r:id="rId8"/>
    <p:sldId id="393" r:id="rId9"/>
    <p:sldId id="313" r:id="rId10"/>
    <p:sldId id="395" r:id="rId11"/>
    <p:sldId id="397" r:id="rId12"/>
    <p:sldId id="398" r:id="rId13"/>
    <p:sldId id="394" r:id="rId14"/>
    <p:sldId id="388" r:id="rId15"/>
    <p:sldId id="269" r:id="rId16"/>
  </p:sldIdLst>
  <p:sldSz cx="18288000" cy="10287000"/>
  <p:notesSz cx="6858000" cy="9144000"/>
  <p:embeddedFontLst>
    <p:embeddedFont>
      <p:font typeface="Source Han Sans JP" panose="020B0600070205080204" charset="-128"/>
      <p:regular r:id="rId18"/>
    </p:embeddedFont>
    <p:embeddedFont>
      <p:font typeface="Source Han Sans JP Bold" panose="020B0600070205080204" charset="-128"/>
      <p:regular r:id="rId19"/>
    </p:embeddedFont>
    <p:embeddedFont>
      <p:font typeface="Source Han Sans JP Medium" panose="020B0600070205080204" charset="-128"/>
      <p:regular r:id="rId20"/>
    </p:embeddedFont>
    <p:embeddedFont>
      <p:font typeface="Century Gothic Paneuropean" panose="020B0600070205080204" charset="0"/>
      <p:regular r:id="rId21"/>
    </p:embeddedFont>
    <p:embeddedFont>
      <p:font typeface="Now" panose="020B0600070205080204" charset="0"/>
      <p:regular r:id="rId22"/>
    </p:embeddedFont>
    <p:embeddedFont>
      <p:font typeface="游ゴシック" panose="020B0400000000000000" pitchFamily="50" charset="-128"/>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4DFD7D12-A81E-460B-B0A9-1B2C599831E7}">
          <p14:sldIdLst>
            <p14:sldId id="256"/>
            <p14:sldId id="387"/>
          </p14:sldIdLst>
        </p14:section>
        <p14:section name="研究目的" id="{F084B13A-602E-404A-9F69-D297C56837F6}">
          <p14:sldIdLst>
            <p14:sldId id="389"/>
            <p14:sldId id="390"/>
            <p14:sldId id="369"/>
            <p14:sldId id="391"/>
            <p14:sldId id="392"/>
          </p14:sldIdLst>
        </p14:section>
        <p14:section name="機械学習モデルの説明性について" id="{ADD3BFDB-20D1-43D5-90AB-ABFD49063E96}">
          <p14:sldIdLst>
            <p14:sldId id="393"/>
            <p14:sldId id="313"/>
            <p14:sldId id="395"/>
            <p14:sldId id="397"/>
            <p14:sldId id="398"/>
          </p14:sldIdLst>
        </p14:section>
        <p14:section name="次の発表までに行う事" id="{C88366CE-55B6-4E3A-A2AE-6A8F4A1DDF66}">
          <p14:sldIdLst>
            <p14:sldId id="394"/>
            <p14:sldId id="388"/>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D1D0"/>
    <a:srgbClr val="91BDBC"/>
    <a:srgbClr val="61A3A1"/>
    <a:srgbClr val="95C1C0"/>
    <a:srgbClr val="FFFFFF"/>
    <a:srgbClr val="849A9A"/>
    <a:srgbClr val="AACECD"/>
    <a:srgbClr val="BED8D7"/>
    <a:srgbClr val="ABCDCC"/>
    <a:srgbClr val="EC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1DD41C-0630-45D5-9049-54DFDE666A7F}" v="83" dt="2026-05-22T00:42:41.88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74696" autoAdjust="0"/>
  </p:normalViewPr>
  <p:slideViewPr>
    <p:cSldViewPr>
      <p:cViewPr varScale="1">
        <p:scale>
          <a:sx n="49" d="100"/>
          <a:sy n="49" d="100"/>
        </p:scale>
        <p:origin x="340" y="4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 柴崎" userId="47b6e960b06a1f92" providerId="LiveId" clId="{DFDF2D9E-0FA2-4FD2-962D-E4713059FE82}"/>
    <pc:docChg chg="undo redo custSel addSld delSld modSld sldOrd addSection delSection modSection">
      <pc:chgData name="陸 柴崎" userId="47b6e960b06a1f92" providerId="LiveId" clId="{DFDF2D9E-0FA2-4FD2-962D-E4713059FE82}" dt="2026-05-22T04:22:46.778" v="14765" actId="20577"/>
      <pc:docMkLst>
        <pc:docMk/>
      </pc:docMkLst>
      <pc:sldChg chg="addSp modSp mod modNotesTx">
        <pc:chgData name="陸 柴崎" userId="47b6e960b06a1f92" providerId="LiveId" clId="{DFDF2D9E-0FA2-4FD2-962D-E4713059FE82}" dt="2026-05-22T04:22:46.778" v="14765" actId="20577"/>
        <pc:sldMkLst>
          <pc:docMk/>
          <pc:sldMk cId="0" sldId="256"/>
        </pc:sldMkLst>
        <pc:spChg chg="add mod">
          <ac:chgData name="陸 柴崎" userId="47b6e960b06a1f92" providerId="LiveId" clId="{DFDF2D9E-0FA2-4FD2-962D-E4713059FE82}" dt="2026-05-21T12:19:05.551" v="10644" actId="1076"/>
          <ac:spMkLst>
            <pc:docMk/>
            <pc:sldMk cId="0" sldId="256"/>
            <ac:spMk id="13" creationId="{B2D46370-B0AA-E6EF-7D69-27BC452AE345}"/>
          </ac:spMkLst>
        </pc:spChg>
        <pc:spChg chg="mod">
          <ac:chgData name="陸 柴崎" userId="47b6e960b06a1f92" providerId="LiveId" clId="{DFDF2D9E-0FA2-4FD2-962D-E4713059FE82}" dt="2026-05-21T12:18:59.251" v="10643" actId="1076"/>
          <ac:spMkLst>
            <pc:docMk/>
            <pc:sldMk cId="0" sldId="256"/>
            <ac:spMk id="17" creationId="{00000000-0000-0000-0000-000000000000}"/>
          </ac:spMkLst>
        </pc:spChg>
        <pc:spChg chg="mod">
          <ac:chgData name="陸 柴崎" userId="47b6e960b06a1f92" providerId="LiveId" clId="{DFDF2D9E-0FA2-4FD2-962D-E4713059FE82}" dt="2026-05-21T12:19:13.918" v="10650" actId="20577"/>
          <ac:spMkLst>
            <pc:docMk/>
            <pc:sldMk cId="0" sldId="256"/>
            <ac:spMk id="20" creationId="{00000000-0000-0000-0000-000000000000}"/>
          </ac:spMkLst>
        </pc:spChg>
      </pc:sldChg>
      <pc:sldChg chg="addSp delSp modSp mod">
        <pc:chgData name="陸 柴崎" userId="47b6e960b06a1f92" providerId="LiveId" clId="{DFDF2D9E-0FA2-4FD2-962D-E4713059FE82}" dt="2026-05-21T13:47:46.888" v="13350" actId="478"/>
        <pc:sldMkLst>
          <pc:docMk/>
          <pc:sldMk cId="3350605095" sldId="313"/>
        </pc:sldMkLst>
        <pc:spChg chg="add mod">
          <ac:chgData name="陸 柴崎" userId="47b6e960b06a1f92" providerId="LiveId" clId="{DFDF2D9E-0FA2-4FD2-962D-E4713059FE82}" dt="2026-05-21T13:20:06.761" v="12599" actId="1076"/>
          <ac:spMkLst>
            <pc:docMk/>
            <pc:sldMk cId="3350605095" sldId="313"/>
            <ac:spMk id="2" creationId="{BB09F34A-7AF2-70ED-5253-A1C6878E39F2}"/>
          </ac:spMkLst>
        </pc:spChg>
        <pc:spChg chg="del">
          <ac:chgData name="陸 柴崎" userId="47b6e960b06a1f92" providerId="LiveId" clId="{DFDF2D9E-0FA2-4FD2-962D-E4713059FE82}" dt="2026-05-21T13:18:07.886" v="12396" actId="478"/>
          <ac:spMkLst>
            <pc:docMk/>
            <pc:sldMk cId="3350605095" sldId="313"/>
            <ac:spMk id="3" creationId="{DF602F12-FE81-A4EB-431F-271A5241960F}"/>
          </ac:spMkLst>
        </pc:spChg>
        <pc:spChg chg="add mod">
          <ac:chgData name="陸 柴崎" userId="47b6e960b06a1f92" providerId="LiveId" clId="{DFDF2D9E-0FA2-4FD2-962D-E4713059FE82}" dt="2026-05-21T13:21:10.564" v="12793" actId="20577"/>
          <ac:spMkLst>
            <pc:docMk/>
            <pc:sldMk cId="3350605095" sldId="313"/>
            <ac:spMk id="4" creationId="{93CE4734-C21A-44D0-46B1-4613EEBEDF12}"/>
          </ac:spMkLst>
        </pc:spChg>
        <pc:spChg chg="add del mod">
          <ac:chgData name="陸 柴崎" userId="47b6e960b06a1f92" providerId="LiveId" clId="{DFDF2D9E-0FA2-4FD2-962D-E4713059FE82}" dt="2026-05-21T13:47:46.888" v="13350" actId="478"/>
          <ac:spMkLst>
            <pc:docMk/>
            <pc:sldMk cId="3350605095" sldId="313"/>
            <ac:spMk id="5" creationId="{82DF9C97-FB9B-7292-3184-B0665D66EE9B}"/>
          </ac:spMkLst>
        </pc:spChg>
        <pc:spChg chg="add del mod">
          <ac:chgData name="陸 柴崎" userId="47b6e960b06a1f92" providerId="LiveId" clId="{DFDF2D9E-0FA2-4FD2-962D-E4713059FE82}" dt="2026-05-21T13:47:46.319" v="13349" actId="478"/>
          <ac:spMkLst>
            <pc:docMk/>
            <pc:sldMk cId="3350605095" sldId="313"/>
            <ac:spMk id="6" creationId="{111F2E27-C396-9BCB-D985-381B3E1BF86C}"/>
          </ac:spMkLst>
        </pc:spChg>
        <pc:spChg chg="del">
          <ac:chgData name="陸 柴崎" userId="47b6e960b06a1f92" providerId="LiveId" clId="{DFDF2D9E-0FA2-4FD2-962D-E4713059FE82}" dt="2026-05-21T13:18:07.886" v="12396" actId="478"/>
          <ac:spMkLst>
            <pc:docMk/>
            <pc:sldMk cId="3350605095" sldId="313"/>
            <ac:spMk id="10" creationId="{7957F1B0-4960-AC1C-C340-8C51E0F65E3A}"/>
          </ac:spMkLst>
        </pc:spChg>
        <pc:spChg chg="del">
          <ac:chgData name="陸 柴崎" userId="47b6e960b06a1f92" providerId="LiveId" clId="{DFDF2D9E-0FA2-4FD2-962D-E4713059FE82}" dt="2026-05-21T13:18:07.886" v="12396" actId="478"/>
          <ac:spMkLst>
            <pc:docMk/>
            <pc:sldMk cId="3350605095" sldId="313"/>
            <ac:spMk id="12" creationId="{1F76A923-3A91-A446-04FC-E3CD3FE0BEEC}"/>
          </ac:spMkLst>
        </pc:spChg>
        <pc:spChg chg="del">
          <ac:chgData name="陸 柴崎" userId="47b6e960b06a1f92" providerId="LiveId" clId="{DFDF2D9E-0FA2-4FD2-962D-E4713059FE82}" dt="2026-05-21T13:18:05.189" v="12395" actId="478"/>
          <ac:spMkLst>
            <pc:docMk/>
            <pc:sldMk cId="3350605095" sldId="313"/>
            <ac:spMk id="43" creationId="{6DF013EC-B698-FA6B-19A0-0C2FE2F057BB}"/>
          </ac:spMkLst>
        </pc:spChg>
        <pc:spChg chg="mod">
          <ac:chgData name="陸 柴崎" userId="47b6e960b06a1f92" providerId="LiveId" clId="{DFDF2D9E-0FA2-4FD2-962D-E4713059FE82}" dt="2026-05-21T13:18:02.396" v="12393" actId="14100"/>
          <ac:spMkLst>
            <pc:docMk/>
            <pc:sldMk cId="3350605095" sldId="313"/>
            <ac:spMk id="73" creationId="{B4165350-5F3F-DCAE-3409-2B604BE8BC3A}"/>
          </ac:spMkLst>
        </pc:spChg>
        <pc:spChg chg="mod">
          <ac:chgData name="陸 柴崎" userId="47b6e960b06a1f92" providerId="LiveId" clId="{DFDF2D9E-0FA2-4FD2-962D-E4713059FE82}" dt="2026-05-21T13:19:07.604" v="12461" actId="20577"/>
          <ac:spMkLst>
            <pc:docMk/>
            <pc:sldMk cId="3350605095" sldId="313"/>
            <ac:spMk id="77" creationId="{CD594EE4-8A3E-E297-4213-136F9F34DD56}"/>
          </ac:spMkLst>
        </pc:spChg>
        <pc:spChg chg="mod">
          <ac:chgData name="陸 柴崎" userId="47b6e960b06a1f92" providerId="LiveId" clId="{DFDF2D9E-0FA2-4FD2-962D-E4713059FE82}" dt="2026-05-21T13:19:41.911" v="12595" actId="14100"/>
          <ac:spMkLst>
            <pc:docMk/>
            <pc:sldMk cId="3350605095" sldId="313"/>
            <ac:spMk id="79" creationId="{E2A766EC-1BAE-346A-7E7C-4E38CBD2BA86}"/>
          </ac:spMkLst>
        </pc:spChg>
        <pc:spChg chg="del">
          <ac:chgData name="陸 柴崎" userId="47b6e960b06a1f92" providerId="LiveId" clId="{DFDF2D9E-0FA2-4FD2-962D-E4713059FE82}" dt="2026-05-21T13:18:07.886" v="12396" actId="478"/>
          <ac:spMkLst>
            <pc:docMk/>
            <pc:sldMk cId="3350605095" sldId="313"/>
            <ac:spMk id="82" creationId="{A9761B4B-B073-C132-48DE-C862F85810D2}"/>
          </ac:spMkLst>
        </pc:spChg>
        <pc:picChg chg="del">
          <ac:chgData name="陸 柴崎" userId="47b6e960b06a1f92" providerId="LiveId" clId="{DFDF2D9E-0FA2-4FD2-962D-E4713059FE82}" dt="2026-05-21T13:18:03.843" v="12394" actId="478"/>
          <ac:picMkLst>
            <pc:docMk/>
            <pc:sldMk cId="3350605095" sldId="313"/>
            <ac:picMk id="75" creationId="{82AF2989-EE28-BE69-25B2-B75DED7A62E1}"/>
          </ac:picMkLst>
        </pc:picChg>
      </pc:sldChg>
      <pc:sldChg chg="del">
        <pc:chgData name="陸 柴崎" userId="47b6e960b06a1f92" providerId="LiveId" clId="{DFDF2D9E-0FA2-4FD2-962D-E4713059FE82}" dt="2026-05-22T01:20:16.615" v="14672" actId="47"/>
        <pc:sldMkLst>
          <pc:docMk/>
          <pc:sldMk cId="953242606" sldId="362"/>
        </pc:sldMkLst>
      </pc:sldChg>
      <pc:sldChg chg="addSp delSp modSp mod">
        <pc:chgData name="陸 柴崎" userId="47b6e960b06a1f92" providerId="LiveId" clId="{DFDF2D9E-0FA2-4FD2-962D-E4713059FE82}" dt="2026-05-22T00:42:38.886" v="14073"/>
        <pc:sldMkLst>
          <pc:docMk/>
          <pc:sldMk cId="1569866030" sldId="369"/>
        </pc:sldMkLst>
        <pc:spChg chg="mod">
          <ac:chgData name="陸 柴崎" userId="47b6e960b06a1f92" providerId="LiveId" clId="{DFDF2D9E-0FA2-4FD2-962D-E4713059FE82}" dt="2026-05-21T12:41:00.964" v="11443" actId="20577"/>
          <ac:spMkLst>
            <pc:docMk/>
            <pc:sldMk cId="1569866030" sldId="369"/>
            <ac:spMk id="3" creationId="{4309D8E8-8051-D1AD-CF43-7973221BE1C1}"/>
          </ac:spMkLst>
        </pc:spChg>
        <pc:spChg chg="mod">
          <ac:chgData name="陸 柴崎" userId="47b6e960b06a1f92" providerId="LiveId" clId="{DFDF2D9E-0FA2-4FD2-962D-E4713059FE82}" dt="2026-05-21T12:39:07.020" v="11201"/>
          <ac:spMkLst>
            <pc:docMk/>
            <pc:sldMk cId="1569866030" sldId="369"/>
            <ac:spMk id="4" creationId="{0AA9759E-4AA8-2C29-97FC-323695049066}"/>
          </ac:spMkLst>
        </pc:spChg>
        <pc:spChg chg="add del mod">
          <ac:chgData name="陸 柴崎" userId="47b6e960b06a1f92" providerId="LiveId" clId="{DFDF2D9E-0FA2-4FD2-962D-E4713059FE82}" dt="2026-05-21T12:55:23.516" v="11982" actId="478"/>
          <ac:spMkLst>
            <pc:docMk/>
            <pc:sldMk cId="1569866030" sldId="369"/>
            <ac:spMk id="5" creationId="{739A5A95-9744-5CA5-25E5-A3FEB8482E5D}"/>
          </ac:spMkLst>
        </pc:spChg>
        <pc:spChg chg="add del mod">
          <ac:chgData name="陸 柴崎" userId="47b6e960b06a1f92" providerId="LiveId" clId="{DFDF2D9E-0FA2-4FD2-962D-E4713059FE82}" dt="2026-05-21T12:55:22.589" v="11981" actId="478"/>
          <ac:spMkLst>
            <pc:docMk/>
            <pc:sldMk cId="1569866030" sldId="369"/>
            <ac:spMk id="6" creationId="{B1D87530-0320-66BB-CC53-A960087F48A5}"/>
          </ac:spMkLst>
        </pc:spChg>
        <pc:spChg chg="del mod">
          <ac:chgData name="陸 柴崎" userId="47b6e960b06a1f92" providerId="LiveId" clId="{DFDF2D9E-0FA2-4FD2-962D-E4713059FE82}" dt="2026-05-21T12:55:24.549" v="11983" actId="478"/>
          <ac:spMkLst>
            <pc:docMk/>
            <pc:sldMk cId="1569866030" sldId="369"/>
            <ac:spMk id="22" creationId="{022DE87D-C8BD-1C1C-1665-66FF203AF948}"/>
          </ac:spMkLst>
        </pc:spChg>
        <pc:spChg chg="del">
          <ac:chgData name="陸 柴崎" userId="47b6e960b06a1f92" providerId="LiveId" clId="{DFDF2D9E-0FA2-4FD2-962D-E4713059FE82}" dt="2026-05-21T12:37:28.445" v="10955" actId="478"/>
          <ac:spMkLst>
            <pc:docMk/>
            <pc:sldMk cId="1569866030" sldId="369"/>
            <ac:spMk id="26" creationId="{60312724-A3F8-D877-C2B7-FA86BEF98AFC}"/>
          </ac:spMkLst>
        </pc:spChg>
        <pc:spChg chg="mod">
          <ac:chgData name="陸 柴崎" userId="47b6e960b06a1f92" providerId="LiveId" clId="{DFDF2D9E-0FA2-4FD2-962D-E4713059FE82}" dt="2026-05-21T12:28:19.133" v="10952" actId="20577"/>
          <ac:spMkLst>
            <pc:docMk/>
            <pc:sldMk cId="1569866030" sldId="369"/>
            <ac:spMk id="43" creationId="{29F16302-7E62-85B7-3C03-875C434D5C5B}"/>
          </ac:spMkLst>
        </pc:spChg>
        <pc:spChg chg="mod">
          <ac:chgData name="陸 柴崎" userId="47b6e960b06a1f92" providerId="LiveId" clId="{DFDF2D9E-0FA2-4FD2-962D-E4713059FE82}" dt="2026-05-22T00:33:24.819" v="14025" actId="20577"/>
          <ac:spMkLst>
            <pc:docMk/>
            <pc:sldMk cId="1569866030" sldId="369"/>
            <ac:spMk id="45" creationId="{64C37D32-7FF7-A3E9-2AB4-A18186A72682}"/>
          </ac:spMkLst>
        </pc:spChg>
        <pc:spChg chg="del mod">
          <ac:chgData name="陸 柴崎" userId="47b6e960b06a1f92" providerId="LiveId" clId="{DFDF2D9E-0FA2-4FD2-962D-E4713059FE82}" dt="2026-05-21T12:37:31.058" v="10958" actId="478"/>
          <ac:spMkLst>
            <pc:docMk/>
            <pc:sldMk cId="1569866030" sldId="369"/>
            <ac:spMk id="47" creationId="{6E7A7030-D93D-0703-963D-8485025CB6B4}"/>
          </ac:spMkLst>
        </pc:spChg>
        <pc:spChg chg="del">
          <ac:chgData name="陸 柴崎" userId="47b6e960b06a1f92" providerId="LiveId" clId="{DFDF2D9E-0FA2-4FD2-962D-E4713059FE82}" dt="2026-05-21T12:37:34.981" v="10961" actId="478"/>
          <ac:spMkLst>
            <pc:docMk/>
            <pc:sldMk cId="1569866030" sldId="369"/>
            <ac:spMk id="48" creationId="{41455BF1-AC8E-4116-6D15-75B465908946}"/>
          </ac:spMkLst>
        </pc:spChg>
        <pc:spChg chg="del">
          <ac:chgData name="陸 柴崎" userId="47b6e960b06a1f92" providerId="LiveId" clId="{DFDF2D9E-0FA2-4FD2-962D-E4713059FE82}" dt="2026-05-21T12:37:35.756" v="10962" actId="478"/>
          <ac:spMkLst>
            <pc:docMk/>
            <pc:sldMk cId="1569866030" sldId="369"/>
            <ac:spMk id="49" creationId="{CC2651DF-EE8A-8ABA-9793-F11924A2FADF}"/>
          </ac:spMkLst>
        </pc:spChg>
        <pc:spChg chg="del">
          <ac:chgData name="陸 柴崎" userId="47b6e960b06a1f92" providerId="LiveId" clId="{DFDF2D9E-0FA2-4FD2-962D-E4713059FE82}" dt="2026-05-21T12:37:27.019" v="10954" actId="478"/>
          <ac:spMkLst>
            <pc:docMk/>
            <pc:sldMk cId="1569866030" sldId="369"/>
            <ac:spMk id="51" creationId="{1DCE962B-2A8A-96F2-633F-6FCB049C9F83}"/>
          </ac:spMkLst>
        </pc:spChg>
        <pc:spChg chg="del">
          <ac:chgData name="陸 柴崎" userId="47b6e960b06a1f92" providerId="LiveId" clId="{DFDF2D9E-0FA2-4FD2-962D-E4713059FE82}" dt="2026-05-21T12:37:29.319" v="10956" actId="478"/>
          <ac:spMkLst>
            <pc:docMk/>
            <pc:sldMk cId="1569866030" sldId="369"/>
            <ac:spMk id="55" creationId="{BDC97152-C90E-C1F6-99C1-6D189D5FBC71}"/>
          </ac:spMkLst>
        </pc:spChg>
        <pc:spChg chg="del">
          <ac:chgData name="陸 柴崎" userId="47b6e960b06a1f92" providerId="LiveId" clId="{DFDF2D9E-0FA2-4FD2-962D-E4713059FE82}" dt="2026-05-21T12:37:32.060" v="10959" actId="478"/>
          <ac:spMkLst>
            <pc:docMk/>
            <pc:sldMk cId="1569866030" sldId="369"/>
            <ac:spMk id="56" creationId="{800B316A-5AE9-C01E-B9B4-38464A1ABBC9}"/>
          </ac:spMkLst>
        </pc:spChg>
        <pc:grpChg chg="add del mod">
          <ac:chgData name="陸 柴崎" userId="47b6e960b06a1f92" providerId="LiveId" clId="{DFDF2D9E-0FA2-4FD2-962D-E4713059FE82}" dt="2026-05-21T12:55:30.861" v="11985" actId="478"/>
          <ac:grpSpMkLst>
            <pc:docMk/>
            <pc:sldMk cId="1569866030" sldId="369"/>
            <ac:grpSpMk id="2" creationId="{0BC2CE5B-1B94-3DE9-13C9-A2B01C562B97}"/>
          </ac:grpSpMkLst>
        </pc:grpChg>
        <pc:grpChg chg="mod">
          <ac:chgData name="陸 柴崎" userId="47b6e960b06a1f92" providerId="LiveId" clId="{DFDF2D9E-0FA2-4FD2-962D-E4713059FE82}" dt="2026-05-21T12:37:47.443" v="10987" actId="1076"/>
          <ac:grpSpMkLst>
            <pc:docMk/>
            <pc:sldMk cId="1569866030" sldId="369"/>
            <ac:grpSpMk id="44" creationId="{84CFE8E6-CA31-68B8-E270-C24AD76686AA}"/>
          </ac:grpSpMkLst>
        </pc:grpChg>
        <pc:grpChg chg="del">
          <ac:chgData name="陸 柴崎" userId="47b6e960b06a1f92" providerId="LiveId" clId="{DFDF2D9E-0FA2-4FD2-962D-E4713059FE82}" dt="2026-05-21T12:37:34.072" v="10960" actId="478"/>
          <ac:grpSpMkLst>
            <pc:docMk/>
            <pc:sldMk cId="1569866030" sldId="369"/>
            <ac:grpSpMk id="52" creationId="{D4E7004D-9449-3DAB-7415-91222CC2A4B7}"/>
          </ac:grpSpMkLst>
        </pc:grpChg>
        <pc:graphicFrameChg chg="add mod modGraphic">
          <ac:chgData name="陸 柴崎" userId="47b6e960b06a1f92" providerId="LiveId" clId="{DFDF2D9E-0FA2-4FD2-962D-E4713059FE82}" dt="2026-05-22T00:42:38.886" v="14073"/>
          <ac:graphicFrameMkLst>
            <pc:docMk/>
            <pc:sldMk cId="1569866030" sldId="369"/>
            <ac:graphicFrameMk id="7" creationId="{E9DB68DD-C56E-51E0-574C-A706283BB492}"/>
          </ac:graphicFrameMkLst>
        </pc:graphicFrameChg>
        <pc:picChg chg="del">
          <ac:chgData name="陸 柴崎" userId="47b6e960b06a1f92" providerId="LiveId" clId="{DFDF2D9E-0FA2-4FD2-962D-E4713059FE82}" dt="2026-05-21T12:37:25.281" v="10953" actId="478"/>
          <ac:picMkLst>
            <pc:docMk/>
            <pc:sldMk cId="1569866030" sldId="369"/>
            <ac:picMk id="50" creationId="{C977F46C-CCD8-7616-487E-11187611C46C}"/>
          </ac:picMkLst>
        </pc:picChg>
      </pc:sldChg>
      <pc:sldChg chg="del">
        <pc:chgData name="陸 柴崎" userId="47b6e960b06a1f92" providerId="LiveId" clId="{DFDF2D9E-0FA2-4FD2-962D-E4713059FE82}" dt="2026-05-21T12:55:09.931" v="11977" actId="47"/>
        <pc:sldMkLst>
          <pc:docMk/>
          <pc:sldMk cId="3260072393" sldId="370"/>
        </pc:sldMkLst>
      </pc:sldChg>
      <pc:sldChg chg="del">
        <pc:chgData name="陸 柴崎" userId="47b6e960b06a1f92" providerId="LiveId" clId="{DFDF2D9E-0FA2-4FD2-962D-E4713059FE82}" dt="2026-05-21T13:18:11.498" v="12397" actId="47"/>
        <pc:sldMkLst>
          <pc:docMk/>
          <pc:sldMk cId="2502347136" sldId="371"/>
        </pc:sldMkLst>
      </pc:sldChg>
      <pc:sldChg chg="del">
        <pc:chgData name="陸 柴崎" userId="47b6e960b06a1f92" providerId="LiveId" clId="{DFDF2D9E-0FA2-4FD2-962D-E4713059FE82}" dt="2026-05-21T12:28:13.427" v="10942" actId="47"/>
        <pc:sldMkLst>
          <pc:docMk/>
          <pc:sldMk cId="3935920942" sldId="374"/>
        </pc:sldMkLst>
      </pc:sldChg>
      <pc:sldChg chg="del">
        <pc:chgData name="陸 柴崎" userId="47b6e960b06a1f92" providerId="LiveId" clId="{DFDF2D9E-0FA2-4FD2-962D-E4713059FE82}" dt="2026-05-21T13:18:19.956" v="12398" actId="47"/>
        <pc:sldMkLst>
          <pc:docMk/>
          <pc:sldMk cId="1553878061" sldId="385"/>
        </pc:sldMkLst>
      </pc:sldChg>
      <pc:sldChg chg="del">
        <pc:chgData name="陸 柴崎" userId="47b6e960b06a1f92" providerId="LiveId" clId="{DFDF2D9E-0FA2-4FD2-962D-E4713059FE82}" dt="2026-05-21T13:17:39.863" v="12381" actId="47"/>
        <pc:sldMkLst>
          <pc:docMk/>
          <pc:sldMk cId="3965887894" sldId="386"/>
        </pc:sldMkLst>
      </pc:sldChg>
      <pc:sldChg chg="modSp mod">
        <pc:chgData name="陸 柴崎" userId="47b6e960b06a1f92" providerId="LiveId" clId="{DFDF2D9E-0FA2-4FD2-962D-E4713059FE82}" dt="2026-05-21T12:28:05.199" v="10938" actId="20577"/>
        <pc:sldMkLst>
          <pc:docMk/>
          <pc:sldMk cId="3089603987" sldId="387"/>
        </pc:sldMkLst>
        <pc:spChg chg="mod">
          <ac:chgData name="陸 柴崎" userId="47b6e960b06a1f92" providerId="LiveId" clId="{DFDF2D9E-0FA2-4FD2-962D-E4713059FE82}" dt="2026-05-21T12:28:05.199" v="10938" actId="20577"/>
          <ac:spMkLst>
            <pc:docMk/>
            <pc:sldMk cId="3089603987" sldId="387"/>
            <ac:spMk id="515" creationId="{6B9CE90F-EEDB-29E9-1F6F-E60EB4984943}"/>
          </ac:spMkLst>
        </pc:spChg>
        <pc:spChg chg="mod">
          <ac:chgData name="陸 柴崎" userId="47b6e960b06a1f92" providerId="LiveId" clId="{DFDF2D9E-0FA2-4FD2-962D-E4713059FE82}" dt="2026-05-21T12:27:19.766" v="10846" actId="5793"/>
          <ac:spMkLst>
            <pc:docMk/>
            <pc:sldMk cId="3089603987" sldId="387"/>
            <ac:spMk id="518" creationId="{1B75EA65-74B7-4696-A102-5E05620BF840}"/>
          </ac:spMkLst>
        </pc:spChg>
      </pc:sldChg>
      <pc:sldChg chg="delSp modSp mod modNotesTx">
        <pc:chgData name="陸 柴崎" userId="47b6e960b06a1f92" providerId="LiveId" clId="{DFDF2D9E-0FA2-4FD2-962D-E4713059FE82}" dt="2026-05-22T04:11:59.833" v="14678" actId="20577"/>
        <pc:sldMkLst>
          <pc:docMk/>
          <pc:sldMk cId="485867691" sldId="388"/>
        </pc:sldMkLst>
        <pc:spChg chg="del">
          <ac:chgData name="陸 柴崎" userId="47b6e960b06a1f92" providerId="LiveId" clId="{DFDF2D9E-0FA2-4FD2-962D-E4713059FE82}" dt="2026-05-22T01:08:32.986" v="14278" actId="478"/>
          <ac:spMkLst>
            <pc:docMk/>
            <pc:sldMk cId="485867691" sldId="388"/>
            <ac:spMk id="36" creationId="{0B419683-AB18-B1BC-9268-B74118494A0B}"/>
          </ac:spMkLst>
        </pc:spChg>
        <pc:spChg chg="del">
          <ac:chgData name="陸 柴崎" userId="47b6e960b06a1f92" providerId="LiveId" clId="{DFDF2D9E-0FA2-4FD2-962D-E4713059FE82}" dt="2026-05-22T01:08:34.543" v="14279" actId="478"/>
          <ac:spMkLst>
            <pc:docMk/>
            <pc:sldMk cId="485867691" sldId="388"/>
            <ac:spMk id="38" creationId="{3C1B04B4-5021-4242-51EB-7AAC9C7115F0}"/>
          </ac:spMkLst>
        </pc:spChg>
        <pc:spChg chg="mod">
          <ac:chgData name="陸 柴崎" userId="47b6e960b06a1f92" providerId="LiveId" clId="{DFDF2D9E-0FA2-4FD2-962D-E4713059FE82}" dt="2026-05-22T01:13:57.026" v="14671" actId="20577"/>
          <ac:spMkLst>
            <pc:docMk/>
            <pc:sldMk cId="485867691" sldId="388"/>
            <ac:spMk id="40" creationId="{48B77CC8-BB40-B359-58B1-50C80B0CDD88}"/>
          </ac:spMkLst>
        </pc:spChg>
        <pc:spChg chg="mod">
          <ac:chgData name="陸 柴崎" userId="47b6e960b06a1f92" providerId="LiveId" clId="{DFDF2D9E-0FA2-4FD2-962D-E4713059FE82}" dt="2026-05-22T00:21:14.360" v="14023" actId="20577"/>
          <ac:spMkLst>
            <pc:docMk/>
            <pc:sldMk cId="485867691" sldId="388"/>
            <ac:spMk id="51" creationId="{3D45409B-4B35-B8AF-0F59-9AD0EED04F74}"/>
          </ac:spMkLst>
        </pc:spChg>
        <pc:spChg chg="mod">
          <ac:chgData name="陸 柴崎" userId="47b6e960b06a1f92" providerId="LiveId" clId="{DFDF2D9E-0FA2-4FD2-962D-E4713059FE82}" dt="2026-05-22T01:12:20.578" v="14378" actId="20577"/>
          <ac:spMkLst>
            <pc:docMk/>
            <pc:sldMk cId="485867691" sldId="388"/>
            <ac:spMk id="53" creationId="{47A57A5E-4F1F-CA33-C365-E96F361D5AE3}"/>
          </ac:spMkLst>
        </pc:spChg>
        <pc:grpChg chg="del">
          <ac:chgData name="陸 柴崎" userId="47b6e960b06a1f92" providerId="LiveId" clId="{DFDF2D9E-0FA2-4FD2-962D-E4713059FE82}" dt="2026-05-22T01:08:35.788" v="14280" actId="478"/>
          <ac:grpSpMkLst>
            <pc:docMk/>
            <pc:sldMk cId="485867691" sldId="388"/>
            <ac:grpSpMk id="2" creationId="{B064165D-DE67-BAAA-6D5E-6CC4402C8E1D}"/>
          </ac:grpSpMkLst>
        </pc:grpChg>
      </pc:sldChg>
      <pc:sldChg chg="modSp add mod ord">
        <pc:chgData name="陸 柴崎" userId="47b6e960b06a1f92" providerId="LiveId" clId="{DFDF2D9E-0FA2-4FD2-962D-E4713059FE82}" dt="2026-05-22T02:22:05.865" v="14674" actId="207"/>
        <pc:sldMkLst>
          <pc:docMk/>
          <pc:sldMk cId="689613912" sldId="389"/>
        </pc:sldMkLst>
        <pc:spChg chg="mod">
          <ac:chgData name="陸 柴崎" userId="47b6e960b06a1f92" providerId="LiveId" clId="{DFDF2D9E-0FA2-4FD2-962D-E4713059FE82}" dt="2026-05-22T02:22:02.499" v="14673" actId="207"/>
          <ac:spMkLst>
            <pc:docMk/>
            <pc:sldMk cId="689613912" sldId="389"/>
            <ac:spMk id="515" creationId="{9B67FFB6-03DA-1488-20D7-01E32BD3616D}"/>
          </ac:spMkLst>
        </pc:spChg>
        <pc:spChg chg="mod">
          <ac:chgData name="陸 柴崎" userId="47b6e960b06a1f92" providerId="LiveId" clId="{DFDF2D9E-0FA2-4FD2-962D-E4713059FE82}" dt="2026-05-22T02:22:05.865" v="14674" actId="207"/>
          <ac:spMkLst>
            <pc:docMk/>
            <pc:sldMk cId="689613912" sldId="389"/>
            <ac:spMk id="518" creationId="{A42A1BEF-57ED-45A9-F690-5F0677ADF6D5}"/>
          </ac:spMkLst>
        </pc:spChg>
      </pc:sldChg>
      <pc:sldChg chg="delSp modSp add mod ord">
        <pc:chgData name="陸 柴崎" userId="47b6e960b06a1f92" providerId="LiveId" clId="{DFDF2D9E-0FA2-4FD2-962D-E4713059FE82}" dt="2026-05-21T13:19:56.472" v="12597" actId="1076"/>
        <pc:sldMkLst>
          <pc:docMk/>
          <pc:sldMk cId="3988243320" sldId="390"/>
        </pc:sldMkLst>
        <pc:spChg chg="mod">
          <ac:chgData name="陸 柴崎" userId="47b6e960b06a1f92" providerId="LiveId" clId="{DFDF2D9E-0FA2-4FD2-962D-E4713059FE82}" dt="2026-05-21T13:19:56.472" v="12597" actId="1076"/>
          <ac:spMkLst>
            <pc:docMk/>
            <pc:sldMk cId="3988243320" sldId="390"/>
            <ac:spMk id="5" creationId="{E5F5B368-5222-D730-84C5-A4066FEAB9BE}"/>
          </ac:spMkLst>
        </pc:spChg>
        <pc:spChg chg="mod">
          <ac:chgData name="陸 柴崎" userId="47b6e960b06a1f92" providerId="LiveId" clId="{DFDF2D9E-0FA2-4FD2-962D-E4713059FE82}" dt="2026-05-21T13:19:53.813" v="12596" actId="1076"/>
          <ac:spMkLst>
            <pc:docMk/>
            <pc:sldMk cId="3988243320" sldId="390"/>
            <ac:spMk id="6" creationId="{0774DB0D-E2A8-0D11-F3A7-B5E3EA9084F3}"/>
          </ac:spMkLst>
        </pc:spChg>
        <pc:grpChg chg="del">
          <ac:chgData name="陸 柴崎" userId="47b6e960b06a1f92" providerId="LiveId" clId="{DFDF2D9E-0FA2-4FD2-962D-E4713059FE82}" dt="2026-05-21T12:55:17.277" v="11980" actId="478"/>
          <ac:grpSpMkLst>
            <pc:docMk/>
            <pc:sldMk cId="3988243320" sldId="390"/>
            <ac:grpSpMk id="2" creationId="{86A1C7C9-6A89-46D3-46C3-14F8ED615912}"/>
          </ac:grpSpMkLst>
        </pc:grpChg>
        <pc:graphicFrameChg chg="del">
          <ac:chgData name="陸 柴崎" userId="47b6e960b06a1f92" providerId="LiveId" clId="{DFDF2D9E-0FA2-4FD2-962D-E4713059FE82}" dt="2026-05-21T12:55:16.078" v="11979" actId="478"/>
          <ac:graphicFrameMkLst>
            <pc:docMk/>
            <pc:sldMk cId="3988243320" sldId="390"/>
            <ac:graphicFrameMk id="7" creationId="{E3396CAD-821D-9D55-DE0F-A60AAFA28376}"/>
          </ac:graphicFrameMkLst>
        </pc:graphicFrameChg>
      </pc:sldChg>
      <pc:sldChg chg="modSp add mod">
        <pc:chgData name="陸 柴崎" userId="47b6e960b06a1f92" providerId="LiveId" clId="{DFDF2D9E-0FA2-4FD2-962D-E4713059FE82}" dt="2026-05-22T00:39:29.594" v="14067" actId="20577"/>
        <pc:sldMkLst>
          <pc:docMk/>
          <pc:sldMk cId="2684589240" sldId="391"/>
        </pc:sldMkLst>
        <pc:spChg chg="mod">
          <ac:chgData name="陸 柴崎" userId="47b6e960b06a1f92" providerId="LiveId" clId="{DFDF2D9E-0FA2-4FD2-962D-E4713059FE82}" dt="2026-05-22T00:33:26.878" v="14027" actId="20577"/>
          <ac:spMkLst>
            <pc:docMk/>
            <pc:sldMk cId="2684589240" sldId="391"/>
            <ac:spMk id="45" creationId="{324E38FC-B101-3DE0-74C6-4312789798A3}"/>
          </ac:spMkLst>
        </pc:spChg>
        <pc:graphicFrameChg chg="modGraphic">
          <ac:chgData name="陸 柴崎" userId="47b6e960b06a1f92" providerId="LiveId" clId="{DFDF2D9E-0FA2-4FD2-962D-E4713059FE82}" dt="2026-05-22T00:39:29.594" v="14067" actId="20577"/>
          <ac:graphicFrameMkLst>
            <pc:docMk/>
            <pc:sldMk cId="2684589240" sldId="391"/>
            <ac:graphicFrameMk id="7" creationId="{BAB97362-2075-35BA-1994-76ACBA393A1C}"/>
          </ac:graphicFrameMkLst>
        </pc:graphicFrameChg>
      </pc:sldChg>
      <pc:sldChg chg="modSp add mod">
        <pc:chgData name="陸 柴崎" userId="47b6e960b06a1f92" providerId="LiveId" clId="{DFDF2D9E-0FA2-4FD2-962D-E4713059FE82}" dt="2026-05-22T00:42:44.210" v="14079" actId="20577"/>
        <pc:sldMkLst>
          <pc:docMk/>
          <pc:sldMk cId="286101248" sldId="392"/>
        </pc:sldMkLst>
        <pc:spChg chg="mod">
          <ac:chgData name="陸 柴崎" userId="47b6e960b06a1f92" providerId="LiveId" clId="{DFDF2D9E-0FA2-4FD2-962D-E4713059FE82}" dt="2026-05-22T00:33:29.376" v="14029" actId="20577"/>
          <ac:spMkLst>
            <pc:docMk/>
            <pc:sldMk cId="286101248" sldId="392"/>
            <ac:spMk id="45" creationId="{4BB1EF7E-7BF8-DDEC-FC30-3F280CF37468}"/>
          </ac:spMkLst>
        </pc:spChg>
        <pc:graphicFrameChg chg="mod modGraphic">
          <ac:chgData name="陸 柴崎" userId="47b6e960b06a1f92" providerId="LiveId" clId="{DFDF2D9E-0FA2-4FD2-962D-E4713059FE82}" dt="2026-05-22T00:42:44.210" v="14079" actId="20577"/>
          <ac:graphicFrameMkLst>
            <pc:docMk/>
            <pc:sldMk cId="286101248" sldId="392"/>
            <ac:graphicFrameMk id="7" creationId="{5CDB6077-B671-C54D-1C8B-7D1CDC0019DC}"/>
          </ac:graphicFrameMkLst>
        </pc:graphicFrameChg>
      </pc:sldChg>
      <pc:sldChg chg="modSp add del mod ord">
        <pc:chgData name="陸 柴崎" userId="47b6e960b06a1f92" providerId="LiveId" clId="{DFDF2D9E-0FA2-4FD2-962D-E4713059FE82}" dt="2026-05-21T13:17:24.214" v="12379" actId="47"/>
        <pc:sldMkLst>
          <pc:docMk/>
          <pc:sldMk cId="179250878" sldId="393"/>
        </pc:sldMkLst>
        <pc:spChg chg="mod">
          <ac:chgData name="陸 柴崎" userId="47b6e960b06a1f92" providerId="LiveId" clId="{DFDF2D9E-0FA2-4FD2-962D-E4713059FE82}" dt="2026-05-21T13:15:10.635" v="12351" actId="1076"/>
          <ac:spMkLst>
            <pc:docMk/>
            <pc:sldMk cId="179250878" sldId="393"/>
            <ac:spMk id="5" creationId="{138CE3CE-2BB8-419C-4BB4-F6D5CC1EFAD9}"/>
          </ac:spMkLst>
        </pc:spChg>
        <pc:spChg chg="mod">
          <ac:chgData name="陸 柴崎" userId="47b6e960b06a1f92" providerId="LiveId" clId="{DFDF2D9E-0FA2-4FD2-962D-E4713059FE82}" dt="2026-05-21T13:15:08.209" v="12350" actId="1076"/>
          <ac:spMkLst>
            <pc:docMk/>
            <pc:sldMk cId="179250878" sldId="393"/>
            <ac:spMk id="6" creationId="{C6AEDF9C-C513-9A04-3508-40AF43236521}"/>
          </ac:spMkLst>
        </pc:spChg>
      </pc:sldChg>
      <pc:sldChg chg="modSp add mod">
        <pc:chgData name="陸 柴崎" userId="47b6e960b06a1f92" providerId="LiveId" clId="{DFDF2D9E-0FA2-4FD2-962D-E4713059FE82}" dt="2026-05-22T02:22:16.668" v="14675" actId="207"/>
        <pc:sldMkLst>
          <pc:docMk/>
          <pc:sldMk cId="3878955928" sldId="393"/>
        </pc:sldMkLst>
        <pc:spChg chg="mod">
          <ac:chgData name="陸 柴崎" userId="47b6e960b06a1f92" providerId="LiveId" clId="{DFDF2D9E-0FA2-4FD2-962D-E4713059FE82}" dt="2026-05-22T02:22:16.668" v="14675" actId="207"/>
          <ac:spMkLst>
            <pc:docMk/>
            <pc:sldMk cId="3878955928" sldId="393"/>
            <ac:spMk id="515" creationId="{0D4FE7A9-DA72-A03B-902C-359860AF3B21}"/>
          </ac:spMkLst>
        </pc:spChg>
      </pc:sldChg>
      <pc:sldChg chg="modSp add mod ord">
        <pc:chgData name="陸 柴崎" userId="47b6e960b06a1f92" providerId="LiveId" clId="{DFDF2D9E-0FA2-4FD2-962D-E4713059FE82}" dt="2026-05-22T02:22:30.186" v="14677" actId="207"/>
        <pc:sldMkLst>
          <pc:docMk/>
          <pc:sldMk cId="1742131445" sldId="394"/>
        </pc:sldMkLst>
        <pc:spChg chg="mod">
          <ac:chgData name="陸 柴崎" userId="47b6e960b06a1f92" providerId="LiveId" clId="{DFDF2D9E-0FA2-4FD2-962D-E4713059FE82}" dt="2026-05-22T02:22:30.186" v="14677" actId="207"/>
          <ac:spMkLst>
            <pc:docMk/>
            <pc:sldMk cId="1742131445" sldId="394"/>
            <ac:spMk id="515" creationId="{49C23873-C38D-A566-7EDE-A2941F623400}"/>
          </ac:spMkLst>
        </pc:spChg>
        <pc:spChg chg="mod">
          <ac:chgData name="陸 柴崎" userId="47b6e960b06a1f92" providerId="LiveId" clId="{DFDF2D9E-0FA2-4FD2-962D-E4713059FE82}" dt="2026-05-22T02:22:27.231" v="14676" actId="207"/>
          <ac:spMkLst>
            <pc:docMk/>
            <pc:sldMk cId="1742131445" sldId="394"/>
            <ac:spMk id="518" creationId="{AD55AD37-E116-0603-1830-8E5CE30CBE84}"/>
          </ac:spMkLst>
        </pc:spChg>
      </pc:sldChg>
      <pc:sldChg chg="addSp delSp modSp add mod modNotesTx">
        <pc:chgData name="陸 柴崎" userId="47b6e960b06a1f92" providerId="LiveId" clId="{DFDF2D9E-0FA2-4FD2-962D-E4713059FE82}" dt="2026-05-22T00:01:38.777" v="13970" actId="20577"/>
        <pc:sldMkLst>
          <pc:docMk/>
          <pc:sldMk cId="957425642" sldId="395"/>
        </pc:sldMkLst>
        <pc:spChg chg="del">
          <ac:chgData name="陸 柴崎" userId="47b6e960b06a1f92" providerId="LiveId" clId="{DFDF2D9E-0FA2-4FD2-962D-E4713059FE82}" dt="2026-05-21T13:24:18.364" v="12953" actId="478"/>
          <ac:spMkLst>
            <pc:docMk/>
            <pc:sldMk cId="957425642" sldId="395"/>
            <ac:spMk id="2" creationId="{5A7E6C34-FE3C-C7EF-4879-76535F65E468}"/>
          </ac:spMkLst>
        </pc:spChg>
        <pc:spChg chg="del">
          <ac:chgData name="陸 柴崎" userId="47b6e960b06a1f92" providerId="LiveId" clId="{DFDF2D9E-0FA2-4FD2-962D-E4713059FE82}" dt="2026-05-21T13:24:17.862" v="12952" actId="478"/>
          <ac:spMkLst>
            <pc:docMk/>
            <pc:sldMk cId="957425642" sldId="395"/>
            <ac:spMk id="4" creationId="{DBB15312-48E0-9CAB-EEEF-4364CF56E2ED}"/>
          </ac:spMkLst>
        </pc:spChg>
        <pc:spChg chg="del">
          <ac:chgData name="陸 柴崎" userId="47b6e960b06a1f92" providerId="LiveId" clId="{DFDF2D9E-0FA2-4FD2-962D-E4713059FE82}" dt="2026-05-21T13:29:14.989" v="12987" actId="478"/>
          <ac:spMkLst>
            <pc:docMk/>
            <pc:sldMk cId="957425642" sldId="395"/>
            <ac:spMk id="5" creationId="{A3FA2E27-8932-04BD-68AC-D5189E9BD8AF}"/>
          </ac:spMkLst>
        </pc:spChg>
        <pc:spChg chg="del">
          <ac:chgData name="陸 柴崎" userId="47b6e960b06a1f92" providerId="LiveId" clId="{DFDF2D9E-0FA2-4FD2-962D-E4713059FE82}" dt="2026-05-21T13:29:15.894" v="12988" actId="478"/>
          <ac:spMkLst>
            <pc:docMk/>
            <pc:sldMk cId="957425642" sldId="395"/>
            <ac:spMk id="6" creationId="{96A10C84-6E1F-6F03-02B3-C47F35566CBD}"/>
          </ac:spMkLst>
        </pc:spChg>
        <pc:spChg chg="mod">
          <ac:chgData name="陸 柴崎" userId="47b6e960b06a1f92" providerId="LiveId" clId="{DFDF2D9E-0FA2-4FD2-962D-E4713059FE82}" dt="2026-05-21T13:48:20.516" v="13425" actId="20577"/>
          <ac:spMkLst>
            <pc:docMk/>
            <pc:sldMk cId="957425642" sldId="395"/>
            <ac:spMk id="77" creationId="{C6DB513A-4DFD-42B8-6469-690254538437}"/>
          </ac:spMkLst>
        </pc:spChg>
        <pc:spChg chg="mod">
          <ac:chgData name="陸 柴崎" userId="47b6e960b06a1f92" providerId="LiveId" clId="{DFDF2D9E-0FA2-4FD2-962D-E4713059FE82}" dt="2026-05-21T23:55:20.789" v="13925" actId="20577"/>
          <ac:spMkLst>
            <pc:docMk/>
            <pc:sldMk cId="957425642" sldId="395"/>
            <ac:spMk id="79" creationId="{1AC1E42C-0853-22D0-B26D-F12EAF781ED4}"/>
          </ac:spMkLst>
        </pc:spChg>
        <pc:graphicFrameChg chg="add mod modGraphic">
          <ac:chgData name="陸 柴崎" userId="47b6e960b06a1f92" providerId="LiveId" clId="{DFDF2D9E-0FA2-4FD2-962D-E4713059FE82}" dt="2026-05-21T23:58:15.389" v="13940" actId="207"/>
          <ac:graphicFrameMkLst>
            <pc:docMk/>
            <pc:sldMk cId="957425642" sldId="395"/>
            <ac:graphicFrameMk id="2" creationId="{0E26AD38-7C47-7401-1118-2C60D95972BB}"/>
          </ac:graphicFrameMkLst>
        </pc:graphicFrameChg>
      </pc:sldChg>
      <pc:sldChg chg="modSp add del mod">
        <pc:chgData name="陸 柴崎" userId="47b6e960b06a1f92" providerId="LiveId" clId="{DFDF2D9E-0FA2-4FD2-962D-E4713059FE82}" dt="2026-05-21T13:47:51.067" v="13351" actId="47"/>
        <pc:sldMkLst>
          <pc:docMk/>
          <pc:sldMk cId="1234931104" sldId="396"/>
        </pc:sldMkLst>
        <pc:spChg chg="mod">
          <ac:chgData name="陸 柴崎" userId="47b6e960b06a1f92" providerId="LiveId" clId="{DFDF2D9E-0FA2-4FD2-962D-E4713059FE82}" dt="2026-05-21T13:37:20.250" v="13109" actId="20577"/>
          <ac:spMkLst>
            <pc:docMk/>
            <pc:sldMk cId="1234931104" sldId="396"/>
            <ac:spMk id="77" creationId="{DA2BFC7B-27A9-F617-9AAF-E8F93345C623}"/>
          </ac:spMkLst>
        </pc:spChg>
      </pc:sldChg>
      <pc:sldChg chg="add del modNotesTx">
        <pc:chgData name="陸 柴崎" userId="47b6e960b06a1f92" providerId="LiveId" clId="{DFDF2D9E-0FA2-4FD2-962D-E4713059FE82}" dt="2026-05-22T00:16:32.844" v="13980" actId="47"/>
        <pc:sldMkLst>
          <pc:docMk/>
          <pc:sldMk cId="2212778155" sldId="396"/>
        </pc:sldMkLst>
      </pc:sldChg>
      <pc:sldChg chg="modSp add mod modNotesTx">
        <pc:chgData name="陸 柴崎" userId="47b6e960b06a1f92" providerId="LiveId" clId="{DFDF2D9E-0FA2-4FD2-962D-E4713059FE82}" dt="2026-05-22T00:01:36.062" v="13969" actId="20577"/>
        <pc:sldMkLst>
          <pc:docMk/>
          <pc:sldMk cId="4222723107" sldId="397"/>
        </pc:sldMkLst>
        <pc:spChg chg="mod">
          <ac:chgData name="陸 柴崎" userId="47b6e960b06a1f92" providerId="LiveId" clId="{DFDF2D9E-0FA2-4FD2-962D-E4713059FE82}" dt="2026-05-21T23:58:29.541" v="13942"/>
          <ac:spMkLst>
            <pc:docMk/>
            <pc:sldMk cId="4222723107" sldId="397"/>
            <ac:spMk id="79" creationId="{7D7216F3-CE21-43E4-3D49-EA8C26411CCD}"/>
          </ac:spMkLst>
        </pc:spChg>
        <pc:graphicFrameChg chg="mod modGraphic">
          <ac:chgData name="陸 柴崎" userId="47b6e960b06a1f92" providerId="LiveId" clId="{DFDF2D9E-0FA2-4FD2-962D-E4713059FE82}" dt="2026-05-22T00:01:10.036" v="13957" actId="1076"/>
          <ac:graphicFrameMkLst>
            <pc:docMk/>
            <pc:sldMk cId="4222723107" sldId="397"/>
            <ac:graphicFrameMk id="2" creationId="{2C25EB33-F81B-32CA-B35D-6994FD99D82D}"/>
          </ac:graphicFrameMkLst>
        </pc:graphicFrameChg>
      </pc:sldChg>
      <pc:sldChg chg="modSp add mod modNotesTx">
        <pc:chgData name="陸 柴崎" userId="47b6e960b06a1f92" providerId="LiveId" clId="{DFDF2D9E-0FA2-4FD2-962D-E4713059FE82}" dt="2026-05-22T00:04:53.320" v="13979" actId="207"/>
        <pc:sldMkLst>
          <pc:docMk/>
          <pc:sldMk cId="1214596124" sldId="398"/>
        </pc:sldMkLst>
        <pc:spChg chg="mod">
          <ac:chgData name="陸 柴崎" userId="47b6e960b06a1f92" providerId="LiveId" clId="{DFDF2D9E-0FA2-4FD2-962D-E4713059FE82}" dt="2026-05-22T00:01:27.742" v="13967" actId="20577"/>
          <ac:spMkLst>
            <pc:docMk/>
            <pc:sldMk cId="1214596124" sldId="398"/>
            <ac:spMk id="79" creationId="{D9447EA2-B9D1-221A-BA08-FCADFF607399}"/>
          </ac:spMkLst>
        </pc:spChg>
        <pc:graphicFrameChg chg="mod modGraphic">
          <ac:chgData name="陸 柴崎" userId="47b6e960b06a1f92" providerId="LiveId" clId="{DFDF2D9E-0FA2-4FD2-962D-E4713059FE82}" dt="2026-05-22T00:04:53.320" v="13979" actId="207"/>
          <ac:graphicFrameMkLst>
            <pc:docMk/>
            <pc:sldMk cId="1214596124" sldId="398"/>
            <ac:graphicFrameMk id="2" creationId="{9D511245-060E-A27C-BCD5-BAC7F192533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2026/6/17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狙いを定め直した方が良い気がしている．</a:t>
            </a:r>
            <a:endParaRPr kumimoji="1" lang="en-US" altLang="ja-JP" dirty="0"/>
          </a:p>
          <a:p>
            <a:endParaRPr kumimoji="1" lang="en-US" altLang="ja-JP" dirty="0"/>
          </a:p>
          <a:p>
            <a:r>
              <a:rPr kumimoji="1" lang="ja-JP" altLang="en-US"/>
              <a:t>手法の採用を</a:t>
            </a:r>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3</a:t>
            </a:fld>
            <a:endParaRPr kumimoji="1" lang="ja-JP" altLang="en-US"/>
          </a:p>
        </p:txBody>
      </p:sp>
    </p:spTree>
    <p:extLst>
      <p:ext uri="{BB962C8B-B14F-4D97-AF65-F5344CB8AC3E}">
        <p14:creationId xmlns:p14="http://schemas.microsoft.com/office/powerpoint/2010/main" val="275365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A3D94-8910-4A78-5AFE-3E86D153F9B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AB1EFB-A43D-0183-6EB4-A8F02E1C7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6D9439-0858-255A-145C-8C9E3F11CED1}"/>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5885A07B-187B-6095-E7DC-140A60698906}"/>
              </a:ext>
            </a:extLst>
          </p:cNvPr>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2270684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5</a:t>
            </a:fld>
            <a:endParaRPr kumimoji="1" lang="ja-JP" altLang="en-US"/>
          </a:p>
        </p:txBody>
      </p:sp>
    </p:spTree>
    <p:extLst>
      <p:ext uri="{BB962C8B-B14F-4D97-AF65-F5344CB8AC3E}">
        <p14:creationId xmlns:p14="http://schemas.microsoft.com/office/powerpoint/2010/main" val="1460826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14BFA-AB6B-4641-F270-7C0B2ECAE6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C2CC994-1BFD-B85E-6B21-4AC1FC16D4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6FEFC1-BAF9-F7ED-69BE-8D9EFA3DA980}"/>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8ACCDFA2-F157-BA16-AE06-E0FF189542CF}"/>
              </a:ext>
            </a:extLst>
          </p:cNvPr>
          <p:cNvSpPr>
            <a:spLocks noGrp="1"/>
          </p:cNvSpPr>
          <p:nvPr>
            <p:ph type="sldNum" sz="quarter" idx="5"/>
          </p:nvPr>
        </p:nvSpPr>
        <p:spPr/>
        <p:txBody>
          <a:bodyPr/>
          <a:lstStyle/>
          <a:p>
            <a:fld id="{43558F7A-9C9F-42E9-83A4-0C372CE5784D}" type="slidenum">
              <a:rPr kumimoji="1" lang="ja-JP" altLang="en-US" smtClean="0"/>
              <a:t>6</a:t>
            </a:fld>
            <a:endParaRPr kumimoji="1" lang="ja-JP" altLang="en-US"/>
          </a:p>
        </p:txBody>
      </p:sp>
    </p:spTree>
    <p:extLst>
      <p:ext uri="{BB962C8B-B14F-4D97-AF65-F5344CB8AC3E}">
        <p14:creationId xmlns:p14="http://schemas.microsoft.com/office/powerpoint/2010/main" val="1850939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1A9E9-AE27-1E01-9835-EF48D367B2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534F1C-5D18-FC8A-8DEF-C46AB3E0D93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770C4D-86E6-D25C-9111-77341F57D5F0}"/>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CE60FBB3-999D-3E47-4628-001993935F93}"/>
              </a:ext>
            </a:extLst>
          </p:cNvPr>
          <p:cNvSpPr>
            <a:spLocks noGrp="1"/>
          </p:cNvSpPr>
          <p:nvPr>
            <p:ph type="sldNum" sz="quarter" idx="5"/>
          </p:nvPr>
        </p:nvSpPr>
        <p:spPr/>
        <p:txBody>
          <a:bodyPr/>
          <a:lstStyle/>
          <a:p>
            <a:fld id="{43558F7A-9C9F-42E9-83A4-0C372CE5784D}" type="slidenum">
              <a:rPr kumimoji="1" lang="ja-JP" altLang="en-US" smtClean="0"/>
              <a:t>7</a:t>
            </a:fld>
            <a:endParaRPr kumimoji="1" lang="ja-JP" altLang="en-US"/>
          </a:p>
        </p:txBody>
      </p:sp>
    </p:spTree>
    <p:extLst>
      <p:ext uri="{BB962C8B-B14F-4D97-AF65-F5344CB8AC3E}">
        <p14:creationId xmlns:p14="http://schemas.microsoft.com/office/powerpoint/2010/main" val="1282839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292B2B"/>
                </a:solidFill>
                <a:latin typeface="Source Han Sans JP"/>
                <a:ea typeface="Source Han Sans JP"/>
                <a:cs typeface="Source Han Sans JP"/>
                <a:sym typeface="Source Han Sans JP"/>
              </a:rPr>
              <a:t>目的としては，「</a:t>
            </a:r>
            <a:r>
              <a:rPr lang="ja-JP" altLang="en-US" sz="1200" dirty="0">
                <a:solidFill>
                  <a:srgbClr val="292B2B"/>
                </a:solidFill>
                <a:latin typeface="Source Han Sans JP Bold" panose="020B0600070205080204" charset="-128"/>
                <a:ea typeface="Source Han Sans JP Bold" panose="020B0600070205080204" charset="-128"/>
                <a:cs typeface="Source Han Sans JP"/>
                <a:sym typeface="Source Han Sans JP"/>
              </a:rPr>
              <a:t>沸騰・未沸騰状態の音響データ</a:t>
            </a:r>
            <a:r>
              <a:rPr lang="ja-JP" altLang="en-US" sz="1200" dirty="0">
                <a:solidFill>
                  <a:srgbClr val="292B2B"/>
                </a:solidFill>
                <a:latin typeface="Source Han Sans JP"/>
                <a:ea typeface="Source Han Sans JP"/>
                <a:cs typeface="Source Han Sans JP"/>
                <a:sym typeface="Source Han Sans JP"/>
              </a:rPr>
              <a:t>を取得」をすることです．</a:t>
            </a:r>
            <a:endParaRPr lang="en-US" altLang="ja-JP" sz="1200" dirty="0">
              <a:solidFill>
                <a:srgbClr val="292B2B"/>
              </a:solidFill>
              <a:latin typeface="Source Han Sans JP"/>
              <a:ea typeface="Source Han Sans JP"/>
              <a:cs typeface="Source Han Sans JP"/>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292B2B"/>
                </a:solidFill>
                <a:latin typeface="Source Han Sans JP"/>
                <a:ea typeface="Source Han Sans JP"/>
                <a:cs typeface="Source Han Sans JP"/>
                <a:sym typeface="Source Han Sans JP"/>
              </a:rPr>
              <a:t>また，「局所閉塞が原因で発生する炉心の沸騰現象」を異常状態として早期検知することを想定しています．なので，伝熱面がバーンアウトする前の沸騰状態に焦点を当てていることから，「サブクールプール沸騰実験」の形式で実験を行いました．</a:t>
            </a:r>
            <a:endParaRPr lang="en-US" altLang="ja-JP" sz="1200" dirty="0">
              <a:solidFill>
                <a:srgbClr val="292B2B"/>
              </a:solidFill>
              <a:latin typeface="Source Han Sans JP"/>
              <a:ea typeface="Source Han Sans JP"/>
              <a:cs typeface="Source Han Sans JP"/>
              <a:sym typeface="Source Han Sans JP"/>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9</a:t>
            </a:fld>
            <a:endParaRPr kumimoji="1" lang="ja-JP" altLang="en-US"/>
          </a:p>
        </p:txBody>
      </p:sp>
    </p:spTree>
    <p:extLst>
      <p:ext uri="{BB962C8B-B14F-4D97-AF65-F5344CB8AC3E}">
        <p14:creationId xmlns:p14="http://schemas.microsoft.com/office/powerpoint/2010/main" val="2525360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19844-7479-4761-8AC7-853C4B311D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6FFAA-7C12-7D95-5E85-103771BD859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D4A18C-3D01-1769-0E06-C86D1BB87F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58A47E-C6C9-18D1-0F1C-B25EF8996712}"/>
              </a:ext>
            </a:extLst>
          </p:cNvPr>
          <p:cNvSpPr>
            <a:spLocks noGrp="1"/>
          </p:cNvSpPr>
          <p:nvPr>
            <p:ph type="sldNum" sz="quarter" idx="5"/>
          </p:nvPr>
        </p:nvSpPr>
        <p:spPr/>
        <p:txBody>
          <a:bodyPr/>
          <a:lstStyle/>
          <a:p>
            <a:fld id="{43558F7A-9C9F-42E9-83A4-0C372CE5784D}" type="slidenum">
              <a:rPr kumimoji="1" lang="ja-JP" altLang="en-US" smtClean="0"/>
              <a:t>10</a:t>
            </a:fld>
            <a:endParaRPr kumimoji="1" lang="ja-JP" altLang="en-US"/>
          </a:p>
        </p:txBody>
      </p:sp>
    </p:spTree>
    <p:extLst>
      <p:ext uri="{BB962C8B-B14F-4D97-AF65-F5344CB8AC3E}">
        <p14:creationId xmlns:p14="http://schemas.microsoft.com/office/powerpoint/2010/main" val="3705258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A046-5D5B-2321-1581-D4060B329B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C42F3A-8E35-6B59-A565-89F1D1267E1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B32A0E-F09F-1AA3-CA80-C5B4AFB3E01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104843-6162-F930-9485-6E27445AF616}"/>
              </a:ext>
            </a:extLst>
          </p:cNvPr>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4041962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5F581-B965-2294-1061-802A3DB7AB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DF32EBF-E480-C712-BA86-4F9D320A2A2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577F28-989A-1F1A-0055-F18A4FFDB30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FFAD55-E364-EE61-804E-3EC659982363}"/>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905871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14</a:t>
            </a:fld>
            <a:endParaRPr kumimoji="1" lang="ja-JP" altLang="en-US"/>
          </a:p>
        </p:txBody>
      </p:sp>
    </p:spTree>
    <p:extLst>
      <p:ext uri="{BB962C8B-B14F-4D97-AF65-F5344CB8AC3E}">
        <p14:creationId xmlns:p14="http://schemas.microsoft.com/office/powerpoint/2010/main" val="1342050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26627" y="4242220"/>
            <a:ext cx="13854732" cy="1354217"/>
          </a:xfrm>
          <a:prstGeom prst="rect">
            <a:avLst/>
          </a:prstGeom>
        </p:spPr>
        <p:txBody>
          <a:bodyPr wrap="square" lIns="0" tIns="0" rIns="0" bIns="0" rtlCol="0" anchor="t">
            <a:spAutoFit/>
          </a:bodyPr>
          <a:lstStyle/>
          <a:p>
            <a:pPr algn="ctr">
              <a:spcBef>
                <a:spcPct val="0"/>
              </a:spcBef>
            </a:pPr>
            <a:r>
              <a:rPr lang="en-US" altLang="ja-JP" sz="4400" dirty="0">
                <a:solidFill>
                  <a:srgbClr val="292B2B"/>
                </a:solidFill>
                <a:latin typeface="Source Han Sans JP Bold"/>
                <a:ea typeface="Source Han Sans JP Bold"/>
                <a:cs typeface="Source Han Sans JP Bold"/>
                <a:sym typeface="Source Han Sans JP Bold"/>
              </a:rPr>
              <a:t>CNN</a:t>
            </a:r>
            <a:r>
              <a:rPr lang="ja-JP" altLang="en-US" sz="4400" dirty="0">
                <a:solidFill>
                  <a:srgbClr val="292B2B"/>
                </a:solidFill>
                <a:latin typeface="Source Han Sans JP Bold"/>
                <a:ea typeface="Source Han Sans JP Bold"/>
                <a:cs typeface="Source Han Sans JP Bold"/>
                <a:sym typeface="Source Han Sans JP Bold"/>
              </a:rPr>
              <a:t>アンサンブル学習に基づく音響識別による</a:t>
            </a:r>
            <a:endParaRPr lang="en-US" altLang="ja-JP" sz="4400" dirty="0">
              <a:solidFill>
                <a:srgbClr val="292B2B"/>
              </a:solidFill>
              <a:latin typeface="Source Han Sans JP Bold"/>
              <a:ea typeface="Source Han Sans JP Bold"/>
              <a:cs typeface="Source Han Sans JP Bold"/>
              <a:sym typeface="Source Han Sans JP Bold"/>
            </a:endParaRPr>
          </a:p>
          <a:p>
            <a:pPr algn="ctr">
              <a:spcBef>
                <a:spcPct val="0"/>
              </a:spcBef>
            </a:pPr>
            <a:r>
              <a:rPr lang="ja-JP" altLang="en-US" sz="4400" dirty="0">
                <a:solidFill>
                  <a:srgbClr val="292B2B"/>
                </a:solidFill>
                <a:latin typeface="Source Han Sans JP Bold"/>
                <a:ea typeface="Source Han Sans JP Bold"/>
                <a:cs typeface="Source Han Sans JP Bold"/>
                <a:sym typeface="Source Han Sans JP Bold"/>
              </a:rPr>
              <a:t>プール沸騰の発生検知</a:t>
            </a:r>
            <a:endParaRPr lang="en-US" sz="44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t>植木研究室　　</a:t>
            </a:r>
            <a:r>
              <a:rPr lang="ja-JP" altLang="en-US" sz="4000" dirty="0">
                <a:solidFill>
                  <a:srgbClr val="292B2B"/>
                </a:solidFill>
                <a:latin typeface="+mj-ea"/>
                <a:ea typeface="+mj-ea"/>
                <a:cs typeface="Source Han Sans JP"/>
                <a:sym typeface="Source Han Sans JP"/>
              </a:rPr>
              <a:t>柴崎陸</a:t>
            </a:r>
            <a:endParaRPr lang="en-US" sz="4000" dirty="0">
              <a:solidFill>
                <a:srgbClr val="292B2B"/>
              </a:solidFill>
              <a:latin typeface="+mj-ea"/>
              <a:ea typeface="+mj-ea"/>
              <a:cs typeface="Source Han Sans JP"/>
              <a:sym typeface="Source Han Sans JP"/>
            </a:endParaRPr>
          </a:p>
        </p:txBody>
      </p:sp>
      <p:sp>
        <p:nvSpPr>
          <p:cNvPr id="20" name="TextBox 20"/>
          <p:cNvSpPr txBox="1"/>
          <p:nvPr/>
        </p:nvSpPr>
        <p:spPr>
          <a:xfrm>
            <a:off x="6111044" y="6792441"/>
            <a:ext cx="5785681" cy="496290"/>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Century Gothic Paneuropean"/>
                <a:ea typeface="Century Gothic Paneuropean"/>
                <a:cs typeface="Century Gothic Paneuropean"/>
                <a:sym typeface="Century Gothic Paneuropean"/>
              </a:rPr>
              <a:t>2026年6月19日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17">
            <a:extLst>
              <a:ext uri="{FF2B5EF4-FFF2-40B4-BE49-F238E27FC236}">
                <a16:creationId xmlns:a16="http://schemas.microsoft.com/office/drawing/2014/main" id="{B2D46370-B0AA-E6EF-7D69-27BC452AE345}"/>
              </a:ext>
            </a:extLst>
          </p:cNvPr>
          <p:cNvSpPr txBox="1"/>
          <p:nvPr/>
        </p:nvSpPr>
        <p:spPr>
          <a:xfrm>
            <a:off x="2111859" y="2538384"/>
            <a:ext cx="13854732" cy="1015663"/>
          </a:xfrm>
          <a:prstGeom prst="rect">
            <a:avLst/>
          </a:prstGeom>
        </p:spPr>
        <p:txBody>
          <a:bodyPr wrap="square" lIns="0" tIns="0" rIns="0" bIns="0" rtlCol="0" anchor="t">
            <a:spAutoFit/>
          </a:bodyPr>
          <a:lstStyle/>
          <a:p>
            <a:pPr algn="ctr">
              <a:spcBef>
                <a:spcPct val="0"/>
              </a:spcBef>
            </a:pPr>
            <a:r>
              <a:rPr lang="ja-JP" altLang="en-US" sz="6600" dirty="0">
                <a:solidFill>
                  <a:srgbClr val="292B2B"/>
                </a:solidFill>
                <a:latin typeface="Source Han Sans JP Bold"/>
                <a:ea typeface="Source Han Sans JP Bold"/>
                <a:cs typeface="Source Han Sans JP Bold"/>
                <a:sym typeface="Source Han Sans JP Bold"/>
              </a:rPr>
              <a:t>研究進捗</a:t>
            </a:r>
            <a:endParaRPr lang="en-US" sz="6600" dirty="0">
              <a:solidFill>
                <a:srgbClr val="292B2B"/>
              </a:solidFill>
              <a:latin typeface="Source Han Sans JP Bold"/>
              <a:ea typeface="Source Han Sans JP Bold"/>
              <a:cs typeface="Source Han Sans JP Bold"/>
              <a:sym typeface="Source Han Sans JP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F7763-2D1A-C694-B5B5-8F51F780E8FC}"/>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A12A8F40-7102-C7D1-923B-5C13B72F5BE6}"/>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1AAD0476-6679-D251-7DB6-C096006979EF}"/>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C0DC7045-F2DC-68AC-D91B-C9B055F1457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E927E74C-26F8-B701-2934-8887140D660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BEF7DB9F-99AB-C26F-E2F7-3616316E0D2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816E4EA7-5D1B-164D-F6EB-BA4B2FAC845C}"/>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B2D41046-D395-1D5D-734E-1D2D3A1326EA}"/>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D6A13BA3-6272-8D07-BEF3-0BE995EE6EE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305F8F9-BFE3-4866-ABB4-3B55A9223DD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662FA83C-2E82-71DC-97A9-9255FD8BB6E4}"/>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0A959509-04E6-3250-0B5D-4AF3808402E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559E136A-9CA4-2FEC-7939-DD1D74D8601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6EF31E37-21F0-23D1-F2A1-1444BEFA89B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C61D7212-F948-A870-8BCC-207438C5DB1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C23CD345-FBBE-15ED-3849-2C2AC7DC52B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1EF17899-2953-A607-C6FC-366903498AF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32392C98-BF95-2629-766B-4112A1AECDD7}"/>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C1F39524-B2E0-43B3-E529-E61AE26606CE}"/>
              </a:ext>
            </a:extLst>
          </p:cNvPr>
          <p:cNvGrpSpPr/>
          <p:nvPr/>
        </p:nvGrpSpPr>
        <p:grpSpPr>
          <a:xfrm>
            <a:off x="3429000" y="3695700"/>
            <a:ext cx="12343465" cy="3402857"/>
            <a:chOff x="10121433" y="2372120"/>
            <a:chExt cx="6318718" cy="1717700"/>
          </a:xfrm>
        </p:grpSpPr>
        <p:sp>
          <p:nvSpPr>
            <p:cNvPr id="515" name="TextBox 22">
              <a:extLst>
                <a:ext uri="{FF2B5EF4-FFF2-40B4-BE49-F238E27FC236}">
                  <a16:creationId xmlns:a16="http://schemas.microsoft.com/office/drawing/2014/main" id="{6B9CE90F-EEDB-29E9-1F6F-E60EB4984943}"/>
                </a:ext>
              </a:extLst>
            </p:cNvPr>
            <p:cNvSpPr txBox="1"/>
            <p:nvPr/>
          </p:nvSpPr>
          <p:spPr>
            <a:xfrm>
              <a:off x="10717809" y="2372120"/>
              <a:ext cx="5722342" cy="1710773"/>
            </a:xfrm>
            <a:prstGeom prst="rect">
              <a:avLst/>
            </a:prstGeom>
          </p:spPr>
          <p:txBody>
            <a:bodyPr wrap="square" lIns="0" tIns="0" rIns="0" bIns="0" rtlCol="0" anchor="t">
              <a:spAutoFit/>
            </a:bodyPr>
            <a:lstStyle/>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研究目的を考えてきたので話す</a:t>
              </a:r>
              <a:endParaRPr lang="en-US"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機械学習モデルの説明性について</a:t>
              </a: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次の発表までに行うこと</a:t>
              </a:r>
              <a:endParaRPr lang="en-US" sz="2999"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B51A2F83-68E0-03A1-D411-122559C0B95F}"/>
                </a:ext>
              </a:extLst>
            </p:cNvPr>
            <p:cNvSpPr txBox="1"/>
            <p:nvPr/>
          </p:nvSpPr>
          <p:spPr>
            <a:xfrm>
              <a:off x="10121433" y="2372121"/>
              <a:ext cx="1151616" cy="171769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03</a:t>
              </a:r>
            </a:p>
          </p:txBody>
        </p:sp>
      </p:grpSp>
      <p:sp>
        <p:nvSpPr>
          <p:cNvPr id="518" name="TextBox 22">
            <a:extLst>
              <a:ext uri="{FF2B5EF4-FFF2-40B4-BE49-F238E27FC236}">
                <a16:creationId xmlns:a16="http://schemas.microsoft.com/office/drawing/2014/main" id="{1B75EA65-74B7-4696-A102-5E05620BF840}"/>
              </a:ext>
            </a:extLst>
          </p:cNvPr>
          <p:cNvSpPr txBox="1"/>
          <p:nvPr/>
        </p:nvSpPr>
        <p:spPr>
          <a:xfrm>
            <a:off x="5180493" y="5186124"/>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en-US" altLang="ja-JP" sz="2999" dirty="0">
                <a:latin typeface="Source Han Sans JP" panose="020B0600070205080204" charset="-128"/>
                <a:ea typeface="Source Han Sans JP" panose="020B0600070205080204" charset="-128"/>
                <a:cs typeface="Now"/>
                <a:sym typeface="Now"/>
              </a:rPr>
              <a:t>Transformer</a:t>
            </a:r>
          </a:p>
          <a:p>
            <a:pPr marL="457200" indent="-457200" algn="l">
              <a:lnSpc>
                <a:spcPts val="4000"/>
              </a:lnSpc>
              <a:buFont typeface="Wingdings" panose="05000000000000000000" pitchFamily="2" charset="2"/>
              <a:buChar char="l"/>
            </a:pPr>
            <a:r>
              <a:rPr lang="ja-JP" altLang="en-US" sz="2999" dirty="0">
                <a:latin typeface="Source Han Sans JP" panose="020B0600070205080204" charset="-128"/>
                <a:ea typeface="Source Han Sans JP" panose="020B0600070205080204" charset="-128"/>
                <a:cs typeface="Now"/>
                <a:sym typeface="Now"/>
              </a:rPr>
              <a:t>ランダムフォレスト等，，</a:t>
            </a:r>
            <a:endParaRPr lang="en-US" altLang="ja-JP" sz="2999" dirty="0">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089603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A9B27-38E1-EAFC-C6EA-CCAEA3763202}"/>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5C1E5068-B326-3D11-EC3A-BB753C709ACD}"/>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56410ADB-625F-0DA7-E191-198DED4730E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7D2F0FB1-E36A-754D-8533-F6EFD0F999C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681EA28E-241F-4323-1DA5-CE36EDB5D8C4}"/>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973DF128-BA7D-F20C-18A3-C2377B4418B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936B532C-E916-43FC-6104-B941D907AB79}"/>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7474DE20-17C8-89CA-F052-37AD833CC14D}"/>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90B2FFE5-E122-7F2C-B26C-F525CD9A630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28A70730-C828-E6DE-C109-FA5AC4006B1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6EA3F359-A716-F514-C243-1B779011C0BB}"/>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5BBFC11F-1FE8-3E16-E4B4-16CD6FAF470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4D803E73-E1FB-3870-63E3-7B8A61E60F3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66117831-14FB-7E93-404C-354B99340DD2}"/>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C448DB5D-06B0-8A9F-97B2-58718FC0157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CFF3639B-01D5-CB42-7C13-E21702AA844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D773AB54-F2D8-BA4C-258B-33EF1517CAB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81D4BEC9-46F5-B098-67E7-FFACFB75D48B}"/>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E6E908C2-D5D0-65C2-4D78-487A6EFBE866}"/>
              </a:ext>
            </a:extLst>
          </p:cNvPr>
          <p:cNvGrpSpPr/>
          <p:nvPr/>
        </p:nvGrpSpPr>
        <p:grpSpPr>
          <a:xfrm>
            <a:off x="3429000" y="3695700"/>
            <a:ext cx="12343465" cy="3402857"/>
            <a:chOff x="10121433" y="2372120"/>
            <a:chExt cx="6318718" cy="1717700"/>
          </a:xfrm>
        </p:grpSpPr>
        <p:sp>
          <p:nvSpPr>
            <p:cNvPr id="515" name="TextBox 22">
              <a:extLst>
                <a:ext uri="{FF2B5EF4-FFF2-40B4-BE49-F238E27FC236}">
                  <a16:creationId xmlns:a16="http://schemas.microsoft.com/office/drawing/2014/main" id="{9B67FFB6-03DA-1488-20D7-01E32BD3616D}"/>
                </a:ext>
              </a:extLst>
            </p:cNvPr>
            <p:cNvSpPr txBox="1"/>
            <p:nvPr/>
          </p:nvSpPr>
          <p:spPr>
            <a:xfrm>
              <a:off x="10717809" y="2372120"/>
              <a:ext cx="5722342" cy="1710773"/>
            </a:xfrm>
            <a:prstGeom prst="rect">
              <a:avLst/>
            </a:prstGeom>
          </p:spPr>
          <p:txBody>
            <a:bodyPr wrap="square" lIns="0" tIns="0" rIns="0" bIns="0" rtlCol="0" anchor="t">
              <a:spAutoFit/>
            </a:bodyPr>
            <a:lstStyle/>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研究目的を考えてきたので話す</a:t>
              </a:r>
              <a:endParaRPr lang="en-US"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機械学習モデルの説明性について</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次の発表までに行うこと</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0EE2DAE-F903-0A37-B0E4-70534E184367}"/>
                </a:ext>
              </a:extLst>
            </p:cNvPr>
            <p:cNvSpPr txBox="1"/>
            <p:nvPr/>
          </p:nvSpPr>
          <p:spPr>
            <a:xfrm>
              <a:off x="10121433" y="2372121"/>
              <a:ext cx="1151616" cy="171769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03</a:t>
              </a:r>
            </a:p>
          </p:txBody>
        </p:sp>
      </p:grpSp>
      <p:sp>
        <p:nvSpPr>
          <p:cNvPr id="518" name="TextBox 22">
            <a:extLst>
              <a:ext uri="{FF2B5EF4-FFF2-40B4-BE49-F238E27FC236}">
                <a16:creationId xmlns:a16="http://schemas.microsoft.com/office/drawing/2014/main" id="{A42A1BEF-57ED-45A9-F690-5F0677ADF6D5}"/>
              </a:ext>
            </a:extLst>
          </p:cNvPr>
          <p:cNvSpPr txBox="1"/>
          <p:nvPr/>
        </p:nvSpPr>
        <p:spPr>
          <a:xfrm>
            <a:off x="5180493" y="5186124"/>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rPr>
              <a:t>Transformer</a:t>
            </a:r>
          </a:p>
          <a:p>
            <a:pPr marL="457200" indent="-457200" algn="l">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ランダムフォレスト等，，</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689613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1DDD9-AA3E-828B-458D-87E5CF8035D1}"/>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E0C1D5F1-63B1-5ED2-3CC9-819CDE760F37}"/>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4</a:t>
            </a:fld>
            <a:endParaRPr lang="en-US" sz="4800" dirty="0"/>
          </a:p>
        </p:txBody>
      </p:sp>
      <p:sp>
        <p:nvSpPr>
          <p:cNvPr id="22" name="Rectangle 1">
            <a:extLst>
              <a:ext uri="{FF2B5EF4-FFF2-40B4-BE49-F238E27FC236}">
                <a16:creationId xmlns:a16="http://schemas.microsoft.com/office/drawing/2014/main" id="{8EB495EB-B562-4E2B-2C07-F63D9D72AE6A}"/>
              </a:ext>
            </a:extLst>
          </p:cNvPr>
          <p:cNvSpPr>
            <a:spLocks noChangeArrowheads="1"/>
          </p:cNvSpPr>
          <p:nvPr/>
        </p:nvSpPr>
        <p:spPr bwMode="auto">
          <a:xfrm>
            <a:off x="1862074" y="2829050"/>
            <a:ext cx="134990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
                <a:srgbClr val="6AAAA8"/>
              </a:buClr>
              <a:buSzTx/>
              <a:buFont typeface="Wingdings" panose="05000000000000000000" pitchFamily="2" charset="2"/>
              <a:buChar char="l"/>
              <a:tabLst/>
            </a:pPr>
            <a:r>
              <a:rPr lang="ja-JP" altLang="en-US" sz="2800" dirty="0">
                <a:latin typeface="Source Han Sans JP" panose="020B0600070205080204" charset="-128"/>
                <a:ea typeface="Source Han Sans JP" panose="020B0600070205080204" charset="-128"/>
              </a:rPr>
              <a:t>修士の研究内容で論文を書いたら，学部の結論と同じになりそう</a:t>
            </a:r>
            <a:endParaRPr lang="en-US" altLang="ja-JP" sz="2800" dirty="0">
              <a:latin typeface="Source Han Sans JP" panose="020B0600070205080204" charset="-128"/>
              <a:ea typeface="Source Han Sans JP" panose="020B0600070205080204" charset="-128"/>
            </a:endParaRPr>
          </a:p>
        </p:txBody>
      </p:sp>
      <p:grpSp>
        <p:nvGrpSpPr>
          <p:cNvPr id="27" name="グループ化 26">
            <a:extLst>
              <a:ext uri="{FF2B5EF4-FFF2-40B4-BE49-F238E27FC236}">
                <a16:creationId xmlns:a16="http://schemas.microsoft.com/office/drawing/2014/main" id="{BC3A1525-EC00-A7EC-AA1D-CED5141A295B}"/>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7D86D22B-B807-4099-53ED-CA836C3A5D5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28C5E33-85A0-91AA-089E-FF100635432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A824666F-9F4C-B6BC-2E1A-923351D9DEC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258C53BF-6FD3-4D40-2A45-DD617BD77DA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FEE9F059-53E6-E92F-8173-7686E0DBE4D8}"/>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07F2B4C5-F944-FB04-5CC0-AE29EB90BB99}"/>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B1FA759F-0D11-328F-1A78-FA8A209A80D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82F702D4-351D-4F8E-A509-3529DC2409E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315BCBE5-CB15-4163-6415-F45975AC7CF7}"/>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9D371226-5FA0-200A-9C25-5FCCA49219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641BAAB4-D4A8-9C20-C334-920853397BD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B5B9C4F5-359D-3287-655E-EE39E5CB0B8C}"/>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8A01A4D5-4135-B298-6367-D2C906A55B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2CF252EE-815A-3F9A-A885-5ABD52A5003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C29A7678-49E5-0B46-8274-104C9CAAEEEE}"/>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ADF66B67-23DE-838C-D05B-7CB6D4B7DAB0}"/>
              </a:ext>
            </a:extLst>
          </p:cNvPr>
          <p:cNvGrpSpPr/>
          <p:nvPr/>
        </p:nvGrpSpPr>
        <p:grpSpPr>
          <a:xfrm>
            <a:off x="1501897" y="1689155"/>
            <a:ext cx="8639037" cy="552410"/>
            <a:chOff x="1535808" y="1451163"/>
            <a:chExt cx="8639037" cy="552410"/>
          </a:xfrm>
        </p:grpSpPr>
        <p:sp>
          <p:nvSpPr>
            <p:cNvPr id="45" name="TextBox 26">
              <a:extLst>
                <a:ext uri="{FF2B5EF4-FFF2-40B4-BE49-F238E27FC236}">
                  <a16:creationId xmlns:a16="http://schemas.microsoft.com/office/drawing/2014/main" id="{76CA8C5E-0751-C2EC-507C-6B1586E97FCC}"/>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最近思っていたこと</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36A9BF2B-5F3C-CA6F-1B0A-C958EC94C168}"/>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Rectangle 1">
            <a:extLst>
              <a:ext uri="{FF2B5EF4-FFF2-40B4-BE49-F238E27FC236}">
                <a16:creationId xmlns:a16="http://schemas.microsoft.com/office/drawing/2014/main" id="{E5F5B368-5222-D730-84C5-A4066FEAB9BE}"/>
              </a:ext>
            </a:extLst>
          </p:cNvPr>
          <p:cNvSpPr>
            <a:spLocks noChangeArrowheads="1"/>
          </p:cNvSpPr>
          <p:nvPr/>
        </p:nvSpPr>
        <p:spPr bwMode="auto">
          <a:xfrm>
            <a:off x="4045350" y="3899798"/>
            <a:ext cx="1189886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
                <a:srgbClr val="6AAAA8"/>
              </a:buClr>
              <a:buSzTx/>
              <a:tabLst/>
            </a:pPr>
            <a:r>
              <a:rPr lang="ja-JP" altLang="en-US" sz="2800" dirty="0">
                <a:latin typeface="Source Han Sans JP" panose="020B0600070205080204" charset="-128"/>
                <a:ea typeface="Source Han Sans JP" panose="020B0600070205080204" charset="-128"/>
              </a:rPr>
              <a:t>修士研究として</a:t>
            </a:r>
            <a:r>
              <a:rPr lang="ja-JP" altLang="en-US" sz="2800" dirty="0">
                <a:latin typeface="Source Han Sans JP Bold" panose="020B0600070205080204" charset="-128"/>
                <a:ea typeface="Source Han Sans JP Bold" panose="020B0600070205080204" charset="-128"/>
              </a:rPr>
              <a:t>「何を明らかにするのか」</a:t>
            </a:r>
            <a:r>
              <a:rPr lang="ja-JP" altLang="en-US" sz="2800" dirty="0">
                <a:latin typeface="Source Han Sans JP" panose="020B0600070205080204" charset="-128"/>
                <a:ea typeface="Source Han Sans JP" panose="020B0600070205080204" charset="-128"/>
              </a:rPr>
              <a:t>を明確にしないと</a:t>
            </a:r>
            <a:endParaRPr lang="en-US" altLang="ja-JP" sz="2800" dirty="0">
              <a:latin typeface="Source Han Sans JP" panose="020B0600070205080204" charset="-128"/>
              <a:ea typeface="Source Han Sans JP" panose="020B0600070205080204" charset="-128"/>
            </a:endParaRPr>
          </a:p>
        </p:txBody>
      </p:sp>
      <p:sp>
        <p:nvSpPr>
          <p:cNvPr id="6" name="矢印: 下 5">
            <a:extLst>
              <a:ext uri="{FF2B5EF4-FFF2-40B4-BE49-F238E27FC236}">
                <a16:creationId xmlns:a16="http://schemas.microsoft.com/office/drawing/2014/main" id="{0774DB0D-E2A8-0D11-F3A7-B5E3EA9084F3}"/>
              </a:ext>
            </a:extLst>
          </p:cNvPr>
          <p:cNvSpPr/>
          <p:nvPr/>
        </p:nvSpPr>
        <p:spPr>
          <a:xfrm rot="16200000">
            <a:off x="2730772" y="3763286"/>
            <a:ext cx="821101" cy="796245"/>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8824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64C6A2B1-D68F-3D23-4EB7-F0A679C2E54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5</a:t>
            </a:fld>
            <a:endParaRPr lang="en-US" sz="4800" dirty="0"/>
          </a:p>
        </p:txBody>
      </p:sp>
      <p:grpSp>
        <p:nvGrpSpPr>
          <p:cNvPr id="27" name="グループ化 26">
            <a:extLst>
              <a:ext uri="{FF2B5EF4-FFF2-40B4-BE49-F238E27FC236}">
                <a16:creationId xmlns:a16="http://schemas.microsoft.com/office/drawing/2014/main" id="{43AE7C6B-7351-5825-E0E1-3777BB8F152C}"/>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29CF0DB2-C51E-08ED-FEB3-D6567673BB1F}"/>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D3CFCC76-1AE5-A05F-2873-E25C6D79E39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EB4B6EEE-4EAA-E0E7-CAA1-E9DFB1A6B96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76C22DF7-203B-60AF-6317-7E96F3FA660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5DF53C7B-1F38-147D-28ED-EADF164DCBED}"/>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9F7BB424-5D5B-559C-D094-327D1427FAC9}"/>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3738E4EE-6CB8-C75A-EEA6-6682037FC9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74E6FBE-A7B7-773F-4FED-7C193977588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F9BC06B8-13DC-11CF-3C00-4CEAE0D8307C}"/>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F95155B5-987B-CFDC-AC53-052DFB8B969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DADC0933-F8DA-E030-073B-DCE0A8A1760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8FC66875-01D3-021C-13B3-0CA23E986AF2}"/>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C64C948-81F2-06EA-57BF-D2B0E8375E2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A0D26BA9-C298-92EA-2113-1B64EA0C837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29F16302-7E62-85B7-3C03-875C434D5C5B}"/>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84CFE8E6-CA31-68B8-E270-C24AD76686AA}"/>
              </a:ext>
            </a:extLst>
          </p:cNvPr>
          <p:cNvGrpSpPr/>
          <p:nvPr/>
        </p:nvGrpSpPr>
        <p:grpSpPr>
          <a:xfrm>
            <a:off x="1501897" y="1689155"/>
            <a:ext cx="8639037" cy="552410"/>
            <a:chOff x="1535808" y="1451163"/>
            <a:chExt cx="8639037" cy="552410"/>
          </a:xfrm>
        </p:grpSpPr>
        <p:sp>
          <p:nvSpPr>
            <p:cNvPr id="45" name="TextBox 26">
              <a:extLst>
                <a:ext uri="{FF2B5EF4-FFF2-40B4-BE49-F238E27FC236}">
                  <a16:creationId xmlns:a16="http://schemas.microsoft.com/office/drawing/2014/main" id="{64C37D32-7FF7-A3E9-2AB4-A18186A72682}"/>
                </a:ext>
              </a:extLst>
            </p:cNvPr>
            <p:cNvSpPr txBox="1"/>
            <p:nvPr/>
          </p:nvSpPr>
          <p:spPr>
            <a:xfrm>
              <a:off x="1864755" y="1451163"/>
              <a:ext cx="8310090" cy="525978"/>
            </a:xfrm>
            <a:prstGeom prst="rect">
              <a:avLst/>
            </a:prstGeom>
          </p:spPr>
          <p:txBody>
            <a:bodyPr wrap="square" lIns="0" tIns="0" rIns="0" bIns="0" rtlCol="0" anchor="t">
              <a:spAutoFit/>
            </a:bodyPr>
            <a:lstStyle/>
            <a:p>
              <a:pPr lvl="0">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学士研究と修士研究の違いをまとめた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EEADAE25-CC5F-4A60-5B7F-E4748A25EE4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aphicFrame>
        <p:nvGraphicFramePr>
          <p:cNvPr id="7" name="表 6">
            <a:extLst>
              <a:ext uri="{FF2B5EF4-FFF2-40B4-BE49-F238E27FC236}">
                <a16:creationId xmlns:a16="http://schemas.microsoft.com/office/drawing/2014/main" id="{E9DB68DD-C56E-51E0-574C-A706283BB492}"/>
              </a:ext>
            </a:extLst>
          </p:cNvPr>
          <p:cNvGraphicFramePr>
            <a:graphicFrameLocks noGrp="1"/>
          </p:cNvGraphicFramePr>
          <p:nvPr>
            <p:extLst>
              <p:ext uri="{D42A27DB-BD31-4B8C-83A1-F6EECF244321}">
                <p14:modId xmlns:p14="http://schemas.microsoft.com/office/powerpoint/2010/main" val="802884197"/>
              </p:ext>
            </p:extLst>
          </p:nvPr>
        </p:nvGraphicFramePr>
        <p:xfrm>
          <a:off x="1673450" y="2429370"/>
          <a:ext cx="15879100" cy="6385034"/>
        </p:xfrm>
        <a:graphic>
          <a:graphicData uri="http://schemas.openxmlformats.org/drawingml/2006/table">
            <a:tbl>
              <a:tblPr firstRow="1" bandRow="1">
                <a:tableStyleId>{5C22544A-7EE6-4342-B048-85BDC9FD1C3A}</a:tableStyleId>
              </a:tblPr>
              <a:tblGrid>
                <a:gridCol w="3077501">
                  <a:extLst>
                    <a:ext uri="{9D8B030D-6E8A-4147-A177-3AD203B41FA5}">
                      <a16:colId xmlns:a16="http://schemas.microsoft.com/office/drawing/2014/main" val="879756000"/>
                    </a:ext>
                  </a:extLst>
                </a:gridCol>
                <a:gridCol w="4267200">
                  <a:extLst>
                    <a:ext uri="{9D8B030D-6E8A-4147-A177-3AD203B41FA5}">
                      <a16:colId xmlns:a16="http://schemas.microsoft.com/office/drawing/2014/main" val="3549363431"/>
                    </a:ext>
                  </a:extLst>
                </a:gridCol>
                <a:gridCol w="4495800">
                  <a:extLst>
                    <a:ext uri="{9D8B030D-6E8A-4147-A177-3AD203B41FA5}">
                      <a16:colId xmlns:a16="http://schemas.microsoft.com/office/drawing/2014/main" val="3086974762"/>
                    </a:ext>
                  </a:extLst>
                </a:gridCol>
                <a:gridCol w="4038599">
                  <a:extLst>
                    <a:ext uri="{9D8B030D-6E8A-4147-A177-3AD203B41FA5}">
                      <a16:colId xmlns:a16="http://schemas.microsoft.com/office/drawing/2014/main" val="3812257018"/>
                    </a:ext>
                  </a:extLst>
                </a:gridCol>
              </a:tblGrid>
              <a:tr h="580530">
                <a:tc>
                  <a:txBody>
                    <a:bodyPr/>
                    <a:lstStyle/>
                    <a:p>
                      <a:pPr algn="ctr"/>
                      <a:r>
                        <a:rPr kumimoji="1" lang="ja-JP" altLang="en-US" sz="2800" dirty="0">
                          <a:latin typeface="Source Han Sans JP Bold" panose="020B0600070205080204" charset="-128"/>
                          <a:ea typeface="Source Han Sans JP Bold" panose="020B0600070205080204" charset="-128"/>
                        </a:rPr>
                        <a:t>比較項目</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学士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▶修士で深める観点</a:t>
                      </a:r>
                    </a:p>
                  </a:txBody>
                  <a:tcPr anchor="ctr">
                    <a:solidFill>
                      <a:srgbClr val="61A3A1"/>
                    </a:solidFill>
                  </a:tcPr>
                </a:tc>
                <a:extLst>
                  <a:ext uri="{0D108BD9-81ED-4DB2-BD59-A6C34878D82A}">
                    <a16:rowId xmlns:a16="http://schemas.microsoft.com/office/drawing/2014/main" val="3397709111"/>
                  </a:ext>
                </a:extLst>
              </a:tr>
              <a:tr h="927704">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研究目的</a:t>
                      </a:r>
                    </a:p>
                  </a:txBody>
                  <a:tcPr anchor="ctr">
                    <a:solidFill>
                      <a:srgbClr val="61A3A1"/>
                    </a:solidFill>
                  </a:tcPr>
                </a:tc>
                <a:tc>
                  <a:txBody>
                    <a:bodyPr/>
                    <a:lstStyle/>
                    <a:p>
                      <a:r>
                        <a:rPr kumimoji="1" lang="ja-JP" altLang="en-US" sz="2400" dirty="0">
                          <a:solidFill>
                            <a:schemeClr val="bg1"/>
                          </a:solidFill>
                          <a:latin typeface="Source Han Sans JP Bold" panose="020B0600070205080204" charset="-128"/>
                          <a:ea typeface="Source Han Sans JP Bold" panose="020B0600070205080204" charset="-128"/>
                        </a:rPr>
                        <a:t>スペクトログラムと</a:t>
                      </a:r>
                      <a:r>
                        <a:rPr kumimoji="1" lang="en-US" altLang="ja-JP" sz="2400" dirty="0">
                          <a:solidFill>
                            <a:schemeClr val="bg1"/>
                          </a:solidFill>
                          <a:latin typeface="Source Han Sans JP Bold" panose="020B0600070205080204" charset="-128"/>
                          <a:ea typeface="Source Han Sans JP Bold" panose="020B0600070205080204" charset="-128"/>
                        </a:rPr>
                        <a:t>CNN</a:t>
                      </a:r>
                      <a:r>
                        <a:rPr kumimoji="1" lang="ja-JP" altLang="en-US" sz="2400" dirty="0">
                          <a:solidFill>
                            <a:schemeClr val="bg1"/>
                          </a:solidFill>
                          <a:latin typeface="Source Han Sans JP Bold" panose="020B0600070205080204" charset="-128"/>
                          <a:ea typeface="Source Han Sans JP Bold" panose="020B0600070205080204" charset="-128"/>
                        </a:rPr>
                        <a:t>回帰で沸騰検知できるかを確認</a:t>
                      </a:r>
                    </a:p>
                  </a:txBody>
                  <a:tcPr>
                    <a:solidFill>
                      <a:srgbClr val="91BDBC"/>
                    </a:solidFill>
                  </a:tcPr>
                </a:tc>
                <a:tc>
                  <a:txBody>
                    <a:bodyPr/>
                    <a:lstStyle/>
                    <a:p>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2795957376"/>
                  </a:ext>
                </a:extLst>
              </a:tr>
              <a:tr h="9144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入力</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音響信号を画像として扱い、</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に入力する</a:t>
                      </a:r>
                    </a:p>
                  </a:txBody>
                  <a:tcPr anchor="ctr">
                    <a:solidFill>
                      <a:srgbClr val="91BDBC"/>
                    </a:solidFill>
                  </a:tcPr>
                </a:tc>
                <a:tc>
                  <a:txBody>
                    <a:bodyPr/>
                    <a:lstStyle/>
                    <a:p>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4123123846"/>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モデル</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局所的な特徴から熱流束を予測（</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のみ）</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3826021215"/>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評価指標</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予測精度・分類性能を評価</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415171554"/>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説明性</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なし</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151168491"/>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データ・実験条件</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同一条件内での再現性確認</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719304334"/>
                  </a:ext>
                </a:extLst>
              </a:tr>
            </a:tbl>
          </a:graphicData>
        </a:graphic>
      </p:graphicFrame>
    </p:spTree>
    <p:extLst>
      <p:ext uri="{BB962C8B-B14F-4D97-AF65-F5344CB8AC3E}">
        <p14:creationId xmlns:p14="http://schemas.microsoft.com/office/powerpoint/2010/main" val="1569866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C129-D25A-7AC6-7BEF-4C9175EAF0C5}"/>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5E2DE968-B75A-4966-7944-C0E6049794A3}"/>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6</a:t>
            </a:fld>
            <a:endParaRPr lang="en-US" sz="4800" dirty="0"/>
          </a:p>
        </p:txBody>
      </p:sp>
      <p:grpSp>
        <p:nvGrpSpPr>
          <p:cNvPr id="27" name="グループ化 26">
            <a:extLst>
              <a:ext uri="{FF2B5EF4-FFF2-40B4-BE49-F238E27FC236}">
                <a16:creationId xmlns:a16="http://schemas.microsoft.com/office/drawing/2014/main" id="{8334DFA0-8DE6-A1CA-4B02-956CC822A9B5}"/>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9234DEB0-6736-6EE9-246A-A8C26C7C9E67}"/>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1308B1B8-79E4-CD3C-D7C4-9B5CAD7A482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82FA91DD-ECEC-A9A2-B78A-0D36BD00ECF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39DAEC2D-10BC-E35B-E68E-038FDAB88E3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75415183-6A0B-502C-65AD-08663C06A2DF}"/>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6A0BEC33-F965-528A-7EE7-031A0AB8DA45}"/>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8A863B98-136D-237B-09CF-149AAA8BE2B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7AD1CFE-1A95-DE00-441C-F562D15D638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9F40753F-BB08-75A3-4F38-FE37C7E7FE24}"/>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16FC310A-FDD8-3ADD-AE87-FC477F0C1C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75CC62C7-66F2-5778-DDBA-0831A04137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3C9B4FA2-551E-3693-F907-BF36FC39C727}"/>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CA0FAD96-CF91-9BBF-A514-58238E6AF9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BFB98F27-F591-E6C2-4786-B56BD000279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F7A8671A-FFC8-8BF2-36F1-EF11EE7843D7}"/>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0A1060E7-9FF9-542B-7713-72055394AFB1}"/>
              </a:ext>
            </a:extLst>
          </p:cNvPr>
          <p:cNvGrpSpPr/>
          <p:nvPr/>
        </p:nvGrpSpPr>
        <p:grpSpPr>
          <a:xfrm>
            <a:off x="1501897" y="1689155"/>
            <a:ext cx="8639037" cy="552410"/>
            <a:chOff x="1535808" y="1451163"/>
            <a:chExt cx="8639037" cy="552410"/>
          </a:xfrm>
        </p:grpSpPr>
        <p:sp>
          <p:nvSpPr>
            <p:cNvPr id="45" name="TextBox 26">
              <a:extLst>
                <a:ext uri="{FF2B5EF4-FFF2-40B4-BE49-F238E27FC236}">
                  <a16:creationId xmlns:a16="http://schemas.microsoft.com/office/drawing/2014/main" id="{324E38FC-B101-3DE0-74C6-4312789798A3}"/>
                </a:ext>
              </a:extLst>
            </p:cNvPr>
            <p:cNvSpPr txBox="1"/>
            <p:nvPr/>
          </p:nvSpPr>
          <p:spPr>
            <a:xfrm>
              <a:off x="1864755" y="1451163"/>
              <a:ext cx="8310090" cy="525978"/>
            </a:xfrm>
            <a:prstGeom prst="rect">
              <a:avLst/>
            </a:prstGeom>
          </p:spPr>
          <p:txBody>
            <a:bodyPr wrap="square" lIns="0" tIns="0" rIns="0" bIns="0" rtlCol="0" anchor="t">
              <a:spAutoFit/>
            </a:bodyPr>
            <a:lstStyle/>
            <a:p>
              <a:pPr lvl="0">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学士研究と修士研究の違いをまとめた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FA226E98-3B96-9450-04B1-265149FC7C2B}"/>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aphicFrame>
        <p:nvGraphicFramePr>
          <p:cNvPr id="7" name="表 6">
            <a:extLst>
              <a:ext uri="{FF2B5EF4-FFF2-40B4-BE49-F238E27FC236}">
                <a16:creationId xmlns:a16="http://schemas.microsoft.com/office/drawing/2014/main" id="{BAB97362-2075-35BA-1994-76ACBA393A1C}"/>
              </a:ext>
            </a:extLst>
          </p:cNvPr>
          <p:cNvGraphicFramePr>
            <a:graphicFrameLocks noGrp="1"/>
          </p:cNvGraphicFramePr>
          <p:nvPr>
            <p:extLst>
              <p:ext uri="{D42A27DB-BD31-4B8C-83A1-F6EECF244321}">
                <p14:modId xmlns:p14="http://schemas.microsoft.com/office/powerpoint/2010/main" val="2424906220"/>
              </p:ext>
            </p:extLst>
          </p:nvPr>
        </p:nvGraphicFramePr>
        <p:xfrm>
          <a:off x="1673450" y="2429370"/>
          <a:ext cx="15879100" cy="6844170"/>
        </p:xfrm>
        <a:graphic>
          <a:graphicData uri="http://schemas.openxmlformats.org/drawingml/2006/table">
            <a:tbl>
              <a:tblPr firstRow="1" bandRow="1">
                <a:tableStyleId>{5C22544A-7EE6-4342-B048-85BDC9FD1C3A}</a:tableStyleId>
              </a:tblPr>
              <a:tblGrid>
                <a:gridCol w="3077501">
                  <a:extLst>
                    <a:ext uri="{9D8B030D-6E8A-4147-A177-3AD203B41FA5}">
                      <a16:colId xmlns:a16="http://schemas.microsoft.com/office/drawing/2014/main" val="879756000"/>
                    </a:ext>
                  </a:extLst>
                </a:gridCol>
                <a:gridCol w="4267200">
                  <a:extLst>
                    <a:ext uri="{9D8B030D-6E8A-4147-A177-3AD203B41FA5}">
                      <a16:colId xmlns:a16="http://schemas.microsoft.com/office/drawing/2014/main" val="3549363431"/>
                    </a:ext>
                  </a:extLst>
                </a:gridCol>
                <a:gridCol w="4495800">
                  <a:extLst>
                    <a:ext uri="{9D8B030D-6E8A-4147-A177-3AD203B41FA5}">
                      <a16:colId xmlns:a16="http://schemas.microsoft.com/office/drawing/2014/main" val="3086974762"/>
                    </a:ext>
                  </a:extLst>
                </a:gridCol>
                <a:gridCol w="4038599">
                  <a:extLst>
                    <a:ext uri="{9D8B030D-6E8A-4147-A177-3AD203B41FA5}">
                      <a16:colId xmlns:a16="http://schemas.microsoft.com/office/drawing/2014/main" val="3812257018"/>
                    </a:ext>
                  </a:extLst>
                </a:gridCol>
              </a:tblGrid>
              <a:tr h="580530">
                <a:tc>
                  <a:txBody>
                    <a:bodyPr/>
                    <a:lstStyle/>
                    <a:p>
                      <a:pPr algn="ctr"/>
                      <a:r>
                        <a:rPr kumimoji="1" lang="ja-JP" altLang="en-US" sz="2800" dirty="0">
                          <a:latin typeface="Source Han Sans JP Bold" panose="020B0600070205080204" charset="-128"/>
                          <a:ea typeface="Source Han Sans JP Bold" panose="020B0600070205080204" charset="-128"/>
                        </a:rPr>
                        <a:t>比較項目</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学士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▶修士で深める観点</a:t>
                      </a:r>
                    </a:p>
                  </a:txBody>
                  <a:tcPr anchor="ctr">
                    <a:solidFill>
                      <a:srgbClr val="61A3A1"/>
                    </a:solidFill>
                  </a:tcPr>
                </a:tc>
                <a:extLst>
                  <a:ext uri="{0D108BD9-81ED-4DB2-BD59-A6C34878D82A}">
                    <a16:rowId xmlns:a16="http://schemas.microsoft.com/office/drawing/2014/main" val="3397709111"/>
                  </a:ext>
                </a:extLst>
              </a:tr>
              <a:tr h="927704">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研究目的</a:t>
                      </a:r>
                    </a:p>
                  </a:txBody>
                  <a:tcPr anchor="ctr">
                    <a:solidFill>
                      <a:srgbClr val="61A3A1"/>
                    </a:solidFill>
                  </a:tcPr>
                </a:tc>
                <a:tc>
                  <a:txBody>
                    <a:bodyPr/>
                    <a:lstStyle/>
                    <a:p>
                      <a:r>
                        <a:rPr kumimoji="1" lang="ja-JP" altLang="en-US" sz="2400" dirty="0">
                          <a:solidFill>
                            <a:schemeClr val="bg1"/>
                          </a:solidFill>
                          <a:latin typeface="Source Han Sans JP Bold" panose="020B0600070205080204" charset="-128"/>
                          <a:ea typeface="Source Han Sans JP Bold" panose="020B0600070205080204" charset="-128"/>
                        </a:rPr>
                        <a:t>スペクトログラムと</a:t>
                      </a:r>
                      <a:r>
                        <a:rPr kumimoji="1" lang="en-US" altLang="ja-JP" sz="2400" dirty="0">
                          <a:solidFill>
                            <a:schemeClr val="bg1"/>
                          </a:solidFill>
                          <a:latin typeface="Source Han Sans JP Bold" panose="020B0600070205080204" charset="-128"/>
                          <a:ea typeface="Source Han Sans JP Bold" panose="020B0600070205080204" charset="-128"/>
                        </a:rPr>
                        <a:t>CNN</a:t>
                      </a:r>
                      <a:r>
                        <a:rPr kumimoji="1" lang="ja-JP" altLang="en-US" sz="2400" dirty="0">
                          <a:solidFill>
                            <a:schemeClr val="bg1"/>
                          </a:solidFill>
                          <a:latin typeface="Source Han Sans JP Bold" panose="020B0600070205080204" charset="-128"/>
                          <a:ea typeface="Source Han Sans JP Bold" panose="020B0600070205080204" charset="-128"/>
                        </a:rPr>
                        <a:t>回帰で沸騰検知できるかを確認</a:t>
                      </a:r>
                    </a:p>
                  </a:txBody>
                  <a:tcPr>
                    <a:solidFill>
                      <a:srgbClr val="91BDBC"/>
                    </a:solidFill>
                  </a:tcPr>
                </a:tc>
                <a:tc>
                  <a:txBody>
                    <a:bodyPr/>
                    <a:lstStyle/>
                    <a:p>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近傍の離散的な沸騰音特徴を、モデルがどう捉えるかを解析</a:t>
                      </a:r>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2795957376"/>
                  </a:ext>
                </a:extLst>
              </a:tr>
              <a:tr h="9144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入力</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音響信号を画像として扱い、</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に入力する</a:t>
                      </a:r>
                    </a:p>
                  </a:txBody>
                  <a:tcPr anchor="ctr">
                    <a:solidFill>
                      <a:srgbClr val="91BDBC"/>
                    </a:solidFill>
                  </a:tcPr>
                </a:tc>
                <a:tc>
                  <a:txBody>
                    <a:bodyPr/>
                    <a:lstStyle/>
                    <a:p>
                      <a:r>
                        <a:rPr lang="en-US" altLang="ja-JP" sz="2400" dirty="0">
                          <a:solidFill>
                            <a:schemeClr val="bg1"/>
                          </a:solidFill>
                          <a:latin typeface="Source Han Sans JP Bold" panose="020B0600070205080204" charset="-128"/>
                          <a:ea typeface="Source Han Sans JP Bold" panose="020B0600070205080204" charset="-128"/>
                        </a:rPr>
                        <a:t>STFT</a:t>
                      </a:r>
                      <a:r>
                        <a:rPr lang="ja-JP" altLang="en-US" sz="2400" dirty="0">
                          <a:solidFill>
                            <a:schemeClr val="bg1"/>
                          </a:solidFill>
                          <a:latin typeface="Source Han Sans JP Bold" panose="020B0600070205080204" charset="-128"/>
                          <a:ea typeface="Source Han Sans JP Bold" panose="020B0600070205080204" charset="-128"/>
                        </a:rPr>
                        <a:t>窓幅変更、</a:t>
                      </a:r>
                      <a:r>
                        <a:rPr lang="en-US" altLang="ja-JP" sz="2400" dirty="0">
                          <a:solidFill>
                            <a:schemeClr val="bg1"/>
                          </a:solidFill>
                          <a:latin typeface="Source Han Sans JP Bold" panose="020B0600070205080204" charset="-128"/>
                          <a:ea typeface="Source Han Sans JP Bold" panose="020B0600070205080204" charset="-128"/>
                        </a:rPr>
                        <a:t>CWT</a:t>
                      </a:r>
                      <a:r>
                        <a:rPr lang="ja-JP" altLang="en-US" sz="2400" dirty="0">
                          <a:solidFill>
                            <a:schemeClr val="bg1"/>
                          </a:solidFill>
                          <a:latin typeface="Source Han Sans JP Bold" panose="020B0600070205080204" charset="-128"/>
                          <a:ea typeface="Source Han Sans JP Bold" panose="020B0600070205080204" charset="-128"/>
                        </a:rPr>
                        <a:t>、</a:t>
                      </a:r>
                      <a:r>
                        <a:rPr lang="en-US" altLang="ja-JP" sz="2400" dirty="0">
                          <a:solidFill>
                            <a:schemeClr val="bg1"/>
                          </a:solidFill>
                          <a:latin typeface="Source Han Sans JP Bold" panose="020B0600070205080204" charset="-128"/>
                          <a:ea typeface="Source Han Sans JP Bold" panose="020B0600070205080204" charset="-128"/>
                        </a:rPr>
                        <a:t>Mel spectrogram</a:t>
                      </a:r>
                      <a:r>
                        <a:rPr lang="ja-JP" altLang="en-US" sz="2400" dirty="0">
                          <a:solidFill>
                            <a:schemeClr val="bg1"/>
                          </a:solidFill>
                          <a:latin typeface="Source Han Sans JP Bold" panose="020B0600070205080204" charset="-128"/>
                          <a:ea typeface="Source Han Sans JP Bold" panose="020B0600070205080204" charset="-128"/>
                        </a:rPr>
                        <a:t>などを比較</a:t>
                      </a:r>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4123123846"/>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モデル</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局所的な特徴から熱流束を予測（</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のみ）</a:t>
                      </a:r>
                    </a:p>
                  </a:txBody>
                  <a:tcPr anchor="ctr">
                    <a:solidFill>
                      <a:srgbClr val="91BDBC"/>
                    </a:solidFill>
                  </a:tcPr>
                </a:tc>
                <a:tc>
                  <a:txBody>
                    <a:bodyPr/>
                    <a:lstStyle/>
                    <a:p>
                      <a:pPr>
                        <a:buNone/>
                      </a:pPr>
                      <a:r>
                        <a:rPr lang="en-US" sz="2400" dirty="0" err="1">
                          <a:solidFill>
                            <a:schemeClr val="bg1"/>
                          </a:solidFill>
                          <a:latin typeface="Source Han Sans JP Bold" panose="020B0600070205080204" charset="-128"/>
                          <a:ea typeface="Source Han Sans JP Bold" panose="020B0600070205080204" charset="-128"/>
                        </a:rPr>
                        <a:t>AlexNet</a:t>
                      </a:r>
                      <a:r>
                        <a:rPr lang="ja-JP" altLang="en-US" sz="2400" dirty="0">
                          <a:solidFill>
                            <a:schemeClr val="bg1"/>
                          </a:solidFill>
                          <a:latin typeface="Source Han Sans JP Bold" panose="020B0600070205080204" charset="-128"/>
                          <a:ea typeface="Source Han Sans JP Bold" panose="020B0600070205080204" charset="-128"/>
                        </a:rPr>
                        <a:t>と</a:t>
                      </a:r>
                      <a:r>
                        <a:rPr lang="en-US" sz="2400" dirty="0">
                          <a:solidFill>
                            <a:schemeClr val="bg1"/>
                          </a:solidFill>
                          <a:latin typeface="Source Han Sans JP Bold" panose="020B0600070205080204" charset="-128"/>
                          <a:ea typeface="Source Han Sans JP Bold" panose="020B0600070205080204" charset="-128"/>
                        </a:rPr>
                        <a:t>Conformer</a:t>
                      </a:r>
                      <a:r>
                        <a:rPr lang="ja-JP" altLang="en-US" sz="2400" dirty="0">
                          <a:solidFill>
                            <a:schemeClr val="bg1"/>
                          </a:solidFill>
                          <a:latin typeface="Source Han Sans JP Bold" panose="020B0600070205080204" charset="-128"/>
                          <a:ea typeface="Source Han Sans JP Bold" panose="020B0600070205080204" charset="-128"/>
                        </a:rPr>
                        <a:t>，ランダムフォレストを比較</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3826021215"/>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評価指標</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予測精度・分類性能を評価</a:t>
                      </a:r>
                    </a:p>
                  </a:txBody>
                  <a:tcPr anchor="ctr">
                    <a:solidFill>
                      <a:srgbClr val="91BDBC"/>
                    </a:solidFill>
                  </a:tcPr>
                </a:tc>
                <a:tc>
                  <a:txBody>
                    <a:bodyPr/>
                    <a:lstStyle/>
                    <a:p>
                      <a:pPr>
                        <a:buNone/>
                      </a:pP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近傍誤差、検知遅れ、低</a:t>
                      </a:r>
                      <a:r>
                        <a:rPr lang="en-US" altLang="ja-JP" sz="2400" dirty="0">
                          <a:solidFill>
                            <a:schemeClr val="bg1"/>
                          </a:solidFill>
                          <a:latin typeface="Source Han Sans JP Bold" panose="020B0600070205080204" charset="-128"/>
                          <a:ea typeface="Source Han Sans JP Bold" panose="020B0600070205080204" charset="-128"/>
                        </a:rPr>
                        <a:t>FPR</a:t>
                      </a:r>
                      <a:r>
                        <a:rPr lang="ja-JP" altLang="en-US" sz="2400" dirty="0">
                          <a:solidFill>
                            <a:schemeClr val="bg1"/>
                          </a:solidFill>
                          <a:latin typeface="Source Han Sans JP Bold" panose="020B0600070205080204" charset="-128"/>
                          <a:ea typeface="Source Han Sans JP Bold" panose="020B0600070205080204" charset="-128"/>
                        </a:rPr>
                        <a:t>性能、条件外汎化も評価</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415171554"/>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説明性</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なし</a:t>
                      </a:r>
                    </a:p>
                  </a:txBody>
                  <a:tcPr anchor="ctr">
                    <a:solidFill>
                      <a:srgbClr val="91BDBC"/>
                    </a:solidFill>
                  </a:tcPr>
                </a:tc>
                <a:tc>
                  <a:txBody>
                    <a:bodyPr/>
                    <a:lstStyle/>
                    <a:p>
                      <a:pPr>
                        <a:buNone/>
                      </a:pPr>
                      <a:r>
                        <a:rPr lang="en-US" sz="2400" dirty="0" err="1">
                          <a:solidFill>
                            <a:schemeClr val="bg1"/>
                          </a:solidFill>
                          <a:latin typeface="Source Han Sans JP Bold" panose="020B0600070205080204" charset="-128"/>
                          <a:ea typeface="Source Han Sans JP Bold" panose="020B0600070205080204" charset="-128"/>
                        </a:rPr>
                        <a:t>Grad-CAM、Integrated</a:t>
                      </a:r>
                      <a:r>
                        <a:rPr lang="en-US" sz="2400" dirty="0">
                          <a:solidFill>
                            <a:schemeClr val="bg1"/>
                          </a:solidFill>
                          <a:latin typeface="Source Han Sans JP Bold" panose="020B0600070205080204" charset="-128"/>
                          <a:ea typeface="Source Han Sans JP Bold" panose="020B0600070205080204" charset="-128"/>
                        </a:rPr>
                        <a:t> </a:t>
                      </a:r>
                      <a:r>
                        <a:rPr lang="en-US" sz="2400" dirty="0" err="1">
                          <a:solidFill>
                            <a:schemeClr val="bg1"/>
                          </a:solidFill>
                          <a:latin typeface="Source Han Sans JP Bold" panose="020B0600070205080204" charset="-128"/>
                          <a:ea typeface="Source Han Sans JP Bold" panose="020B0600070205080204" charset="-128"/>
                        </a:rPr>
                        <a:t>Gradients、Attention</a:t>
                      </a:r>
                      <a:r>
                        <a:rPr lang="en-US" sz="2400" dirty="0">
                          <a:solidFill>
                            <a:schemeClr val="bg1"/>
                          </a:solidFill>
                          <a:latin typeface="Source Han Sans JP Bold" panose="020B0600070205080204" charset="-128"/>
                          <a:ea typeface="Source Han Sans JP Bold" panose="020B0600070205080204" charset="-128"/>
                        </a:rPr>
                        <a:t> </a:t>
                      </a:r>
                      <a:r>
                        <a:rPr lang="en-US" sz="2400" dirty="0" err="1">
                          <a:solidFill>
                            <a:schemeClr val="bg1"/>
                          </a:solidFill>
                          <a:latin typeface="Source Han Sans JP Bold" panose="020B0600070205080204" charset="-128"/>
                          <a:ea typeface="Source Han Sans JP Bold" panose="020B0600070205080204" charset="-128"/>
                        </a:rPr>
                        <a:t>Rollout、RISE</a:t>
                      </a:r>
                      <a:r>
                        <a:rPr lang="en-US" sz="2400" dirty="0">
                          <a:solidFill>
                            <a:schemeClr val="bg1"/>
                          </a:solidFill>
                          <a:latin typeface="Source Han Sans JP Bold" panose="020B0600070205080204" charset="-128"/>
                          <a:ea typeface="Source Han Sans JP Bold" panose="020B0600070205080204" charset="-128"/>
                        </a:rPr>
                        <a:t>、</a:t>
                      </a:r>
                      <a:r>
                        <a:rPr lang="ja-JP" altLang="en-US" sz="2400" dirty="0">
                          <a:solidFill>
                            <a:schemeClr val="bg1"/>
                          </a:solidFill>
                          <a:latin typeface="Source Han Sans JP Bold" panose="020B0600070205080204" charset="-128"/>
                          <a:ea typeface="Source Han Sans JP Bold" panose="020B0600070205080204" charset="-128"/>
                        </a:rPr>
                        <a:t>マスク実験</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151168491"/>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データ・実験条件</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同一条件内での再現性確認</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サブクール度、細線条件、</a:t>
                      </a: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近傍刻み幅を変える</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719304334"/>
                  </a:ext>
                </a:extLst>
              </a:tr>
            </a:tbl>
          </a:graphicData>
        </a:graphic>
      </p:graphicFrame>
    </p:spTree>
    <p:extLst>
      <p:ext uri="{BB962C8B-B14F-4D97-AF65-F5344CB8AC3E}">
        <p14:creationId xmlns:p14="http://schemas.microsoft.com/office/powerpoint/2010/main" val="2684589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7095-AF12-5A0D-09C9-F7ABC48E7F2B}"/>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100212A4-2D93-E42D-F43F-3D865B11C6B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7</a:t>
            </a:fld>
            <a:endParaRPr lang="en-US" sz="4800" dirty="0"/>
          </a:p>
        </p:txBody>
      </p:sp>
      <p:grpSp>
        <p:nvGrpSpPr>
          <p:cNvPr id="27" name="グループ化 26">
            <a:extLst>
              <a:ext uri="{FF2B5EF4-FFF2-40B4-BE49-F238E27FC236}">
                <a16:creationId xmlns:a16="http://schemas.microsoft.com/office/drawing/2014/main" id="{CE5E0B2F-F763-22C1-3700-7F4CFDF22105}"/>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1B8EB6B3-4219-0C79-A21E-5392593559F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EC8B33A-3850-6CCC-9DBD-D99CE1297D1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1822B7CD-3D84-25E4-FAE7-A724B030373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26FB7247-73F4-FC6B-704A-F91C1DE1A0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6386CD71-55CF-7637-1C85-71D30F14EE9C}"/>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BA8360CB-CB3C-63BA-89C3-98C8234ABC08}"/>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ABDD11FB-9DE8-4416-596D-5D975399CC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DC3491A-DFDB-3889-4EAC-A1D3F71F14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1372A997-48C4-BE0C-4790-A7FE9E9737A0}"/>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C8AFE3BE-6429-7349-B897-8EA584E8347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7860339D-880B-7B5E-A3B7-53BD6268E88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4EBF17AC-C77C-794D-1B8F-86F1A3CF92AA}"/>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47837EC-ADEA-A18E-B40C-355AC095EB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63760B9E-661E-BA99-9078-A8547168F8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05B0307B-5FEB-41EC-FEC9-58D8111E678E}"/>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1F7D199A-E183-A36F-F61B-2CB0CEBCCFE0}"/>
              </a:ext>
            </a:extLst>
          </p:cNvPr>
          <p:cNvGrpSpPr/>
          <p:nvPr/>
        </p:nvGrpSpPr>
        <p:grpSpPr>
          <a:xfrm>
            <a:off x="1501897" y="1689155"/>
            <a:ext cx="8639037" cy="552410"/>
            <a:chOff x="1535808" y="1451163"/>
            <a:chExt cx="8639037" cy="552410"/>
          </a:xfrm>
        </p:grpSpPr>
        <p:sp>
          <p:nvSpPr>
            <p:cNvPr id="45" name="TextBox 26">
              <a:extLst>
                <a:ext uri="{FF2B5EF4-FFF2-40B4-BE49-F238E27FC236}">
                  <a16:creationId xmlns:a16="http://schemas.microsoft.com/office/drawing/2014/main" id="{4BB1EF7E-7BF8-DDEC-FC30-3F280CF37468}"/>
                </a:ext>
              </a:extLst>
            </p:cNvPr>
            <p:cNvSpPr txBox="1"/>
            <p:nvPr/>
          </p:nvSpPr>
          <p:spPr>
            <a:xfrm>
              <a:off x="1864755" y="1451163"/>
              <a:ext cx="8310090" cy="525978"/>
            </a:xfrm>
            <a:prstGeom prst="rect">
              <a:avLst/>
            </a:prstGeom>
          </p:spPr>
          <p:txBody>
            <a:bodyPr wrap="square" lIns="0" tIns="0" rIns="0" bIns="0" rtlCol="0" anchor="t">
              <a:spAutoFit/>
            </a:bodyPr>
            <a:lstStyle/>
            <a:p>
              <a:pPr lvl="0">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学士研究と修士研究の違いをまとめた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814CFE22-0AEA-D7D3-4D4D-FDA9BFD08AC3}"/>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aphicFrame>
        <p:nvGraphicFramePr>
          <p:cNvPr id="7" name="表 6">
            <a:extLst>
              <a:ext uri="{FF2B5EF4-FFF2-40B4-BE49-F238E27FC236}">
                <a16:creationId xmlns:a16="http://schemas.microsoft.com/office/drawing/2014/main" id="{5CDB6077-B671-C54D-1C8B-7D1CDC0019DC}"/>
              </a:ext>
            </a:extLst>
          </p:cNvPr>
          <p:cNvGraphicFramePr>
            <a:graphicFrameLocks noGrp="1"/>
          </p:cNvGraphicFramePr>
          <p:nvPr>
            <p:extLst>
              <p:ext uri="{D42A27DB-BD31-4B8C-83A1-F6EECF244321}">
                <p14:modId xmlns:p14="http://schemas.microsoft.com/office/powerpoint/2010/main" val="766069479"/>
              </p:ext>
            </p:extLst>
          </p:nvPr>
        </p:nvGraphicFramePr>
        <p:xfrm>
          <a:off x="1673450" y="2429370"/>
          <a:ext cx="15879100" cy="7514730"/>
        </p:xfrm>
        <a:graphic>
          <a:graphicData uri="http://schemas.openxmlformats.org/drawingml/2006/table">
            <a:tbl>
              <a:tblPr firstRow="1" bandRow="1">
                <a:tableStyleId>{5C22544A-7EE6-4342-B048-85BDC9FD1C3A}</a:tableStyleId>
              </a:tblPr>
              <a:tblGrid>
                <a:gridCol w="3077501">
                  <a:extLst>
                    <a:ext uri="{9D8B030D-6E8A-4147-A177-3AD203B41FA5}">
                      <a16:colId xmlns:a16="http://schemas.microsoft.com/office/drawing/2014/main" val="879756000"/>
                    </a:ext>
                  </a:extLst>
                </a:gridCol>
                <a:gridCol w="4267200">
                  <a:extLst>
                    <a:ext uri="{9D8B030D-6E8A-4147-A177-3AD203B41FA5}">
                      <a16:colId xmlns:a16="http://schemas.microsoft.com/office/drawing/2014/main" val="3549363431"/>
                    </a:ext>
                  </a:extLst>
                </a:gridCol>
                <a:gridCol w="4495800">
                  <a:extLst>
                    <a:ext uri="{9D8B030D-6E8A-4147-A177-3AD203B41FA5}">
                      <a16:colId xmlns:a16="http://schemas.microsoft.com/office/drawing/2014/main" val="3086974762"/>
                    </a:ext>
                  </a:extLst>
                </a:gridCol>
                <a:gridCol w="4038599">
                  <a:extLst>
                    <a:ext uri="{9D8B030D-6E8A-4147-A177-3AD203B41FA5}">
                      <a16:colId xmlns:a16="http://schemas.microsoft.com/office/drawing/2014/main" val="3812257018"/>
                    </a:ext>
                  </a:extLst>
                </a:gridCol>
              </a:tblGrid>
              <a:tr h="580530">
                <a:tc>
                  <a:txBody>
                    <a:bodyPr/>
                    <a:lstStyle/>
                    <a:p>
                      <a:pPr algn="ctr"/>
                      <a:r>
                        <a:rPr kumimoji="1" lang="ja-JP" altLang="en-US" sz="2800" dirty="0">
                          <a:latin typeface="Source Han Sans JP Bold" panose="020B0600070205080204" charset="-128"/>
                          <a:ea typeface="Source Han Sans JP Bold" panose="020B0600070205080204" charset="-128"/>
                        </a:rPr>
                        <a:t>比較項目</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学士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▶修士で深める観点</a:t>
                      </a:r>
                    </a:p>
                  </a:txBody>
                  <a:tcPr anchor="ctr">
                    <a:solidFill>
                      <a:srgbClr val="61A3A1"/>
                    </a:solidFill>
                  </a:tcPr>
                </a:tc>
                <a:extLst>
                  <a:ext uri="{0D108BD9-81ED-4DB2-BD59-A6C34878D82A}">
                    <a16:rowId xmlns:a16="http://schemas.microsoft.com/office/drawing/2014/main" val="3397709111"/>
                  </a:ext>
                </a:extLst>
              </a:tr>
              <a:tr h="927704">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研究目的</a:t>
                      </a:r>
                    </a:p>
                  </a:txBody>
                  <a:tcPr anchor="ctr">
                    <a:solidFill>
                      <a:srgbClr val="61A3A1"/>
                    </a:solidFill>
                  </a:tcPr>
                </a:tc>
                <a:tc>
                  <a:txBody>
                    <a:bodyPr/>
                    <a:lstStyle/>
                    <a:p>
                      <a:r>
                        <a:rPr kumimoji="1" lang="ja-JP" altLang="en-US" sz="2400" dirty="0">
                          <a:solidFill>
                            <a:schemeClr val="bg1"/>
                          </a:solidFill>
                          <a:latin typeface="Source Han Sans JP Bold" panose="020B0600070205080204" charset="-128"/>
                          <a:ea typeface="Source Han Sans JP Bold" panose="020B0600070205080204" charset="-128"/>
                        </a:rPr>
                        <a:t>スペクトログラムと</a:t>
                      </a:r>
                      <a:r>
                        <a:rPr kumimoji="1" lang="en-US" altLang="ja-JP" sz="2400" dirty="0">
                          <a:solidFill>
                            <a:schemeClr val="bg1"/>
                          </a:solidFill>
                          <a:latin typeface="Source Han Sans JP Bold" panose="020B0600070205080204" charset="-128"/>
                          <a:ea typeface="Source Han Sans JP Bold" panose="020B0600070205080204" charset="-128"/>
                        </a:rPr>
                        <a:t>CNN</a:t>
                      </a:r>
                      <a:r>
                        <a:rPr kumimoji="1" lang="ja-JP" altLang="en-US" sz="2400" dirty="0">
                          <a:solidFill>
                            <a:schemeClr val="bg1"/>
                          </a:solidFill>
                          <a:latin typeface="Source Han Sans JP Bold" panose="020B0600070205080204" charset="-128"/>
                          <a:ea typeface="Source Han Sans JP Bold" panose="020B0600070205080204" charset="-128"/>
                        </a:rPr>
                        <a:t>回帰で沸騰検知できるかを確認</a:t>
                      </a:r>
                    </a:p>
                  </a:txBody>
                  <a:tcPr>
                    <a:solidFill>
                      <a:srgbClr val="91BDBC"/>
                    </a:solidFill>
                  </a:tcPr>
                </a:tc>
                <a:tc>
                  <a:txBody>
                    <a:bodyPr/>
                    <a:lstStyle/>
                    <a:p>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近傍の離散的な沸騰音特徴を、モデルがどう捉えるかを解析</a:t>
                      </a:r>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「検知できる」→「なぜ検知できるか」</a:t>
                      </a:r>
                    </a:p>
                  </a:txBody>
                  <a:tcPr anchor="ctr">
                    <a:solidFill>
                      <a:srgbClr val="91BDBC"/>
                    </a:solidFill>
                  </a:tcPr>
                </a:tc>
                <a:extLst>
                  <a:ext uri="{0D108BD9-81ED-4DB2-BD59-A6C34878D82A}">
                    <a16:rowId xmlns:a16="http://schemas.microsoft.com/office/drawing/2014/main" val="2795957376"/>
                  </a:ext>
                </a:extLst>
              </a:tr>
              <a:tr h="9144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入力</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音響信号を画像として扱い、</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に入力する</a:t>
                      </a:r>
                    </a:p>
                  </a:txBody>
                  <a:tcPr anchor="ctr">
                    <a:solidFill>
                      <a:srgbClr val="91BDBC"/>
                    </a:solidFill>
                  </a:tcPr>
                </a:tc>
                <a:tc>
                  <a:txBody>
                    <a:bodyPr/>
                    <a:lstStyle/>
                    <a:p>
                      <a:r>
                        <a:rPr lang="en-US" altLang="ja-JP" sz="2400" dirty="0">
                          <a:solidFill>
                            <a:schemeClr val="bg1"/>
                          </a:solidFill>
                          <a:latin typeface="Source Han Sans JP Bold" panose="020B0600070205080204" charset="-128"/>
                          <a:ea typeface="Source Han Sans JP Bold" panose="020B0600070205080204" charset="-128"/>
                        </a:rPr>
                        <a:t>STFT</a:t>
                      </a:r>
                      <a:r>
                        <a:rPr lang="ja-JP" altLang="en-US" sz="2400" dirty="0">
                          <a:solidFill>
                            <a:schemeClr val="bg1"/>
                          </a:solidFill>
                          <a:latin typeface="Source Han Sans JP Bold" panose="020B0600070205080204" charset="-128"/>
                          <a:ea typeface="Source Han Sans JP Bold" panose="020B0600070205080204" charset="-128"/>
                        </a:rPr>
                        <a:t>窓幅変更、</a:t>
                      </a:r>
                      <a:r>
                        <a:rPr lang="en-US" altLang="ja-JP" sz="2400" dirty="0">
                          <a:solidFill>
                            <a:schemeClr val="bg1"/>
                          </a:solidFill>
                          <a:latin typeface="Source Han Sans JP Bold" panose="020B0600070205080204" charset="-128"/>
                          <a:ea typeface="Source Han Sans JP Bold" panose="020B0600070205080204" charset="-128"/>
                        </a:rPr>
                        <a:t>CWT</a:t>
                      </a:r>
                      <a:r>
                        <a:rPr lang="ja-JP" altLang="en-US" sz="2400" dirty="0">
                          <a:solidFill>
                            <a:schemeClr val="bg1"/>
                          </a:solidFill>
                          <a:latin typeface="Source Han Sans JP Bold" panose="020B0600070205080204" charset="-128"/>
                          <a:ea typeface="Source Han Sans JP Bold" panose="020B0600070205080204" charset="-128"/>
                        </a:rPr>
                        <a:t>、</a:t>
                      </a:r>
                      <a:r>
                        <a:rPr lang="en-US" altLang="ja-JP" sz="2400" dirty="0">
                          <a:solidFill>
                            <a:schemeClr val="bg1"/>
                          </a:solidFill>
                          <a:latin typeface="Source Han Sans JP Bold" panose="020B0600070205080204" charset="-128"/>
                          <a:ea typeface="Source Han Sans JP Bold" panose="020B0600070205080204" charset="-128"/>
                        </a:rPr>
                        <a:t>Mel spectrogram</a:t>
                      </a:r>
                      <a:r>
                        <a:rPr lang="ja-JP" altLang="en-US" sz="2400" dirty="0">
                          <a:solidFill>
                            <a:schemeClr val="bg1"/>
                          </a:solidFill>
                          <a:latin typeface="Source Han Sans JP Bold" panose="020B0600070205080204" charset="-128"/>
                          <a:ea typeface="Source Han Sans JP Bold" panose="020B0600070205080204" charset="-128"/>
                        </a:rPr>
                        <a:t>などを比較</a:t>
                      </a:r>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どの時間</a:t>
                      </a:r>
                      <a:r>
                        <a:rPr lang="en-US" altLang="ja-JP" sz="2400" dirty="0">
                          <a:solidFill>
                            <a:schemeClr val="bg1"/>
                          </a:solidFill>
                          <a:latin typeface="Source Han Sans JP Bold" panose="020B0600070205080204" charset="-128"/>
                          <a:ea typeface="Source Han Sans JP Bold" panose="020B0600070205080204" charset="-128"/>
                        </a:rPr>
                        <a:t>–</a:t>
                      </a:r>
                      <a:r>
                        <a:rPr lang="ja-JP" altLang="en-US" sz="2400" dirty="0">
                          <a:solidFill>
                            <a:schemeClr val="bg1"/>
                          </a:solidFill>
                          <a:latin typeface="Source Han Sans JP Bold" panose="020B0600070205080204" charset="-128"/>
                          <a:ea typeface="Source Han Sans JP Bold" panose="020B0600070205080204" charset="-128"/>
                        </a:rPr>
                        <a:t>周波数表現が</a:t>
                      </a: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近傍特徴を捉えやすいか</a:t>
                      </a:r>
                    </a:p>
                  </a:txBody>
                  <a:tcPr anchor="ctr">
                    <a:solidFill>
                      <a:srgbClr val="91BDBC"/>
                    </a:solidFill>
                  </a:tcPr>
                </a:tc>
                <a:extLst>
                  <a:ext uri="{0D108BD9-81ED-4DB2-BD59-A6C34878D82A}">
                    <a16:rowId xmlns:a16="http://schemas.microsoft.com/office/drawing/2014/main" val="4123123846"/>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モデル</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局所的な特徴から熱流束を予測（</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のみ）</a:t>
                      </a:r>
                    </a:p>
                  </a:txBody>
                  <a:tcPr anchor="ctr">
                    <a:solidFill>
                      <a:srgbClr val="91BDBC"/>
                    </a:solidFill>
                  </a:tcPr>
                </a:tc>
                <a:tc>
                  <a:txBody>
                    <a:bodyPr/>
                    <a:lstStyle/>
                    <a:p>
                      <a:pPr>
                        <a:buNone/>
                      </a:pPr>
                      <a:r>
                        <a:rPr lang="en-US" sz="2400" dirty="0" err="1">
                          <a:solidFill>
                            <a:schemeClr val="bg1"/>
                          </a:solidFill>
                          <a:latin typeface="Source Han Sans JP Bold" panose="020B0600070205080204" charset="-128"/>
                          <a:ea typeface="Source Han Sans JP Bold" panose="020B0600070205080204" charset="-128"/>
                        </a:rPr>
                        <a:t>AlexNet</a:t>
                      </a:r>
                      <a:r>
                        <a:rPr lang="ja-JP" altLang="en-US" sz="2400" dirty="0">
                          <a:solidFill>
                            <a:schemeClr val="bg1"/>
                          </a:solidFill>
                          <a:latin typeface="Source Han Sans JP Bold" panose="020B0600070205080204" charset="-128"/>
                          <a:ea typeface="Source Han Sans JP Bold" panose="020B0600070205080204" charset="-128"/>
                        </a:rPr>
                        <a:t>と</a:t>
                      </a:r>
                      <a:r>
                        <a:rPr lang="en-US" sz="2400" dirty="0">
                          <a:solidFill>
                            <a:schemeClr val="bg1"/>
                          </a:solidFill>
                          <a:latin typeface="Source Han Sans JP Bold" panose="020B0600070205080204" charset="-128"/>
                          <a:ea typeface="Source Han Sans JP Bold" panose="020B0600070205080204" charset="-128"/>
                        </a:rPr>
                        <a:t>Conformer</a:t>
                      </a:r>
                      <a:r>
                        <a:rPr lang="ja-JP" altLang="en-US" sz="2400" dirty="0">
                          <a:solidFill>
                            <a:schemeClr val="bg1"/>
                          </a:solidFill>
                          <a:latin typeface="Source Han Sans JP Bold" panose="020B0600070205080204" charset="-128"/>
                          <a:ea typeface="Source Han Sans JP Bold" panose="020B0600070205080204" charset="-128"/>
                        </a:rPr>
                        <a:t>，ランダムフォレストを比較</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局所特徴だけでなく、時間的な出現・増加傾向を捉えられるか</a:t>
                      </a:r>
                    </a:p>
                  </a:txBody>
                  <a:tcPr anchor="ctr">
                    <a:solidFill>
                      <a:srgbClr val="91BDBC"/>
                    </a:solidFill>
                  </a:tcPr>
                </a:tc>
                <a:extLst>
                  <a:ext uri="{0D108BD9-81ED-4DB2-BD59-A6C34878D82A}">
                    <a16:rowId xmlns:a16="http://schemas.microsoft.com/office/drawing/2014/main" val="3826021215"/>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評価指標</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予測精度・分類性能を評価</a:t>
                      </a:r>
                    </a:p>
                  </a:txBody>
                  <a:tcPr anchor="ctr">
                    <a:solidFill>
                      <a:srgbClr val="91BDBC"/>
                    </a:solidFill>
                  </a:tcPr>
                </a:tc>
                <a:tc>
                  <a:txBody>
                    <a:bodyPr/>
                    <a:lstStyle/>
                    <a:p>
                      <a:pPr>
                        <a:buNone/>
                      </a:pP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近傍誤差、検知遅れ、低</a:t>
                      </a:r>
                      <a:r>
                        <a:rPr lang="en-US" altLang="ja-JP" sz="2400" dirty="0">
                          <a:solidFill>
                            <a:schemeClr val="bg1"/>
                          </a:solidFill>
                          <a:latin typeface="Source Han Sans JP Bold" panose="020B0600070205080204" charset="-128"/>
                          <a:ea typeface="Source Han Sans JP Bold" panose="020B0600070205080204" charset="-128"/>
                        </a:rPr>
                        <a:t>FPR</a:t>
                      </a:r>
                      <a:r>
                        <a:rPr lang="ja-JP" altLang="en-US" sz="2400" dirty="0">
                          <a:solidFill>
                            <a:schemeClr val="bg1"/>
                          </a:solidFill>
                          <a:latin typeface="Source Han Sans JP Bold" panose="020B0600070205080204" charset="-128"/>
                          <a:ea typeface="Source Han Sans JP Bold" panose="020B0600070205080204" charset="-128"/>
                        </a:rPr>
                        <a:t>性能、条件外汎化も評価</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原子炉安全上重要な「早く・誤検知少なく」検知できるか</a:t>
                      </a:r>
                    </a:p>
                  </a:txBody>
                  <a:tcPr anchor="ctr">
                    <a:solidFill>
                      <a:srgbClr val="91BDBC"/>
                    </a:solidFill>
                  </a:tcPr>
                </a:tc>
                <a:extLst>
                  <a:ext uri="{0D108BD9-81ED-4DB2-BD59-A6C34878D82A}">
                    <a16:rowId xmlns:a16="http://schemas.microsoft.com/office/drawing/2014/main" val="415171554"/>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説明性</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なし</a:t>
                      </a:r>
                    </a:p>
                  </a:txBody>
                  <a:tcPr anchor="ctr">
                    <a:solidFill>
                      <a:srgbClr val="91BDBC"/>
                    </a:solidFill>
                  </a:tcPr>
                </a:tc>
                <a:tc>
                  <a:txBody>
                    <a:bodyPr/>
                    <a:lstStyle/>
                    <a:p>
                      <a:pPr>
                        <a:buNone/>
                      </a:pPr>
                      <a:r>
                        <a:rPr lang="en-US" sz="2400" dirty="0" err="1">
                          <a:solidFill>
                            <a:schemeClr val="bg1"/>
                          </a:solidFill>
                          <a:latin typeface="Source Han Sans JP Bold" panose="020B0600070205080204" charset="-128"/>
                          <a:ea typeface="Source Han Sans JP Bold" panose="020B0600070205080204" charset="-128"/>
                        </a:rPr>
                        <a:t>Grad-CAM、Integrated</a:t>
                      </a:r>
                      <a:r>
                        <a:rPr lang="en-US" sz="2400" dirty="0">
                          <a:solidFill>
                            <a:schemeClr val="bg1"/>
                          </a:solidFill>
                          <a:latin typeface="Source Han Sans JP Bold" panose="020B0600070205080204" charset="-128"/>
                          <a:ea typeface="Source Han Sans JP Bold" panose="020B0600070205080204" charset="-128"/>
                        </a:rPr>
                        <a:t> </a:t>
                      </a:r>
                      <a:r>
                        <a:rPr lang="en-US" sz="2400" dirty="0" err="1">
                          <a:solidFill>
                            <a:schemeClr val="bg1"/>
                          </a:solidFill>
                          <a:latin typeface="Source Han Sans JP Bold" panose="020B0600070205080204" charset="-128"/>
                          <a:ea typeface="Source Han Sans JP Bold" panose="020B0600070205080204" charset="-128"/>
                        </a:rPr>
                        <a:t>Gradients、Attention</a:t>
                      </a:r>
                      <a:r>
                        <a:rPr lang="en-US" sz="2400" dirty="0">
                          <a:solidFill>
                            <a:schemeClr val="bg1"/>
                          </a:solidFill>
                          <a:latin typeface="Source Han Sans JP Bold" panose="020B0600070205080204" charset="-128"/>
                          <a:ea typeface="Source Han Sans JP Bold" panose="020B0600070205080204" charset="-128"/>
                        </a:rPr>
                        <a:t> </a:t>
                      </a:r>
                      <a:r>
                        <a:rPr lang="en-US" sz="2400" dirty="0" err="1">
                          <a:solidFill>
                            <a:schemeClr val="bg1"/>
                          </a:solidFill>
                          <a:latin typeface="Source Han Sans JP Bold" panose="020B0600070205080204" charset="-128"/>
                          <a:ea typeface="Source Han Sans JP Bold" panose="020B0600070205080204" charset="-128"/>
                        </a:rPr>
                        <a:t>Rollout、RISE</a:t>
                      </a:r>
                      <a:r>
                        <a:rPr lang="en-US" sz="2400" dirty="0">
                          <a:solidFill>
                            <a:schemeClr val="bg1"/>
                          </a:solidFill>
                          <a:latin typeface="Source Han Sans JP Bold" panose="020B0600070205080204" charset="-128"/>
                          <a:ea typeface="Source Han Sans JP Bold" panose="020B0600070205080204" charset="-128"/>
                        </a:rPr>
                        <a:t>、</a:t>
                      </a:r>
                      <a:r>
                        <a:rPr lang="ja-JP" altLang="en-US" sz="2400" dirty="0">
                          <a:solidFill>
                            <a:schemeClr val="bg1"/>
                          </a:solidFill>
                          <a:latin typeface="Source Han Sans JP Bold" panose="020B0600070205080204" charset="-128"/>
                          <a:ea typeface="Source Han Sans JP Bold" panose="020B0600070205080204" charset="-128"/>
                        </a:rPr>
                        <a:t>マスク実験</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モデルの根拠が物理的に妥当か</a:t>
                      </a:r>
                    </a:p>
                  </a:txBody>
                  <a:tcPr anchor="ctr">
                    <a:solidFill>
                      <a:srgbClr val="91BDBC"/>
                    </a:solidFill>
                  </a:tcPr>
                </a:tc>
                <a:extLst>
                  <a:ext uri="{0D108BD9-81ED-4DB2-BD59-A6C34878D82A}">
                    <a16:rowId xmlns:a16="http://schemas.microsoft.com/office/drawing/2014/main" val="151168491"/>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データ・実験条件</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同一条件内での再現性確認</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サブクール度、細線条件、</a:t>
                      </a: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近傍刻み幅を変える</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条件が変わっても検知できるか</a:t>
                      </a:r>
                    </a:p>
                  </a:txBody>
                  <a:tcPr anchor="ctr">
                    <a:solidFill>
                      <a:srgbClr val="91BDBC"/>
                    </a:solidFill>
                  </a:tcPr>
                </a:tc>
                <a:extLst>
                  <a:ext uri="{0D108BD9-81ED-4DB2-BD59-A6C34878D82A}">
                    <a16:rowId xmlns:a16="http://schemas.microsoft.com/office/drawing/2014/main" val="719304334"/>
                  </a:ext>
                </a:extLst>
              </a:tr>
            </a:tbl>
          </a:graphicData>
        </a:graphic>
      </p:graphicFrame>
    </p:spTree>
    <p:extLst>
      <p:ext uri="{BB962C8B-B14F-4D97-AF65-F5344CB8AC3E}">
        <p14:creationId xmlns:p14="http://schemas.microsoft.com/office/powerpoint/2010/main" val="286101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F2AED-9917-0447-A3D6-FA9064CD0BE1}"/>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57FE182-3E3D-64DB-9B5F-E4F8A0D0C439}"/>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20B36C67-1342-1F25-1004-8E891C670EBC}"/>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F26AC07E-6AC8-846E-7DC7-CDA43F75D15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7B069F65-C5D0-2989-C3BB-DEA5F418D95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13E6F3B2-8420-F58C-BDDB-827D4E6D1C78}"/>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6505E27F-A1D0-D871-F0DE-77734DFA6F07}"/>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3E680AF7-1FC9-7C50-AD5D-5DCEA35D24C7}"/>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B3F3860E-6BDD-F850-5A7B-3EA401C2EFE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0CA0F206-6BA8-FCE8-21FE-AD5B94C9BB2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3AE3EAFC-8CD2-DAC2-AF36-28F87B675B11}"/>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871BB43D-B6B5-1973-13F4-57C6021A0F9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9FE87FD0-986C-832C-1206-2708F856E3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F4EBA90-24FA-71C3-CC19-679DAEC1CC12}"/>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7D478EE8-A0C0-140A-5EE8-A677B36C194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EA85827D-F018-B852-372E-5A0025ECA0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502017A6-BEA5-63CA-C378-C548CADFC1B3}"/>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8</a:t>
            </a:fld>
            <a:endParaRPr lang="en-US" sz="2400" dirty="0">
              <a:solidFill>
                <a:schemeClr val="bg1"/>
              </a:solidFill>
            </a:endParaRPr>
          </a:p>
        </p:txBody>
      </p:sp>
      <p:sp>
        <p:nvSpPr>
          <p:cNvPr id="513" name="TextBox 24">
            <a:extLst>
              <a:ext uri="{FF2B5EF4-FFF2-40B4-BE49-F238E27FC236}">
                <a16:creationId xmlns:a16="http://schemas.microsoft.com/office/drawing/2014/main" id="{34544D17-2A43-CB14-54D4-28FC17BB7C48}"/>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E3F047EF-5A96-1C78-B61E-A11473A2960D}"/>
              </a:ext>
            </a:extLst>
          </p:cNvPr>
          <p:cNvGrpSpPr/>
          <p:nvPr/>
        </p:nvGrpSpPr>
        <p:grpSpPr>
          <a:xfrm>
            <a:off x="3429000" y="3695700"/>
            <a:ext cx="12343465" cy="3402857"/>
            <a:chOff x="10121433" y="2372120"/>
            <a:chExt cx="6318718" cy="1717700"/>
          </a:xfrm>
        </p:grpSpPr>
        <p:sp>
          <p:nvSpPr>
            <p:cNvPr id="515" name="TextBox 22">
              <a:extLst>
                <a:ext uri="{FF2B5EF4-FFF2-40B4-BE49-F238E27FC236}">
                  <a16:creationId xmlns:a16="http://schemas.microsoft.com/office/drawing/2014/main" id="{0D4FE7A9-DA72-A03B-902C-359860AF3B21}"/>
                </a:ext>
              </a:extLst>
            </p:cNvPr>
            <p:cNvSpPr txBox="1"/>
            <p:nvPr/>
          </p:nvSpPr>
          <p:spPr>
            <a:xfrm>
              <a:off x="10717809" y="2372120"/>
              <a:ext cx="5722342" cy="1710773"/>
            </a:xfrm>
            <a:prstGeom prst="rect">
              <a:avLst/>
            </a:prstGeom>
          </p:spPr>
          <p:txBody>
            <a:bodyPr wrap="square" lIns="0" tIns="0" rIns="0" bIns="0" rtlCol="0" anchor="t">
              <a:spAutoFit/>
            </a:bodyPr>
            <a:lstStyle/>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研究目的を考えてきたので話す</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機械学習モデルの説明性について</a:t>
              </a: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次の発表までに行うこと</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FA492CA2-24D2-7CF4-85B1-9334B5B2675C}"/>
                </a:ext>
              </a:extLst>
            </p:cNvPr>
            <p:cNvSpPr txBox="1"/>
            <p:nvPr/>
          </p:nvSpPr>
          <p:spPr>
            <a:xfrm>
              <a:off x="10121433" y="2372121"/>
              <a:ext cx="1151616" cy="171769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03</a:t>
              </a:r>
            </a:p>
          </p:txBody>
        </p:sp>
      </p:grpSp>
      <p:sp>
        <p:nvSpPr>
          <p:cNvPr id="518" name="TextBox 22">
            <a:extLst>
              <a:ext uri="{FF2B5EF4-FFF2-40B4-BE49-F238E27FC236}">
                <a16:creationId xmlns:a16="http://schemas.microsoft.com/office/drawing/2014/main" id="{6583D55E-E1A0-F34E-A19C-9AB97DC4486E}"/>
              </a:ext>
            </a:extLst>
          </p:cNvPr>
          <p:cNvSpPr txBox="1"/>
          <p:nvPr/>
        </p:nvSpPr>
        <p:spPr>
          <a:xfrm>
            <a:off x="5180493" y="5186124"/>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en-US" altLang="ja-JP" sz="2999" dirty="0">
                <a:latin typeface="Source Han Sans JP" panose="020B0600070205080204" charset="-128"/>
                <a:ea typeface="Source Han Sans JP" panose="020B0600070205080204" charset="-128"/>
                <a:cs typeface="Now"/>
                <a:sym typeface="Now"/>
              </a:rPr>
              <a:t>Transformer</a:t>
            </a:r>
          </a:p>
          <a:p>
            <a:pPr marL="457200" indent="-457200" algn="l">
              <a:lnSpc>
                <a:spcPts val="4000"/>
              </a:lnSpc>
              <a:buFont typeface="Wingdings" panose="05000000000000000000" pitchFamily="2" charset="2"/>
              <a:buChar char="l"/>
            </a:pPr>
            <a:r>
              <a:rPr lang="ja-JP" altLang="en-US" sz="2999" dirty="0">
                <a:latin typeface="Source Han Sans JP" panose="020B0600070205080204" charset="-128"/>
                <a:ea typeface="Source Han Sans JP" panose="020B0600070205080204" charset="-128"/>
                <a:cs typeface="Now"/>
                <a:sym typeface="Now"/>
              </a:rPr>
              <a:t>ランダムフォレスト等，，</a:t>
            </a:r>
            <a:endParaRPr lang="en-US" altLang="ja-JP" sz="2999" dirty="0">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878955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B9B20-B9A1-08AA-1BC2-15FEE8D0B3F6}"/>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70A78AC6-F17E-6FE5-92D5-C2FA50FBAB92}"/>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29CED33B-A0D7-78BC-1183-D7CA8BEDC820}"/>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E4E45BD1-3A26-C50E-7212-3674E4378C2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0D6AD1BD-1031-F30C-2A01-21718D53606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7CF828AD-105B-386D-984C-66657589953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DA4AA80D-2822-1F8A-5973-5EDF49112B6E}"/>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1F7AEAA5-24B6-7443-AF13-6895904651B3}"/>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A3EB7EE4-0992-D61E-7675-7D616C85217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04F484CC-7CFC-4C3E-12FF-CFE8929AA88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3A1B3112-D7F2-2447-15B3-B10DAED3042E}"/>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0613B7E3-79FC-B7EB-B6E6-DB8EA89897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E9C7A432-51DA-FA6E-6C4B-2358F45CDEE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8BD38BA9-1C7D-C99A-0341-7C8571DFE128}"/>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A0E92CEB-A553-3640-D991-C81B48ED67E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97A1B7AF-3600-A444-5044-FD5FCABA868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5A161645-5183-1831-14E9-5D0868AA03C1}"/>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9</a:t>
            </a:fld>
            <a:endParaRPr lang="en-US" sz="2400" dirty="0">
              <a:solidFill>
                <a:schemeClr val="bg1"/>
              </a:solidFill>
            </a:endParaRPr>
          </a:p>
        </p:txBody>
      </p:sp>
      <p:sp>
        <p:nvSpPr>
          <p:cNvPr id="73" name="TextBox 24">
            <a:extLst>
              <a:ext uri="{FF2B5EF4-FFF2-40B4-BE49-F238E27FC236}">
                <a16:creationId xmlns:a16="http://schemas.microsoft.com/office/drawing/2014/main" id="{B4165350-5F3F-DCAE-3409-2B604BE8BC3A}"/>
              </a:ext>
            </a:extLst>
          </p:cNvPr>
          <p:cNvSpPr txBox="1"/>
          <p:nvPr/>
        </p:nvSpPr>
        <p:spPr>
          <a:xfrm>
            <a:off x="1806795" y="305043"/>
            <a:ext cx="9303837"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機械学習モデルの説明性について</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6" name="グループ化 75">
            <a:extLst>
              <a:ext uri="{FF2B5EF4-FFF2-40B4-BE49-F238E27FC236}">
                <a16:creationId xmlns:a16="http://schemas.microsoft.com/office/drawing/2014/main" id="{C033B42E-607C-B6AB-9751-695F2D12F8C4}"/>
              </a:ext>
            </a:extLst>
          </p:cNvPr>
          <p:cNvGrpSpPr/>
          <p:nvPr/>
        </p:nvGrpSpPr>
        <p:grpSpPr>
          <a:xfrm>
            <a:off x="1538569" y="1741214"/>
            <a:ext cx="8639037" cy="552410"/>
            <a:chOff x="1535808" y="1451163"/>
            <a:chExt cx="8639037" cy="552410"/>
          </a:xfrm>
        </p:grpSpPr>
        <p:sp>
          <p:nvSpPr>
            <p:cNvPr id="77" name="TextBox 26">
              <a:extLst>
                <a:ext uri="{FF2B5EF4-FFF2-40B4-BE49-F238E27FC236}">
                  <a16:creationId xmlns:a16="http://schemas.microsoft.com/office/drawing/2014/main" id="{CD594EE4-8A3E-E297-4213-136F9F34DD56}"/>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Attention map</a:t>
              </a: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では説明性が弱い件</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78" name="Freeform 5">
              <a:extLst>
                <a:ext uri="{FF2B5EF4-FFF2-40B4-BE49-F238E27FC236}">
                  <a16:creationId xmlns:a16="http://schemas.microsoft.com/office/drawing/2014/main" id="{3A7CEEE1-4C5D-698B-60A9-40B5DAE487A7}"/>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9" name="TextBox 25">
            <a:extLst>
              <a:ext uri="{FF2B5EF4-FFF2-40B4-BE49-F238E27FC236}">
                <a16:creationId xmlns:a16="http://schemas.microsoft.com/office/drawing/2014/main" id="{E2A766EC-1BAE-346A-7E7C-4E38CBD2BA86}"/>
              </a:ext>
            </a:extLst>
          </p:cNvPr>
          <p:cNvSpPr txBox="1"/>
          <p:nvPr/>
        </p:nvSpPr>
        <p:spPr>
          <a:xfrm>
            <a:off x="1940609" y="2531518"/>
            <a:ext cx="15495975" cy="635495"/>
          </a:xfrm>
          <a:prstGeom prst="rect">
            <a:avLst/>
          </a:prstGeom>
        </p:spPr>
        <p:txBody>
          <a:bodyPr wrap="square" lIns="0" tIns="0" rIns="0" bIns="0" rtlCol="0" anchor="t">
            <a:spAutoFit/>
          </a:bodyPr>
          <a:lstStyle/>
          <a:p>
            <a:pPr marL="457200" indent="-457200" algn="l">
              <a:lnSpc>
                <a:spcPts val="5500"/>
              </a:lnSpc>
              <a:buClr>
                <a:srgbClr val="64A4A3"/>
              </a:buClr>
              <a:buSzPct val="100000"/>
              <a:buFont typeface="Wingdings" panose="05000000000000000000" pitchFamily="2" charset="2"/>
              <a:buChar char="l"/>
            </a:pPr>
            <a:r>
              <a:rPr lang="ja-JP" altLang="en-US" sz="3200" dirty="0">
                <a:solidFill>
                  <a:srgbClr val="292B2B"/>
                </a:solidFill>
                <a:latin typeface="Source Han Sans JP"/>
                <a:ea typeface="Source Han Sans JP"/>
                <a:cs typeface="Source Han Sans JP"/>
                <a:sym typeface="Source Han Sans JP"/>
              </a:rPr>
              <a:t>前提として，機械学習モデルはブラックボックスになっているため説明性が低い</a:t>
            </a:r>
            <a:endParaRPr lang="en-US" altLang="ja-JP" sz="3200" dirty="0">
              <a:solidFill>
                <a:srgbClr val="292B2B"/>
              </a:solidFill>
              <a:latin typeface="Source Han Sans JP Bold" panose="020B0600070205080204" charset="-128"/>
              <a:ea typeface="Source Han Sans JP Bold" panose="020B0600070205080204" charset="-128"/>
              <a:cs typeface="Source Han Sans JP"/>
              <a:sym typeface="Source Han Sans JP"/>
            </a:endParaRPr>
          </a:p>
        </p:txBody>
      </p:sp>
      <p:sp>
        <p:nvSpPr>
          <p:cNvPr id="2" name="矢印: 下 1">
            <a:extLst>
              <a:ext uri="{FF2B5EF4-FFF2-40B4-BE49-F238E27FC236}">
                <a16:creationId xmlns:a16="http://schemas.microsoft.com/office/drawing/2014/main" id="{BB09F34A-7AF2-70ED-5253-A1C6878E39F2}"/>
              </a:ext>
            </a:extLst>
          </p:cNvPr>
          <p:cNvSpPr/>
          <p:nvPr/>
        </p:nvSpPr>
        <p:spPr>
          <a:xfrm rot="16200000">
            <a:off x="2578372" y="3616172"/>
            <a:ext cx="821101" cy="796245"/>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TextBox 25">
            <a:extLst>
              <a:ext uri="{FF2B5EF4-FFF2-40B4-BE49-F238E27FC236}">
                <a16:creationId xmlns:a16="http://schemas.microsoft.com/office/drawing/2014/main" id="{93CE4734-C21A-44D0-46B1-4613EEBEDF12}"/>
              </a:ext>
            </a:extLst>
          </p:cNvPr>
          <p:cNvSpPr txBox="1"/>
          <p:nvPr/>
        </p:nvSpPr>
        <p:spPr>
          <a:xfrm>
            <a:off x="3853006" y="3540724"/>
            <a:ext cx="12649200" cy="1340816"/>
          </a:xfrm>
          <a:prstGeom prst="rect">
            <a:avLst/>
          </a:prstGeom>
        </p:spPr>
        <p:txBody>
          <a:bodyPr wrap="square" lIns="0" tIns="0" rIns="0" bIns="0" rtlCol="0" anchor="t">
            <a:spAutoFit/>
          </a:bodyPr>
          <a:lstStyle/>
          <a:p>
            <a:pPr algn="l">
              <a:lnSpc>
                <a:spcPts val="550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自分の研究の範囲内では，「</a:t>
            </a:r>
            <a:r>
              <a:rPr lang="en-US" altLang="ja-JP" sz="3200" dirty="0">
                <a:solidFill>
                  <a:srgbClr val="292B2B"/>
                </a:solidFill>
                <a:latin typeface="Source Han Sans JP"/>
                <a:ea typeface="Source Han Sans JP"/>
                <a:cs typeface="Source Han Sans JP"/>
                <a:sym typeface="Source Han Sans JP"/>
              </a:rPr>
              <a:t>CNN</a:t>
            </a:r>
            <a:r>
              <a:rPr lang="ja-JP" altLang="en-US" sz="3200" dirty="0">
                <a:solidFill>
                  <a:srgbClr val="292B2B"/>
                </a:solidFill>
                <a:latin typeface="Source Han Sans JP"/>
                <a:ea typeface="Source Han Sans JP"/>
                <a:cs typeface="Source Han Sans JP"/>
                <a:sym typeface="Source Han Sans JP"/>
              </a:rPr>
              <a:t>」「</a:t>
            </a:r>
            <a:r>
              <a:rPr lang="en-US" altLang="ja-JP" sz="3200" dirty="0">
                <a:solidFill>
                  <a:srgbClr val="292B2B"/>
                </a:solidFill>
                <a:latin typeface="Source Han Sans JP"/>
                <a:ea typeface="Source Han Sans JP"/>
                <a:cs typeface="Source Han Sans JP"/>
                <a:sym typeface="Source Han Sans JP"/>
              </a:rPr>
              <a:t>Transformer</a:t>
            </a:r>
            <a:r>
              <a:rPr lang="ja-JP" altLang="en-US" sz="3200" dirty="0">
                <a:solidFill>
                  <a:srgbClr val="292B2B"/>
                </a:solidFill>
                <a:latin typeface="Source Han Sans JP"/>
                <a:ea typeface="Source Han Sans JP"/>
                <a:cs typeface="Source Han Sans JP"/>
                <a:sym typeface="Source Han Sans JP"/>
              </a:rPr>
              <a:t>」「ランダムフォレスト」の</a:t>
            </a:r>
            <a:r>
              <a:rPr lang="en-US" altLang="ja-JP" sz="3200" dirty="0">
                <a:solidFill>
                  <a:srgbClr val="292B2B"/>
                </a:solidFill>
                <a:latin typeface="Source Han Sans JP"/>
                <a:ea typeface="Source Han Sans JP"/>
                <a:cs typeface="Source Han Sans JP"/>
                <a:sym typeface="Source Han Sans JP"/>
              </a:rPr>
              <a:t>3</a:t>
            </a:r>
            <a:r>
              <a:rPr lang="ja-JP" altLang="en-US" sz="3200" dirty="0">
                <a:solidFill>
                  <a:srgbClr val="292B2B"/>
                </a:solidFill>
                <a:latin typeface="Source Han Sans JP"/>
                <a:ea typeface="Source Han Sans JP"/>
                <a:cs typeface="Source Han Sans JP"/>
                <a:sym typeface="Source Han Sans JP"/>
              </a:rPr>
              <a:t>種それぞれで説明性のある指標で語る必要がある</a:t>
            </a:r>
            <a:endParaRPr lang="en-US" altLang="ja-JP" sz="3200" dirty="0">
              <a:solidFill>
                <a:srgbClr val="292B2B"/>
              </a:solidFill>
              <a:latin typeface="Source Han Sans JP"/>
              <a:ea typeface="Source Han Sans JP"/>
              <a:cs typeface="Source Han Sans JP"/>
              <a:sym typeface="Source Han Sans JP"/>
            </a:endParaRPr>
          </a:p>
        </p:txBody>
      </p:sp>
    </p:spTree>
    <p:extLst>
      <p:ext uri="{BB962C8B-B14F-4D97-AF65-F5344CB8AC3E}">
        <p14:creationId xmlns:p14="http://schemas.microsoft.com/office/powerpoint/2010/main" val="3350605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1C04D-3962-402F-F1FD-D7A567A5E301}"/>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E619D498-DBD6-0784-0BDB-ED7BA8D54BC7}"/>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52960E3F-5A9B-2825-2223-1B867FC98144}"/>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2DD7D1B6-C3C8-7C54-FA18-205D1B15175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31871A78-2B56-BE29-D884-226FCEE2A36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745395BE-D6A1-43E4-B0BF-5B24F56161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8A46ADEE-0A86-5B5C-61AF-D5EBA9F2EA67}"/>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CB2FBAFE-310E-329B-9ED4-4BDBC6EE535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E3602D07-EE1F-3072-3249-36421FD853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4AE11EC1-B660-7D09-AAE8-D7555BB4EA9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2CF558ED-826B-41F1-048D-CDB7AFF7A30D}"/>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480EDD19-B6D3-EA2D-EF05-CBF220D03EF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EF577D8E-7E41-D347-EC63-F426994FD73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54FD14E3-7606-F032-10D0-C1A62A277B00}"/>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00618396-4050-1DE8-F136-8B6BCA1B778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23C6D6F7-39FF-28E5-B432-9C9C2CB0215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D8693FEA-9388-F51A-A629-471D6184CDB7}"/>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10</a:t>
            </a:fld>
            <a:endParaRPr lang="en-US" sz="2400" dirty="0">
              <a:solidFill>
                <a:schemeClr val="bg1"/>
              </a:solidFill>
            </a:endParaRPr>
          </a:p>
        </p:txBody>
      </p:sp>
      <p:sp>
        <p:nvSpPr>
          <p:cNvPr id="73" name="TextBox 24">
            <a:extLst>
              <a:ext uri="{FF2B5EF4-FFF2-40B4-BE49-F238E27FC236}">
                <a16:creationId xmlns:a16="http://schemas.microsoft.com/office/drawing/2014/main" id="{3803B00A-CF69-AFAA-44F0-30E03BC53203}"/>
              </a:ext>
            </a:extLst>
          </p:cNvPr>
          <p:cNvSpPr txBox="1"/>
          <p:nvPr/>
        </p:nvSpPr>
        <p:spPr>
          <a:xfrm>
            <a:off x="1806795" y="305043"/>
            <a:ext cx="9303837"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機械学習モデルの説明性について</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6" name="グループ化 75">
            <a:extLst>
              <a:ext uri="{FF2B5EF4-FFF2-40B4-BE49-F238E27FC236}">
                <a16:creationId xmlns:a16="http://schemas.microsoft.com/office/drawing/2014/main" id="{ECB53BEF-7851-841A-D873-0BED318ADAD1}"/>
              </a:ext>
            </a:extLst>
          </p:cNvPr>
          <p:cNvGrpSpPr/>
          <p:nvPr/>
        </p:nvGrpSpPr>
        <p:grpSpPr>
          <a:xfrm>
            <a:off x="1538569" y="1741214"/>
            <a:ext cx="8639037" cy="552410"/>
            <a:chOff x="1535808" y="1451163"/>
            <a:chExt cx="8639037" cy="552410"/>
          </a:xfrm>
        </p:grpSpPr>
        <p:sp>
          <p:nvSpPr>
            <p:cNvPr id="77" name="TextBox 26">
              <a:extLst>
                <a:ext uri="{FF2B5EF4-FFF2-40B4-BE49-F238E27FC236}">
                  <a16:creationId xmlns:a16="http://schemas.microsoft.com/office/drawing/2014/main" id="{C6DB513A-4DFD-42B8-6469-690254538437}"/>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各モデルにおける説明性評価指標・手法まとめ</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78" name="Freeform 5">
              <a:extLst>
                <a:ext uri="{FF2B5EF4-FFF2-40B4-BE49-F238E27FC236}">
                  <a16:creationId xmlns:a16="http://schemas.microsoft.com/office/drawing/2014/main" id="{7C99F4FD-4994-F7EF-D278-42A0254F82BD}"/>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9" name="TextBox 25">
            <a:extLst>
              <a:ext uri="{FF2B5EF4-FFF2-40B4-BE49-F238E27FC236}">
                <a16:creationId xmlns:a16="http://schemas.microsoft.com/office/drawing/2014/main" id="{1AC1E42C-0853-22D0-B26D-F12EAF781ED4}"/>
              </a:ext>
            </a:extLst>
          </p:cNvPr>
          <p:cNvSpPr txBox="1"/>
          <p:nvPr/>
        </p:nvSpPr>
        <p:spPr>
          <a:xfrm>
            <a:off x="1806795" y="2476500"/>
            <a:ext cx="15495975" cy="1340816"/>
          </a:xfrm>
          <a:prstGeom prst="rect">
            <a:avLst/>
          </a:prstGeom>
        </p:spPr>
        <p:txBody>
          <a:bodyPr wrap="square" lIns="0" tIns="0" rIns="0" bIns="0" rtlCol="0" anchor="t">
            <a:spAutoFit/>
          </a:bodyPr>
          <a:lstStyle/>
          <a:p>
            <a:pPr marL="457200" indent="-457200" algn="l">
              <a:lnSpc>
                <a:spcPts val="5500"/>
              </a:lnSpc>
              <a:buClr>
                <a:srgbClr val="64A4A3"/>
              </a:buClr>
              <a:buSzPct val="100000"/>
              <a:buFont typeface="Wingdings" panose="05000000000000000000" pitchFamily="2" charset="2"/>
              <a:buChar char="l"/>
            </a:pPr>
            <a:r>
              <a:rPr lang="en-US" altLang="ja-JP" sz="3200" dirty="0">
                <a:solidFill>
                  <a:srgbClr val="292B2B"/>
                </a:solidFill>
                <a:latin typeface="Source Han Sans JP"/>
                <a:ea typeface="Source Han Sans JP"/>
                <a:cs typeface="Source Han Sans JP"/>
                <a:sym typeface="Source Han Sans JP"/>
              </a:rPr>
              <a:t>CNN</a:t>
            </a:r>
          </a:p>
          <a:p>
            <a:pPr marL="914400" lvl="1" indent="-457200">
              <a:lnSpc>
                <a:spcPts val="5500"/>
              </a:lnSpc>
              <a:buClr>
                <a:srgbClr val="64A4A3"/>
              </a:buClr>
              <a:buSzPct val="100000"/>
              <a:buFont typeface="Wingdings" panose="05000000000000000000" pitchFamily="2" charset="2"/>
              <a:buChar char="Ø"/>
            </a:pPr>
            <a:r>
              <a:rPr lang="en-US" altLang="ja-JP" sz="3200" dirty="0">
                <a:solidFill>
                  <a:srgbClr val="292B2B"/>
                </a:solidFill>
                <a:latin typeface="Source Han Sans JP"/>
                <a:ea typeface="Source Han Sans JP"/>
                <a:cs typeface="Source Han Sans JP"/>
                <a:sym typeface="Source Han Sans JP"/>
              </a:rPr>
              <a:t>Grad-CAM</a:t>
            </a:r>
            <a:r>
              <a:rPr lang="ja-JP" altLang="en-US" sz="3200" dirty="0">
                <a:solidFill>
                  <a:srgbClr val="292B2B"/>
                </a:solidFill>
                <a:latin typeface="Source Han Sans JP"/>
                <a:ea typeface="Source Han Sans JP"/>
                <a:cs typeface="Source Han Sans JP"/>
                <a:sym typeface="Source Han Sans JP"/>
              </a:rPr>
              <a:t>，</a:t>
            </a:r>
            <a:r>
              <a:rPr lang="en-US" altLang="ja-JP" sz="3200" dirty="0">
                <a:solidFill>
                  <a:srgbClr val="292B2B"/>
                </a:solidFill>
                <a:latin typeface="Source Han Sans JP"/>
                <a:ea typeface="Source Han Sans JP"/>
                <a:cs typeface="Source Han Sans JP"/>
                <a:sym typeface="Source Han Sans JP"/>
              </a:rPr>
              <a:t>ONB overlap score</a:t>
            </a:r>
            <a:r>
              <a:rPr lang="ja-JP" altLang="en-US" sz="3200" dirty="0">
                <a:solidFill>
                  <a:srgbClr val="292B2B"/>
                </a:solidFill>
                <a:latin typeface="Source Han Sans JP"/>
                <a:ea typeface="Source Han Sans JP"/>
                <a:cs typeface="Source Han Sans JP"/>
                <a:sym typeface="Source Han Sans JP"/>
              </a:rPr>
              <a:t>，</a:t>
            </a:r>
            <a:r>
              <a:rPr lang="en-US" altLang="ja-JP" sz="3200" dirty="0">
                <a:solidFill>
                  <a:srgbClr val="292B2B"/>
                </a:solidFill>
                <a:latin typeface="Source Han Sans JP"/>
                <a:ea typeface="Source Han Sans JP"/>
                <a:cs typeface="Source Han Sans JP"/>
                <a:sym typeface="Source Han Sans JP"/>
              </a:rPr>
              <a:t>SNR stability</a:t>
            </a:r>
            <a:r>
              <a:rPr lang="ja-JP" altLang="en-US" sz="3200" dirty="0">
                <a:solidFill>
                  <a:srgbClr val="292B2B"/>
                </a:solidFill>
                <a:latin typeface="Source Han Sans JP"/>
                <a:ea typeface="Source Han Sans JP"/>
                <a:cs typeface="Source Han Sans JP"/>
                <a:sym typeface="Source Han Sans JP"/>
              </a:rPr>
              <a:t>等</a:t>
            </a:r>
            <a:endParaRPr lang="en-US" altLang="ja-JP" sz="3200" dirty="0">
              <a:solidFill>
                <a:srgbClr val="292B2B"/>
              </a:solidFill>
              <a:latin typeface="Source Han Sans JP"/>
              <a:ea typeface="Source Han Sans JP"/>
              <a:cs typeface="Source Han Sans JP"/>
              <a:sym typeface="Source Han Sans JP"/>
            </a:endParaRPr>
          </a:p>
        </p:txBody>
      </p:sp>
      <p:graphicFrame>
        <p:nvGraphicFramePr>
          <p:cNvPr id="2" name="表 1">
            <a:extLst>
              <a:ext uri="{FF2B5EF4-FFF2-40B4-BE49-F238E27FC236}">
                <a16:creationId xmlns:a16="http://schemas.microsoft.com/office/drawing/2014/main" id="{0E26AD38-7C47-7401-1118-2C60D95972BB}"/>
              </a:ext>
            </a:extLst>
          </p:cNvPr>
          <p:cNvGraphicFramePr>
            <a:graphicFrameLocks noGrp="1"/>
          </p:cNvGraphicFramePr>
          <p:nvPr>
            <p:extLst>
              <p:ext uri="{D42A27DB-BD31-4B8C-83A1-F6EECF244321}">
                <p14:modId xmlns:p14="http://schemas.microsoft.com/office/powerpoint/2010/main" val="3417377018"/>
              </p:ext>
            </p:extLst>
          </p:nvPr>
        </p:nvGraphicFramePr>
        <p:xfrm>
          <a:off x="1905616" y="4762500"/>
          <a:ext cx="15182234" cy="4291773"/>
        </p:xfrm>
        <a:graphic>
          <a:graphicData uri="http://schemas.openxmlformats.org/drawingml/2006/table">
            <a:tbl>
              <a:tblPr firstRow="1" bandRow="1">
                <a:tableStyleId>{5C22544A-7EE6-4342-B048-85BDC9FD1C3A}</a:tableStyleId>
              </a:tblPr>
              <a:tblGrid>
                <a:gridCol w="4361834">
                  <a:extLst>
                    <a:ext uri="{9D8B030D-6E8A-4147-A177-3AD203B41FA5}">
                      <a16:colId xmlns:a16="http://schemas.microsoft.com/office/drawing/2014/main" val="720693005"/>
                    </a:ext>
                  </a:extLst>
                </a:gridCol>
                <a:gridCol w="10820400">
                  <a:extLst>
                    <a:ext uri="{9D8B030D-6E8A-4147-A177-3AD203B41FA5}">
                      <a16:colId xmlns:a16="http://schemas.microsoft.com/office/drawing/2014/main" val="1669307795"/>
                    </a:ext>
                  </a:extLst>
                </a:gridCol>
              </a:tblGrid>
              <a:tr h="1430591">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cs typeface="Source Han Sans JP"/>
                          <a:sym typeface="Source Han Sans JP"/>
                        </a:rPr>
                        <a:t>Grad-CAM</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3200" dirty="0">
                          <a:solidFill>
                            <a:schemeClr val="bg1"/>
                          </a:solidFill>
                          <a:latin typeface="Source Han Sans JP Bold" panose="020B0600070205080204" charset="-128"/>
                          <a:ea typeface="Source Han Sans JP Bold" panose="020B0600070205080204" charset="-128"/>
                        </a:rPr>
                        <a:t>CNN</a:t>
                      </a:r>
                      <a:r>
                        <a:rPr lang="ja-JP" altLang="en-US" sz="3200" dirty="0">
                          <a:solidFill>
                            <a:schemeClr val="bg1"/>
                          </a:solidFill>
                          <a:latin typeface="Source Han Sans JP Bold" panose="020B0600070205080204" charset="-128"/>
                          <a:ea typeface="Source Han Sans JP Bold" panose="020B0600070205080204" charset="-128"/>
                        </a:rPr>
                        <a:t>がスペクトログラムの </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どの時間</a:t>
                      </a:r>
                      <a:r>
                        <a:rPr lang="en-US" altLang="ja-JP" sz="3200" b="1" dirty="0">
                          <a:solidFill>
                            <a:schemeClr val="accent1">
                              <a:lumMod val="75000"/>
                            </a:schemeClr>
                          </a:solidFill>
                          <a:latin typeface="Source Han Sans JP Bold" panose="020B0600070205080204" charset="-128"/>
                          <a:ea typeface="Source Han Sans JP Bold" panose="020B0600070205080204" charset="-128"/>
                        </a:rPr>
                        <a:t>–</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周波数領域を見て予測したか</a:t>
                      </a:r>
                      <a:r>
                        <a:rPr lang="ja-JP" altLang="en-US" sz="3200" dirty="0">
                          <a:solidFill>
                            <a:schemeClr val="bg1"/>
                          </a:solidFill>
                          <a:latin typeface="Source Han Sans JP Bold" panose="020B0600070205080204" charset="-128"/>
                          <a:ea typeface="Source Han Sans JP Bold" panose="020B0600070205080204" charset="-128"/>
                        </a:rPr>
                        <a:t> をヒートマップで表示する手法</a:t>
                      </a:r>
                      <a:endParaRPr lang="en-US" altLang="ja-JP"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1878784594"/>
                  </a:ext>
                </a:extLst>
              </a:tr>
              <a:tr h="1430591">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cs typeface="Source Han Sans JP"/>
                          <a:sym typeface="Source Han Sans JP"/>
                        </a:rPr>
                        <a:t>ONB overlap score</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rPr>
                        <a:t>Grad-CAM</a:t>
                      </a:r>
                      <a:r>
                        <a:rPr lang="ja-JP" altLang="en-US" sz="3200" dirty="0">
                          <a:solidFill>
                            <a:schemeClr val="bg1"/>
                          </a:solidFill>
                          <a:latin typeface="Source Han Sans JP Bold" panose="020B0600070205080204" charset="-128"/>
                          <a:ea typeface="Source Han Sans JP Bold" panose="020B0600070205080204" charset="-128"/>
                        </a:rPr>
                        <a:t>などで得られた重要領域が、</a:t>
                      </a:r>
                      <a:r>
                        <a:rPr lang="en-US" altLang="ja-JP" sz="3200" b="1" dirty="0">
                          <a:solidFill>
                            <a:schemeClr val="accent1">
                              <a:lumMod val="75000"/>
                            </a:schemeClr>
                          </a:solidFill>
                          <a:latin typeface="Source Han Sans JP Bold" panose="020B0600070205080204" charset="-128"/>
                          <a:ea typeface="Source Han Sans JP Bold" panose="020B0600070205080204" charset="-128"/>
                        </a:rPr>
                        <a:t>ONB</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近傍の時間帯とどれだけ重なっているか</a:t>
                      </a:r>
                      <a:r>
                        <a:rPr lang="ja-JP" altLang="en-US" sz="3200" dirty="0">
                          <a:solidFill>
                            <a:schemeClr val="accent1">
                              <a:lumMod val="75000"/>
                            </a:schemeClr>
                          </a:solidFill>
                          <a:latin typeface="Source Han Sans JP Bold" panose="020B0600070205080204" charset="-128"/>
                          <a:ea typeface="Source Han Sans JP Bold" panose="020B0600070205080204" charset="-128"/>
                        </a:rPr>
                        <a:t> </a:t>
                      </a:r>
                      <a:r>
                        <a:rPr lang="ja-JP" altLang="en-US" sz="3200" dirty="0">
                          <a:solidFill>
                            <a:schemeClr val="bg1"/>
                          </a:solidFill>
                          <a:latin typeface="Source Han Sans JP Bold" panose="020B0600070205080204" charset="-128"/>
                          <a:ea typeface="Source Han Sans JP Bold" panose="020B0600070205080204" charset="-128"/>
                        </a:rPr>
                        <a:t>を数値化</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202298119"/>
                  </a:ext>
                </a:extLst>
              </a:tr>
              <a:tr h="1430591">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cs typeface="Source Han Sans JP"/>
                          <a:sym typeface="Source Han Sans JP"/>
                        </a:rPr>
                        <a:t>SNR stability</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200" dirty="0">
                          <a:solidFill>
                            <a:schemeClr val="bg1"/>
                          </a:solidFill>
                          <a:latin typeface="Source Han Sans JP Bold" panose="020B0600070205080204" charset="-128"/>
                          <a:ea typeface="Source Han Sans JP Bold" panose="020B0600070205080204" charset="-128"/>
                        </a:rPr>
                        <a:t>ノイズを加えたときに、</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重要領域がどれくらい安定しているか</a:t>
                      </a:r>
                      <a:r>
                        <a:rPr lang="ja-JP" altLang="en-US" sz="3200" dirty="0">
                          <a:solidFill>
                            <a:schemeClr val="bg1"/>
                          </a:solidFill>
                          <a:latin typeface="Source Han Sans JP Bold" panose="020B0600070205080204" charset="-128"/>
                          <a:ea typeface="Source Han Sans JP Bold" panose="020B0600070205080204" charset="-128"/>
                        </a:rPr>
                        <a:t> を見る指標</a:t>
                      </a:r>
                    </a:p>
                  </a:txBody>
                  <a:tcPr anchor="ctr">
                    <a:solidFill>
                      <a:srgbClr val="B3D1D0"/>
                    </a:solidFill>
                  </a:tcPr>
                </a:tc>
                <a:extLst>
                  <a:ext uri="{0D108BD9-81ED-4DB2-BD59-A6C34878D82A}">
                    <a16:rowId xmlns:a16="http://schemas.microsoft.com/office/drawing/2014/main" val="1833897437"/>
                  </a:ext>
                </a:extLst>
              </a:tr>
            </a:tbl>
          </a:graphicData>
        </a:graphic>
      </p:graphicFrame>
    </p:spTree>
    <p:extLst>
      <p:ext uri="{BB962C8B-B14F-4D97-AF65-F5344CB8AC3E}">
        <p14:creationId xmlns:p14="http://schemas.microsoft.com/office/powerpoint/2010/main" val="957425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82ED-91FB-1FFD-EED9-E2CCF1CB38B6}"/>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1226A433-2043-B47F-E0E8-72C7A0748C7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47B74506-C052-E656-B19A-11FB4A11743B}"/>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11</a:t>
            </a:fld>
            <a:endParaRPr lang="en-US" sz="2400" dirty="0">
              <a:solidFill>
                <a:schemeClr val="bg1"/>
              </a:solidFill>
            </a:endParaRPr>
          </a:p>
        </p:txBody>
      </p:sp>
      <p:sp>
        <p:nvSpPr>
          <p:cNvPr id="73" name="TextBox 24">
            <a:extLst>
              <a:ext uri="{FF2B5EF4-FFF2-40B4-BE49-F238E27FC236}">
                <a16:creationId xmlns:a16="http://schemas.microsoft.com/office/drawing/2014/main" id="{446B9C47-DB87-1000-32F5-EA27475F3627}"/>
              </a:ext>
            </a:extLst>
          </p:cNvPr>
          <p:cNvSpPr txBox="1"/>
          <p:nvPr/>
        </p:nvSpPr>
        <p:spPr>
          <a:xfrm>
            <a:off x="1806795" y="305043"/>
            <a:ext cx="9303837"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機械学習モデルの説明性について</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6" name="グループ化 75">
            <a:extLst>
              <a:ext uri="{FF2B5EF4-FFF2-40B4-BE49-F238E27FC236}">
                <a16:creationId xmlns:a16="http://schemas.microsoft.com/office/drawing/2014/main" id="{F7D98319-9174-24BC-43E4-057907ECBC3D}"/>
              </a:ext>
            </a:extLst>
          </p:cNvPr>
          <p:cNvGrpSpPr/>
          <p:nvPr/>
        </p:nvGrpSpPr>
        <p:grpSpPr>
          <a:xfrm>
            <a:off x="1538569" y="1741214"/>
            <a:ext cx="8639037" cy="552410"/>
            <a:chOff x="1535808" y="1451163"/>
            <a:chExt cx="8639037" cy="552410"/>
          </a:xfrm>
        </p:grpSpPr>
        <p:sp>
          <p:nvSpPr>
            <p:cNvPr id="77" name="TextBox 26">
              <a:extLst>
                <a:ext uri="{FF2B5EF4-FFF2-40B4-BE49-F238E27FC236}">
                  <a16:creationId xmlns:a16="http://schemas.microsoft.com/office/drawing/2014/main" id="{6A83E93B-8F28-F4F9-40C3-D1545A2AF70A}"/>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各モデルにおける説明性評価指標・手法まとめ</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78" name="Freeform 5">
              <a:extLst>
                <a:ext uri="{FF2B5EF4-FFF2-40B4-BE49-F238E27FC236}">
                  <a16:creationId xmlns:a16="http://schemas.microsoft.com/office/drawing/2014/main" id="{017E5B17-B364-D7D5-509E-29BD0B521908}"/>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9" name="TextBox 25">
            <a:extLst>
              <a:ext uri="{FF2B5EF4-FFF2-40B4-BE49-F238E27FC236}">
                <a16:creationId xmlns:a16="http://schemas.microsoft.com/office/drawing/2014/main" id="{7D7216F3-CE21-43E4-3D49-EA8C26411CCD}"/>
              </a:ext>
            </a:extLst>
          </p:cNvPr>
          <p:cNvSpPr txBox="1"/>
          <p:nvPr/>
        </p:nvSpPr>
        <p:spPr>
          <a:xfrm>
            <a:off x="1806795" y="2476500"/>
            <a:ext cx="15495975" cy="1340816"/>
          </a:xfrm>
          <a:prstGeom prst="rect">
            <a:avLst/>
          </a:prstGeom>
        </p:spPr>
        <p:txBody>
          <a:bodyPr wrap="square" lIns="0" tIns="0" rIns="0" bIns="0" rtlCol="0" anchor="t">
            <a:spAutoFit/>
          </a:bodyPr>
          <a:lstStyle/>
          <a:p>
            <a:pPr marL="457200" indent="-457200">
              <a:lnSpc>
                <a:spcPts val="5500"/>
              </a:lnSpc>
              <a:buClr>
                <a:srgbClr val="64A4A3"/>
              </a:buClr>
              <a:buSzPct val="100000"/>
              <a:buFont typeface="Wingdings" panose="05000000000000000000" pitchFamily="2" charset="2"/>
              <a:buChar char="l"/>
            </a:pPr>
            <a:r>
              <a:rPr lang="en-US" altLang="ja-JP" sz="3200" dirty="0">
                <a:solidFill>
                  <a:srgbClr val="292B2B"/>
                </a:solidFill>
                <a:latin typeface="Source Han Sans JP"/>
                <a:ea typeface="Source Han Sans JP"/>
                <a:cs typeface="Source Han Sans JP"/>
                <a:sym typeface="Source Han Sans JP"/>
              </a:rPr>
              <a:t>Transformer</a:t>
            </a:r>
          </a:p>
          <a:p>
            <a:pPr marL="914400" lvl="1" indent="-457200">
              <a:lnSpc>
                <a:spcPts val="5500"/>
              </a:lnSpc>
              <a:buClr>
                <a:srgbClr val="64A4A3"/>
              </a:buClr>
              <a:buSzPct val="100000"/>
              <a:buFont typeface="Wingdings" panose="05000000000000000000" pitchFamily="2" charset="2"/>
              <a:buChar char="Ø"/>
            </a:pPr>
            <a:r>
              <a:rPr lang="en-US" altLang="ja-JP" sz="3200" dirty="0">
                <a:solidFill>
                  <a:srgbClr val="292B2B"/>
                </a:solidFill>
                <a:latin typeface="Source Han Sans JP"/>
                <a:ea typeface="Source Han Sans JP"/>
                <a:cs typeface="Source Han Sans JP"/>
                <a:sym typeface="Source Han Sans JP"/>
              </a:rPr>
              <a:t>Attention Rollout</a:t>
            </a:r>
            <a:r>
              <a:rPr lang="ja-JP" altLang="en-US" sz="3200" dirty="0">
                <a:solidFill>
                  <a:srgbClr val="292B2B"/>
                </a:solidFill>
                <a:latin typeface="Source Han Sans JP"/>
                <a:ea typeface="Source Han Sans JP"/>
                <a:cs typeface="Source Han Sans JP"/>
                <a:sym typeface="Source Han Sans JP"/>
              </a:rPr>
              <a:t>，時間シャッフル，重要な周波数帯をマスクする等</a:t>
            </a:r>
            <a:endParaRPr lang="en-US" altLang="ja-JP" sz="3200" dirty="0">
              <a:solidFill>
                <a:srgbClr val="292B2B"/>
              </a:solidFill>
              <a:latin typeface="Source Han Sans JP"/>
              <a:ea typeface="Source Han Sans JP"/>
              <a:cs typeface="Source Han Sans JP"/>
              <a:sym typeface="Source Han Sans JP"/>
            </a:endParaRPr>
          </a:p>
        </p:txBody>
      </p:sp>
      <p:graphicFrame>
        <p:nvGraphicFramePr>
          <p:cNvPr id="2" name="表 1">
            <a:extLst>
              <a:ext uri="{FF2B5EF4-FFF2-40B4-BE49-F238E27FC236}">
                <a16:creationId xmlns:a16="http://schemas.microsoft.com/office/drawing/2014/main" id="{2C25EB33-F81B-32CA-B35D-6994FD99D82D}"/>
              </a:ext>
            </a:extLst>
          </p:cNvPr>
          <p:cNvGraphicFramePr>
            <a:graphicFrameLocks noGrp="1"/>
          </p:cNvGraphicFramePr>
          <p:nvPr>
            <p:extLst>
              <p:ext uri="{D42A27DB-BD31-4B8C-83A1-F6EECF244321}">
                <p14:modId xmlns:p14="http://schemas.microsoft.com/office/powerpoint/2010/main" val="1230436222"/>
              </p:ext>
            </p:extLst>
          </p:nvPr>
        </p:nvGraphicFramePr>
        <p:xfrm>
          <a:off x="1867516" y="4802080"/>
          <a:ext cx="15182234" cy="4415662"/>
        </p:xfrm>
        <a:graphic>
          <a:graphicData uri="http://schemas.openxmlformats.org/drawingml/2006/table">
            <a:tbl>
              <a:tblPr firstRow="1" bandRow="1">
                <a:tableStyleId>{5C22544A-7EE6-4342-B048-85BDC9FD1C3A}</a:tableStyleId>
              </a:tblPr>
              <a:tblGrid>
                <a:gridCol w="4361834">
                  <a:extLst>
                    <a:ext uri="{9D8B030D-6E8A-4147-A177-3AD203B41FA5}">
                      <a16:colId xmlns:a16="http://schemas.microsoft.com/office/drawing/2014/main" val="720693005"/>
                    </a:ext>
                  </a:extLst>
                </a:gridCol>
                <a:gridCol w="10820400">
                  <a:extLst>
                    <a:ext uri="{9D8B030D-6E8A-4147-A177-3AD203B41FA5}">
                      <a16:colId xmlns:a16="http://schemas.microsoft.com/office/drawing/2014/main" val="1669307795"/>
                    </a:ext>
                  </a:extLst>
                </a:gridCol>
              </a:tblGrid>
              <a:tr h="1430591">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cs typeface="Source Han Sans JP"/>
                          <a:sym typeface="Source Han Sans JP"/>
                        </a:rPr>
                        <a:t>Attention Rollout</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200" dirty="0">
                          <a:solidFill>
                            <a:schemeClr val="bg1"/>
                          </a:solidFill>
                          <a:latin typeface="Source Han Sans JP Bold" panose="020B0600070205080204" charset="-128"/>
                          <a:ea typeface="Source Han Sans JP Bold" panose="020B0600070205080204" charset="-128"/>
                        </a:rPr>
                        <a:t>各層・各</a:t>
                      </a:r>
                      <a:r>
                        <a:rPr lang="en-US" altLang="ja-JP" sz="3200" dirty="0">
                          <a:solidFill>
                            <a:schemeClr val="bg1"/>
                          </a:solidFill>
                          <a:latin typeface="Source Han Sans JP Bold" panose="020B0600070205080204" charset="-128"/>
                          <a:ea typeface="Source Han Sans JP Bold" panose="020B0600070205080204" charset="-128"/>
                        </a:rPr>
                        <a:t>head</a:t>
                      </a:r>
                      <a:r>
                        <a:rPr lang="ja-JP" altLang="en-US" sz="3200" dirty="0">
                          <a:solidFill>
                            <a:schemeClr val="bg1"/>
                          </a:solidFill>
                          <a:latin typeface="Source Han Sans JP Bold" panose="020B0600070205080204" charset="-128"/>
                          <a:ea typeface="Source Han Sans JP Bold" panose="020B0600070205080204" charset="-128"/>
                        </a:rPr>
                        <a:t>ごとの関係しか得られない</a:t>
                      </a:r>
                      <a:r>
                        <a:rPr lang="en-US" altLang="ja-JP" sz="3200" dirty="0">
                          <a:solidFill>
                            <a:schemeClr val="bg1"/>
                          </a:solidFill>
                          <a:latin typeface="Source Han Sans JP Bold" panose="020B0600070205080204" charset="-128"/>
                          <a:ea typeface="Source Han Sans JP Bold" panose="020B0600070205080204" charset="-128"/>
                        </a:rPr>
                        <a:t>attention map</a:t>
                      </a:r>
                      <a:r>
                        <a:rPr lang="ja-JP" altLang="en-US" sz="3200" dirty="0">
                          <a:solidFill>
                            <a:schemeClr val="bg1"/>
                          </a:solidFill>
                          <a:latin typeface="Source Han Sans JP Bold" panose="020B0600070205080204" charset="-128"/>
                          <a:ea typeface="Source Han Sans JP Bold" panose="020B0600070205080204" charset="-128"/>
                        </a:rPr>
                        <a:t>を，</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層方向に伝播</a:t>
                      </a:r>
                      <a:r>
                        <a:rPr lang="ja-JP" altLang="en-US" sz="3200" dirty="0">
                          <a:solidFill>
                            <a:schemeClr val="accent1">
                              <a:lumMod val="75000"/>
                            </a:schemeClr>
                          </a:solidFill>
                          <a:latin typeface="Source Han Sans JP Bold" panose="020B0600070205080204" charset="-128"/>
                          <a:ea typeface="Source Han Sans JP Bold" panose="020B0600070205080204" charset="-128"/>
                        </a:rPr>
                        <a:t>させることで，</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最終的な予測がどの入力</a:t>
                      </a:r>
                      <a:r>
                        <a:rPr lang="en-US" altLang="ja-JP" sz="3200" b="1" dirty="0">
                          <a:solidFill>
                            <a:schemeClr val="accent1">
                              <a:lumMod val="75000"/>
                            </a:schemeClr>
                          </a:solidFill>
                          <a:latin typeface="Source Han Sans JP Bold" panose="020B0600070205080204" charset="-128"/>
                          <a:ea typeface="Source Han Sans JP Bold" panose="020B0600070205080204" charset="-128"/>
                        </a:rPr>
                        <a:t>token</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や時間フレームに依存しているか</a:t>
                      </a:r>
                      <a:r>
                        <a:rPr lang="ja-JP" altLang="en-US" sz="3200" dirty="0">
                          <a:solidFill>
                            <a:schemeClr val="bg1"/>
                          </a:solidFill>
                          <a:latin typeface="Source Han Sans JP Bold" panose="020B0600070205080204" charset="-128"/>
                          <a:ea typeface="Source Han Sans JP Bold" panose="020B0600070205080204" charset="-128"/>
                        </a:rPr>
                        <a:t>を見る手法</a:t>
                      </a:r>
                      <a:endParaRPr lang="en-US" altLang="ja-JP"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1878784594"/>
                  </a:ext>
                </a:extLst>
              </a:tr>
              <a:tr h="1430591">
                <a:tc>
                  <a:txBody>
                    <a:bodyPr/>
                    <a:lstStyle/>
                    <a:p>
                      <a:pPr algn="ctr"/>
                      <a:r>
                        <a:rPr lang="ja-JP" altLang="en-US" sz="3200" dirty="0">
                          <a:solidFill>
                            <a:schemeClr val="bg1"/>
                          </a:solidFill>
                          <a:latin typeface="Source Han Sans JP Bold" panose="020B0600070205080204" charset="-128"/>
                          <a:ea typeface="Source Han Sans JP Bold" panose="020B0600070205080204" charset="-128"/>
                          <a:cs typeface="Source Han Sans JP"/>
                          <a:sym typeface="Source Han Sans JP"/>
                        </a:rPr>
                        <a:t>時間シャッフル</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lgn="ctr"/>
                      <a:r>
                        <a:rPr lang="ja-JP" altLang="en-US" sz="3200" dirty="0">
                          <a:solidFill>
                            <a:schemeClr val="bg1"/>
                          </a:solidFill>
                          <a:latin typeface="Source Han Sans JP Bold" panose="020B0600070205080204" charset="-128"/>
                          <a:ea typeface="Source Han Sans JP Bold" panose="020B0600070205080204" charset="-128"/>
                        </a:rPr>
                        <a:t>スペクトログラムの</a:t>
                      </a:r>
                      <a:r>
                        <a:rPr lang="ja-JP" altLang="en-US" sz="3200" dirty="0">
                          <a:solidFill>
                            <a:schemeClr val="accent1">
                              <a:lumMod val="75000"/>
                            </a:schemeClr>
                          </a:solidFill>
                          <a:latin typeface="Source Han Sans JP Bold" panose="020B0600070205080204" charset="-128"/>
                          <a:ea typeface="Source Han Sans JP Bold" panose="020B0600070205080204" charset="-128"/>
                        </a:rPr>
                        <a:t>時間方向の順番をランダムに入れ替える</a:t>
                      </a:r>
                      <a:r>
                        <a:rPr lang="ja-JP" altLang="en-US" sz="3200" dirty="0">
                          <a:solidFill>
                            <a:schemeClr val="bg1"/>
                          </a:solidFill>
                          <a:latin typeface="Source Han Sans JP Bold" panose="020B0600070205080204" charset="-128"/>
                          <a:ea typeface="Source Han Sans JP Bold" panose="020B0600070205080204" charset="-128"/>
                        </a:rPr>
                        <a:t>実験</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202298119"/>
                  </a:ext>
                </a:extLst>
              </a:tr>
              <a:tr h="1430591">
                <a:tc>
                  <a:txBody>
                    <a:bodyPr/>
                    <a:lstStyle/>
                    <a:p>
                      <a:pPr algn="ctr"/>
                      <a:r>
                        <a:rPr lang="ja-JP" altLang="en-US" sz="3200" dirty="0">
                          <a:solidFill>
                            <a:schemeClr val="bg1"/>
                          </a:solidFill>
                          <a:latin typeface="Source Han Sans JP Bold" panose="020B0600070205080204" charset="-128"/>
                          <a:ea typeface="Source Han Sans JP Bold" panose="020B0600070205080204" charset="-128"/>
                          <a:cs typeface="Source Han Sans JP"/>
                          <a:sym typeface="Source Han Sans JP"/>
                        </a:rPr>
                        <a:t>重要な周波数帯をマスクする</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3200" dirty="0">
                          <a:solidFill>
                            <a:schemeClr val="bg1"/>
                          </a:solidFill>
                          <a:latin typeface="Source Han Sans JP Bold" panose="020B0600070205080204" charset="-128"/>
                          <a:ea typeface="Source Han Sans JP Bold" panose="020B0600070205080204" charset="-128"/>
                        </a:rPr>
                        <a:t>Attention Rollout</a:t>
                      </a:r>
                      <a:r>
                        <a:rPr lang="ja-JP" altLang="en-US" sz="3200" dirty="0">
                          <a:solidFill>
                            <a:schemeClr val="bg1"/>
                          </a:solidFill>
                          <a:latin typeface="Source Han Sans JP Bold" panose="020B0600070205080204" charset="-128"/>
                          <a:ea typeface="Source Han Sans JP Bold" panose="020B0600070205080204" charset="-128"/>
                        </a:rPr>
                        <a:t>や他の説明手法で</a:t>
                      </a:r>
                      <a:r>
                        <a:rPr lang="ja-JP" altLang="en-US" sz="3200" dirty="0">
                          <a:solidFill>
                            <a:schemeClr val="accent1">
                              <a:lumMod val="75000"/>
                            </a:schemeClr>
                          </a:solidFill>
                          <a:latin typeface="Source Han Sans JP Bold" panose="020B0600070205080204" charset="-128"/>
                          <a:ea typeface="Source Han Sans JP Bold" panose="020B0600070205080204" charset="-128"/>
                        </a:rPr>
                        <a:t>重要とされた周波数帯を消して、予測がどう変わるか</a:t>
                      </a:r>
                      <a:r>
                        <a:rPr lang="ja-JP" altLang="en-US" sz="3200" dirty="0">
                          <a:solidFill>
                            <a:schemeClr val="bg1"/>
                          </a:solidFill>
                          <a:latin typeface="Source Han Sans JP Bold" panose="020B0600070205080204" charset="-128"/>
                          <a:ea typeface="Source Han Sans JP Bold" panose="020B0600070205080204" charset="-128"/>
                        </a:rPr>
                        <a:t>を見る実験</a:t>
                      </a:r>
                    </a:p>
                  </a:txBody>
                  <a:tcPr anchor="ctr">
                    <a:solidFill>
                      <a:srgbClr val="B3D1D0"/>
                    </a:solidFill>
                  </a:tcPr>
                </a:tc>
                <a:extLst>
                  <a:ext uri="{0D108BD9-81ED-4DB2-BD59-A6C34878D82A}">
                    <a16:rowId xmlns:a16="http://schemas.microsoft.com/office/drawing/2014/main" val="1833897437"/>
                  </a:ext>
                </a:extLst>
              </a:tr>
            </a:tbl>
          </a:graphicData>
        </a:graphic>
      </p:graphicFrame>
    </p:spTree>
    <p:extLst>
      <p:ext uri="{BB962C8B-B14F-4D97-AF65-F5344CB8AC3E}">
        <p14:creationId xmlns:p14="http://schemas.microsoft.com/office/powerpoint/2010/main" val="4222723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AAB27-1334-C7F4-B890-2431E101F1A6}"/>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FD9E2012-E622-42D0-4173-FF790E4C6656}"/>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37869BA1-FA01-02CB-2042-6C5D9A7BCF0A}"/>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A759224F-DCE3-8E9F-ED1A-BD206155CF6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70814567-A6A9-DB7C-A780-5AF28F3DB26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83A68667-20D3-60BE-0D54-5CC6D12791B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7B01F0E0-83ED-3F2B-85A5-42DA64E3B079}"/>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F1446644-881D-7062-1D45-4879D96FC432}"/>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402F9255-B912-62D3-1311-609E5D1C05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96D359B2-7031-360D-6945-655A34B09C2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3E58A6A7-1115-9477-4AC3-DF8E565D2FEC}"/>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684134A6-5939-3273-D64D-C10BDD0B94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D1314AEF-FCBC-05E3-DFB0-3A526BD0595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AFC55B7A-92EC-C2E6-57A9-2A2D89EEDC58}"/>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183F6B23-2E12-370D-A1AB-490A906A0D5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0E018345-9B9C-C8C1-FD4B-734110C3CF5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AAB29CDC-783F-1966-2089-9A248EF14F79}"/>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12</a:t>
            </a:fld>
            <a:endParaRPr lang="en-US" sz="2400" dirty="0">
              <a:solidFill>
                <a:schemeClr val="bg1"/>
              </a:solidFill>
            </a:endParaRPr>
          </a:p>
        </p:txBody>
      </p:sp>
      <p:sp>
        <p:nvSpPr>
          <p:cNvPr id="73" name="TextBox 24">
            <a:extLst>
              <a:ext uri="{FF2B5EF4-FFF2-40B4-BE49-F238E27FC236}">
                <a16:creationId xmlns:a16="http://schemas.microsoft.com/office/drawing/2014/main" id="{5BBD0057-B1D4-E947-1BE2-119F358E9320}"/>
              </a:ext>
            </a:extLst>
          </p:cNvPr>
          <p:cNvSpPr txBox="1"/>
          <p:nvPr/>
        </p:nvSpPr>
        <p:spPr>
          <a:xfrm>
            <a:off x="1806795" y="305043"/>
            <a:ext cx="9303837"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機械学習モデルの説明性について</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6" name="グループ化 75">
            <a:extLst>
              <a:ext uri="{FF2B5EF4-FFF2-40B4-BE49-F238E27FC236}">
                <a16:creationId xmlns:a16="http://schemas.microsoft.com/office/drawing/2014/main" id="{A848D172-4EF2-C1BE-F3FB-05B502A78809}"/>
              </a:ext>
            </a:extLst>
          </p:cNvPr>
          <p:cNvGrpSpPr/>
          <p:nvPr/>
        </p:nvGrpSpPr>
        <p:grpSpPr>
          <a:xfrm>
            <a:off x="1538569" y="1741214"/>
            <a:ext cx="8639037" cy="552410"/>
            <a:chOff x="1535808" y="1451163"/>
            <a:chExt cx="8639037" cy="552410"/>
          </a:xfrm>
        </p:grpSpPr>
        <p:sp>
          <p:nvSpPr>
            <p:cNvPr id="77" name="TextBox 26">
              <a:extLst>
                <a:ext uri="{FF2B5EF4-FFF2-40B4-BE49-F238E27FC236}">
                  <a16:creationId xmlns:a16="http://schemas.microsoft.com/office/drawing/2014/main" id="{83DEB2C0-5594-14D2-4D2B-F730CC219501}"/>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各モデルにおける説明性評価指標・手法まとめ</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78" name="Freeform 5">
              <a:extLst>
                <a:ext uri="{FF2B5EF4-FFF2-40B4-BE49-F238E27FC236}">
                  <a16:creationId xmlns:a16="http://schemas.microsoft.com/office/drawing/2014/main" id="{EBD06331-1CE9-5CE4-BA7C-F73C002EF162}"/>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9" name="TextBox 25">
            <a:extLst>
              <a:ext uri="{FF2B5EF4-FFF2-40B4-BE49-F238E27FC236}">
                <a16:creationId xmlns:a16="http://schemas.microsoft.com/office/drawing/2014/main" id="{D9447EA2-B9D1-221A-BA08-FCADFF607399}"/>
              </a:ext>
            </a:extLst>
          </p:cNvPr>
          <p:cNvSpPr txBox="1"/>
          <p:nvPr/>
        </p:nvSpPr>
        <p:spPr>
          <a:xfrm>
            <a:off x="1806795" y="2476500"/>
            <a:ext cx="15495975" cy="1340816"/>
          </a:xfrm>
          <a:prstGeom prst="rect">
            <a:avLst/>
          </a:prstGeom>
        </p:spPr>
        <p:txBody>
          <a:bodyPr wrap="square" lIns="0" tIns="0" rIns="0" bIns="0" rtlCol="0" anchor="t">
            <a:spAutoFit/>
          </a:bodyPr>
          <a:lstStyle/>
          <a:p>
            <a:pPr marL="457200" indent="-457200">
              <a:lnSpc>
                <a:spcPts val="5500"/>
              </a:lnSpc>
              <a:buClr>
                <a:srgbClr val="64A4A3"/>
              </a:buClr>
              <a:buSzPct val="100000"/>
              <a:buFont typeface="Wingdings" panose="05000000000000000000" pitchFamily="2" charset="2"/>
              <a:buChar char="l"/>
            </a:pPr>
            <a:r>
              <a:rPr lang="ja-JP" altLang="en-US" sz="3200" dirty="0">
                <a:solidFill>
                  <a:srgbClr val="292B2B"/>
                </a:solidFill>
                <a:latin typeface="Source Han Sans JP"/>
                <a:ea typeface="Source Han Sans JP"/>
                <a:cs typeface="Source Han Sans JP"/>
                <a:sym typeface="Source Han Sans JP"/>
              </a:rPr>
              <a:t>ランダムフォレスト</a:t>
            </a:r>
            <a:endParaRPr lang="en-US" altLang="ja-JP" sz="3200" dirty="0">
              <a:solidFill>
                <a:srgbClr val="292B2B"/>
              </a:solidFill>
              <a:latin typeface="Source Han Sans JP"/>
              <a:ea typeface="Source Han Sans JP"/>
              <a:cs typeface="Source Han Sans JP"/>
              <a:sym typeface="Source Han Sans JP"/>
            </a:endParaRPr>
          </a:p>
          <a:p>
            <a:pPr marL="914400" lvl="1" indent="-457200">
              <a:lnSpc>
                <a:spcPts val="5500"/>
              </a:lnSpc>
              <a:buClr>
                <a:srgbClr val="64A4A3"/>
              </a:buClr>
              <a:buSzPct val="100000"/>
              <a:buFont typeface="Wingdings" panose="05000000000000000000" pitchFamily="2" charset="2"/>
              <a:buChar char="Ø"/>
            </a:pPr>
            <a:r>
              <a:rPr lang="en-US" altLang="ja-JP" sz="3200" dirty="0" err="1">
                <a:solidFill>
                  <a:srgbClr val="292B2B"/>
                </a:solidFill>
                <a:latin typeface="Source Han Sans JP" panose="020B0600070205080204" charset="-128"/>
                <a:ea typeface="Source Han Sans JP" panose="020B0600070205080204" charset="-128"/>
                <a:cs typeface="Source Han Sans JP"/>
                <a:sym typeface="Source Han Sans JP"/>
              </a:rPr>
              <a:t>TreeSHAP</a:t>
            </a:r>
            <a:r>
              <a:rPr lang="ja-JP" altLang="en-US" sz="3200" dirty="0">
                <a:solidFill>
                  <a:srgbClr val="292B2B"/>
                </a:solidFill>
                <a:latin typeface="Source Han Sans JP" panose="020B0600070205080204" charset="-128"/>
                <a:ea typeface="Source Han Sans JP" panose="020B0600070205080204" charset="-128"/>
                <a:cs typeface="Source Han Sans JP"/>
                <a:sym typeface="Source Han Sans JP"/>
              </a:rPr>
              <a:t>，特徴量シャッフル</a:t>
            </a:r>
            <a:r>
              <a:rPr lang="ja-JP" altLang="en-US" sz="3200" dirty="0">
                <a:solidFill>
                  <a:srgbClr val="292B2B"/>
                </a:solidFill>
                <a:latin typeface="Source Han Sans JP"/>
                <a:ea typeface="Source Han Sans JP"/>
                <a:cs typeface="Source Han Sans JP"/>
                <a:sym typeface="Source Han Sans JP"/>
              </a:rPr>
              <a:t>等</a:t>
            </a:r>
            <a:endParaRPr lang="en-US" altLang="ja-JP" sz="32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graphicFrame>
        <p:nvGraphicFramePr>
          <p:cNvPr id="2" name="表 1">
            <a:extLst>
              <a:ext uri="{FF2B5EF4-FFF2-40B4-BE49-F238E27FC236}">
                <a16:creationId xmlns:a16="http://schemas.microsoft.com/office/drawing/2014/main" id="{9D511245-060E-A27C-BCD5-BAC7F192533C}"/>
              </a:ext>
            </a:extLst>
          </p:cNvPr>
          <p:cNvGraphicFramePr>
            <a:graphicFrameLocks noGrp="1"/>
          </p:cNvGraphicFramePr>
          <p:nvPr>
            <p:extLst>
              <p:ext uri="{D42A27DB-BD31-4B8C-83A1-F6EECF244321}">
                <p14:modId xmlns:p14="http://schemas.microsoft.com/office/powerpoint/2010/main" val="937309657"/>
              </p:ext>
            </p:extLst>
          </p:nvPr>
        </p:nvGraphicFramePr>
        <p:xfrm>
          <a:off x="1867516" y="4802080"/>
          <a:ext cx="15182234" cy="2861182"/>
        </p:xfrm>
        <a:graphic>
          <a:graphicData uri="http://schemas.openxmlformats.org/drawingml/2006/table">
            <a:tbl>
              <a:tblPr firstRow="1" bandRow="1">
                <a:tableStyleId>{5C22544A-7EE6-4342-B048-85BDC9FD1C3A}</a:tableStyleId>
              </a:tblPr>
              <a:tblGrid>
                <a:gridCol w="4361834">
                  <a:extLst>
                    <a:ext uri="{9D8B030D-6E8A-4147-A177-3AD203B41FA5}">
                      <a16:colId xmlns:a16="http://schemas.microsoft.com/office/drawing/2014/main" val="720693005"/>
                    </a:ext>
                  </a:extLst>
                </a:gridCol>
                <a:gridCol w="10820400">
                  <a:extLst>
                    <a:ext uri="{9D8B030D-6E8A-4147-A177-3AD203B41FA5}">
                      <a16:colId xmlns:a16="http://schemas.microsoft.com/office/drawing/2014/main" val="1669307795"/>
                    </a:ext>
                  </a:extLst>
                </a:gridCol>
              </a:tblGrid>
              <a:tr h="1430591">
                <a:tc>
                  <a:txBody>
                    <a:bodyPr/>
                    <a:lstStyle/>
                    <a:p>
                      <a:pPr algn="ctr"/>
                      <a:r>
                        <a:rPr lang="en-US" altLang="ja-JP" sz="3200" dirty="0" err="1">
                          <a:solidFill>
                            <a:schemeClr val="bg1"/>
                          </a:solidFill>
                          <a:latin typeface="Source Han Sans JP Bold" panose="020B0600070205080204" charset="-128"/>
                          <a:ea typeface="Source Han Sans JP Bold" panose="020B0600070205080204" charset="-128"/>
                          <a:cs typeface="Source Han Sans JP"/>
                          <a:sym typeface="Source Han Sans JP"/>
                        </a:rPr>
                        <a:t>TreeSHAP</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200" dirty="0">
                          <a:solidFill>
                            <a:schemeClr val="bg1"/>
                          </a:solidFill>
                          <a:latin typeface="Source Han Sans JP Bold" panose="020B0600070205080204" charset="-128"/>
                          <a:ea typeface="Source Han Sans JP Bold" panose="020B0600070205080204" charset="-128"/>
                        </a:rPr>
                        <a:t>ランダムフォレストの各予測に対して、</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どの特徴量がどれだけ予測に寄与したか</a:t>
                      </a:r>
                      <a:r>
                        <a:rPr lang="ja-JP" altLang="en-US" sz="3200" dirty="0">
                          <a:solidFill>
                            <a:schemeClr val="bg1"/>
                          </a:solidFill>
                          <a:latin typeface="Source Han Sans JP Bold" panose="020B0600070205080204" charset="-128"/>
                          <a:ea typeface="Source Han Sans JP Bold" panose="020B0600070205080204" charset="-128"/>
                        </a:rPr>
                        <a:t> を出す手法</a:t>
                      </a:r>
                      <a:endParaRPr lang="en-US" altLang="ja-JP"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1878784594"/>
                  </a:ext>
                </a:extLst>
              </a:tr>
              <a:tr h="1430591">
                <a:tc>
                  <a:txBody>
                    <a:bodyPr/>
                    <a:lstStyle/>
                    <a:p>
                      <a:pPr algn="ctr"/>
                      <a:r>
                        <a:rPr lang="ja-JP" altLang="en-US" sz="3200" dirty="0">
                          <a:solidFill>
                            <a:schemeClr val="bg1"/>
                          </a:solidFill>
                          <a:latin typeface="Source Han Sans JP Bold" panose="020B0600070205080204" charset="-128"/>
                          <a:ea typeface="Source Han Sans JP Bold" panose="020B0600070205080204" charset="-128"/>
                          <a:cs typeface="Source Han Sans JP"/>
                          <a:sym typeface="Source Han Sans JP"/>
                        </a:rPr>
                        <a:t>特徴量シャッフル</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lgn="ctr"/>
                      <a:r>
                        <a:rPr lang="ja-JP" altLang="en-US" sz="3200" dirty="0">
                          <a:solidFill>
                            <a:schemeClr val="accent1">
                              <a:lumMod val="75000"/>
                            </a:schemeClr>
                          </a:solidFill>
                          <a:latin typeface="Source Han Sans JP Bold" panose="020B0600070205080204" charset="-128"/>
                          <a:ea typeface="Source Han Sans JP Bold" panose="020B0600070205080204" charset="-128"/>
                        </a:rPr>
                        <a:t>ある特徴量だけをランダムに並べ替えて、性能がどれくらい落ちるか</a:t>
                      </a:r>
                      <a:r>
                        <a:rPr lang="ja-JP" altLang="en-US" sz="3200" dirty="0">
                          <a:solidFill>
                            <a:schemeClr val="bg1"/>
                          </a:solidFill>
                          <a:latin typeface="Source Han Sans JP Bold" panose="020B0600070205080204" charset="-128"/>
                          <a:ea typeface="Source Han Sans JP Bold" panose="020B0600070205080204" charset="-128"/>
                        </a:rPr>
                        <a:t>を見る方法</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202298119"/>
                  </a:ext>
                </a:extLst>
              </a:tr>
            </a:tbl>
          </a:graphicData>
        </a:graphic>
      </p:graphicFrame>
    </p:spTree>
    <p:extLst>
      <p:ext uri="{BB962C8B-B14F-4D97-AF65-F5344CB8AC3E}">
        <p14:creationId xmlns:p14="http://schemas.microsoft.com/office/powerpoint/2010/main" val="1214596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D7828-3E08-A103-F26C-ECD123D71BCD}"/>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FBFB0F8-33B1-83EC-0973-A1C713678FB5}"/>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176B425E-3E16-54E2-6750-DF4695A0540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B8F681B-6317-D595-5831-7E8C917D171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4316C285-EF9F-6A27-2611-8F8BFEFAFD7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C3907024-E1BF-63F0-212E-1DCC411B801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173E7FD8-8D2E-34AE-AAA7-AC61E9AD311A}"/>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B6EC0C9E-22FF-17D9-1E40-337C977A901C}"/>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01FC8698-AA7B-6425-DC1D-35E082F61CD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6AE39DFB-1773-E393-55AA-1655F6EA49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60C985E-8D2E-BF52-3820-D215A183C76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F611648A-BB53-1687-CC84-9D4E95370ED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6795539F-315E-34CB-F2B7-52B4DFAEB8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DB212BC-BF60-153E-D77D-50906B8AD2FF}"/>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82C8088C-88E3-46DF-A7DA-0ED4326EB88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28602038-684B-D215-702B-22C13439AE3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3BD073D7-3992-37BB-E44B-E1ED8DB5F2A7}"/>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13</a:t>
            </a:fld>
            <a:endParaRPr lang="en-US" sz="2400" dirty="0">
              <a:solidFill>
                <a:schemeClr val="bg1"/>
              </a:solidFill>
            </a:endParaRPr>
          </a:p>
        </p:txBody>
      </p:sp>
      <p:sp>
        <p:nvSpPr>
          <p:cNvPr id="513" name="TextBox 24">
            <a:extLst>
              <a:ext uri="{FF2B5EF4-FFF2-40B4-BE49-F238E27FC236}">
                <a16:creationId xmlns:a16="http://schemas.microsoft.com/office/drawing/2014/main" id="{C8C2B747-C93E-D819-7B6E-25836D351746}"/>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77710B0F-64DE-BBD6-C5B5-0C75ACA2451E}"/>
              </a:ext>
            </a:extLst>
          </p:cNvPr>
          <p:cNvGrpSpPr/>
          <p:nvPr/>
        </p:nvGrpSpPr>
        <p:grpSpPr>
          <a:xfrm>
            <a:off x="3429000" y="3695700"/>
            <a:ext cx="12343465" cy="3402857"/>
            <a:chOff x="10121433" y="2372120"/>
            <a:chExt cx="6318718" cy="1717700"/>
          </a:xfrm>
        </p:grpSpPr>
        <p:sp>
          <p:nvSpPr>
            <p:cNvPr id="515" name="TextBox 22">
              <a:extLst>
                <a:ext uri="{FF2B5EF4-FFF2-40B4-BE49-F238E27FC236}">
                  <a16:creationId xmlns:a16="http://schemas.microsoft.com/office/drawing/2014/main" id="{49C23873-C38D-A566-7EDE-A2941F623400}"/>
                </a:ext>
              </a:extLst>
            </p:cNvPr>
            <p:cNvSpPr txBox="1"/>
            <p:nvPr/>
          </p:nvSpPr>
          <p:spPr>
            <a:xfrm>
              <a:off x="10717809" y="2372120"/>
              <a:ext cx="5722342" cy="1710773"/>
            </a:xfrm>
            <a:prstGeom prst="rect">
              <a:avLst/>
            </a:prstGeom>
          </p:spPr>
          <p:txBody>
            <a:bodyPr wrap="square" lIns="0" tIns="0" rIns="0" bIns="0" rtlCol="0" anchor="t">
              <a:spAutoFit/>
            </a:bodyPr>
            <a:lstStyle/>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研究目的を考えてきたので話す</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機械学習モデルの説明性について</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次の発表までに行うこと</a:t>
              </a:r>
              <a:endParaRPr lang="en-US" sz="2999"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14A1F3D-34B4-BD11-CE08-A4BF91058223}"/>
                </a:ext>
              </a:extLst>
            </p:cNvPr>
            <p:cNvSpPr txBox="1"/>
            <p:nvPr/>
          </p:nvSpPr>
          <p:spPr>
            <a:xfrm>
              <a:off x="10121433" y="2372121"/>
              <a:ext cx="1151616" cy="171769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03</a:t>
              </a:r>
            </a:p>
          </p:txBody>
        </p:sp>
      </p:grpSp>
      <p:sp>
        <p:nvSpPr>
          <p:cNvPr id="518" name="TextBox 22">
            <a:extLst>
              <a:ext uri="{FF2B5EF4-FFF2-40B4-BE49-F238E27FC236}">
                <a16:creationId xmlns:a16="http://schemas.microsoft.com/office/drawing/2014/main" id="{AD55AD37-E116-0603-1830-8E5CE30CBE84}"/>
              </a:ext>
            </a:extLst>
          </p:cNvPr>
          <p:cNvSpPr txBox="1"/>
          <p:nvPr/>
        </p:nvSpPr>
        <p:spPr>
          <a:xfrm>
            <a:off x="5180493" y="5186124"/>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rPr>
              <a:t>Transformer</a:t>
            </a:r>
          </a:p>
          <a:p>
            <a:pPr marL="457200" indent="-457200" algn="l">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ランダムフォレスト等，，</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1742131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46DA2-1474-17D8-B472-5F586440CC1C}"/>
            </a:ext>
          </a:extLst>
        </p:cNvPr>
        <p:cNvGrpSpPr/>
        <p:nvPr/>
      </p:nvGrpSpPr>
      <p:grpSpPr>
        <a:xfrm>
          <a:off x="0" y="0"/>
          <a:ext cx="0" cy="0"/>
          <a:chOff x="0" y="0"/>
          <a:chExt cx="0" cy="0"/>
        </a:xfrm>
      </p:grpSpPr>
      <p:sp>
        <p:nvSpPr>
          <p:cNvPr id="40" name="テキスト ボックス 39">
            <a:extLst>
              <a:ext uri="{FF2B5EF4-FFF2-40B4-BE49-F238E27FC236}">
                <a16:creationId xmlns:a16="http://schemas.microsoft.com/office/drawing/2014/main" id="{48B77CC8-BB40-B359-58B1-50C80B0CDD88}"/>
              </a:ext>
            </a:extLst>
          </p:cNvPr>
          <p:cNvSpPr txBox="1"/>
          <p:nvPr/>
        </p:nvSpPr>
        <p:spPr>
          <a:xfrm>
            <a:off x="1798051" y="2546413"/>
            <a:ext cx="16914994" cy="5632311"/>
          </a:xfrm>
          <a:prstGeom prst="rect">
            <a:avLst/>
          </a:prstGeom>
          <a:noFill/>
        </p:spPr>
        <p:txBody>
          <a:bodyPr wrap="square" numCol="1" rtlCol="0">
            <a:spAutoFit/>
          </a:bodyPr>
          <a:lstStyle/>
          <a:p>
            <a:pPr marL="571500"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既存データ・既存モデルを用いて，説明性評価の枠組みを整理</a:t>
            </a:r>
            <a:endParaRPr kumimoji="1" lang="en-US" altLang="ja-JP" sz="3600" dirty="0">
              <a:latin typeface="Source Han Sans JP" panose="020B0600070205080204" charset="-128"/>
              <a:ea typeface="Source Han Sans JP" panose="020B0600070205080204" charset="-128"/>
            </a:endParaRPr>
          </a:p>
          <a:p>
            <a:pPr marL="571500"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→まずは</a:t>
            </a:r>
            <a:r>
              <a:rPr kumimoji="1" lang="en-US" altLang="ja-JP" sz="3600" dirty="0" err="1">
                <a:latin typeface="Source Han Sans JP" panose="020B0600070205080204" charset="-128"/>
                <a:ea typeface="Source Han Sans JP" panose="020B0600070205080204" charset="-128"/>
              </a:rPr>
              <a:t>AlexNet</a:t>
            </a:r>
            <a:r>
              <a:rPr kumimoji="1" lang="ja-JP" altLang="en-US" sz="3600" dirty="0">
                <a:latin typeface="Source Han Sans JP" panose="020B0600070205080204" charset="-128"/>
                <a:ea typeface="Source Han Sans JP" panose="020B0600070205080204" charset="-128"/>
              </a:rPr>
              <a:t>に対する</a:t>
            </a:r>
            <a:r>
              <a:rPr kumimoji="1" lang="en-US" altLang="ja-JP" sz="3600" dirty="0">
                <a:latin typeface="Source Han Sans JP" panose="020B0600070205080204" charset="-128"/>
                <a:ea typeface="Source Han Sans JP" panose="020B0600070205080204" charset="-128"/>
              </a:rPr>
              <a:t>Grad-CAM</a:t>
            </a:r>
            <a:r>
              <a:rPr kumimoji="1" lang="ja-JP" altLang="en-US" sz="3600" dirty="0">
                <a:latin typeface="Source Han Sans JP" panose="020B0600070205080204" charset="-128"/>
                <a:ea typeface="Source Han Sans JP" panose="020B0600070205080204" charset="-128"/>
              </a:rPr>
              <a:t>と簡単なマスク実験を試す</a:t>
            </a:r>
            <a:endParaRPr kumimoji="1" lang="en-US" altLang="ja-JP" sz="3600" dirty="0">
              <a:latin typeface="Source Han Sans JP" panose="020B0600070205080204" charset="-128"/>
              <a:ea typeface="Source Han Sans JP" panose="020B0600070205080204" charset="-128"/>
            </a:endParaRPr>
          </a:p>
          <a:p>
            <a:pPr marL="1028700" lvl="1" indent="-571500">
              <a:buFont typeface="Wingdings" panose="05000000000000000000" pitchFamily="2" charset="2"/>
              <a:buChar char="p"/>
            </a:pPr>
            <a:r>
              <a:rPr kumimoji="1" lang="en-US" altLang="ja-JP" sz="3600" dirty="0">
                <a:latin typeface="Source Han Sans JP" panose="020B0600070205080204" charset="-128"/>
                <a:ea typeface="Source Han Sans JP" panose="020B0600070205080204" charset="-128"/>
              </a:rPr>
              <a:t>Grad-CAM</a:t>
            </a:r>
          </a:p>
          <a:p>
            <a:pPr marL="1028700" lvl="1" indent="-571500">
              <a:buFont typeface="Wingdings" panose="05000000000000000000" pitchFamily="2" charset="2"/>
              <a:buChar char="p"/>
            </a:pPr>
            <a:r>
              <a:rPr kumimoji="1" lang="en-US" altLang="ja-JP" sz="3600" dirty="0">
                <a:latin typeface="Source Han Sans JP" panose="020B0600070205080204" charset="-128"/>
                <a:ea typeface="Source Han Sans JP" panose="020B0600070205080204" charset="-128"/>
              </a:rPr>
              <a:t>ONB overlap score</a:t>
            </a:r>
          </a:p>
          <a:p>
            <a:pPr marL="1028700" lvl="1" indent="-571500">
              <a:buFont typeface="Wingdings" panose="05000000000000000000" pitchFamily="2" charset="2"/>
              <a:buChar char="p"/>
            </a:pPr>
            <a:r>
              <a:rPr kumimoji="1" lang="en-US" altLang="ja-JP" sz="3600" dirty="0">
                <a:latin typeface="Source Han Sans JP" panose="020B0600070205080204" charset="-128"/>
                <a:ea typeface="Source Han Sans JP" panose="020B0600070205080204" charset="-128"/>
              </a:rPr>
              <a:t>SNR stability</a:t>
            </a:r>
          </a:p>
          <a:p>
            <a:pPr marL="1028700" lvl="1"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↑などから各モデルに使う手法を決める</a:t>
            </a:r>
            <a:endParaRPr kumimoji="1" lang="en-US" altLang="ja-JP" sz="3600" dirty="0">
              <a:latin typeface="Source Han Sans JP" panose="020B0600070205080204" charset="-128"/>
              <a:ea typeface="Source Han Sans JP" panose="020B0600070205080204" charset="-128"/>
            </a:endParaRPr>
          </a:p>
          <a:p>
            <a:pPr marL="571500"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次の段階で，</a:t>
            </a:r>
            <a:r>
              <a:rPr kumimoji="1" lang="en-US" altLang="ja-JP" sz="3600" dirty="0">
                <a:latin typeface="Source Han Sans JP" panose="020B0600070205080204" charset="-128"/>
                <a:ea typeface="Source Han Sans JP" panose="020B0600070205080204" charset="-128"/>
              </a:rPr>
              <a:t>Conformer</a:t>
            </a:r>
            <a:r>
              <a:rPr kumimoji="1" lang="ja-JP" altLang="en-US" sz="3600" dirty="0">
                <a:latin typeface="Source Han Sans JP" panose="020B0600070205080204" charset="-128"/>
                <a:ea typeface="Source Han Sans JP" panose="020B0600070205080204" charset="-128"/>
              </a:rPr>
              <a:t>やランダムフォレストなどに広げる．</a:t>
            </a:r>
            <a:endParaRPr kumimoji="1" lang="en-US" altLang="ja-JP" sz="3600" dirty="0">
              <a:latin typeface="Source Han Sans JP" panose="020B0600070205080204" charset="-128"/>
              <a:ea typeface="Source Han Sans JP" panose="020B0600070205080204" charset="-128"/>
            </a:endParaRPr>
          </a:p>
          <a:p>
            <a:pPr marL="571500" indent="-571500">
              <a:buFont typeface="Wingdings" panose="05000000000000000000" pitchFamily="2" charset="2"/>
              <a:buChar char="p"/>
            </a:pPr>
            <a:endParaRPr kumimoji="1" lang="en-US" altLang="ja-JP" sz="3600" dirty="0">
              <a:latin typeface="Source Han Sans JP" panose="020B0600070205080204" charset="-128"/>
              <a:ea typeface="Source Han Sans JP" panose="020B0600070205080204" charset="-128"/>
            </a:endParaRPr>
          </a:p>
          <a:p>
            <a:pPr marL="571500"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実験を行う．</a:t>
            </a:r>
            <a:endParaRPr kumimoji="1" lang="en-US" altLang="ja-JP" sz="3600" dirty="0">
              <a:latin typeface="Source Han Sans JP" panose="020B0600070205080204" charset="-128"/>
              <a:ea typeface="Source Han Sans JP" panose="020B0600070205080204" charset="-128"/>
            </a:endParaRPr>
          </a:p>
          <a:p>
            <a:pPr marL="1028700" lvl="1"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どんな条件が良さそうかはまだ分からないので，そこらへんも吟味</a:t>
            </a:r>
            <a:endParaRPr kumimoji="1" lang="en-US" altLang="ja-JP" sz="3600" dirty="0">
              <a:latin typeface="Source Han Sans JP" panose="020B0600070205080204" charset="-128"/>
              <a:ea typeface="Source Han Sans JP" panose="020B0600070205080204" charset="-128"/>
            </a:endParaRPr>
          </a:p>
        </p:txBody>
      </p:sp>
      <p:grpSp>
        <p:nvGrpSpPr>
          <p:cNvPr id="26" name="グループ化 25">
            <a:extLst>
              <a:ext uri="{FF2B5EF4-FFF2-40B4-BE49-F238E27FC236}">
                <a16:creationId xmlns:a16="http://schemas.microsoft.com/office/drawing/2014/main" id="{24B73251-394E-F9FA-1376-0910EFF0CDB6}"/>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4B3E8B38-7288-DEAF-5449-AE73AD47B9F4}"/>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4FB6FD6-DF03-2203-ED4A-758701784FA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3" name="直線コネクタ 32">
              <a:extLst>
                <a:ext uri="{FF2B5EF4-FFF2-40B4-BE49-F238E27FC236}">
                  <a16:creationId xmlns:a16="http://schemas.microsoft.com/office/drawing/2014/main" id="{3B74DE1B-AD52-CD8E-68C2-155F4DC62B7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4" name="フローチャート: 論理積ゲート 33">
              <a:extLst>
                <a:ext uri="{FF2B5EF4-FFF2-40B4-BE49-F238E27FC236}">
                  <a16:creationId xmlns:a16="http://schemas.microsoft.com/office/drawing/2014/main" id="{2EF2506D-88F4-10C9-44BA-25FC791DC3F6}"/>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Group 3">
            <a:extLst>
              <a:ext uri="{FF2B5EF4-FFF2-40B4-BE49-F238E27FC236}">
                <a16:creationId xmlns:a16="http://schemas.microsoft.com/office/drawing/2014/main" id="{477764D0-6289-B815-30D3-823363CD1F84}"/>
              </a:ext>
            </a:extLst>
          </p:cNvPr>
          <p:cNvGrpSpPr/>
          <p:nvPr/>
        </p:nvGrpSpPr>
        <p:grpSpPr>
          <a:xfrm>
            <a:off x="1371600" y="1069258"/>
            <a:ext cx="16064988" cy="125708"/>
            <a:chOff x="0" y="0"/>
            <a:chExt cx="22021800" cy="190500"/>
          </a:xfrm>
        </p:grpSpPr>
        <p:grpSp>
          <p:nvGrpSpPr>
            <p:cNvPr id="41" name="Group 4">
              <a:extLst>
                <a:ext uri="{FF2B5EF4-FFF2-40B4-BE49-F238E27FC236}">
                  <a16:creationId xmlns:a16="http://schemas.microsoft.com/office/drawing/2014/main" id="{8CE45063-AA09-082B-D71E-7DBF273ADCBB}"/>
                </a:ext>
              </a:extLst>
            </p:cNvPr>
            <p:cNvGrpSpPr/>
            <p:nvPr/>
          </p:nvGrpSpPr>
          <p:grpSpPr>
            <a:xfrm>
              <a:off x="0" y="0"/>
              <a:ext cx="7340600" cy="190500"/>
              <a:chOff x="0" y="0"/>
              <a:chExt cx="1449995" cy="37630"/>
            </a:xfrm>
          </p:grpSpPr>
          <p:sp>
            <p:nvSpPr>
              <p:cNvPr id="49" name="Freeform 5">
                <a:extLst>
                  <a:ext uri="{FF2B5EF4-FFF2-40B4-BE49-F238E27FC236}">
                    <a16:creationId xmlns:a16="http://schemas.microsoft.com/office/drawing/2014/main" id="{6D303F48-30C1-138F-D8C0-57C8896A2F7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0" name="TextBox 6">
                <a:extLst>
                  <a:ext uri="{FF2B5EF4-FFF2-40B4-BE49-F238E27FC236}">
                    <a16:creationId xmlns:a16="http://schemas.microsoft.com/office/drawing/2014/main" id="{9C8BAA4F-F560-FC6A-C148-5B9D67A1A2F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42" name="Group 7">
              <a:extLst>
                <a:ext uri="{FF2B5EF4-FFF2-40B4-BE49-F238E27FC236}">
                  <a16:creationId xmlns:a16="http://schemas.microsoft.com/office/drawing/2014/main" id="{2319A97C-7880-46B8-824E-54C612599C86}"/>
                </a:ext>
              </a:extLst>
            </p:cNvPr>
            <p:cNvGrpSpPr/>
            <p:nvPr/>
          </p:nvGrpSpPr>
          <p:grpSpPr>
            <a:xfrm>
              <a:off x="7340600" y="0"/>
              <a:ext cx="7340600" cy="190500"/>
              <a:chOff x="0" y="0"/>
              <a:chExt cx="1449995" cy="37630"/>
            </a:xfrm>
          </p:grpSpPr>
          <p:sp>
            <p:nvSpPr>
              <p:cNvPr id="47" name="Freeform 8">
                <a:extLst>
                  <a:ext uri="{FF2B5EF4-FFF2-40B4-BE49-F238E27FC236}">
                    <a16:creationId xmlns:a16="http://schemas.microsoft.com/office/drawing/2014/main" id="{925578B3-D47A-49CC-88A9-F3A175401A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8" name="TextBox 9">
                <a:extLst>
                  <a:ext uri="{FF2B5EF4-FFF2-40B4-BE49-F238E27FC236}">
                    <a16:creationId xmlns:a16="http://schemas.microsoft.com/office/drawing/2014/main" id="{6F5DF3EF-9BB0-46C5-48D0-A5EA2880543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43" name="Group 10">
              <a:extLst>
                <a:ext uri="{FF2B5EF4-FFF2-40B4-BE49-F238E27FC236}">
                  <a16:creationId xmlns:a16="http://schemas.microsoft.com/office/drawing/2014/main" id="{68645CDF-2691-8630-B3FB-B53762F7AF75}"/>
                </a:ext>
              </a:extLst>
            </p:cNvPr>
            <p:cNvGrpSpPr/>
            <p:nvPr/>
          </p:nvGrpSpPr>
          <p:grpSpPr>
            <a:xfrm>
              <a:off x="14681200" y="0"/>
              <a:ext cx="7340600" cy="190500"/>
              <a:chOff x="0" y="0"/>
              <a:chExt cx="1449995" cy="37630"/>
            </a:xfrm>
          </p:grpSpPr>
          <p:sp>
            <p:nvSpPr>
              <p:cNvPr id="44" name="Freeform 11">
                <a:extLst>
                  <a:ext uri="{FF2B5EF4-FFF2-40B4-BE49-F238E27FC236}">
                    <a16:creationId xmlns:a16="http://schemas.microsoft.com/office/drawing/2014/main" id="{8671223A-A496-BA6C-3533-709C7E5B5FD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6" name="TextBox 12">
                <a:extLst>
                  <a:ext uri="{FF2B5EF4-FFF2-40B4-BE49-F238E27FC236}">
                    <a16:creationId xmlns:a16="http://schemas.microsoft.com/office/drawing/2014/main" id="{404B54D9-5CA4-9E6B-C061-1BBB719D21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 name="TextBox 24">
            <a:extLst>
              <a:ext uri="{FF2B5EF4-FFF2-40B4-BE49-F238E27FC236}">
                <a16:creationId xmlns:a16="http://schemas.microsoft.com/office/drawing/2014/main" id="{3D45409B-4B35-B8AF-0F59-9AD0EED04F74}"/>
              </a:ext>
            </a:extLst>
          </p:cNvPr>
          <p:cNvSpPr txBox="1"/>
          <p:nvPr/>
        </p:nvSpPr>
        <p:spPr>
          <a:xfrm>
            <a:off x="1806795" y="305043"/>
            <a:ext cx="93184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次の発表までに行うこと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52" name="グループ化 51">
            <a:extLst>
              <a:ext uri="{FF2B5EF4-FFF2-40B4-BE49-F238E27FC236}">
                <a16:creationId xmlns:a16="http://schemas.microsoft.com/office/drawing/2014/main" id="{EF7BE932-03F4-C269-B483-DC799B50ECC3}"/>
              </a:ext>
            </a:extLst>
          </p:cNvPr>
          <p:cNvGrpSpPr/>
          <p:nvPr/>
        </p:nvGrpSpPr>
        <p:grpSpPr>
          <a:xfrm>
            <a:off x="1688182" y="1594485"/>
            <a:ext cx="8639037" cy="552410"/>
            <a:chOff x="1535808" y="1451163"/>
            <a:chExt cx="8639037" cy="552410"/>
          </a:xfrm>
        </p:grpSpPr>
        <p:sp>
          <p:nvSpPr>
            <p:cNvPr id="53" name="TextBox 26">
              <a:extLst>
                <a:ext uri="{FF2B5EF4-FFF2-40B4-BE49-F238E27FC236}">
                  <a16:creationId xmlns:a16="http://schemas.microsoft.com/office/drawing/2014/main" id="{47A57A5E-4F1F-CA33-C365-E96F361D5AE3}"/>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説明性評価指標の整理など</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54" name="Freeform 5">
              <a:extLst>
                <a:ext uri="{FF2B5EF4-FFF2-40B4-BE49-F238E27FC236}">
                  <a16:creationId xmlns:a16="http://schemas.microsoft.com/office/drawing/2014/main" id="{3EBA7E20-C53A-9DEB-C8C0-3AADB6862FD3}"/>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Tree>
    <p:extLst>
      <p:ext uri="{BB962C8B-B14F-4D97-AF65-F5344CB8AC3E}">
        <p14:creationId xmlns:p14="http://schemas.microsoft.com/office/powerpoint/2010/main" val="485867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3616325" y="4662203"/>
            <a:ext cx="11033125" cy="962594"/>
          </a:xfrm>
          <a:prstGeom prst="rect">
            <a:avLst/>
          </a:prstGeom>
        </p:spPr>
        <p:txBody>
          <a:bodyPr wrap="square" lIns="0" tIns="0" rIns="0" bIns="0" rtlCol="0" anchor="t">
            <a:spAutoFit/>
          </a:bodyPr>
          <a:lstStyle/>
          <a:p>
            <a:pPr algn="ctr">
              <a:lnSpc>
                <a:spcPts val="7840"/>
              </a:lnSpc>
              <a:spcBef>
                <a:spcPct val="0"/>
              </a:spcBef>
            </a:pPr>
            <a:r>
              <a:rPr lang="en-US" sz="5600" dirty="0" err="1">
                <a:solidFill>
                  <a:srgbClr val="406D6C"/>
                </a:solidFill>
                <a:latin typeface="Source Han Sans JP Medium"/>
                <a:ea typeface="Source Han Sans JP Medium"/>
                <a:cs typeface="Source Han Sans JP Medium"/>
                <a:sym typeface="Source Han Sans JP Medium"/>
              </a:rPr>
              <a:t>ご静聴ありがとうございました</a:t>
            </a:r>
            <a:endParaRPr lang="en-US" sz="5600" dirty="0">
              <a:solidFill>
                <a:srgbClr val="406D6C"/>
              </a:solidFill>
              <a:latin typeface="Source Han Sans JP Medium"/>
              <a:ea typeface="Source Han Sans JP Medium"/>
              <a:cs typeface="Source Han Sans JP Medium"/>
              <a:sym typeface="Source Han Sans JP Medium"/>
            </a:endParaRPr>
          </a:p>
        </p:txBody>
      </p:sp>
      <p:sp>
        <p:nvSpPr>
          <p:cNvPr id="3" name="スライド番号プレースホルダー 28">
            <a:extLst>
              <a:ext uri="{FF2B5EF4-FFF2-40B4-BE49-F238E27FC236}">
                <a16:creationId xmlns:a16="http://schemas.microsoft.com/office/drawing/2014/main" id="{61FDF457-3CF3-EA81-0FF0-A95B7FA2035D}"/>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15</a:t>
            </a:fld>
            <a:endParaRPr lang="en-US" sz="4800" dirty="0"/>
          </a:p>
        </p:txBody>
      </p:sp>
      <p:grpSp>
        <p:nvGrpSpPr>
          <p:cNvPr id="23" name="Group 3">
            <a:extLst>
              <a:ext uri="{FF2B5EF4-FFF2-40B4-BE49-F238E27FC236}">
                <a16:creationId xmlns:a16="http://schemas.microsoft.com/office/drawing/2014/main" id="{125F2A68-3508-B4D1-64E1-9BBB2BA01CB9}"/>
              </a:ext>
            </a:extLst>
          </p:cNvPr>
          <p:cNvGrpSpPr/>
          <p:nvPr/>
        </p:nvGrpSpPr>
        <p:grpSpPr>
          <a:xfrm>
            <a:off x="885825" y="495300"/>
            <a:ext cx="16516350" cy="142875"/>
            <a:chOff x="0" y="0"/>
            <a:chExt cx="22021800" cy="190500"/>
          </a:xfrm>
        </p:grpSpPr>
        <p:grpSp>
          <p:nvGrpSpPr>
            <p:cNvPr id="24" name="Group 4">
              <a:extLst>
                <a:ext uri="{FF2B5EF4-FFF2-40B4-BE49-F238E27FC236}">
                  <a16:creationId xmlns:a16="http://schemas.microsoft.com/office/drawing/2014/main" id="{39ACCBAB-8805-0F80-C654-05FF7FCBB844}"/>
                </a:ext>
              </a:extLst>
            </p:cNvPr>
            <p:cNvGrpSpPr/>
            <p:nvPr/>
          </p:nvGrpSpPr>
          <p:grpSpPr>
            <a:xfrm>
              <a:off x="0" y="0"/>
              <a:ext cx="7340600" cy="190500"/>
              <a:chOff x="0" y="0"/>
              <a:chExt cx="1449995" cy="37630"/>
            </a:xfrm>
          </p:grpSpPr>
          <p:sp>
            <p:nvSpPr>
              <p:cNvPr id="31" name="Freeform 5">
                <a:extLst>
                  <a:ext uri="{FF2B5EF4-FFF2-40B4-BE49-F238E27FC236}">
                    <a16:creationId xmlns:a16="http://schemas.microsoft.com/office/drawing/2014/main" id="{19367E87-80AA-0315-2AEF-F83AD40FABC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2" name="TextBox 6">
                <a:extLst>
                  <a:ext uri="{FF2B5EF4-FFF2-40B4-BE49-F238E27FC236}">
                    <a16:creationId xmlns:a16="http://schemas.microsoft.com/office/drawing/2014/main" id="{5DA59552-1D32-5DDA-0985-0322181B05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5" name="Group 7">
              <a:extLst>
                <a:ext uri="{FF2B5EF4-FFF2-40B4-BE49-F238E27FC236}">
                  <a16:creationId xmlns:a16="http://schemas.microsoft.com/office/drawing/2014/main" id="{3075E4BE-B05B-7BBE-944A-F1FF5A06A833}"/>
                </a:ext>
              </a:extLst>
            </p:cNvPr>
            <p:cNvGrpSpPr/>
            <p:nvPr/>
          </p:nvGrpSpPr>
          <p:grpSpPr>
            <a:xfrm>
              <a:off x="7340600" y="0"/>
              <a:ext cx="7340600" cy="190500"/>
              <a:chOff x="0" y="0"/>
              <a:chExt cx="1449995" cy="37630"/>
            </a:xfrm>
          </p:grpSpPr>
          <p:sp>
            <p:nvSpPr>
              <p:cNvPr id="29" name="Freeform 8">
                <a:extLst>
                  <a:ext uri="{FF2B5EF4-FFF2-40B4-BE49-F238E27FC236}">
                    <a16:creationId xmlns:a16="http://schemas.microsoft.com/office/drawing/2014/main" id="{5720AD2E-283F-72F5-1727-CEF191780A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30" name="TextBox 9">
                <a:extLst>
                  <a:ext uri="{FF2B5EF4-FFF2-40B4-BE49-F238E27FC236}">
                    <a16:creationId xmlns:a16="http://schemas.microsoft.com/office/drawing/2014/main" id="{CF52C029-69BE-A892-0E77-96C01077CD1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6" name="Group 10">
              <a:extLst>
                <a:ext uri="{FF2B5EF4-FFF2-40B4-BE49-F238E27FC236}">
                  <a16:creationId xmlns:a16="http://schemas.microsoft.com/office/drawing/2014/main" id="{C363E5FA-EE8F-BC30-58B9-3CF682E9BE1D}"/>
                </a:ext>
              </a:extLst>
            </p:cNvPr>
            <p:cNvGrpSpPr/>
            <p:nvPr/>
          </p:nvGrpSpPr>
          <p:grpSpPr>
            <a:xfrm>
              <a:off x="14681200" y="0"/>
              <a:ext cx="7340600" cy="190500"/>
              <a:chOff x="0" y="0"/>
              <a:chExt cx="1449995" cy="37630"/>
            </a:xfrm>
          </p:grpSpPr>
          <p:sp>
            <p:nvSpPr>
              <p:cNvPr id="27" name="Freeform 11">
                <a:extLst>
                  <a:ext uri="{FF2B5EF4-FFF2-40B4-BE49-F238E27FC236}">
                    <a16:creationId xmlns:a16="http://schemas.microsoft.com/office/drawing/2014/main" id="{C8E47E51-A143-D37A-5BA7-C91E83FEE8D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8" name="TextBox 12">
                <a:extLst>
                  <a:ext uri="{FF2B5EF4-FFF2-40B4-BE49-F238E27FC236}">
                    <a16:creationId xmlns:a16="http://schemas.microsoft.com/office/drawing/2014/main" id="{64006B03-4CCF-2636-F72B-5743104ACF3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33" name="Group 21">
            <a:extLst>
              <a:ext uri="{FF2B5EF4-FFF2-40B4-BE49-F238E27FC236}">
                <a16:creationId xmlns:a16="http://schemas.microsoft.com/office/drawing/2014/main" id="{C46BAF31-C059-EEE1-F23D-75335FFE2407}"/>
              </a:ext>
            </a:extLst>
          </p:cNvPr>
          <p:cNvGrpSpPr/>
          <p:nvPr/>
        </p:nvGrpSpPr>
        <p:grpSpPr>
          <a:xfrm>
            <a:off x="885825" y="9645596"/>
            <a:ext cx="16516350" cy="142875"/>
            <a:chOff x="0" y="0"/>
            <a:chExt cx="22021800" cy="190500"/>
          </a:xfrm>
        </p:grpSpPr>
        <p:grpSp>
          <p:nvGrpSpPr>
            <p:cNvPr id="34" name="Group 22">
              <a:extLst>
                <a:ext uri="{FF2B5EF4-FFF2-40B4-BE49-F238E27FC236}">
                  <a16:creationId xmlns:a16="http://schemas.microsoft.com/office/drawing/2014/main" id="{56ED337B-7CCF-6F17-75C9-956E0DE736E9}"/>
                </a:ext>
              </a:extLst>
            </p:cNvPr>
            <p:cNvGrpSpPr/>
            <p:nvPr/>
          </p:nvGrpSpPr>
          <p:grpSpPr>
            <a:xfrm>
              <a:off x="0" y="0"/>
              <a:ext cx="7340600" cy="190500"/>
              <a:chOff x="0" y="0"/>
              <a:chExt cx="1449995" cy="37630"/>
            </a:xfrm>
          </p:grpSpPr>
          <p:sp>
            <p:nvSpPr>
              <p:cNvPr id="41" name="Freeform 23">
                <a:extLst>
                  <a:ext uri="{FF2B5EF4-FFF2-40B4-BE49-F238E27FC236}">
                    <a16:creationId xmlns:a16="http://schemas.microsoft.com/office/drawing/2014/main" id="{6A7668EA-09DA-4BF2-4EBA-C78BCBCBDFB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24">
                <a:extLst>
                  <a:ext uri="{FF2B5EF4-FFF2-40B4-BE49-F238E27FC236}">
                    <a16:creationId xmlns:a16="http://schemas.microsoft.com/office/drawing/2014/main" id="{EF96F8DF-CE0F-34AD-4B07-0829FE7F41E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35" name="Group 25">
              <a:extLst>
                <a:ext uri="{FF2B5EF4-FFF2-40B4-BE49-F238E27FC236}">
                  <a16:creationId xmlns:a16="http://schemas.microsoft.com/office/drawing/2014/main" id="{0BDB3816-82A0-3A64-4182-4A171357BF6A}"/>
                </a:ext>
              </a:extLst>
            </p:cNvPr>
            <p:cNvGrpSpPr/>
            <p:nvPr/>
          </p:nvGrpSpPr>
          <p:grpSpPr>
            <a:xfrm>
              <a:off x="7340600" y="0"/>
              <a:ext cx="7340600" cy="190500"/>
              <a:chOff x="0" y="0"/>
              <a:chExt cx="1449995" cy="37630"/>
            </a:xfrm>
          </p:grpSpPr>
          <p:sp>
            <p:nvSpPr>
              <p:cNvPr id="39" name="Freeform 26">
                <a:extLst>
                  <a:ext uri="{FF2B5EF4-FFF2-40B4-BE49-F238E27FC236}">
                    <a16:creationId xmlns:a16="http://schemas.microsoft.com/office/drawing/2014/main" id="{12829585-9F66-9B9E-34E7-5445C118F69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27">
                <a:extLst>
                  <a:ext uri="{FF2B5EF4-FFF2-40B4-BE49-F238E27FC236}">
                    <a16:creationId xmlns:a16="http://schemas.microsoft.com/office/drawing/2014/main" id="{9830E5BC-ED4C-4B80-415B-6450130EF59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28">
              <a:extLst>
                <a:ext uri="{FF2B5EF4-FFF2-40B4-BE49-F238E27FC236}">
                  <a16:creationId xmlns:a16="http://schemas.microsoft.com/office/drawing/2014/main" id="{91430095-3280-907A-89CF-07EA8DD91BAA}"/>
                </a:ext>
              </a:extLst>
            </p:cNvPr>
            <p:cNvGrpSpPr/>
            <p:nvPr/>
          </p:nvGrpSpPr>
          <p:grpSpPr>
            <a:xfrm>
              <a:off x="14681200" y="0"/>
              <a:ext cx="7340600" cy="190500"/>
              <a:chOff x="0" y="0"/>
              <a:chExt cx="1449995" cy="37630"/>
            </a:xfrm>
          </p:grpSpPr>
          <p:sp>
            <p:nvSpPr>
              <p:cNvPr id="37" name="Freeform 29">
                <a:extLst>
                  <a:ext uri="{FF2B5EF4-FFF2-40B4-BE49-F238E27FC236}">
                    <a16:creationId xmlns:a16="http://schemas.microsoft.com/office/drawing/2014/main" id="{9E670BB8-2D6C-CD97-C69D-EEA92FC8DA4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30">
                <a:extLst>
                  <a:ext uri="{FF2B5EF4-FFF2-40B4-BE49-F238E27FC236}">
                    <a16:creationId xmlns:a16="http://schemas.microsoft.com/office/drawing/2014/main" id="{24B4E3B1-1957-9B91-3095-50BDD854D8F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482E6">
            <a:alpha val="94000"/>
          </a:srgbClr>
        </a:solidFill>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25190</TotalTime>
  <Words>1295</Words>
  <Application>Microsoft Office PowerPoint</Application>
  <PresentationFormat>ユーザー設定</PresentationFormat>
  <Paragraphs>233</Paragraphs>
  <Slides>15</Slides>
  <Notes>11</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15</vt:i4>
      </vt:variant>
    </vt:vector>
  </HeadingPairs>
  <TitlesOfParts>
    <vt:vector size="25" baseType="lpstr">
      <vt:lpstr>Source Han Sans JP Bold</vt:lpstr>
      <vt:lpstr>Calibri</vt:lpstr>
      <vt:lpstr>Source Han Sans JP Medium</vt:lpstr>
      <vt:lpstr>Arial</vt:lpstr>
      <vt:lpstr>游ゴシック</vt:lpstr>
      <vt:lpstr>Wingdings</vt:lpstr>
      <vt:lpstr>Century Gothic Paneuropean</vt:lpstr>
      <vt:lpstr>Now</vt:lpstr>
      <vt:lpstr>Source Han Sans JP</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5</cp:revision>
  <dcterms:created xsi:type="dcterms:W3CDTF">2006-08-16T00:00:00Z</dcterms:created>
  <dcterms:modified xsi:type="dcterms:W3CDTF">2026-06-17T02:35:10Z</dcterms:modified>
  <dc:identifier>DAGKJCfN4aw</dc:identifier>
</cp:coreProperties>
</file>
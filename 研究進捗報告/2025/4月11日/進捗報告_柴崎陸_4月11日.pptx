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99" r:id="rId3"/>
    <p:sldId id="363" r:id="rId4"/>
    <p:sldId id="353" r:id="rId5"/>
    <p:sldId id="362" r:id="rId6"/>
    <p:sldId id="364" r:id="rId7"/>
    <p:sldId id="366" r:id="rId8"/>
    <p:sldId id="365" r:id="rId9"/>
    <p:sldId id="345" r:id="rId10"/>
    <p:sldId id="352" r:id="rId11"/>
    <p:sldId id="350" r:id="rId12"/>
    <p:sldId id="359" r:id="rId13"/>
    <p:sldId id="298" r:id="rId14"/>
    <p:sldId id="342" r:id="rId15"/>
    <p:sldId id="343" r:id="rId16"/>
    <p:sldId id="302" r:id="rId17"/>
    <p:sldId id="344" r:id="rId18"/>
    <p:sldId id="303" r:id="rId19"/>
  </p:sldIdLst>
  <p:sldSz cx="18288000" cy="10287000"/>
  <p:notesSz cx="6858000" cy="9144000"/>
  <p:embeddedFontLst>
    <p:embeddedFont>
      <p:font typeface="Source Han Sans JP" panose="020B0600070205080204" charset="-128"/>
      <p:regular r:id="rId21"/>
    </p:embeddedFont>
    <p:embeddedFont>
      <p:font typeface="Source Han Sans JP Bold" panose="020B0600070205080204" charset="-128"/>
      <p:regular r:id="rId22"/>
    </p:embeddedFont>
    <p:embeddedFont>
      <p:font typeface="Source Han Sans JP Medium" panose="020B0600070205080204" charset="-128"/>
      <p:regular r:id="rId23"/>
    </p:embeddedFont>
    <p:embeddedFont>
      <p:font typeface="Meiryo UI" panose="020B0604030504040204" pitchFamily="50" charset="-128"/>
      <p:regular r:id="rId24"/>
      <p:bold r:id="rId25"/>
      <p:italic r:id="rId26"/>
      <p:boldItalic r:id="rId27"/>
    </p:embeddedFont>
    <p:embeddedFont>
      <p:font typeface="Now" panose="020B0600070205080204" charset="0"/>
      <p:regular r:id="rId28"/>
    </p:embeddedFont>
    <p:embeddedFont>
      <p:font typeface="游ゴシック" panose="020B0400000000000000" pitchFamily="50" charset="-128"/>
      <p:regular r:id="rId29"/>
      <p:bold r:id="rId30"/>
    </p:embeddedFont>
    <p:embeddedFont>
      <p:font typeface="游ゴシック Medium" panose="020B0500000000000000" pitchFamily="50" charset="-128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14FD809A-16E9-4A61-A3AB-0BA26E6F3F4C}">
          <p14:sldIdLst>
            <p14:sldId id="256"/>
            <p14:sldId id="299"/>
            <p14:sldId id="363"/>
            <p14:sldId id="353"/>
            <p14:sldId id="362"/>
            <p14:sldId id="364"/>
            <p14:sldId id="366"/>
            <p14:sldId id="365"/>
            <p14:sldId id="345"/>
          </p14:sldIdLst>
        </p14:section>
        <p14:section name="テンプレート" id="{8EC063C3-38F5-405D-BD10-6AC59FF97235}">
          <p14:sldIdLst>
            <p14:sldId id="352"/>
            <p14:sldId id="350"/>
            <p14:sldId id="359"/>
            <p14:sldId id="298"/>
            <p14:sldId id="342"/>
            <p14:sldId id="343"/>
            <p14:sldId id="302"/>
            <p14:sldId id="344"/>
            <p14:sldId id="3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1F1"/>
    <a:srgbClr val="5276F8"/>
    <a:srgbClr val="F79646"/>
    <a:srgbClr val="86B8B7"/>
    <a:srgbClr val="DBE9E8"/>
    <a:srgbClr val="C8DEDD"/>
    <a:srgbClr val="93BFBE"/>
    <a:srgbClr val="76AEAD"/>
    <a:srgbClr val="5DC77B"/>
    <a:srgbClr val="64A4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E3D692-EAE1-4F8A-8290-F975FCE79CAC}" v="77" dt="2025-04-10T16:48:42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80364" autoAdjust="0"/>
  </p:normalViewPr>
  <p:slideViewPr>
    <p:cSldViewPr>
      <p:cViewPr varScale="1">
        <p:scale>
          <a:sx n="49" d="100"/>
          <a:sy n="49" d="100"/>
        </p:scale>
        <p:origin x="340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9" d="100"/>
        <a:sy n="99" d="100"/>
      </p:scale>
      <p:origin x="0" y="0"/>
    </p:cViewPr>
  </p:notesTextViewPr>
  <p:sorterViewPr>
    <p:cViewPr>
      <p:scale>
        <a:sx n="100" d="100"/>
        <a:sy n="100" d="100"/>
      </p:scale>
      <p:origin x="0" y="-5370"/>
    </p:cViewPr>
  </p:sorterViewPr>
  <p:notesViewPr>
    <p:cSldViewPr>
      <p:cViewPr varScale="1">
        <p:scale>
          <a:sx n="56" d="100"/>
          <a:sy n="56" d="100"/>
        </p:scale>
        <p:origin x="25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bariku0623@icloud.com" userId="47b6e960b06a1f92" providerId="LiveId" clId="{A6E3D692-EAE1-4F8A-8290-F975FCE79CAC}"/>
    <pc:docChg chg="undo custSel addSld delSld modSld sldOrd modSection">
      <pc:chgData name="shibariku0623@icloud.com" userId="47b6e960b06a1f92" providerId="LiveId" clId="{A6E3D692-EAE1-4F8A-8290-F975FCE79CAC}" dt="2025-04-11T04:01:44.234" v="3313" actId="20577"/>
      <pc:docMkLst>
        <pc:docMk/>
      </pc:docMkLst>
      <pc:sldChg chg="addSp delSp modSp mod">
        <pc:chgData name="shibariku0623@icloud.com" userId="47b6e960b06a1f92" providerId="LiveId" clId="{A6E3D692-EAE1-4F8A-8290-F975FCE79CAC}" dt="2025-04-10T09:22:28.807" v="121" actId="20577"/>
        <pc:sldMkLst>
          <pc:docMk/>
          <pc:sldMk cId="0" sldId="256"/>
        </pc:sldMkLst>
        <pc:spChg chg="add del">
          <ac:chgData name="shibariku0623@icloud.com" userId="47b6e960b06a1f92" providerId="LiveId" clId="{A6E3D692-EAE1-4F8A-8290-F975FCE79CAC}" dt="2025-04-10T09:21:55.703" v="82" actId="478"/>
          <ac:spMkLst>
            <pc:docMk/>
            <pc:sldMk cId="0" sldId="256"/>
            <ac:spMk id="13" creationId="{9E46055B-DA28-1F66-CD59-78CAAB0910E0}"/>
          </ac:spMkLst>
        </pc:spChg>
        <pc:spChg chg="mod">
          <ac:chgData name="shibariku0623@icloud.com" userId="47b6e960b06a1f92" providerId="LiveId" clId="{A6E3D692-EAE1-4F8A-8290-F975FCE79CAC}" dt="2025-04-10T09:22:17.566" v="113" actId="2057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shibariku0623@icloud.com" userId="47b6e960b06a1f92" providerId="LiveId" clId="{A6E3D692-EAE1-4F8A-8290-F975FCE79CAC}" dt="2025-04-10T09:22:28.807" v="121" actId="20577"/>
          <ac:spMkLst>
            <pc:docMk/>
            <pc:sldMk cId="0" sldId="256"/>
            <ac:spMk id="20" creationId="{00000000-0000-0000-0000-000000000000}"/>
          </ac:spMkLst>
        </pc:spChg>
      </pc:sldChg>
      <pc:sldChg chg="modSp mod">
        <pc:chgData name="shibariku0623@icloud.com" userId="47b6e960b06a1f92" providerId="LiveId" clId="{A6E3D692-EAE1-4F8A-8290-F975FCE79CAC}" dt="2025-04-10T14:23:29.229" v="2296" actId="1076"/>
        <pc:sldMkLst>
          <pc:docMk/>
          <pc:sldMk cId="1242965381" sldId="299"/>
        </pc:sldMkLst>
        <pc:spChg chg="mod">
          <ac:chgData name="shibariku0623@icloud.com" userId="47b6e960b06a1f92" providerId="LiveId" clId="{A6E3D692-EAE1-4F8A-8290-F975FCE79CAC}" dt="2025-04-10T14:23:21.688" v="2292" actId="20577"/>
          <ac:spMkLst>
            <pc:docMk/>
            <pc:sldMk cId="1242965381" sldId="299"/>
            <ac:spMk id="515" creationId="{A243EAE5-356B-1894-75BE-66367ECE2D1E}"/>
          </ac:spMkLst>
        </pc:spChg>
        <pc:spChg chg="mod">
          <ac:chgData name="shibariku0623@icloud.com" userId="47b6e960b06a1f92" providerId="LiveId" clId="{A6E3D692-EAE1-4F8A-8290-F975FCE79CAC}" dt="2025-04-10T14:23:25.556" v="2295" actId="20577"/>
          <ac:spMkLst>
            <pc:docMk/>
            <pc:sldMk cId="1242965381" sldId="299"/>
            <ac:spMk id="516" creationId="{ED03FC3B-8BEB-F105-968D-F000DB9D8CCD}"/>
          </ac:spMkLst>
        </pc:spChg>
        <pc:grpChg chg="mod">
          <ac:chgData name="shibariku0623@icloud.com" userId="47b6e960b06a1f92" providerId="LiveId" clId="{A6E3D692-EAE1-4F8A-8290-F975FCE79CAC}" dt="2025-04-10T14:23:29.229" v="2296" actId="1076"/>
          <ac:grpSpMkLst>
            <pc:docMk/>
            <pc:sldMk cId="1242965381" sldId="299"/>
            <ac:grpSpMk id="514" creationId="{B62302C4-E809-FCAB-957F-A716CD8F0562}"/>
          </ac:grpSpMkLst>
        </pc:grpChg>
      </pc:sldChg>
      <pc:sldChg chg="addSp delSp modSp mod">
        <pc:chgData name="shibariku0623@icloud.com" userId="47b6e960b06a1f92" providerId="LiveId" clId="{A6E3D692-EAE1-4F8A-8290-F975FCE79CAC}" dt="2025-04-10T16:51:07.640" v="3303" actId="20577"/>
        <pc:sldMkLst>
          <pc:docMk/>
          <pc:sldMk cId="761964446" sldId="345"/>
        </pc:sldMkLst>
        <pc:spChg chg="mod">
          <ac:chgData name="shibariku0623@icloud.com" userId="47b6e960b06a1f92" providerId="LiveId" clId="{A6E3D692-EAE1-4F8A-8290-F975FCE79CAC}" dt="2025-04-10T13:38:06.496" v="1524" actId="1076"/>
          <ac:spMkLst>
            <pc:docMk/>
            <pc:sldMk cId="761964446" sldId="345"/>
            <ac:spMk id="4" creationId="{CED69314-6E5C-D99F-C791-7A0B1D5015E9}"/>
          </ac:spMkLst>
        </pc:spChg>
        <pc:spChg chg="del mod">
          <ac:chgData name="shibariku0623@icloud.com" userId="47b6e960b06a1f92" providerId="LiveId" clId="{A6E3D692-EAE1-4F8A-8290-F975FCE79CAC}" dt="2025-04-10T12:45:03.058" v="234" actId="478"/>
          <ac:spMkLst>
            <pc:docMk/>
            <pc:sldMk cId="761964446" sldId="345"/>
            <ac:spMk id="6" creationId="{DD79D3BB-80F7-8916-2E2E-20821B465AE0}"/>
          </ac:spMkLst>
        </pc:spChg>
        <pc:spChg chg="add del mod">
          <ac:chgData name="shibariku0623@icloud.com" userId="47b6e960b06a1f92" providerId="LiveId" clId="{A6E3D692-EAE1-4F8A-8290-F975FCE79CAC}" dt="2025-04-10T13:25:26.741" v="1286" actId="478"/>
          <ac:spMkLst>
            <pc:docMk/>
            <pc:sldMk cId="761964446" sldId="345"/>
            <ac:spMk id="7" creationId="{0A502A16-EA57-4CA3-3592-BF7965F55723}"/>
          </ac:spMkLst>
        </pc:spChg>
        <pc:spChg chg="del mod">
          <ac:chgData name="shibariku0623@icloud.com" userId="47b6e960b06a1f92" providerId="LiveId" clId="{A6E3D692-EAE1-4F8A-8290-F975FCE79CAC}" dt="2025-04-10T12:45:05.200" v="237" actId="478"/>
          <ac:spMkLst>
            <pc:docMk/>
            <pc:sldMk cId="761964446" sldId="345"/>
            <ac:spMk id="8" creationId="{8F75FE00-4B22-9166-8C5B-54F7C0F5F6D7}"/>
          </ac:spMkLst>
        </pc:spChg>
        <pc:spChg chg="del mod">
          <ac:chgData name="shibariku0623@icloud.com" userId="47b6e960b06a1f92" providerId="LiveId" clId="{A6E3D692-EAE1-4F8A-8290-F975FCE79CAC}" dt="2025-04-10T12:45:03.901" v="235" actId="478"/>
          <ac:spMkLst>
            <pc:docMk/>
            <pc:sldMk cId="761964446" sldId="345"/>
            <ac:spMk id="9" creationId="{C45674A9-C2DD-7C0B-F502-396B59ECCEB3}"/>
          </ac:spMkLst>
        </pc:spChg>
        <pc:spChg chg="del mod">
          <ac:chgData name="shibariku0623@icloud.com" userId="47b6e960b06a1f92" providerId="LiveId" clId="{A6E3D692-EAE1-4F8A-8290-F975FCE79CAC}" dt="2025-04-10T12:45:04.739" v="236" actId="478"/>
          <ac:spMkLst>
            <pc:docMk/>
            <pc:sldMk cId="761964446" sldId="345"/>
            <ac:spMk id="26" creationId="{19D6C7A6-E3D6-7DFD-469F-CF570BB12E9C}"/>
          </ac:spMkLst>
        </pc:spChg>
        <pc:spChg chg="del mod">
          <ac:chgData name="shibariku0623@icloud.com" userId="47b6e960b06a1f92" providerId="LiveId" clId="{A6E3D692-EAE1-4F8A-8290-F975FCE79CAC}" dt="2025-04-10T12:45:05.614" v="238" actId="478"/>
          <ac:spMkLst>
            <pc:docMk/>
            <pc:sldMk cId="761964446" sldId="345"/>
            <ac:spMk id="27" creationId="{569873D6-F47A-88D4-9773-6154E12E757C}"/>
          </ac:spMkLst>
        </pc:spChg>
        <pc:spChg chg="add del mod">
          <ac:chgData name="shibariku0623@icloud.com" userId="47b6e960b06a1f92" providerId="LiveId" clId="{A6E3D692-EAE1-4F8A-8290-F975FCE79CAC}" dt="2025-04-10T13:25:26.741" v="1286" actId="478"/>
          <ac:spMkLst>
            <pc:docMk/>
            <pc:sldMk cId="761964446" sldId="345"/>
            <ac:spMk id="28" creationId="{06972BD3-A3E0-970F-C762-D7C5A091CA67}"/>
          </ac:spMkLst>
        </pc:spChg>
        <pc:spChg chg="add del mod">
          <ac:chgData name="shibariku0623@icloud.com" userId="47b6e960b06a1f92" providerId="LiveId" clId="{A6E3D692-EAE1-4F8A-8290-F975FCE79CAC}" dt="2025-04-10T13:25:26.741" v="1286" actId="478"/>
          <ac:spMkLst>
            <pc:docMk/>
            <pc:sldMk cId="761964446" sldId="345"/>
            <ac:spMk id="29" creationId="{F6F7D7ED-10D9-7DBF-D7E0-AC408513D697}"/>
          </ac:spMkLst>
        </pc:spChg>
        <pc:spChg chg="del">
          <ac:chgData name="shibariku0623@icloud.com" userId="47b6e960b06a1f92" providerId="LiveId" clId="{A6E3D692-EAE1-4F8A-8290-F975FCE79CAC}" dt="2025-04-10T12:44:13.133" v="170" actId="478"/>
          <ac:spMkLst>
            <pc:docMk/>
            <pc:sldMk cId="761964446" sldId="345"/>
            <ac:spMk id="30" creationId="{CAAA4376-A0C6-3789-97E3-1184C68C6A30}"/>
          </ac:spMkLst>
        </pc:spChg>
        <pc:spChg chg="del">
          <ac:chgData name="shibariku0623@icloud.com" userId="47b6e960b06a1f92" providerId="LiveId" clId="{A6E3D692-EAE1-4F8A-8290-F975FCE79CAC}" dt="2025-04-10T12:44:09.611" v="168" actId="478"/>
          <ac:spMkLst>
            <pc:docMk/>
            <pc:sldMk cId="761964446" sldId="345"/>
            <ac:spMk id="31" creationId="{3CE984FA-D24D-187F-1D2F-EA2D59E4B47E}"/>
          </ac:spMkLst>
        </pc:spChg>
        <pc:spChg chg="add del mod">
          <ac:chgData name="shibariku0623@icloud.com" userId="47b6e960b06a1f92" providerId="LiveId" clId="{A6E3D692-EAE1-4F8A-8290-F975FCE79CAC}" dt="2025-04-10T13:25:26.741" v="1286" actId="478"/>
          <ac:spMkLst>
            <pc:docMk/>
            <pc:sldMk cId="761964446" sldId="345"/>
            <ac:spMk id="38" creationId="{B336D4A5-0471-95EB-CA75-5F1105A6EEB1}"/>
          </ac:spMkLst>
        </pc:spChg>
        <pc:spChg chg="del">
          <ac:chgData name="shibariku0623@icloud.com" userId="47b6e960b06a1f92" providerId="LiveId" clId="{A6E3D692-EAE1-4F8A-8290-F975FCE79CAC}" dt="2025-04-10T12:44:07.232" v="167" actId="478"/>
          <ac:spMkLst>
            <pc:docMk/>
            <pc:sldMk cId="761964446" sldId="345"/>
            <ac:spMk id="39" creationId="{96184B92-EC6C-508E-0E92-B48F9A0DEEE5}"/>
          </ac:spMkLst>
        </pc:spChg>
        <pc:spChg chg="del">
          <ac:chgData name="shibariku0623@icloud.com" userId="47b6e960b06a1f92" providerId="LiveId" clId="{A6E3D692-EAE1-4F8A-8290-F975FCE79CAC}" dt="2025-04-10T12:44:11.244" v="169" actId="478"/>
          <ac:spMkLst>
            <pc:docMk/>
            <pc:sldMk cId="761964446" sldId="345"/>
            <ac:spMk id="40" creationId="{C46357B3-5D0E-71E9-3793-974947C347DC}"/>
          </ac:spMkLst>
        </pc:spChg>
        <pc:spChg chg="add del mod">
          <ac:chgData name="shibariku0623@icloud.com" userId="47b6e960b06a1f92" providerId="LiveId" clId="{A6E3D692-EAE1-4F8A-8290-F975FCE79CAC}" dt="2025-04-10T13:25:26.741" v="1286" actId="478"/>
          <ac:spMkLst>
            <pc:docMk/>
            <pc:sldMk cId="761964446" sldId="345"/>
            <ac:spMk id="41" creationId="{616A36BE-FF3B-740B-1403-BDFB89D28FE3}"/>
          </ac:spMkLst>
        </pc:spChg>
        <pc:spChg chg="add del mod">
          <ac:chgData name="shibariku0623@icloud.com" userId="47b6e960b06a1f92" providerId="LiveId" clId="{A6E3D692-EAE1-4F8A-8290-F975FCE79CAC}" dt="2025-04-10T13:25:26.741" v="1286" actId="478"/>
          <ac:spMkLst>
            <pc:docMk/>
            <pc:sldMk cId="761964446" sldId="345"/>
            <ac:spMk id="42" creationId="{DEA97BFB-5568-BA91-D881-82DF695FD4D9}"/>
          </ac:spMkLst>
        </pc:spChg>
        <pc:spChg chg="add mod">
          <ac:chgData name="shibariku0623@icloud.com" userId="47b6e960b06a1f92" providerId="LiveId" clId="{A6E3D692-EAE1-4F8A-8290-F975FCE79CAC}" dt="2025-04-10T13:01:54.998" v="703"/>
          <ac:spMkLst>
            <pc:docMk/>
            <pc:sldMk cId="761964446" sldId="345"/>
            <ac:spMk id="43" creationId="{2F79915E-A69E-660B-4284-94F062DB54DC}"/>
          </ac:spMkLst>
        </pc:spChg>
        <pc:spChg chg="add del mod">
          <ac:chgData name="shibariku0623@icloud.com" userId="47b6e960b06a1f92" providerId="LiveId" clId="{A6E3D692-EAE1-4F8A-8290-F975FCE79CAC}" dt="2025-04-10T13:25:26.741" v="1286" actId="478"/>
          <ac:spMkLst>
            <pc:docMk/>
            <pc:sldMk cId="761964446" sldId="345"/>
            <ac:spMk id="44" creationId="{6743561C-37D7-ED51-C5D4-6EDAA000A290}"/>
          </ac:spMkLst>
        </pc:spChg>
        <pc:spChg chg="add del mod">
          <ac:chgData name="shibariku0623@icloud.com" userId="47b6e960b06a1f92" providerId="LiveId" clId="{A6E3D692-EAE1-4F8A-8290-F975FCE79CAC}" dt="2025-04-10T13:25:26.741" v="1286" actId="478"/>
          <ac:spMkLst>
            <pc:docMk/>
            <pc:sldMk cId="761964446" sldId="345"/>
            <ac:spMk id="45" creationId="{AC96B551-F318-9DA4-A531-93AF791E34C3}"/>
          </ac:spMkLst>
        </pc:spChg>
        <pc:spChg chg="add mod">
          <ac:chgData name="shibariku0623@icloud.com" userId="47b6e960b06a1f92" providerId="LiveId" clId="{A6E3D692-EAE1-4F8A-8290-F975FCE79CAC}" dt="2025-04-10T13:37:29.296" v="1519" actId="20577"/>
          <ac:spMkLst>
            <pc:docMk/>
            <pc:sldMk cId="761964446" sldId="345"/>
            <ac:spMk id="46" creationId="{951803F5-EC90-EC35-59D3-589C48EB2B8E}"/>
          </ac:spMkLst>
        </pc:spChg>
        <pc:spChg chg="add mod">
          <ac:chgData name="shibariku0623@icloud.com" userId="47b6e960b06a1f92" providerId="LiveId" clId="{A6E3D692-EAE1-4F8A-8290-F975FCE79CAC}" dt="2025-04-10T16:51:00.543" v="3298" actId="20577"/>
          <ac:spMkLst>
            <pc:docMk/>
            <pc:sldMk cId="761964446" sldId="345"/>
            <ac:spMk id="47" creationId="{7607518D-507C-07C4-578C-30FC47FCAD07}"/>
          </ac:spMkLst>
        </pc:spChg>
        <pc:spChg chg="add mod">
          <ac:chgData name="shibariku0623@icloud.com" userId="47b6e960b06a1f92" providerId="LiveId" clId="{A6E3D692-EAE1-4F8A-8290-F975FCE79CAC}" dt="2025-04-10T13:38:06.496" v="1524" actId="1076"/>
          <ac:spMkLst>
            <pc:docMk/>
            <pc:sldMk cId="761964446" sldId="345"/>
            <ac:spMk id="48" creationId="{5925079C-A3D2-1314-A80B-F9DB857AE7A4}"/>
          </ac:spMkLst>
        </pc:spChg>
        <pc:spChg chg="add mod">
          <ac:chgData name="shibariku0623@icloud.com" userId="47b6e960b06a1f92" providerId="LiveId" clId="{A6E3D692-EAE1-4F8A-8290-F975FCE79CAC}" dt="2025-04-10T13:38:06.496" v="1524" actId="1076"/>
          <ac:spMkLst>
            <pc:docMk/>
            <pc:sldMk cId="761964446" sldId="345"/>
            <ac:spMk id="49" creationId="{0B034D57-E1BA-C570-920A-B3CF0276F4EE}"/>
          </ac:spMkLst>
        </pc:spChg>
        <pc:spChg chg="add mod">
          <ac:chgData name="shibariku0623@icloud.com" userId="47b6e960b06a1f92" providerId="LiveId" clId="{A6E3D692-EAE1-4F8A-8290-F975FCE79CAC}" dt="2025-04-10T13:38:06.496" v="1524" actId="1076"/>
          <ac:spMkLst>
            <pc:docMk/>
            <pc:sldMk cId="761964446" sldId="345"/>
            <ac:spMk id="50" creationId="{FF232047-0DD0-325E-C43E-C53931E002D2}"/>
          </ac:spMkLst>
        </pc:spChg>
        <pc:spChg chg="add mod">
          <ac:chgData name="shibariku0623@icloud.com" userId="47b6e960b06a1f92" providerId="LiveId" clId="{A6E3D692-EAE1-4F8A-8290-F975FCE79CAC}" dt="2025-04-10T13:38:06.496" v="1524" actId="1076"/>
          <ac:spMkLst>
            <pc:docMk/>
            <pc:sldMk cId="761964446" sldId="345"/>
            <ac:spMk id="51" creationId="{D5A8678C-3663-692F-D544-6DBF90417BEE}"/>
          </ac:spMkLst>
        </pc:spChg>
        <pc:spChg chg="add mod">
          <ac:chgData name="shibariku0623@icloud.com" userId="47b6e960b06a1f92" providerId="LiveId" clId="{A6E3D692-EAE1-4F8A-8290-F975FCE79CAC}" dt="2025-04-10T13:38:06.496" v="1524" actId="1076"/>
          <ac:spMkLst>
            <pc:docMk/>
            <pc:sldMk cId="761964446" sldId="345"/>
            <ac:spMk id="52" creationId="{8E440685-BCCB-F718-68EF-9FA7ED6991B2}"/>
          </ac:spMkLst>
        </pc:spChg>
        <pc:spChg chg="add mod">
          <ac:chgData name="shibariku0623@icloud.com" userId="47b6e960b06a1f92" providerId="LiveId" clId="{A6E3D692-EAE1-4F8A-8290-F975FCE79CAC}" dt="2025-04-10T13:20:21.215" v="1272" actId="1076"/>
          <ac:spMkLst>
            <pc:docMk/>
            <pc:sldMk cId="761964446" sldId="345"/>
            <ac:spMk id="53" creationId="{441C1260-52CE-C0CD-A020-116428F9F0A8}"/>
          </ac:spMkLst>
        </pc:spChg>
        <pc:spChg chg="add del mod">
          <ac:chgData name="shibariku0623@icloud.com" userId="47b6e960b06a1f92" providerId="LiveId" clId="{A6E3D692-EAE1-4F8A-8290-F975FCE79CAC}" dt="2025-04-10T13:25:26.741" v="1286" actId="478"/>
          <ac:spMkLst>
            <pc:docMk/>
            <pc:sldMk cId="761964446" sldId="345"/>
            <ac:spMk id="54" creationId="{BA014D62-A10D-1613-7AAE-90109D5166AD}"/>
          </ac:spMkLst>
        </pc:spChg>
        <pc:spChg chg="add del mod">
          <ac:chgData name="shibariku0623@icloud.com" userId="47b6e960b06a1f92" providerId="LiveId" clId="{A6E3D692-EAE1-4F8A-8290-F975FCE79CAC}" dt="2025-04-10T13:25:26.741" v="1286" actId="478"/>
          <ac:spMkLst>
            <pc:docMk/>
            <pc:sldMk cId="761964446" sldId="345"/>
            <ac:spMk id="55" creationId="{4ED588F6-BDEE-213F-0D6A-EB1745D334F2}"/>
          </ac:spMkLst>
        </pc:spChg>
        <pc:spChg chg="add mod">
          <ac:chgData name="shibariku0623@icloud.com" userId="47b6e960b06a1f92" providerId="LiveId" clId="{A6E3D692-EAE1-4F8A-8290-F975FCE79CAC}" dt="2025-04-10T13:38:06.496" v="1524" actId="1076"/>
          <ac:spMkLst>
            <pc:docMk/>
            <pc:sldMk cId="761964446" sldId="345"/>
            <ac:spMk id="56" creationId="{CF8BAFD6-8353-7912-B7D0-981F037DEC6F}"/>
          </ac:spMkLst>
        </pc:spChg>
        <pc:spChg chg="add mod">
          <ac:chgData name="shibariku0623@icloud.com" userId="47b6e960b06a1f92" providerId="LiveId" clId="{A6E3D692-EAE1-4F8A-8290-F975FCE79CAC}" dt="2025-04-10T13:33:28.834" v="1438" actId="1076"/>
          <ac:spMkLst>
            <pc:docMk/>
            <pc:sldMk cId="761964446" sldId="345"/>
            <ac:spMk id="57" creationId="{A50ABF9A-B8DC-B70A-A095-F2E1C1E3B357}"/>
          </ac:spMkLst>
        </pc:spChg>
        <pc:spChg chg="add mod">
          <ac:chgData name="shibariku0623@icloud.com" userId="47b6e960b06a1f92" providerId="LiveId" clId="{A6E3D692-EAE1-4F8A-8290-F975FCE79CAC}" dt="2025-04-10T13:37:48.596" v="1522" actId="1076"/>
          <ac:spMkLst>
            <pc:docMk/>
            <pc:sldMk cId="761964446" sldId="345"/>
            <ac:spMk id="58" creationId="{EA2A2CA1-1E8E-30DD-C03C-5453FF1F1711}"/>
          </ac:spMkLst>
        </pc:spChg>
        <pc:spChg chg="add del mod">
          <ac:chgData name="shibariku0623@icloud.com" userId="47b6e960b06a1f92" providerId="LiveId" clId="{A6E3D692-EAE1-4F8A-8290-F975FCE79CAC}" dt="2025-04-10T13:37:41.814" v="1520" actId="478"/>
          <ac:spMkLst>
            <pc:docMk/>
            <pc:sldMk cId="761964446" sldId="345"/>
            <ac:spMk id="59" creationId="{703FD7FF-5703-5E8A-44A1-926D337ECB8B}"/>
          </ac:spMkLst>
        </pc:spChg>
        <pc:spChg chg="add del mod">
          <ac:chgData name="shibariku0623@icloud.com" userId="47b6e960b06a1f92" providerId="LiveId" clId="{A6E3D692-EAE1-4F8A-8290-F975FCE79CAC}" dt="2025-04-10T13:37:41.814" v="1520" actId="478"/>
          <ac:spMkLst>
            <pc:docMk/>
            <pc:sldMk cId="761964446" sldId="345"/>
            <ac:spMk id="60" creationId="{EAE5C105-AE35-BD8C-215A-0A7886EB911E}"/>
          </ac:spMkLst>
        </pc:spChg>
        <pc:spChg chg="add del mod">
          <ac:chgData name="shibariku0623@icloud.com" userId="47b6e960b06a1f92" providerId="LiveId" clId="{A6E3D692-EAE1-4F8A-8290-F975FCE79CAC}" dt="2025-04-10T13:37:41.814" v="1520" actId="478"/>
          <ac:spMkLst>
            <pc:docMk/>
            <pc:sldMk cId="761964446" sldId="345"/>
            <ac:spMk id="61" creationId="{92543731-69D0-559B-4218-34E69D392FBA}"/>
          </ac:spMkLst>
        </pc:spChg>
        <pc:spChg chg="add mod">
          <ac:chgData name="shibariku0623@icloud.com" userId="47b6e960b06a1f92" providerId="LiveId" clId="{A6E3D692-EAE1-4F8A-8290-F975FCE79CAC}" dt="2025-04-10T13:38:06.496" v="1524" actId="1076"/>
          <ac:spMkLst>
            <pc:docMk/>
            <pc:sldMk cId="761964446" sldId="345"/>
            <ac:spMk id="62" creationId="{337B0EAC-3E72-754C-43C1-B6FE50699758}"/>
          </ac:spMkLst>
        </pc:spChg>
        <pc:spChg chg="add del mod">
          <ac:chgData name="shibariku0623@icloud.com" userId="47b6e960b06a1f92" providerId="LiveId" clId="{A6E3D692-EAE1-4F8A-8290-F975FCE79CAC}" dt="2025-04-10T13:30:52.923" v="1408" actId="478"/>
          <ac:spMkLst>
            <pc:docMk/>
            <pc:sldMk cId="761964446" sldId="345"/>
            <ac:spMk id="63" creationId="{8B5B7935-77B7-62CF-FF9F-274906D3883C}"/>
          </ac:spMkLst>
        </pc:spChg>
        <pc:spChg chg="add mod">
          <ac:chgData name="shibariku0623@icloud.com" userId="47b6e960b06a1f92" providerId="LiveId" clId="{A6E3D692-EAE1-4F8A-8290-F975FCE79CAC}" dt="2025-04-10T16:51:07.640" v="3303" actId="20577"/>
          <ac:spMkLst>
            <pc:docMk/>
            <pc:sldMk cId="761964446" sldId="345"/>
            <ac:spMk id="64" creationId="{7FD6CC0C-B025-53C1-1D20-33E9AB37F20A}"/>
          </ac:spMkLst>
        </pc:spChg>
        <pc:spChg chg="add mod ord">
          <ac:chgData name="shibariku0623@icloud.com" userId="47b6e960b06a1f92" providerId="LiveId" clId="{A6E3D692-EAE1-4F8A-8290-F975FCE79CAC}" dt="2025-04-10T16:50:57.642" v="3293" actId="20577"/>
          <ac:spMkLst>
            <pc:docMk/>
            <pc:sldMk cId="761964446" sldId="345"/>
            <ac:spMk id="74" creationId="{1602FFF9-E65F-6166-78B1-07B686D26BA6}"/>
          </ac:spMkLst>
        </pc:spChg>
        <pc:grpChg chg="del">
          <ac:chgData name="shibariku0623@icloud.com" userId="47b6e960b06a1f92" providerId="LiveId" clId="{A6E3D692-EAE1-4F8A-8290-F975FCE79CAC}" dt="2025-04-10T12:44:04.270" v="166" actId="478"/>
          <ac:grpSpMkLst>
            <pc:docMk/>
            <pc:sldMk cId="761964446" sldId="345"/>
            <ac:grpSpMk id="36" creationId="{1FA9E08E-F9D0-2657-BD04-6E9EC8B14DEF}"/>
          </ac:grpSpMkLst>
        </pc:grpChg>
        <pc:grpChg chg="del">
          <ac:chgData name="shibariku0623@icloud.com" userId="47b6e960b06a1f92" providerId="LiveId" clId="{A6E3D692-EAE1-4F8A-8290-F975FCE79CAC}" dt="2025-04-10T12:44:01.591" v="165" actId="478"/>
          <ac:grpSpMkLst>
            <pc:docMk/>
            <pc:sldMk cId="761964446" sldId="345"/>
            <ac:grpSpMk id="37" creationId="{351CF2B0-F27F-5464-969D-51E962AD3E3D}"/>
          </ac:grpSpMkLst>
        </pc:grpChg>
        <pc:graphicFrameChg chg="add del mod modGraphic">
          <ac:chgData name="shibariku0623@icloud.com" userId="47b6e960b06a1f92" providerId="LiveId" clId="{A6E3D692-EAE1-4F8A-8290-F975FCE79CAC}" dt="2025-04-10T13:37:53.891" v="1523" actId="1076"/>
          <ac:graphicFrameMkLst>
            <pc:docMk/>
            <pc:sldMk cId="761964446" sldId="345"/>
            <ac:graphicFrameMk id="3" creationId="{0BAFD11F-3F10-483E-AB62-E981D12E431D}"/>
          </ac:graphicFrameMkLst>
        </pc:graphicFrameChg>
        <pc:cxnChg chg="add mod">
          <ac:chgData name="shibariku0623@icloud.com" userId="47b6e960b06a1f92" providerId="LiveId" clId="{A6E3D692-EAE1-4F8A-8290-F975FCE79CAC}" dt="2025-04-10T13:32:02.711" v="1429" actId="14100"/>
          <ac:cxnSpMkLst>
            <pc:docMk/>
            <pc:sldMk cId="761964446" sldId="345"/>
            <ac:cxnSpMk id="66" creationId="{598EDCB1-FFF3-5A52-A644-55976191A447}"/>
          </ac:cxnSpMkLst>
        </pc:cxnChg>
        <pc:cxnChg chg="add mod">
          <ac:chgData name="shibariku0623@icloud.com" userId="47b6e960b06a1f92" providerId="LiveId" clId="{A6E3D692-EAE1-4F8A-8290-F975FCE79CAC}" dt="2025-04-10T13:33:33.041" v="1439" actId="14100"/>
          <ac:cxnSpMkLst>
            <pc:docMk/>
            <pc:sldMk cId="761964446" sldId="345"/>
            <ac:cxnSpMk id="68" creationId="{E37EE498-64D0-7E1D-0F26-5D015B8EDBFD}"/>
          </ac:cxnSpMkLst>
        </pc:cxnChg>
        <pc:cxnChg chg="add mod">
          <ac:chgData name="shibariku0623@icloud.com" userId="47b6e960b06a1f92" providerId="LiveId" clId="{A6E3D692-EAE1-4F8A-8290-F975FCE79CAC}" dt="2025-04-10T13:33:40.496" v="1440" actId="14100"/>
          <ac:cxnSpMkLst>
            <pc:docMk/>
            <pc:sldMk cId="761964446" sldId="345"/>
            <ac:cxnSpMk id="70" creationId="{632C3475-130B-6B0C-082A-60E65AE118AA}"/>
          </ac:cxnSpMkLst>
        </pc:cxnChg>
        <pc:cxnChg chg="add mod">
          <ac:chgData name="shibariku0623@icloud.com" userId="47b6e960b06a1f92" providerId="LiveId" clId="{A6E3D692-EAE1-4F8A-8290-F975FCE79CAC}" dt="2025-04-10T13:36:04.150" v="1489" actId="1076"/>
          <ac:cxnSpMkLst>
            <pc:docMk/>
            <pc:sldMk cId="761964446" sldId="345"/>
            <ac:cxnSpMk id="75" creationId="{20BAED29-BFAC-F152-6E4B-899CE76EBB00}"/>
          </ac:cxnSpMkLst>
        </pc:cxnChg>
        <pc:cxnChg chg="add mod">
          <ac:chgData name="shibariku0623@icloud.com" userId="47b6e960b06a1f92" providerId="LiveId" clId="{A6E3D692-EAE1-4F8A-8290-F975FCE79CAC}" dt="2025-04-10T13:37:05.811" v="1496" actId="14100"/>
          <ac:cxnSpMkLst>
            <pc:docMk/>
            <pc:sldMk cId="761964446" sldId="345"/>
            <ac:cxnSpMk id="76" creationId="{843A9429-66BF-D880-EEF1-2A18E562DA6A}"/>
          </ac:cxnSpMkLst>
        </pc:cxnChg>
      </pc:sldChg>
      <pc:sldChg chg="addSp delSp modSp mod">
        <pc:chgData name="shibariku0623@icloud.com" userId="47b6e960b06a1f92" providerId="LiveId" clId="{A6E3D692-EAE1-4F8A-8290-F975FCE79CAC}" dt="2025-04-11T04:01:44.234" v="3313" actId="20577"/>
        <pc:sldMkLst>
          <pc:docMk/>
          <pc:sldMk cId="1839823296" sldId="353"/>
        </pc:sldMkLst>
        <pc:spChg chg="mod">
          <ac:chgData name="shibariku0623@icloud.com" userId="47b6e960b06a1f92" providerId="LiveId" clId="{A6E3D692-EAE1-4F8A-8290-F975FCE79CAC}" dt="2025-04-11T04:01:44.234" v="3313" actId="20577"/>
          <ac:spMkLst>
            <pc:docMk/>
            <pc:sldMk cId="1839823296" sldId="353"/>
            <ac:spMk id="3" creationId="{2E8FD745-6583-A4E2-96D5-550D9CD753F2}"/>
          </ac:spMkLst>
        </pc:spChg>
        <pc:spChg chg="mod">
          <ac:chgData name="shibariku0623@icloud.com" userId="47b6e960b06a1f92" providerId="LiveId" clId="{A6E3D692-EAE1-4F8A-8290-F975FCE79CAC}" dt="2025-04-10T13:50:12.695" v="1684" actId="20577"/>
          <ac:spMkLst>
            <pc:docMk/>
            <pc:sldMk cId="1839823296" sldId="353"/>
            <ac:spMk id="6" creationId="{E311FAEE-AB94-4E3D-1AFC-2C9B9A01D308}"/>
          </ac:spMkLst>
        </pc:spChg>
        <pc:spChg chg="mod">
          <ac:chgData name="shibariku0623@icloud.com" userId="47b6e960b06a1f92" providerId="LiveId" clId="{A6E3D692-EAE1-4F8A-8290-F975FCE79CAC}" dt="2025-04-10T13:49:00.021" v="1629"/>
          <ac:spMkLst>
            <pc:docMk/>
            <pc:sldMk cId="1839823296" sldId="353"/>
            <ac:spMk id="7" creationId="{B58CC05B-71AC-FE09-D13B-DC86EA05BBF2}"/>
          </ac:spMkLst>
        </pc:spChg>
        <pc:spChg chg="mod">
          <ac:chgData name="shibariku0623@icloud.com" userId="47b6e960b06a1f92" providerId="LiveId" clId="{A6E3D692-EAE1-4F8A-8290-F975FCE79CAC}" dt="2025-04-10T13:48:36.111" v="1571" actId="20577"/>
          <ac:spMkLst>
            <pc:docMk/>
            <pc:sldMk cId="1839823296" sldId="353"/>
            <ac:spMk id="9" creationId="{9AEA600C-7DC7-491F-2610-794663655BEF}"/>
          </ac:spMkLst>
        </pc:spChg>
        <pc:spChg chg="mod">
          <ac:chgData name="shibariku0623@icloud.com" userId="47b6e960b06a1f92" providerId="LiveId" clId="{A6E3D692-EAE1-4F8A-8290-F975FCE79CAC}" dt="2025-04-10T13:58:01.619" v="2151" actId="20577"/>
          <ac:spMkLst>
            <pc:docMk/>
            <pc:sldMk cId="1839823296" sldId="353"/>
            <ac:spMk id="27" creationId="{9BA32C65-E2AB-29BE-89FF-84943B5F1B94}"/>
          </ac:spMkLst>
        </pc:spChg>
        <pc:spChg chg="add mod">
          <ac:chgData name="shibariku0623@icloud.com" userId="47b6e960b06a1f92" providerId="LiveId" clId="{A6E3D692-EAE1-4F8A-8290-F975FCE79CAC}" dt="2025-04-10T13:59:31.176" v="2243" actId="14100"/>
          <ac:spMkLst>
            <pc:docMk/>
            <pc:sldMk cId="1839823296" sldId="353"/>
            <ac:spMk id="28" creationId="{D502CFFD-27A8-F873-0B94-FA9EBE9CC899}"/>
          </ac:spMkLst>
        </pc:spChg>
        <pc:spChg chg="del">
          <ac:chgData name="shibariku0623@icloud.com" userId="47b6e960b06a1f92" providerId="LiveId" clId="{A6E3D692-EAE1-4F8A-8290-F975FCE79CAC}" dt="2025-04-10T13:51:05.550" v="1685" actId="478"/>
          <ac:spMkLst>
            <pc:docMk/>
            <pc:sldMk cId="1839823296" sldId="353"/>
            <ac:spMk id="29" creationId="{7D6250E1-4234-5829-2BED-A233DBEE4B18}"/>
          </ac:spMkLst>
        </pc:spChg>
        <pc:spChg chg="mod">
          <ac:chgData name="shibariku0623@icloud.com" userId="47b6e960b06a1f92" providerId="LiveId" clId="{A6E3D692-EAE1-4F8A-8290-F975FCE79CAC}" dt="2025-04-10T13:48:56.116" v="1628" actId="20577"/>
          <ac:spMkLst>
            <pc:docMk/>
            <pc:sldMk cId="1839823296" sldId="353"/>
            <ac:spMk id="31" creationId="{1748A553-7691-7BB2-FAE7-DE23A26395F0}"/>
          </ac:spMkLst>
        </pc:spChg>
        <pc:spChg chg="del">
          <ac:chgData name="shibariku0623@icloud.com" userId="47b6e960b06a1f92" providerId="LiveId" clId="{A6E3D692-EAE1-4F8A-8290-F975FCE79CAC}" dt="2025-04-10T13:54:19.077" v="1816" actId="478"/>
          <ac:spMkLst>
            <pc:docMk/>
            <pc:sldMk cId="1839823296" sldId="353"/>
            <ac:spMk id="33" creationId="{2290DD55-5868-8A71-4438-C87EF6FB3036}"/>
          </ac:spMkLst>
        </pc:spChg>
        <pc:spChg chg="del">
          <ac:chgData name="shibariku0623@icloud.com" userId="47b6e960b06a1f92" providerId="LiveId" clId="{A6E3D692-EAE1-4F8A-8290-F975FCE79CAC}" dt="2025-04-10T13:51:06.841" v="1686" actId="478"/>
          <ac:spMkLst>
            <pc:docMk/>
            <pc:sldMk cId="1839823296" sldId="353"/>
            <ac:spMk id="34" creationId="{C46BDFA9-E811-6F15-5241-C1D9BDDA46E3}"/>
          </ac:spMkLst>
        </pc:spChg>
        <pc:spChg chg="del">
          <ac:chgData name="shibariku0623@icloud.com" userId="47b6e960b06a1f92" providerId="LiveId" clId="{A6E3D692-EAE1-4F8A-8290-F975FCE79CAC}" dt="2025-04-10T13:54:16.571" v="1815" actId="478"/>
          <ac:spMkLst>
            <pc:docMk/>
            <pc:sldMk cId="1839823296" sldId="353"/>
            <ac:spMk id="35" creationId="{CF4B3684-5CC8-016C-ACCF-A2281BFE663A}"/>
          </ac:spMkLst>
        </pc:spChg>
        <pc:spChg chg="mod">
          <ac:chgData name="shibariku0623@icloud.com" userId="47b6e960b06a1f92" providerId="LiveId" clId="{A6E3D692-EAE1-4F8A-8290-F975FCE79CAC}" dt="2025-04-10T13:48:48.231" v="1599" actId="20577"/>
          <ac:spMkLst>
            <pc:docMk/>
            <pc:sldMk cId="1839823296" sldId="353"/>
            <ac:spMk id="37" creationId="{A66FE43E-0D02-30E3-C5AC-FAE445B7A941}"/>
          </ac:spMkLst>
        </pc:spChg>
        <pc:spChg chg="add mod">
          <ac:chgData name="shibariku0623@icloud.com" userId="47b6e960b06a1f92" providerId="LiveId" clId="{A6E3D692-EAE1-4F8A-8290-F975FCE79CAC}" dt="2025-04-11T04:01:21.929" v="3311" actId="20577"/>
          <ac:spMkLst>
            <pc:docMk/>
            <pc:sldMk cId="1839823296" sldId="353"/>
            <ac:spMk id="40" creationId="{7BC38CCD-28CC-A403-7729-A14C5D4999EA}"/>
          </ac:spMkLst>
        </pc:spChg>
        <pc:spChg chg="del mod">
          <ac:chgData name="shibariku0623@icloud.com" userId="47b6e960b06a1f92" providerId="LiveId" clId="{A6E3D692-EAE1-4F8A-8290-F975FCE79CAC}" dt="2025-04-10T13:49:07.337" v="1632" actId="478"/>
          <ac:spMkLst>
            <pc:docMk/>
            <pc:sldMk cId="1839823296" sldId="353"/>
            <ac:spMk id="41" creationId="{EFD7DA9D-A1C5-E58E-24EC-DE88E7D637FE}"/>
          </ac:spMkLst>
        </pc:spChg>
        <pc:spChg chg="del mod">
          <ac:chgData name="shibariku0623@icloud.com" userId="47b6e960b06a1f92" providerId="LiveId" clId="{A6E3D692-EAE1-4F8A-8290-F975FCE79CAC}" dt="2025-04-10T13:54:23.975" v="1818" actId="478"/>
          <ac:spMkLst>
            <pc:docMk/>
            <pc:sldMk cId="1839823296" sldId="353"/>
            <ac:spMk id="42" creationId="{55F3C078-4010-EED2-4A08-9F4AD53B9BAB}"/>
          </ac:spMkLst>
        </pc:spChg>
        <pc:spChg chg="add mod">
          <ac:chgData name="shibariku0623@icloud.com" userId="47b6e960b06a1f92" providerId="LiveId" clId="{A6E3D692-EAE1-4F8A-8290-F975FCE79CAC}" dt="2025-04-10T13:58:22.528" v="2222" actId="20577"/>
          <ac:spMkLst>
            <pc:docMk/>
            <pc:sldMk cId="1839823296" sldId="353"/>
            <ac:spMk id="43" creationId="{77B12F78-EED1-3708-C43D-4CB27F77606E}"/>
          </ac:spMkLst>
        </pc:spChg>
        <pc:grpChg chg="add mod">
          <ac:chgData name="shibariku0623@icloud.com" userId="47b6e960b06a1f92" providerId="LiveId" clId="{A6E3D692-EAE1-4F8A-8290-F975FCE79CAC}" dt="2025-04-10T13:49:18.150" v="1634" actId="1076"/>
          <ac:grpSpMkLst>
            <pc:docMk/>
            <pc:sldMk cId="1839823296" sldId="353"/>
            <ac:grpSpMk id="5" creationId="{B2DFC845-2E60-69DC-8C00-C84F3C41C5ED}"/>
          </ac:grpSpMkLst>
        </pc:grpChg>
        <pc:picChg chg="del">
          <ac:chgData name="shibariku0623@icloud.com" userId="47b6e960b06a1f92" providerId="LiveId" clId="{A6E3D692-EAE1-4F8A-8290-F975FCE79CAC}" dt="2025-04-10T12:23:25.854" v="164" actId="478"/>
          <ac:picMkLst>
            <pc:docMk/>
            <pc:sldMk cId="1839823296" sldId="353"/>
            <ac:picMk id="4" creationId="{5F056377-98C0-F647-35AE-818CBE60B0BE}"/>
          </ac:picMkLst>
        </pc:picChg>
        <pc:picChg chg="del mod">
          <ac:chgData name="shibariku0623@icloud.com" userId="47b6e960b06a1f92" providerId="LiveId" clId="{A6E3D692-EAE1-4F8A-8290-F975FCE79CAC}" dt="2025-04-10T12:23:24.209" v="163" actId="478"/>
          <ac:picMkLst>
            <pc:docMk/>
            <pc:sldMk cId="1839823296" sldId="353"/>
            <ac:picMk id="39" creationId="{8DCDB9DF-84CA-4F74-8996-879D8BF7CA6D}"/>
          </ac:picMkLst>
        </pc:picChg>
      </pc:sldChg>
      <pc:sldChg chg="del">
        <pc:chgData name="shibariku0623@icloud.com" userId="47b6e960b06a1f92" providerId="LiveId" clId="{A6E3D692-EAE1-4F8A-8290-F975FCE79CAC}" dt="2025-04-10T13:39:04.423" v="1537" actId="47"/>
        <pc:sldMkLst>
          <pc:docMk/>
          <pc:sldMk cId="427512372" sldId="354"/>
        </pc:sldMkLst>
      </pc:sldChg>
      <pc:sldChg chg="add del">
        <pc:chgData name="shibariku0623@icloud.com" userId="47b6e960b06a1f92" providerId="LiveId" clId="{A6E3D692-EAE1-4F8A-8290-F975FCE79CAC}" dt="2025-04-10T09:22:08.611" v="88" actId="47"/>
        <pc:sldMkLst>
          <pc:docMk/>
          <pc:sldMk cId="1149079620" sldId="356"/>
        </pc:sldMkLst>
      </pc:sldChg>
      <pc:sldChg chg="add del">
        <pc:chgData name="shibariku0623@icloud.com" userId="47b6e960b06a1f92" providerId="LiveId" clId="{A6E3D692-EAE1-4F8A-8290-F975FCE79CAC}" dt="2025-04-10T09:22:09.559" v="89" actId="47"/>
        <pc:sldMkLst>
          <pc:docMk/>
          <pc:sldMk cId="1607868842" sldId="357"/>
        </pc:sldMkLst>
      </pc:sldChg>
      <pc:sldChg chg="add del">
        <pc:chgData name="shibariku0623@icloud.com" userId="47b6e960b06a1f92" providerId="LiveId" clId="{A6E3D692-EAE1-4F8A-8290-F975FCE79CAC}" dt="2025-04-10T09:22:10.527" v="90" actId="47"/>
        <pc:sldMkLst>
          <pc:docMk/>
          <pc:sldMk cId="3890046648" sldId="358"/>
        </pc:sldMkLst>
      </pc:sldChg>
      <pc:sldChg chg="modSp add del mod ord">
        <pc:chgData name="shibariku0623@icloud.com" userId="47b6e960b06a1f92" providerId="LiveId" clId="{A6E3D692-EAE1-4F8A-8290-F975FCE79CAC}" dt="2025-04-10T14:23:52.368" v="2298" actId="47"/>
        <pc:sldMkLst>
          <pc:docMk/>
          <pc:sldMk cId="1273198288" sldId="360"/>
        </pc:sldMkLst>
        <pc:spChg chg="mod">
          <ac:chgData name="shibariku0623@icloud.com" userId="47b6e960b06a1f92" providerId="LiveId" clId="{A6E3D692-EAE1-4F8A-8290-F975FCE79CAC}" dt="2025-04-10T13:38:26.501" v="1530" actId="20577"/>
          <ac:spMkLst>
            <pc:docMk/>
            <pc:sldMk cId="1273198288" sldId="360"/>
            <ac:spMk id="515" creationId="{F8798B1F-9B37-E8D2-E703-72C9F42BACA4}"/>
          </ac:spMkLst>
        </pc:spChg>
      </pc:sldChg>
      <pc:sldChg chg="modSp add del mod">
        <pc:chgData name="shibariku0623@icloud.com" userId="47b6e960b06a1f92" providerId="LiveId" clId="{A6E3D692-EAE1-4F8A-8290-F975FCE79CAC}" dt="2025-04-10T14:23:50.765" v="2297" actId="47"/>
        <pc:sldMkLst>
          <pc:docMk/>
          <pc:sldMk cId="182436501" sldId="361"/>
        </pc:sldMkLst>
        <pc:spChg chg="mod">
          <ac:chgData name="shibariku0623@icloud.com" userId="47b6e960b06a1f92" providerId="LiveId" clId="{A6E3D692-EAE1-4F8A-8290-F975FCE79CAC}" dt="2025-04-10T13:38:37.651" v="1536" actId="207"/>
          <ac:spMkLst>
            <pc:docMk/>
            <pc:sldMk cId="182436501" sldId="361"/>
            <ac:spMk id="515" creationId="{24D31586-0C65-D24A-03B9-061BE2593970}"/>
          </ac:spMkLst>
        </pc:spChg>
      </pc:sldChg>
      <pc:sldChg chg="addSp delSp modSp add mod">
        <pc:chgData name="shibariku0623@icloud.com" userId="47b6e960b06a1f92" providerId="LiveId" clId="{A6E3D692-EAE1-4F8A-8290-F975FCE79CAC}" dt="2025-04-11T04:01:04.693" v="3306" actId="1076"/>
        <pc:sldMkLst>
          <pc:docMk/>
          <pc:sldMk cId="3510252238" sldId="362"/>
        </pc:sldMkLst>
        <pc:spChg chg="mod">
          <ac:chgData name="shibariku0623@icloud.com" userId="47b6e960b06a1f92" providerId="LiveId" clId="{A6E3D692-EAE1-4F8A-8290-F975FCE79CAC}" dt="2025-04-10T14:50:53.517" v="2842" actId="20577"/>
          <ac:spMkLst>
            <pc:docMk/>
            <pc:sldMk cId="3510252238" sldId="362"/>
            <ac:spMk id="9" creationId="{5489BC4C-54C0-8958-4231-A35ED2AA6BA5}"/>
          </ac:spMkLst>
        </pc:spChg>
        <pc:spChg chg="del">
          <ac:chgData name="shibariku0623@icloud.com" userId="47b6e960b06a1f92" providerId="LiveId" clId="{A6E3D692-EAE1-4F8A-8290-F975FCE79CAC}" dt="2025-04-10T14:50:24.698" v="2716" actId="478"/>
          <ac:spMkLst>
            <pc:docMk/>
            <pc:sldMk cId="3510252238" sldId="362"/>
            <ac:spMk id="27" creationId="{71E717CE-311A-3AD6-F6ED-CFE53C5955ED}"/>
          </ac:spMkLst>
        </pc:spChg>
        <pc:spChg chg="del">
          <ac:chgData name="shibariku0623@icloud.com" userId="47b6e960b06a1f92" providerId="LiveId" clId="{A6E3D692-EAE1-4F8A-8290-F975FCE79CAC}" dt="2025-04-10T14:50:24.698" v="2716" actId="478"/>
          <ac:spMkLst>
            <pc:docMk/>
            <pc:sldMk cId="3510252238" sldId="362"/>
            <ac:spMk id="28" creationId="{4B58016C-5A5E-A5AE-1094-A87B7A2A9121}"/>
          </ac:spMkLst>
        </pc:spChg>
        <pc:spChg chg="add mod">
          <ac:chgData name="shibariku0623@icloud.com" userId="47b6e960b06a1f92" providerId="LiveId" clId="{A6E3D692-EAE1-4F8A-8290-F975FCE79CAC}" dt="2025-04-11T04:01:04.693" v="3306" actId="1076"/>
          <ac:spMkLst>
            <pc:docMk/>
            <pc:sldMk cId="3510252238" sldId="362"/>
            <ac:spMk id="33" creationId="{FE4644F9-A6E1-7C48-8F05-ACF558198AC3}"/>
          </ac:spMkLst>
        </pc:spChg>
        <pc:spChg chg="add mod">
          <ac:chgData name="shibariku0623@icloud.com" userId="47b6e960b06a1f92" providerId="LiveId" clId="{A6E3D692-EAE1-4F8A-8290-F975FCE79CAC}" dt="2025-04-10T16:42:23.390" v="2941" actId="14100"/>
          <ac:spMkLst>
            <pc:docMk/>
            <pc:sldMk cId="3510252238" sldId="362"/>
            <ac:spMk id="34" creationId="{11A9A54D-3ABD-B5AF-CD7C-C601E8984B31}"/>
          </ac:spMkLst>
        </pc:spChg>
        <pc:spChg chg="add del mod">
          <ac:chgData name="shibariku0623@icloud.com" userId="47b6e960b06a1f92" providerId="LiveId" clId="{A6E3D692-EAE1-4F8A-8290-F975FCE79CAC}" dt="2025-04-10T16:43:28.362" v="3010" actId="478"/>
          <ac:spMkLst>
            <pc:docMk/>
            <pc:sldMk cId="3510252238" sldId="362"/>
            <ac:spMk id="35" creationId="{8ACEDEFE-9BB2-099F-545C-AD6845C61F1B}"/>
          </ac:spMkLst>
        </pc:spChg>
        <pc:spChg chg="add mod">
          <ac:chgData name="shibariku0623@icloud.com" userId="47b6e960b06a1f92" providerId="LiveId" clId="{A6E3D692-EAE1-4F8A-8290-F975FCE79CAC}" dt="2025-04-10T16:46:02.531" v="3084" actId="20577"/>
          <ac:spMkLst>
            <pc:docMk/>
            <pc:sldMk cId="3510252238" sldId="362"/>
            <ac:spMk id="39" creationId="{84A7B50F-5F73-1A8C-D359-96475E999495}"/>
          </ac:spMkLst>
        </pc:spChg>
        <pc:spChg chg="del mod">
          <ac:chgData name="shibariku0623@icloud.com" userId="47b6e960b06a1f92" providerId="LiveId" clId="{A6E3D692-EAE1-4F8A-8290-F975FCE79CAC}" dt="2025-04-10T14:50:24.698" v="2716" actId="478"/>
          <ac:spMkLst>
            <pc:docMk/>
            <pc:sldMk cId="3510252238" sldId="362"/>
            <ac:spMk id="40" creationId="{D016FCD2-117D-F2EC-5B1C-A03685B7665A}"/>
          </ac:spMkLst>
        </pc:spChg>
        <pc:spChg chg="add mod">
          <ac:chgData name="shibariku0623@icloud.com" userId="47b6e960b06a1f92" providerId="LiveId" clId="{A6E3D692-EAE1-4F8A-8290-F975FCE79CAC}" dt="2025-04-10T16:50:45.344" v="3288" actId="1076"/>
          <ac:spMkLst>
            <pc:docMk/>
            <pc:sldMk cId="3510252238" sldId="362"/>
            <ac:spMk id="41" creationId="{E0A31E33-0730-F569-F295-22258BE35EE3}"/>
          </ac:spMkLst>
        </pc:spChg>
        <pc:spChg chg="add mod">
          <ac:chgData name="shibariku0623@icloud.com" userId="47b6e960b06a1f92" providerId="LiveId" clId="{A6E3D692-EAE1-4F8A-8290-F975FCE79CAC}" dt="2025-04-10T16:50:43.182" v="3287" actId="1076"/>
          <ac:spMkLst>
            <pc:docMk/>
            <pc:sldMk cId="3510252238" sldId="362"/>
            <ac:spMk id="42" creationId="{ECEBB277-3B0C-174E-84F8-964EEA079110}"/>
          </ac:spMkLst>
        </pc:spChg>
        <pc:spChg chg="del">
          <ac:chgData name="shibariku0623@icloud.com" userId="47b6e960b06a1f92" providerId="LiveId" clId="{A6E3D692-EAE1-4F8A-8290-F975FCE79CAC}" dt="2025-04-10T14:50:24.698" v="2716" actId="478"/>
          <ac:spMkLst>
            <pc:docMk/>
            <pc:sldMk cId="3510252238" sldId="362"/>
            <ac:spMk id="43" creationId="{23C288BA-EFBC-472C-BF5B-DF37A1456198}"/>
          </ac:spMkLst>
        </pc:spChg>
        <pc:grpChg chg="del">
          <ac:chgData name="shibariku0623@icloud.com" userId="47b6e960b06a1f92" providerId="LiveId" clId="{A6E3D692-EAE1-4F8A-8290-F975FCE79CAC}" dt="2025-04-10T14:50:24.698" v="2716" actId="478"/>
          <ac:grpSpMkLst>
            <pc:docMk/>
            <pc:sldMk cId="3510252238" sldId="362"/>
            <ac:grpSpMk id="5" creationId="{80D800AB-6F1B-F333-2017-B0EE324D22A8}"/>
          </ac:grpSpMkLst>
        </pc:grpChg>
        <pc:grpChg chg="mod">
          <ac:chgData name="shibariku0623@icloud.com" userId="47b6e960b06a1f92" providerId="LiveId" clId="{A6E3D692-EAE1-4F8A-8290-F975FCE79CAC}" dt="2025-04-10T14:51:01.700" v="2844" actId="1076"/>
          <ac:grpSpMkLst>
            <pc:docMk/>
            <pc:sldMk cId="3510252238" sldId="362"/>
            <ac:grpSpMk id="8" creationId="{2CF358E6-BE92-F117-1842-10019FC404D5}"/>
          </ac:grpSpMkLst>
        </pc:grpChg>
        <pc:grpChg chg="del">
          <ac:chgData name="shibariku0623@icloud.com" userId="47b6e960b06a1f92" providerId="LiveId" clId="{A6E3D692-EAE1-4F8A-8290-F975FCE79CAC}" dt="2025-04-10T14:50:24.698" v="2716" actId="478"/>
          <ac:grpSpMkLst>
            <pc:docMk/>
            <pc:sldMk cId="3510252238" sldId="362"/>
            <ac:grpSpMk id="30" creationId="{03FDEF6B-D011-3C9F-BBE5-4411434870FA}"/>
          </ac:grpSpMkLst>
        </pc:grpChg>
        <pc:grpChg chg="del mod">
          <ac:chgData name="shibariku0623@icloud.com" userId="47b6e960b06a1f92" providerId="LiveId" clId="{A6E3D692-EAE1-4F8A-8290-F975FCE79CAC}" dt="2025-04-10T14:50:24.698" v="2716" actId="478"/>
          <ac:grpSpMkLst>
            <pc:docMk/>
            <pc:sldMk cId="3510252238" sldId="362"/>
            <ac:grpSpMk id="36" creationId="{5ACE74A1-29EE-BF14-612F-D7AF233DE0F6}"/>
          </ac:grpSpMkLst>
        </pc:grpChg>
        <pc:picChg chg="add mod">
          <ac:chgData name="shibariku0623@icloud.com" userId="47b6e960b06a1f92" providerId="LiveId" clId="{A6E3D692-EAE1-4F8A-8290-F975FCE79CAC}" dt="2025-04-10T14:55:28.762" v="2918" actId="1076"/>
          <ac:picMkLst>
            <pc:docMk/>
            <pc:sldMk cId="3510252238" sldId="362"/>
            <ac:picMk id="29" creationId="{BCF73132-3C82-90E3-6C37-07E03B0EE1F9}"/>
          </ac:picMkLst>
        </pc:picChg>
      </pc:sldChg>
      <pc:sldChg chg="modSp add mod">
        <pc:chgData name="shibariku0623@icloud.com" userId="47b6e960b06a1f92" providerId="LiveId" clId="{A6E3D692-EAE1-4F8A-8290-F975FCE79CAC}" dt="2025-04-10T14:24:10.061" v="2306" actId="207"/>
        <pc:sldMkLst>
          <pc:docMk/>
          <pc:sldMk cId="1876139572" sldId="363"/>
        </pc:sldMkLst>
        <pc:spChg chg="mod">
          <ac:chgData name="shibariku0623@icloud.com" userId="47b6e960b06a1f92" providerId="LiveId" clId="{A6E3D692-EAE1-4F8A-8290-F975FCE79CAC}" dt="2025-04-10T14:24:10.061" v="2306" actId="207"/>
          <ac:spMkLst>
            <pc:docMk/>
            <pc:sldMk cId="1876139572" sldId="363"/>
            <ac:spMk id="515" creationId="{77965ED3-FCD5-D53B-8CC6-8E3475904A1A}"/>
          </ac:spMkLst>
        </pc:spChg>
      </pc:sldChg>
      <pc:sldChg chg="modSp add mod ord">
        <pc:chgData name="shibariku0623@icloud.com" userId="47b6e960b06a1f92" providerId="LiveId" clId="{A6E3D692-EAE1-4F8A-8290-F975FCE79CAC}" dt="2025-04-10T14:24:12.924" v="2308"/>
        <pc:sldMkLst>
          <pc:docMk/>
          <pc:sldMk cId="463064296" sldId="364"/>
        </pc:sldMkLst>
        <pc:spChg chg="mod">
          <ac:chgData name="shibariku0623@icloud.com" userId="47b6e960b06a1f92" providerId="LiveId" clId="{A6E3D692-EAE1-4F8A-8290-F975FCE79CAC}" dt="2025-04-10T14:24:06.186" v="2305" actId="207"/>
          <ac:spMkLst>
            <pc:docMk/>
            <pc:sldMk cId="463064296" sldId="364"/>
            <ac:spMk id="515" creationId="{A2EF368A-BB49-4E0D-9F97-38664BBF0162}"/>
          </ac:spMkLst>
        </pc:spChg>
      </pc:sldChg>
      <pc:sldChg chg="modSp add mod ord">
        <pc:chgData name="shibariku0623@icloud.com" userId="47b6e960b06a1f92" providerId="LiveId" clId="{A6E3D692-EAE1-4F8A-8290-F975FCE79CAC}" dt="2025-04-10T14:24:00.433" v="2304" actId="207"/>
        <pc:sldMkLst>
          <pc:docMk/>
          <pc:sldMk cId="998637387" sldId="365"/>
        </pc:sldMkLst>
        <pc:spChg chg="mod">
          <ac:chgData name="shibariku0623@icloud.com" userId="47b6e960b06a1f92" providerId="LiveId" clId="{A6E3D692-EAE1-4F8A-8290-F975FCE79CAC}" dt="2025-04-10T14:24:00.433" v="2304" actId="207"/>
          <ac:spMkLst>
            <pc:docMk/>
            <pc:sldMk cId="998637387" sldId="365"/>
            <ac:spMk id="515" creationId="{D38611A9-4281-9B81-79E4-39523846706A}"/>
          </ac:spMkLst>
        </pc:spChg>
      </pc:sldChg>
      <pc:sldChg chg="addSp delSp modSp add mod ord">
        <pc:chgData name="shibariku0623@icloud.com" userId="47b6e960b06a1f92" providerId="LiveId" clId="{A6E3D692-EAE1-4F8A-8290-F975FCE79CAC}" dt="2025-04-10T14:55:15.519" v="2916" actId="1076"/>
        <pc:sldMkLst>
          <pc:docMk/>
          <pc:sldMk cId="1299045984" sldId="366"/>
        </pc:sldMkLst>
        <pc:spChg chg="mod">
          <ac:chgData name="shibariku0623@icloud.com" userId="47b6e960b06a1f92" providerId="LiveId" clId="{A6E3D692-EAE1-4F8A-8290-F975FCE79CAC}" dt="2025-04-10T14:50:18.232" v="2715" actId="14100"/>
          <ac:spMkLst>
            <pc:docMk/>
            <pc:sldMk cId="1299045984" sldId="366"/>
            <ac:spMk id="3" creationId="{F9B90973-84F7-9267-4659-F0456BBAFDDA}"/>
          </ac:spMkLst>
        </pc:spChg>
        <pc:spChg chg="del">
          <ac:chgData name="shibariku0623@icloud.com" userId="47b6e960b06a1f92" providerId="LiveId" clId="{A6E3D692-EAE1-4F8A-8290-F975FCE79CAC}" dt="2025-04-10T14:25:19.112" v="2382" actId="478"/>
          <ac:spMkLst>
            <pc:docMk/>
            <pc:sldMk cId="1299045984" sldId="366"/>
            <ac:spMk id="27" creationId="{50BFA0B8-18D0-DFCF-64AC-B6749A595690}"/>
          </ac:spMkLst>
        </pc:spChg>
        <pc:spChg chg="del">
          <ac:chgData name="shibariku0623@icloud.com" userId="47b6e960b06a1f92" providerId="LiveId" clId="{A6E3D692-EAE1-4F8A-8290-F975FCE79CAC}" dt="2025-04-10T14:25:19.112" v="2382" actId="478"/>
          <ac:spMkLst>
            <pc:docMk/>
            <pc:sldMk cId="1299045984" sldId="366"/>
            <ac:spMk id="28" creationId="{50753E7D-30CF-0D93-87D3-D7DAC2B5894E}"/>
          </ac:spMkLst>
        </pc:spChg>
        <pc:spChg chg="del">
          <ac:chgData name="shibariku0623@icloud.com" userId="47b6e960b06a1f92" providerId="LiveId" clId="{A6E3D692-EAE1-4F8A-8290-F975FCE79CAC}" dt="2025-04-10T14:25:19.112" v="2382" actId="478"/>
          <ac:spMkLst>
            <pc:docMk/>
            <pc:sldMk cId="1299045984" sldId="366"/>
            <ac:spMk id="40" creationId="{14B340AC-D3BE-64CD-A1B8-5A9AB7258F1B}"/>
          </ac:spMkLst>
        </pc:spChg>
        <pc:spChg chg="del">
          <ac:chgData name="shibariku0623@icloud.com" userId="47b6e960b06a1f92" providerId="LiveId" clId="{A6E3D692-EAE1-4F8A-8290-F975FCE79CAC}" dt="2025-04-10T14:25:19.112" v="2382" actId="478"/>
          <ac:spMkLst>
            <pc:docMk/>
            <pc:sldMk cId="1299045984" sldId="366"/>
            <ac:spMk id="43" creationId="{DFA681F3-0387-5C02-FE1F-5A03A93B8CC7}"/>
          </ac:spMkLst>
        </pc:spChg>
        <pc:spChg chg="mod">
          <ac:chgData name="shibariku0623@icloud.com" userId="47b6e960b06a1f92" providerId="LiveId" clId="{A6E3D692-EAE1-4F8A-8290-F975FCE79CAC}" dt="2025-04-10T14:35:53.963" v="2425" actId="20577"/>
          <ac:spMkLst>
            <pc:docMk/>
            <pc:sldMk cId="1299045984" sldId="366"/>
            <ac:spMk id="45" creationId="{6F163A65-9541-7CFB-35B1-AFD13FAF7162}"/>
          </ac:spMkLst>
        </pc:spChg>
        <pc:spChg chg="mod">
          <ac:chgData name="shibariku0623@icloud.com" userId="47b6e960b06a1f92" providerId="LiveId" clId="{A6E3D692-EAE1-4F8A-8290-F975FCE79CAC}" dt="2025-04-10T14:35:45.869" v="2410"/>
          <ac:spMkLst>
            <pc:docMk/>
            <pc:sldMk cId="1299045984" sldId="366"/>
            <ac:spMk id="46" creationId="{F387CF2C-BA73-B982-26D3-8ADC63CB9144}"/>
          </ac:spMkLst>
        </pc:spChg>
        <pc:spChg chg="mod">
          <ac:chgData name="shibariku0623@icloud.com" userId="47b6e960b06a1f92" providerId="LiveId" clId="{A6E3D692-EAE1-4F8A-8290-F975FCE79CAC}" dt="2025-04-10T14:36:08.451" v="2444" actId="20577"/>
          <ac:spMkLst>
            <pc:docMk/>
            <pc:sldMk cId="1299045984" sldId="366"/>
            <ac:spMk id="48" creationId="{AFBED65C-E1E9-87DD-BD84-5CEB82472FE3}"/>
          </ac:spMkLst>
        </pc:spChg>
        <pc:spChg chg="mod">
          <ac:chgData name="shibariku0623@icloud.com" userId="47b6e960b06a1f92" providerId="LiveId" clId="{A6E3D692-EAE1-4F8A-8290-F975FCE79CAC}" dt="2025-04-10T14:35:57.704" v="2426"/>
          <ac:spMkLst>
            <pc:docMk/>
            <pc:sldMk cId="1299045984" sldId="366"/>
            <ac:spMk id="49" creationId="{15B0FDAE-ACB3-892C-D494-E3238787F298}"/>
          </ac:spMkLst>
        </pc:spChg>
        <pc:spChg chg="add mod">
          <ac:chgData name="shibariku0623@icloud.com" userId="47b6e960b06a1f92" providerId="LiveId" clId="{A6E3D692-EAE1-4F8A-8290-F975FCE79CAC}" dt="2025-04-10T14:48:49.907" v="2654" actId="1076"/>
          <ac:spMkLst>
            <pc:docMk/>
            <pc:sldMk cId="1299045984" sldId="366"/>
            <ac:spMk id="70" creationId="{9BCF98CC-6605-2ADB-AE70-09A25E56B14F}"/>
          </ac:spMkLst>
        </pc:spChg>
        <pc:spChg chg="add mod">
          <ac:chgData name="shibariku0623@icloud.com" userId="47b6e960b06a1f92" providerId="LiveId" clId="{A6E3D692-EAE1-4F8A-8290-F975FCE79CAC}" dt="2025-04-10T14:49:42.673" v="2659" actId="20577"/>
          <ac:spMkLst>
            <pc:docMk/>
            <pc:sldMk cId="1299045984" sldId="366"/>
            <ac:spMk id="71" creationId="{9C430C39-2E52-DEC3-E241-A7FF01B08BFF}"/>
          </ac:spMkLst>
        </pc:spChg>
        <pc:grpChg chg="del">
          <ac:chgData name="shibariku0623@icloud.com" userId="47b6e960b06a1f92" providerId="LiveId" clId="{A6E3D692-EAE1-4F8A-8290-F975FCE79CAC}" dt="2025-04-10T14:25:19.112" v="2382" actId="478"/>
          <ac:grpSpMkLst>
            <pc:docMk/>
            <pc:sldMk cId="1299045984" sldId="366"/>
            <ac:grpSpMk id="5" creationId="{2A7A03BF-A9B2-C407-2943-D55587F4B785}"/>
          </ac:grpSpMkLst>
        </pc:grpChg>
        <pc:grpChg chg="del">
          <ac:chgData name="shibariku0623@icloud.com" userId="47b6e960b06a1f92" providerId="LiveId" clId="{A6E3D692-EAE1-4F8A-8290-F975FCE79CAC}" dt="2025-04-10T14:25:19.112" v="2382" actId="478"/>
          <ac:grpSpMkLst>
            <pc:docMk/>
            <pc:sldMk cId="1299045984" sldId="366"/>
            <ac:grpSpMk id="8" creationId="{FAB1DB10-B811-4769-7A43-6A7A4346E65A}"/>
          </ac:grpSpMkLst>
        </pc:grpChg>
        <pc:grpChg chg="del">
          <ac:chgData name="shibariku0623@icloud.com" userId="47b6e960b06a1f92" providerId="LiveId" clId="{A6E3D692-EAE1-4F8A-8290-F975FCE79CAC}" dt="2025-04-10T14:25:19.112" v="2382" actId="478"/>
          <ac:grpSpMkLst>
            <pc:docMk/>
            <pc:sldMk cId="1299045984" sldId="366"/>
            <ac:grpSpMk id="30" creationId="{A96802B1-7036-825E-9693-E4A074090054}"/>
          </ac:grpSpMkLst>
        </pc:grpChg>
        <pc:grpChg chg="del">
          <ac:chgData name="shibariku0623@icloud.com" userId="47b6e960b06a1f92" providerId="LiveId" clId="{A6E3D692-EAE1-4F8A-8290-F975FCE79CAC}" dt="2025-04-10T14:25:19.112" v="2382" actId="478"/>
          <ac:grpSpMkLst>
            <pc:docMk/>
            <pc:sldMk cId="1299045984" sldId="366"/>
            <ac:grpSpMk id="36" creationId="{FB461887-0DF0-6C73-B9A1-37466F3C1388}"/>
          </ac:grpSpMkLst>
        </pc:grpChg>
        <pc:grpChg chg="add mod">
          <ac:chgData name="shibariku0623@icloud.com" userId="47b6e960b06a1f92" providerId="LiveId" clId="{A6E3D692-EAE1-4F8A-8290-F975FCE79CAC}" dt="2025-04-10T14:55:11.458" v="2915" actId="1076"/>
          <ac:grpSpMkLst>
            <pc:docMk/>
            <pc:sldMk cId="1299045984" sldId="366"/>
            <ac:grpSpMk id="44" creationId="{4C88F33B-EAC9-6542-07E6-0042FD514A1C}"/>
          </ac:grpSpMkLst>
        </pc:grpChg>
        <pc:grpChg chg="add mod">
          <ac:chgData name="shibariku0623@icloud.com" userId="47b6e960b06a1f92" providerId="LiveId" clId="{A6E3D692-EAE1-4F8A-8290-F975FCE79CAC}" dt="2025-04-10T14:55:15.519" v="2916" actId="1076"/>
          <ac:grpSpMkLst>
            <pc:docMk/>
            <pc:sldMk cId="1299045984" sldId="366"/>
            <ac:grpSpMk id="47" creationId="{DB2530C2-C6FB-F4D4-DFAA-6F3E4B854ED1}"/>
          </ac:grpSpMkLst>
        </pc:grpChg>
        <pc:picChg chg="add del mod">
          <ac:chgData name="shibariku0623@icloud.com" userId="47b6e960b06a1f92" providerId="LiveId" clId="{A6E3D692-EAE1-4F8A-8290-F975FCE79CAC}" dt="2025-04-10T14:35:29.494" v="2404" actId="478"/>
          <ac:picMkLst>
            <pc:docMk/>
            <pc:sldMk cId="1299045984" sldId="366"/>
            <ac:picMk id="29" creationId="{4EFFB5C6-D60F-5282-59DF-A993792A6574}"/>
          </ac:picMkLst>
        </pc:picChg>
        <pc:picChg chg="add del mod">
          <ac:chgData name="shibariku0623@icloud.com" userId="47b6e960b06a1f92" providerId="LiveId" clId="{A6E3D692-EAE1-4F8A-8290-F975FCE79CAC}" dt="2025-04-10T14:34:55.480" v="2396" actId="478"/>
          <ac:picMkLst>
            <pc:docMk/>
            <pc:sldMk cId="1299045984" sldId="366"/>
            <ac:picMk id="34" creationId="{F9BB60FE-B0D6-682A-0CE0-42C092A2C1E8}"/>
          </ac:picMkLst>
        </pc:picChg>
        <pc:picChg chg="add del mod">
          <ac:chgData name="shibariku0623@icloud.com" userId="47b6e960b06a1f92" providerId="LiveId" clId="{A6E3D692-EAE1-4F8A-8290-F975FCE79CAC}" dt="2025-04-10T14:35:28.953" v="2403" actId="478"/>
          <ac:picMkLst>
            <pc:docMk/>
            <pc:sldMk cId="1299045984" sldId="366"/>
            <ac:picMk id="39" creationId="{BFC69E3A-F092-EDF8-4841-2FB50B6DCCD1}"/>
          </ac:picMkLst>
        </pc:picChg>
        <pc:picChg chg="add del mod modCrop">
          <ac:chgData name="shibariku0623@icloud.com" userId="47b6e960b06a1f92" providerId="LiveId" clId="{A6E3D692-EAE1-4F8A-8290-F975FCE79CAC}" dt="2025-04-10T14:45:45.405" v="2561" actId="478"/>
          <ac:picMkLst>
            <pc:docMk/>
            <pc:sldMk cId="1299045984" sldId="366"/>
            <ac:picMk id="42" creationId="{E0F97F94-1797-BF57-31D9-DDC81E694354}"/>
          </ac:picMkLst>
        </pc:picChg>
        <pc:picChg chg="add mod modCrop">
          <ac:chgData name="shibariku0623@icloud.com" userId="47b6e960b06a1f92" providerId="LiveId" clId="{A6E3D692-EAE1-4F8A-8290-F975FCE79CAC}" dt="2025-04-10T14:42:40.698" v="2521" actId="1076"/>
          <ac:picMkLst>
            <pc:docMk/>
            <pc:sldMk cId="1299045984" sldId="366"/>
            <ac:picMk id="51" creationId="{9F4044CB-A9C9-CFC0-6D4C-EE1939B17F3D}"/>
          </ac:picMkLst>
        </pc:picChg>
        <pc:picChg chg="add mod modCrop">
          <ac:chgData name="shibariku0623@icloud.com" userId="47b6e960b06a1f92" providerId="LiveId" clId="{A6E3D692-EAE1-4F8A-8290-F975FCE79CAC}" dt="2025-04-10T14:43:45.625" v="2533" actId="14100"/>
          <ac:picMkLst>
            <pc:docMk/>
            <pc:sldMk cId="1299045984" sldId="366"/>
            <ac:picMk id="53" creationId="{AE6B6EB8-0A36-71F1-43B1-16B936FC14ED}"/>
          </ac:picMkLst>
        </pc:picChg>
        <pc:picChg chg="add mod modCrop">
          <ac:chgData name="shibariku0623@icloud.com" userId="47b6e960b06a1f92" providerId="LiveId" clId="{A6E3D692-EAE1-4F8A-8290-F975FCE79CAC}" dt="2025-04-10T14:42:24.533" v="2518" actId="1076"/>
          <ac:picMkLst>
            <pc:docMk/>
            <pc:sldMk cId="1299045984" sldId="366"/>
            <ac:picMk id="55" creationId="{2D772480-CCB4-6512-80FF-4826A84B9BB5}"/>
          </ac:picMkLst>
        </pc:picChg>
        <pc:picChg chg="add mod modCrop">
          <ac:chgData name="shibariku0623@icloud.com" userId="47b6e960b06a1f92" providerId="LiveId" clId="{A6E3D692-EAE1-4F8A-8290-F975FCE79CAC}" dt="2025-04-10T14:43:49.789" v="2534" actId="1076"/>
          <ac:picMkLst>
            <pc:docMk/>
            <pc:sldMk cId="1299045984" sldId="366"/>
            <ac:picMk id="57" creationId="{412CA373-4EC9-4125-945F-CFC956F0E639}"/>
          </ac:picMkLst>
        </pc:picChg>
        <pc:picChg chg="add mod modCrop">
          <ac:chgData name="shibariku0623@icloud.com" userId="47b6e960b06a1f92" providerId="LiveId" clId="{A6E3D692-EAE1-4F8A-8290-F975FCE79CAC}" dt="2025-04-10T14:42:24.533" v="2518" actId="1076"/>
          <ac:picMkLst>
            <pc:docMk/>
            <pc:sldMk cId="1299045984" sldId="366"/>
            <ac:picMk id="59" creationId="{30B2E78C-1CF3-7A41-80FB-07F261FE9FAD}"/>
          </ac:picMkLst>
        </pc:picChg>
        <pc:picChg chg="add del mod modCrop">
          <ac:chgData name="shibariku0623@icloud.com" userId="47b6e960b06a1f92" providerId="LiveId" clId="{A6E3D692-EAE1-4F8A-8290-F975FCE79CAC}" dt="2025-04-10T14:45:46.469" v="2562" actId="478"/>
          <ac:picMkLst>
            <pc:docMk/>
            <pc:sldMk cId="1299045984" sldId="366"/>
            <ac:picMk id="61" creationId="{65E84E06-ED95-7A1C-BE03-23EB9B76C1AF}"/>
          </ac:picMkLst>
        </pc:picChg>
        <pc:picChg chg="add mod modCrop">
          <ac:chgData name="shibariku0623@icloud.com" userId="47b6e960b06a1f92" providerId="LiveId" clId="{A6E3D692-EAE1-4F8A-8290-F975FCE79CAC}" dt="2025-04-10T14:45:56.042" v="2565" actId="1076"/>
          <ac:picMkLst>
            <pc:docMk/>
            <pc:sldMk cId="1299045984" sldId="366"/>
            <ac:picMk id="63" creationId="{BFA9E239-3829-0D20-6AF4-9A7B18C3ED4D}"/>
          </ac:picMkLst>
        </pc:picChg>
        <pc:picChg chg="add mod modCrop">
          <ac:chgData name="shibariku0623@icloud.com" userId="47b6e960b06a1f92" providerId="LiveId" clId="{A6E3D692-EAE1-4F8A-8290-F975FCE79CAC}" dt="2025-04-10T14:46:01.573" v="2568" actId="1076"/>
          <ac:picMkLst>
            <pc:docMk/>
            <pc:sldMk cId="1299045984" sldId="366"/>
            <ac:picMk id="65" creationId="{10E2E624-FBF2-09FB-0F39-54F347C177A1}"/>
          </ac:picMkLst>
        </pc:picChg>
        <pc:picChg chg="add mod modCrop">
          <ac:chgData name="shibariku0623@icloud.com" userId="47b6e960b06a1f92" providerId="LiveId" clId="{A6E3D692-EAE1-4F8A-8290-F975FCE79CAC}" dt="2025-04-10T14:45:58.488" v="2566" actId="1076"/>
          <ac:picMkLst>
            <pc:docMk/>
            <pc:sldMk cId="1299045984" sldId="366"/>
            <ac:picMk id="67" creationId="{792E7346-C5E4-F1F5-381A-E078AA4D4872}"/>
          </ac:picMkLst>
        </pc:picChg>
        <pc:picChg chg="add mod">
          <ac:chgData name="shibariku0623@icloud.com" userId="47b6e960b06a1f92" providerId="LiveId" clId="{A6E3D692-EAE1-4F8A-8290-F975FCE79CAC}" dt="2025-04-10T14:45:50.868" v="2563" actId="1076"/>
          <ac:picMkLst>
            <pc:docMk/>
            <pc:sldMk cId="1299045984" sldId="366"/>
            <ac:picMk id="68" creationId="{DA2DF6A4-7DFE-3D20-3C6F-6CA67F87B525}"/>
          </ac:picMkLst>
        </pc:picChg>
        <pc:picChg chg="add mod">
          <ac:chgData name="shibariku0623@icloud.com" userId="47b6e960b06a1f92" providerId="LiveId" clId="{A6E3D692-EAE1-4F8A-8290-F975FCE79CAC}" dt="2025-04-10T14:45:52.888" v="2564" actId="1076"/>
          <ac:picMkLst>
            <pc:docMk/>
            <pc:sldMk cId="1299045984" sldId="366"/>
            <ac:picMk id="69" creationId="{D0D18540-6569-D177-8817-B18BEDE32C0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FC281-721B-4934-9CCF-260B5135F409}" type="datetimeFigureOut">
              <a:rPr kumimoji="1" lang="ja-JP" altLang="en-US" smtClean="0"/>
              <a:t>2025/4/11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58F7A-9C9F-42E9-83A4-0C372CE578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27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9996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0481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35141-B1DA-4BCF-9AAA-97947E23424F}" type="datetime1">
              <a:rPr lang="en-US" altLang="ja-JP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8189-7185-406F-AF7C-BED606B3670B}" type="datetime1">
              <a:rPr lang="en-US" altLang="ja-JP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1697-F5F8-4170-8723-96F9EA86E2DC}" type="datetime1">
              <a:rPr lang="en-US" altLang="ja-JP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CBFD-D654-4967-8B61-A3494FDAD3C3}" type="datetime1">
              <a:rPr lang="en-US" altLang="ja-JP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F7437-43BB-4691-A20F-B3DC80928B9C}" type="datetime1">
              <a:rPr lang="en-US" altLang="ja-JP" smtClean="0"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B0C1-09DA-4824-A9FE-04B648356115}" type="datetime1">
              <a:rPr lang="en-US" altLang="ja-JP" smtClean="0"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9CF7-FBD3-43A8-86EA-1BFF241249A7}" type="datetime1">
              <a:rPr lang="en-US" altLang="ja-JP" smtClean="0"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600" y="9715500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D3CE7-97B2-48B0-AAAA-F59DB167F20C}" type="datetime1">
              <a:rPr lang="en-US" altLang="ja-JP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D9E0-6A31-47E1-86F8-E8D32905AA5C}" type="datetime1">
              <a:rPr lang="en-US" altLang="ja-JP" smtClean="0"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8458-117C-445C-93D2-58146BCC020C}" type="datetime1">
              <a:rPr lang="en-US" altLang="ja-JP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68477-63A2-4B58-B832-4FD9CBB3DB7F}" type="datetime1">
              <a:rPr lang="en-US" altLang="ja-JP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8200" y="1523999"/>
            <a:ext cx="16649700" cy="1407239"/>
          </a:xfrm>
        </p:spPr>
        <p:txBody>
          <a:bodyPr>
            <a:noAutofit/>
          </a:bodyPr>
          <a:lstStyle>
            <a:lvl1pPr>
              <a:defRPr sz="54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838200" y="3019733"/>
            <a:ext cx="16649700" cy="6858000"/>
          </a:xfrm>
        </p:spPr>
        <p:txBody>
          <a:bodyPr/>
          <a:lstStyle>
            <a:lvl1pPr marL="685800" indent="-685800"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1200150" marR="0" indent="-514350" algn="l" defTabSz="13716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315861" y="522339"/>
            <a:ext cx="17183100" cy="70485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685800" indent="0">
              <a:buNone/>
              <a:defRPr/>
            </a:lvl2pPr>
            <a:lvl3pPr marL="1371600" indent="0">
              <a:buNone/>
              <a:defRPr/>
            </a:lvl3pPr>
            <a:lvl4pPr marL="2057400" indent="0">
              <a:buNone/>
              <a:defRPr/>
            </a:lvl4pPr>
            <a:lvl5pPr marL="27432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7240250" y="473473"/>
            <a:ext cx="728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36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36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0" y="1238250"/>
            <a:ext cx="18288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37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46D91-97FF-446E-BDC2-075A4D5370E6}" type="datetime1">
              <a:rPr lang="en-US" altLang="ja-JP" smtClean="0"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61199"/>
            <a:ext cx="6200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85825" y="495300"/>
            <a:ext cx="16516350" cy="142875"/>
            <a:chOff x="0" y="0"/>
            <a:chExt cx="22021800" cy="1905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2216634" y="3669143"/>
            <a:ext cx="13854732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ja-JP" altLang="en-US" sz="66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進捗報告</a:t>
            </a:r>
            <a:endParaRPr lang="en-US" sz="6600" dirty="0">
              <a:solidFill>
                <a:srgbClr val="292B2B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85825" y="7729472"/>
            <a:ext cx="1630680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ja-JP" altLang="en-US" sz="4000" dirty="0">
                <a:latin typeface="Source Han Sans JP" panose="020B0600070205080204" charset="-128"/>
                <a:ea typeface="Source Han Sans JP" panose="020B0600070205080204" charset="-128"/>
              </a:rPr>
              <a:t>植木研究室　　</a:t>
            </a:r>
            <a:r>
              <a:rPr lang="en-US" altLang="ja-JP" sz="4000" dirty="0">
                <a:latin typeface="Source Han Sans JP" panose="020B0600070205080204" charset="-128"/>
                <a:ea typeface="Source Han Sans JP" panose="020B0600070205080204" charset="-128"/>
              </a:rPr>
              <a:t>8125517</a:t>
            </a:r>
            <a:r>
              <a:rPr lang="ja-JP" altLang="en-US" sz="4000" dirty="0">
                <a:latin typeface="Source Han Sans JP" panose="020B0600070205080204" charset="-128"/>
                <a:ea typeface="Source Han Sans JP" panose="020B0600070205080204" charset="-128"/>
              </a:rPr>
              <a:t>　　</a:t>
            </a:r>
            <a:r>
              <a:rPr lang="ja-JP" altLang="en-US" sz="40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Source Han Sans JP"/>
                <a:sym typeface="Source Han Sans JP"/>
              </a:rPr>
              <a:t>柴崎陸</a:t>
            </a:r>
            <a:endParaRPr lang="en-US" sz="4000" dirty="0">
              <a:solidFill>
                <a:srgbClr val="292B2B"/>
              </a:solidFill>
              <a:latin typeface="Source Han Sans JP" panose="020B0600070205080204" charset="-128"/>
              <a:ea typeface="Source Han Sans JP" panose="020B0600070205080204" charset="-128"/>
              <a:cs typeface="Source Han Sans JP"/>
              <a:sym typeface="Source Han Sans JP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111044" y="6792441"/>
            <a:ext cx="5785681" cy="514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Century Gothic Paneuropean"/>
                <a:sym typeface="Century Gothic Paneuropean"/>
              </a:rPr>
              <a:t>2025年4月11日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5825" y="9645596"/>
            <a:ext cx="16516350" cy="142875"/>
            <a:chOff x="0" y="0"/>
            <a:chExt cx="22021800" cy="1905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 dirty="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D73F52F-7EA5-9483-9209-847FF8564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3" name="TextBox 24">
            <a:extLst>
              <a:ext uri="{FF2B5EF4-FFF2-40B4-BE49-F238E27FC236}">
                <a16:creationId xmlns:a16="http://schemas.microsoft.com/office/drawing/2014/main" id="{9E46055B-DA28-1F66-CD59-78CAAB0910E0}"/>
              </a:ext>
            </a:extLst>
          </p:cNvPr>
          <p:cNvSpPr txBox="1"/>
          <p:nvPr/>
        </p:nvSpPr>
        <p:spPr>
          <a:xfrm>
            <a:off x="2514600" y="4829466"/>
            <a:ext cx="16306800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3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ー</a:t>
            </a:r>
            <a:r>
              <a:rPr lang="en-US" sz="3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CNN</a:t>
            </a:r>
            <a:r>
              <a:rPr lang="ja-JP" altLang="en-US" sz="3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アンサンブル学習に基づく音響識別によるプール沸騰の発生検知ー</a:t>
            </a:r>
            <a:endParaRPr lang="en-US" sz="32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DB37C-964B-AC11-EDB7-CB194CC0E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1E877648-141E-2FED-599C-AC5E92A13D55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A00AF81C-D86D-C07A-3F1F-78B9E44DF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2787A3FF-958C-EBE9-52DF-D247C70AB5E5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FD83F56E-025F-21B4-21B5-7CE1068CF5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F30B28B0-361D-0A34-B344-0CF7B75C2C15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7BFE15D1-B194-B181-AC41-0EC9DAC01C9D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E19D6CF3-783B-2BEB-000A-8FCFFFCD1886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25183898-DA7F-FAA5-6C4A-BF13209DA88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AF9DE793-621A-3BDA-ABCC-4984981079F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2E54EF43-91FF-6E0F-058B-1405023065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8BA66A8F-9866-DC4A-98C9-37EE0066000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16A319B7-D50F-ED65-AF6B-DF2231064C4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BE997E21-DD0B-1294-5BF3-75ACAF7CA261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1A0D9D66-A21B-66AC-D788-D1C54AAAEFE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1D02DA1C-0B30-93CB-EEA0-B2BC98F0CE7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D09164D7-2F1A-4555-1BC2-B2D96C3AC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2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2A0635B8-BCCD-4E74-98AE-0624FFDD6BD6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B62302C4-E809-FCAB-957F-A716CD8F0562}"/>
              </a:ext>
            </a:extLst>
          </p:cNvPr>
          <p:cNvGrpSpPr/>
          <p:nvPr/>
        </p:nvGrpSpPr>
        <p:grpSpPr>
          <a:xfrm>
            <a:off x="3505200" y="3619500"/>
            <a:ext cx="12343465" cy="3355598"/>
            <a:chOff x="10121433" y="2372121"/>
            <a:chExt cx="6318718" cy="16938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A243EAE5-356B-1894-75BE-66367ECE2D1E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16827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altLang="ja-JP" sz="4800" dirty="0" err="1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Librosa</a:t>
              </a:r>
              <a:r>
                <a:rPr lang="en-US" altLang="ja-JP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 </a:t>
              </a: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と</a:t>
              </a:r>
              <a:r>
                <a:rPr lang="en-US" altLang="ja-JP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 </a:t>
              </a:r>
              <a:r>
                <a:rPr lang="en-US" altLang="ja-JP" sz="4800" dirty="0" err="1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soundfile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更新したデータで学習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研究計画</a:t>
              </a:r>
              <a:endParaRPr lang="en-US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ED03FC3B-8BEB-F105-968D-F000DB9D8CCD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693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2965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343EA-260D-6EAD-BF22-1FF833D7B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9CEE7BB7-998C-DFBE-5E60-035B56D2C26D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34C9C118-020A-147E-EE3E-DCEEB8BB2A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2C4CA9C8-82BD-0B7C-D683-865B09001F6F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A2E2BB4C-EB9B-000E-9ED0-F2E3ABD58FB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ECDD75EE-F2DA-399F-8AA1-39CD689FCE3D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AAACC73B-05D1-935C-AC2B-ED528038CBE8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DFB87C33-823E-2CFA-D0B3-3A565CDB8211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D087F0C3-899A-94CE-3A9B-357720331BC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6FCC336E-FAC3-A1EB-ACE3-331FE1DCC11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281FABBA-9A74-D810-3B23-D9B8FC49E92F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97275E10-38EA-C92B-D538-08CDA5C6BD9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94478C2D-892F-BEBA-E689-5AB9032B38D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CF0C7999-7BD9-6393-67D6-9E73285CBFAD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1196C701-5BE0-2EA9-4CFA-F1B8FB50812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471120D2-E982-6165-136F-311119091D9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3233FE3D-BDBC-4728-5E58-E9809BBE3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3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462E4779-30BF-0231-ABC0-44E2A57E5AE9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A6C021D8-2EAC-4C91-934E-C724FD6CF487}"/>
              </a:ext>
            </a:extLst>
          </p:cNvPr>
          <p:cNvGrpSpPr/>
          <p:nvPr/>
        </p:nvGrpSpPr>
        <p:grpSpPr>
          <a:xfrm>
            <a:off x="3505200" y="3619500"/>
            <a:ext cx="12343465" cy="3355598"/>
            <a:chOff x="10121433" y="2372121"/>
            <a:chExt cx="6318718" cy="16938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77965ED3-FCD5-D53B-8CC6-8E3475904A1A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16827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altLang="ja-JP" sz="4800" dirty="0" err="1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Librosa</a:t>
              </a:r>
              <a:r>
                <a:rPr lang="en-US" altLang="ja-JP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 </a:t>
              </a: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と</a:t>
              </a:r>
              <a:r>
                <a:rPr lang="en-US" altLang="ja-JP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 </a:t>
              </a:r>
              <a:r>
                <a:rPr lang="en-US" altLang="ja-JP" sz="4800" dirty="0" err="1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soundfile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ECF1F1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更新したデータで学習</a:t>
              </a:r>
              <a:endParaRPr lang="en-US" altLang="ja-JP" sz="4800" dirty="0">
                <a:solidFill>
                  <a:srgbClr val="ECF1F1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ECF1F1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研究計画</a:t>
              </a:r>
              <a:endParaRPr lang="en-US" sz="4800" dirty="0">
                <a:solidFill>
                  <a:srgbClr val="ECF1F1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E63E2EE7-C16E-04E2-7821-B0F263EB2E98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693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6139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D241A-C9FC-FF15-3966-AAEA80CC1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FA1AE13-BB24-F776-672F-0480F675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7B588F8-D1F9-A7CB-7907-D079845B8A5B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B531EF3E-8726-0237-E35D-3957828D1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6286439-0A2D-6434-0473-D5C48760162C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0E6D59ED-7DF4-275C-4BDE-606D258867C9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2030A6D4-F810-D3A2-C445-08B1FD4E12E1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79D9877D-6650-4197-B730-0B54C1BD8182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5A2A5BD0-F660-7AC7-7241-FF963A7B3DD0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0E3039CB-E991-5B2A-CEA9-89E6384A18F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FF33ACF9-7C4A-E330-5505-51E00FAC235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0CB57FE4-A55C-3206-1173-9546E7018A30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D81D15F9-4298-1A4A-CDF4-00D94FF1053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C249ED53-69BF-2B50-97CA-38FA6538142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6B1CFBC1-307E-481A-9800-861D29E310E4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B13A1C20-1CAE-E8FA-9E54-AAAE2951307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1D0245B8-0F77-418E-D6F2-F1B08E58601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747B3D34-4759-4E95-4DFA-E27801C70E57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4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2E8FD745-6583-A4E2-96D5-550D9CD753F2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librosa</a:t>
            </a: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と</a:t>
            </a:r>
            <a:r>
              <a:rPr lang="en-US" altLang="ja-JP" sz="40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soundfile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388ACCB2-BF29-D5D4-7DCD-76178E698937}"/>
              </a:ext>
            </a:extLst>
          </p:cNvPr>
          <p:cNvGrpSpPr/>
          <p:nvPr/>
        </p:nvGrpSpPr>
        <p:grpSpPr>
          <a:xfrm>
            <a:off x="1433699" y="1726516"/>
            <a:ext cx="7086600" cy="552410"/>
            <a:chOff x="1535808" y="1451163"/>
            <a:chExt cx="8639037" cy="552410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9AEA600C-7DC7-491F-2610-794663655BEF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データ型と振幅スケール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6728D633-723E-FC3E-3569-1F1B35914104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27" name="TextBox 24">
            <a:extLst>
              <a:ext uri="{FF2B5EF4-FFF2-40B4-BE49-F238E27FC236}">
                <a16:creationId xmlns:a16="http://schemas.microsoft.com/office/drawing/2014/main" id="{9BA32C65-E2AB-29BE-89FF-84943B5F1B94}"/>
              </a:ext>
            </a:extLst>
          </p:cNvPr>
          <p:cNvSpPr txBox="1"/>
          <p:nvPr/>
        </p:nvSpPr>
        <p:spPr>
          <a:xfrm>
            <a:off x="1820969" y="2278925"/>
            <a:ext cx="9331364" cy="990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0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librosa.load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：デフォルトで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float32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-1~1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に正規化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40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sf.read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：デフォルトで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float64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，同様に正規化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F047786E-814E-AA8C-0089-D190BCD9C103}"/>
              </a:ext>
            </a:extLst>
          </p:cNvPr>
          <p:cNvGrpSpPr/>
          <p:nvPr/>
        </p:nvGrpSpPr>
        <p:grpSpPr>
          <a:xfrm>
            <a:off x="1433699" y="5512973"/>
            <a:ext cx="7086600" cy="552410"/>
            <a:chOff x="1535808" y="1451163"/>
            <a:chExt cx="8639037" cy="552410"/>
          </a:xfrm>
        </p:grpSpPr>
        <p:sp>
          <p:nvSpPr>
            <p:cNvPr id="31" name="TextBox 26">
              <a:extLst>
                <a:ext uri="{FF2B5EF4-FFF2-40B4-BE49-F238E27FC236}">
                  <a16:creationId xmlns:a16="http://schemas.microsoft.com/office/drawing/2014/main" id="{1748A553-7691-7BB2-FAE7-DE23A26395F0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サンプリングレートの扱い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856F9FBA-A477-1AF8-AC8B-631C752F0AD6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E77AFF26-1458-3CB4-28F3-5612EC8FDD17}"/>
              </a:ext>
            </a:extLst>
          </p:cNvPr>
          <p:cNvGrpSpPr/>
          <p:nvPr/>
        </p:nvGrpSpPr>
        <p:grpSpPr>
          <a:xfrm>
            <a:off x="1433698" y="3426501"/>
            <a:ext cx="7086600" cy="552410"/>
            <a:chOff x="1535808" y="1451163"/>
            <a:chExt cx="8639037" cy="552410"/>
          </a:xfrm>
        </p:grpSpPr>
        <p:sp>
          <p:nvSpPr>
            <p:cNvPr id="37" name="TextBox 26">
              <a:extLst>
                <a:ext uri="{FF2B5EF4-FFF2-40B4-BE49-F238E27FC236}">
                  <a16:creationId xmlns:a16="http://schemas.microsoft.com/office/drawing/2014/main" id="{A66FE43E-0D02-30E3-C5AC-FAE445B7A941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モノラル変換の有無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9BACC1F7-16E5-CEF4-18BC-9133D52CBA41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B2DFC845-2E60-69DC-8C00-C84F3C41C5ED}"/>
              </a:ext>
            </a:extLst>
          </p:cNvPr>
          <p:cNvGrpSpPr/>
          <p:nvPr/>
        </p:nvGrpSpPr>
        <p:grpSpPr>
          <a:xfrm>
            <a:off x="1433698" y="7586828"/>
            <a:ext cx="7086600" cy="552410"/>
            <a:chOff x="1535808" y="1451163"/>
            <a:chExt cx="8639037" cy="552410"/>
          </a:xfrm>
        </p:grpSpPr>
        <p:sp>
          <p:nvSpPr>
            <p:cNvPr id="6" name="TextBox 26">
              <a:extLst>
                <a:ext uri="{FF2B5EF4-FFF2-40B4-BE49-F238E27FC236}">
                  <a16:creationId xmlns:a16="http://schemas.microsoft.com/office/drawing/2014/main" id="{E311FAEE-AB94-4E3D-1AFC-2C9B9A01D308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読み込んだデータの配列形状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58CC05B-71AC-FE09-D13B-DC86EA05BBF2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28" name="TextBox 24">
            <a:extLst>
              <a:ext uri="{FF2B5EF4-FFF2-40B4-BE49-F238E27FC236}">
                <a16:creationId xmlns:a16="http://schemas.microsoft.com/office/drawing/2014/main" id="{D502CFFD-27A8-F873-0B94-FA9EBE9CC899}"/>
              </a:ext>
            </a:extLst>
          </p:cNvPr>
          <p:cNvSpPr txBox="1"/>
          <p:nvPr/>
        </p:nvSpPr>
        <p:spPr>
          <a:xfrm>
            <a:off x="1850276" y="8226893"/>
            <a:ext cx="14532724" cy="990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0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librosa.load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(mono=False)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：サンプル数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×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チャンネル（形状は（チャンネル数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, N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）） 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40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sf.read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：サンプル数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×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チャンネル（形状は（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N, 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チャンネル数））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0" name="TextBox 24">
            <a:extLst>
              <a:ext uri="{FF2B5EF4-FFF2-40B4-BE49-F238E27FC236}">
                <a16:creationId xmlns:a16="http://schemas.microsoft.com/office/drawing/2014/main" id="{7BC38CCD-28CC-A403-7729-A14C5D4999EA}"/>
              </a:ext>
            </a:extLst>
          </p:cNvPr>
          <p:cNvSpPr txBox="1"/>
          <p:nvPr/>
        </p:nvSpPr>
        <p:spPr>
          <a:xfrm>
            <a:off x="1800799" y="3956806"/>
            <a:ext cx="15496600" cy="990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0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librosa.load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：デフォルトで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mono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→ステレオは自動でモノラル化（チャンネル平均）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40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sf.read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：モノラル化しない（ステレオなら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2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チャンネルのまま）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3" name="TextBox 24">
            <a:extLst>
              <a:ext uri="{FF2B5EF4-FFF2-40B4-BE49-F238E27FC236}">
                <a16:creationId xmlns:a16="http://schemas.microsoft.com/office/drawing/2014/main" id="{77B12F78-EED1-3708-C43D-4CB27F77606E}"/>
              </a:ext>
            </a:extLst>
          </p:cNvPr>
          <p:cNvSpPr txBox="1"/>
          <p:nvPr/>
        </p:nvSpPr>
        <p:spPr>
          <a:xfrm>
            <a:off x="1850276" y="6067731"/>
            <a:ext cx="13618321" cy="990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0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librosa.load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：</a:t>
            </a:r>
            <a:r>
              <a:rPr lang="en-US" altLang="ja-JP" sz="2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sr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=22050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がデフォルト→自動でリサンプリングされる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40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sf.read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：元のサンプリングレートのまま読み込む（リサンプリングなし）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39823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1C89E-1BBD-4049-619A-FD2CF570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82D723F-F78B-9B83-F429-B5828D01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E0D07DC6-1D7C-0BFF-7E3C-1679E6143FAB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BBD0B018-3416-C3D0-89E5-8B27C9323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E71928F5-9B41-58A4-09D9-2F896FD9EFF3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9FE162AF-85E3-77A6-0BAE-396BE6DC6EA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CF170BC4-793D-5819-0D33-39E326EB955A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11EDB1E6-D15C-295C-A49F-5F725E24AF48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7D4F4CB4-8D47-8152-C453-007E520EE236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96C6A8B7-7151-5ED6-7B4C-981165EE643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DD5D5737-3623-3E14-D8F4-7240259B518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948EE115-EC32-6178-5611-682994D49E42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47555BCA-DB17-CC69-3BAE-A2972B66B44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8046758A-ECAD-AC1A-B677-62CEED379AC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C49F29E0-479F-3F28-C721-EE9A17D4B6F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CBA01879-97B6-AC5E-FCA3-D3FC53BC5FF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76F510ED-9296-A468-7A31-2F3BBE8A298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809070A7-C7D6-1534-E194-1189C401C49C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5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8567BD90-43BC-9B81-CE02-4541F89EE483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Librosa</a:t>
            </a: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と</a:t>
            </a:r>
            <a:r>
              <a:rPr lang="en-US" altLang="ja-JP" sz="40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soundfile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2CF358E6-BE92-F117-1842-10019FC404D5}"/>
              </a:ext>
            </a:extLst>
          </p:cNvPr>
          <p:cNvGrpSpPr/>
          <p:nvPr/>
        </p:nvGrpSpPr>
        <p:grpSpPr>
          <a:xfrm>
            <a:off x="1371600" y="1525494"/>
            <a:ext cx="10671892" cy="1103059"/>
            <a:chOff x="1535808" y="1451163"/>
            <a:chExt cx="8639037" cy="1103059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5489BC4C-54C0-8958-4231-A35ED2AA6BA5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11030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なぜスペクトログラムの特徴的なピークの位置がずれていたか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E8968749-2760-E212-E429-B7774F133EF8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pic>
        <p:nvPicPr>
          <p:cNvPr id="29" name="図 28" descr="モニター画面に映る文字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CF73132-3C82-90E3-6C37-07E03B0EE1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922" y="2447304"/>
            <a:ext cx="10147347" cy="1734792"/>
          </a:xfrm>
          <a:prstGeom prst="rect">
            <a:avLst/>
          </a:prstGeom>
        </p:spPr>
      </p:pic>
      <p:sp>
        <p:nvSpPr>
          <p:cNvPr id="33" name="TextBox 24">
            <a:extLst>
              <a:ext uri="{FF2B5EF4-FFF2-40B4-BE49-F238E27FC236}">
                <a16:creationId xmlns:a16="http://schemas.microsoft.com/office/drawing/2014/main" id="{FE4644F9-A6E1-7C48-8F05-ACF558198AC3}"/>
              </a:ext>
            </a:extLst>
          </p:cNvPr>
          <p:cNvSpPr txBox="1"/>
          <p:nvPr/>
        </p:nvSpPr>
        <p:spPr>
          <a:xfrm>
            <a:off x="6961165" y="4534252"/>
            <a:ext cx="5131313" cy="477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00"/>
              </a:lnSpc>
              <a:spcBef>
                <a:spcPct val="0"/>
              </a:spcBef>
              <a:buClr>
                <a:srgbClr val="64A4A3"/>
              </a:buClr>
            </a:pPr>
            <a:r>
              <a:rPr lang="en-US" altLang="ja-JP" sz="2800" u="sng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 Medium"/>
                <a:sym typeface="Source Han Sans JP Medium"/>
              </a:rPr>
              <a:t>mono=False 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を忘れてた．．．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11A9A54D-3ABD-B5AF-CD7C-C601E8984B31}"/>
              </a:ext>
            </a:extLst>
          </p:cNvPr>
          <p:cNvSpPr/>
          <p:nvPr/>
        </p:nvSpPr>
        <p:spPr>
          <a:xfrm>
            <a:off x="3505200" y="2815266"/>
            <a:ext cx="5105400" cy="47964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TextBox 24">
            <a:extLst>
              <a:ext uri="{FF2B5EF4-FFF2-40B4-BE49-F238E27FC236}">
                <a16:creationId xmlns:a16="http://schemas.microsoft.com/office/drawing/2014/main" id="{84A7B50F-5F73-1A8C-D359-96475E999495}"/>
              </a:ext>
            </a:extLst>
          </p:cNvPr>
          <p:cNvSpPr txBox="1"/>
          <p:nvPr/>
        </p:nvSpPr>
        <p:spPr>
          <a:xfrm>
            <a:off x="2133600" y="5627017"/>
            <a:ext cx="13618321" cy="477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0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「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mono=False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」を入れないと，</a:t>
            </a:r>
            <a:r>
              <a:rPr lang="en-US" altLang="ja-JP" sz="2800" dirty="0" err="1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librosa.load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でデフォルト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1" name="矢印: 下 40">
            <a:extLst>
              <a:ext uri="{FF2B5EF4-FFF2-40B4-BE49-F238E27FC236}">
                <a16:creationId xmlns:a16="http://schemas.microsoft.com/office/drawing/2014/main" id="{E0A31E33-0730-F569-F295-22258BE35EE3}"/>
              </a:ext>
            </a:extLst>
          </p:cNvPr>
          <p:cNvSpPr/>
          <p:nvPr/>
        </p:nvSpPr>
        <p:spPr>
          <a:xfrm>
            <a:off x="8724901" y="6644224"/>
            <a:ext cx="1134699" cy="547652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ECEBB277-3B0C-174E-84F8-964EEA079110}"/>
              </a:ext>
            </a:extLst>
          </p:cNvPr>
          <p:cNvSpPr txBox="1"/>
          <p:nvPr/>
        </p:nvSpPr>
        <p:spPr>
          <a:xfrm>
            <a:off x="2133599" y="7806753"/>
            <a:ext cx="13618321" cy="990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0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ステレオが自動的にモノラル（勝手に平均）にされていて，特徴的な周波数帯域がずれていた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10252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E7BC3-D51A-3C14-027D-DBC61F74B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720765A0-83C8-8F19-A82B-6D0B7315716C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C619D677-D0AB-3E29-054A-91827F1F9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6CE07F47-F614-8CE9-2335-AEE07BE1BBBA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4392A01A-F4A2-587C-651C-8D50F847255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033C8E89-4C61-6F24-95AB-E5624714B354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B86D8782-345A-6AA4-3098-9639E2F97D52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5E15FE9F-6D12-0E5A-4977-5D63CC109D60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3A2D82FA-FDD6-FDDB-DA07-A14B6A0FAF7F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1E891318-25C7-1CD4-DDA5-A962B970009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0E71AC85-C8B6-C4AC-9ABC-BF40916DDE7F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3FB91036-E625-565D-03A2-895C8119026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B9089474-14F2-9656-B51C-84B0040E16C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494FAA97-F9BE-4C6B-3B79-EF2648DF8E9C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0D69DDF7-92DE-DF31-BCEF-500C9F147ED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49325555-E942-C1C8-D5FF-B451538F38D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2C7F56AA-89F2-6457-CFDD-44FE0966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6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4FAC8A85-B917-F852-6598-7808C2CC9347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E44A8E79-C85B-AD17-CEAE-8C61ECFE0949}"/>
              </a:ext>
            </a:extLst>
          </p:cNvPr>
          <p:cNvGrpSpPr/>
          <p:nvPr/>
        </p:nvGrpSpPr>
        <p:grpSpPr>
          <a:xfrm>
            <a:off x="3505200" y="3619500"/>
            <a:ext cx="12343465" cy="3355598"/>
            <a:chOff x="10121433" y="2372121"/>
            <a:chExt cx="6318718" cy="16938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A2EF368A-BB49-4E0D-9F97-38664BBF0162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16827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altLang="ja-JP" sz="4800" dirty="0" err="1">
                  <a:solidFill>
                    <a:srgbClr val="ECF1F1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Librosa</a:t>
              </a:r>
              <a:r>
                <a:rPr lang="en-US" altLang="ja-JP" sz="4800" dirty="0">
                  <a:solidFill>
                    <a:srgbClr val="ECF1F1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 </a:t>
              </a:r>
              <a:r>
                <a:rPr lang="ja-JP" altLang="en-US" sz="4800" dirty="0">
                  <a:solidFill>
                    <a:srgbClr val="ECF1F1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と</a:t>
              </a:r>
              <a:r>
                <a:rPr lang="en-US" altLang="ja-JP" sz="4800" dirty="0">
                  <a:solidFill>
                    <a:srgbClr val="ECF1F1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 </a:t>
              </a:r>
              <a:r>
                <a:rPr lang="en-US" altLang="ja-JP" sz="4800" dirty="0" err="1">
                  <a:solidFill>
                    <a:srgbClr val="ECF1F1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soundfile</a:t>
              </a:r>
              <a:endParaRPr lang="en-US" altLang="ja-JP" sz="4800" dirty="0">
                <a:solidFill>
                  <a:srgbClr val="ECF1F1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更新したデータで学習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ECF1F1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研究計画</a:t>
              </a:r>
              <a:endParaRPr lang="en-US" sz="4800" dirty="0">
                <a:solidFill>
                  <a:srgbClr val="ECF1F1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A1A9822C-E3E8-6DAE-D1A1-C8710551BB81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693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3064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7AED3-DD5F-A502-B108-0584A7725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302FB9F-96F6-677D-69A5-37236ADB0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5D945F1C-AAD0-E909-2611-810ADB559CB1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E6DDF45D-FB87-F50C-1C86-0FF799665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A483E367-C2A2-D471-7CC8-2E1DBECFB127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BFC3EF2-E9DE-9CD2-FD19-3D834C68CAB9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B7DB66DB-42E1-8EC8-A5B7-91F30A841F15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1FC10708-A025-559D-CDA6-EE31BB91667C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63EBDFE2-E431-D412-37A2-FD3016FB5FB3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CDEF6565-BB69-4C2C-8A7F-2362BFB31A4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FECC8131-7875-7F63-58AB-FB167A5A404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622D0A9A-8006-312C-5A5E-C76A13983A04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05FB1E6B-9B34-21ED-D543-852C1DBDD2E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0EEEFBDD-0C85-D05B-05F0-6A8E639EF81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83C9CB03-A19E-3CE4-0745-AA3825EECDF9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6D179D60-3EE5-8767-6778-03EAA3DC325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6872D622-E735-D286-4FD5-29D59CC1792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9EB12363-D175-8A0F-A12C-86D892BF83C9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7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F9B90973-84F7-9267-4659-F0456BBAFDDA}"/>
              </a:ext>
            </a:extLst>
          </p:cNvPr>
          <p:cNvSpPr txBox="1"/>
          <p:nvPr/>
        </p:nvSpPr>
        <p:spPr>
          <a:xfrm>
            <a:off x="1806794" y="305043"/>
            <a:ext cx="138142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更新したデータで学習（ノイズなしのみ，</a:t>
            </a:r>
            <a:r>
              <a:rPr lang="en-US" altLang="ja-JP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5</a:t>
            </a: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分割交差検証）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4C88F33B-EAC9-6542-07E6-0042FD514A1C}"/>
              </a:ext>
            </a:extLst>
          </p:cNvPr>
          <p:cNvGrpSpPr/>
          <p:nvPr/>
        </p:nvGrpSpPr>
        <p:grpSpPr>
          <a:xfrm>
            <a:off x="10175224" y="1322244"/>
            <a:ext cx="7086600" cy="552410"/>
            <a:chOff x="1535808" y="1451163"/>
            <a:chExt cx="8639037" cy="552410"/>
          </a:xfrm>
        </p:grpSpPr>
        <p:sp>
          <p:nvSpPr>
            <p:cNvPr id="45" name="TextBox 26">
              <a:extLst>
                <a:ext uri="{FF2B5EF4-FFF2-40B4-BE49-F238E27FC236}">
                  <a16:creationId xmlns:a16="http://schemas.microsoft.com/office/drawing/2014/main" id="{6F163A65-9541-7CFB-35B1-AFD13FAF7162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NEW</a:t>
              </a:r>
            </a:p>
          </p:txBody>
        </p:sp>
        <p:sp>
          <p:nvSpPr>
            <p:cNvPr id="46" name="Freeform 5">
              <a:extLst>
                <a:ext uri="{FF2B5EF4-FFF2-40B4-BE49-F238E27FC236}">
                  <a16:creationId xmlns:a16="http://schemas.microsoft.com/office/drawing/2014/main" id="{F387CF2C-BA73-B982-26D3-8ADC63CB9144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DB2530C2-C6FB-F4D4-DFAA-6F3E4B854ED1}"/>
              </a:ext>
            </a:extLst>
          </p:cNvPr>
          <p:cNvGrpSpPr/>
          <p:nvPr/>
        </p:nvGrpSpPr>
        <p:grpSpPr>
          <a:xfrm>
            <a:off x="1371600" y="1316117"/>
            <a:ext cx="7086600" cy="552410"/>
            <a:chOff x="1535808" y="1451163"/>
            <a:chExt cx="8639037" cy="552410"/>
          </a:xfrm>
        </p:grpSpPr>
        <p:sp>
          <p:nvSpPr>
            <p:cNvPr id="48" name="TextBox 26">
              <a:extLst>
                <a:ext uri="{FF2B5EF4-FFF2-40B4-BE49-F238E27FC236}">
                  <a16:creationId xmlns:a16="http://schemas.microsoft.com/office/drawing/2014/main" id="{AFBED65C-E1E9-87DD-BD84-5CEB82472FE3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PREVIOUS</a:t>
              </a:r>
            </a:p>
          </p:txBody>
        </p:sp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15B0FDAE-ACB3-892C-D494-E3238787F298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pic>
        <p:nvPicPr>
          <p:cNvPr id="51" name="図 50" descr="グラフ, 散布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F4044CB-A9C9-CFC0-6D4C-EE1939B17F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19"/>
          <a:stretch/>
        </p:blipFill>
        <p:spPr>
          <a:xfrm>
            <a:off x="1242635" y="2001922"/>
            <a:ext cx="4022848" cy="2690689"/>
          </a:xfrm>
          <a:prstGeom prst="rect">
            <a:avLst/>
          </a:prstGeom>
        </p:spPr>
      </p:pic>
      <p:pic>
        <p:nvPicPr>
          <p:cNvPr id="53" name="図 52" descr="グラフ, 散布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AE6B6EB8-0A36-71F1-43B1-16B936FC14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0174" r="7489" b="608"/>
          <a:stretch/>
        </p:blipFill>
        <p:spPr>
          <a:xfrm>
            <a:off x="5177967" y="1936816"/>
            <a:ext cx="3919603" cy="2835109"/>
          </a:xfrm>
          <a:prstGeom prst="rect">
            <a:avLst/>
          </a:prstGeom>
        </p:spPr>
      </p:pic>
      <p:pic>
        <p:nvPicPr>
          <p:cNvPr id="55" name="図 54" descr="グラフ, 散布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2D772480-CCB4-6512-80FF-4826A84B9B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77" r="7489"/>
          <a:stretch/>
        </p:blipFill>
        <p:spPr>
          <a:xfrm>
            <a:off x="1221147" y="4784148"/>
            <a:ext cx="3919603" cy="2841578"/>
          </a:xfrm>
          <a:prstGeom prst="rect">
            <a:avLst/>
          </a:prstGeom>
        </p:spPr>
      </p:pic>
      <p:pic>
        <p:nvPicPr>
          <p:cNvPr id="57" name="図 56" descr="グラフ, 散布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12CA373-4EC9-4125-945F-CFC956F0E6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86" r="7489"/>
          <a:stretch/>
        </p:blipFill>
        <p:spPr>
          <a:xfrm>
            <a:off x="5162755" y="4795412"/>
            <a:ext cx="3919603" cy="2819049"/>
          </a:xfrm>
          <a:prstGeom prst="rect">
            <a:avLst/>
          </a:prstGeom>
        </p:spPr>
      </p:pic>
      <p:pic>
        <p:nvPicPr>
          <p:cNvPr id="59" name="図 58" descr="グラフ, 散布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0B2E78C-1CF3-7A41-80FB-07F261FE9F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77" r="7489"/>
          <a:stretch/>
        </p:blipFill>
        <p:spPr>
          <a:xfrm>
            <a:off x="1221149" y="7432722"/>
            <a:ext cx="3919601" cy="2841578"/>
          </a:xfrm>
          <a:prstGeom prst="rect">
            <a:avLst/>
          </a:prstGeom>
        </p:spPr>
      </p:pic>
      <p:pic>
        <p:nvPicPr>
          <p:cNvPr id="63" name="図 62" descr="グラフ, 散布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FA9E239-3829-0D20-6AF4-9A7B18C3ED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62" r="8671"/>
          <a:stretch/>
        </p:blipFill>
        <p:spPr>
          <a:xfrm>
            <a:off x="10025586" y="4692611"/>
            <a:ext cx="3692938" cy="2703258"/>
          </a:xfrm>
          <a:prstGeom prst="rect">
            <a:avLst/>
          </a:prstGeom>
        </p:spPr>
      </p:pic>
      <p:pic>
        <p:nvPicPr>
          <p:cNvPr id="65" name="図 64" descr="グラフ, 散布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0E2E624-FBF2-09FB-0F39-54F347C177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62" r="8671"/>
          <a:stretch/>
        </p:blipFill>
        <p:spPr>
          <a:xfrm>
            <a:off x="13886538" y="4691364"/>
            <a:ext cx="3692937" cy="2703258"/>
          </a:xfrm>
          <a:prstGeom prst="rect">
            <a:avLst/>
          </a:prstGeom>
        </p:spPr>
      </p:pic>
      <p:pic>
        <p:nvPicPr>
          <p:cNvPr id="67" name="図 66" descr="グラフ, 散布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92E7346-C5E4-F1F5-381A-E078AA4D487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34" r="7532"/>
          <a:stretch/>
        </p:blipFill>
        <p:spPr>
          <a:xfrm>
            <a:off x="10025586" y="7513244"/>
            <a:ext cx="3738952" cy="2698042"/>
          </a:xfrm>
          <a:prstGeom prst="rect">
            <a:avLst/>
          </a:prstGeom>
        </p:spPr>
      </p:pic>
      <p:pic>
        <p:nvPicPr>
          <p:cNvPr id="68" name="図 67" descr="グラフ, 散布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A2DF6A4-7DFE-3D20-3C6F-6CA67F87B52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99" r="7489"/>
          <a:stretch/>
        </p:blipFill>
        <p:spPr>
          <a:xfrm>
            <a:off x="10025586" y="1989678"/>
            <a:ext cx="3653050" cy="2609182"/>
          </a:xfrm>
          <a:prstGeom prst="rect">
            <a:avLst/>
          </a:prstGeom>
        </p:spPr>
      </p:pic>
      <p:pic>
        <p:nvPicPr>
          <p:cNvPr id="69" name="図 68" descr="グラフ, 散布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0D18540-6569-D177-8817-B18BEDE32C0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62" r="8671"/>
          <a:stretch/>
        </p:blipFill>
        <p:spPr>
          <a:xfrm>
            <a:off x="13901750" y="1963247"/>
            <a:ext cx="3692938" cy="2703258"/>
          </a:xfrm>
          <a:prstGeom prst="rect">
            <a:avLst/>
          </a:prstGeom>
        </p:spPr>
      </p:pic>
      <p:sp>
        <p:nvSpPr>
          <p:cNvPr id="70" name="TextBox 24">
            <a:extLst>
              <a:ext uri="{FF2B5EF4-FFF2-40B4-BE49-F238E27FC236}">
                <a16:creationId xmlns:a16="http://schemas.microsoft.com/office/drawing/2014/main" id="{9BCF98CC-6605-2ADB-AE70-09A25E56B14F}"/>
              </a:ext>
            </a:extLst>
          </p:cNvPr>
          <p:cNvSpPr txBox="1"/>
          <p:nvPr/>
        </p:nvSpPr>
        <p:spPr>
          <a:xfrm>
            <a:off x="6045878" y="7986625"/>
            <a:ext cx="3738952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平均決定係数：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algn="l">
              <a:lnSpc>
                <a:spcPts val="7000"/>
              </a:lnSpc>
              <a:spcBef>
                <a:spcPct val="0"/>
              </a:spcBef>
              <a:buClr>
                <a:srgbClr val="64A4A3"/>
              </a:buClr>
            </a:pPr>
            <a:r>
              <a:rPr lang="en-US" altLang="ja-JP" sz="7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0.9986</a:t>
            </a:r>
          </a:p>
        </p:txBody>
      </p:sp>
      <p:sp>
        <p:nvSpPr>
          <p:cNvPr id="71" name="TextBox 24">
            <a:extLst>
              <a:ext uri="{FF2B5EF4-FFF2-40B4-BE49-F238E27FC236}">
                <a16:creationId xmlns:a16="http://schemas.microsoft.com/office/drawing/2014/main" id="{9C430C39-2E52-DEC3-E241-A7FF01B08BFF}"/>
              </a:ext>
            </a:extLst>
          </p:cNvPr>
          <p:cNvSpPr txBox="1"/>
          <p:nvPr/>
        </p:nvSpPr>
        <p:spPr>
          <a:xfrm>
            <a:off x="14720990" y="7920137"/>
            <a:ext cx="3738952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平均決定係数：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algn="l">
              <a:lnSpc>
                <a:spcPts val="7000"/>
              </a:lnSpc>
              <a:spcBef>
                <a:spcPct val="0"/>
              </a:spcBef>
              <a:buClr>
                <a:srgbClr val="64A4A3"/>
              </a:buClr>
            </a:pPr>
            <a:r>
              <a:rPr lang="en-US" altLang="ja-JP" sz="7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0.9980</a:t>
            </a:r>
          </a:p>
        </p:txBody>
      </p:sp>
    </p:spTree>
    <p:extLst>
      <p:ext uri="{BB962C8B-B14F-4D97-AF65-F5344CB8AC3E}">
        <p14:creationId xmlns:p14="http://schemas.microsoft.com/office/powerpoint/2010/main" val="1299045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AB5E9-1A88-678A-7F82-1E3C52D16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2AB8C4F4-73DC-EC67-35CF-B1B4A81AE2FD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E82B09AB-501B-EF80-5F03-C8CCC6A8F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F41A0B40-D675-57C9-C29C-9A06140F1F7B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87E3A363-4C3C-4B8E-0D76-A3D97B83839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58D18F4D-94B9-DA5B-86DE-1452BC999B65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B79C022F-BF22-DF6E-59C0-5DBD9FE4A8F8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8049E25C-AA9D-4DDB-1172-6C8A6CEDDF66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425F936D-95AB-F050-1B28-5F380115D1A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0FE1C47C-4A1D-18F6-55B2-C5CF6B2F9FA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7E95232D-8C97-9547-3428-EA2A40669E65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17CB3A24-70E6-AC42-00F7-4C131109B43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A129F001-BDAF-B1E4-6978-5DABCDB4531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BE5A31DC-697E-CE41-8D57-5FE2B67399B5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205B510F-8478-01CD-31B8-240C720AE2EA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F8D6FED2-3E4E-F18E-2FA4-CB7104C75F0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C157E827-B91F-E291-4FE4-D8C840BDF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8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0ACEC971-0345-F5E1-1651-DD2F27CDE97D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E8FD5FA1-14C6-F2F7-3F21-76462D55B3B2}"/>
              </a:ext>
            </a:extLst>
          </p:cNvPr>
          <p:cNvGrpSpPr/>
          <p:nvPr/>
        </p:nvGrpSpPr>
        <p:grpSpPr>
          <a:xfrm>
            <a:off x="3505200" y="3619500"/>
            <a:ext cx="12343465" cy="3355598"/>
            <a:chOff x="10121433" y="2372121"/>
            <a:chExt cx="6318718" cy="16938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D38611A9-4281-9B81-79E4-39523846706A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16827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altLang="ja-JP" sz="4800" dirty="0" err="1">
                  <a:solidFill>
                    <a:srgbClr val="ECF1F1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Librosa</a:t>
              </a:r>
              <a:r>
                <a:rPr lang="en-US" altLang="ja-JP" sz="4800" dirty="0">
                  <a:solidFill>
                    <a:srgbClr val="ECF1F1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 </a:t>
              </a:r>
              <a:r>
                <a:rPr lang="ja-JP" altLang="en-US" sz="4800" dirty="0">
                  <a:solidFill>
                    <a:srgbClr val="ECF1F1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と</a:t>
              </a:r>
              <a:r>
                <a:rPr lang="en-US" altLang="ja-JP" sz="4800" dirty="0">
                  <a:solidFill>
                    <a:srgbClr val="ECF1F1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 </a:t>
              </a:r>
              <a:r>
                <a:rPr lang="en-US" altLang="ja-JP" sz="4800" dirty="0" err="1">
                  <a:solidFill>
                    <a:srgbClr val="ECF1F1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soundfile</a:t>
              </a:r>
              <a:endParaRPr lang="en-US" altLang="ja-JP" sz="4800" dirty="0">
                <a:solidFill>
                  <a:srgbClr val="ECF1F1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ECF1F1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更新したデータで学習</a:t>
              </a:r>
              <a:endParaRPr lang="en-US" altLang="ja-JP" sz="4800" dirty="0">
                <a:solidFill>
                  <a:srgbClr val="ECF1F1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研究計画</a:t>
              </a:r>
              <a:endParaRPr lang="en-US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3CFFAAF4-79FB-32BE-3F86-F2C51C55AB1B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693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8637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B380CD6-6546-7D10-A42A-9E7F5014A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BD478F2-93FB-7553-E103-A6B3839A5A0D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7D11835D-57AA-BE86-BCDE-68226B602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3B78E05A-DEF5-2D6B-B55B-DB82EC5920C4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EEE9B645-6430-60ED-1258-90350A0DD8B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7D062015-C78C-B7BE-0F9C-81E88D230C46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60F8FF6D-0F13-7307-815B-B6A9447179C4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41D664AF-D53E-642F-86FD-B1A855E2DB95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39CA5124-E45E-0CB1-1810-EE57DA2A98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C0A1028B-7828-4E23-A025-A2A2D2431AD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C17D89E3-8887-6561-DC46-CE8A5DF780C6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5489C4AE-4A0B-0D6B-1EBE-B87B0D43218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6322874F-AD47-9232-CAC5-BCBEFE78F5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A393E3CE-4414-5AEF-237E-CCB155796221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340D6A49-4FDE-F2E2-098C-1B68ABAF617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D07D97A3-99DD-DF89-C8F5-40F48C6E3FF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99EC6C07-FABB-D71C-DE41-019BC555F7B8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9</a:t>
            </a:fld>
            <a:endParaRPr lang="en-US" sz="2400" dirty="0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0BAFD11F-3F10-483E-AB62-E981D12E4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914160"/>
              </p:ext>
            </p:extLst>
          </p:nvPr>
        </p:nvGraphicFramePr>
        <p:xfrm>
          <a:off x="1092167" y="1301729"/>
          <a:ext cx="16623854" cy="88749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2643">
                  <a:extLst>
                    <a:ext uri="{9D8B030D-6E8A-4147-A177-3AD203B41FA5}">
                      <a16:colId xmlns:a16="http://schemas.microsoft.com/office/drawing/2014/main" val="3953687446"/>
                    </a:ext>
                  </a:extLst>
                </a:gridCol>
                <a:gridCol w="1992643">
                  <a:extLst>
                    <a:ext uri="{9D8B030D-6E8A-4147-A177-3AD203B41FA5}">
                      <a16:colId xmlns:a16="http://schemas.microsoft.com/office/drawing/2014/main" val="3910396634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1960058633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3720012584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2249843332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980012164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149286319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510820189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3091068966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611219766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3911321481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2429867615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1838375867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2465989910"/>
                    </a:ext>
                  </a:extLst>
                </a:gridCol>
              </a:tblGrid>
              <a:tr h="45360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項目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4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4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5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6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7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8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9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10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11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12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2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3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924179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特徴量抽出手法の比較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CWT, SWT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436297"/>
                  </a:ext>
                </a:extLst>
              </a:tr>
              <a:tr h="465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MFCC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036847"/>
                  </a:ext>
                </a:extLst>
              </a:tr>
              <a:tr h="465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Wigner-Ville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216785"/>
                  </a:ext>
                </a:extLst>
              </a:tr>
              <a:tr h="465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Highpass</a:t>
                      </a: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, noise</a:t>
                      </a: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285143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アンサンブル，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モデル選定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モデル数選定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80657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Efficientnet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702121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Densenet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582891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Transformer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907726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最適特徴量選定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267393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入れるか否か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716945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モデル・特徴量組み合わせ選定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458810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音響データを直接入力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単体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で検証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024575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 err="1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Wavenet+stft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で検証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402097"/>
                  </a:ext>
                </a:extLst>
              </a:tr>
              <a:tr h="6350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Wavenet+</a:t>
                      </a:r>
                      <a:r>
                        <a:rPr kumimoji="1" lang="ja-JP" altLang="en-US" sz="18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メルフィルタで検証</a:t>
                      </a:r>
                      <a:endParaRPr kumimoji="1" lang="en-US" altLang="ja-JP" sz="18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315728"/>
                  </a:ext>
                </a:extLst>
              </a:tr>
            </a:tbl>
          </a:graphicData>
        </a:graphic>
      </p:graphicFrame>
      <p:sp>
        <p:nvSpPr>
          <p:cNvPr id="4" name="矢印: 五方向 3">
            <a:extLst>
              <a:ext uri="{FF2B5EF4-FFF2-40B4-BE49-F238E27FC236}">
                <a16:creationId xmlns:a16="http://schemas.microsoft.com/office/drawing/2014/main" id="{CED69314-6E5C-D99F-C791-7A0B1D5015E9}"/>
              </a:ext>
            </a:extLst>
          </p:cNvPr>
          <p:cNvSpPr/>
          <p:nvPr/>
        </p:nvSpPr>
        <p:spPr>
          <a:xfrm>
            <a:off x="6612568" y="8337392"/>
            <a:ext cx="1347915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F4C6E962-1682-6D74-EA96-1F07AA9F6988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研究計画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6" name="矢印: 五方向 45">
            <a:extLst>
              <a:ext uri="{FF2B5EF4-FFF2-40B4-BE49-F238E27FC236}">
                <a16:creationId xmlns:a16="http://schemas.microsoft.com/office/drawing/2014/main" id="{951803F5-EC90-EC35-59D3-589C48EB2B8E}"/>
              </a:ext>
            </a:extLst>
          </p:cNvPr>
          <p:cNvSpPr/>
          <p:nvPr/>
        </p:nvSpPr>
        <p:spPr>
          <a:xfrm>
            <a:off x="11963909" y="7670111"/>
            <a:ext cx="2624993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schemeClr val="tx2">
                    <a:lumMod val="50000"/>
                  </a:schemeClr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最終的な結果</a:t>
            </a:r>
          </a:p>
        </p:txBody>
      </p:sp>
      <p:sp>
        <p:nvSpPr>
          <p:cNvPr id="47" name="矢印: 五方向 46">
            <a:extLst>
              <a:ext uri="{FF2B5EF4-FFF2-40B4-BE49-F238E27FC236}">
                <a16:creationId xmlns:a16="http://schemas.microsoft.com/office/drawing/2014/main" id="{7607518D-507C-07C4-578C-30FC47FCAD07}"/>
              </a:ext>
            </a:extLst>
          </p:cNvPr>
          <p:cNvSpPr/>
          <p:nvPr/>
        </p:nvSpPr>
        <p:spPr>
          <a:xfrm>
            <a:off x="9021213" y="5165089"/>
            <a:ext cx="1106847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48" name="矢印: 五方向 47">
            <a:extLst>
              <a:ext uri="{FF2B5EF4-FFF2-40B4-BE49-F238E27FC236}">
                <a16:creationId xmlns:a16="http://schemas.microsoft.com/office/drawing/2014/main" id="{5925079C-A3D2-1314-A80B-F9DB857AE7A4}"/>
              </a:ext>
            </a:extLst>
          </p:cNvPr>
          <p:cNvSpPr/>
          <p:nvPr/>
        </p:nvSpPr>
        <p:spPr>
          <a:xfrm>
            <a:off x="6606706" y="7040841"/>
            <a:ext cx="2170742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49" name="矢印: 五方向 48">
            <a:extLst>
              <a:ext uri="{FF2B5EF4-FFF2-40B4-BE49-F238E27FC236}">
                <a16:creationId xmlns:a16="http://schemas.microsoft.com/office/drawing/2014/main" id="{0B034D57-E1BA-C570-920A-B3CF0276F4EE}"/>
              </a:ext>
            </a:extLst>
          </p:cNvPr>
          <p:cNvSpPr/>
          <p:nvPr/>
        </p:nvSpPr>
        <p:spPr>
          <a:xfrm>
            <a:off x="5685222" y="6399854"/>
            <a:ext cx="959820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0" name="矢印: 五方向 49">
            <a:extLst>
              <a:ext uri="{FF2B5EF4-FFF2-40B4-BE49-F238E27FC236}">
                <a16:creationId xmlns:a16="http://schemas.microsoft.com/office/drawing/2014/main" id="{FF232047-0DD0-325E-C43E-C53931E002D2}"/>
              </a:ext>
            </a:extLst>
          </p:cNvPr>
          <p:cNvSpPr/>
          <p:nvPr/>
        </p:nvSpPr>
        <p:spPr>
          <a:xfrm>
            <a:off x="7960483" y="8978379"/>
            <a:ext cx="816965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1" name="矢印: 五方向 50">
            <a:extLst>
              <a:ext uri="{FF2B5EF4-FFF2-40B4-BE49-F238E27FC236}">
                <a16:creationId xmlns:a16="http://schemas.microsoft.com/office/drawing/2014/main" id="{D5A8678C-3663-692F-D544-6DBF90417BEE}"/>
              </a:ext>
            </a:extLst>
          </p:cNvPr>
          <p:cNvSpPr/>
          <p:nvPr/>
        </p:nvSpPr>
        <p:spPr>
          <a:xfrm>
            <a:off x="5760223" y="2484205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2" name="矢印: 五方向 51">
            <a:extLst>
              <a:ext uri="{FF2B5EF4-FFF2-40B4-BE49-F238E27FC236}">
                <a16:creationId xmlns:a16="http://schemas.microsoft.com/office/drawing/2014/main" id="{8E440685-BCCB-F718-68EF-9FA7ED6991B2}"/>
              </a:ext>
            </a:extLst>
          </p:cNvPr>
          <p:cNvSpPr/>
          <p:nvPr/>
        </p:nvSpPr>
        <p:spPr>
          <a:xfrm>
            <a:off x="5671307" y="1965796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3" name="矢印: 五方向 52">
            <a:extLst>
              <a:ext uri="{FF2B5EF4-FFF2-40B4-BE49-F238E27FC236}">
                <a16:creationId xmlns:a16="http://schemas.microsoft.com/office/drawing/2014/main" id="{441C1260-52CE-C0CD-A020-116428F9F0A8}"/>
              </a:ext>
            </a:extLst>
          </p:cNvPr>
          <p:cNvSpPr/>
          <p:nvPr/>
        </p:nvSpPr>
        <p:spPr>
          <a:xfrm>
            <a:off x="5948505" y="2934663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6" name="矢印: 五方向 55">
            <a:extLst>
              <a:ext uri="{FF2B5EF4-FFF2-40B4-BE49-F238E27FC236}">
                <a16:creationId xmlns:a16="http://schemas.microsoft.com/office/drawing/2014/main" id="{CF8BAFD6-8353-7912-B7D0-981F037DEC6F}"/>
              </a:ext>
            </a:extLst>
          </p:cNvPr>
          <p:cNvSpPr/>
          <p:nvPr/>
        </p:nvSpPr>
        <p:spPr>
          <a:xfrm>
            <a:off x="6070869" y="3437342"/>
            <a:ext cx="554396" cy="304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7" name="矢印: 五方向 56">
            <a:extLst>
              <a:ext uri="{FF2B5EF4-FFF2-40B4-BE49-F238E27FC236}">
                <a16:creationId xmlns:a16="http://schemas.microsoft.com/office/drawing/2014/main" id="{A50ABF9A-B8DC-B70A-A095-F2E1C1E3B357}"/>
              </a:ext>
            </a:extLst>
          </p:cNvPr>
          <p:cNvSpPr/>
          <p:nvPr/>
        </p:nvSpPr>
        <p:spPr>
          <a:xfrm>
            <a:off x="7960483" y="9606531"/>
            <a:ext cx="816965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EA2A2CA1-1E8E-30DD-C03C-5453FF1F1711}"/>
              </a:ext>
            </a:extLst>
          </p:cNvPr>
          <p:cNvSpPr txBox="1"/>
          <p:nvPr/>
        </p:nvSpPr>
        <p:spPr>
          <a:xfrm>
            <a:off x="14900811" y="4271170"/>
            <a:ext cx="153450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0" dirty="0"/>
              <a:t>？</a:t>
            </a:r>
          </a:p>
        </p:txBody>
      </p:sp>
      <p:sp>
        <p:nvSpPr>
          <p:cNvPr id="62" name="矢印: 五方向 61">
            <a:extLst>
              <a:ext uri="{FF2B5EF4-FFF2-40B4-BE49-F238E27FC236}">
                <a16:creationId xmlns:a16="http://schemas.microsoft.com/office/drawing/2014/main" id="{337B0EAC-3E72-754C-43C1-B6FE50699758}"/>
              </a:ext>
            </a:extLst>
          </p:cNvPr>
          <p:cNvSpPr/>
          <p:nvPr/>
        </p:nvSpPr>
        <p:spPr>
          <a:xfrm>
            <a:off x="10337337" y="3908181"/>
            <a:ext cx="1626573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2">
                    <a:lumMod val="50000"/>
                  </a:schemeClr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特徴量固定</a:t>
            </a:r>
          </a:p>
        </p:txBody>
      </p:sp>
      <p:sp>
        <p:nvSpPr>
          <p:cNvPr id="64" name="矢印: 五方向 63">
            <a:extLst>
              <a:ext uri="{FF2B5EF4-FFF2-40B4-BE49-F238E27FC236}">
                <a16:creationId xmlns:a16="http://schemas.microsoft.com/office/drawing/2014/main" id="{7FD6CC0C-B025-53C1-1D20-33E9AB37F20A}"/>
              </a:ext>
            </a:extLst>
          </p:cNvPr>
          <p:cNvSpPr/>
          <p:nvPr/>
        </p:nvSpPr>
        <p:spPr>
          <a:xfrm>
            <a:off x="9230490" y="5793241"/>
            <a:ext cx="1106847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598EDCB1-FFF3-5A52-A644-55976191A447}"/>
              </a:ext>
            </a:extLst>
          </p:cNvPr>
          <p:cNvCxnSpPr>
            <a:cxnSpLocks/>
          </p:cNvCxnSpPr>
          <p:nvPr/>
        </p:nvCxnSpPr>
        <p:spPr>
          <a:xfrm>
            <a:off x="5665446" y="1892469"/>
            <a:ext cx="0" cy="4329184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E37EE498-64D0-7E1D-0F26-5D015B8EDBFD}"/>
              </a:ext>
            </a:extLst>
          </p:cNvPr>
          <p:cNvCxnSpPr>
            <a:cxnSpLocks/>
          </p:cNvCxnSpPr>
          <p:nvPr/>
        </p:nvCxnSpPr>
        <p:spPr>
          <a:xfrm>
            <a:off x="6604480" y="1872723"/>
            <a:ext cx="20785" cy="7105656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矢印: 五方向 73">
            <a:extLst>
              <a:ext uri="{FF2B5EF4-FFF2-40B4-BE49-F238E27FC236}">
                <a16:creationId xmlns:a16="http://schemas.microsoft.com/office/drawing/2014/main" id="{1602FFF9-E65F-6166-78B1-07B686D26BA6}"/>
              </a:ext>
            </a:extLst>
          </p:cNvPr>
          <p:cNvSpPr/>
          <p:nvPr/>
        </p:nvSpPr>
        <p:spPr>
          <a:xfrm>
            <a:off x="8777448" y="4486208"/>
            <a:ext cx="1106847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632C3475-130B-6B0C-082A-60E65AE118AA}"/>
              </a:ext>
            </a:extLst>
          </p:cNvPr>
          <p:cNvCxnSpPr>
            <a:cxnSpLocks/>
          </p:cNvCxnSpPr>
          <p:nvPr/>
        </p:nvCxnSpPr>
        <p:spPr>
          <a:xfrm>
            <a:off x="8757672" y="1872723"/>
            <a:ext cx="19776" cy="8303970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20BAED29-BFAC-F152-6E4B-899CE76EBB00}"/>
              </a:ext>
            </a:extLst>
          </p:cNvPr>
          <p:cNvCxnSpPr>
            <a:cxnSpLocks/>
          </p:cNvCxnSpPr>
          <p:nvPr/>
        </p:nvCxnSpPr>
        <p:spPr>
          <a:xfrm>
            <a:off x="10339021" y="1892469"/>
            <a:ext cx="0" cy="4329184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843A9429-66BF-D880-EEF1-2A18E562DA6A}"/>
              </a:ext>
            </a:extLst>
          </p:cNvPr>
          <p:cNvCxnSpPr>
            <a:cxnSpLocks/>
          </p:cNvCxnSpPr>
          <p:nvPr/>
        </p:nvCxnSpPr>
        <p:spPr>
          <a:xfrm>
            <a:off x="11963910" y="1892469"/>
            <a:ext cx="0" cy="6234842"/>
          </a:xfrm>
          <a:prstGeom prst="line">
            <a:avLst/>
          </a:prstGeom>
          <a:ln w="50800">
            <a:solidFill>
              <a:srgbClr val="5276F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964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AF64734-8985-81E7-F02C-1F029A1E5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27A156E-8575-6B69-3622-E39FE025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6CE293C-5E1F-D18B-FDB5-65D382214842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6966F3BC-CA96-088C-0BC0-9F1CDC571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1E1E0F52-8445-CFF5-E8F5-1DA3652875F4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A7B44FE-C6D6-E641-E877-AB39157888C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8457E236-8E0F-A1E6-C866-D08525F305F9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2CFB77E1-55B9-6DAC-DAC7-0D6224378FD5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1568253F-8C4A-AFC2-A164-FCDDA21278C1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59406484-643D-B43D-711B-AC121845886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DD767C6C-9D45-CD83-BA9D-1CC1FE433EB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DE2EB27D-B1FA-DA25-C3AC-2C33F8BBF004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1FCDB979-A4B9-F2C9-C274-5A66996D55F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585D3DC2-05F1-9758-61E0-7252AB0F9C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74041AA0-9856-2EDC-4DBC-3C6BDCB952DA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D4C95E30-A392-7B8E-DA75-5129C342B65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8D2236D4-6E05-37AF-0079-3422FEB9A0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C72CE283-7FFF-5153-2645-DD8BA021BEDC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10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61804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3F31921-B9FC-3DA2-B765-8A0BBA4C4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BF47597-5171-166F-315A-BD02F0932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193738A-DFDC-3E1B-8EA4-1C5A472B367C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F169EBC2-5E7B-3555-E436-A4172F481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F4CBB17-4D36-FE32-2C0C-11836061C7E3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B79A041-70A5-4B0B-BBF7-7696516B362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8A29C6B5-A687-2034-B604-03DB0845CB9F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D465CA50-DCD9-E6D1-DF50-26EDD12BCA4E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577A288C-1C2E-C07C-1C06-8422BC8B08F1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F8588DBA-4A30-EC6C-9035-85D6BA240FE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F2003900-3796-3F86-EB96-0E0E66E3B8D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B350E013-3D70-3E7F-C4B6-8517EC5CB7F3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C173C1D9-4CE9-93FC-FD61-9710D738325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3D772C60-8A47-7764-F787-8B2B9E186C9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F4F462E7-CE58-683B-75EC-F8D7FAF42AC4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5B63D461-705B-0407-0394-EF8CF7C3C69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D5024502-93C6-2444-B0F5-CC3F5A4C43C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C410EC24-8FBF-330D-E681-616ADBCF2827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11</a:t>
            </a:fld>
            <a:endParaRPr lang="en-US" sz="2400" dirty="0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FBA93A78-E2A3-2B8A-54F0-862FD69A2B5D}"/>
              </a:ext>
            </a:extLst>
          </p:cNvPr>
          <p:cNvSpPr/>
          <p:nvPr/>
        </p:nvSpPr>
        <p:spPr>
          <a:xfrm>
            <a:off x="4505864" y="3248630"/>
            <a:ext cx="9796460" cy="4374019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3406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DA979A-2232-B18F-94AD-CE522D420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A7B271B-5ABC-22CA-D17A-37FB9584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B6907253-5DFE-D856-0578-347D8EC8EC25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BAAC7754-86CA-3FFF-3BD1-1D68547A5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2DCDF5B-E11A-7623-CE80-751974F6E981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4726FDD1-E140-7398-6DE0-FABEA317E5C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56E3F16A-16C7-EEAC-22BC-F6A786BB6770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2CAB03A1-094E-D0F2-240D-924E676976D8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DAB48B91-42CE-B23B-D329-E6CEAB4AB32A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AA38163E-472D-88F0-5AC0-909456E2C3FF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E776157F-3EFE-B90B-9B16-25C6CA7AC94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1970744D-84EB-1F9D-AE65-A4498CA8C995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CCD00C64-A0C9-C0D9-22C9-569C9AF08EF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77CCE5B6-F293-4F0A-A78D-2D2957C1E7F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EA5147E1-4B27-A80D-AD07-8BA0AC1C610F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D7F44DCD-7218-FCF2-EAF1-9F860830478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B8FDF732-E1E1-3DFA-DA38-E3EE41D46AF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FB2592BE-DC5F-84A8-CD14-1E93CBEC8EA8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12</a:t>
            </a:fld>
            <a:endParaRPr lang="en-US" sz="2400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23564E9A-48F7-A2BF-BDB9-894FE932ACB4}"/>
              </a:ext>
            </a:extLst>
          </p:cNvPr>
          <p:cNvGrpSpPr/>
          <p:nvPr/>
        </p:nvGrpSpPr>
        <p:grpSpPr>
          <a:xfrm>
            <a:off x="1418285" y="2853056"/>
            <a:ext cx="2109371" cy="6698440"/>
            <a:chOff x="1418285" y="2853056"/>
            <a:chExt cx="2109371" cy="6698440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CB7EBC46-835F-0297-30D3-0E98C64C6C35}"/>
                </a:ext>
              </a:extLst>
            </p:cNvPr>
            <p:cNvGrpSpPr/>
            <p:nvPr/>
          </p:nvGrpSpPr>
          <p:grpSpPr>
            <a:xfrm>
              <a:off x="1418285" y="2853056"/>
              <a:ext cx="2109371" cy="1008000"/>
              <a:chOff x="1656058" y="3294906"/>
              <a:chExt cx="2109371" cy="1008000"/>
            </a:xfrm>
          </p:grpSpPr>
          <p:sp>
            <p:nvSpPr>
              <p:cNvPr id="36" name="楕円 35">
                <a:extLst>
                  <a:ext uri="{FF2B5EF4-FFF2-40B4-BE49-F238E27FC236}">
                    <a16:creationId xmlns:a16="http://schemas.microsoft.com/office/drawing/2014/main" id="{6E348C05-9A1A-D122-EEAB-CFD55EE6D88D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1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7" name="直線コネクタ 36">
                <a:extLst>
                  <a:ext uri="{FF2B5EF4-FFF2-40B4-BE49-F238E27FC236}">
                    <a16:creationId xmlns:a16="http://schemas.microsoft.com/office/drawing/2014/main" id="{2CF08CEB-2BAA-6612-C602-A26369FE46A4}"/>
                  </a:ext>
                </a:extLst>
              </p:cNvPr>
              <p:cNvCxnSpPr>
                <a:cxnSpLocks/>
                <a:endCxn id="36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458AB4EF-9178-D10F-2B7E-AB53EFC60FC1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sp>
          <p:nvSpPr>
            <p:cNvPr id="5" name="矢印: 下 4">
              <a:extLst>
                <a:ext uri="{FF2B5EF4-FFF2-40B4-BE49-F238E27FC236}">
                  <a16:creationId xmlns:a16="http://schemas.microsoft.com/office/drawing/2014/main" id="{882C9F4E-2EAE-5AFA-4E98-427F2C9D9585}"/>
                </a:ext>
              </a:extLst>
            </p:cNvPr>
            <p:cNvSpPr/>
            <p:nvPr/>
          </p:nvSpPr>
          <p:spPr>
            <a:xfrm>
              <a:off x="2977323" y="3850839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619C0457-BFA4-617F-B1B5-7BB08C4AEE88}"/>
                </a:ext>
              </a:extLst>
            </p:cNvPr>
            <p:cNvGrpSpPr/>
            <p:nvPr/>
          </p:nvGrpSpPr>
          <p:grpSpPr>
            <a:xfrm>
              <a:off x="1418285" y="4750923"/>
              <a:ext cx="2109371" cy="1008000"/>
              <a:chOff x="1656058" y="3294906"/>
              <a:chExt cx="2109371" cy="1008000"/>
            </a:xfrm>
          </p:grpSpPr>
          <p:sp>
            <p:nvSpPr>
              <p:cNvPr id="33" name="楕円 32">
                <a:extLst>
                  <a:ext uri="{FF2B5EF4-FFF2-40B4-BE49-F238E27FC236}">
                    <a16:creationId xmlns:a16="http://schemas.microsoft.com/office/drawing/2014/main" id="{814483B7-FC9A-09AE-F50F-576B0C8F9494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2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A560ABD3-2469-2242-0899-4B910D99EE21}"/>
                  </a:ext>
                </a:extLst>
              </p:cNvPr>
              <p:cNvCxnSpPr>
                <a:cxnSpLocks/>
                <a:endCxn id="33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E10A100C-A7EF-4A15-07CB-FD95148FC385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08CAE8D0-EC04-A256-96D0-EC12F4DE1F94}"/>
                </a:ext>
              </a:extLst>
            </p:cNvPr>
            <p:cNvGrpSpPr/>
            <p:nvPr/>
          </p:nvGrpSpPr>
          <p:grpSpPr>
            <a:xfrm>
              <a:off x="1418285" y="6648790"/>
              <a:ext cx="2109371" cy="1008000"/>
              <a:chOff x="1656058" y="3294906"/>
              <a:chExt cx="2109371" cy="1008000"/>
            </a:xfrm>
          </p:grpSpPr>
          <p:sp>
            <p:nvSpPr>
              <p:cNvPr id="30" name="楕円 29">
                <a:extLst>
                  <a:ext uri="{FF2B5EF4-FFF2-40B4-BE49-F238E27FC236}">
                    <a16:creationId xmlns:a16="http://schemas.microsoft.com/office/drawing/2014/main" id="{D57DB331-D7A3-4F3B-1225-AF1B51264791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3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1" name="直線コネクタ 30">
                <a:extLst>
                  <a:ext uri="{FF2B5EF4-FFF2-40B4-BE49-F238E27FC236}">
                    <a16:creationId xmlns:a16="http://schemas.microsoft.com/office/drawing/2014/main" id="{BC242994-3810-F8C3-F5A0-585E4A64B43E}"/>
                  </a:ext>
                </a:extLst>
              </p:cNvPr>
              <p:cNvCxnSpPr>
                <a:cxnSpLocks/>
                <a:endCxn id="30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C9D61664-2954-9D78-9C5E-BF923A0CE8FC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B3C7638F-6F35-F7EC-7F78-BAEAE0F27CF9}"/>
                </a:ext>
              </a:extLst>
            </p:cNvPr>
            <p:cNvGrpSpPr/>
            <p:nvPr/>
          </p:nvGrpSpPr>
          <p:grpSpPr>
            <a:xfrm>
              <a:off x="1418285" y="8543496"/>
              <a:ext cx="2109371" cy="1008000"/>
              <a:chOff x="1656058" y="3294906"/>
              <a:chExt cx="2109371" cy="1008000"/>
            </a:xfrm>
          </p:grpSpPr>
          <p:sp>
            <p:nvSpPr>
              <p:cNvPr id="27" name="楕円 26">
                <a:extLst>
                  <a:ext uri="{FF2B5EF4-FFF2-40B4-BE49-F238E27FC236}">
                    <a16:creationId xmlns:a16="http://schemas.microsoft.com/office/drawing/2014/main" id="{6ED34ABB-271D-19B8-B07C-9B8099631699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4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F02B6CEA-3828-54E2-4DEA-AC913B84DB1E}"/>
                  </a:ext>
                </a:extLst>
              </p:cNvPr>
              <p:cNvCxnSpPr>
                <a:cxnSpLocks/>
                <a:endCxn id="27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9EAF984D-8798-2A72-8CF7-6E0AC1D81912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sp>
          <p:nvSpPr>
            <p:cNvPr id="9" name="矢印: 下 8">
              <a:extLst>
                <a:ext uri="{FF2B5EF4-FFF2-40B4-BE49-F238E27FC236}">
                  <a16:creationId xmlns:a16="http://schemas.microsoft.com/office/drawing/2014/main" id="{74F26521-2F7F-1B87-CB57-1D58BFF65561}"/>
                </a:ext>
              </a:extLst>
            </p:cNvPr>
            <p:cNvSpPr/>
            <p:nvPr/>
          </p:nvSpPr>
          <p:spPr>
            <a:xfrm>
              <a:off x="2975459" y="5765948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矢印: 下 25">
              <a:extLst>
                <a:ext uri="{FF2B5EF4-FFF2-40B4-BE49-F238E27FC236}">
                  <a16:creationId xmlns:a16="http://schemas.microsoft.com/office/drawing/2014/main" id="{9AE6FACA-FE53-AB50-3856-ED5455A3D375}"/>
                </a:ext>
              </a:extLst>
            </p:cNvPr>
            <p:cNvSpPr/>
            <p:nvPr/>
          </p:nvSpPr>
          <p:spPr>
            <a:xfrm>
              <a:off x="2975459" y="7663815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0279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AE509-1F5F-44D7-895B-AADA5EB0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寸法や色は場合に応じて調整しましょう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CA4200-D082-429B-A7B9-20EDE7036B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よく使う図形のパターン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600F27F-842D-4A09-9876-4F4D6FED49D4}"/>
              </a:ext>
            </a:extLst>
          </p:cNvPr>
          <p:cNvGrpSpPr/>
          <p:nvPr/>
        </p:nvGrpSpPr>
        <p:grpSpPr>
          <a:xfrm rot="3516666">
            <a:off x="1625500" y="4280081"/>
            <a:ext cx="1802963" cy="2351474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031DCB67-E3C0-40A6-82FC-F3A99614C50C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8F1F7A27-5455-4318-B9EB-F5DC2E371C80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A84CB4AB-8E74-474F-8F79-B603B9235B46}"/>
              </a:ext>
            </a:extLst>
          </p:cNvPr>
          <p:cNvGrpSpPr/>
          <p:nvPr/>
        </p:nvGrpSpPr>
        <p:grpSpPr>
          <a:xfrm>
            <a:off x="5644050" y="3680489"/>
            <a:ext cx="1277850" cy="3301794"/>
            <a:chOff x="4004187" y="2684206"/>
            <a:chExt cx="851900" cy="2201196"/>
          </a:xfrm>
          <a:solidFill>
            <a:srgbClr val="64A4A3"/>
          </a:solidFill>
        </p:grpSpPr>
        <p:sp>
          <p:nvSpPr>
            <p:cNvPr id="16" name="二等辺三角形 15">
              <a:extLst>
                <a:ext uri="{FF2B5EF4-FFF2-40B4-BE49-F238E27FC236}">
                  <a16:creationId xmlns:a16="http://schemas.microsoft.com/office/drawing/2014/main" id="{77F25128-43F7-4D7B-A506-7861040EA63C}"/>
                </a:ext>
              </a:extLst>
            </p:cNvPr>
            <p:cNvSpPr/>
            <p:nvPr/>
          </p:nvSpPr>
          <p:spPr>
            <a:xfrm>
              <a:off x="4004187" y="2684206"/>
              <a:ext cx="851900" cy="405581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id="{425DA271-AEFA-45AB-AD52-737DB7EF67C8}"/>
                </a:ext>
              </a:extLst>
            </p:cNvPr>
            <p:cNvSpPr/>
            <p:nvPr/>
          </p:nvSpPr>
          <p:spPr>
            <a:xfrm rot="10800000">
              <a:off x="4172039" y="4653111"/>
              <a:ext cx="516194" cy="232291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18" name="台形 17">
              <a:extLst>
                <a:ext uri="{FF2B5EF4-FFF2-40B4-BE49-F238E27FC236}">
                  <a16:creationId xmlns:a16="http://schemas.microsoft.com/office/drawing/2014/main" id="{0BE03671-A77A-4398-9395-69D34E2C8634}"/>
                </a:ext>
              </a:extLst>
            </p:cNvPr>
            <p:cNvSpPr/>
            <p:nvPr/>
          </p:nvSpPr>
          <p:spPr>
            <a:xfrm rot="10800000">
              <a:off x="4274402" y="3082408"/>
              <a:ext cx="311469" cy="1570703"/>
            </a:xfrm>
            <a:prstGeom prst="trapezoid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3DA5DF4-9734-4A8B-B3F2-EB432821614A}"/>
              </a:ext>
            </a:extLst>
          </p:cNvPr>
          <p:cNvGrpSpPr/>
          <p:nvPr/>
        </p:nvGrpSpPr>
        <p:grpSpPr>
          <a:xfrm>
            <a:off x="7894115" y="4814048"/>
            <a:ext cx="3539613" cy="2168237"/>
            <a:chOff x="4837472" y="2490841"/>
            <a:chExt cx="2359742" cy="1445491"/>
          </a:xfrm>
          <a:solidFill>
            <a:srgbClr val="64A4A3"/>
          </a:solidFill>
        </p:grpSpPr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161AF5DB-A2D8-495C-B795-7003573DFCCF}"/>
                </a:ext>
              </a:extLst>
            </p:cNvPr>
            <p:cNvSpPr/>
            <p:nvPr/>
          </p:nvSpPr>
          <p:spPr>
            <a:xfrm>
              <a:off x="4837472" y="2490841"/>
              <a:ext cx="2359742" cy="938159"/>
            </a:xfrm>
            <a:prstGeom prst="roundRect">
              <a:avLst>
                <a:gd name="adj" fmla="val 10379"/>
              </a:avLst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22" name="二等辺三角形 21">
              <a:extLst>
                <a:ext uri="{FF2B5EF4-FFF2-40B4-BE49-F238E27FC236}">
                  <a16:creationId xmlns:a16="http://schemas.microsoft.com/office/drawing/2014/main" id="{C811F06F-2D36-4904-A2A9-7CD991856DA0}"/>
                </a:ext>
              </a:extLst>
            </p:cNvPr>
            <p:cNvSpPr/>
            <p:nvPr/>
          </p:nvSpPr>
          <p:spPr>
            <a:xfrm rot="11901755">
              <a:off x="4948538" y="3335420"/>
              <a:ext cx="213186" cy="600912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2B12945-4562-4CBA-BD30-EF9F8726FCD9}"/>
              </a:ext>
            </a:extLst>
          </p:cNvPr>
          <p:cNvGrpSpPr/>
          <p:nvPr/>
        </p:nvGrpSpPr>
        <p:grpSpPr>
          <a:xfrm>
            <a:off x="3950372" y="3529255"/>
            <a:ext cx="1260987" cy="3738716"/>
            <a:chOff x="7800489" y="2818451"/>
            <a:chExt cx="840658" cy="2492477"/>
          </a:xfrm>
          <a:solidFill>
            <a:srgbClr val="64A4A3"/>
          </a:solidFill>
        </p:grpSpPr>
        <p:sp>
          <p:nvSpPr>
            <p:cNvPr id="24" name="二等辺三角形 23">
              <a:extLst>
                <a:ext uri="{FF2B5EF4-FFF2-40B4-BE49-F238E27FC236}">
                  <a16:creationId xmlns:a16="http://schemas.microsoft.com/office/drawing/2014/main" id="{5972915F-3F25-4048-8F16-22D7D6656CAA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25" name="二等辺三角形 24">
              <a:extLst>
                <a:ext uri="{FF2B5EF4-FFF2-40B4-BE49-F238E27FC236}">
                  <a16:creationId xmlns:a16="http://schemas.microsoft.com/office/drawing/2014/main" id="{FC3592AF-4DD9-481B-AE7D-C444443CA44E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692BBDB-6806-49B7-9241-7D2B547F185E}"/>
              </a:ext>
            </a:extLst>
          </p:cNvPr>
          <p:cNvCxnSpPr>
            <a:cxnSpLocks/>
          </p:cNvCxnSpPr>
          <p:nvPr/>
        </p:nvCxnSpPr>
        <p:spPr>
          <a:xfrm flipV="1">
            <a:off x="11199965" y="4025627"/>
            <a:ext cx="788670" cy="1187847"/>
          </a:xfrm>
          <a:prstGeom prst="line">
            <a:avLst/>
          </a:prstGeom>
          <a:ln>
            <a:solidFill>
              <a:srgbClr val="64A4A3"/>
            </a:solidFill>
            <a:headEnd type="oval" w="lg" len="lg"/>
          </a:ln>
          <a:effectLst>
            <a:glow rad="88900">
              <a:srgbClr val="FFFFFF">
                <a:alpha val="87000"/>
              </a:srgbClr>
            </a:glo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楕円 28">
            <a:extLst>
              <a:ext uri="{FF2B5EF4-FFF2-40B4-BE49-F238E27FC236}">
                <a16:creationId xmlns:a16="http://schemas.microsoft.com/office/drawing/2014/main" id="{602DA899-F613-4B35-A569-DACF6D76EEA5}"/>
              </a:ext>
            </a:extLst>
          </p:cNvPr>
          <p:cNvSpPr/>
          <p:nvPr/>
        </p:nvSpPr>
        <p:spPr>
          <a:xfrm>
            <a:off x="11746932" y="3180362"/>
            <a:ext cx="972000" cy="972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2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endParaRPr kumimoji="1" lang="ja-JP" altLang="en-US" sz="42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D97239CB-D2F7-464C-85F9-58EE17B7D302}"/>
              </a:ext>
            </a:extLst>
          </p:cNvPr>
          <p:cNvGrpSpPr/>
          <p:nvPr/>
        </p:nvGrpSpPr>
        <p:grpSpPr>
          <a:xfrm>
            <a:off x="1962177" y="6982284"/>
            <a:ext cx="1407456" cy="1260987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27" name="二等辺三角形 26">
              <a:extLst>
                <a:ext uri="{FF2B5EF4-FFF2-40B4-BE49-F238E27FC236}">
                  <a16:creationId xmlns:a16="http://schemas.microsoft.com/office/drawing/2014/main" id="{3B6F705D-F04B-4DBD-8C41-9BCBF909BE34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30" name="フリーフォーム: 図形 29">
              <a:extLst>
                <a:ext uri="{FF2B5EF4-FFF2-40B4-BE49-F238E27FC236}">
                  <a16:creationId xmlns:a16="http://schemas.microsoft.com/office/drawing/2014/main" id="{3076F6E7-0F39-40A8-B28D-938F6D40299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5183F042-B05B-8313-D916-4D435BA05131}"/>
              </a:ext>
            </a:extLst>
          </p:cNvPr>
          <p:cNvSpPr/>
          <p:nvPr/>
        </p:nvSpPr>
        <p:spPr>
          <a:xfrm>
            <a:off x="1884582" y="9529028"/>
            <a:ext cx="2070099" cy="303300"/>
          </a:xfrm>
          <a:custGeom>
            <a:avLst/>
            <a:gdLst>
              <a:gd name="connsiteX0" fmla="*/ 0 w 2070099"/>
              <a:gd name="connsiteY0" fmla="*/ 303300 h 303300"/>
              <a:gd name="connsiteX1" fmla="*/ 2070099 w 2070099"/>
              <a:gd name="connsiteY1" fmla="*/ 0 h 30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70099" h="303300" extrusionOk="0">
                <a:moveTo>
                  <a:pt x="0" y="303300"/>
                </a:moveTo>
                <a:cubicBezTo>
                  <a:pt x="665539" y="251203"/>
                  <a:pt x="1437177" y="72383"/>
                  <a:pt x="2070099" y="0"/>
                </a:cubicBezTo>
              </a:path>
            </a:pathLst>
          </a:custGeom>
          <a:noFill/>
          <a:ln cap="rnd">
            <a:solidFill>
              <a:srgbClr val="64A4A3"/>
            </a:solidFill>
            <a:round/>
            <a:headEnd type="none" w="med" len="med"/>
            <a:tailEnd type="arrow" w="lg" len="lg"/>
            <a:extLst>
              <a:ext uri="{C807C97D-BFC1-408E-A445-0C87EB9F89A2}">
                <ask:lineSketchStyleProps xmlns:ask="http://schemas.microsoft.com/office/drawing/2018/sketchyshapes" sd="697022472">
                  <a:custGeom>
                    <a:avLst/>
                    <a:gdLst>
                      <a:gd name="connsiteX0" fmla="*/ 0 w 2709333"/>
                      <a:gd name="connsiteY0" fmla="*/ 321732 h 321733"/>
                      <a:gd name="connsiteX1" fmla="*/ 1245419 w 2709333"/>
                      <a:gd name="connsiteY1" fmla="*/ 105712 h 321733"/>
                      <a:gd name="connsiteX2" fmla="*/ 2709333 w 2709333"/>
                      <a:gd name="connsiteY2" fmla="*/ 0 h 321733"/>
                      <a:gd name="connsiteX0" fmla="*/ 0 w 2709333"/>
                      <a:gd name="connsiteY0" fmla="*/ 321732 h 321732"/>
                      <a:gd name="connsiteX1" fmla="*/ 2709333 w 2709333"/>
                      <a:gd name="connsiteY1" fmla="*/ 0 h 3217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709333" h="321732" extrusionOk="0">
                        <a:moveTo>
                          <a:pt x="0" y="321732"/>
                        </a:moveTo>
                        <a:lnTo>
                          <a:pt x="2709333" y="0"/>
                        </a:ln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右大かっこ 7">
            <a:extLst>
              <a:ext uri="{FF2B5EF4-FFF2-40B4-BE49-F238E27FC236}">
                <a16:creationId xmlns:a16="http://schemas.microsoft.com/office/drawing/2014/main" id="{B56DB7F2-BBFC-B498-CF1C-E6E32288AFD5}"/>
              </a:ext>
            </a:extLst>
          </p:cNvPr>
          <p:cNvSpPr/>
          <p:nvPr/>
        </p:nvSpPr>
        <p:spPr>
          <a:xfrm>
            <a:off x="16312828" y="5143500"/>
            <a:ext cx="113813" cy="3216954"/>
          </a:xfrm>
          <a:custGeom>
            <a:avLst/>
            <a:gdLst>
              <a:gd name="connsiteX0" fmla="*/ 0 w 113813"/>
              <a:gd name="connsiteY0" fmla="*/ 0 h 3216954"/>
              <a:gd name="connsiteX1" fmla="*/ 113813 w 113813"/>
              <a:gd name="connsiteY1" fmla="*/ 9484 h 3216954"/>
              <a:gd name="connsiteX2" fmla="*/ 113813 w 113813"/>
              <a:gd name="connsiteY2" fmla="*/ 3207470 h 3216954"/>
              <a:gd name="connsiteX3" fmla="*/ 0 w 113813"/>
              <a:gd name="connsiteY3" fmla="*/ 3216954 h 3216954"/>
              <a:gd name="connsiteX4" fmla="*/ 0 w 113813"/>
              <a:gd name="connsiteY4" fmla="*/ 0 h 3216954"/>
              <a:gd name="connsiteX0" fmla="*/ 0 w 113813"/>
              <a:gd name="connsiteY0" fmla="*/ 0 h 3216954"/>
              <a:gd name="connsiteX1" fmla="*/ 113813 w 113813"/>
              <a:gd name="connsiteY1" fmla="*/ 9484 h 3216954"/>
              <a:gd name="connsiteX2" fmla="*/ 113813 w 113813"/>
              <a:gd name="connsiteY2" fmla="*/ 3207470 h 3216954"/>
              <a:gd name="connsiteX3" fmla="*/ 0 w 113813"/>
              <a:gd name="connsiteY3" fmla="*/ 3216954 h 3216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813" h="3216954" stroke="0" extrusionOk="0">
                <a:moveTo>
                  <a:pt x="0" y="0"/>
                </a:moveTo>
                <a:cubicBezTo>
                  <a:pt x="62916" y="47"/>
                  <a:pt x="113694" y="4668"/>
                  <a:pt x="113813" y="9484"/>
                </a:cubicBezTo>
                <a:cubicBezTo>
                  <a:pt x="73971" y="492516"/>
                  <a:pt x="155502" y="2426519"/>
                  <a:pt x="113813" y="3207470"/>
                </a:cubicBezTo>
                <a:cubicBezTo>
                  <a:pt x="109639" y="3210082"/>
                  <a:pt x="61642" y="3216009"/>
                  <a:pt x="0" y="3216954"/>
                </a:cubicBezTo>
                <a:cubicBezTo>
                  <a:pt x="132240" y="1817127"/>
                  <a:pt x="-92512" y="858553"/>
                  <a:pt x="0" y="0"/>
                </a:cubicBezTo>
                <a:close/>
              </a:path>
              <a:path w="113813" h="3216954" fill="none" extrusionOk="0">
                <a:moveTo>
                  <a:pt x="0" y="0"/>
                </a:moveTo>
                <a:cubicBezTo>
                  <a:pt x="63532" y="114"/>
                  <a:pt x="114293" y="4747"/>
                  <a:pt x="113813" y="9484"/>
                </a:cubicBezTo>
                <a:cubicBezTo>
                  <a:pt x="13846" y="1049752"/>
                  <a:pt x="21762" y="1612197"/>
                  <a:pt x="113813" y="3207470"/>
                </a:cubicBezTo>
                <a:cubicBezTo>
                  <a:pt x="112898" y="3213012"/>
                  <a:pt x="68013" y="3217462"/>
                  <a:pt x="0" y="3216954"/>
                </a:cubicBezTo>
              </a:path>
              <a:path w="113813" h="3216954" fill="none" stroke="0" extrusionOk="0">
                <a:moveTo>
                  <a:pt x="0" y="0"/>
                </a:moveTo>
                <a:cubicBezTo>
                  <a:pt x="63573" y="-666"/>
                  <a:pt x="114514" y="4859"/>
                  <a:pt x="113813" y="9484"/>
                </a:cubicBezTo>
                <a:cubicBezTo>
                  <a:pt x="271694" y="1262670"/>
                  <a:pt x="182013" y="2163840"/>
                  <a:pt x="113813" y="3207470"/>
                </a:cubicBezTo>
                <a:cubicBezTo>
                  <a:pt x="118347" y="3212067"/>
                  <a:pt x="63843" y="3215482"/>
                  <a:pt x="0" y="3216954"/>
                </a:cubicBezTo>
              </a:path>
            </a:pathLst>
          </a:custGeom>
          <a:ln w="19050"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43512134">
                  <a:prstGeom prst="rightBracke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79F5105-2867-CCBC-D635-B09EBEC74DE8}"/>
              </a:ext>
            </a:extLst>
          </p:cNvPr>
          <p:cNvSpPr txBox="1"/>
          <p:nvPr/>
        </p:nvSpPr>
        <p:spPr>
          <a:xfrm>
            <a:off x="12920096" y="5980866"/>
            <a:ext cx="2574021" cy="507831"/>
          </a:xfrm>
          <a:prstGeom prst="rect">
            <a:avLst/>
          </a:prstGeom>
          <a:solidFill>
            <a:srgbClr val="46877B"/>
          </a:solidFill>
        </p:spPr>
        <p:txBody>
          <a:bodyPr wrap="square">
            <a:spAutoFit/>
          </a:bodyPr>
          <a:lstStyle/>
          <a:p>
            <a:r>
              <a:rPr lang="en-US" altLang="ja-JP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何かの見出し</a:t>
            </a:r>
          </a:p>
        </p:txBody>
      </p: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EFD584C9-55DF-601C-DC7A-86517FFDB48C}"/>
              </a:ext>
            </a:extLst>
          </p:cNvPr>
          <p:cNvSpPr/>
          <p:nvPr/>
        </p:nvSpPr>
        <p:spPr>
          <a:xfrm rot="2149832">
            <a:off x="1849420" y="8034742"/>
            <a:ext cx="1674323" cy="1872653"/>
          </a:xfrm>
          <a:custGeom>
            <a:avLst/>
            <a:gdLst>
              <a:gd name="connsiteX0" fmla="*/ 0 w 6381750"/>
              <a:gd name="connsiteY0" fmla="*/ 87460 h 350919"/>
              <a:gd name="connsiteX1" fmla="*/ 508000 w 6381750"/>
              <a:gd name="connsiteY1" fmla="*/ 258910 h 350919"/>
              <a:gd name="connsiteX2" fmla="*/ 908050 w 6381750"/>
              <a:gd name="connsiteY2" fmla="*/ 125560 h 350919"/>
              <a:gd name="connsiteX3" fmla="*/ 1314450 w 6381750"/>
              <a:gd name="connsiteY3" fmla="*/ 252560 h 350919"/>
              <a:gd name="connsiteX4" fmla="*/ 2032000 w 6381750"/>
              <a:gd name="connsiteY4" fmla="*/ 4910 h 350919"/>
              <a:gd name="connsiteX5" fmla="*/ 2635250 w 6381750"/>
              <a:gd name="connsiteY5" fmla="*/ 100160 h 350919"/>
              <a:gd name="connsiteX6" fmla="*/ 3943350 w 6381750"/>
              <a:gd name="connsiteY6" fmla="*/ 252560 h 350919"/>
              <a:gd name="connsiteX7" fmla="*/ 4648200 w 6381750"/>
              <a:gd name="connsiteY7" fmla="*/ 347810 h 350919"/>
              <a:gd name="connsiteX8" fmla="*/ 5308600 w 6381750"/>
              <a:gd name="connsiteY8" fmla="*/ 138260 h 350919"/>
              <a:gd name="connsiteX9" fmla="*/ 6381750 w 6381750"/>
              <a:gd name="connsiteY9" fmla="*/ 87460 h 350919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84727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908050 w 6381750"/>
              <a:gd name="connsiteY1" fmla="*/ 122827 h 347987"/>
              <a:gd name="connsiteX2" fmla="*/ 1314450 w 6381750"/>
              <a:gd name="connsiteY2" fmla="*/ 249827 h 347987"/>
              <a:gd name="connsiteX3" fmla="*/ 2032000 w 6381750"/>
              <a:gd name="connsiteY3" fmla="*/ 2177 h 347987"/>
              <a:gd name="connsiteX4" fmla="*/ 2876550 w 6381750"/>
              <a:gd name="connsiteY4" fmla="*/ 135527 h 347987"/>
              <a:gd name="connsiteX5" fmla="*/ 3943350 w 6381750"/>
              <a:gd name="connsiteY5" fmla="*/ 249827 h 347987"/>
              <a:gd name="connsiteX6" fmla="*/ 4648200 w 6381750"/>
              <a:gd name="connsiteY6" fmla="*/ 345077 h 347987"/>
              <a:gd name="connsiteX7" fmla="*/ 5308600 w 6381750"/>
              <a:gd name="connsiteY7" fmla="*/ 135527 h 347987"/>
              <a:gd name="connsiteX8" fmla="*/ 6381750 w 6381750"/>
              <a:gd name="connsiteY8" fmla="*/ 143994 h 347987"/>
              <a:gd name="connsiteX0" fmla="*/ 0 w 6381750"/>
              <a:gd name="connsiteY0" fmla="*/ 84727 h 347987"/>
              <a:gd name="connsiteX1" fmla="*/ 1314450 w 6381750"/>
              <a:gd name="connsiteY1" fmla="*/ 249827 h 347987"/>
              <a:gd name="connsiteX2" fmla="*/ 2032000 w 6381750"/>
              <a:gd name="connsiteY2" fmla="*/ 2177 h 347987"/>
              <a:gd name="connsiteX3" fmla="*/ 2876550 w 6381750"/>
              <a:gd name="connsiteY3" fmla="*/ 135527 h 347987"/>
              <a:gd name="connsiteX4" fmla="*/ 3943350 w 6381750"/>
              <a:gd name="connsiteY4" fmla="*/ 249827 h 347987"/>
              <a:gd name="connsiteX5" fmla="*/ 4648200 w 6381750"/>
              <a:gd name="connsiteY5" fmla="*/ 345077 h 347987"/>
              <a:gd name="connsiteX6" fmla="*/ 5308600 w 6381750"/>
              <a:gd name="connsiteY6" fmla="*/ 135527 h 347987"/>
              <a:gd name="connsiteX7" fmla="*/ 6381750 w 6381750"/>
              <a:gd name="connsiteY7" fmla="*/ 143994 h 347987"/>
              <a:gd name="connsiteX0" fmla="*/ 0 w 6381750"/>
              <a:gd name="connsiteY0" fmla="*/ 83224 h 346484"/>
              <a:gd name="connsiteX1" fmla="*/ 2032000 w 6381750"/>
              <a:gd name="connsiteY1" fmla="*/ 674 h 346484"/>
              <a:gd name="connsiteX2" fmla="*/ 2876550 w 6381750"/>
              <a:gd name="connsiteY2" fmla="*/ 134024 h 346484"/>
              <a:gd name="connsiteX3" fmla="*/ 3943350 w 6381750"/>
              <a:gd name="connsiteY3" fmla="*/ 248324 h 346484"/>
              <a:gd name="connsiteX4" fmla="*/ 4648200 w 6381750"/>
              <a:gd name="connsiteY4" fmla="*/ 343574 h 346484"/>
              <a:gd name="connsiteX5" fmla="*/ 5308600 w 6381750"/>
              <a:gd name="connsiteY5" fmla="*/ 134024 h 346484"/>
              <a:gd name="connsiteX6" fmla="*/ 6381750 w 6381750"/>
              <a:gd name="connsiteY6" fmla="*/ 142491 h 346484"/>
              <a:gd name="connsiteX0" fmla="*/ 0 w 6381750"/>
              <a:gd name="connsiteY0" fmla="*/ 0 h 263260"/>
              <a:gd name="connsiteX1" fmla="*/ 2876550 w 6381750"/>
              <a:gd name="connsiteY1" fmla="*/ 50800 h 263260"/>
              <a:gd name="connsiteX2" fmla="*/ 3943350 w 6381750"/>
              <a:gd name="connsiteY2" fmla="*/ 165100 h 263260"/>
              <a:gd name="connsiteX3" fmla="*/ 4648200 w 6381750"/>
              <a:gd name="connsiteY3" fmla="*/ 260350 h 263260"/>
              <a:gd name="connsiteX4" fmla="*/ 5308600 w 6381750"/>
              <a:gd name="connsiteY4" fmla="*/ 50800 h 263260"/>
              <a:gd name="connsiteX5" fmla="*/ 6381750 w 6381750"/>
              <a:gd name="connsiteY5" fmla="*/ 59267 h 263260"/>
              <a:gd name="connsiteX0" fmla="*/ 0 w 6381750"/>
              <a:gd name="connsiteY0" fmla="*/ 0 h 263260"/>
              <a:gd name="connsiteX1" fmla="*/ 3943350 w 6381750"/>
              <a:gd name="connsiteY1" fmla="*/ 165100 h 263260"/>
              <a:gd name="connsiteX2" fmla="*/ 4648200 w 6381750"/>
              <a:gd name="connsiteY2" fmla="*/ 260350 h 263260"/>
              <a:gd name="connsiteX3" fmla="*/ 5308600 w 6381750"/>
              <a:gd name="connsiteY3" fmla="*/ 50800 h 263260"/>
              <a:gd name="connsiteX4" fmla="*/ 6381750 w 6381750"/>
              <a:gd name="connsiteY4" fmla="*/ 59267 h 263260"/>
              <a:gd name="connsiteX0" fmla="*/ 0 w 6381750"/>
              <a:gd name="connsiteY0" fmla="*/ 0 h 260350"/>
              <a:gd name="connsiteX1" fmla="*/ 4648200 w 6381750"/>
              <a:gd name="connsiteY1" fmla="*/ 260350 h 260350"/>
              <a:gd name="connsiteX2" fmla="*/ 5308600 w 6381750"/>
              <a:gd name="connsiteY2" fmla="*/ 50800 h 260350"/>
              <a:gd name="connsiteX3" fmla="*/ 6381750 w 6381750"/>
              <a:gd name="connsiteY3" fmla="*/ 59267 h 260350"/>
              <a:gd name="connsiteX0" fmla="*/ 0 w 6381750"/>
              <a:gd name="connsiteY0" fmla="*/ 0 h 59267"/>
              <a:gd name="connsiteX1" fmla="*/ 5308600 w 6381750"/>
              <a:gd name="connsiteY1" fmla="*/ 50800 h 59267"/>
              <a:gd name="connsiteX2" fmla="*/ 6381750 w 6381750"/>
              <a:gd name="connsiteY2" fmla="*/ 59267 h 59267"/>
              <a:gd name="connsiteX0" fmla="*/ 0 w 6381750"/>
              <a:gd name="connsiteY0" fmla="*/ 0 h 1124584"/>
              <a:gd name="connsiteX1" fmla="*/ 4528057 w 6381750"/>
              <a:gd name="connsiteY1" fmla="*/ 1124584 h 1124584"/>
              <a:gd name="connsiteX2" fmla="*/ 6381750 w 6381750"/>
              <a:gd name="connsiteY2" fmla="*/ 59267 h 1124584"/>
              <a:gd name="connsiteX0" fmla="*/ 0 w 3161177"/>
              <a:gd name="connsiteY0" fmla="*/ 2112889 h 2112889"/>
              <a:gd name="connsiteX1" fmla="*/ 1307484 w 3161177"/>
              <a:gd name="connsiteY1" fmla="*/ 1067394 h 2112889"/>
              <a:gd name="connsiteX2" fmla="*/ 3161177 w 3161177"/>
              <a:gd name="connsiteY2" fmla="*/ 2077 h 2112889"/>
              <a:gd name="connsiteX0" fmla="*/ 0 w 3161177"/>
              <a:gd name="connsiteY0" fmla="*/ 2110812 h 2110812"/>
              <a:gd name="connsiteX1" fmla="*/ 3161177 w 3161177"/>
              <a:gd name="connsiteY1" fmla="*/ 0 h 2110812"/>
              <a:gd name="connsiteX0" fmla="*/ 0 w 1482258"/>
              <a:gd name="connsiteY0" fmla="*/ 903680 h 903680"/>
              <a:gd name="connsiteX1" fmla="*/ 1482258 w 1482258"/>
              <a:gd name="connsiteY1" fmla="*/ 0 h 90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82258" h="903680">
                <a:moveTo>
                  <a:pt x="0" y="903680"/>
                </a:moveTo>
                <a:lnTo>
                  <a:pt x="1482258" y="0"/>
                </a:lnTo>
              </a:path>
            </a:pathLst>
          </a:custGeom>
          <a:noFill/>
          <a:ln w="57150">
            <a:solidFill>
              <a:schemeClr val="accent2"/>
            </a:solidFill>
            <a:tailEnd type="triangle"/>
          </a:ln>
          <a:effectLst>
            <a:glow rad="635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44" name="矢印: 右 43">
            <a:extLst>
              <a:ext uri="{FF2B5EF4-FFF2-40B4-BE49-F238E27FC236}">
                <a16:creationId xmlns:a16="http://schemas.microsoft.com/office/drawing/2014/main" id="{0A2734DE-E047-CC2D-F3E2-E701DEBB69AE}"/>
              </a:ext>
            </a:extLst>
          </p:cNvPr>
          <p:cNvSpPr/>
          <p:nvPr/>
        </p:nvSpPr>
        <p:spPr>
          <a:xfrm>
            <a:off x="5586608" y="7965593"/>
            <a:ext cx="2696796" cy="1689941"/>
          </a:xfrm>
          <a:custGeom>
            <a:avLst/>
            <a:gdLst>
              <a:gd name="connsiteX0" fmla="*/ 0 w 2696796"/>
              <a:gd name="connsiteY0" fmla="*/ 422485 h 1689941"/>
              <a:gd name="connsiteX1" fmla="*/ 1851826 w 2696796"/>
              <a:gd name="connsiteY1" fmla="*/ 422485 h 1689941"/>
              <a:gd name="connsiteX2" fmla="*/ 1851826 w 2696796"/>
              <a:gd name="connsiteY2" fmla="*/ 0 h 1689941"/>
              <a:gd name="connsiteX3" fmla="*/ 2696796 w 2696796"/>
              <a:gd name="connsiteY3" fmla="*/ 844971 h 1689941"/>
              <a:gd name="connsiteX4" fmla="*/ 1851826 w 2696796"/>
              <a:gd name="connsiteY4" fmla="*/ 1689941 h 1689941"/>
              <a:gd name="connsiteX5" fmla="*/ 1851826 w 2696796"/>
              <a:gd name="connsiteY5" fmla="*/ 1267456 h 1689941"/>
              <a:gd name="connsiteX6" fmla="*/ 0 w 2696796"/>
              <a:gd name="connsiteY6" fmla="*/ 1267456 h 1689941"/>
              <a:gd name="connsiteX7" fmla="*/ 0 w 2696796"/>
              <a:gd name="connsiteY7" fmla="*/ 422485 h 1689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6796" h="1689941" fill="none" extrusionOk="0">
                <a:moveTo>
                  <a:pt x="0" y="422485"/>
                </a:moveTo>
                <a:cubicBezTo>
                  <a:pt x="750059" y="538289"/>
                  <a:pt x="1374274" y="509958"/>
                  <a:pt x="1851826" y="422485"/>
                </a:cubicBezTo>
                <a:cubicBezTo>
                  <a:pt x="1837742" y="317939"/>
                  <a:pt x="1819521" y="86815"/>
                  <a:pt x="1851826" y="0"/>
                </a:cubicBezTo>
                <a:cubicBezTo>
                  <a:pt x="2055125" y="337359"/>
                  <a:pt x="2355223" y="517283"/>
                  <a:pt x="2696796" y="844971"/>
                </a:cubicBezTo>
                <a:cubicBezTo>
                  <a:pt x="2529130" y="935746"/>
                  <a:pt x="1941185" y="1523172"/>
                  <a:pt x="1851826" y="1689941"/>
                </a:cubicBezTo>
                <a:cubicBezTo>
                  <a:pt x="1860372" y="1627371"/>
                  <a:pt x="1879261" y="1353147"/>
                  <a:pt x="1851826" y="1267456"/>
                </a:cubicBezTo>
                <a:cubicBezTo>
                  <a:pt x="933186" y="1162485"/>
                  <a:pt x="808602" y="1165236"/>
                  <a:pt x="0" y="1267456"/>
                </a:cubicBezTo>
                <a:cubicBezTo>
                  <a:pt x="31610" y="880851"/>
                  <a:pt x="-14985" y="712018"/>
                  <a:pt x="0" y="422485"/>
                </a:cubicBezTo>
                <a:close/>
              </a:path>
              <a:path w="2696796" h="1689941" stroke="0" extrusionOk="0">
                <a:moveTo>
                  <a:pt x="0" y="422485"/>
                </a:moveTo>
                <a:cubicBezTo>
                  <a:pt x="813686" y="377686"/>
                  <a:pt x="1468457" y="388744"/>
                  <a:pt x="1851826" y="422485"/>
                </a:cubicBezTo>
                <a:cubicBezTo>
                  <a:pt x="1875898" y="270205"/>
                  <a:pt x="1879465" y="54995"/>
                  <a:pt x="1851826" y="0"/>
                </a:cubicBezTo>
                <a:cubicBezTo>
                  <a:pt x="2253481" y="267547"/>
                  <a:pt x="2577189" y="613101"/>
                  <a:pt x="2696796" y="844971"/>
                </a:cubicBezTo>
                <a:cubicBezTo>
                  <a:pt x="2387423" y="1230962"/>
                  <a:pt x="2048119" y="1445984"/>
                  <a:pt x="1851826" y="1689941"/>
                </a:cubicBezTo>
                <a:cubicBezTo>
                  <a:pt x="1878023" y="1627206"/>
                  <a:pt x="1880690" y="1324605"/>
                  <a:pt x="1851826" y="1267456"/>
                </a:cubicBezTo>
                <a:cubicBezTo>
                  <a:pt x="1381968" y="1101894"/>
                  <a:pt x="725925" y="1125102"/>
                  <a:pt x="0" y="1267456"/>
                </a:cubicBezTo>
                <a:cubicBezTo>
                  <a:pt x="-29062" y="886853"/>
                  <a:pt x="-43012" y="569395"/>
                  <a:pt x="0" y="422485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864781296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46" name="フリーフォーム: 図形 45">
            <a:extLst>
              <a:ext uri="{FF2B5EF4-FFF2-40B4-BE49-F238E27FC236}">
                <a16:creationId xmlns:a16="http://schemas.microsoft.com/office/drawing/2014/main" id="{6C0FD5AB-5B5F-7AA0-6FBC-206214218608}"/>
              </a:ext>
            </a:extLst>
          </p:cNvPr>
          <p:cNvSpPr/>
          <p:nvPr/>
        </p:nvSpPr>
        <p:spPr>
          <a:xfrm>
            <a:off x="793952" y="4466906"/>
            <a:ext cx="3686175" cy="830102"/>
          </a:xfrm>
          <a:custGeom>
            <a:avLst/>
            <a:gdLst>
              <a:gd name="connsiteX0" fmla="*/ 0 w 2457450"/>
              <a:gd name="connsiteY0" fmla="*/ 553401 h 553401"/>
              <a:gd name="connsiteX1" fmla="*/ 1066800 w 2457450"/>
              <a:gd name="connsiteY1" fmla="*/ 48576 h 553401"/>
              <a:gd name="connsiteX2" fmla="*/ 2457450 w 2457450"/>
              <a:gd name="connsiteY2" fmla="*/ 48576 h 55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7450" h="553401">
                <a:moveTo>
                  <a:pt x="0" y="553401"/>
                </a:moveTo>
                <a:cubicBezTo>
                  <a:pt x="328612" y="343057"/>
                  <a:pt x="657225" y="132713"/>
                  <a:pt x="1066800" y="48576"/>
                </a:cubicBezTo>
                <a:cubicBezTo>
                  <a:pt x="1476375" y="-35561"/>
                  <a:pt x="1966912" y="6507"/>
                  <a:pt x="2457450" y="48576"/>
                </a:cubicBezTo>
              </a:path>
            </a:pathLst>
          </a:custGeom>
          <a:solidFill>
            <a:srgbClr val="64A4A3"/>
          </a:solidFill>
          <a:ln w="38100">
            <a:solidFill>
              <a:srgbClr val="64A4A3"/>
            </a:solidFill>
            <a:headEnd type="none" w="med" len="med"/>
            <a:tailEnd type="triangle" w="med" len="med"/>
          </a:ln>
          <a:effectLst>
            <a:glow rad="152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9366D17-C6F6-2F7E-0C8E-D7CA4265F094}"/>
              </a:ext>
            </a:extLst>
          </p:cNvPr>
          <p:cNvGrpSpPr/>
          <p:nvPr/>
        </p:nvGrpSpPr>
        <p:grpSpPr>
          <a:xfrm>
            <a:off x="11620311" y="7721874"/>
            <a:ext cx="1299785" cy="1384718"/>
            <a:chOff x="5897144" y="3284788"/>
            <a:chExt cx="866523" cy="923145"/>
          </a:xfrm>
          <a:solidFill>
            <a:srgbClr val="64A4A3"/>
          </a:solidFill>
        </p:grpSpPr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128A1380-4083-A4AF-A9AF-53345AAABDF1}"/>
                </a:ext>
              </a:extLst>
            </p:cNvPr>
            <p:cNvSpPr/>
            <p:nvPr/>
          </p:nvSpPr>
          <p:spPr>
            <a:xfrm>
              <a:off x="5897698" y="3332166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8" name="フリーフォーム: 図形 47">
              <a:extLst>
                <a:ext uri="{FF2B5EF4-FFF2-40B4-BE49-F238E27FC236}">
                  <a16:creationId xmlns:a16="http://schemas.microsoft.com/office/drawing/2014/main" id="{0F60FF85-8B94-7CA7-28BD-EE9A8905975E}"/>
                </a:ext>
              </a:extLst>
            </p:cNvPr>
            <p:cNvSpPr/>
            <p:nvPr/>
          </p:nvSpPr>
          <p:spPr>
            <a:xfrm rot="4964407">
              <a:off x="5961743" y="3402000"/>
              <a:ext cx="777334" cy="542909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C44C3672-6F4A-8A28-B2E1-FDAAD4B9653C}"/>
                </a:ext>
              </a:extLst>
            </p:cNvPr>
            <p:cNvSpPr/>
            <p:nvPr/>
          </p:nvSpPr>
          <p:spPr>
            <a:xfrm rot="8884375">
              <a:off x="5897144" y="3395723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21E955EA-67B5-7ECC-CB8F-3C3E4686AE8A}"/>
                </a:ext>
              </a:extLst>
            </p:cNvPr>
            <p:cNvSpPr/>
            <p:nvPr/>
          </p:nvSpPr>
          <p:spPr>
            <a:xfrm rot="12451915">
              <a:off x="5920913" y="3415024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51" name="フリーフォーム: 図形 50">
              <a:extLst>
                <a:ext uri="{FF2B5EF4-FFF2-40B4-BE49-F238E27FC236}">
                  <a16:creationId xmlns:a16="http://schemas.microsoft.com/office/drawing/2014/main" id="{BDF494D2-1DAE-AEB3-A146-38DB5558CB4C}"/>
                </a:ext>
              </a:extLst>
            </p:cNvPr>
            <p:cNvSpPr/>
            <p:nvPr/>
          </p:nvSpPr>
          <p:spPr>
            <a:xfrm rot="15479593">
              <a:off x="5960037" y="3712865"/>
              <a:ext cx="777334" cy="212802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</p:spTree>
    <p:extLst>
      <p:ext uri="{BB962C8B-B14F-4D97-AF65-F5344CB8AC3E}">
        <p14:creationId xmlns:p14="http://schemas.microsoft.com/office/powerpoint/2010/main" val="1799079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62966E-E008-9DDC-DD95-31FEDECDAB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良く使う図形パターン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A0811D00-B639-7D58-D363-8290AD29E62C}"/>
              </a:ext>
            </a:extLst>
          </p:cNvPr>
          <p:cNvSpPr/>
          <p:nvPr/>
        </p:nvSpPr>
        <p:spPr>
          <a:xfrm>
            <a:off x="4184884" y="202240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EE3C2FA-C4E2-9188-98AB-D6750654E01E}"/>
              </a:ext>
            </a:extLst>
          </p:cNvPr>
          <p:cNvSpPr txBox="1"/>
          <p:nvPr/>
        </p:nvSpPr>
        <p:spPr>
          <a:xfrm>
            <a:off x="4133428" y="2845245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ひとつめ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F600B182-1E03-FE3F-38CF-BE77E0F38AC6}"/>
              </a:ext>
            </a:extLst>
          </p:cNvPr>
          <p:cNvSpPr/>
          <p:nvPr/>
        </p:nvSpPr>
        <p:spPr>
          <a:xfrm>
            <a:off x="2147695" y="542755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0636C0C-4196-FBC8-E6B1-2A2B6B9C99B7}"/>
              </a:ext>
            </a:extLst>
          </p:cNvPr>
          <p:cNvSpPr txBox="1"/>
          <p:nvPr/>
        </p:nvSpPr>
        <p:spPr>
          <a:xfrm>
            <a:off x="2024176" y="6275208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みっつめ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1B58024-0DF9-700C-3393-339C7F03622C}"/>
              </a:ext>
            </a:extLst>
          </p:cNvPr>
          <p:cNvSpPr/>
          <p:nvPr/>
        </p:nvSpPr>
        <p:spPr>
          <a:xfrm>
            <a:off x="6272491" y="540850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E243A9B-ED86-339C-E2EB-EFDFA00CF9EF}"/>
              </a:ext>
            </a:extLst>
          </p:cNvPr>
          <p:cNvSpPr txBox="1"/>
          <p:nvPr/>
        </p:nvSpPr>
        <p:spPr>
          <a:xfrm>
            <a:off x="6191896" y="6261975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➁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ふたつめ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27510278-8BCC-2772-B7D4-6900CC651828}"/>
              </a:ext>
            </a:extLst>
          </p:cNvPr>
          <p:cNvGrpSpPr/>
          <p:nvPr/>
        </p:nvGrpSpPr>
        <p:grpSpPr>
          <a:xfrm flipV="1">
            <a:off x="7656401" y="3988125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2" name="二等辺三角形 11">
              <a:extLst>
                <a:ext uri="{FF2B5EF4-FFF2-40B4-BE49-F238E27FC236}">
                  <a16:creationId xmlns:a16="http://schemas.microsoft.com/office/drawing/2014/main" id="{88C38720-FF04-C2D5-1BFB-D6E04C389897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DCA25AA5-6EC2-3A91-C987-1FA6D6720F6A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39545FA0-67FF-9A70-C888-13A69A398782}"/>
              </a:ext>
            </a:extLst>
          </p:cNvPr>
          <p:cNvGrpSpPr/>
          <p:nvPr/>
        </p:nvGrpSpPr>
        <p:grpSpPr>
          <a:xfrm rot="7241964" flipV="1">
            <a:off x="5188908" y="7778500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3767BD8E-FB78-2A44-9179-41A94C34D17A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55A6798D-20C7-E00B-7A02-153B6F17D077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1CC218CC-EEBC-1865-D9BB-837546C65874}"/>
              </a:ext>
            </a:extLst>
          </p:cNvPr>
          <p:cNvGrpSpPr/>
          <p:nvPr/>
        </p:nvGrpSpPr>
        <p:grpSpPr>
          <a:xfrm rot="14081671" flipV="1">
            <a:off x="3008535" y="3805423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F2F7520D-B9C9-EE46-43C0-1974C9EE110E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91521E69-6981-7659-CD42-1242DA646433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BABD0C2-66B5-256B-4604-E348FEFAC56D}"/>
              </a:ext>
            </a:extLst>
          </p:cNvPr>
          <p:cNvSpPr txBox="1"/>
          <p:nvPr/>
        </p:nvSpPr>
        <p:spPr>
          <a:xfrm>
            <a:off x="8172533" y="4335169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3D28F20-D312-FC56-A45A-9A9DD0F018F0}"/>
              </a:ext>
            </a:extLst>
          </p:cNvPr>
          <p:cNvSpPr txBox="1"/>
          <p:nvPr/>
        </p:nvSpPr>
        <p:spPr>
          <a:xfrm>
            <a:off x="4750090" y="8830626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32857B8-91F1-CA95-91BD-24CB159AB079}"/>
              </a:ext>
            </a:extLst>
          </p:cNvPr>
          <p:cNvSpPr txBox="1"/>
          <p:nvPr/>
        </p:nvSpPr>
        <p:spPr>
          <a:xfrm>
            <a:off x="924026" y="4403562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A69373F-043A-BD62-065E-9238200A2914}"/>
              </a:ext>
            </a:extLst>
          </p:cNvPr>
          <p:cNvSpPr/>
          <p:nvPr/>
        </p:nvSpPr>
        <p:spPr>
          <a:xfrm>
            <a:off x="11193983" y="2476893"/>
            <a:ext cx="485775" cy="48577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glow rad="1016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47A74F06-9B64-1B4A-43BA-C938BE525936}"/>
              </a:ext>
            </a:extLst>
          </p:cNvPr>
          <p:cNvSpPr/>
          <p:nvPr/>
        </p:nvSpPr>
        <p:spPr>
          <a:xfrm>
            <a:off x="12162225" y="2476668"/>
            <a:ext cx="486000" cy="486000"/>
          </a:xfrm>
          <a:prstGeom prst="ellipse">
            <a:avLst/>
          </a:prstGeom>
          <a:solidFill>
            <a:srgbClr val="46877B"/>
          </a:solidFill>
          <a:ln>
            <a:solidFill>
              <a:srgbClr val="46877B"/>
            </a:solidFill>
          </a:ln>
          <a:effectLst>
            <a:glow rad="101600">
              <a:srgbClr val="46877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804C8D84-DF1A-9E36-6B35-4F08C09A0AEE}"/>
              </a:ext>
            </a:extLst>
          </p:cNvPr>
          <p:cNvSpPr/>
          <p:nvPr/>
        </p:nvSpPr>
        <p:spPr>
          <a:xfrm>
            <a:off x="11595549" y="3247604"/>
            <a:ext cx="514350" cy="499901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57C0E608-BA74-F485-BAE3-702170BC32CC}"/>
              </a:ext>
            </a:extLst>
          </p:cNvPr>
          <p:cNvSpPr/>
          <p:nvPr/>
        </p:nvSpPr>
        <p:spPr>
          <a:xfrm>
            <a:off x="12792395" y="4590541"/>
            <a:ext cx="4352231" cy="1854809"/>
          </a:xfrm>
          <a:custGeom>
            <a:avLst/>
            <a:gdLst>
              <a:gd name="connsiteX0" fmla="*/ 0 w 4352231"/>
              <a:gd name="connsiteY0" fmla="*/ 927405 h 1854809"/>
              <a:gd name="connsiteX1" fmla="*/ 2176116 w 4352231"/>
              <a:gd name="connsiteY1" fmla="*/ 0 h 1854809"/>
              <a:gd name="connsiteX2" fmla="*/ 4352232 w 4352231"/>
              <a:gd name="connsiteY2" fmla="*/ 927405 h 1854809"/>
              <a:gd name="connsiteX3" fmla="*/ 2176116 w 4352231"/>
              <a:gd name="connsiteY3" fmla="*/ 1854810 h 1854809"/>
              <a:gd name="connsiteX4" fmla="*/ 0 w 4352231"/>
              <a:gd name="connsiteY4" fmla="*/ 927405 h 1854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2231" h="1854809" fill="none" extrusionOk="0">
                <a:moveTo>
                  <a:pt x="0" y="927405"/>
                </a:moveTo>
                <a:cubicBezTo>
                  <a:pt x="88957" y="330664"/>
                  <a:pt x="1036204" y="4086"/>
                  <a:pt x="2176116" y="0"/>
                </a:cubicBezTo>
                <a:cubicBezTo>
                  <a:pt x="3424330" y="79274"/>
                  <a:pt x="4334726" y="414837"/>
                  <a:pt x="4352232" y="927405"/>
                </a:cubicBezTo>
                <a:cubicBezTo>
                  <a:pt x="4538447" y="1466601"/>
                  <a:pt x="3219053" y="1782293"/>
                  <a:pt x="2176116" y="1854810"/>
                </a:cubicBezTo>
                <a:cubicBezTo>
                  <a:pt x="964531" y="1857719"/>
                  <a:pt x="57048" y="1362262"/>
                  <a:pt x="0" y="927405"/>
                </a:cubicBezTo>
                <a:close/>
              </a:path>
              <a:path w="4352231" h="1854809" stroke="0" extrusionOk="0">
                <a:moveTo>
                  <a:pt x="0" y="927405"/>
                </a:moveTo>
                <a:cubicBezTo>
                  <a:pt x="-13236" y="438434"/>
                  <a:pt x="897001" y="-31912"/>
                  <a:pt x="2176116" y="0"/>
                </a:cubicBezTo>
                <a:cubicBezTo>
                  <a:pt x="3410746" y="-4841"/>
                  <a:pt x="4332356" y="451413"/>
                  <a:pt x="4352232" y="927405"/>
                </a:cubicBezTo>
                <a:cubicBezTo>
                  <a:pt x="4293016" y="1459389"/>
                  <a:pt x="3346187" y="1892372"/>
                  <a:pt x="2176116" y="1854810"/>
                </a:cubicBezTo>
                <a:cubicBezTo>
                  <a:pt x="1017127" y="1827082"/>
                  <a:pt x="-51413" y="1451390"/>
                  <a:pt x="0" y="927405"/>
                </a:cubicBezTo>
                <a:close/>
              </a:path>
            </a:pathLst>
          </a:custGeom>
          <a:solidFill>
            <a:srgbClr val="D3E9E5"/>
          </a:solidFill>
          <a:ln>
            <a:solidFill>
              <a:srgbClr val="D3E9E5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11994F12-90A6-E96A-5BE6-5E9F08D17B74}"/>
              </a:ext>
            </a:extLst>
          </p:cNvPr>
          <p:cNvSpPr/>
          <p:nvPr/>
        </p:nvSpPr>
        <p:spPr>
          <a:xfrm>
            <a:off x="14277877" y="2351718"/>
            <a:ext cx="3352691" cy="3265911"/>
          </a:xfrm>
          <a:custGeom>
            <a:avLst/>
            <a:gdLst>
              <a:gd name="connsiteX0" fmla="*/ 0 w 3352691"/>
              <a:gd name="connsiteY0" fmla="*/ 1632956 h 3265911"/>
              <a:gd name="connsiteX1" fmla="*/ 1676346 w 3352691"/>
              <a:gd name="connsiteY1" fmla="*/ 0 h 3265911"/>
              <a:gd name="connsiteX2" fmla="*/ 3352692 w 3352691"/>
              <a:gd name="connsiteY2" fmla="*/ 1632956 h 3265911"/>
              <a:gd name="connsiteX3" fmla="*/ 1676346 w 3352691"/>
              <a:gd name="connsiteY3" fmla="*/ 3265912 h 3265911"/>
              <a:gd name="connsiteX4" fmla="*/ 0 w 3352691"/>
              <a:gd name="connsiteY4" fmla="*/ 1632956 h 3265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691" h="3265911" fill="none" extrusionOk="0">
                <a:moveTo>
                  <a:pt x="0" y="1632956"/>
                </a:moveTo>
                <a:cubicBezTo>
                  <a:pt x="-97699" y="748535"/>
                  <a:pt x="738675" y="32818"/>
                  <a:pt x="1676346" y="0"/>
                </a:cubicBezTo>
                <a:cubicBezTo>
                  <a:pt x="2462672" y="-52220"/>
                  <a:pt x="3428322" y="768244"/>
                  <a:pt x="3352692" y="1632956"/>
                </a:cubicBezTo>
                <a:cubicBezTo>
                  <a:pt x="3420273" y="2363079"/>
                  <a:pt x="2615245" y="3285864"/>
                  <a:pt x="1676346" y="3265912"/>
                </a:cubicBezTo>
                <a:cubicBezTo>
                  <a:pt x="769438" y="3282794"/>
                  <a:pt x="48290" y="2512588"/>
                  <a:pt x="0" y="1632956"/>
                </a:cubicBezTo>
                <a:close/>
              </a:path>
              <a:path w="3352691" h="3265911" stroke="0" extrusionOk="0">
                <a:moveTo>
                  <a:pt x="0" y="1632956"/>
                </a:moveTo>
                <a:cubicBezTo>
                  <a:pt x="46380" y="805402"/>
                  <a:pt x="750896" y="-39621"/>
                  <a:pt x="1676346" y="0"/>
                </a:cubicBezTo>
                <a:cubicBezTo>
                  <a:pt x="2634870" y="157129"/>
                  <a:pt x="3332799" y="717393"/>
                  <a:pt x="3352692" y="1632956"/>
                </a:cubicBezTo>
                <a:cubicBezTo>
                  <a:pt x="3359065" y="2487079"/>
                  <a:pt x="2599756" y="3181794"/>
                  <a:pt x="1676346" y="3265912"/>
                </a:cubicBezTo>
                <a:cubicBezTo>
                  <a:pt x="754001" y="3248309"/>
                  <a:pt x="16605" y="2464779"/>
                  <a:pt x="0" y="1632956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66946843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2700" dirty="0">
                <a:solidFill>
                  <a:schemeClr val="bg1"/>
                </a:solidFill>
                <a:latin typeface="+mn-ea"/>
              </a:rPr>
              <a:t>メッセージ</a:t>
            </a:r>
            <a:endParaRPr lang="ja-JP" altLang="en-US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B369ACC-5757-B80B-61BF-EC839E501C38}"/>
              </a:ext>
            </a:extLst>
          </p:cNvPr>
          <p:cNvSpPr/>
          <p:nvPr/>
        </p:nvSpPr>
        <p:spPr>
          <a:xfrm rot="20169432">
            <a:off x="13193370" y="5255011"/>
            <a:ext cx="4740048" cy="251132"/>
          </a:xfrm>
          <a:custGeom>
            <a:avLst/>
            <a:gdLst>
              <a:gd name="connsiteX0" fmla="*/ 0 w 4740048"/>
              <a:gd name="connsiteY0" fmla="*/ 0 h 251132"/>
              <a:gd name="connsiteX1" fmla="*/ 4740048 w 4740048"/>
              <a:gd name="connsiteY1" fmla="*/ 0 h 251132"/>
              <a:gd name="connsiteX2" fmla="*/ 4740048 w 4740048"/>
              <a:gd name="connsiteY2" fmla="*/ 251132 h 251132"/>
              <a:gd name="connsiteX3" fmla="*/ 0 w 4740048"/>
              <a:gd name="connsiteY3" fmla="*/ 251132 h 251132"/>
              <a:gd name="connsiteX4" fmla="*/ 0 w 4740048"/>
              <a:gd name="connsiteY4" fmla="*/ 0 h 251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0048" h="251132" fill="none" extrusionOk="0">
                <a:moveTo>
                  <a:pt x="0" y="0"/>
                </a:moveTo>
                <a:cubicBezTo>
                  <a:pt x="1734634" y="-130857"/>
                  <a:pt x="3117599" y="63250"/>
                  <a:pt x="4740048" y="0"/>
                </a:cubicBezTo>
                <a:cubicBezTo>
                  <a:pt x="4755970" y="41621"/>
                  <a:pt x="4740267" y="197754"/>
                  <a:pt x="4740048" y="251132"/>
                </a:cubicBezTo>
                <a:cubicBezTo>
                  <a:pt x="3980916" y="305796"/>
                  <a:pt x="1888052" y="299234"/>
                  <a:pt x="0" y="251132"/>
                </a:cubicBezTo>
                <a:cubicBezTo>
                  <a:pt x="4336" y="213336"/>
                  <a:pt x="-10589" y="59554"/>
                  <a:pt x="0" y="0"/>
                </a:cubicBezTo>
                <a:close/>
              </a:path>
              <a:path w="4740048" h="251132" stroke="0" extrusionOk="0">
                <a:moveTo>
                  <a:pt x="0" y="0"/>
                </a:moveTo>
                <a:cubicBezTo>
                  <a:pt x="1979577" y="93023"/>
                  <a:pt x="3628114" y="111448"/>
                  <a:pt x="4740048" y="0"/>
                </a:cubicBezTo>
                <a:cubicBezTo>
                  <a:pt x="4752646" y="86854"/>
                  <a:pt x="4755007" y="191159"/>
                  <a:pt x="4740048" y="251132"/>
                </a:cubicBezTo>
                <a:cubicBezTo>
                  <a:pt x="4207713" y="249248"/>
                  <a:pt x="2324524" y="327263"/>
                  <a:pt x="0" y="251132"/>
                </a:cubicBezTo>
                <a:cubicBezTo>
                  <a:pt x="-18793" y="149885"/>
                  <a:pt x="-20569" y="8440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00180860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1" name="十字形 30">
            <a:extLst>
              <a:ext uri="{FF2B5EF4-FFF2-40B4-BE49-F238E27FC236}">
                <a16:creationId xmlns:a16="http://schemas.microsoft.com/office/drawing/2014/main" id="{AE6B2308-93E3-CE3B-D6A4-F65B8B44608F}"/>
              </a:ext>
            </a:extLst>
          </p:cNvPr>
          <p:cNvSpPr/>
          <p:nvPr/>
        </p:nvSpPr>
        <p:spPr>
          <a:xfrm rot="2590055">
            <a:off x="12398882" y="6619589"/>
            <a:ext cx="2804579" cy="2829827"/>
          </a:xfrm>
          <a:custGeom>
            <a:avLst/>
            <a:gdLst>
              <a:gd name="connsiteX0" fmla="*/ 0 w 2804579"/>
              <a:gd name="connsiteY0" fmla="*/ 1307523 h 2829827"/>
              <a:gd name="connsiteX1" fmla="*/ 1307523 w 2804579"/>
              <a:gd name="connsiteY1" fmla="*/ 1307523 h 2829827"/>
              <a:gd name="connsiteX2" fmla="*/ 1307523 w 2804579"/>
              <a:gd name="connsiteY2" fmla="*/ 0 h 2829827"/>
              <a:gd name="connsiteX3" fmla="*/ 1497056 w 2804579"/>
              <a:gd name="connsiteY3" fmla="*/ 0 h 2829827"/>
              <a:gd name="connsiteX4" fmla="*/ 1497056 w 2804579"/>
              <a:gd name="connsiteY4" fmla="*/ 1307523 h 2829827"/>
              <a:gd name="connsiteX5" fmla="*/ 2804579 w 2804579"/>
              <a:gd name="connsiteY5" fmla="*/ 1307523 h 2829827"/>
              <a:gd name="connsiteX6" fmla="*/ 2804579 w 2804579"/>
              <a:gd name="connsiteY6" fmla="*/ 1522304 h 2829827"/>
              <a:gd name="connsiteX7" fmla="*/ 1497056 w 2804579"/>
              <a:gd name="connsiteY7" fmla="*/ 1522304 h 2829827"/>
              <a:gd name="connsiteX8" fmla="*/ 1497056 w 2804579"/>
              <a:gd name="connsiteY8" fmla="*/ 2829827 h 2829827"/>
              <a:gd name="connsiteX9" fmla="*/ 1307523 w 2804579"/>
              <a:gd name="connsiteY9" fmla="*/ 2829827 h 2829827"/>
              <a:gd name="connsiteX10" fmla="*/ 1307523 w 2804579"/>
              <a:gd name="connsiteY10" fmla="*/ 1522304 h 2829827"/>
              <a:gd name="connsiteX11" fmla="*/ 0 w 2804579"/>
              <a:gd name="connsiteY11" fmla="*/ 1522304 h 2829827"/>
              <a:gd name="connsiteX12" fmla="*/ 0 w 2804579"/>
              <a:gd name="connsiteY12" fmla="*/ 1307523 h 282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4579" h="2829827" fill="none" extrusionOk="0">
                <a:moveTo>
                  <a:pt x="0" y="1307523"/>
                </a:moveTo>
                <a:cubicBezTo>
                  <a:pt x="546129" y="1353204"/>
                  <a:pt x="911528" y="1222900"/>
                  <a:pt x="1307523" y="1307523"/>
                </a:cubicBezTo>
                <a:cubicBezTo>
                  <a:pt x="1341216" y="1088394"/>
                  <a:pt x="1342035" y="206473"/>
                  <a:pt x="1307523" y="0"/>
                </a:cubicBezTo>
                <a:cubicBezTo>
                  <a:pt x="1369576" y="12874"/>
                  <a:pt x="1417781" y="10368"/>
                  <a:pt x="1497056" y="0"/>
                </a:cubicBezTo>
                <a:cubicBezTo>
                  <a:pt x="1415750" y="252949"/>
                  <a:pt x="1496548" y="1114016"/>
                  <a:pt x="1497056" y="1307523"/>
                </a:cubicBezTo>
                <a:cubicBezTo>
                  <a:pt x="1775166" y="1237105"/>
                  <a:pt x="2311653" y="1292227"/>
                  <a:pt x="2804579" y="1307523"/>
                </a:cubicBezTo>
                <a:cubicBezTo>
                  <a:pt x="2807269" y="1352914"/>
                  <a:pt x="2785612" y="1478252"/>
                  <a:pt x="2804579" y="1522304"/>
                </a:cubicBezTo>
                <a:cubicBezTo>
                  <a:pt x="2613178" y="1487643"/>
                  <a:pt x="1694709" y="1488030"/>
                  <a:pt x="1497056" y="1522304"/>
                </a:cubicBezTo>
                <a:cubicBezTo>
                  <a:pt x="1419620" y="1858364"/>
                  <a:pt x="1386465" y="2356596"/>
                  <a:pt x="1497056" y="2829827"/>
                </a:cubicBezTo>
                <a:cubicBezTo>
                  <a:pt x="1423672" y="2826318"/>
                  <a:pt x="1377315" y="2846623"/>
                  <a:pt x="1307523" y="2829827"/>
                </a:cubicBezTo>
                <a:cubicBezTo>
                  <a:pt x="1218376" y="2194120"/>
                  <a:pt x="1360294" y="1756082"/>
                  <a:pt x="1307523" y="1522304"/>
                </a:cubicBezTo>
                <a:cubicBezTo>
                  <a:pt x="718539" y="1520958"/>
                  <a:pt x="586764" y="1507087"/>
                  <a:pt x="0" y="1522304"/>
                </a:cubicBezTo>
                <a:cubicBezTo>
                  <a:pt x="-17792" y="1448935"/>
                  <a:pt x="-15342" y="1329404"/>
                  <a:pt x="0" y="1307523"/>
                </a:cubicBezTo>
                <a:close/>
              </a:path>
              <a:path w="2804579" h="2829827" stroke="0" extrusionOk="0">
                <a:moveTo>
                  <a:pt x="0" y="1307523"/>
                </a:moveTo>
                <a:cubicBezTo>
                  <a:pt x="563140" y="1203224"/>
                  <a:pt x="995196" y="1223847"/>
                  <a:pt x="1307523" y="1307523"/>
                </a:cubicBezTo>
                <a:cubicBezTo>
                  <a:pt x="1250057" y="671566"/>
                  <a:pt x="1261814" y="237231"/>
                  <a:pt x="1307523" y="0"/>
                </a:cubicBezTo>
                <a:cubicBezTo>
                  <a:pt x="1347624" y="13670"/>
                  <a:pt x="1426167" y="5277"/>
                  <a:pt x="1497056" y="0"/>
                </a:cubicBezTo>
                <a:cubicBezTo>
                  <a:pt x="1451848" y="379705"/>
                  <a:pt x="1471064" y="751305"/>
                  <a:pt x="1497056" y="1307523"/>
                </a:cubicBezTo>
                <a:cubicBezTo>
                  <a:pt x="1901207" y="1374512"/>
                  <a:pt x="2231359" y="1302522"/>
                  <a:pt x="2804579" y="1307523"/>
                </a:cubicBezTo>
                <a:cubicBezTo>
                  <a:pt x="2805706" y="1370535"/>
                  <a:pt x="2804669" y="1481285"/>
                  <a:pt x="2804579" y="1522304"/>
                </a:cubicBezTo>
                <a:cubicBezTo>
                  <a:pt x="2480120" y="1629485"/>
                  <a:pt x="1655909" y="1425656"/>
                  <a:pt x="1497056" y="1522304"/>
                </a:cubicBezTo>
                <a:cubicBezTo>
                  <a:pt x="1435266" y="1676934"/>
                  <a:pt x="1552363" y="2510066"/>
                  <a:pt x="1497056" y="2829827"/>
                </a:cubicBezTo>
                <a:cubicBezTo>
                  <a:pt x="1423552" y="2816915"/>
                  <a:pt x="1354516" y="2844796"/>
                  <a:pt x="1307523" y="2829827"/>
                </a:cubicBezTo>
                <a:cubicBezTo>
                  <a:pt x="1371595" y="2453642"/>
                  <a:pt x="1334464" y="1679310"/>
                  <a:pt x="1307523" y="1522304"/>
                </a:cubicBezTo>
                <a:cubicBezTo>
                  <a:pt x="826046" y="1499581"/>
                  <a:pt x="347693" y="1473210"/>
                  <a:pt x="0" y="1522304"/>
                </a:cubicBezTo>
                <a:cubicBezTo>
                  <a:pt x="592" y="1489249"/>
                  <a:pt x="615" y="1357665"/>
                  <a:pt x="0" y="1307523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129110413">
                  <a:prstGeom prst="plus">
                    <a:avLst>
                      <a:gd name="adj" fmla="val 46621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4548D72B-CA5C-59FC-584F-E0EF5BBB25BA}"/>
              </a:ext>
            </a:extLst>
          </p:cNvPr>
          <p:cNvSpPr/>
          <p:nvPr/>
        </p:nvSpPr>
        <p:spPr>
          <a:xfrm>
            <a:off x="10636382" y="7189093"/>
            <a:ext cx="1880229" cy="1854809"/>
          </a:xfrm>
          <a:custGeom>
            <a:avLst/>
            <a:gdLst>
              <a:gd name="connsiteX0" fmla="*/ 0 w 1880229"/>
              <a:gd name="connsiteY0" fmla="*/ 927405 h 1854809"/>
              <a:gd name="connsiteX1" fmla="*/ 940115 w 1880229"/>
              <a:gd name="connsiteY1" fmla="*/ 0 h 1854809"/>
              <a:gd name="connsiteX2" fmla="*/ 1880230 w 1880229"/>
              <a:gd name="connsiteY2" fmla="*/ 927405 h 1854809"/>
              <a:gd name="connsiteX3" fmla="*/ 940115 w 1880229"/>
              <a:gd name="connsiteY3" fmla="*/ 1854810 h 1854809"/>
              <a:gd name="connsiteX4" fmla="*/ 0 w 1880229"/>
              <a:gd name="connsiteY4" fmla="*/ 927405 h 1854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229" h="1854809" fill="none" extrusionOk="0">
                <a:moveTo>
                  <a:pt x="0" y="927405"/>
                </a:moveTo>
                <a:cubicBezTo>
                  <a:pt x="-31656" y="465265"/>
                  <a:pt x="380975" y="23539"/>
                  <a:pt x="940115" y="0"/>
                </a:cubicBezTo>
                <a:cubicBezTo>
                  <a:pt x="1409338" y="81906"/>
                  <a:pt x="1945919" y="359550"/>
                  <a:pt x="1880230" y="927405"/>
                </a:cubicBezTo>
                <a:cubicBezTo>
                  <a:pt x="1897146" y="1424287"/>
                  <a:pt x="1513839" y="1852201"/>
                  <a:pt x="940115" y="1854810"/>
                </a:cubicBezTo>
                <a:cubicBezTo>
                  <a:pt x="380899" y="1927985"/>
                  <a:pt x="37518" y="1380507"/>
                  <a:pt x="0" y="927405"/>
                </a:cubicBezTo>
                <a:close/>
              </a:path>
              <a:path w="1880229" h="1854809" stroke="0" extrusionOk="0">
                <a:moveTo>
                  <a:pt x="0" y="927405"/>
                </a:moveTo>
                <a:cubicBezTo>
                  <a:pt x="13242" y="429430"/>
                  <a:pt x="374410" y="60284"/>
                  <a:pt x="940115" y="0"/>
                </a:cubicBezTo>
                <a:cubicBezTo>
                  <a:pt x="1447961" y="-60579"/>
                  <a:pt x="1833167" y="413132"/>
                  <a:pt x="1880230" y="927405"/>
                </a:cubicBezTo>
                <a:cubicBezTo>
                  <a:pt x="1889290" y="1508620"/>
                  <a:pt x="1497226" y="1859062"/>
                  <a:pt x="940115" y="1854810"/>
                </a:cubicBezTo>
                <a:cubicBezTo>
                  <a:pt x="423948" y="1868344"/>
                  <a:pt x="75426" y="1470206"/>
                  <a:pt x="0" y="927405"/>
                </a:cubicBezTo>
                <a:close/>
              </a:path>
            </a:pathLst>
          </a:custGeom>
          <a:solidFill>
            <a:srgbClr val="64A4A3"/>
          </a:solidFill>
          <a:ln w="76200"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678478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</p:spTree>
    <p:extLst>
      <p:ext uri="{BB962C8B-B14F-4D97-AF65-F5344CB8AC3E}">
        <p14:creationId xmlns:p14="http://schemas.microsoft.com/office/powerpoint/2010/main" val="2731234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３つあることが一目でわかる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706907" y="2991765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6472065" y="2981670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12197907" y="2991765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96889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6537153" y="3005557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719551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6499666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42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12304028" y="3005557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12222295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1352494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順序関係がある場合は並列よりこちらが良い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カードのレイアウトテンプレートのアレンジ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706906" y="2991765"/>
            <a:ext cx="6500603" cy="5179002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5963245" y="3711716"/>
            <a:ext cx="6500603" cy="5191656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11219584" y="4444320"/>
            <a:ext cx="6500603" cy="5191656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96889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6028334" y="3735602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719551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5990846" y="4150604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42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11325705" y="4458112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11243972" y="4873113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7F509DC-624C-49A3-87E6-BBEE33EDEF3D}"/>
              </a:ext>
            </a:extLst>
          </p:cNvPr>
          <p:cNvGrpSpPr/>
          <p:nvPr/>
        </p:nvGrpSpPr>
        <p:grpSpPr>
          <a:xfrm rot="19356426" flipV="1">
            <a:off x="7018232" y="2852777"/>
            <a:ext cx="957501" cy="1422230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9EEC710F-D694-4533-BCFA-E134D0A97020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15C81248-34D7-4734-9365-7AF9C9D6CE42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2916356-7E2D-4DCC-AB30-31745E58C8A8}"/>
              </a:ext>
            </a:extLst>
          </p:cNvPr>
          <p:cNvGrpSpPr/>
          <p:nvPr/>
        </p:nvGrpSpPr>
        <p:grpSpPr>
          <a:xfrm rot="19356426" flipV="1">
            <a:off x="12264131" y="3530297"/>
            <a:ext cx="957501" cy="1422230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C87AD141-B943-4BC4-BD07-C571A6486C27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7964E781-5C13-4DB8-8006-A03F32235976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5325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カードの間隔やアスペクト比は適宜調整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４カードのレイアウトテンプレート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961314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1051298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973960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961314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1051298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sz="27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973960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9301527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9391511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9314173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9301527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9391511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9314173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3838289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9301527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9301527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961314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961314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循環がある場合はこんな感じが良い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４カードのレイアウトテンプレートのアレンジ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1051298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973960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1051298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sz="27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973960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9391511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9314173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9391511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9314173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F763E3EA-C838-48BF-92C8-FD155CD72C61}"/>
              </a:ext>
            </a:extLst>
          </p:cNvPr>
          <p:cNvGrpSpPr/>
          <p:nvPr/>
        </p:nvGrpSpPr>
        <p:grpSpPr>
          <a:xfrm>
            <a:off x="8945065" y="7587607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39" name="二等辺三角形 38">
              <a:extLst>
                <a:ext uri="{FF2B5EF4-FFF2-40B4-BE49-F238E27FC236}">
                  <a16:creationId xmlns:a16="http://schemas.microsoft.com/office/drawing/2014/main" id="{857E573D-CBEA-4840-BB8D-12A43C05AF2C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0" name="フリーフォーム: 図形 39">
              <a:extLst>
                <a:ext uri="{FF2B5EF4-FFF2-40B4-BE49-F238E27FC236}">
                  <a16:creationId xmlns:a16="http://schemas.microsoft.com/office/drawing/2014/main" id="{5EF6E50A-F8C0-4A0B-828C-3A1574F01379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98959377-C979-4DBC-91B0-EE8A4B495524}"/>
              </a:ext>
            </a:extLst>
          </p:cNvPr>
          <p:cNvGrpSpPr/>
          <p:nvPr/>
        </p:nvGrpSpPr>
        <p:grpSpPr>
          <a:xfrm rot="16200000">
            <a:off x="10306592" y="5778655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2" name="二等辺三角形 41">
              <a:extLst>
                <a:ext uri="{FF2B5EF4-FFF2-40B4-BE49-F238E27FC236}">
                  <a16:creationId xmlns:a16="http://schemas.microsoft.com/office/drawing/2014/main" id="{D24E386F-2924-40CC-9E36-E7C432F87F61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3" name="フリーフォーム: 図形 42">
              <a:extLst>
                <a:ext uri="{FF2B5EF4-FFF2-40B4-BE49-F238E27FC236}">
                  <a16:creationId xmlns:a16="http://schemas.microsoft.com/office/drawing/2014/main" id="{01947CE4-9925-438C-87B9-4BD670E28BB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3F72FAD5-5227-424C-B040-A021696E413C}"/>
              </a:ext>
            </a:extLst>
          </p:cNvPr>
          <p:cNvGrpSpPr/>
          <p:nvPr/>
        </p:nvGrpSpPr>
        <p:grpSpPr>
          <a:xfrm rot="10800000">
            <a:off x="8433982" y="4615708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5" name="二等辺三角形 44">
              <a:extLst>
                <a:ext uri="{FF2B5EF4-FFF2-40B4-BE49-F238E27FC236}">
                  <a16:creationId xmlns:a16="http://schemas.microsoft.com/office/drawing/2014/main" id="{CC9CF80C-33A0-4CD9-A492-0F5FE96D7E9F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6" name="フリーフォーム: 図形 45">
              <a:extLst>
                <a:ext uri="{FF2B5EF4-FFF2-40B4-BE49-F238E27FC236}">
                  <a16:creationId xmlns:a16="http://schemas.microsoft.com/office/drawing/2014/main" id="{464BB2E2-722B-44B5-98C5-2E999D1E52E1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DF776DC2-B0C8-4C4B-870E-11E5094A648C}"/>
              </a:ext>
            </a:extLst>
          </p:cNvPr>
          <p:cNvGrpSpPr/>
          <p:nvPr/>
        </p:nvGrpSpPr>
        <p:grpSpPr>
          <a:xfrm rot="5400000">
            <a:off x="7198267" y="6321241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8" name="二等辺三角形 47">
              <a:extLst>
                <a:ext uri="{FF2B5EF4-FFF2-40B4-BE49-F238E27FC236}">
                  <a16:creationId xmlns:a16="http://schemas.microsoft.com/office/drawing/2014/main" id="{B73EA7B5-2C86-4BC2-927B-676AE8EE2F83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6394FB25-B87E-4AD3-80ED-6FD1473CADC2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94194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25968</TotalTime>
  <Words>636</Words>
  <Application>Microsoft Office PowerPoint</Application>
  <PresentationFormat>ユーザー設定</PresentationFormat>
  <Paragraphs>186</Paragraphs>
  <Slides>18</Slides>
  <Notes>2</Notes>
  <HiddenSlides>9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9" baseType="lpstr">
      <vt:lpstr>Wingdings</vt:lpstr>
      <vt:lpstr>Arial</vt:lpstr>
      <vt:lpstr>Source Han Sans JP</vt:lpstr>
      <vt:lpstr>游ゴシック Medium</vt:lpstr>
      <vt:lpstr>Source Han Sans JP Medium</vt:lpstr>
      <vt:lpstr>Calibri</vt:lpstr>
      <vt:lpstr>Now</vt:lpstr>
      <vt:lpstr>游ゴシック</vt:lpstr>
      <vt:lpstr>Source Han Sans JP Bold</vt:lpstr>
      <vt:lpstr>Meiryo UI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寸法や色は場合に応じて調整しましょう</vt:lpstr>
      <vt:lpstr>PowerPoint プレゼンテーション</vt:lpstr>
      <vt:lpstr>３つあることが一目でわかる</vt:lpstr>
      <vt:lpstr>順序関係がある場合は並列よりこちらが良い</vt:lpstr>
      <vt:lpstr>カードの間隔やアスペクト比は適宜調整</vt:lpstr>
      <vt:lpstr>循環がある場合はこんな感じが良い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グリーン ホワイト シンプル 業務改善 提案書 ビジネス グラフ 表 プレゼンテーション</dc:title>
  <dc:creator>shiba</dc:creator>
  <cp:lastModifiedBy>shibariku0623@icloud.com</cp:lastModifiedBy>
  <cp:revision>6</cp:revision>
  <dcterms:created xsi:type="dcterms:W3CDTF">2006-08-16T00:00:00Z</dcterms:created>
  <dcterms:modified xsi:type="dcterms:W3CDTF">2025-04-11T04:01:53Z</dcterms:modified>
  <dc:identifier>DAGKJCfN4aw</dc:identifier>
</cp:coreProperties>
</file>
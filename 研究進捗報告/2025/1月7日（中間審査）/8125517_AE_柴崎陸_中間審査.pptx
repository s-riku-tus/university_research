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6"/>
  </p:notesMasterIdLst>
  <p:sldIdLst>
    <p:sldId id="256" r:id="rId2"/>
    <p:sldId id="384" r:id="rId3"/>
    <p:sldId id="383" r:id="rId4"/>
    <p:sldId id="369" r:id="rId5"/>
    <p:sldId id="370" r:id="rId6"/>
    <p:sldId id="382" r:id="rId7"/>
    <p:sldId id="313" r:id="rId8"/>
    <p:sldId id="371" r:id="rId9"/>
    <p:sldId id="374" r:id="rId10"/>
    <p:sldId id="306" r:id="rId11"/>
    <p:sldId id="381" r:id="rId12"/>
    <p:sldId id="287" r:id="rId13"/>
    <p:sldId id="269" r:id="rId14"/>
    <p:sldId id="354" r:id="rId15"/>
  </p:sldIdLst>
  <p:sldSz cx="18288000" cy="10287000"/>
  <p:notesSz cx="6858000" cy="9144000"/>
  <p:embeddedFontLst>
    <p:embeddedFont>
      <p:font typeface="Source Han Sans JP" panose="020B0600070205080204" charset="-128"/>
      <p:regular r:id="rId17"/>
    </p:embeddedFont>
    <p:embeddedFont>
      <p:font typeface="Source Han Sans JP Bold" panose="020B0600070205080204" charset="-128"/>
      <p:regular r:id="rId18"/>
    </p:embeddedFont>
    <p:embeddedFont>
      <p:font typeface="Source Han Sans JP Medium" panose="020B0600070205080204" charset="-128"/>
      <p:regular r:id="rId19"/>
    </p:embeddedFont>
    <p:embeddedFont>
      <p:font typeface="Bahnschrift" panose="020B0502040204020203" pitchFamily="34" charset="0"/>
      <p:regular r:id="rId20"/>
      <p:bold r:id="rId21"/>
    </p:embeddedFont>
    <p:embeddedFont>
      <p:font typeface="Century Gothic Paneuropean" panose="020B0600070205080204" charset="0"/>
      <p:regular r:id="rId22"/>
    </p:embeddedFont>
    <p:embeddedFont>
      <p:font typeface="Now" panose="020B0600070205080204" charset="0"/>
      <p:regular r:id="rId23"/>
    </p:embeddedFont>
    <p:embeddedFont>
      <p:font typeface="游ゴシック" panose="020B0400000000000000" pitchFamily="50" charset="-128"/>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4DFD7D12-A81E-460B-B0A9-1B2C599831E7}">
          <p14:sldIdLst>
            <p14:sldId id="256"/>
            <p14:sldId id="384"/>
          </p14:sldIdLst>
        </p14:section>
        <p14:section name="研究目的" id="{F084B13A-602E-404A-9F69-D297C56837F6}">
          <p14:sldIdLst>
            <p14:sldId id="383"/>
            <p14:sldId id="369"/>
            <p14:sldId id="370"/>
          </p14:sldIdLst>
        </p14:section>
        <p14:section name="プール沸騰実験" id="{ADD3BFDB-20D1-43D5-90AB-ABFD49063E96}">
          <p14:sldIdLst>
            <p14:sldId id="382"/>
            <p14:sldId id="313"/>
            <p14:sldId id="371"/>
          </p14:sldIdLst>
        </p14:section>
        <p14:section name="結果と考察" id="{406FECCF-2C6B-443D-8901-DEF127A9447D}">
          <p14:sldIdLst>
            <p14:sldId id="374"/>
            <p14:sldId id="306"/>
          </p14:sldIdLst>
        </p14:section>
        <p14:section name="修士論文に向けて" id="{C88366CE-55B6-4E3A-A2AE-6A8F4A1DDF66}">
          <p14:sldIdLst>
            <p14:sldId id="381"/>
            <p14:sldId id="287"/>
            <p14:sldId id="269"/>
          </p14:sldIdLst>
        </p14:section>
        <p14:section name="付録" id="{8C676093-9D59-4F7A-98D8-7F1BD8C379D4}">
          <p14:sldIdLst>
            <p14:sldId id="354"/>
          </p14:sldIdLst>
        </p14:section>
        <p14:section name="テンプレート" id="{D2E109F5-EF98-4843-BC4A-CFBA0882E42D}">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A4A3"/>
    <a:srgbClr val="5276F8"/>
    <a:srgbClr val="F55D4D"/>
    <a:srgbClr val="ECF1F1"/>
    <a:srgbClr val="5DC77B"/>
    <a:srgbClr val="93BFBE"/>
    <a:srgbClr val="76AEAD"/>
    <a:srgbClr val="7CCE32"/>
    <a:srgbClr val="ACE07C"/>
    <a:srgbClr val="B0DD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0607E-768A-4088-B390-DEA18CF588AC}" v="28" dt="2026-01-07T01:05:58.550"/>
    <p1510:client id="{81858DCF-1C5E-4FA9-AD00-CF25C042A438}" v="14" dt="2026-01-06T09:50:47.6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65347" autoAdjust="0"/>
  </p:normalViewPr>
  <p:slideViewPr>
    <p:cSldViewPr>
      <p:cViewPr varScale="1">
        <p:scale>
          <a:sx n="49" d="100"/>
          <a:sy n="49" d="100"/>
        </p:scale>
        <p:origin x="34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redo custSel addSld delSld modSld sldOrd addSection delSection modSection">
      <pc:chgData name="陸 柴崎" userId="47b6e960b06a1f92" providerId="LiveId" clId="{DFDF2D9E-0FA2-4FD2-962D-E4713059FE82}" dt="2026-01-07T01:07:09.030" v="7418" actId="47"/>
      <pc:docMkLst>
        <pc:docMk/>
      </pc:docMkLst>
      <pc:sldChg chg="modSp mod">
        <pc:chgData name="陸 柴崎" userId="47b6e960b06a1f92" providerId="LiveId" clId="{DFDF2D9E-0FA2-4FD2-962D-E4713059FE82}" dt="2026-01-01T01:38:25.546" v="6" actId="20577"/>
        <pc:sldMkLst>
          <pc:docMk/>
          <pc:sldMk cId="0" sldId="256"/>
        </pc:sldMkLst>
        <pc:spChg chg="mod">
          <ac:chgData name="陸 柴崎" userId="47b6e960b06a1f92" providerId="LiveId" clId="{DFDF2D9E-0FA2-4FD2-962D-E4713059FE82}" dt="2026-01-01T01:38:25.546" v="6" actId="20577"/>
          <ac:spMkLst>
            <pc:docMk/>
            <pc:sldMk cId="0" sldId="256"/>
            <ac:spMk id="20" creationId="{00000000-0000-0000-0000-000000000000}"/>
          </ac:spMkLst>
        </pc:spChg>
      </pc:sldChg>
      <pc:sldChg chg="modSp mod ord">
        <pc:chgData name="陸 柴崎" userId="47b6e960b06a1f92" providerId="LiveId" clId="{DFDF2D9E-0FA2-4FD2-962D-E4713059FE82}" dt="2026-01-07T00:31:58.597" v="6365" actId="20577"/>
        <pc:sldMkLst>
          <pc:docMk/>
          <pc:sldMk cId="585515259" sldId="287"/>
        </pc:sldMkLst>
        <pc:spChg chg="mod">
          <ac:chgData name="陸 柴崎" userId="47b6e960b06a1f92" providerId="LiveId" clId="{DFDF2D9E-0FA2-4FD2-962D-E4713059FE82}" dt="2026-01-01T06:22:28.181" v="4706" actId="20577"/>
          <ac:spMkLst>
            <pc:docMk/>
            <pc:sldMk cId="585515259" sldId="287"/>
            <ac:spMk id="69" creationId="{9CB07C08-42B8-2E1B-6E49-13E57F10093F}"/>
          </ac:spMkLst>
        </pc:spChg>
        <pc:spChg chg="mod">
          <ac:chgData name="陸 柴崎" userId="47b6e960b06a1f92" providerId="LiveId" clId="{DFDF2D9E-0FA2-4FD2-962D-E4713059FE82}" dt="2026-01-07T00:31:58.597" v="6365" actId="20577"/>
          <ac:spMkLst>
            <pc:docMk/>
            <pc:sldMk cId="585515259" sldId="287"/>
            <ac:spMk id="70" creationId="{71C2BACF-13F1-146C-A1B6-6C055FC1C20B}"/>
          </ac:spMkLst>
        </pc:spChg>
      </pc:sldChg>
      <pc:sldChg chg="del ord">
        <pc:chgData name="陸 柴崎" userId="47b6e960b06a1f92" providerId="LiveId" clId="{DFDF2D9E-0FA2-4FD2-962D-E4713059FE82}" dt="2026-01-06T10:02:26.005" v="6167" actId="47"/>
        <pc:sldMkLst>
          <pc:docMk/>
          <pc:sldMk cId="1250007382" sldId="291"/>
        </pc:sldMkLst>
      </pc:sldChg>
      <pc:sldChg chg="del">
        <pc:chgData name="陸 柴崎" userId="47b6e960b06a1f92" providerId="LiveId" clId="{DFDF2D9E-0FA2-4FD2-962D-E4713059FE82}" dt="2026-01-06T10:02:19.677" v="6142" actId="47"/>
        <pc:sldMkLst>
          <pc:docMk/>
          <pc:sldMk cId="1799079156" sldId="298"/>
        </pc:sldMkLst>
      </pc:sldChg>
      <pc:sldChg chg="del ord">
        <pc:chgData name="陸 柴崎" userId="47b6e960b06a1f92" providerId="LiveId" clId="{DFDF2D9E-0FA2-4FD2-962D-E4713059FE82}" dt="2026-01-06T10:02:26.172" v="6168" actId="47"/>
        <pc:sldMkLst>
          <pc:docMk/>
          <pc:sldMk cId="375572077" sldId="301"/>
        </pc:sldMkLst>
      </pc:sldChg>
      <pc:sldChg chg="del">
        <pc:chgData name="陸 柴崎" userId="47b6e960b06a1f92" providerId="LiveId" clId="{DFDF2D9E-0FA2-4FD2-962D-E4713059FE82}" dt="2026-01-06T10:02:19.162" v="6139" actId="47"/>
        <pc:sldMkLst>
          <pc:docMk/>
          <pc:sldMk cId="3435325129" sldId="302"/>
        </pc:sldMkLst>
      </pc:sldChg>
      <pc:sldChg chg="del">
        <pc:chgData name="陸 柴崎" userId="47b6e960b06a1f92" providerId="LiveId" clId="{DFDF2D9E-0FA2-4FD2-962D-E4713059FE82}" dt="2026-01-06T10:02:18.186" v="6137" actId="47"/>
        <pc:sldMkLst>
          <pc:docMk/>
          <pc:sldMk cId="1994194877" sldId="303"/>
        </pc:sldMkLst>
      </pc:sldChg>
      <pc:sldChg chg="addSp delSp modSp mod">
        <pc:chgData name="陸 柴崎" userId="47b6e960b06a1f92" providerId="LiveId" clId="{DFDF2D9E-0FA2-4FD2-962D-E4713059FE82}" dt="2026-01-07T00:27:18.491" v="6181" actId="1076"/>
        <pc:sldMkLst>
          <pc:docMk/>
          <pc:sldMk cId="206283201" sldId="306"/>
        </pc:sldMkLst>
        <pc:spChg chg="add del mod">
          <ac:chgData name="陸 柴崎" userId="47b6e960b06a1f92" providerId="LiveId" clId="{DFDF2D9E-0FA2-4FD2-962D-E4713059FE82}" dt="2026-01-07T00:27:11.229" v="6180" actId="478"/>
          <ac:spMkLst>
            <pc:docMk/>
            <pc:sldMk cId="206283201" sldId="306"/>
            <ac:spMk id="10" creationId="{096581E1-EE84-567B-9275-BC03D7408440}"/>
          </ac:spMkLst>
        </pc:spChg>
        <pc:spChg chg="add del mod ord">
          <ac:chgData name="陸 柴崎" userId="47b6e960b06a1f92" providerId="LiveId" clId="{DFDF2D9E-0FA2-4FD2-962D-E4713059FE82}" dt="2026-01-07T00:27:10.264" v="6179" actId="478"/>
          <ac:spMkLst>
            <pc:docMk/>
            <pc:sldMk cId="206283201" sldId="306"/>
            <ac:spMk id="11" creationId="{3B23A9C9-E5A3-0539-4F07-E45C174EE4F6}"/>
          </ac:spMkLst>
        </pc:spChg>
        <pc:spChg chg="mod">
          <ac:chgData name="陸 柴崎" userId="47b6e960b06a1f92" providerId="LiveId" clId="{DFDF2D9E-0FA2-4FD2-962D-E4713059FE82}" dt="2026-01-01T05:34:23.537" v="3635" actId="20577"/>
          <ac:spMkLst>
            <pc:docMk/>
            <pc:sldMk cId="206283201" sldId="306"/>
            <ac:spMk id="77" creationId="{8E92F5A3-7CC5-1147-7EBE-CFFCAEA5346C}"/>
          </ac:spMkLst>
        </pc:spChg>
        <pc:spChg chg="mod">
          <ac:chgData name="陸 柴崎" userId="47b6e960b06a1f92" providerId="LiveId" clId="{DFDF2D9E-0FA2-4FD2-962D-E4713059FE82}" dt="2026-01-01T05:29:30.942" v="3354" actId="20577"/>
          <ac:spMkLst>
            <pc:docMk/>
            <pc:sldMk cId="206283201" sldId="306"/>
            <ac:spMk id="79" creationId="{DA6D17CF-9734-9312-5426-A5264967E438}"/>
          </ac:spMkLst>
        </pc:spChg>
        <pc:spChg chg="mod">
          <ac:chgData name="陸 柴崎" userId="47b6e960b06a1f92" providerId="LiveId" clId="{DFDF2D9E-0FA2-4FD2-962D-E4713059FE82}" dt="2026-01-07T00:27:18.491" v="6181" actId="1076"/>
          <ac:spMkLst>
            <pc:docMk/>
            <pc:sldMk cId="206283201" sldId="306"/>
            <ac:spMk id="85" creationId="{1D0A1276-24BC-194D-19AB-A2BD731236D2}"/>
          </ac:spMkLst>
        </pc:spChg>
        <pc:spChg chg="mod">
          <ac:chgData name="陸 柴崎" userId="47b6e960b06a1f92" providerId="LiveId" clId="{DFDF2D9E-0FA2-4FD2-962D-E4713059FE82}" dt="2026-01-07T00:27:18.491" v="6181" actId="1076"/>
          <ac:spMkLst>
            <pc:docMk/>
            <pc:sldMk cId="206283201" sldId="306"/>
            <ac:spMk id="86" creationId="{D9CE0366-52FB-F393-845F-16617472EBEE}"/>
          </ac:spMkLst>
        </pc:spChg>
        <pc:picChg chg="mod">
          <ac:chgData name="陸 柴崎" userId="47b6e960b06a1f92" providerId="LiveId" clId="{DFDF2D9E-0FA2-4FD2-962D-E4713059FE82}" dt="2026-01-07T00:27:18.491" v="6181" actId="1076"/>
          <ac:picMkLst>
            <pc:docMk/>
            <pc:sldMk cId="206283201" sldId="306"/>
            <ac:picMk id="82" creationId="{AD30E86B-BD9B-D327-5B03-08CB1E2B8071}"/>
          </ac:picMkLst>
        </pc:picChg>
        <pc:picChg chg="mod">
          <ac:chgData name="陸 柴崎" userId="47b6e960b06a1f92" providerId="LiveId" clId="{DFDF2D9E-0FA2-4FD2-962D-E4713059FE82}" dt="2026-01-07T00:27:18.491" v="6181" actId="1076"/>
          <ac:picMkLst>
            <pc:docMk/>
            <pc:sldMk cId="206283201" sldId="306"/>
            <ac:picMk id="84" creationId="{3D80164A-6ACA-71EA-1BCD-29BADF1C8B6C}"/>
          </ac:picMkLst>
        </pc:picChg>
      </pc:sldChg>
      <pc:sldChg chg="addSp delSp modSp add del mod">
        <pc:chgData name="陸 柴崎" userId="47b6e960b06a1f92" providerId="LiveId" clId="{DFDF2D9E-0FA2-4FD2-962D-E4713059FE82}" dt="2026-01-06T10:02:26.415" v="6169" actId="47"/>
        <pc:sldMkLst>
          <pc:docMk/>
          <pc:sldMk cId="4106252925" sldId="309"/>
        </pc:sldMkLst>
      </pc:sldChg>
      <pc:sldChg chg="addSp delSp modSp mod">
        <pc:chgData name="陸 柴崎" userId="47b6e960b06a1f92" providerId="LiveId" clId="{DFDF2D9E-0FA2-4FD2-962D-E4713059FE82}" dt="2026-01-07T00:51:14.092" v="7229" actId="1076"/>
        <pc:sldMkLst>
          <pc:docMk/>
          <pc:sldMk cId="3350605095" sldId="313"/>
        </pc:sldMkLst>
        <pc:spChg chg="add mod">
          <ac:chgData name="陸 柴崎" userId="47b6e960b06a1f92" providerId="LiveId" clId="{DFDF2D9E-0FA2-4FD2-962D-E4713059FE82}" dt="2026-01-07T00:50:46.268" v="7227" actId="1076"/>
          <ac:spMkLst>
            <pc:docMk/>
            <pc:sldMk cId="3350605095" sldId="313"/>
            <ac:spMk id="3" creationId="{DF602F12-FE81-A4EB-431F-271A5241960F}"/>
          </ac:spMkLst>
        </pc:spChg>
        <pc:spChg chg="add del mod">
          <ac:chgData name="陸 柴崎" userId="47b6e960b06a1f92" providerId="LiveId" clId="{DFDF2D9E-0FA2-4FD2-962D-E4713059FE82}" dt="2026-01-07T00:50:02.509" v="7190" actId="478"/>
          <ac:spMkLst>
            <pc:docMk/>
            <pc:sldMk cId="3350605095" sldId="313"/>
            <ac:spMk id="8" creationId="{503238C8-EE82-4D90-349C-DB379A34728E}"/>
          </ac:spMkLst>
        </pc:spChg>
        <pc:spChg chg="add del mod">
          <ac:chgData name="陸 柴崎" userId="47b6e960b06a1f92" providerId="LiveId" clId="{DFDF2D9E-0FA2-4FD2-962D-E4713059FE82}" dt="2026-01-07T00:50:18.983" v="7218" actId="1076"/>
          <ac:spMkLst>
            <pc:docMk/>
            <pc:sldMk cId="3350605095" sldId="313"/>
            <ac:spMk id="10" creationId="{7957F1B0-4960-AC1C-C340-8C51E0F65E3A}"/>
          </ac:spMkLst>
        </pc:spChg>
        <pc:spChg chg="add del mod">
          <ac:chgData name="陸 柴崎" userId="47b6e960b06a1f92" providerId="LiveId" clId="{DFDF2D9E-0FA2-4FD2-962D-E4713059FE82}" dt="2026-01-07T00:50:21.465" v="7219" actId="1076"/>
          <ac:spMkLst>
            <pc:docMk/>
            <pc:sldMk cId="3350605095" sldId="313"/>
            <ac:spMk id="12" creationId="{1F76A923-3A91-A446-04FC-E3CD3FE0BEEC}"/>
          </ac:spMkLst>
        </pc:spChg>
        <pc:spChg chg="mod">
          <ac:chgData name="陸 柴崎" userId="47b6e960b06a1f92" providerId="LiveId" clId="{DFDF2D9E-0FA2-4FD2-962D-E4713059FE82}" dt="2026-01-01T04:19:36.391" v="2274" actId="1076"/>
          <ac:spMkLst>
            <pc:docMk/>
            <pc:sldMk cId="3350605095" sldId="313"/>
            <ac:spMk id="43" creationId="{6DF013EC-B698-FA6B-19A0-0C2FE2F057BB}"/>
          </ac:spMkLst>
        </pc:spChg>
        <pc:spChg chg="mod">
          <ac:chgData name="陸 柴崎" userId="47b6e960b06a1f92" providerId="LiveId" clId="{DFDF2D9E-0FA2-4FD2-962D-E4713059FE82}" dt="2026-01-01T04:09:17.089" v="1771" actId="20577"/>
          <ac:spMkLst>
            <pc:docMk/>
            <pc:sldMk cId="3350605095" sldId="313"/>
            <ac:spMk id="73" creationId="{B4165350-5F3F-DCAE-3409-2B604BE8BC3A}"/>
          </ac:spMkLst>
        </pc:spChg>
        <pc:spChg chg="mod">
          <ac:chgData name="陸 柴崎" userId="47b6e960b06a1f92" providerId="LiveId" clId="{DFDF2D9E-0FA2-4FD2-962D-E4713059FE82}" dt="2026-01-01T04:10:02" v="1820" actId="20577"/>
          <ac:spMkLst>
            <pc:docMk/>
            <pc:sldMk cId="3350605095" sldId="313"/>
            <ac:spMk id="77" creationId="{CD594EE4-8A3E-E297-4213-136F9F34DD56}"/>
          </ac:spMkLst>
        </pc:spChg>
        <pc:spChg chg="mod">
          <ac:chgData name="陸 柴崎" userId="47b6e960b06a1f92" providerId="LiveId" clId="{DFDF2D9E-0FA2-4FD2-962D-E4713059FE82}" dt="2026-01-07T00:50:32.513" v="7222" actId="1076"/>
          <ac:spMkLst>
            <pc:docMk/>
            <pc:sldMk cId="3350605095" sldId="313"/>
            <ac:spMk id="79" creationId="{E2A766EC-1BAE-346A-7E7C-4E38CBD2BA86}"/>
          </ac:spMkLst>
        </pc:spChg>
        <pc:spChg chg="add del mod">
          <ac:chgData name="陸 柴崎" userId="47b6e960b06a1f92" providerId="LiveId" clId="{DFDF2D9E-0FA2-4FD2-962D-E4713059FE82}" dt="2026-01-07T00:50:34.546" v="7223" actId="1076"/>
          <ac:spMkLst>
            <pc:docMk/>
            <pc:sldMk cId="3350605095" sldId="313"/>
            <ac:spMk id="82" creationId="{A9761B4B-B073-C132-48DE-C862F85810D2}"/>
          </ac:spMkLst>
        </pc:spChg>
        <pc:grpChg chg="mod">
          <ac:chgData name="陸 柴崎" userId="47b6e960b06a1f92" providerId="LiveId" clId="{DFDF2D9E-0FA2-4FD2-962D-E4713059FE82}" dt="2026-01-01T04:19:26.212" v="2270" actId="1076"/>
          <ac:grpSpMkLst>
            <pc:docMk/>
            <pc:sldMk cId="3350605095" sldId="313"/>
            <ac:grpSpMk id="76" creationId="{C033B42E-607C-B6AB-9751-695F2D12F8C4}"/>
          </ac:grpSpMkLst>
        </pc:grpChg>
        <pc:picChg chg="mod">
          <ac:chgData name="陸 柴崎" userId="47b6e960b06a1f92" providerId="LiveId" clId="{DFDF2D9E-0FA2-4FD2-962D-E4713059FE82}" dt="2026-01-07T00:51:14.092" v="7229" actId="1076"/>
          <ac:picMkLst>
            <pc:docMk/>
            <pc:sldMk cId="3350605095" sldId="313"/>
            <ac:picMk id="75" creationId="{82AF2989-EE28-BE69-25B2-B75DED7A62E1}"/>
          </ac:picMkLst>
        </pc:picChg>
      </pc:sldChg>
      <pc:sldChg chg="del ord">
        <pc:chgData name="陸 柴崎" userId="47b6e960b06a1f92" providerId="LiveId" clId="{DFDF2D9E-0FA2-4FD2-962D-E4713059FE82}" dt="2026-01-06T10:02:27.115" v="6172" actId="47"/>
        <pc:sldMkLst>
          <pc:docMk/>
          <pc:sldMk cId="3595308617" sldId="315"/>
        </pc:sldMkLst>
      </pc:sldChg>
      <pc:sldChg chg="del ord">
        <pc:chgData name="陸 柴崎" userId="47b6e960b06a1f92" providerId="LiveId" clId="{DFDF2D9E-0FA2-4FD2-962D-E4713059FE82}" dt="2026-01-06T10:02:26.837" v="6171" actId="47"/>
        <pc:sldMkLst>
          <pc:docMk/>
          <pc:sldMk cId="1135623113" sldId="339"/>
        </pc:sldMkLst>
      </pc:sldChg>
      <pc:sldChg chg="del">
        <pc:chgData name="陸 柴崎" userId="47b6e960b06a1f92" providerId="LiveId" clId="{DFDF2D9E-0FA2-4FD2-962D-E4713059FE82}" dt="2026-01-06T10:02:19.520" v="6141" actId="47"/>
        <pc:sldMkLst>
          <pc:docMk/>
          <pc:sldMk cId="2731234333" sldId="342"/>
        </pc:sldMkLst>
      </pc:sldChg>
      <pc:sldChg chg="del">
        <pc:chgData name="陸 柴崎" userId="47b6e960b06a1f92" providerId="LiveId" clId="{DFDF2D9E-0FA2-4FD2-962D-E4713059FE82}" dt="2026-01-06T10:02:19.366" v="6140" actId="47"/>
        <pc:sldMkLst>
          <pc:docMk/>
          <pc:sldMk cId="1352494329" sldId="343"/>
        </pc:sldMkLst>
      </pc:sldChg>
      <pc:sldChg chg="del">
        <pc:chgData name="陸 柴崎" userId="47b6e960b06a1f92" providerId="LiveId" clId="{DFDF2D9E-0FA2-4FD2-962D-E4713059FE82}" dt="2026-01-06T10:02:18.829" v="6138" actId="47"/>
        <pc:sldMkLst>
          <pc:docMk/>
          <pc:sldMk cId="3838289704" sldId="344"/>
        </pc:sldMkLst>
      </pc:sldChg>
      <pc:sldChg chg="del">
        <pc:chgData name="陸 柴崎" userId="47b6e960b06a1f92" providerId="LiveId" clId="{DFDF2D9E-0FA2-4FD2-962D-E4713059FE82}" dt="2026-01-06T10:02:20.369" v="6144" actId="47"/>
        <pc:sldMkLst>
          <pc:docMk/>
          <pc:sldMk cId="761964446" sldId="345"/>
        </pc:sldMkLst>
      </pc:sldChg>
      <pc:sldChg chg="del ord">
        <pc:chgData name="陸 柴崎" userId="47b6e960b06a1f92" providerId="LiveId" clId="{DFDF2D9E-0FA2-4FD2-962D-E4713059FE82}" dt="2026-01-06T10:02:26.583" v="6170" actId="47"/>
        <pc:sldMkLst>
          <pc:docMk/>
          <pc:sldMk cId="2174756327" sldId="347"/>
        </pc:sldMkLst>
      </pc:sldChg>
      <pc:sldChg chg="del">
        <pc:chgData name="陸 柴崎" userId="47b6e960b06a1f92" providerId="LiveId" clId="{DFDF2D9E-0FA2-4FD2-962D-E4713059FE82}" dt="2026-01-06T10:02:24.367" v="6159" actId="47"/>
        <pc:sldMkLst>
          <pc:docMk/>
          <pc:sldMk cId="2795838002" sldId="348"/>
        </pc:sldMkLst>
      </pc:sldChg>
      <pc:sldChg chg="del">
        <pc:chgData name="陸 柴崎" userId="47b6e960b06a1f92" providerId="LiveId" clId="{DFDF2D9E-0FA2-4FD2-962D-E4713059FE82}" dt="2026-01-06T10:02:23.699" v="6156" actId="47"/>
        <pc:sldMkLst>
          <pc:docMk/>
          <pc:sldMk cId="4144526097" sldId="349"/>
        </pc:sldMkLst>
      </pc:sldChg>
      <pc:sldChg chg="del">
        <pc:chgData name="陸 柴崎" userId="47b6e960b06a1f92" providerId="LiveId" clId="{DFDF2D9E-0FA2-4FD2-962D-E4713059FE82}" dt="2026-01-06T10:02:19.830" v="6143" actId="47"/>
        <pc:sldMkLst>
          <pc:docMk/>
          <pc:sldMk cId="3703406585" sldId="350"/>
        </pc:sldMkLst>
      </pc:sldChg>
      <pc:sldChg chg="del ord">
        <pc:chgData name="陸 柴崎" userId="47b6e960b06a1f92" providerId="LiveId" clId="{DFDF2D9E-0FA2-4FD2-962D-E4713059FE82}" dt="2026-01-06T10:02:25.360" v="6164" actId="47"/>
        <pc:sldMkLst>
          <pc:docMk/>
          <pc:sldMk cId="122755826" sldId="351"/>
        </pc:sldMkLst>
      </pc:sldChg>
      <pc:sldChg chg="add del">
        <pc:chgData name="陸 柴崎" userId="47b6e960b06a1f92" providerId="LiveId" clId="{DFDF2D9E-0FA2-4FD2-962D-E4713059FE82}" dt="2026-01-07T01:07:09.030" v="7418" actId="47"/>
        <pc:sldMkLst>
          <pc:docMk/>
          <pc:sldMk cId="247152735" sldId="352"/>
        </pc:sldMkLst>
      </pc:sldChg>
      <pc:sldChg chg="del">
        <pc:chgData name="陸 柴崎" userId="47b6e960b06a1f92" providerId="LiveId" clId="{DFDF2D9E-0FA2-4FD2-962D-E4713059FE82}" dt="2026-01-06T10:02:21.878" v="6147" actId="47"/>
        <pc:sldMkLst>
          <pc:docMk/>
          <pc:sldMk cId="1432675675" sldId="353"/>
        </pc:sldMkLst>
      </pc:sldChg>
      <pc:sldChg chg="addSp delSp modSp mod ord">
        <pc:chgData name="陸 柴崎" userId="47b6e960b06a1f92" providerId="LiveId" clId="{DFDF2D9E-0FA2-4FD2-962D-E4713059FE82}" dt="2026-01-07T00:26:04.869" v="6178"/>
        <pc:sldMkLst>
          <pc:docMk/>
          <pc:sldMk cId="2037067713" sldId="354"/>
        </pc:sldMkLst>
        <pc:spChg chg="mod">
          <ac:chgData name="陸 柴崎" userId="47b6e960b06a1f92" providerId="LiveId" clId="{DFDF2D9E-0FA2-4FD2-962D-E4713059FE82}" dt="2026-01-01T06:19:16.216" v="4595" actId="1076"/>
          <ac:spMkLst>
            <pc:docMk/>
            <pc:sldMk cId="2037067713" sldId="354"/>
            <ac:spMk id="5" creationId="{C4ED9EB1-7F5A-9301-EB54-E61CDC80718F}"/>
          </ac:spMkLst>
        </pc:spChg>
        <pc:spChg chg="mod">
          <ac:chgData name="陸 柴崎" userId="47b6e960b06a1f92" providerId="LiveId" clId="{DFDF2D9E-0FA2-4FD2-962D-E4713059FE82}" dt="2026-01-06T09:50:47.633" v="5948" actId="14100"/>
          <ac:spMkLst>
            <pc:docMk/>
            <pc:sldMk cId="2037067713" sldId="354"/>
            <ac:spMk id="6" creationId="{07872C78-09A3-4C94-1ABC-D340BE6B3085}"/>
          </ac:spMkLst>
        </pc:spChg>
        <pc:spChg chg="mod">
          <ac:chgData name="陸 柴崎" userId="47b6e960b06a1f92" providerId="LiveId" clId="{DFDF2D9E-0FA2-4FD2-962D-E4713059FE82}" dt="2026-01-01T06:19:57.059" v="4614" actId="1076"/>
          <ac:spMkLst>
            <pc:docMk/>
            <pc:sldMk cId="2037067713" sldId="354"/>
            <ac:spMk id="21" creationId="{D4147263-1B71-0E2D-3BAC-DCC4513CA0F9}"/>
          </ac:spMkLst>
        </pc:spChg>
        <pc:spChg chg="mod">
          <ac:chgData name="陸 柴崎" userId="47b6e960b06a1f92" providerId="LiveId" clId="{DFDF2D9E-0FA2-4FD2-962D-E4713059FE82}" dt="2026-01-01T06:20:01.087" v="4615" actId="1076"/>
          <ac:spMkLst>
            <pc:docMk/>
            <pc:sldMk cId="2037067713" sldId="354"/>
            <ac:spMk id="22" creationId="{04CBB9FC-ED7F-C06E-4A43-B3FD525D8839}"/>
          </ac:spMkLst>
        </pc:spChg>
        <pc:spChg chg="mod">
          <ac:chgData name="陸 柴崎" userId="47b6e960b06a1f92" providerId="LiveId" clId="{DFDF2D9E-0FA2-4FD2-962D-E4713059FE82}" dt="2026-01-01T05:34:20.053" v="3634" actId="20577"/>
          <ac:spMkLst>
            <pc:docMk/>
            <pc:sldMk cId="2037067713" sldId="354"/>
            <ac:spMk id="78" creationId="{3D557EBB-2341-65D0-3C82-197DD0C1A67F}"/>
          </ac:spMkLst>
        </pc:spChg>
        <pc:spChg chg="mod">
          <ac:chgData name="陸 柴崎" userId="47b6e960b06a1f92" providerId="LiveId" clId="{DFDF2D9E-0FA2-4FD2-962D-E4713059FE82}" dt="2026-01-06T09:49:09.996" v="5913" actId="20577"/>
          <ac:spMkLst>
            <pc:docMk/>
            <pc:sldMk cId="2037067713" sldId="354"/>
            <ac:spMk id="80" creationId="{A7203558-3442-4588-3CDD-B210B6C3E177}"/>
          </ac:spMkLst>
        </pc:spChg>
        <pc:spChg chg="mod">
          <ac:chgData name="陸 柴崎" userId="47b6e960b06a1f92" providerId="LiveId" clId="{DFDF2D9E-0FA2-4FD2-962D-E4713059FE82}" dt="2026-01-01T06:12:12.438" v="4227" actId="14100"/>
          <ac:spMkLst>
            <pc:docMk/>
            <pc:sldMk cId="2037067713" sldId="354"/>
            <ac:spMk id="81" creationId="{79B33BDA-6BD2-2224-DCDB-36EDE30F3F54}"/>
          </ac:spMkLst>
        </pc:spChg>
        <pc:grpChg chg="mod">
          <ac:chgData name="陸 柴崎" userId="47b6e960b06a1f92" providerId="LiveId" clId="{DFDF2D9E-0FA2-4FD2-962D-E4713059FE82}" dt="2026-01-01T06:12:23.315" v="4228" actId="1076"/>
          <ac:grpSpMkLst>
            <pc:docMk/>
            <pc:sldMk cId="2037067713" sldId="354"/>
            <ac:grpSpMk id="13" creationId="{4C7598FC-7955-C193-575A-BE3009E7301B}"/>
          </ac:grpSpMkLst>
        </pc:grpChg>
        <pc:picChg chg="mod">
          <ac:chgData name="陸 柴崎" userId="47b6e960b06a1f92" providerId="LiveId" clId="{DFDF2D9E-0FA2-4FD2-962D-E4713059FE82}" dt="2026-01-01T06:19:11.792" v="4594" actId="1076"/>
          <ac:picMkLst>
            <pc:docMk/>
            <pc:sldMk cId="2037067713" sldId="354"/>
            <ac:picMk id="10" creationId="{4E7A9A8F-0E2B-1291-EDB2-4652B3874A41}"/>
          </ac:picMkLst>
        </pc:picChg>
        <pc:picChg chg="add mod">
          <ac:chgData name="陸 柴崎" userId="47b6e960b06a1f92" providerId="LiveId" clId="{DFDF2D9E-0FA2-4FD2-962D-E4713059FE82}" dt="2026-01-01T06:27:08.991" v="4792" actId="1076"/>
          <ac:picMkLst>
            <pc:docMk/>
            <pc:sldMk cId="2037067713" sldId="354"/>
            <ac:picMk id="105" creationId="{53783061-BE64-5C7A-33A0-585865738C16}"/>
          </ac:picMkLst>
        </pc:picChg>
      </pc:sldChg>
      <pc:sldChg chg="del">
        <pc:chgData name="陸 柴崎" userId="47b6e960b06a1f92" providerId="LiveId" clId="{DFDF2D9E-0FA2-4FD2-962D-E4713059FE82}" dt="2026-01-06T10:02:21.831" v="6146" actId="47"/>
        <pc:sldMkLst>
          <pc:docMk/>
          <pc:sldMk cId="1814703424" sldId="355"/>
        </pc:sldMkLst>
      </pc:sldChg>
      <pc:sldChg chg="del">
        <pc:chgData name="陸 柴崎" userId="47b6e960b06a1f92" providerId="LiveId" clId="{DFDF2D9E-0FA2-4FD2-962D-E4713059FE82}" dt="2026-01-06T10:02:22.481" v="6149" actId="47"/>
        <pc:sldMkLst>
          <pc:docMk/>
          <pc:sldMk cId="3920436394" sldId="356"/>
        </pc:sldMkLst>
      </pc:sldChg>
      <pc:sldChg chg="del ord">
        <pc:chgData name="陸 柴崎" userId="47b6e960b06a1f92" providerId="LiveId" clId="{DFDF2D9E-0FA2-4FD2-962D-E4713059FE82}" dt="2026-01-06T10:02:25.680" v="6165" actId="47"/>
        <pc:sldMkLst>
          <pc:docMk/>
          <pc:sldMk cId="1042611668" sldId="357"/>
        </pc:sldMkLst>
      </pc:sldChg>
      <pc:sldChg chg="del">
        <pc:chgData name="陸 柴崎" userId="47b6e960b06a1f92" providerId="LiveId" clId="{DFDF2D9E-0FA2-4FD2-962D-E4713059FE82}" dt="2026-01-06T10:02:21.250" v="6145" actId="47"/>
        <pc:sldMkLst>
          <pc:docMk/>
          <pc:sldMk cId="2854338461" sldId="358"/>
        </pc:sldMkLst>
      </pc:sldChg>
      <pc:sldChg chg="del">
        <pc:chgData name="陸 柴崎" userId="47b6e960b06a1f92" providerId="LiveId" clId="{DFDF2D9E-0FA2-4FD2-962D-E4713059FE82}" dt="2026-01-06T10:02:24.086" v="6157" actId="47"/>
        <pc:sldMkLst>
          <pc:docMk/>
          <pc:sldMk cId="3213100193" sldId="359"/>
        </pc:sldMkLst>
      </pc:sldChg>
      <pc:sldChg chg="del ord">
        <pc:chgData name="陸 柴崎" userId="47b6e960b06a1f92" providerId="LiveId" clId="{DFDF2D9E-0FA2-4FD2-962D-E4713059FE82}" dt="2026-01-06T10:02:27.868" v="6173" actId="47"/>
        <pc:sldMkLst>
          <pc:docMk/>
          <pc:sldMk cId="1550053534" sldId="360"/>
        </pc:sldMkLst>
      </pc:sldChg>
      <pc:sldChg chg="del">
        <pc:chgData name="陸 柴崎" userId="47b6e960b06a1f92" providerId="LiveId" clId="{DFDF2D9E-0FA2-4FD2-962D-E4713059FE82}" dt="2026-01-06T10:02:24.281" v="6158" actId="47"/>
        <pc:sldMkLst>
          <pc:docMk/>
          <pc:sldMk cId="1944587586" sldId="361"/>
        </pc:sldMkLst>
      </pc:sldChg>
      <pc:sldChg chg="del">
        <pc:chgData name="陸 柴崎" userId="47b6e960b06a1f92" providerId="LiveId" clId="{DFDF2D9E-0FA2-4FD2-962D-E4713059FE82}" dt="2026-01-06T10:02:23.145" v="6155" actId="47"/>
        <pc:sldMkLst>
          <pc:docMk/>
          <pc:sldMk cId="1684288140" sldId="362"/>
        </pc:sldMkLst>
      </pc:sldChg>
      <pc:sldChg chg="del">
        <pc:chgData name="陸 柴崎" userId="47b6e960b06a1f92" providerId="LiveId" clId="{DFDF2D9E-0FA2-4FD2-962D-E4713059FE82}" dt="2026-01-06T10:02:22.846" v="6151" actId="47"/>
        <pc:sldMkLst>
          <pc:docMk/>
          <pc:sldMk cId="750935696" sldId="363"/>
        </pc:sldMkLst>
      </pc:sldChg>
      <pc:sldChg chg="del">
        <pc:chgData name="陸 柴崎" userId="47b6e960b06a1f92" providerId="LiveId" clId="{DFDF2D9E-0FA2-4FD2-962D-E4713059FE82}" dt="2026-01-06T10:02:22.817" v="6150" actId="47"/>
        <pc:sldMkLst>
          <pc:docMk/>
          <pc:sldMk cId="3023196637" sldId="364"/>
        </pc:sldMkLst>
      </pc:sldChg>
      <pc:sldChg chg="del">
        <pc:chgData name="陸 柴崎" userId="47b6e960b06a1f92" providerId="LiveId" clId="{DFDF2D9E-0FA2-4FD2-962D-E4713059FE82}" dt="2026-01-06T10:02:23.067" v="6154" actId="47"/>
        <pc:sldMkLst>
          <pc:docMk/>
          <pc:sldMk cId="4081570848" sldId="366"/>
        </pc:sldMkLst>
      </pc:sldChg>
      <pc:sldChg chg="del">
        <pc:chgData name="陸 柴崎" userId="47b6e960b06a1f92" providerId="LiveId" clId="{DFDF2D9E-0FA2-4FD2-962D-E4713059FE82}" dt="2026-01-06T10:02:22.910" v="6152" actId="47"/>
        <pc:sldMkLst>
          <pc:docMk/>
          <pc:sldMk cId="1209596776" sldId="367"/>
        </pc:sldMkLst>
      </pc:sldChg>
      <pc:sldChg chg="del">
        <pc:chgData name="陸 柴崎" userId="47b6e960b06a1f92" providerId="LiveId" clId="{DFDF2D9E-0FA2-4FD2-962D-E4713059FE82}" dt="2026-01-06T10:02:22.142" v="6148" actId="47"/>
        <pc:sldMkLst>
          <pc:docMk/>
          <pc:sldMk cId="3559137235" sldId="368"/>
        </pc:sldMkLst>
      </pc:sldChg>
      <pc:sldChg chg="addSp delSp modSp add mod ord modNotesTx">
        <pc:chgData name="陸 柴崎" userId="47b6e960b06a1f92" providerId="LiveId" clId="{DFDF2D9E-0FA2-4FD2-962D-E4713059FE82}" dt="2026-01-07T00:53:55.124" v="7259" actId="20577"/>
        <pc:sldMkLst>
          <pc:docMk/>
          <pc:sldMk cId="1569866030" sldId="369"/>
        </pc:sldMkLst>
        <pc:spChg chg="add del mod">
          <ac:chgData name="陸 柴崎" userId="47b6e960b06a1f92" providerId="LiveId" clId="{DFDF2D9E-0FA2-4FD2-962D-E4713059FE82}" dt="2026-01-07T00:46:39.733" v="7061" actId="478"/>
          <ac:spMkLst>
            <pc:docMk/>
            <pc:sldMk cId="1569866030" sldId="369"/>
            <ac:spMk id="2" creationId="{489A10E1-5D68-04F2-50C0-F96276E54CBE}"/>
          </ac:spMkLst>
        </pc:spChg>
        <pc:spChg chg="mod">
          <ac:chgData name="陸 柴崎" userId="47b6e960b06a1f92" providerId="LiveId" clId="{DFDF2D9E-0FA2-4FD2-962D-E4713059FE82}" dt="2026-01-07T00:53:55.124" v="7259" actId="20577"/>
          <ac:spMkLst>
            <pc:docMk/>
            <pc:sldMk cId="1569866030" sldId="369"/>
            <ac:spMk id="22" creationId="{022DE87D-C8BD-1C1C-1665-66FF203AF948}"/>
          </ac:spMkLst>
        </pc:spChg>
        <pc:spChg chg="mod">
          <ac:chgData name="陸 柴崎" userId="47b6e960b06a1f92" providerId="LiveId" clId="{DFDF2D9E-0FA2-4FD2-962D-E4713059FE82}" dt="2026-01-01T03:21:00.154" v="587" actId="1076"/>
          <ac:spMkLst>
            <pc:docMk/>
            <pc:sldMk cId="1569866030" sldId="369"/>
            <ac:spMk id="26" creationId="{60312724-A3F8-D877-C2B7-FA86BEF98AFC}"/>
          </ac:spMkLst>
        </pc:spChg>
        <pc:spChg chg="mod">
          <ac:chgData name="陸 柴崎" userId="47b6e960b06a1f92" providerId="LiveId" clId="{DFDF2D9E-0FA2-4FD2-962D-E4713059FE82}" dt="2026-01-01T01:47:30.651" v="18"/>
          <ac:spMkLst>
            <pc:docMk/>
            <pc:sldMk cId="1569866030" sldId="369"/>
            <ac:spMk id="30" creationId="{D3CFCC76-1AE5-A05F-2873-E25C6D79E399}"/>
          </ac:spMkLst>
        </pc:spChg>
        <pc:spChg chg="mod">
          <ac:chgData name="陸 柴崎" userId="47b6e960b06a1f92" providerId="LiveId" clId="{DFDF2D9E-0FA2-4FD2-962D-E4713059FE82}" dt="2026-01-01T01:47:30.651" v="18"/>
          <ac:spMkLst>
            <pc:docMk/>
            <pc:sldMk cId="1569866030" sldId="369"/>
            <ac:spMk id="32" creationId="{76C22DF7-203B-60AF-6317-7E96F3FA660C}"/>
          </ac:spMkLst>
        </pc:spChg>
        <pc:spChg chg="mod">
          <ac:chgData name="陸 柴崎" userId="47b6e960b06a1f92" providerId="LiveId" clId="{DFDF2D9E-0FA2-4FD2-962D-E4713059FE82}" dt="2026-01-01T01:47:30.651" v="18"/>
          <ac:spMkLst>
            <pc:docMk/>
            <pc:sldMk cId="1569866030" sldId="369"/>
            <ac:spMk id="37" creationId="{EC64C948-81F2-06EA-57BF-D2B0E8375E26}"/>
          </ac:spMkLst>
        </pc:spChg>
        <pc:spChg chg="mod">
          <ac:chgData name="陸 柴崎" userId="47b6e960b06a1f92" providerId="LiveId" clId="{DFDF2D9E-0FA2-4FD2-962D-E4713059FE82}" dt="2026-01-01T01:47:30.651" v="18"/>
          <ac:spMkLst>
            <pc:docMk/>
            <pc:sldMk cId="1569866030" sldId="369"/>
            <ac:spMk id="38" creationId="{A0D26BA9-C298-92EA-2113-1B64EA0C8378}"/>
          </ac:spMkLst>
        </pc:spChg>
        <pc:spChg chg="mod">
          <ac:chgData name="陸 柴崎" userId="47b6e960b06a1f92" providerId="LiveId" clId="{DFDF2D9E-0FA2-4FD2-962D-E4713059FE82}" dt="2026-01-01T01:47:30.651" v="18"/>
          <ac:spMkLst>
            <pc:docMk/>
            <pc:sldMk cId="1569866030" sldId="369"/>
            <ac:spMk id="39" creationId="{F95155B5-987B-CFDC-AC53-052DFB8B969F}"/>
          </ac:spMkLst>
        </pc:spChg>
        <pc:spChg chg="mod">
          <ac:chgData name="陸 柴崎" userId="47b6e960b06a1f92" providerId="LiveId" clId="{DFDF2D9E-0FA2-4FD2-962D-E4713059FE82}" dt="2026-01-01T01:47:30.651" v="18"/>
          <ac:spMkLst>
            <pc:docMk/>
            <pc:sldMk cId="1569866030" sldId="369"/>
            <ac:spMk id="40" creationId="{DADC0933-F8DA-E030-073B-DCE0A8A17601}"/>
          </ac:spMkLst>
        </pc:spChg>
        <pc:spChg chg="mod">
          <ac:chgData name="陸 柴崎" userId="47b6e960b06a1f92" providerId="LiveId" clId="{DFDF2D9E-0FA2-4FD2-962D-E4713059FE82}" dt="2026-01-01T01:47:30.651" v="18"/>
          <ac:spMkLst>
            <pc:docMk/>
            <pc:sldMk cId="1569866030" sldId="369"/>
            <ac:spMk id="41" creationId="{3738E4EE-6CB8-C75A-EEA6-6682037FC9F8}"/>
          </ac:spMkLst>
        </pc:spChg>
        <pc:spChg chg="mod">
          <ac:chgData name="陸 柴崎" userId="47b6e960b06a1f92" providerId="LiveId" clId="{DFDF2D9E-0FA2-4FD2-962D-E4713059FE82}" dt="2026-01-01T01:47:30.651" v="18"/>
          <ac:spMkLst>
            <pc:docMk/>
            <pc:sldMk cId="1569866030" sldId="369"/>
            <ac:spMk id="42" creationId="{174E6FBE-A7B7-773F-4FED-7C193977588B}"/>
          </ac:spMkLst>
        </pc:spChg>
        <pc:spChg chg="add mod">
          <ac:chgData name="陸 柴崎" userId="47b6e960b06a1f92" providerId="LiveId" clId="{DFDF2D9E-0FA2-4FD2-962D-E4713059FE82}" dt="2026-01-01T01:47:51.136" v="40" actId="20577"/>
          <ac:spMkLst>
            <pc:docMk/>
            <pc:sldMk cId="1569866030" sldId="369"/>
            <ac:spMk id="43" creationId="{29F16302-7E62-85B7-3C03-875C434D5C5B}"/>
          </ac:spMkLst>
        </pc:spChg>
        <pc:spChg chg="mod">
          <ac:chgData name="陸 柴崎" userId="47b6e960b06a1f92" providerId="LiveId" clId="{DFDF2D9E-0FA2-4FD2-962D-E4713059FE82}" dt="2026-01-01T01:48:18.976" v="101" actId="20577"/>
          <ac:spMkLst>
            <pc:docMk/>
            <pc:sldMk cId="1569866030" sldId="369"/>
            <ac:spMk id="45" creationId="{64C37D32-7FF7-A3E9-2AB4-A18186A72682}"/>
          </ac:spMkLst>
        </pc:spChg>
        <pc:spChg chg="mod">
          <ac:chgData name="陸 柴崎" userId="47b6e960b06a1f92" providerId="LiveId" clId="{DFDF2D9E-0FA2-4FD2-962D-E4713059FE82}" dt="2026-01-01T01:48:02.457" v="42"/>
          <ac:spMkLst>
            <pc:docMk/>
            <pc:sldMk cId="1569866030" sldId="369"/>
            <ac:spMk id="46" creationId="{EEADAE25-CC5F-4A60-5B7F-E4748A25EE44}"/>
          </ac:spMkLst>
        </pc:spChg>
        <pc:spChg chg="add mod">
          <ac:chgData name="陸 柴崎" userId="47b6e960b06a1f92" providerId="LiveId" clId="{DFDF2D9E-0FA2-4FD2-962D-E4713059FE82}" dt="2026-01-07T00:32:51.754" v="6392" actId="20577"/>
          <ac:spMkLst>
            <pc:docMk/>
            <pc:sldMk cId="1569866030" sldId="369"/>
            <ac:spMk id="47" creationId="{6E7A7030-D93D-0703-963D-8485025CB6B4}"/>
          </ac:spMkLst>
        </pc:spChg>
        <pc:spChg chg="add mod">
          <ac:chgData name="陸 柴崎" userId="47b6e960b06a1f92" providerId="LiveId" clId="{DFDF2D9E-0FA2-4FD2-962D-E4713059FE82}" dt="2026-01-07T00:43:27.407" v="7053" actId="1076"/>
          <ac:spMkLst>
            <pc:docMk/>
            <pc:sldMk cId="1569866030" sldId="369"/>
            <ac:spMk id="48" creationId="{41455BF1-AC8E-4116-6D15-75B465908946}"/>
          </ac:spMkLst>
        </pc:spChg>
        <pc:spChg chg="add del mod">
          <ac:chgData name="陸 柴崎" userId="47b6e960b06a1f92" providerId="LiveId" clId="{DFDF2D9E-0FA2-4FD2-962D-E4713059FE82}" dt="2026-01-07T00:43:15.325" v="7050" actId="1076"/>
          <ac:spMkLst>
            <pc:docMk/>
            <pc:sldMk cId="1569866030" sldId="369"/>
            <ac:spMk id="49" creationId="{CC2651DF-EE8A-8ABA-9793-F11924A2FADF}"/>
          </ac:spMkLst>
        </pc:spChg>
        <pc:spChg chg="add mod">
          <ac:chgData name="陸 柴崎" userId="47b6e960b06a1f92" providerId="LiveId" clId="{DFDF2D9E-0FA2-4FD2-962D-E4713059FE82}" dt="2026-01-01T03:29:17.259" v="957" actId="1076"/>
          <ac:spMkLst>
            <pc:docMk/>
            <pc:sldMk cId="1569866030" sldId="369"/>
            <ac:spMk id="51" creationId="{1DCE962B-2A8A-96F2-633F-6FCB049C9F83}"/>
          </ac:spMkLst>
        </pc:spChg>
        <pc:spChg chg="mod">
          <ac:chgData name="陸 柴崎" userId="47b6e960b06a1f92" providerId="LiveId" clId="{DFDF2D9E-0FA2-4FD2-962D-E4713059FE82}" dt="2026-01-01T03:23:45.744" v="747" actId="20577"/>
          <ac:spMkLst>
            <pc:docMk/>
            <pc:sldMk cId="1569866030" sldId="369"/>
            <ac:spMk id="53" creationId="{4A4521AC-0F84-114C-4670-EC384E1AA242}"/>
          </ac:spMkLst>
        </pc:spChg>
        <pc:spChg chg="mod">
          <ac:chgData name="陸 柴崎" userId="47b6e960b06a1f92" providerId="LiveId" clId="{DFDF2D9E-0FA2-4FD2-962D-E4713059FE82}" dt="2026-01-01T03:23:22.854" v="685"/>
          <ac:spMkLst>
            <pc:docMk/>
            <pc:sldMk cId="1569866030" sldId="369"/>
            <ac:spMk id="54" creationId="{D2FAC026-54D1-B19B-E546-B0EE37DAA3AC}"/>
          </ac:spMkLst>
        </pc:spChg>
        <pc:spChg chg="add mod">
          <ac:chgData name="陸 柴崎" userId="47b6e960b06a1f92" providerId="LiveId" clId="{DFDF2D9E-0FA2-4FD2-962D-E4713059FE82}" dt="2026-01-07T00:47:02.637" v="7088" actId="207"/>
          <ac:spMkLst>
            <pc:docMk/>
            <pc:sldMk cId="1569866030" sldId="369"/>
            <ac:spMk id="55" creationId="{BDC97152-C90E-C1F6-99C1-6D189D5FBC71}"/>
          </ac:spMkLst>
        </pc:spChg>
        <pc:spChg chg="add mod">
          <ac:chgData name="陸 柴崎" userId="47b6e960b06a1f92" providerId="LiveId" clId="{DFDF2D9E-0FA2-4FD2-962D-E4713059FE82}" dt="2026-01-07T00:32:55.751" v="6393" actId="1076"/>
          <ac:spMkLst>
            <pc:docMk/>
            <pc:sldMk cId="1569866030" sldId="369"/>
            <ac:spMk id="56" creationId="{800B316A-5AE9-C01E-B9B4-38464A1ABBC9}"/>
          </ac:spMkLst>
        </pc:spChg>
        <pc:grpChg chg="add mod">
          <ac:chgData name="陸 柴崎" userId="47b6e960b06a1f92" providerId="LiveId" clId="{DFDF2D9E-0FA2-4FD2-962D-E4713059FE82}" dt="2026-01-01T01:48:02.457" v="42"/>
          <ac:grpSpMkLst>
            <pc:docMk/>
            <pc:sldMk cId="1569866030" sldId="369"/>
            <ac:grpSpMk id="44" creationId="{84CFE8E6-CA31-68B8-E270-C24AD76686AA}"/>
          </ac:grpSpMkLst>
        </pc:grpChg>
        <pc:grpChg chg="add mod">
          <ac:chgData name="陸 柴崎" userId="47b6e960b06a1f92" providerId="LiveId" clId="{DFDF2D9E-0FA2-4FD2-962D-E4713059FE82}" dt="2026-01-07T00:32:18.612" v="6367" actId="1076"/>
          <ac:grpSpMkLst>
            <pc:docMk/>
            <pc:sldMk cId="1569866030" sldId="369"/>
            <ac:grpSpMk id="52" creationId="{D4E7004D-9449-3DAB-7415-91222CC2A4B7}"/>
          </ac:grpSpMkLst>
        </pc:grpChg>
        <pc:picChg chg="mod">
          <ac:chgData name="陸 柴崎" userId="47b6e960b06a1f92" providerId="LiveId" clId="{DFDF2D9E-0FA2-4FD2-962D-E4713059FE82}" dt="2026-01-01T01:47:30.651" v="18"/>
          <ac:picMkLst>
            <pc:docMk/>
            <pc:sldMk cId="1569866030" sldId="369"/>
            <ac:picMk id="28" creationId="{29CF0DB2-C51E-08ED-FEB3-D6567673BB1F}"/>
          </ac:picMkLst>
        </pc:picChg>
        <pc:picChg chg="add mod">
          <ac:chgData name="陸 柴崎" userId="47b6e960b06a1f92" providerId="LiveId" clId="{DFDF2D9E-0FA2-4FD2-962D-E4713059FE82}" dt="2026-01-01T03:29:14.798" v="956" actId="1076"/>
          <ac:picMkLst>
            <pc:docMk/>
            <pc:sldMk cId="1569866030" sldId="369"/>
            <ac:picMk id="50" creationId="{C977F46C-CCD8-7616-487E-11187611C46C}"/>
          </ac:picMkLst>
        </pc:picChg>
      </pc:sldChg>
      <pc:sldChg chg="addSp delSp modSp add mod">
        <pc:chgData name="陸 柴崎" userId="47b6e960b06a1f92" providerId="LiveId" clId="{DFDF2D9E-0FA2-4FD2-962D-E4713059FE82}" dt="2026-01-07T00:48:52.458" v="7130" actId="20577"/>
        <pc:sldMkLst>
          <pc:docMk/>
          <pc:sldMk cId="3260072393" sldId="370"/>
        </pc:sldMkLst>
        <pc:spChg chg="mod">
          <ac:chgData name="陸 柴崎" userId="47b6e960b06a1f92" providerId="LiveId" clId="{DFDF2D9E-0FA2-4FD2-962D-E4713059FE82}" dt="2026-01-06T09:29:47.012" v="5070" actId="14100"/>
          <ac:spMkLst>
            <pc:docMk/>
            <pc:sldMk cId="3260072393" sldId="370"/>
            <ac:spMk id="27" creationId="{62A422B1-140D-192D-3BAF-C4781CB61AB5}"/>
          </ac:spMkLst>
        </pc:spChg>
        <pc:spChg chg="mod">
          <ac:chgData name="陸 柴崎" userId="47b6e960b06a1f92" providerId="LiveId" clId="{DFDF2D9E-0FA2-4FD2-962D-E4713059FE82}" dt="2026-01-01T03:35:47.635" v="976"/>
          <ac:spMkLst>
            <pc:docMk/>
            <pc:sldMk cId="3260072393" sldId="370"/>
            <ac:spMk id="30" creationId="{D171CB25-025E-8E53-F851-81E1B9BADCCD}"/>
          </ac:spMkLst>
        </pc:spChg>
        <pc:spChg chg="mod">
          <ac:chgData name="陸 柴崎" userId="47b6e960b06a1f92" providerId="LiveId" clId="{DFDF2D9E-0FA2-4FD2-962D-E4713059FE82}" dt="2026-01-07T00:48:14.177" v="7114" actId="20577"/>
          <ac:spMkLst>
            <pc:docMk/>
            <pc:sldMk cId="3260072393" sldId="370"/>
            <ac:spMk id="31" creationId="{E5DD4162-D935-1EA0-AC5A-2B7FDEFFD5EF}"/>
          </ac:spMkLst>
        </pc:spChg>
        <pc:spChg chg="mod">
          <ac:chgData name="陸 柴崎" userId="47b6e960b06a1f92" providerId="LiveId" clId="{DFDF2D9E-0FA2-4FD2-962D-E4713059FE82}" dt="2026-01-06T09:29:49.239" v="5071" actId="1076"/>
          <ac:spMkLst>
            <pc:docMk/>
            <pc:sldMk cId="3260072393" sldId="370"/>
            <ac:spMk id="32" creationId="{DE62A7CF-22A9-6314-9907-2DEAEC4ED4B2}"/>
          </ac:spMkLst>
        </pc:spChg>
        <pc:spChg chg="mod">
          <ac:chgData name="陸 柴崎" userId="47b6e960b06a1f92" providerId="LiveId" clId="{DFDF2D9E-0FA2-4FD2-962D-E4713059FE82}" dt="2026-01-01T03:35:47.635" v="976"/>
          <ac:spMkLst>
            <pc:docMk/>
            <pc:sldMk cId="3260072393" sldId="370"/>
            <ac:spMk id="34" creationId="{8430BC27-1BE0-7165-1639-BA9B58690185}"/>
          </ac:spMkLst>
        </pc:spChg>
        <pc:spChg chg="mod">
          <ac:chgData name="陸 柴崎" userId="47b6e960b06a1f92" providerId="LiveId" clId="{DFDF2D9E-0FA2-4FD2-962D-E4713059FE82}" dt="2026-01-06T09:29:59.573" v="5072" actId="14100"/>
          <ac:spMkLst>
            <pc:docMk/>
            <pc:sldMk cId="3260072393" sldId="370"/>
            <ac:spMk id="36" creationId="{FF3D00FF-F6A1-AE0A-F883-2A7010A3D09F}"/>
          </ac:spMkLst>
        </pc:spChg>
        <pc:spChg chg="mod">
          <ac:chgData name="陸 柴崎" userId="47b6e960b06a1f92" providerId="LiveId" clId="{DFDF2D9E-0FA2-4FD2-962D-E4713059FE82}" dt="2026-01-06T09:30:55.104" v="5130" actId="1076"/>
          <ac:spMkLst>
            <pc:docMk/>
            <pc:sldMk cId="3260072393" sldId="370"/>
            <ac:spMk id="37" creationId="{8D56D15D-5532-4538-8F9C-99D53899C7A3}"/>
          </ac:spMkLst>
        </pc:spChg>
        <pc:spChg chg="mod">
          <ac:chgData name="陸 柴崎" userId="47b6e960b06a1f92" providerId="LiveId" clId="{DFDF2D9E-0FA2-4FD2-962D-E4713059FE82}" dt="2026-01-07T00:39:19.739" v="6731" actId="20577"/>
          <ac:spMkLst>
            <pc:docMk/>
            <pc:sldMk cId="3260072393" sldId="370"/>
            <ac:spMk id="38" creationId="{22ED28AA-FAD4-E85A-E2F7-9F1CD26D25D1}"/>
          </ac:spMkLst>
        </pc:spChg>
        <pc:spChg chg="mod">
          <ac:chgData name="陸 柴崎" userId="47b6e960b06a1f92" providerId="LiveId" clId="{DFDF2D9E-0FA2-4FD2-962D-E4713059FE82}" dt="2026-01-07T00:48:52.458" v="7130" actId="20577"/>
          <ac:spMkLst>
            <pc:docMk/>
            <pc:sldMk cId="3260072393" sldId="370"/>
            <ac:spMk id="40" creationId="{5EDC52A7-0175-AB9C-A2D8-2DCB4D73C53B}"/>
          </ac:spMkLst>
        </pc:spChg>
        <pc:spChg chg="mod">
          <ac:chgData name="陸 柴崎" userId="47b6e960b06a1f92" providerId="LiveId" clId="{DFDF2D9E-0FA2-4FD2-962D-E4713059FE82}" dt="2026-01-01T03:35:47.635" v="976"/>
          <ac:spMkLst>
            <pc:docMk/>
            <pc:sldMk cId="3260072393" sldId="370"/>
            <ac:spMk id="44" creationId="{13F8E2D3-71FB-2C8C-33BA-84D156D8EB85}"/>
          </ac:spMkLst>
        </pc:spChg>
        <pc:spChg chg="mod">
          <ac:chgData name="陸 柴崎" userId="47b6e960b06a1f92" providerId="LiveId" clId="{DFDF2D9E-0FA2-4FD2-962D-E4713059FE82}" dt="2026-01-01T04:00:12.533" v="1334" actId="1076"/>
          <ac:spMkLst>
            <pc:docMk/>
            <pc:sldMk cId="3260072393" sldId="370"/>
            <ac:spMk id="45" creationId="{C3DA2579-B96C-746F-C4A8-76968FD8F2B4}"/>
          </ac:spMkLst>
        </pc:spChg>
        <pc:spChg chg="mod">
          <ac:chgData name="陸 柴崎" userId="47b6e960b06a1f92" providerId="LiveId" clId="{DFDF2D9E-0FA2-4FD2-962D-E4713059FE82}" dt="2026-01-01T03:35:47.635" v="976"/>
          <ac:spMkLst>
            <pc:docMk/>
            <pc:sldMk cId="3260072393" sldId="370"/>
            <ac:spMk id="46" creationId="{66CF424A-212F-E834-4D1F-4C2D2964B5BE}"/>
          </ac:spMkLst>
        </pc:spChg>
        <pc:spChg chg="mod">
          <ac:chgData name="陸 柴崎" userId="47b6e960b06a1f92" providerId="LiveId" clId="{DFDF2D9E-0FA2-4FD2-962D-E4713059FE82}" dt="2026-01-01T03:35:47.635" v="976"/>
          <ac:spMkLst>
            <pc:docMk/>
            <pc:sldMk cId="3260072393" sldId="370"/>
            <ac:spMk id="47" creationId="{BDFD90E7-820D-F803-DB03-8486FF61D85C}"/>
          </ac:spMkLst>
        </pc:spChg>
        <pc:spChg chg="mod">
          <ac:chgData name="陸 柴崎" userId="47b6e960b06a1f92" providerId="LiveId" clId="{DFDF2D9E-0FA2-4FD2-962D-E4713059FE82}" dt="2026-01-01T03:35:47.635" v="976"/>
          <ac:spMkLst>
            <pc:docMk/>
            <pc:sldMk cId="3260072393" sldId="370"/>
            <ac:spMk id="48" creationId="{063B9A28-CC88-F1D0-D0A7-ACF717640DAB}"/>
          </ac:spMkLst>
        </pc:spChg>
        <pc:spChg chg="mod">
          <ac:chgData name="陸 柴崎" userId="47b6e960b06a1f92" providerId="LiveId" clId="{DFDF2D9E-0FA2-4FD2-962D-E4713059FE82}" dt="2026-01-01T03:35:47.635" v="976"/>
          <ac:spMkLst>
            <pc:docMk/>
            <pc:sldMk cId="3260072393" sldId="370"/>
            <ac:spMk id="49" creationId="{4AD2AF1C-EEDF-8831-F287-C59F5DCBB8B1}"/>
          </ac:spMkLst>
        </pc:spChg>
        <pc:spChg chg="mod">
          <ac:chgData name="陸 柴崎" userId="47b6e960b06a1f92" providerId="LiveId" clId="{DFDF2D9E-0FA2-4FD2-962D-E4713059FE82}" dt="2026-01-01T03:35:47.635" v="976"/>
          <ac:spMkLst>
            <pc:docMk/>
            <pc:sldMk cId="3260072393" sldId="370"/>
            <ac:spMk id="50" creationId="{0F69FBCE-3124-43B5-FB3D-A77E8C61FAAD}"/>
          </ac:spMkLst>
        </pc:spChg>
        <pc:spChg chg="add mod">
          <ac:chgData name="陸 柴崎" userId="47b6e960b06a1f92" providerId="LiveId" clId="{DFDF2D9E-0FA2-4FD2-962D-E4713059FE82}" dt="2026-01-01T03:36:07.266" v="1021" actId="20577"/>
          <ac:spMkLst>
            <pc:docMk/>
            <pc:sldMk cId="3260072393" sldId="370"/>
            <ac:spMk id="51" creationId="{DF5CDF95-F1B6-976B-D3A3-AECFD96EC611}"/>
          </ac:spMkLst>
        </pc:spChg>
        <pc:spChg chg="mod">
          <ac:chgData name="陸 柴崎" userId="47b6e960b06a1f92" providerId="LiveId" clId="{DFDF2D9E-0FA2-4FD2-962D-E4713059FE82}" dt="2026-01-01T04:00:44.235" v="1350" actId="20577"/>
          <ac:spMkLst>
            <pc:docMk/>
            <pc:sldMk cId="3260072393" sldId="370"/>
            <ac:spMk id="53" creationId="{9665952C-7D7C-CC67-3943-9E99A2E9E71D}"/>
          </ac:spMkLst>
        </pc:spChg>
        <pc:spChg chg="mod">
          <ac:chgData name="陸 柴崎" userId="47b6e960b06a1f92" providerId="LiveId" clId="{DFDF2D9E-0FA2-4FD2-962D-E4713059FE82}" dt="2026-01-01T04:00:28.797" v="1338"/>
          <ac:spMkLst>
            <pc:docMk/>
            <pc:sldMk cId="3260072393" sldId="370"/>
            <ac:spMk id="54" creationId="{523C6FE3-368A-00ED-C261-57E8431F650E}"/>
          </ac:spMkLst>
        </pc:spChg>
        <pc:grpChg chg="add mod">
          <ac:chgData name="陸 柴崎" userId="47b6e960b06a1f92" providerId="LiveId" clId="{DFDF2D9E-0FA2-4FD2-962D-E4713059FE82}" dt="2026-01-01T04:00:58.018" v="1353" actId="1076"/>
          <ac:grpSpMkLst>
            <pc:docMk/>
            <pc:sldMk cId="3260072393" sldId="370"/>
            <ac:grpSpMk id="52" creationId="{74FE5E44-97CB-2CE3-96F7-B0586DCDD6E0}"/>
          </ac:grpSpMkLst>
        </pc:grpChg>
        <pc:picChg chg="mod">
          <ac:chgData name="陸 柴崎" userId="47b6e960b06a1f92" providerId="LiveId" clId="{DFDF2D9E-0FA2-4FD2-962D-E4713059FE82}" dt="2026-01-01T03:35:47.635" v="976"/>
          <ac:picMkLst>
            <pc:docMk/>
            <pc:sldMk cId="3260072393" sldId="370"/>
            <ac:picMk id="28" creationId="{820E2805-A421-AF13-7D8D-55430516B38E}"/>
          </ac:picMkLst>
        </pc:picChg>
      </pc:sldChg>
      <pc:sldChg chg="addSp delSp modSp add mod ord">
        <pc:chgData name="陸 柴崎" userId="47b6e960b06a1f92" providerId="LiveId" clId="{DFDF2D9E-0FA2-4FD2-962D-E4713059FE82}" dt="2026-01-07T01:07:02.971" v="7417" actId="1076"/>
        <pc:sldMkLst>
          <pc:docMk/>
          <pc:sldMk cId="2502347136" sldId="371"/>
        </pc:sldMkLst>
        <pc:spChg chg="add del mod">
          <ac:chgData name="陸 柴崎" userId="47b6e960b06a1f92" providerId="LiveId" clId="{DFDF2D9E-0FA2-4FD2-962D-E4713059FE82}" dt="2026-01-07T00:55:44.483" v="7261" actId="478"/>
          <ac:spMkLst>
            <pc:docMk/>
            <pc:sldMk cId="2502347136" sldId="371"/>
            <ac:spMk id="2" creationId="{30A10E94-EF53-90B0-8298-E09A02330A82}"/>
          </ac:spMkLst>
        </pc:spChg>
        <pc:spChg chg="add del mod">
          <ac:chgData name="陸 柴崎" userId="47b6e960b06a1f92" providerId="LiveId" clId="{DFDF2D9E-0FA2-4FD2-962D-E4713059FE82}" dt="2026-01-07T00:55:43.169" v="7260" actId="478"/>
          <ac:spMkLst>
            <pc:docMk/>
            <pc:sldMk cId="2502347136" sldId="371"/>
            <ac:spMk id="3" creationId="{3B5601CD-BE6E-5B00-43CD-B846BA92C2F1}"/>
          </ac:spMkLst>
        </pc:spChg>
        <pc:spChg chg="add del mod">
          <ac:chgData name="陸 柴崎" userId="47b6e960b06a1f92" providerId="LiveId" clId="{DFDF2D9E-0FA2-4FD2-962D-E4713059FE82}" dt="2026-01-07T01:06:29.069" v="7404" actId="478"/>
          <ac:spMkLst>
            <pc:docMk/>
            <pc:sldMk cId="2502347136" sldId="371"/>
            <ac:spMk id="4" creationId="{FC99B3D3-DF9F-3734-45DA-D588A6502F1A}"/>
          </ac:spMkLst>
        </pc:spChg>
        <pc:spChg chg="add del mod">
          <ac:chgData name="陸 柴崎" userId="47b6e960b06a1f92" providerId="LiveId" clId="{DFDF2D9E-0FA2-4FD2-962D-E4713059FE82}" dt="2026-01-07T00:55:48.547" v="7262" actId="478"/>
          <ac:spMkLst>
            <pc:docMk/>
            <pc:sldMk cId="2502347136" sldId="371"/>
            <ac:spMk id="6" creationId="{D38037CF-FE0A-18C0-10FF-8DDF4D9627CC}"/>
          </ac:spMkLst>
        </pc:spChg>
        <pc:spChg chg="del mod">
          <ac:chgData name="陸 柴崎" userId="47b6e960b06a1f92" providerId="LiveId" clId="{DFDF2D9E-0FA2-4FD2-962D-E4713059FE82}" dt="2026-01-07T00:57:02.060" v="7295" actId="478"/>
          <ac:spMkLst>
            <pc:docMk/>
            <pc:sldMk cId="2502347136" sldId="371"/>
            <ac:spMk id="10" creationId="{2D96FC9D-47C1-B69D-99D2-D06E4C372A8E}"/>
          </ac:spMkLst>
        </pc:spChg>
        <pc:spChg chg="add del mod">
          <ac:chgData name="陸 柴崎" userId="47b6e960b06a1f92" providerId="LiveId" clId="{DFDF2D9E-0FA2-4FD2-962D-E4713059FE82}" dt="2026-01-07T00:55:52.791" v="7263" actId="478"/>
          <ac:spMkLst>
            <pc:docMk/>
            <pc:sldMk cId="2502347136" sldId="371"/>
            <ac:spMk id="11" creationId="{77FD9DE9-E963-4C77-4550-02CF48ABBBA3}"/>
          </ac:spMkLst>
        </pc:spChg>
        <pc:spChg chg="add del mod">
          <ac:chgData name="陸 柴崎" userId="47b6e960b06a1f92" providerId="LiveId" clId="{DFDF2D9E-0FA2-4FD2-962D-E4713059FE82}" dt="2026-01-07T00:55:54.726" v="7265" actId="478"/>
          <ac:spMkLst>
            <pc:docMk/>
            <pc:sldMk cId="2502347136" sldId="371"/>
            <ac:spMk id="12" creationId="{1D899E5A-0FFF-6C91-1053-E7519076857B}"/>
          </ac:spMkLst>
        </pc:spChg>
        <pc:spChg chg="add del mod">
          <ac:chgData name="陸 柴崎" userId="47b6e960b06a1f92" providerId="LiveId" clId="{DFDF2D9E-0FA2-4FD2-962D-E4713059FE82}" dt="2026-01-07T00:55:55.339" v="7266" actId="478"/>
          <ac:spMkLst>
            <pc:docMk/>
            <pc:sldMk cId="2502347136" sldId="371"/>
            <ac:spMk id="13" creationId="{2C951991-4062-83E6-57EA-CC74D13E19CA}"/>
          </ac:spMkLst>
        </pc:spChg>
        <pc:spChg chg="add del mod">
          <ac:chgData name="陸 柴崎" userId="47b6e960b06a1f92" providerId="LiveId" clId="{DFDF2D9E-0FA2-4FD2-962D-E4713059FE82}" dt="2026-01-07T00:55:53.845" v="7264" actId="478"/>
          <ac:spMkLst>
            <pc:docMk/>
            <pc:sldMk cId="2502347136" sldId="371"/>
            <ac:spMk id="14" creationId="{68C502B7-75DF-52A7-D589-83D50EB616C0}"/>
          </ac:spMkLst>
        </pc:spChg>
        <pc:spChg chg="del mod">
          <ac:chgData name="陸 柴崎" userId="47b6e960b06a1f92" providerId="LiveId" clId="{DFDF2D9E-0FA2-4FD2-962D-E4713059FE82}" dt="2026-01-07T00:57:00.144" v="7293" actId="478"/>
          <ac:spMkLst>
            <pc:docMk/>
            <pc:sldMk cId="2502347136" sldId="371"/>
            <ac:spMk id="15" creationId="{456E1337-C908-F819-CB07-201183B1CDB8}"/>
          </ac:spMkLst>
        </pc:spChg>
        <pc:spChg chg="del mod">
          <ac:chgData name="陸 柴崎" userId="47b6e960b06a1f92" providerId="LiveId" clId="{DFDF2D9E-0FA2-4FD2-962D-E4713059FE82}" dt="2026-01-07T00:57:01.017" v="7294" actId="478"/>
          <ac:spMkLst>
            <pc:docMk/>
            <pc:sldMk cId="2502347136" sldId="371"/>
            <ac:spMk id="16" creationId="{A7AB7703-7E40-1FDC-FE18-5FAE819617F3}"/>
          </ac:spMkLst>
        </pc:spChg>
        <pc:spChg chg="del mod">
          <ac:chgData name="陸 柴崎" userId="47b6e960b06a1f92" providerId="LiveId" clId="{DFDF2D9E-0FA2-4FD2-962D-E4713059FE82}" dt="2026-01-07T00:56:57.977" v="7291" actId="478"/>
          <ac:spMkLst>
            <pc:docMk/>
            <pc:sldMk cId="2502347136" sldId="371"/>
            <ac:spMk id="17" creationId="{2501DC0D-EB78-FC8B-2904-10D7598208EE}"/>
          </ac:spMkLst>
        </pc:spChg>
        <pc:spChg chg="del mod">
          <ac:chgData name="陸 柴崎" userId="47b6e960b06a1f92" providerId="LiveId" clId="{DFDF2D9E-0FA2-4FD2-962D-E4713059FE82}" dt="2026-01-07T00:56:57.977" v="7291" actId="478"/>
          <ac:spMkLst>
            <pc:docMk/>
            <pc:sldMk cId="2502347136" sldId="371"/>
            <ac:spMk id="18" creationId="{75F3F6A3-2A91-4078-4A65-294A03AF23F5}"/>
          </ac:spMkLst>
        </pc:spChg>
        <pc:spChg chg="del mod">
          <ac:chgData name="陸 柴崎" userId="47b6e960b06a1f92" providerId="LiveId" clId="{DFDF2D9E-0FA2-4FD2-962D-E4713059FE82}" dt="2026-01-07T00:56:57.977" v="7291" actId="478"/>
          <ac:spMkLst>
            <pc:docMk/>
            <pc:sldMk cId="2502347136" sldId="371"/>
            <ac:spMk id="19" creationId="{8A91B931-2B66-6019-F561-724C051F0B73}"/>
          </ac:spMkLst>
        </pc:spChg>
        <pc:spChg chg="add del mod ord">
          <ac:chgData name="陸 柴崎" userId="47b6e960b06a1f92" providerId="LiveId" clId="{DFDF2D9E-0FA2-4FD2-962D-E4713059FE82}" dt="2026-01-07T00:56:42.217" v="7285" actId="478"/>
          <ac:spMkLst>
            <pc:docMk/>
            <pc:sldMk cId="2502347136" sldId="371"/>
            <ac:spMk id="20" creationId="{48763BC3-B526-4AEF-192B-4E6C813827D7}"/>
          </ac:spMkLst>
        </pc:spChg>
        <pc:spChg chg="add del mod">
          <ac:chgData name="陸 柴崎" userId="47b6e960b06a1f92" providerId="LiveId" clId="{DFDF2D9E-0FA2-4FD2-962D-E4713059FE82}" dt="2026-01-07T00:57:55.487" v="7349" actId="478"/>
          <ac:spMkLst>
            <pc:docMk/>
            <pc:sldMk cId="2502347136" sldId="371"/>
            <ac:spMk id="21" creationId="{13465F29-1303-E1FC-D902-0B13494D9B87}"/>
          </ac:spMkLst>
        </pc:spChg>
        <pc:spChg chg="add del mod">
          <ac:chgData name="陸 柴崎" userId="47b6e960b06a1f92" providerId="LiveId" clId="{DFDF2D9E-0FA2-4FD2-962D-E4713059FE82}" dt="2026-01-07T01:06:12.451" v="7395" actId="478"/>
          <ac:spMkLst>
            <pc:docMk/>
            <pc:sldMk cId="2502347136" sldId="371"/>
            <ac:spMk id="22" creationId="{4001DFB1-5F17-E20C-2C0D-C112DAB87DEB}"/>
          </ac:spMkLst>
        </pc:spChg>
        <pc:spChg chg="add del mod">
          <ac:chgData name="陸 柴崎" userId="47b6e960b06a1f92" providerId="LiveId" clId="{DFDF2D9E-0FA2-4FD2-962D-E4713059FE82}" dt="2026-01-07T01:06:33.094" v="7407" actId="478"/>
          <ac:spMkLst>
            <pc:docMk/>
            <pc:sldMk cId="2502347136" sldId="371"/>
            <ac:spMk id="23" creationId="{058AF2AF-1531-F9E9-5C77-EBC1194EBDFC}"/>
          </ac:spMkLst>
        </pc:spChg>
        <pc:spChg chg="add mod">
          <ac:chgData name="陸 柴崎" userId="47b6e960b06a1f92" providerId="LiveId" clId="{DFDF2D9E-0FA2-4FD2-962D-E4713059FE82}" dt="2026-01-07T00:59:03.164" v="7384" actId="1076"/>
          <ac:spMkLst>
            <pc:docMk/>
            <pc:sldMk cId="2502347136" sldId="371"/>
            <ac:spMk id="24" creationId="{47E301E4-4FBC-4F24-B521-78A37BA19E47}"/>
          </ac:spMkLst>
        </pc:spChg>
        <pc:spChg chg="add mod">
          <ac:chgData name="陸 柴崎" userId="47b6e960b06a1f92" providerId="LiveId" clId="{DFDF2D9E-0FA2-4FD2-962D-E4713059FE82}" dt="2026-01-07T00:57:54.500" v="7348" actId="1076"/>
          <ac:spMkLst>
            <pc:docMk/>
            <pc:sldMk cId="2502347136" sldId="371"/>
            <ac:spMk id="25" creationId="{136AE2C9-AB60-A283-F9A3-60B7A35FFC99}"/>
          </ac:spMkLst>
        </pc:spChg>
        <pc:spChg chg="add del mod">
          <ac:chgData name="陸 柴崎" userId="47b6e960b06a1f92" providerId="LiveId" clId="{DFDF2D9E-0FA2-4FD2-962D-E4713059FE82}" dt="2026-01-07T01:06:15.111" v="7398" actId="478"/>
          <ac:spMkLst>
            <pc:docMk/>
            <pc:sldMk cId="2502347136" sldId="371"/>
            <ac:spMk id="26" creationId="{9373275D-07D0-514F-4430-4028C9843DF0}"/>
          </ac:spMkLst>
        </pc:spChg>
        <pc:spChg chg="add mod">
          <ac:chgData name="陸 柴崎" userId="47b6e960b06a1f92" providerId="LiveId" clId="{DFDF2D9E-0FA2-4FD2-962D-E4713059FE82}" dt="2026-01-07T01:06:52.186" v="7414" actId="1076"/>
          <ac:spMkLst>
            <pc:docMk/>
            <pc:sldMk cId="2502347136" sldId="371"/>
            <ac:spMk id="28" creationId="{C63B8592-9B48-F161-51D8-BB75BDAAFA20}"/>
          </ac:spMkLst>
        </pc:spChg>
        <pc:spChg chg="add mod">
          <ac:chgData name="陸 柴崎" userId="47b6e960b06a1f92" providerId="LiveId" clId="{DFDF2D9E-0FA2-4FD2-962D-E4713059FE82}" dt="2026-01-07T01:06:58.601" v="7416" actId="1076"/>
          <ac:spMkLst>
            <pc:docMk/>
            <pc:sldMk cId="2502347136" sldId="371"/>
            <ac:spMk id="29" creationId="{C3D8452E-A15D-9C74-8C81-B4254D589896}"/>
          </ac:spMkLst>
        </pc:spChg>
        <pc:spChg chg="add mod">
          <ac:chgData name="陸 柴崎" userId="47b6e960b06a1f92" providerId="LiveId" clId="{DFDF2D9E-0FA2-4FD2-962D-E4713059FE82}" dt="2026-01-07T01:07:02.971" v="7417" actId="1076"/>
          <ac:spMkLst>
            <pc:docMk/>
            <pc:sldMk cId="2502347136" sldId="371"/>
            <ac:spMk id="30" creationId="{97C5F984-E951-C769-695C-0A7D30130D04}"/>
          </ac:spMkLst>
        </pc:spChg>
        <pc:spChg chg="add mod">
          <ac:chgData name="陸 柴崎" userId="47b6e960b06a1f92" providerId="LiveId" clId="{DFDF2D9E-0FA2-4FD2-962D-E4713059FE82}" dt="2026-01-07T01:07:02.971" v="7417" actId="1076"/>
          <ac:spMkLst>
            <pc:docMk/>
            <pc:sldMk cId="2502347136" sldId="371"/>
            <ac:spMk id="31" creationId="{0AB6FD2E-750F-AF9C-5DDB-AA1B2EBE7A5F}"/>
          </ac:spMkLst>
        </pc:spChg>
        <pc:spChg chg="add del mod">
          <ac:chgData name="陸 柴崎" userId="47b6e960b06a1f92" providerId="LiveId" clId="{DFDF2D9E-0FA2-4FD2-962D-E4713059FE82}" dt="2026-01-07T01:06:58.601" v="7416" actId="1076"/>
          <ac:spMkLst>
            <pc:docMk/>
            <pc:sldMk cId="2502347136" sldId="371"/>
            <ac:spMk id="32" creationId="{DF43F613-E1B0-616F-DE04-F2A59231E562}"/>
          </ac:spMkLst>
        </pc:spChg>
        <pc:spChg chg="add mod">
          <ac:chgData name="陸 柴崎" userId="47b6e960b06a1f92" providerId="LiveId" clId="{DFDF2D9E-0FA2-4FD2-962D-E4713059FE82}" dt="2026-01-07T01:06:52.186" v="7414" actId="1076"/>
          <ac:spMkLst>
            <pc:docMk/>
            <pc:sldMk cId="2502347136" sldId="371"/>
            <ac:spMk id="33" creationId="{EE08E3F0-2FB5-5EF8-6782-8544494B87CC}"/>
          </ac:spMkLst>
        </pc:spChg>
        <pc:spChg chg="mod">
          <ac:chgData name="陸 柴崎" userId="47b6e960b06a1f92" providerId="LiveId" clId="{DFDF2D9E-0FA2-4FD2-962D-E4713059FE82}" dt="2026-01-01T04:37:13.807" v="2528" actId="20577"/>
          <ac:spMkLst>
            <pc:docMk/>
            <pc:sldMk cId="2502347136" sldId="371"/>
            <ac:spMk id="69" creationId="{DCDD6C9C-4595-63CE-8720-ACE607E01523}"/>
          </ac:spMkLst>
        </pc:spChg>
        <pc:picChg chg="del mod">
          <ac:chgData name="陸 柴崎" userId="47b6e960b06a1f92" providerId="LiveId" clId="{DFDF2D9E-0FA2-4FD2-962D-E4713059FE82}" dt="2026-01-07T00:56:48.350" v="7288" actId="478"/>
          <ac:picMkLst>
            <pc:docMk/>
            <pc:sldMk cId="2502347136" sldId="371"/>
            <ac:picMk id="9" creationId="{137988ED-7B38-7FB8-F645-E58B4AE9B841}"/>
          </ac:picMkLst>
        </pc:picChg>
        <pc:picChg chg="add mod">
          <ac:chgData name="陸 柴崎" userId="47b6e960b06a1f92" providerId="LiveId" clId="{DFDF2D9E-0FA2-4FD2-962D-E4713059FE82}" dt="2026-01-07T01:06:54.180" v="7415" actId="14100"/>
          <ac:picMkLst>
            <pc:docMk/>
            <pc:sldMk cId="2502347136" sldId="371"/>
            <ac:picMk id="27" creationId="{0C70CA12-4BDA-EB81-C78B-BBFA6620F3D8}"/>
          </ac:picMkLst>
        </pc:picChg>
      </pc:sldChg>
      <pc:sldChg chg="modSp add mod ord">
        <pc:chgData name="陸 柴崎" userId="47b6e960b06a1f92" providerId="LiveId" clId="{DFDF2D9E-0FA2-4FD2-962D-E4713059FE82}" dt="2026-01-07T00:27:39.355" v="6182" actId="400"/>
        <pc:sldMkLst>
          <pc:docMk/>
          <pc:sldMk cId="3935920942" sldId="374"/>
        </pc:sldMkLst>
        <pc:spChg chg="mod">
          <ac:chgData name="陸 柴崎" userId="47b6e960b06a1f92" providerId="LiveId" clId="{DFDF2D9E-0FA2-4FD2-962D-E4713059FE82}" dt="2026-01-06T09:40:31.244" v="5471" actId="20577"/>
          <ac:spMkLst>
            <pc:docMk/>
            <pc:sldMk cId="3935920942" sldId="374"/>
            <ac:spMk id="515" creationId="{CD52FC05-F782-4BD7-01BB-401381F9E7A1}"/>
          </ac:spMkLst>
        </pc:spChg>
        <pc:spChg chg="mod">
          <ac:chgData name="陸 柴崎" userId="47b6e960b06a1f92" providerId="LiveId" clId="{DFDF2D9E-0FA2-4FD2-962D-E4713059FE82}" dt="2026-01-01T06:24:44.112" v="4762" actId="20577"/>
          <ac:spMkLst>
            <pc:docMk/>
            <pc:sldMk cId="3935920942" sldId="374"/>
            <ac:spMk id="516" creationId="{CA6A23F2-9264-2E81-AA0D-B68F2F09D36C}"/>
          </ac:spMkLst>
        </pc:spChg>
        <pc:spChg chg="mod">
          <ac:chgData name="陸 柴崎" userId="47b6e960b06a1f92" providerId="LiveId" clId="{DFDF2D9E-0FA2-4FD2-962D-E4713059FE82}" dt="2026-01-01T06:24:53.334" v="4765" actId="1076"/>
          <ac:spMkLst>
            <pc:docMk/>
            <pc:sldMk cId="3935920942" sldId="374"/>
            <ac:spMk id="518" creationId="{93B5FF51-B42D-8116-4963-760DB0131801}"/>
          </ac:spMkLst>
        </pc:spChg>
        <pc:spChg chg="mod">
          <ac:chgData name="陸 柴崎" userId="47b6e960b06a1f92" providerId="LiveId" clId="{DFDF2D9E-0FA2-4FD2-962D-E4713059FE82}" dt="2026-01-07T00:27:39.355" v="6182" actId="400"/>
          <ac:spMkLst>
            <pc:docMk/>
            <pc:sldMk cId="3935920942" sldId="374"/>
            <ac:spMk id="522" creationId="{D1E96234-9D3A-B88E-B2E4-693FE98CF62E}"/>
          </ac:spMkLst>
        </pc:spChg>
        <pc:grpChg chg="mod">
          <ac:chgData name="陸 柴崎" userId="47b6e960b06a1f92" providerId="LiveId" clId="{DFDF2D9E-0FA2-4FD2-962D-E4713059FE82}" dt="2026-01-01T06:24:49.818" v="4764" actId="1076"/>
          <ac:grpSpMkLst>
            <pc:docMk/>
            <pc:sldMk cId="3935920942" sldId="374"/>
            <ac:grpSpMk id="514" creationId="{174D9191-5D02-E9FB-5F71-620E43C5AFB3}"/>
          </ac:grpSpMkLst>
        </pc:grpChg>
      </pc:sldChg>
      <pc:sldChg chg="add del">
        <pc:chgData name="陸 柴崎" userId="47b6e960b06a1f92" providerId="LiveId" clId="{DFDF2D9E-0FA2-4FD2-962D-E4713059FE82}" dt="2026-01-06T10:02:25.830" v="6166" actId="47"/>
        <pc:sldMkLst>
          <pc:docMk/>
          <pc:sldMk cId="650878945" sldId="376"/>
        </pc:sldMkLst>
      </pc:sldChg>
      <pc:sldChg chg="add del">
        <pc:chgData name="陸 柴崎" userId="47b6e960b06a1f92" providerId="LiveId" clId="{DFDF2D9E-0FA2-4FD2-962D-E4713059FE82}" dt="2026-01-06T10:02:25.140" v="6163" actId="47"/>
        <pc:sldMkLst>
          <pc:docMk/>
          <pc:sldMk cId="998103596" sldId="377"/>
        </pc:sldMkLst>
      </pc:sldChg>
      <pc:sldChg chg="add del">
        <pc:chgData name="陸 柴崎" userId="47b6e960b06a1f92" providerId="LiveId" clId="{DFDF2D9E-0FA2-4FD2-962D-E4713059FE82}" dt="2026-01-06T10:02:24.928" v="6162" actId="47"/>
        <pc:sldMkLst>
          <pc:docMk/>
          <pc:sldMk cId="2035997908" sldId="378"/>
        </pc:sldMkLst>
      </pc:sldChg>
      <pc:sldChg chg="add del">
        <pc:chgData name="陸 柴崎" userId="47b6e960b06a1f92" providerId="LiveId" clId="{DFDF2D9E-0FA2-4FD2-962D-E4713059FE82}" dt="2026-01-06T10:02:24.768" v="6161" actId="47"/>
        <pc:sldMkLst>
          <pc:docMk/>
          <pc:sldMk cId="3453658767" sldId="379"/>
        </pc:sldMkLst>
      </pc:sldChg>
      <pc:sldChg chg="add del">
        <pc:chgData name="陸 柴崎" userId="47b6e960b06a1f92" providerId="LiveId" clId="{DFDF2D9E-0FA2-4FD2-962D-E4713059FE82}" dt="2026-01-06T10:02:24.582" v="6160" actId="47"/>
        <pc:sldMkLst>
          <pc:docMk/>
          <pc:sldMk cId="862530848" sldId="380"/>
        </pc:sldMkLst>
      </pc:sldChg>
      <pc:sldChg chg="modSp add mod ord">
        <pc:chgData name="陸 柴崎" userId="47b6e960b06a1f92" providerId="LiveId" clId="{DFDF2D9E-0FA2-4FD2-962D-E4713059FE82}" dt="2026-01-06T09:40:38.843" v="5484" actId="20577"/>
        <pc:sldMkLst>
          <pc:docMk/>
          <pc:sldMk cId="3759038318" sldId="381"/>
        </pc:sldMkLst>
        <pc:spChg chg="mod">
          <ac:chgData name="陸 柴崎" userId="47b6e960b06a1f92" providerId="LiveId" clId="{DFDF2D9E-0FA2-4FD2-962D-E4713059FE82}" dt="2026-01-06T09:40:38.843" v="5484" actId="20577"/>
          <ac:spMkLst>
            <pc:docMk/>
            <pc:sldMk cId="3759038318" sldId="381"/>
            <ac:spMk id="515" creationId="{C6E75C42-EF4B-785B-AAAD-920E9C498793}"/>
          </ac:spMkLst>
        </pc:spChg>
        <pc:spChg chg="mod">
          <ac:chgData name="陸 柴崎" userId="47b6e960b06a1f92" providerId="LiveId" clId="{DFDF2D9E-0FA2-4FD2-962D-E4713059FE82}" dt="2026-01-01T06:26:32.332" v="4791" actId="207"/>
          <ac:spMkLst>
            <pc:docMk/>
            <pc:sldMk cId="3759038318" sldId="381"/>
            <ac:spMk id="522" creationId="{7F18D4CB-A287-B878-2257-C79B042D9CD4}"/>
          </ac:spMkLst>
        </pc:spChg>
      </pc:sldChg>
      <pc:sldChg chg="modSp add mod">
        <pc:chgData name="陸 柴崎" userId="47b6e960b06a1f92" providerId="LiveId" clId="{DFDF2D9E-0FA2-4FD2-962D-E4713059FE82}" dt="2026-01-06T09:40:19.534" v="5458" actId="20577"/>
        <pc:sldMkLst>
          <pc:docMk/>
          <pc:sldMk cId="2082349179" sldId="382"/>
        </pc:sldMkLst>
        <pc:spChg chg="mod">
          <ac:chgData name="陸 柴崎" userId="47b6e960b06a1f92" providerId="LiveId" clId="{DFDF2D9E-0FA2-4FD2-962D-E4713059FE82}" dt="2026-01-06T09:40:19.534" v="5458" actId="20577"/>
          <ac:spMkLst>
            <pc:docMk/>
            <pc:sldMk cId="2082349179" sldId="382"/>
            <ac:spMk id="515" creationId="{E16E5A33-D2C8-D5CD-47E1-1919C3226AE1}"/>
          </ac:spMkLst>
        </pc:spChg>
        <pc:spChg chg="mod">
          <ac:chgData name="陸 柴崎" userId="47b6e960b06a1f92" providerId="LiveId" clId="{DFDF2D9E-0FA2-4FD2-962D-E4713059FE82}" dt="2026-01-01T06:25:41.358" v="4778" actId="207"/>
          <ac:spMkLst>
            <pc:docMk/>
            <pc:sldMk cId="2082349179" sldId="382"/>
            <ac:spMk id="518" creationId="{297A894B-3D53-7765-7185-4BA354CA3A2B}"/>
          </ac:spMkLst>
        </pc:spChg>
        <pc:spChg chg="mod">
          <ac:chgData name="陸 柴崎" userId="47b6e960b06a1f92" providerId="LiveId" clId="{DFDF2D9E-0FA2-4FD2-962D-E4713059FE82}" dt="2026-01-01T06:26:20.123" v="4789" actId="207"/>
          <ac:spMkLst>
            <pc:docMk/>
            <pc:sldMk cId="2082349179" sldId="382"/>
            <ac:spMk id="522" creationId="{B30C3BD6-9172-2D09-4526-F65CA26556A7}"/>
          </ac:spMkLst>
        </pc:spChg>
      </pc:sldChg>
      <pc:sldChg chg="modSp add mod">
        <pc:chgData name="陸 柴崎" userId="47b6e960b06a1f92" providerId="LiveId" clId="{DFDF2D9E-0FA2-4FD2-962D-E4713059FE82}" dt="2026-01-06T09:40:01.283" v="5435" actId="20577"/>
        <pc:sldMkLst>
          <pc:docMk/>
          <pc:sldMk cId="3504178760" sldId="383"/>
        </pc:sldMkLst>
        <pc:spChg chg="mod">
          <ac:chgData name="陸 柴崎" userId="47b6e960b06a1f92" providerId="LiveId" clId="{DFDF2D9E-0FA2-4FD2-962D-E4713059FE82}" dt="2026-01-06T09:40:01.283" v="5435" actId="20577"/>
          <ac:spMkLst>
            <pc:docMk/>
            <pc:sldMk cId="3504178760" sldId="383"/>
            <ac:spMk id="515" creationId="{042B51BA-6BCF-BA41-E888-16D887ABB0C4}"/>
          </ac:spMkLst>
        </pc:spChg>
        <pc:spChg chg="mod">
          <ac:chgData name="陸 柴崎" userId="47b6e960b06a1f92" providerId="LiveId" clId="{DFDF2D9E-0FA2-4FD2-962D-E4713059FE82}" dt="2026-01-01T06:26:08.466" v="4786" actId="207"/>
          <ac:spMkLst>
            <pc:docMk/>
            <pc:sldMk cId="3504178760" sldId="383"/>
            <ac:spMk id="522" creationId="{E1B96506-2817-2ABB-C3F7-E6FCDB7331CD}"/>
          </ac:spMkLst>
        </pc:spChg>
      </pc:sldChg>
      <pc:sldChg chg="modSp add mod">
        <pc:chgData name="陸 柴崎" userId="47b6e960b06a1f92" providerId="LiveId" clId="{DFDF2D9E-0FA2-4FD2-962D-E4713059FE82}" dt="2026-01-06T09:40:12.841" v="5448" actId="20577"/>
        <pc:sldMkLst>
          <pc:docMk/>
          <pc:sldMk cId="1547853550" sldId="384"/>
        </pc:sldMkLst>
        <pc:spChg chg="mod">
          <ac:chgData name="陸 柴崎" userId="47b6e960b06a1f92" providerId="LiveId" clId="{DFDF2D9E-0FA2-4FD2-962D-E4713059FE82}" dt="2026-01-06T09:40:12.841" v="5448" actId="20577"/>
          <ac:spMkLst>
            <pc:docMk/>
            <pc:sldMk cId="1547853550" sldId="384"/>
            <ac:spMk id="515" creationId="{35C1D5B1-937B-25C4-73D2-A5674E5AE26C}"/>
          </ac:spMkLst>
        </pc:spChg>
        <pc:spChg chg="mod">
          <ac:chgData name="陸 柴崎" userId="47b6e960b06a1f92" providerId="LiveId" clId="{DFDF2D9E-0FA2-4FD2-962D-E4713059FE82}" dt="2026-01-01T06:25:59.929" v="4785" actId="207"/>
          <ac:spMkLst>
            <pc:docMk/>
            <pc:sldMk cId="1547853550" sldId="384"/>
            <ac:spMk id="518" creationId="{CDAC88A7-972C-F664-9ED6-53DD1E546567}"/>
          </ac:spMkLst>
        </pc:spChg>
      </pc:sldChg>
      <pc:sldMasterChg chg="delSldLayout">
        <pc:chgData name="陸 柴崎" userId="47b6e960b06a1f92" providerId="LiveId" clId="{DFDF2D9E-0FA2-4FD2-962D-E4713059FE82}" dt="2026-01-06T10:02:19.677" v="6142" actId="47"/>
        <pc:sldMasterMkLst>
          <pc:docMk/>
          <pc:sldMasterMk cId="0" sldId="2147483648"/>
        </pc:sldMasterMkLst>
        <pc:sldLayoutChg chg="del">
          <pc:chgData name="陸 柴崎" userId="47b6e960b06a1f92" providerId="LiveId" clId="{DFDF2D9E-0FA2-4FD2-962D-E4713059FE82}" dt="2026-01-06T10:02:19.677" v="6142" actId="47"/>
          <pc:sldLayoutMkLst>
            <pc:docMk/>
            <pc:sldMasterMk cId="0" sldId="2147483648"/>
            <pc:sldLayoutMk cId="31853753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世界的に「エネルギー資源の安定供給」が重要な課題となっています．例えば，日本でも</a:t>
            </a:r>
            <a:r>
              <a:rPr kumimoji="1" lang="en-US" altLang="ja-JP" dirty="0"/>
              <a:t>2020</a:t>
            </a:r>
            <a:r>
              <a:rPr kumimoji="1" lang="ja-JP" altLang="en-US" dirty="0"/>
              <a:t>年に「カーボンニュートラル宣言」が制定されたりしています．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1460826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292B2B"/>
                </a:solidFill>
                <a:latin typeface="Source Han Sans JP"/>
                <a:ea typeface="Source Han Sans JP"/>
                <a:cs typeface="Source Han Sans JP"/>
                <a:sym typeface="Source Han Sans JP"/>
              </a:rPr>
              <a:t>目的としては，「</a:t>
            </a:r>
            <a:r>
              <a:rPr lang="ja-JP" altLang="en-US" sz="1200" dirty="0">
                <a:solidFill>
                  <a:srgbClr val="292B2B"/>
                </a:solidFill>
                <a:latin typeface="Source Han Sans JP Bold" panose="020B0600070205080204" charset="-128"/>
                <a:ea typeface="Source Han Sans JP Bold" panose="020B0600070205080204" charset="-128"/>
                <a:cs typeface="Source Han Sans JP"/>
                <a:sym typeface="Source Han Sans JP"/>
              </a:rPr>
              <a:t>沸騰・未沸騰状態の音響データ</a:t>
            </a:r>
            <a:r>
              <a:rPr lang="ja-JP" altLang="en-US" sz="1200" dirty="0">
                <a:solidFill>
                  <a:srgbClr val="292B2B"/>
                </a:solidFill>
                <a:latin typeface="Source Han Sans JP"/>
                <a:ea typeface="Source Han Sans JP"/>
                <a:cs typeface="Source Han Sans JP"/>
                <a:sym typeface="Source Han Sans JP"/>
              </a:rPr>
              <a:t>を取得」をすることです．</a:t>
            </a:r>
            <a:endParaRPr lang="en-US" altLang="ja-JP" sz="120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292B2B"/>
                </a:solidFill>
                <a:latin typeface="Source Han Sans JP"/>
                <a:ea typeface="Source Han Sans JP"/>
                <a:cs typeface="Source Han Sans JP"/>
                <a:sym typeface="Source Han Sans JP"/>
              </a:rPr>
              <a:t>また，「局所閉塞が原因で発生する炉心の沸騰現象」を異常状態として早期検知することを想定しています．なので，伝熱面がバーンアウトする前の沸騰状態に焦点を当てていることから，「サブクールプール沸騰実験」の形式で実験を行いました．</a:t>
            </a:r>
            <a:endParaRPr lang="en-US" altLang="ja-JP" sz="1200" dirty="0">
              <a:solidFill>
                <a:srgbClr val="292B2B"/>
              </a:solidFill>
              <a:latin typeface="Source Han Sans JP"/>
              <a:ea typeface="Source Han Sans JP"/>
              <a:cs typeface="Source Han Sans JP"/>
              <a:sym typeface="Source Han Sans JP"/>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2525360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1531380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16634" y="3669143"/>
            <a:ext cx="13854732" cy="2031325"/>
          </a:xfrm>
          <a:prstGeom prst="rect">
            <a:avLst/>
          </a:prstGeom>
        </p:spPr>
        <p:txBody>
          <a:bodyPr wrap="square" lIns="0" tIns="0" rIns="0" bIns="0" rtlCol="0" anchor="t">
            <a:spAutoFit/>
          </a:bodyPr>
          <a:lstStyle/>
          <a:p>
            <a:pPr algn="ctr">
              <a:spcBef>
                <a:spcPct val="0"/>
              </a:spcBef>
            </a:pPr>
            <a:r>
              <a:rPr lang="en-US" altLang="ja-JP" sz="6600" dirty="0">
                <a:solidFill>
                  <a:srgbClr val="292B2B"/>
                </a:solidFill>
                <a:latin typeface="Source Han Sans JP Bold"/>
                <a:ea typeface="Source Han Sans JP Bold"/>
                <a:cs typeface="Source Han Sans JP Bold"/>
                <a:sym typeface="Source Han Sans JP Bold"/>
              </a:rPr>
              <a:t>CNN</a:t>
            </a:r>
            <a:r>
              <a:rPr lang="ja-JP" altLang="en-US" sz="6600" dirty="0">
                <a:solidFill>
                  <a:srgbClr val="292B2B"/>
                </a:solidFill>
                <a:latin typeface="Source Han Sans JP Bold"/>
                <a:ea typeface="Source Han Sans JP Bold"/>
                <a:cs typeface="Source Han Sans JP Bold"/>
                <a:sym typeface="Source Han Sans JP Bold"/>
              </a:rPr>
              <a:t>アンサンブル学習に基づく音響識別によるプール沸騰の発生検知</a:t>
            </a:r>
            <a:endParaRPr lang="en-US" sz="66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2026年1月7日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80BC-3342-43F7-C2AB-AFC7364EB014}"/>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214116EC-BE7A-8968-0869-7F28C8289E2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BF30EDC-180B-80F7-2938-0B58B8E3DD0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8CB97A3C-7D5F-2C6C-8919-3A57101034F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80962D9-C1FF-3926-0FCA-AA0DA24F379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EE74E1BC-EC86-4C11-AEE2-2533F5357A9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99A08C8E-00CA-DF99-7999-FCE9982CFB18}"/>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7D4E921-B8C8-C00B-FB44-C3AEA4945E6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0E52EFF-29B6-893E-F316-448CDB854C5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D920230B-45A7-20AB-A406-C6802CDC40F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E53FEEEF-8135-4DED-D6F9-A114530E293E}"/>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C9D6864-AFCF-89CA-56C4-48F694BB83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DF8BDA21-678F-BA22-3098-8FFF663EF78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B4C26161-C6A8-B909-A894-32F2ACBB6E3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85D176D0-65F4-A00C-5908-E87B53BDB2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F75B1020-ADB3-791A-6421-F1B4A5AF39E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4EE16752-3A29-0AB9-8DD8-C2214CA1778D}"/>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8C819C51-C04B-7CBF-6C59-858B9CCBCB08}"/>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67D433A-4CD5-FBB6-5B48-F927EBCC89C9}"/>
              </a:ext>
            </a:extLst>
          </p:cNvPr>
          <p:cNvGrpSpPr/>
          <p:nvPr/>
        </p:nvGrpSpPr>
        <p:grpSpPr>
          <a:xfrm>
            <a:off x="3429000" y="2857500"/>
            <a:ext cx="12343465" cy="5480346"/>
            <a:chOff x="10121433" y="2372121"/>
            <a:chExt cx="6318718" cy="2766379"/>
          </a:xfrm>
        </p:grpSpPr>
        <p:sp>
          <p:nvSpPr>
            <p:cNvPr id="515" name="TextBox 22">
              <a:extLst>
                <a:ext uri="{FF2B5EF4-FFF2-40B4-BE49-F238E27FC236}">
                  <a16:creationId xmlns:a16="http://schemas.microsoft.com/office/drawing/2014/main" id="{35C1D5B1-937B-25C4-73D2-A5674E5AE26C}"/>
                </a:ext>
              </a:extLst>
            </p:cNvPr>
            <p:cNvSpPr txBox="1"/>
            <p:nvPr/>
          </p:nvSpPr>
          <p:spPr>
            <a:xfrm>
              <a:off x="10717809" y="2372121"/>
              <a:ext cx="5722342" cy="2759453"/>
            </a:xfrm>
            <a:prstGeom prst="rect">
              <a:avLst/>
            </a:prstGeom>
          </p:spPr>
          <p:txBody>
            <a:bodyPr wrap="square" lIns="0" tIns="0" rIns="0" bIns="0" rtlCol="0" anchor="t">
              <a:spAutoFit/>
            </a:bodyPr>
            <a:lstStyle/>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研究背景・目的</a:t>
              </a:r>
              <a:endParaRPr lang="en-US"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概要</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結果</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修士論文に向けて</a:t>
              </a:r>
              <a:endParaRPr lang="en-US" sz="2999"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D9C779DE-D3B5-FE62-CD53-BA400F21AE03}"/>
                </a:ext>
              </a:extLst>
            </p:cNvPr>
            <p:cNvSpPr txBox="1"/>
            <p:nvPr/>
          </p:nvSpPr>
          <p:spPr>
            <a:xfrm>
              <a:off x="10121433" y="2372121"/>
              <a:ext cx="1151616" cy="276637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05</a:t>
              </a:r>
            </a:p>
          </p:txBody>
        </p:sp>
      </p:grpSp>
      <p:sp>
        <p:nvSpPr>
          <p:cNvPr id="518" name="TextBox 22">
            <a:extLst>
              <a:ext uri="{FF2B5EF4-FFF2-40B4-BE49-F238E27FC236}">
                <a16:creationId xmlns:a16="http://schemas.microsoft.com/office/drawing/2014/main" id="{CDAC88A7-972C-F664-9ED6-53DD1E546567}"/>
              </a:ext>
            </a:extLst>
          </p:cNvPr>
          <p:cNvSpPr txBox="1"/>
          <p:nvPr/>
        </p:nvSpPr>
        <p:spPr>
          <a:xfrm>
            <a:off x="5180493" y="4347923"/>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実験</a:t>
            </a:r>
            <a:endParaRPr lang="en-US" altLang="ja-JP" sz="2999" dirty="0">
              <a:latin typeface="Source Han Sans JP" panose="020B0600070205080204" charset="-128"/>
              <a:ea typeface="Source Han Sans JP" panose="020B0600070205080204" charset="-128"/>
              <a:cs typeface="Now"/>
              <a:sym typeface="Now"/>
            </a:endParaRPr>
          </a:p>
          <a:p>
            <a:pPr marL="457200" indent="-457200" algn="l">
              <a:lnSpc>
                <a:spcPts val="4000"/>
              </a:lnSpc>
              <a:buFont typeface="Wingdings" panose="05000000000000000000" pitchFamily="2" charset="2"/>
              <a:buChar char="l"/>
            </a:pPr>
            <a:r>
              <a:rPr lang="en-US" sz="2999" dirty="0">
                <a:latin typeface="Source Han Sans JP" panose="020B0600070205080204" charset="-128"/>
                <a:ea typeface="Source Han Sans JP" panose="020B0600070205080204" charset="-128"/>
                <a:cs typeface="Now"/>
                <a:sym typeface="Now"/>
              </a:rPr>
              <a:t>CNN</a:t>
            </a:r>
            <a:r>
              <a:rPr lang="ja-JP" altLang="en-US" sz="2999" dirty="0">
                <a:latin typeface="Source Han Sans JP" panose="020B0600070205080204" charset="-128"/>
                <a:ea typeface="Source Han Sans JP" panose="020B0600070205080204" charset="-128"/>
                <a:cs typeface="Now"/>
                <a:sym typeface="Now"/>
              </a:rPr>
              <a:t>モデルとアンサンブル学習</a:t>
            </a:r>
            <a:endParaRPr lang="en-US" altLang="ja-JP" sz="2999" dirty="0">
              <a:latin typeface="Source Han Sans JP" panose="020B0600070205080204" charset="-128"/>
              <a:ea typeface="Source Han Sans JP" panose="020B0600070205080204" charset="-128"/>
              <a:cs typeface="Now"/>
              <a:sym typeface="Now"/>
            </a:endParaRPr>
          </a:p>
        </p:txBody>
      </p:sp>
      <p:sp>
        <p:nvSpPr>
          <p:cNvPr id="522" name="TextBox 22">
            <a:extLst>
              <a:ext uri="{FF2B5EF4-FFF2-40B4-BE49-F238E27FC236}">
                <a16:creationId xmlns:a16="http://schemas.microsoft.com/office/drawing/2014/main" id="{43E36835-F3E2-2146-D1ED-590C296803A5}"/>
              </a:ext>
            </a:extLst>
          </p:cNvPr>
          <p:cNvSpPr txBox="1"/>
          <p:nvPr/>
        </p:nvSpPr>
        <p:spPr>
          <a:xfrm>
            <a:off x="4724400" y="6438900"/>
            <a:ext cx="9459752" cy="997453"/>
          </a:xfrm>
          <a:prstGeom prst="rect">
            <a:avLst/>
          </a:prstGeom>
        </p:spPr>
        <p:txBody>
          <a:bodyPr wrap="square" lIns="0" tIns="0" rIns="0" bIns="0" rtlCol="0" anchor="t">
            <a:spAutoFit/>
          </a:bodyPr>
          <a:lstStyle/>
          <a:p>
            <a:pPr marL="914400" lvl="1" indent="-457200">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アンサンブル学習による精度・ノイズ耐性評価</a:t>
            </a:r>
            <a:endParaRPr lang="en-US" altLang="ja-JP" sz="2999" dirty="0">
              <a:latin typeface="Source Han Sans JP" panose="020B0600070205080204" charset="-128"/>
              <a:ea typeface="Source Han Sans JP" panose="020B0600070205080204" charset="-128"/>
              <a:cs typeface="Now"/>
              <a:sym typeface="Now"/>
            </a:endParaRPr>
          </a:p>
          <a:p>
            <a:pPr marL="914400" lvl="1" indent="-457200">
              <a:lnSpc>
                <a:spcPts val="4000"/>
              </a:lnSpc>
              <a:buFont typeface="Wingdings" panose="05000000000000000000" pitchFamily="2" charset="2"/>
              <a:buChar char="l"/>
            </a:pPr>
            <a:r>
              <a:rPr lang="en-US" altLang="ja-JP" sz="2999" dirty="0">
                <a:latin typeface="Source Han Sans JP" panose="020B0600070205080204" charset="-128"/>
                <a:ea typeface="Source Han Sans JP" panose="020B0600070205080204" charset="-128"/>
                <a:cs typeface="Now"/>
                <a:sym typeface="Now"/>
              </a:rPr>
              <a:t>100% </a:t>
            </a:r>
            <a:r>
              <a:rPr lang="ja-JP" altLang="en-US" sz="2999" dirty="0">
                <a:latin typeface="Source Han Sans JP" panose="020B0600070205080204" charset="-128"/>
                <a:ea typeface="Source Han Sans JP" panose="020B0600070205080204" charset="-128"/>
                <a:cs typeface="Now"/>
                <a:sym typeface="Now"/>
              </a:rPr>
              <a:t>分類性能の予測</a:t>
            </a:r>
            <a:endParaRPr lang="en-US" altLang="ja-JP" sz="2999" dirty="0">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547853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1D5DB-CC0C-2293-5120-3696851F7B89}"/>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2145A797-BE73-D7BE-8A00-1BC98861799B}"/>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BD833D6-B8B6-3588-9E05-108DB2DB0CF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E775C2BF-24C8-C1E2-FB16-8745DA5F061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FB5FB404-5B77-80F3-9344-1B77E04A5AA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197E9F39-57D5-3209-10D6-90DF3939D72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3708F72B-A6EC-9E57-88FF-B9C7C11836DA}"/>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15F904E-1DA9-D6FF-7373-3F7BCA795EE1}"/>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9372AFA-A0AC-3F92-27FC-4A084C5CFDB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0555CBA1-D0E5-C6BB-16F6-9CA501A160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45B77B74-95EC-601A-EC39-9818E415B4A6}"/>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97CCBAC2-BDC1-29D1-C9E8-39504AB5753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2CF52948-D758-B87C-7AF6-EA5378DD7A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B98CA5C-008C-8A0F-E71C-24FF7FB52911}"/>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730E15D0-05F7-5EFE-C2CE-CCF440716E3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752AB5A4-1223-70FB-723E-91F5F1BCAE7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C209C3EE-BE1C-F081-72F4-EE91A99E9F6D}"/>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B913A81F-6D35-598A-5777-0CFC614CB235}"/>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FCA90863-6703-046B-2077-25D9168863A9}"/>
              </a:ext>
            </a:extLst>
          </p:cNvPr>
          <p:cNvGrpSpPr/>
          <p:nvPr/>
        </p:nvGrpSpPr>
        <p:grpSpPr>
          <a:xfrm>
            <a:off x="3429000" y="2857500"/>
            <a:ext cx="12343465" cy="5480346"/>
            <a:chOff x="10121433" y="2372121"/>
            <a:chExt cx="6318718" cy="2766379"/>
          </a:xfrm>
        </p:grpSpPr>
        <p:sp>
          <p:nvSpPr>
            <p:cNvPr id="515" name="TextBox 22">
              <a:extLst>
                <a:ext uri="{FF2B5EF4-FFF2-40B4-BE49-F238E27FC236}">
                  <a16:creationId xmlns:a16="http://schemas.microsoft.com/office/drawing/2014/main" id="{042B51BA-6BCF-BA41-E888-16D887ABB0C4}"/>
                </a:ext>
              </a:extLst>
            </p:cNvPr>
            <p:cNvSpPr txBox="1"/>
            <p:nvPr/>
          </p:nvSpPr>
          <p:spPr>
            <a:xfrm>
              <a:off x="10717809" y="2372121"/>
              <a:ext cx="5722342" cy="2759453"/>
            </a:xfrm>
            <a:prstGeom prst="rect">
              <a:avLst/>
            </a:prstGeom>
          </p:spPr>
          <p:txBody>
            <a:bodyPr wrap="square" lIns="0" tIns="0" rIns="0" bIns="0" rtlCol="0" anchor="t">
              <a:spAutoFit/>
            </a:bodyPr>
            <a:lstStyle/>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研究背景・目的</a:t>
              </a:r>
              <a:endParaRPr lang="en-US"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概要</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結果</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修士論文に向けて</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556DCF7C-E096-654D-CA8D-0ABB9632FE0F}"/>
                </a:ext>
              </a:extLst>
            </p:cNvPr>
            <p:cNvSpPr txBox="1"/>
            <p:nvPr/>
          </p:nvSpPr>
          <p:spPr>
            <a:xfrm>
              <a:off x="10121433" y="2372121"/>
              <a:ext cx="1151616" cy="276637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05</a:t>
              </a:r>
            </a:p>
          </p:txBody>
        </p:sp>
      </p:grpSp>
      <p:sp>
        <p:nvSpPr>
          <p:cNvPr id="518" name="TextBox 22">
            <a:extLst>
              <a:ext uri="{FF2B5EF4-FFF2-40B4-BE49-F238E27FC236}">
                <a16:creationId xmlns:a16="http://schemas.microsoft.com/office/drawing/2014/main" id="{F4FAF259-75D5-2714-27DB-E17422783382}"/>
              </a:ext>
            </a:extLst>
          </p:cNvPr>
          <p:cNvSpPr txBox="1"/>
          <p:nvPr/>
        </p:nvSpPr>
        <p:spPr>
          <a:xfrm>
            <a:off x="5180493" y="4347923"/>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実験</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marL="457200" indent="-457200" algn="l">
              <a:lnSpc>
                <a:spcPts val="4000"/>
              </a:lnSpc>
              <a:buFont typeface="Wingdings" panose="05000000000000000000" pitchFamily="2" charset="2"/>
              <a:buChar char="l"/>
            </a:pPr>
            <a:r>
              <a:rPr lang="en-US" sz="2999" dirty="0">
                <a:solidFill>
                  <a:schemeClr val="bg1">
                    <a:lumMod val="85000"/>
                  </a:schemeClr>
                </a:solidFill>
                <a:latin typeface="Source Han Sans JP" panose="020B0600070205080204" charset="-128"/>
                <a:ea typeface="Source Han Sans JP" panose="020B0600070205080204" charset="-128"/>
                <a:cs typeface="Now"/>
                <a:sym typeface="Now"/>
              </a:rPr>
              <a:t>CNN</a:t>
            </a: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モデルとアンサンブル学習</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
        <p:nvSpPr>
          <p:cNvPr id="522" name="TextBox 22">
            <a:extLst>
              <a:ext uri="{FF2B5EF4-FFF2-40B4-BE49-F238E27FC236}">
                <a16:creationId xmlns:a16="http://schemas.microsoft.com/office/drawing/2014/main" id="{E1B96506-2817-2ABB-C3F7-E6FCDB7331CD}"/>
              </a:ext>
            </a:extLst>
          </p:cNvPr>
          <p:cNvSpPr txBox="1"/>
          <p:nvPr/>
        </p:nvSpPr>
        <p:spPr>
          <a:xfrm>
            <a:off x="4724400" y="6438900"/>
            <a:ext cx="9459752" cy="997453"/>
          </a:xfrm>
          <a:prstGeom prst="rect">
            <a:avLst/>
          </a:prstGeom>
        </p:spPr>
        <p:txBody>
          <a:bodyPr wrap="square" lIns="0" tIns="0" rIns="0" bIns="0" rtlCol="0" anchor="t">
            <a:spAutoFit/>
          </a:bodyPr>
          <a:lstStyle/>
          <a:p>
            <a:pPr marL="914400" lvl="1" indent="-457200">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アンサンブル学習による精度・ノイズ耐性評価</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marL="914400" lvl="1" indent="-457200">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100% </a:t>
            </a: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分類性能の予測</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504178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64C6A2B1-D68F-3D23-4EB7-F0A679C2E54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4</a:t>
            </a:fld>
            <a:endParaRPr lang="en-US" sz="4800" dirty="0"/>
          </a:p>
        </p:txBody>
      </p:sp>
      <p:sp>
        <p:nvSpPr>
          <p:cNvPr id="22" name="Rectangle 1">
            <a:extLst>
              <a:ext uri="{FF2B5EF4-FFF2-40B4-BE49-F238E27FC236}">
                <a16:creationId xmlns:a16="http://schemas.microsoft.com/office/drawing/2014/main" id="{022DE87D-C8BD-1C1C-1665-66FF203AF948}"/>
              </a:ext>
            </a:extLst>
          </p:cNvPr>
          <p:cNvSpPr>
            <a:spLocks noChangeArrowheads="1"/>
          </p:cNvSpPr>
          <p:nvPr/>
        </p:nvSpPr>
        <p:spPr bwMode="auto">
          <a:xfrm>
            <a:off x="1638473" y="2337565"/>
            <a:ext cx="1481654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
                <a:srgbClr val="6AAAA8"/>
              </a:buClr>
              <a:buSzTx/>
              <a:buFont typeface="Wingdings" panose="05000000000000000000" pitchFamily="2" charset="2"/>
              <a:buChar char="l"/>
              <a:tabLst/>
            </a:pPr>
            <a:r>
              <a:rPr kumimoji="0" lang="ja-JP"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ロシア</a:t>
            </a:r>
            <a:r>
              <a:rPr lang="ja-JP" altLang="en-US" sz="2800" dirty="0">
                <a:latin typeface="Source Han Sans JP" panose="020B0600070205080204" charset="-128"/>
                <a:ea typeface="Source Han Sans JP" panose="020B0600070205080204" charset="-128"/>
              </a:rPr>
              <a:t>による</a:t>
            </a:r>
            <a:r>
              <a:rPr kumimoji="0" lang="ja-JP"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ウクライナ侵攻</a:t>
            </a:r>
            <a:r>
              <a:rPr lang="ja-JP" altLang="en-US" sz="2800" dirty="0">
                <a:latin typeface="Source Han Sans JP" panose="020B0600070205080204" charset="-128"/>
                <a:ea typeface="Source Han Sans JP" panose="020B0600070205080204" charset="-128"/>
              </a:rPr>
              <a:t>の影響等による</a:t>
            </a:r>
            <a:r>
              <a:rPr lang="ja-JP" altLang="en-US" sz="2800" dirty="0">
                <a:latin typeface="Source Han Sans JP Bold" panose="020B0600070205080204" charset="-128"/>
                <a:ea typeface="Source Han Sans JP Bold" panose="020B0600070205080204" charset="-128"/>
              </a:rPr>
              <a:t>「エネルギー資源の安定供給」</a:t>
            </a:r>
            <a:r>
              <a:rPr lang="ja-JP" altLang="en-US" sz="2800" dirty="0">
                <a:latin typeface="Source Han Sans JP" panose="020B0600070205080204" charset="-128"/>
                <a:ea typeface="Source Han Sans JP" panose="020B0600070205080204" charset="-128"/>
              </a:rPr>
              <a:t>に対する懸念の増大</a:t>
            </a:r>
            <a:r>
              <a:rPr kumimoji="0" lang="ja-JP"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 </a:t>
            </a:r>
            <a:r>
              <a:rPr kumimoji="0" lang="en-US"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[1] </a:t>
            </a:r>
          </a:p>
          <a:p>
            <a:pPr marL="914400" lvl="1" indent="-457200" eaLnBrk="0" fontAlgn="base" hangingPunct="0">
              <a:spcBef>
                <a:spcPct val="0"/>
              </a:spcBef>
              <a:spcAft>
                <a:spcPct val="0"/>
              </a:spcAft>
              <a:buClr>
                <a:srgbClr val="6AAAA8"/>
              </a:buClr>
              <a:buFont typeface="Wingdings" panose="05000000000000000000" pitchFamily="2" charset="2"/>
              <a:buChar char="l"/>
            </a:pPr>
            <a:r>
              <a:rPr kumimoji="0" lang="ja-JP" altLang="en-US"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日本：</a:t>
            </a:r>
            <a:r>
              <a:rPr kumimoji="0" lang="en-US"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2050</a:t>
            </a:r>
            <a:r>
              <a:rPr kumimoji="0" lang="ja-JP" altLang="en-US"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年カーボンニュートラル宣言</a:t>
            </a:r>
            <a:endParaRPr kumimoji="0" lang="en-US"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endParaRPr>
          </a:p>
          <a:p>
            <a:pPr marL="457200" indent="-457200" eaLnBrk="0" fontAlgn="base" hangingPunct="0">
              <a:spcBef>
                <a:spcPct val="0"/>
              </a:spcBef>
              <a:spcAft>
                <a:spcPct val="0"/>
              </a:spcAft>
              <a:buClr>
                <a:srgbClr val="6AAAA8"/>
              </a:buClr>
              <a:buFont typeface="Wingdings" panose="05000000000000000000" pitchFamily="2" charset="2"/>
              <a:buChar char="l"/>
            </a:pPr>
            <a:r>
              <a:rPr kumimoji="0" lang="ja-JP" altLang="en-US"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重要なエネルギーの供給源として</a:t>
            </a:r>
            <a:r>
              <a:rPr kumimoji="0" lang="ja-JP" altLang="en-US" sz="2800" b="0" i="0" u="none" strike="noStrike" cap="none" normalizeH="0" baseline="0" dirty="0">
                <a:ln>
                  <a:noFill/>
                </a:ln>
                <a:solidFill>
                  <a:schemeClr val="tx1"/>
                </a:solidFill>
                <a:effectLst/>
                <a:latin typeface="Source Han Sans JP Bold" panose="020B0600070205080204" charset="-128"/>
                <a:ea typeface="Source Han Sans JP Bold" panose="020B0600070205080204" charset="-128"/>
              </a:rPr>
              <a:t>「原子力発電」</a:t>
            </a:r>
            <a:r>
              <a:rPr kumimoji="0" lang="ja-JP" altLang="en-US"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rPr>
              <a:t>が位置付けられる</a:t>
            </a:r>
            <a:r>
              <a:rPr lang="en-US" altLang="ja-JP" sz="2800" dirty="0">
                <a:latin typeface="Source Han Sans JP" panose="020B0600070205080204" charset="-128"/>
                <a:ea typeface="Source Han Sans JP" panose="020B0600070205080204" charset="-128"/>
              </a:rPr>
              <a:t>[2]</a:t>
            </a:r>
          </a:p>
          <a:p>
            <a:pPr marL="457200" indent="-457200" eaLnBrk="0" fontAlgn="base" hangingPunct="0">
              <a:spcBef>
                <a:spcPct val="0"/>
              </a:spcBef>
              <a:spcAft>
                <a:spcPct val="0"/>
              </a:spcAft>
              <a:buClr>
                <a:srgbClr val="6AAAA8"/>
              </a:buClr>
              <a:buFont typeface="Wingdings" panose="05000000000000000000" pitchFamily="2" charset="2"/>
              <a:buChar char="l"/>
            </a:pPr>
            <a:r>
              <a:rPr lang="ja-JP" altLang="en-US" sz="2800" dirty="0">
                <a:latin typeface="Source Han Sans JP" panose="020B0600070205080204" charset="-128"/>
                <a:ea typeface="Source Han Sans JP" panose="020B0600070205080204" charset="-128"/>
              </a:rPr>
              <a:t>中でも最も性能が良く，実用化に近い種類</a:t>
            </a:r>
            <a:endParaRPr lang="en-US" altLang="ja-JP" sz="2800" dirty="0">
              <a:latin typeface="Source Han Sans JP" panose="020B0600070205080204" charset="-128"/>
              <a:ea typeface="Source Han Sans JP" panose="020B0600070205080204" charset="-128"/>
            </a:endParaRPr>
          </a:p>
        </p:txBody>
      </p:sp>
      <p:sp>
        <p:nvSpPr>
          <p:cNvPr id="26" name="TextBox 26">
            <a:extLst>
              <a:ext uri="{FF2B5EF4-FFF2-40B4-BE49-F238E27FC236}">
                <a16:creationId xmlns:a16="http://schemas.microsoft.com/office/drawing/2014/main" id="{60312724-A3F8-D877-C2B7-FA86BEF98AFC}"/>
              </a:ext>
            </a:extLst>
          </p:cNvPr>
          <p:cNvSpPr txBox="1"/>
          <p:nvPr/>
        </p:nvSpPr>
        <p:spPr>
          <a:xfrm>
            <a:off x="1556933" y="9700443"/>
            <a:ext cx="16230600" cy="487313"/>
          </a:xfrm>
          <a:prstGeom prst="rect">
            <a:avLst/>
          </a:prstGeom>
        </p:spPr>
        <p:txBody>
          <a:bodyPr wrap="square" lIns="0" tIns="0" rIns="0" bIns="0" rtlCol="0" anchor="t">
            <a:spAutoFit/>
          </a:bodyPr>
          <a:lstStyle/>
          <a:p>
            <a:pPr marL="0" lvl="0" indent="0" algn="l">
              <a:lnSpc>
                <a:spcPts val="1900"/>
              </a:lnSpc>
              <a:spcBef>
                <a:spcPct val="0"/>
              </a:spcBef>
            </a:pPr>
            <a:r>
              <a:rPr lang="en-US" dirty="0">
                <a:solidFill>
                  <a:srgbClr val="292B2B"/>
                </a:solidFill>
                <a:latin typeface="Source Han Sans JP Medium"/>
                <a:ea typeface="Source Han Sans JP Medium"/>
                <a:cs typeface="Source Han Sans JP Medium"/>
                <a:sym typeface="Source Han Sans JP Medium"/>
              </a:rPr>
              <a:t>[1]</a:t>
            </a:r>
            <a:r>
              <a:rPr lang="ja-JP" altLang="en-US" dirty="0">
                <a:solidFill>
                  <a:srgbClr val="292B2B"/>
                </a:solidFill>
                <a:latin typeface="Source Han Sans JP Medium"/>
                <a:ea typeface="Source Han Sans JP Medium"/>
                <a:cs typeface="Source Han Sans JP Medium"/>
                <a:sym typeface="Source Han Sans JP Medium"/>
              </a:rPr>
              <a:t>佐藤 純一</a:t>
            </a:r>
            <a:r>
              <a:rPr lang="en-US" altLang="ja-JP" dirty="0">
                <a:solidFill>
                  <a:srgbClr val="292B2B"/>
                </a:solidFill>
                <a:latin typeface="Source Han Sans JP Medium"/>
                <a:ea typeface="Source Han Sans JP Medium"/>
                <a:cs typeface="Source Han Sans JP Medium"/>
                <a:sym typeface="Source Han Sans JP Medium"/>
              </a:rPr>
              <a:t>. </a:t>
            </a:r>
            <a:r>
              <a:rPr lang="ja-JP" altLang="en-US" dirty="0">
                <a:solidFill>
                  <a:srgbClr val="292B2B"/>
                </a:solidFill>
                <a:latin typeface="Source Han Sans JP Medium"/>
                <a:ea typeface="Source Han Sans JP Medium"/>
                <a:cs typeface="Source Han Sans JP Medium"/>
                <a:sym typeface="Source Han Sans JP Medium"/>
              </a:rPr>
              <a:t>カーボンニュートラルに向けた水素の役割と社会実装に向けた取り組み</a:t>
            </a:r>
            <a:r>
              <a:rPr lang="en-US" altLang="ja-JP" dirty="0">
                <a:solidFill>
                  <a:srgbClr val="292B2B"/>
                </a:solidFill>
                <a:latin typeface="Source Han Sans JP Medium"/>
                <a:ea typeface="Source Han Sans JP Medium"/>
                <a:cs typeface="Source Han Sans JP Medium"/>
                <a:sym typeface="Source Han Sans JP Medium"/>
              </a:rPr>
              <a:t>. </a:t>
            </a:r>
            <a:r>
              <a:rPr lang="ja-JP" altLang="en-US" dirty="0">
                <a:solidFill>
                  <a:srgbClr val="292B2B"/>
                </a:solidFill>
                <a:latin typeface="Source Han Sans JP Medium"/>
                <a:ea typeface="Source Han Sans JP Medium"/>
                <a:cs typeface="Source Han Sans JP Medium"/>
                <a:sym typeface="Source Han Sans JP Medium"/>
              </a:rPr>
              <a:t>電気学会誌</a:t>
            </a:r>
            <a:r>
              <a:rPr lang="en-US" altLang="ja-JP" dirty="0">
                <a:solidFill>
                  <a:srgbClr val="292B2B"/>
                </a:solidFill>
                <a:latin typeface="Source Han Sans JP Medium"/>
                <a:ea typeface="Source Han Sans JP Medium"/>
                <a:cs typeface="Source Han Sans JP Medium"/>
                <a:sym typeface="Source Han Sans JP Medium"/>
              </a:rPr>
              <a:t>, 144(8):520–523, 2024.</a:t>
            </a:r>
          </a:p>
          <a:p>
            <a:pPr marL="0" lvl="0" indent="0" algn="l">
              <a:lnSpc>
                <a:spcPts val="1900"/>
              </a:lnSpc>
              <a:spcBef>
                <a:spcPct val="0"/>
              </a:spcBef>
            </a:pPr>
            <a:r>
              <a:rPr lang="en-US" dirty="0">
                <a:solidFill>
                  <a:srgbClr val="292B2B"/>
                </a:solidFill>
                <a:latin typeface="Source Han Sans JP Medium"/>
                <a:ea typeface="Source Han Sans JP Medium"/>
                <a:cs typeface="Source Han Sans JP Medium"/>
                <a:sym typeface="Source Han Sans JP Medium"/>
              </a:rPr>
              <a:t>[2]</a:t>
            </a:r>
            <a:r>
              <a:rPr lang="ja-JP" altLang="en-US" dirty="0">
                <a:solidFill>
                  <a:srgbClr val="292B2B"/>
                </a:solidFill>
                <a:latin typeface="Source Han Sans JP Medium"/>
                <a:ea typeface="Source Han Sans JP Medium"/>
                <a:cs typeface="Source Han Sans JP Medium"/>
                <a:sym typeface="Source Han Sans JP Medium"/>
              </a:rPr>
              <a:t>上出 英樹</a:t>
            </a:r>
            <a:r>
              <a:rPr lang="en-US" altLang="ja-JP" dirty="0">
                <a:solidFill>
                  <a:srgbClr val="292B2B"/>
                </a:solidFill>
                <a:latin typeface="Source Han Sans JP Medium"/>
                <a:ea typeface="Source Han Sans JP Medium"/>
                <a:cs typeface="Source Han Sans JP Medium"/>
                <a:sym typeface="Source Han Sans JP Medium"/>
              </a:rPr>
              <a:t>, </a:t>
            </a:r>
            <a:r>
              <a:rPr lang="ja-JP" altLang="en-US" dirty="0">
                <a:solidFill>
                  <a:srgbClr val="292B2B"/>
                </a:solidFill>
                <a:latin typeface="Source Han Sans JP Medium"/>
                <a:ea typeface="Source Han Sans JP Medium"/>
                <a:cs typeface="Source Han Sans JP Medium"/>
                <a:sym typeface="Source Han Sans JP Medium"/>
              </a:rPr>
              <a:t>伊藤 隆哉</a:t>
            </a:r>
            <a:r>
              <a:rPr lang="en-US" altLang="ja-JP" dirty="0">
                <a:solidFill>
                  <a:srgbClr val="292B2B"/>
                </a:solidFill>
                <a:latin typeface="Source Han Sans JP Medium"/>
                <a:ea typeface="Source Han Sans JP Medium"/>
                <a:cs typeface="Source Han Sans JP Medium"/>
                <a:sym typeface="Source Han Sans JP Medium"/>
              </a:rPr>
              <a:t>, </a:t>
            </a:r>
            <a:r>
              <a:rPr lang="en-US" dirty="0">
                <a:solidFill>
                  <a:srgbClr val="292B2B"/>
                </a:solidFill>
                <a:latin typeface="Source Han Sans JP Medium"/>
                <a:ea typeface="Source Han Sans JP Medium"/>
                <a:cs typeface="Source Han Sans JP Medium"/>
                <a:sym typeface="Source Han Sans JP Medium"/>
              </a:rPr>
              <a:t>and </a:t>
            </a:r>
            <a:r>
              <a:rPr lang="ja-JP" altLang="en-US" dirty="0">
                <a:solidFill>
                  <a:srgbClr val="292B2B"/>
                </a:solidFill>
                <a:latin typeface="Source Han Sans JP Medium"/>
                <a:ea typeface="Source Han Sans JP Medium"/>
                <a:cs typeface="Source Han Sans JP Medium"/>
                <a:sym typeface="Source Han Sans JP Medium"/>
              </a:rPr>
              <a:t>小竹 庄司</a:t>
            </a:r>
            <a:r>
              <a:rPr lang="en-US" altLang="ja-JP" dirty="0">
                <a:solidFill>
                  <a:srgbClr val="292B2B"/>
                </a:solidFill>
                <a:latin typeface="Source Han Sans JP Medium"/>
                <a:ea typeface="Source Han Sans JP Medium"/>
                <a:cs typeface="Source Han Sans JP Medium"/>
                <a:sym typeface="Source Han Sans JP Medium"/>
              </a:rPr>
              <a:t>. </a:t>
            </a:r>
            <a:r>
              <a:rPr lang="ja-JP" altLang="en-US" dirty="0">
                <a:solidFill>
                  <a:srgbClr val="292B2B"/>
                </a:solidFill>
                <a:latin typeface="Source Han Sans JP Medium"/>
                <a:ea typeface="Source Han Sans JP Medium"/>
                <a:cs typeface="Source Han Sans JP Medium"/>
                <a:sym typeface="Source Han Sans JP Medium"/>
              </a:rPr>
              <a:t>第 </a:t>
            </a:r>
            <a:r>
              <a:rPr lang="en-US" altLang="ja-JP" dirty="0">
                <a:solidFill>
                  <a:srgbClr val="292B2B"/>
                </a:solidFill>
                <a:latin typeface="Source Han Sans JP Medium"/>
                <a:ea typeface="Source Han Sans JP Medium"/>
                <a:cs typeface="Source Han Sans JP Medium"/>
                <a:sym typeface="Source Han Sans JP Medium"/>
              </a:rPr>
              <a:t>4 </a:t>
            </a:r>
            <a:r>
              <a:rPr lang="ja-JP" altLang="en-US" dirty="0">
                <a:solidFill>
                  <a:srgbClr val="292B2B"/>
                </a:solidFill>
                <a:latin typeface="Source Han Sans JP Medium"/>
                <a:ea typeface="Source Han Sans JP Medium"/>
                <a:cs typeface="Source Han Sans JP Medium"/>
                <a:sym typeface="Source Han Sans JP Medium"/>
              </a:rPr>
              <a:t>世代原子炉の開発動向</a:t>
            </a:r>
            <a:r>
              <a:rPr lang="en-US" altLang="ja-JP" dirty="0">
                <a:solidFill>
                  <a:srgbClr val="292B2B"/>
                </a:solidFill>
                <a:latin typeface="Source Han Sans JP Medium"/>
                <a:ea typeface="Source Han Sans JP Medium"/>
                <a:cs typeface="Source Han Sans JP Medium"/>
                <a:sym typeface="Source Han Sans JP Medium"/>
              </a:rPr>
              <a:t>. </a:t>
            </a:r>
            <a:r>
              <a:rPr lang="ja-JP" altLang="en-US" dirty="0">
                <a:solidFill>
                  <a:srgbClr val="292B2B"/>
                </a:solidFill>
                <a:latin typeface="Source Han Sans JP Medium"/>
                <a:ea typeface="Source Han Sans JP Medium"/>
                <a:cs typeface="Source Han Sans JP Medium"/>
                <a:sym typeface="Source Han Sans JP Medium"/>
              </a:rPr>
              <a:t>日本原子力学会誌</a:t>
            </a:r>
            <a:r>
              <a:rPr lang="en-US" dirty="0">
                <a:solidFill>
                  <a:srgbClr val="292B2B"/>
                </a:solidFill>
                <a:latin typeface="Source Han Sans JP Medium"/>
                <a:ea typeface="Source Han Sans JP Medium"/>
                <a:cs typeface="Source Han Sans JP Medium"/>
                <a:sym typeface="Source Han Sans JP Medium"/>
              </a:rPr>
              <a:t>ATOMO </a:t>
            </a:r>
            <a:r>
              <a:rPr lang="el-GR" dirty="0">
                <a:solidFill>
                  <a:srgbClr val="292B2B"/>
                </a:solidFill>
                <a:latin typeface="Source Han Sans JP Medium"/>
                <a:ea typeface="Source Han Sans JP Medium"/>
                <a:cs typeface="Source Han Sans JP Medium"/>
                <a:sym typeface="Source Han Sans JP Medium"/>
              </a:rPr>
              <a:t>Σ, 60(9):562–566, 2018.</a:t>
            </a:r>
            <a:endParaRPr lang="en-US" dirty="0">
              <a:solidFill>
                <a:srgbClr val="292B2B"/>
              </a:solidFill>
              <a:latin typeface="Source Han Sans JP Medium"/>
              <a:ea typeface="Source Han Sans JP Medium"/>
              <a:cs typeface="Source Han Sans JP Medium"/>
              <a:sym typeface="Source Han Sans JP Medium"/>
            </a:endParaRPr>
          </a:p>
        </p:txBody>
      </p:sp>
      <p:grpSp>
        <p:nvGrpSpPr>
          <p:cNvPr id="27" name="グループ化 26">
            <a:extLst>
              <a:ext uri="{FF2B5EF4-FFF2-40B4-BE49-F238E27FC236}">
                <a16:creationId xmlns:a16="http://schemas.microsoft.com/office/drawing/2014/main" id="{43AE7C6B-7351-5825-E0E1-3777BB8F152C}"/>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29CF0DB2-C51E-08ED-FEB3-D6567673BB1F}"/>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D3CFCC76-1AE5-A05F-2873-E25C6D79E39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EB4B6EEE-4EAA-E0E7-CAA1-E9DFB1A6B9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76C22DF7-203B-60AF-6317-7E96F3FA660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5DF53C7B-1F38-147D-28ED-EADF164DCBED}"/>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9F7BB424-5D5B-559C-D094-327D1427FAC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3738E4EE-6CB8-C75A-EEA6-6682037FC9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4E6FBE-A7B7-773F-4FED-7C1939775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F9BC06B8-13DC-11CF-3C00-4CEAE0D8307C}"/>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F95155B5-987B-CFDC-AC53-052DFB8B96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DADC0933-F8DA-E030-073B-DCE0A8A1760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8FC66875-01D3-021C-13B3-0CA23E986AF2}"/>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C64C948-81F2-06EA-57BF-D2B0E8375E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A0D26BA9-C298-92EA-2113-1B64EA0C837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29F16302-7E62-85B7-3C03-875C434D5C5B}"/>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84CFE8E6-CA31-68B8-E270-C24AD76686AA}"/>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64C37D32-7FF7-A3E9-2AB4-A18186A7268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背景 </a:t>
              </a:r>
              <a:r>
                <a:rPr lang="en-US" altLang="ja-JP" sz="2800" dirty="0">
                  <a:solidFill>
                    <a:srgbClr val="292B2B"/>
                  </a:solidFill>
                  <a:latin typeface="Source Han Sans JP Medium"/>
                  <a:ea typeface="Source Han Sans JP Medium"/>
                  <a:cs typeface="Source Han Sans JP Medium"/>
                  <a:sym typeface="Source Han Sans JP Medium"/>
                </a:rPr>
                <a:t>– </a:t>
              </a:r>
              <a:r>
                <a:rPr lang="ja-JP" altLang="en-US" sz="2800" dirty="0">
                  <a:solidFill>
                    <a:srgbClr val="292B2B"/>
                  </a:solidFill>
                  <a:latin typeface="Source Han Sans JP Medium"/>
                  <a:ea typeface="Source Han Sans JP Medium"/>
                  <a:cs typeface="Source Han Sans JP Medium"/>
                  <a:sym typeface="Source Han Sans JP Medium"/>
                </a:rPr>
                <a:t>エネルギーセキュリティの重要性</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EEADAE25-CC5F-4A60-5B7F-E4748A25EE4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7" name="Rectangle 1">
            <a:extLst>
              <a:ext uri="{FF2B5EF4-FFF2-40B4-BE49-F238E27FC236}">
                <a16:creationId xmlns:a16="http://schemas.microsoft.com/office/drawing/2014/main" id="{6E7A7030-D93D-0703-963D-8485025CB6B4}"/>
              </a:ext>
            </a:extLst>
          </p:cNvPr>
          <p:cNvSpPr>
            <a:spLocks noChangeArrowheads="1"/>
          </p:cNvSpPr>
          <p:nvPr/>
        </p:nvSpPr>
        <p:spPr bwMode="auto">
          <a:xfrm>
            <a:off x="1668297" y="6591640"/>
            <a:ext cx="1041329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
                <a:srgbClr val="6AAAA8"/>
              </a:buClr>
              <a:buFont typeface="Wingdings" panose="05000000000000000000" pitchFamily="2" charset="2"/>
              <a:buChar char="l"/>
            </a:pPr>
            <a:r>
              <a:rPr kumimoji="0" lang="ja-JP" altLang="ja-JP" sz="2800" b="0" i="0" u="sng" strike="noStrike" cap="none" normalizeH="0" baseline="0" dirty="0">
                <a:ln>
                  <a:noFill/>
                </a:ln>
                <a:solidFill>
                  <a:schemeClr val="tx1"/>
                </a:solidFill>
                <a:effectLst/>
                <a:latin typeface="Source Han Sans JP" panose="020B0600070205080204" charset="-128"/>
                <a:ea typeface="Source Han Sans JP" panose="020B0600070205080204" charset="-128"/>
              </a:rPr>
              <a:t>1966年</a:t>
            </a:r>
            <a:r>
              <a:rPr kumimoji="0" lang="ja-JP" altLang="en-US" sz="2800" b="0" i="0" u="sng" strike="noStrike" cap="none" normalizeH="0" baseline="0" dirty="0">
                <a:ln>
                  <a:noFill/>
                </a:ln>
                <a:solidFill>
                  <a:schemeClr val="tx1"/>
                </a:solidFill>
                <a:effectLst/>
                <a:latin typeface="Source Han Sans JP" panose="020B0600070205080204" charset="-128"/>
                <a:ea typeface="Source Han Sans JP" panose="020B0600070205080204" charset="-128"/>
              </a:rPr>
              <a:t>，フェルミ炉による</a:t>
            </a:r>
            <a:r>
              <a:rPr kumimoji="0" lang="ja-JP" altLang="ja-JP" sz="2800" b="0" i="0" u="sng" strike="noStrike" cap="none" normalizeH="0" baseline="0" dirty="0">
                <a:ln>
                  <a:noFill/>
                </a:ln>
                <a:solidFill>
                  <a:schemeClr val="tx1"/>
                </a:solidFill>
                <a:effectLst/>
                <a:latin typeface="Source Han Sans JP Bold" panose="020B0600070205080204" charset="-128"/>
                <a:ea typeface="Source Han Sans JP Bold" panose="020B0600070205080204" charset="-128"/>
              </a:rPr>
              <a:t>炉心溶融</a:t>
            </a:r>
            <a:r>
              <a:rPr kumimoji="0" lang="ja-JP" altLang="ja-JP" sz="2800" b="0" i="0" u="sng" strike="noStrike" cap="none" normalizeH="0" baseline="0" dirty="0">
                <a:ln>
                  <a:noFill/>
                </a:ln>
                <a:solidFill>
                  <a:schemeClr val="tx1"/>
                </a:solidFill>
                <a:effectLst/>
                <a:latin typeface="Source Han Sans JP" panose="020B0600070205080204" charset="-128"/>
                <a:ea typeface="Source Han Sans JP" panose="020B0600070205080204" charset="-128"/>
              </a:rPr>
              <a:t>事故</a:t>
            </a:r>
            <a:r>
              <a:rPr lang="en-US" altLang="ja-JP" sz="2800" dirty="0">
                <a:latin typeface="Source Han Sans JP" panose="020B0600070205080204" charset="-128"/>
                <a:ea typeface="Source Han Sans JP" panose="020B0600070205080204" charset="-128"/>
              </a:rPr>
              <a:t>[2]</a:t>
            </a:r>
            <a:endParaRPr kumimoji="0" lang="en-US" altLang="ja-JP" sz="2800" b="0" i="0" strike="noStrike" cap="none" normalizeH="0" baseline="0" dirty="0">
              <a:ln>
                <a:noFill/>
              </a:ln>
              <a:solidFill>
                <a:schemeClr val="tx1"/>
              </a:solidFill>
              <a:effectLst/>
              <a:latin typeface="Source Han Sans JP" panose="020B0600070205080204" charset="-128"/>
              <a:ea typeface="Source Han Sans JP" panose="020B0600070205080204" charset="-128"/>
            </a:endParaRPr>
          </a:p>
          <a:p>
            <a:pPr marL="914400" lvl="1" indent="-457200" eaLnBrk="0" fontAlgn="base" hangingPunct="0">
              <a:spcBef>
                <a:spcPct val="0"/>
              </a:spcBef>
              <a:spcAft>
                <a:spcPct val="0"/>
              </a:spcAft>
              <a:buClr>
                <a:srgbClr val="6AAAA8"/>
              </a:buClr>
              <a:buFont typeface="Wingdings" panose="05000000000000000000" pitchFamily="2" charset="2"/>
              <a:buChar char="Ø"/>
            </a:pPr>
            <a:r>
              <a:rPr lang="ja-JP" altLang="en-US" sz="2800" dirty="0">
                <a:latin typeface="Source Han Sans JP" panose="020B0600070205080204" charset="-128"/>
                <a:ea typeface="Source Han Sans JP" panose="020B0600070205080204" charset="-128"/>
              </a:rPr>
              <a:t>炉心溶融：</a:t>
            </a:r>
            <a:r>
              <a:rPr lang="ja-JP" altLang="en-US" sz="2800" dirty="0">
                <a:latin typeface="Source Han Sans JP Bold" panose="020B0600070205080204" charset="-128"/>
                <a:ea typeface="Source Han Sans JP Bold" panose="020B0600070205080204" charset="-128"/>
              </a:rPr>
              <a:t>過剰沸騰</a:t>
            </a:r>
            <a:r>
              <a:rPr lang="ja-JP" altLang="en-US" sz="2800" dirty="0">
                <a:latin typeface="Source Han Sans JP" panose="020B0600070205080204" charset="-128"/>
                <a:ea typeface="Source Han Sans JP" panose="020B0600070205080204" charset="-128"/>
              </a:rPr>
              <a:t>による内部壁の破損</a:t>
            </a:r>
            <a:endParaRPr lang="en-US" altLang="ja-JP" sz="2800" dirty="0">
              <a:latin typeface="Source Han Sans JP" panose="020B0600070205080204" charset="-128"/>
              <a:ea typeface="Source Han Sans JP" panose="020B0600070205080204" charset="-128"/>
            </a:endParaRPr>
          </a:p>
          <a:p>
            <a:pPr marL="914400" lvl="1" indent="-457200" eaLnBrk="0" fontAlgn="base" hangingPunct="0">
              <a:spcBef>
                <a:spcPct val="0"/>
              </a:spcBef>
              <a:spcAft>
                <a:spcPct val="0"/>
              </a:spcAft>
              <a:buClr>
                <a:srgbClr val="6AAAA8"/>
              </a:buClr>
              <a:buFont typeface="Wingdings" panose="05000000000000000000" pitchFamily="2" charset="2"/>
              <a:buChar char="Ø"/>
            </a:pPr>
            <a:endParaRPr lang="en-US" altLang="ja-JP" sz="2800" dirty="0">
              <a:latin typeface="Source Han Sans JP" panose="020B0600070205080204" charset="-128"/>
              <a:ea typeface="Source Han Sans JP" panose="020B0600070205080204" charset="-128"/>
            </a:endParaRPr>
          </a:p>
        </p:txBody>
      </p:sp>
      <p:sp>
        <p:nvSpPr>
          <p:cNvPr id="48" name="Rectangle 1">
            <a:extLst>
              <a:ext uri="{FF2B5EF4-FFF2-40B4-BE49-F238E27FC236}">
                <a16:creationId xmlns:a16="http://schemas.microsoft.com/office/drawing/2014/main" id="{41455BF1-AC8E-4116-6D15-75B465908946}"/>
              </a:ext>
            </a:extLst>
          </p:cNvPr>
          <p:cNvSpPr>
            <a:spLocks noChangeArrowheads="1"/>
          </p:cNvSpPr>
          <p:nvPr/>
        </p:nvSpPr>
        <p:spPr bwMode="auto">
          <a:xfrm>
            <a:off x="2728633" y="4599573"/>
            <a:ext cx="1103802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Clr>
                <a:srgbClr val="6AAAA8"/>
              </a:buClr>
            </a:pPr>
            <a:r>
              <a:rPr kumimoji="0" lang="ja-JP" altLang="ja-JP" sz="3600" i="0" u="none" strike="noStrike" cap="none" normalizeH="0" baseline="0" dirty="0">
                <a:ln>
                  <a:noFill/>
                </a:ln>
                <a:solidFill>
                  <a:srgbClr val="5276F8"/>
                </a:solidFill>
                <a:effectLst/>
                <a:latin typeface="Source Han Sans JP Bold" panose="020B0600070205080204" charset="-128"/>
                <a:ea typeface="Source Han Sans JP Bold" panose="020B0600070205080204" charset="-128"/>
              </a:rPr>
              <a:t>ナトリウム冷却高速炉(SFR)</a:t>
            </a:r>
            <a:r>
              <a:rPr lang="ja-JP" altLang="en-US" sz="3200" dirty="0">
                <a:latin typeface="Source Han Sans JP" panose="020B0600070205080204" charset="-128"/>
                <a:ea typeface="Source Han Sans JP" panose="020B0600070205080204" charset="-128"/>
              </a:rPr>
              <a:t>：</a:t>
            </a:r>
            <a:r>
              <a:rPr lang="ja-JP" altLang="en-US" sz="2800" dirty="0">
                <a:latin typeface="Source Han Sans JP" panose="020B0600070205080204" charset="-128"/>
                <a:ea typeface="Source Han Sans JP" panose="020B0600070205080204" charset="-128"/>
              </a:rPr>
              <a:t>高効率・カーボンフリー・安定電源（右下図</a:t>
            </a:r>
            <a:r>
              <a:rPr lang="en-US" altLang="ja-JP" sz="2800" dirty="0">
                <a:latin typeface="Source Han Sans JP" panose="020B0600070205080204" charset="-128"/>
                <a:ea typeface="Source Han Sans JP" panose="020B0600070205080204" charset="-128"/>
              </a:rPr>
              <a:t>1</a:t>
            </a:r>
            <a:r>
              <a:rPr lang="ja-JP" altLang="en-US" sz="2800" dirty="0">
                <a:latin typeface="Source Han Sans JP" panose="020B0600070205080204" charset="-128"/>
                <a:ea typeface="Source Han Sans JP" panose="020B0600070205080204" charset="-128"/>
              </a:rPr>
              <a:t>）</a:t>
            </a:r>
            <a:endParaRPr kumimoji="0" lang="en-US" altLang="ja-JP" sz="2800" b="0" i="0" u="none" strike="noStrike" cap="none" normalizeH="0" baseline="0" dirty="0">
              <a:ln>
                <a:noFill/>
              </a:ln>
              <a:solidFill>
                <a:schemeClr val="tx1"/>
              </a:solidFill>
              <a:effectLst/>
              <a:latin typeface="Source Han Sans JP" panose="020B0600070205080204" charset="-128"/>
              <a:ea typeface="Source Han Sans JP" panose="020B0600070205080204" charset="-128"/>
            </a:endParaRPr>
          </a:p>
        </p:txBody>
      </p:sp>
      <p:sp>
        <p:nvSpPr>
          <p:cNvPr id="49" name="矢印: 下 48">
            <a:extLst>
              <a:ext uri="{FF2B5EF4-FFF2-40B4-BE49-F238E27FC236}">
                <a16:creationId xmlns:a16="http://schemas.microsoft.com/office/drawing/2014/main" id="{CC2651DF-EE8A-8ABA-9793-F11924A2FADF}"/>
              </a:ext>
            </a:extLst>
          </p:cNvPr>
          <p:cNvSpPr/>
          <p:nvPr/>
        </p:nvSpPr>
        <p:spPr>
          <a:xfrm rot="16200000">
            <a:off x="2339911" y="4619318"/>
            <a:ext cx="646317" cy="73068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0" name="図 49">
            <a:extLst>
              <a:ext uri="{FF2B5EF4-FFF2-40B4-BE49-F238E27FC236}">
                <a16:creationId xmlns:a16="http://schemas.microsoft.com/office/drawing/2014/main" id="{C977F46C-CCD8-7616-487E-11187611C46C}"/>
              </a:ext>
            </a:extLst>
          </p:cNvPr>
          <p:cNvPicPr>
            <a:picLocks noChangeAspect="1"/>
          </p:cNvPicPr>
          <p:nvPr/>
        </p:nvPicPr>
        <p:blipFill>
          <a:blip r:embed="rId4"/>
          <a:stretch>
            <a:fillRect/>
          </a:stretch>
        </p:blipFill>
        <p:spPr>
          <a:xfrm>
            <a:off x="12041975" y="4848813"/>
            <a:ext cx="5867397" cy="4206435"/>
          </a:xfrm>
          <a:prstGeom prst="rect">
            <a:avLst/>
          </a:prstGeom>
        </p:spPr>
      </p:pic>
      <p:sp>
        <p:nvSpPr>
          <p:cNvPr id="51" name="TextBox 26">
            <a:extLst>
              <a:ext uri="{FF2B5EF4-FFF2-40B4-BE49-F238E27FC236}">
                <a16:creationId xmlns:a16="http://schemas.microsoft.com/office/drawing/2014/main" id="{1DCE962B-2A8A-96F2-633F-6FCB049C9F83}"/>
              </a:ext>
            </a:extLst>
          </p:cNvPr>
          <p:cNvSpPr txBox="1"/>
          <p:nvPr/>
        </p:nvSpPr>
        <p:spPr>
          <a:xfrm>
            <a:off x="13633941" y="9293908"/>
            <a:ext cx="4228925" cy="243656"/>
          </a:xfrm>
          <a:prstGeom prst="rect">
            <a:avLst/>
          </a:prstGeom>
        </p:spPr>
        <p:txBody>
          <a:bodyPr wrap="square" lIns="0" tIns="0" rIns="0" bIns="0" rtlCol="0" anchor="t">
            <a:spAutoFit/>
          </a:bodyPr>
          <a:lstStyle/>
          <a:p>
            <a:pPr marL="0" lvl="0" indent="0" algn="l">
              <a:lnSpc>
                <a:spcPts val="1900"/>
              </a:lnSpc>
              <a:spcBef>
                <a:spcPct val="0"/>
              </a:spcBef>
            </a:pPr>
            <a:r>
              <a:rPr lang="ja-JP" altLang="en-US" dirty="0">
                <a:solidFill>
                  <a:srgbClr val="292B2B"/>
                </a:solidFill>
                <a:latin typeface="Source Han Sans JP Medium"/>
                <a:ea typeface="Source Han Sans JP Medium"/>
                <a:cs typeface="Source Han Sans JP Medium"/>
                <a:sym typeface="Source Han Sans JP Medium"/>
              </a:rPr>
              <a:t>図</a:t>
            </a:r>
            <a:r>
              <a:rPr lang="en-US" altLang="ja-JP" dirty="0">
                <a:solidFill>
                  <a:srgbClr val="292B2B"/>
                </a:solidFill>
                <a:latin typeface="Source Han Sans JP Medium"/>
                <a:ea typeface="Source Han Sans JP Medium"/>
                <a:cs typeface="Source Han Sans JP Medium"/>
                <a:sym typeface="Source Han Sans JP Medium"/>
              </a:rPr>
              <a:t>1. </a:t>
            </a:r>
            <a:r>
              <a:rPr lang="ja-JP" altLang="en-US" dirty="0">
                <a:solidFill>
                  <a:srgbClr val="292B2B"/>
                </a:solidFill>
                <a:latin typeface="Source Han Sans JP Medium"/>
                <a:ea typeface="Source Han Sans JP Medium"/>
                <a:cs typeface="Source Han Sans JP Medium"/>
                <a:sym typeface="Source Han Sans JP Medium"/>
              </a:rPr>
              <a:t>ナトリウム冷却高速炉</a:t>
            </a:r>
            <a:endParaRPr lang="en-US" dirty="0">
              <a:solidFill>
                <a:srgbClr val="292B2B"/>
              </a:solidFill>
              <a:latin typeface="Source Han Sans JP Medium"/>
              <a:ea typeface="Source Han Sans JP Medium"/>
              <a:cs typeface="Source Han Sans JP Medium"/>
              <a:sym typeface="Source Han Sans JP Medium"/>
            </a:endParaRPr>
          </a:p>
        </p:txBody>
      </p:sp>
      <p:grpSp>
        <p:nvGrpSpPr>
          <p:cNvPr id="52" name="グループ化 51">
            <a:extLst>
              <a:ext uri="{FF2B5EF4-FFF2-40B4-BE49-F238E27FC236}">
                <a16:creationId xmlns:a16="http://schemas.microsoft.com/office/drawing/2014/main" id="{D4E7004D-9449-3DAB-7415-91222CC2A4B7}"/>
              </a:ext>
            </a:extLst>
          </p:cNvPr>
          <p:cNvGrpSpPr/>
          <p:nvPr/>
        </p:nvGrpSpPr>
        <p:grpSpPr>
          <a:xfrm>
            <a:off x="1501897" y="5829656"/>
            <a:ext cx="8639037" cy="552410"/>
            <a:chOff x="1535808" y="1451163"/>
            <a:chExt cx="8639037" cy="552410"/>
          </a:xfrm>
        </p:grpSpPr>
        <p:sp>
          <p:nvSpPr>
            <p:cNvPr id="53" name="TextBox 26">
              <a:extLst>
                <a:ext uri="{FF2B5EF4-FFF2-40B4-BE49-F238E27FC236}">
                  <a16:creationId xmlns:a16="http://schemas.microsoft.com/office/drawing/2014/main" id="{4A4521AC-0F84-114C-4670-EC384E1AA24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ナトリウム冷却高速炉の課題</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54" name="Freeform 5">
              <a:extLst>
                <a:ext uri="{FF2B5EF4-FFF2-40B4-BE49-F238E27FC236}">
                  <a16:creationId xmlns:a16="http://schemas.microsoft.com/office/drawing/2014/main" id="{D2FAC026-54D1-B19B-E546-B0EE37DAA3AC}"/>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5" name="Rectangle 1">
            <a:extLst>
              <a:ext uri="{FF2B5EF4-FFF2-40B4-BE49-F238E27FC236}">
                <a16:creationId xmlns:a16="http://schemas.microsoft.com/office/drawing/2014/main" id="{BDC97152-C90E-C1F6-99C1-6D189D5FBC71}"/>
              </a:ext>
            </a:extLst>
          </p:cNvPr>
          <p:cNvSpPr>
            <a:spLocks noChangeArrowheads="1"/>
          </p:cNvSpPr>
          <p:nvPr/>
        </p:nvSpPr>
        <p:spPr bwMode="auto">
          <a:xfrm>
            <a:off x="3276599" y="7974589"/>
            <a:ext cx="90651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
                <a:srgbClr val="6AAAA8"/>
              </a:buClr>
            </a:pPr>
            <a:r>
              <a:rPr lang="ja-JP" altLang="en-US" sz="3600" dirty="0">
                <a:latin typeface="Source Han Sans JP" panose="020B0600070205080204" charset="-128"/>
                <a:ea typeface="Source Han Sans JP" panose="020B0600070205080204" charset="-128"/>
              </a:rPr>
              <a:t>沸騰現象の</a:t>
            </a:r>
            <a:r>
              <a:rPr lang="ja-JP" altLang="en-US" sz="3600" dirty="0">
                <a:solidFill>
                  <a:srgbClr val="5276F8"/>
                </a:solidFill>
                <a:latin typeface="Source Han Sans JP Bold" panose="020B0600070205080204" charset="-128"/>
                <a:ea typeface="Source Han Sans JP Bold" panose="020B0600070205080204" charset="-128"/>
              </a:rPr>
              <a:t>早期検知</a:t>
            </a:r>
            <a:r>
              <a:rPr lang="ja-JP" altLang="en-US" sz="3600" dirty="0">
                <a:latin typeface="Source Han Sans JP Bold" panose="020B0600070205080204" charset="-128"/>
                <a:ea typeface="Source Han Sans JP Bold" panose="020B0600070205080204" charset="-128"/>
              </a:rPr>
              <a:t>（</a:t>
            </a:r>
            <a:r>
              <a:rPr lang="en-US" altLang="ja-JP" sz="3600" dirty="0">
                <a:latin typeface="Source Han Sans JP Bold" panose="020B0600070205080204" charset="-128"/>
                <a:ea typeface="Source Han Sans JP Bold" panose="020B0600070205080204" charset="-128"/>
              </a:rPr>
              <a:t>AI</a:t>
            </a:r>
            <a:r>
              <a:rPr lang="ja-JP" altLang="en-US" sz="3600" dirty="0">
                <a:latin typeface="Source Han Sans JP Bold" panose="020B0600070205080204" charset="-128"/>
                <a:ea typeface="Source Han Sans JP Bold" panose="020B0600070205080204" charset="-128"/>
              </a:rPr>
              <a:t>による異常検知）</a:t>
            </a:r>
            <a:endParaRPr lang="en-US" altLang="ja-JP" sz="3600" dirty="0">
              <a:latin typeface="Source Han Sans JP Bold" panose="020B0600070205080204" charset="-128"/>
              <a:ea typeface="Source Han Sans JP Bold" panose="020B0600070205080204" charset="-128"/>
            </a:endParaRPr>
          </a:p>
        </p:txBody>
      </p:sp>
      <p:sp>
        <p:nvSpPr>
          <p:cNvPr id="56" name="矢印: 下 55">
            <a:extLst>
              <a:ext uri="{FF2B5EF4-FFF2-40B4-BE49-F238E27FC236}">
                <a16:creationId xmlns:a16="http://schemas.microsoft.com/office/drawing/2014/main" id="{800B316A-5AE9-C01E-B9B4-38464A1ABBC9}"/>
              </a:ext>
            </a:extLst>
          </p:cNvPr>
          <p:cNvSpPr/>
          <p:nvPr/>
        </p:nvSpPr>
        <p:spPr>
          <a:xfrm rot="16200000">
            <a:off x="2339910" y="7869342"/>
            <a:ext cx="646317" cy="73068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69866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76D2-46B4-5BAA-0F60-AEB07470960E}"/>
            </a:ext>
          </a:extLst>
        </p:cNvPr>
        <p:cNvGrpSpPr/>
        <p:nvPr/>
      </p:nvGrpSpPr>
      <p:grpSpPr>
        <a:xfrm>
          <a:off x="0" y="0"/>
          <a:ext cx="0" cy="0"/>
          <a:chOff x="0" y="0"/>
          <a:chExt cx="0" cy="0"/>
        </a:xfrm>
      </p:grpSpPr>
      <p:sp>
        <p:nvSpPr>
          <p:cNvPr id="32" name="矢印: 下 31">
            <a:extLst>
              <a:ext uri="{FF2B5EF4-FFF2-40B4-BE49-F238E27FC236}">
                <a16:creationId xmlns:a16="http://schemas.microsoft.com/office/drawing/2014/main" id="{DE62A7CF-22A9-6314-9907-2DEAEC4ED4B2}"/>
              </a:ext>
            </a:extLst>
          </p:cNvPr>
          <p:cNvSpPr/>
          <p:nvPr/>
        </p:nvSpPr>
        <p:spPr>
          <a:xfrm>
            <a:off x="8668925" y="5677625"/>
            <a:ext cx="1470338" cy="58868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62A422B1-140D-192D-3BAF-C4781CB61AB5}"/>
              </a:ext>
            </a:extLst>
          </p:cNvPr>
          <p:cNvSpPr/>
          <p:nvPr/>
        </p:nvSpPr>
        <p:spPr>
          <a:xfrm>
            <a:off x="1725299" y="1646322"/>
            <a:ext cx="7418698" cy="3497178"/>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E5DD4162-D935-1EA0-AC5A-2B7FDEFFD5EF}"/>
              </a:ext>
            </a:extLst>
          </p:cNvPr>
          <p:cNvSpPr txBox="1"/>
          <p:nvPr/>
        </p:nvSpPr>
        <p:spPr>
          <a:xfrm>
            <a:off x="2132465" y="1943213"/>
            <a:ext cx="6657701" cy="3108543"/>
          </a:xfrm>
          <a:prstGeom prst="rect">
            <a:avLst/>
          </a:prstGeom>
          <a:noFill/>
        </p:spPr>
        <p:txBody>
          <a:bodyPr wrap="square" numCol="1" rtlCol="0">
            <a:spAutoFit/>
          </a:bodyPr>
          <a:lstStyle/>
          <a:p>
            <a:r>
              <a:rPr kumimoji="1" lang="en-US" altLang="ja-JP" sz="2800" b="1" dirty="0">
                <a:latin typeface="Source Han Sans JP" panose="020B0600070205080204" charset="-128"/>
                <a:ea typeface="Source Han Sans JP" panose="020B0600070205080204" charset="-128"/>
              </a:rPr>
              <a:t>【</a:t>
            </a:r>
            <a:r>
              <a:rPr kumimoji="1" lang="ja-JP" altLang="en-US" sz="2800" b="1" dirty="0">
                <a:latin typeface="Source Han Sans JP" panose="020B0600070205080204" charset="-128"/>
                <a:ea typeface="Source Han Sans JP" panose="020B0600070205080204" charset="-128"/>
              </a:rPr>
              <a:t>先行研究</a:t>
            </a:r>
            <a:r>
              <a:rPr kumimoji="1" lang="en-US" altLang="ja-JP" sz="2800" b="1" dirty="0">
                <a:latin typeface="Source Han Sans JP" panose="020B0600070205080204" charset="-128"/>
                <a:ea typeface="Source Han Sans JP" panose="020B0600070205080204" charset="-128"/>
              </a:rPr>
              <a:t>】</a:t>
            </a:r>
          </a:p>
          <a:p>
            <a:pPr marL="457200" indent="-457200">
              <a:buFont typeface="Wingdings" panose="05000000000000000000" pitchFamily="2" charset="2"/>
              <a:buChar char="l"/>
            </a:pPr>
            <a:r>
              <a:rPr kumimoji="1" lang="ja-JP" altLang="en-US" sz="2800" dirty="0">
                <a:latin typeface="Source Han Sans JP" panose="020B0600070205080204" charset="-128"/>
                <a:ea typeface="Source Han Sans JP" panose="020B0600070205080204" charset="-128"/>
              </a:rPr>
              <a:t>モダンな機械学習による沸騰・未沸騰の分類</a:t>
            </a:r>
            <a:r>
              <a:rPr kumimoji="1" lang="en-US" altLang="ja-JP" sz="2800" dirty="0">
                <a:latin typeface="Source Han Sans JP" panose="020B0600070205080204" charset="-128"/>
                <a:ea typeface="Source Han Sans JP" panose="020B0600070205080204" charset="-128"/>
              </a:rPr>
              <a:t>[3]</a:t>
            </a:r>
          </a:p>
          <a:p>
            <a:pPr marL="457200" indent="-457200">
              <a:buFont typeface="Wingdings" panose="05000000000000000000" pitchFamily="2" charset="2"/>
              <a:buChar char="l"/>
            </a:pPr>
            <a:r>
              <a:rPr kumimoji="1" lang="ja-JP" altLang="en-US" sz="2800" dirty="0">
                <a:latin typeface="Source Han Sans JP" panose="020B0600070205080204" charset="-128"/>
                <a:ea typeface="Source Han Sans JP" panose="020B0600070205080204" charset="-128"/>
              </a:rPr>
              <a:t>機械学習モデルの予測根拠の可視化</a:t>
            </a:r>
            <a:r>
              <a:rPr kumimoji="1" lang="en-US" altLang="ja-JP" sz="2800" dirty="0">
                <a:latin typeface="Source Han Sans JP" panose="020B0600070205080204" charset="-128"/>
                <a:ea typeface="Source Han Sans JP" panose="020B0600070205080204" charset="-128"/>
              </a:rPr>
              <a:t>[3]</a:t>
            </a:r>
          </a:p>
          <a:p>
            <a:pPr marL="457200" indent="-457200">
              <a:buFont typeface="Wingdings" panose="05000000000000000000" pitchFamily="2" charset="2"/>
              <a:buChar char="l"/>
            </a:pPr>
            <a:r>
              <a:rPr kumimoji="1" lang="ja-JP" altLang="en-US" sz="2800" dirty="0">
                <a:latin typeface="Source Han Sans JP" panose="020B0600070205080204" charset="-128"/>
                <a:ea typeface="Source Han Sans JP" panose="020B0600070205080204" charset="-128"/>
              </a:rPr>
              <a:t>沸騰段階の，機械学習モデルを利用した高精度での予測検知</a:t>
            </a:r>
            <a:r>
              <a:rPr kumimoji="1" lang="en-US" altLang="ja-JP" sz="2800" dirty="0">
                <a:latin typeface="Source Han Sans JP" panose="020B0600070205080204" charset="-128"/>
                <a:ea typeface="Source Han Sans JP" panose="020B0600070205080204" charset="-128"/>
              </a:rPr>
              <a:t>[4]</a:t>
            </a:r>
          </a:p>
        </p:txBody>
      </p:sp>
      <p:sp>
        <p:nvSpPr>
          <p:cNvPr id="36" name="四角形: 角を丸くする 35">
            <a:extLst>
              <a:ext uri="{FF2B5EF4-FFF2-40B4-BE49-F238E27FC236}">
                <a16:creationId xmlns:a16="http://schemas.microsoft.com/office/drawing/2014/main" id="{FF3D00FF-F6A1-AE0A-F883-2A7010A3D09F}"/>
              </a:ext>
            </a:extLst>
          </p:cNvPr>
          <p:cNvSpPr/>
          <p:nvPr/>
        </p:nvSpPr>
        <p:spPr>
          <a:xfrm>
            <a:off x="9637507" y="1646321"/>
            <a:ext cx="7418699" cy="3497178"/>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8D56D15D-5532-4538-8F9C-99D53899C7A3}"/>
              </a:ext>
            </a:extLst>
          </p:cNvPr>
          <p:cNvSpPr txBox="1"/>
          <p:nvPr/>
        </p:nvSpPr>
        <p:spPr>
          <a:xfrm>
            <a:off x="9872273" y="1921185"/>
            <a:ext cx="1724436" cy="523220"/>
          </a:xfrm>
          <a:prstGeom prst="rect">
            <a:avLst/>
          </a:prstGeom>
          <a:noFill/>
        </p:spPr>
        <p:txBody>
          <a:bodyPr wrap="square" numCol="1" rtlCol="0">
            <a:spAutoFit/>
          </a:bodyPr>
          <a:lstStyle/>
          <a:p>
            <a:r>
              <a:rPr kumimoji="1" lang="en-US" altLang="ja-JP" sz="2800" b="1" dirty="0">
                <a:latin typeface="Source Han Sans JP" panose="020B0600070205080204" charset="-128"/>
                <a:ea typeface="Source Han Sans JP" panose="020B0600070205080204" charset="-128"/>
              </a:rPr>
              <a:t>【</a:t>
            </a:r>
            <a:r>
              <a:rPr kumimoji="1" lang="ja-JP" altLang="en-US" sz="2800" b="1" dirty="0">
                <a:latin typeface="Source Han Sans JP" panose="020B0600070205080204" charset="-128"/>
                <a:ea typeface="Source Han Sans JP" panose="020B0600070205080204" charset="-128"/>
              </a:rPr>
              <a:t>課題</a:t>
            </a:r>
            <a:r>
              <a:rPr kumimoji="1" lang="en-US" altLang="ja-JP" sz="2800" b="1" dirty="0">
                <a:latin typeface="Source Han Sans JP" panose="020B0600070205080204" charset="-128"/>
                <a:ea typeface="Source Han Sans JP" panose="020B0600070205080204" charset="-128"/>
              </a:rPr>
              <a:t>】</a:t>
            </a:r>
          </a:p>
        </p:txBody>
      </p:sp>
      <p:sp>
        <p:nvSpPr>
          <p:cNvPr id="38" name="テキスト ボックス 37">
            <a:extLst>
              <a:ext uri="{FF2B5EF4-FFF2-40B4-BE49-F238E27FC236}">
                <a16:creationId xmlns:a16="http://schemas.microsoft.com/office/drawing/2014/main" id="{22ED28AA-FAD4-E85A-E2F7-9F1CD26D25D1}"/>
              </a:ext>
            </a:extLst>
          </p:cNvPr>
          <p:cNvSpPr txBox="1"/>
          <p:nvPr/>
        </p:nvSpPr>
        <p:spPr>
          <a:xfrm>
            <a:off x="10259695" y="2418025"/>
            <a:ext cx="6611173" cy="2677656"/>
          </a:xfrm>
          <a:prstGeom prst="rect">
            <a:avLst/>
          </a:prstGeom>
          <a:noFill/>
        </p:spPr>
        <p:txBody>
          <a:bodyPr wrap="square" numCol="1" rtlCol="0">
            <a:spAutoFit/>
          </a:bodyPr>
          <a:lstStyle/>
          <a:p>
            <a:pPr marL="457200" indent="-457200">
              <a:buFont typeface="Wingdings" panose="05000000000000000000" pitchFamily="2" charset="2"/>
              <a:buChar char="l"/>
            </a:pPr>
            <a:r>
              <a:rPr kumimoji="1" lang="ja-JP" altLang="en-US" sz="2800" dirty="0">
                <a:latin typeface="Source Han Sans JP Bold" panose="020B0600070205080204" charset="-128"/>
                <a:ea typeface="Source Han Sans JP Bold" panose="020B0600070205080204" charset="-128"/>
              </a:rPr>
              <a:t>実機環境を想定した評価・精度向上ではない</a:t>
            </a:r>
            <a:r>
              <a:rPr kumimoji="1" lang="ja-JP" altLang="en-US" sz="2800" dirty="0">
                <a:latin typeface="Source Han Sans JP" panose="020B0600070205080204" charset="-128"/>
                <a:ea typeface="Source Han Sans JP" panose="020B0600070205080204" charset="-128"/>
              </a:rPr>
              <a:t>（ノイズなど）</a:t>
            </a:r>
            <a:endParaRPr kumimoji="1" lang="en-US" altLang="ja-JP" sz="2800" dirty="0">
              <a:latin typeface="Source Han Sans JP" panose="020B0600070205080204" charset="-128"/>
              <a:ea typeface="Source Han Sans JP" panose="020B0600070205080204" charset="-128"/>
            </a:endParaRPr>
          </a:p>
          <a:p>
            <a:pPr marL="457200" indent="-457200">
              <a:buFont typeface="Wingdings" panose="05000000000000000000" pitchFamily="2" charset="2"/>
              <a:buChar char="l"/>
            </a:pPr>
            <a:r>
              <a:rPr kumimoji="1" lang="ja-JP" altLang="en-US" sz="2800" dirty="0">
                <a:latin typeface="Source Han Sans JP" panose="020B0600070205080204" charset="-128"/>
                <a:ea typeface="Source Han Sans JP" panose="020B0600070205080204" charset="-128"/>
              </a:rPr>
              <a:t>分類の区切りは人が決めるため，</a:t>
            </a:r>
            <a:r>
              <a:rPr kumimoji="1" lang="ja-JP" altLang="en-US" sz="2800" dirty="0">
                <a:latin typeface="Source Han Sans JP Bold" panose="020B0600070205080204" charset="-128"/>
                <a:ea typeface="Source Han Sans JP Bold" panose="020B0600070205080204" charset="-128"/>
              </a:rPr>
              <a:t>精度が人依存</a:t>
            </a:r>
            <a:r>
              <a:rPr kumimoji="1" lang="ja-JP" altLang="en-US" sz="2800" dirty="0">
                <a:latin typeface="Source Han Sans JP" panose="020B0600070205080204" charset="-128"/>
                <a:ea typeface="Source Han Sans JP" panose="020B0600070205080204" charset="-128"/>
              </a:rPr>
              <a:t>になる</a:t>
            </a:r>
            <a:endParaRPr kumimoji="1" lang="en-US" altLang="ja-JP" sz="2800" dirty="0">
              <a:latin typeface="Source Han Sans JP" panose="020B0600070205080204" charset="-128"/>
              <a:ea typeface="Source Han Sans JP" panose="020B0600070205080204" charset="-128"/>
            </a:endParaRPr>
          </a:p>
          <a:p>
            <a:pPr marL="457200" indent="-457200">
              <a:buFont typeface="Wingdings" panose="05000000000000000000" pitchFamily="2" charset="2"/>
              <a:buChar char="l"/>
            </a:pPr>
            <a:r>
              <a:rPr kumimoji="1" lang="ja-JP" altLang="en-US" sz="2800" dirty="0">
                <a:latin typeface="Source Han Sans JP" panose="020B0600070205080204" charset="-128"/>
                <a:ea typeface="Source Han Sans JP" panose="020B0600070205080204" charset="-128"/>
              </a:rPr>
              <a:t>単一モデルを用いた識別手法であるため</a:t>
            </a:r>
            <a:r>
              <a:rPr kumimoji="1" lang="ja-JP" altLang="en-US" sz="2800" dirty="0">
                <a:latin typeface="Source Han Sans JP Bold" panose="020B0600070205080204" charset="-128"/>
                <a:ea typeface="Source Han Sans JP Bold" panose="020B0600070205080204" charset="-128"/>
              </a:rPr>
              <a:t>精度向上の余地</a:t>
            </a:r>
            <a:r>
              <a:rPr kumimoji="1" lang="ja-JP" altLang="en-US" sz="2800" dirty="0">
                <a:latin typeface="Source Han Sans JP" panose="020B0600070205080204" charset="-128"/>
                <a:ea typeface="Source Han Sans JP" panose="020B0600070205080204" charset="-128"/>
              </a:rPr>
              <a:t>あり</a:t>
            </a:r>
            <a:endParaRPr kumimoji="1" lang="en-US" altLang="ja-JP" sz="2800" dirty="0">
              <a:latin typeface="Source Han Sans JP" panose="020B0600070205080204" charset="-128"/>
              <a:ea typeface="Source Han Sans JP" panose="020B0600070205080204" charset="-128"/>
            </a:endParaRPr>
          </a:p>
        </p:txBody>
      </p:sp>
      <p:sp>
        <p:nvSpPr>
          <p:cNvPr id="40" name="テキスト ボックス 39">
            <a:extLst>
              <a:ext uri="{FF2B5EF4-FFF2-40B4-BE49-F238E27FC236}">
                <a16:creationId xmlns:a16="http://schemas.microsoft.com/office/drawing/2014/main" id="{5EDC52A7-0175-AB9C-A2D8-2DCB4D73C53B}"/>
              </a:ext>
            </a:extLst>
          </p:cNvPr>
          <p:cNvSpPr txBox="1"/>
          <p:nvPr/>
        </p:nvSpPr>
        <p:spPr>
          <a:xfrm>
            <a:off x="2272788" y="6913905"/>
            <a:ext cx="15163800" cy="1754326"/>
          </a:xfrm>
          <a:prstGeom prst="rect">
            <a:avLst/>
          </a:prstGeom>
          <a:noFill/>
        </p:spPr>
        <p:txBody>
          <a:bodyPr wrap="square" numCol="1" rtlCol="0">
            <a:spAutoFit/>
          </a:bodyPr>
          <a:lstStyle/>
          <a:p>
            <a:pPr marL="457200" indent="-457200">
              <a:buFont typeface="Wingdings" panose="05000000000000000000" pitchFamily="2" charset="2"/>
              <a:buChar char="l"/>
            </a:pPr>
            <a:r>
              <a:rPr kumimoji="1" lang="ja-JP" altLang="en-US" sz="3600" dirty="0">
                <a:latin typeface="Source Han Sans JP" panose="020B0600070205080204" charset="-128"/>
                <a:ea typeface="Source Han Sans JP" panose="020B0600070205080204" charset="-128"/>
              </a:rPr>
              <a:t>実機環境を想定したノイズ耐性の評価</a:t>
            </a:r>
            <a:endParaRPr kumimoji="1" lang="en-US" altLang="ja-JP" sz="3600" dirty="0">
              <a:latin typeface="Source Han Sans JP" panose="020B0600070205080204" charset="-128"/>
              <a:ea typeface="Source Han Sans JP" panose="020B0600070205080204" charset="-128"/>
            </a:endParaRPr>
          </a:p>
          <a:p>
            <a:pPr marL="457200" indent="-457200">
              <a:buFont typeface="Wingdings" panose="05000000000000000000" pitchFamily="2" charset="2"/>
              <a:buChar char="l"/>
            </a:pPr>
            <a:r>
              <a:rPr kumimoji="1" lang="ja-JP" altLang="en-US" sz="3600" dirty="0">
                <a:latin typeface="Source Han Sans JP" panose="020B0600070205080204" charset="-128"/>
                <a:ea typeface="Source Han Sans JP" panose="020B0600070205080204" charset="-128"/>
              </a:rPr>
              <a:t>「アンサンブル学習」による機械学習予測の安定性と精度の向上</a:t>
            </a:r>
            <a:endParaRPr kumimoji="1" lang="en-US" altLang="ja-JP" sz="3600" dirty="0">
              <a:latin typeface="Source Han Sans JP" panose="020B0600070205080204" charset="-128"/>
              <a:ea typeface="Source Han Sans JP" panose="020B0600070205080204" charset="-128"/>
            </a:endParaRPr>
          </a:p>
          <a:p>
            <a:pPr marL="457200" indent="-457200">
              <a:buFont typeface="Wingdings" panose="05000000000000000000" pitchFamily="2" charset="2"/>
              <a:buChar char="l"/>
            </a:pPr>
            <a:r>
              <a:rPr kumimoji="1" lang="ja-JP" altLang="en-US" sz="3600" dirty="0">
                <a:latin typeface="Source Han Sans JP" panose="020B0600070205080204" charset="-128"/>
                <a:ea typeface="Source Han Sans JP" panose="020B0600070205080204" charset="-128"/>
              </a:rPr>
              <a:t>人手に依らない沸騰検知手法の構築</a:t>
            </a:r>
            <a:endParaRPr kumimoji="1" lang="en-US" altLang="ja-JP" sz="3600" dirty="0">
              <a:latin typeface="Source Han Sans JP" panose="020B0600070205080204" charset="-128"/>
              <a:ea typeface="Source Han Sans JP" panose="020B0600070205080204" charset="-128"/>
            </a:endParaRPr>
          </a:p>
        </p:txBody>
      </p:sp>
      <p:sp>
        <p:nvSpPr>
          <p:cNvPr id="45" name="テキスト ボックス 44">
            <a:extLst>
              <a:ext uri="{FF2B5EF4-FFF2-40B4-BE49-F238E27FC236}">
                <a16:creationId xmlns:a16="http://schemas.microsoft.com/office/drawing/2014/main" id="{C3DA2579-B96C-746F-C4A8-76968FD8F2B4}"/>
              </a:ext>
            </a:extLst>
          </p:cNvPr>
          <p:cNvSpPr txBox="1"/>
          <p:nvPr/>
        </p:nvSpPr>
        <p:spPr>
          <a:xfrm>
            <a:off x="1469104" y="9341171"/>
            <a:ext cx="15967484" cy="923330"/>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平子樹</a:t>
            </a:r>
            <a:r>
              <a:rPr lang="en-US" altLang="ja-JP" dirty="0">
                <a:solidFill>
                  <a:srgbClr val="292B2B"/>
                </a:solidFill>
                <a:latin typeface="Source Han Sans JP"/>
                <a:ea typeface="Source Han Sans JP"/>
                <a:cs typeface="Source Han Sans JP"/>
                <a:sym typeface="Source Han Sans JP"/>
              </a:rPr>
              <a:t>, “</a:t>
            </a:r>
            <a:r>
              <a:rPr lang="ja-JP" altLang="en-US" dirty="0">
                <a:solidFill>
                  <a:srgbClr val="292B2B"/>
                </a:solidFill>
                <a:latin typeface="Source Han Sans JP"/>
                <a:ea typeface="Source Han Sans JP"/>
                <a:cs typeface="Source Han Sans JP"/>
                <a:sym typeface="Source Han Sans JP"/>
              </a:rPr>
              <a:t>深層学習に基づく音響識別によるプール沸騰の状態検出及び予測根拠の可視化に関する研究</a:t>
            </a:r>
            <a:r>
              <a:rPr lang="en-US" altLang="ja-JP" dirty="0">
                <a:solidFill>
                  <a:srgbClr val="292B2B"/>
                </a:solidFill>
                <a:latin typeface="Source Han Sans JP"/>
                <a:ea typeface="Source Han Sans JP"/>
                <a:cs typeface="Source Han Sans JP"/>
                <a:sym typeface="Source Han Sans JP"/>
              </a:rPr>
              <a:t>”, 2023</a:t>
            </a:r>
            <a:r>
              <a:rPr lang="ja-JP" altLang="en-US" dirty="0">
                <a:solidFill>
                  <a:srgbClr val="292B2B"/>
                </a:solidFill>
                <a:latin typeface="Source Han Sans JP"/>
                <a:ea typeface="Source Han Sans JP"/>
                <a:cs typeface="Source Han Sans JP"/>
                <a:sym typeface="Source Han Sans JP"/>
              </a:rPr>
              <a:t>年</a:t>
            </a:r>
            <a:endParaRPr lang="en-US" altLang="ja-JP" dirty="0">
              <a:solidFill>
                <a:srgbClr val="292B2B"/>
              </a:solidFill>
              <a:latin typeface="Source Han Sans JP"/>
              <a:ea typeface="Source Han Sans JP"/>
              <a:cs typeface="Source Han Sans JP"/>
              <a:sym typeface="Source Han Sans JP"/>
            </a:endParaRPr>
          </a:p>
          <a:p>
            <a:pPr>
              <a:buClr>
                <a:srgbClr val="64A4A3"/>
              </a:buClr>
              <a:buSzPct val="100000"/>
            </a:pPr>
            <a:r>
              <a:rPr lang="en-US" altLang="ja-JP" dirty="0">
                <a:solidFill>
                  <a:srgbClr val="292B2B"/>
                </a:solidFill>
                <a:latin typeface="Source Han Sans JP"/>
                <a:ea typeface="Source Han Sans JP"/>
                <a:cs typeface="Source Han Sans JP"/>
                <a:sym typeface="Source Han Sans JP"/>
              </a:rPr>
              <a:t>[4]</a:t>
            </a:r>
            <a:r>
              <a:rPr lang="en-US" altLang="ja-JP" dirty="0"/>
              <a:t> </a:t>
            </a:r>
            <a:r>
              <a:rPr lang="en-US" altLang="ja-JP" dirty="0">
                <a:latin typeface="Source Han Sans JP" panose="020B0600070205080204" charset="-128"/>
                <a:ea typeface="Source Han Sans JP" panose="020B0600070205080204" charset="-128"/>
              </a:rPr>
              <a:t>Christy Dunlap, </a:t>
            </a:r>
            <a:r>
              <a:rPr lang="en-US" altLang="ja-JP" dirty="0" err="1">
                <a:latin typeface="Source Han Sans JP" panose="020B0600070205080204" charset="-128"/>
                <a:ea typeface="Source Han Sans JP" panose="020B0600070205080204" charset="-128"/>
              </a:rPr>
              <a:t>Changgen</a:t>
            </a:r>
            <a:r>
              <a:rPr lang="en-US" altLang="ja-JP" dirty="0">
                <a:latin typeface="Source Han Sans JP" panose="020B0600070205080204" charset="-128"/>
                <a:ea typeface="Source Han Sans JP" panose="020B0600070205080204" charset="-128"/>
              </a:rPr>
              <a:t> Li, Hari Pandey, Ying Sun, and Han Hu. A temporal–spatial framework for efficient heat flux monitoring of transient boiling. IEEE Transactions on Instrumentation and Measurement, Vol. 73, pp. 1–12, 2024.</a:t>
            </a:r>
          </a:p>
        </p:txBody>
      </p:sp>
      <p:grpSp>
        <p:nvGrpSpPr>
          <p:cNvPr id="26" name="グループ化 25">
            <a:extLst>
              <a:ext uri="{FF2B5EF4-FFF2-40B4-BE49-F238E27FC236}">
                <a16:creationId xmlns:a16="http://schemas.microsoft.com/office/drawing/2014/main" id="{9AAC032F-39AE-F157-8E71-E181F1EB66E0}"/>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820E2805-A421-AF13-7D8D-55430516B38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D171CB25-025E-8E53-F851-81E1B9BADCC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3" name="直線コネクタ 32">
              <a:extLst>
                <a:ext uri="{FF2B5EF4-FFF2-40B4-BE49-F238E27FC236}">
                  <a16:creationId xmlns:a16="http://schemas.microsoft.com/office/drawing/2014/main" id="{0BB8B16A-151D-0423-EC65-AC684031A3C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4" name="フローチャート: 論理積ゲート 33">
              <a:extLst>
                <a:ext uri="{FF2B5EF4-FFF2-40B4-BE49-F238E27FC236}">
                  <a16:creationId xmlns:a16="http://schemas.microsoft.com/office/drawing/2014/main" id="{8430BC27-1BE0-7165-1639-BA9B5869018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Group 3">
            <a:extLst>
              <a:ext uri="{FF2B5EF4-FFF2-40B4-BE49-F238E27FC236}">
                <a16:creationId xmlns:a16="http://schemas.microsoft.com/office/drawing/2014/main" id="{97D7C597-8197-B2D6-D127-05CA3E4F43AD}"/>
              </a:ext>
            </a:extLst>
          </p:cNvPr>
          <p:cNvGrpSpPr/>
          <p:nvPr/>
        </p:nvGrpSpPr>
        <p:grpSpPr>
          <a:xfrm>
            <a:off x="1371600" y="1069258"/>
            <a:ext cx="16064988" cy="125708"/>
            <a:chOff x="0" y="0"/>
            <a:chExt cx="22021800" cy="190500"/>
          </a:xfrm>
        </p:grpSpPr>
        <p:grpSp>
          <p:nvGrpSpPr>
            <p:cNvPr id="41" name="Group 4">
              <a:extLst>
                <a:ext uri="{FF2B5EF4-FFF2-40B4-BE49-F238E27FC236}">
                  <a16:creationId xmlns:a16="http://schemas.microsoft.com/office/drawing/2014/main" id="{EBD5C78A-C904-69E8-AEE2-F8F09485354C}"/>
                </a:ext>
              </a:extLst>
            </p:cNvPr>
            <p:cNvGrpSpPr/>
            <p:nvPr/>
          </p:nvGrpSpPr>
          <p:grpSpPr>
            <a:xfrm>
              <a:off x="0" y="0"/>
              <a:ext cx="7340600" cy="190500"/>
              <a:chOff x="0" y="0"/>
              <a:chExt cx="1449995" cy="37630"/>
            </a:xfrm>
          </p:grpSpPr>
          <p:sp>
            <p:nvSpPr>
              <p:cNvPr id="49" name="Freeform 5">
                <a:extLst>
                  <a:ext uri="{FF2B5EF4-FFF2-40B4-BE49-F238E27FC236}">
                    <a16:creationId xmlns:a16="http://schemas.microsoft.com/office/drawing/2014/main" id="{4AD2AF1C-EEDF-8831-F287-C59F5DCBB8B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0" name="TextBox 6">
                <a:extLst>
                  <a:ext uri="{FF2B5EF4-FFF2-40B4-BE49-F238E27FC236}">
                    <a16:creationId xmlns:a16="http://schemas.microsoft.com/office/drawing/2014/main" id="{0F69FBCE-3124-43B5-FB3D-A77E8C61FA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42" name="Group 7">
              <a:extLst>
                <a:ext uri="{FF2B5EF4-FFF2-40B4-BE49-F238E27FC236}">
                  <a16:creationId xmlns:a16="http://schemas.microsoft.com/office/drawing/2014/main" id="{BDC7E1FF-1014-87B2-7AFB-26532D7DA3E7}"/>
                </a:ext>
              </a:extLst>
            </p:cNvPr>
            <p:cNvGrpSpPr/>
            <p:nvPr/>
          </p:nvGrpSpPr>
          <p:grpSpPr>
            <a:xfrm>
              <a:off x="7340600" y="0"/>
              <a:ext cx="7340600" cy="190500"/>
              <a:chOff x="0" y="0"/>
              <a:chExt cx="1449995" cy="37630"/>
            </a:xfrm>
          </p:grpSpPr>
          <p:sp>
            <p:nvSpPr>
              <p:cNvPr id="47" name="Freeform 8">
                <a:extLst>
                  <a:ext uri="{FF2B5EF4-FFF2-40B4-BE49-F238E27FC236}">
                    <a16:creationId xmlns:a16="http://schemas.microsoft.com/office/drawing/2014/main" id="{BDFD90E7-820D-F803-DB03-8486FF61D85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8" name="TextBox 9">
                <a:extLst>
                  <a:ext uri="{FF2B5EF4-FFF2-40B4-BE49-F238E27FC236}">
                    <a16:creationId xmlns:a16="http://schemas.microsoft.com/office/drawing/2014/main" id="{063B9A28-CC88-F1D0-D0A7-ACF717640DA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43" name="Group 10">
              <a:extLst>
                <a:ext uri="{FF2B5EF4-FFF2-40B4-BE49-F238E27FC236}">
                  <a16:creationId xmlns:a16="http://schemas.microsoft.com/office/drawing/2014/main" id="{C5F348FB-C84A-CAB5-3E00-597E1A6BCA07}"/>
                </a:ext>
              </a:extLst>
            </p:cNvPr>
            <p:cNvGrpSpPr/>
            <p:nvPr/>
          </p:nvGrpSpPr>
          <p:grpSpPr>
            <a:xfrm>
              <a:off x="14681200" y="0"/>
              <a:ext cx="7340600" cy="190500"/>
              <a:chOff x="0" y="0"/>
              <a:chExt cx="1449995" cy="37630"/>
            </a:xfrm>
          </p:grpSpPr>
          <p:sp>
            <p:nvSpPr>
              <p:cNvPr id="44" name="Freeform 11">
                <a:extLst>
                  <a:ext uri="{FF2B5EF4-FFF2-40B4-BE49-F238E27FC236}">
                    <a16:creationId xmlns:a16="http://schemas.microsoft.com/office/drawing/2014/main" id="{13F8E2D3-71FB-2C8C-33BA-84D156D8EB8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6" name="TextBox 12">
                <a:extLst>
                  <a:ext uri="{FF2B5EF4-FFF2-40B4-BE49-F238E27FC236}">
                    <a16:creationId xmlns:a16="http://schemas.microsoft.com/office/drawing/2014/main" id="{66CF424A-212F-E834-4D1F-4C2D2964B5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 name="TextBox 24">
            <a:extLst>
              <a:ext uri="{FF2B5EF4-FFF2-40B4-BE49-F238E27FC236}">
                <a16:creationId xmlns:a16="http://schemas.microsoft.com/office/drawing/2014/main" id="{DF5CDF95-F1B6-976B-D3A3-AECFD96EC611}"/>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先行研究・目的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52" name="グループ化 51">
            <a:extLst>
              <a:ext uri="{FF2B5EF4-FFF2-40B4-BE49-F238E27FC236}">
                <a16:creationId xmlns:a16="http://schemas.microsoft.com/office/drawing/2014/main" id="{74FE5E44-97CB-2CE3-96F7-B0586DCDD6E0}"/>
              </a:ext>
            </a:extLst>
          </p:cNvPr>
          <p:cNvGrpSpPr/>
          <p:nvPr/>
        </p:nvGrpSpPr>
        <p:grpSpPr>
          <a:xfrm>
            <a:off x="1600445" y="6051826"/>
            <a:ext cx="8639037" cy="552410"/>
            <a:chOff x="1535808" y="1451163"/>
            <a:chExt cx="8639037" cy="552410"/>
          </a:xfrm>
        </p:grpSpPr>
        <p:sp>
          <p:nvSpPr>
            <p:cNvPr id="53" name="TextBox 26">
              <a:extLst>
                <a:ext uri="{FF2B5EF4-FFF2-40B4-BE49-F238E27FC236}">
                  <a16:creationId xmlns:a16="http://schemas.microsoft.com/office/drawing/2014/main" id="{9665952C-7D7C-CC67-3943-9E99A2E9E71D}"/>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目的</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54" name="Freeform 5">
              <a:extLst>
                <a:ext uri="{FF2B5EF4-FFF2-40B4-BE49-F238E27FC236}">
                  <a16:creationId xmlns:a16="http://schemas.microsoft.com/office/drawing/2014/main" id="{523C6FE3-368A-00ED-C261-57E8431F650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3260072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0716D-77B8-B944-CDEB-13C2B838B01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499CC23-74F5-2B53-E942-D026681EF6CF}"/>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0E597C0-2D0E-5275-5260-062795B2EAE6}"/>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B9FE03A9-99A1-6CB1-426D-FE926823158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A49EA8D9-65AB-1831-1172-9E3E8A91A2F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1309E2AC-3A36-BA2F-868F-56846370BC5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20FDDE66-2F5E-ABE1-C774-041F9EA9DC29}"/>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543EAF0-CC25-6A1F-CE31-4CFFB0F925BE}"/>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77AE4C0-E2D2-3EA0-93F6-320DFF08B0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62AEAA1-3EE1-C752-02CC-26330DE2549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D33C31B5-E479-68FB-7B01-21D237AEE4BA}"/>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28A77270-41B1-B679-F514-0339AB176E8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D5B3AEEC-CF57-325F-64D3-358F8552ECE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D7E5185F-B560-8E0E-635A-44A1D44F3FE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F7DFBC0B-7DB9-98A6-85B2-56ACF82FF21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632F2C4B-52AF-9D09-291B-05836354334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E12548A3-6581-292A-91FB-23700663309C}"/>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6</a:t>
            </a:fld>
            <a:endParaRPr lang="en-US" sz="2400" dirty="0">
              <a:solidFill>
                <a:schemeClr val="bg1"/>
              </a:solidFill>
            </a:endParaRPr>
          </a:p>
        </p:txBody>
      </p:sp>
      <p:sp>
        <p:nvSpPr>
          <p:cNvPr id="513" name="TextBox 24">
            <a:extLst>
              <a:ext uri="{FF2B5EF4-FFF2-40B4-BE49-F238E27FC236}">
                <a16:creationId xmlns:a16="http://schemas.microsoft.com/office/drawing/2014/main" id="{CE104819-A426-FA5A-CCBC-0006E4C5621C}"/>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D1DC032-D103-602F-40F9-7F008E5C8FC3}"/>
              </a:ext>
            </a:extLst>
          </p:cNvPr>
          <p:cNvGrpSpPr/>
          <p:nvPr/>
        </p:nvGrpSpPr>
        <p:grpSpPr>
          <a:xfrm>
            <a:off x="3429000" y="2857500"/>
            <a:ext cx="12343465" cy="5480346"/>
            <a:chOff x="10121433" y="2372121"/>
            <a:chExt cx="6318718" cy="2766379"/>
          </a:xfrm>
        </p:grpSpPr>
        <p:sp>
          <p:nvSpPr>
            <p:cNvPr id="515" name="TextBox 22">
              <a:extLst>
                <a:ext uri="{FF2B5EF4-FFF2-40B4-BE49-F238E27FC236}">
                  <a16:creationId xmlns:a16="http://schemas.microsoft.com/office/drawing/2014/main" id="{E16E5A33-D2C8-D5CD-47E1-1919C3226AE1}"/>
                </a:ext>
              </a:extLst>
            </p:cNvPr>
            <p:cNvSpPr txBox="1"/>
            <p:nvPr/>
          </p:nvSpPr>
          <p:spPr>
            <a:xfrm>
              <a:off x="10717809" y="2372121"/>
              <a:ext cx="5722342" cy="275945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研究背景・目的</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概要</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結果</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修士論文に向けて</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6B277E-D79C-B3DE-A107-472D0427F2A5}"/>
                </a:ext>
              </a:extLst>
            </p:cNvPr>
            <p:cNvSpPr txBox="1"/>
            <p:nvPr/>
          </p:nvSpPr>
          <p:spPr>
            <a:xfrm>
              <a:off x="10121433" y="2372121"/>
              <a:ext cx="1151616" cy="276637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05</a:t>
              </a:r>
            </a:p>
          </p:txBody>
        </p:sp>
      </p:grpSp>
      <p:sp>
        <p:nvSpPr>
          <p:cNvPr id="518" name="TextBox 22">
            <a:extLst>
              <a:ext uri="{FF2B5EF4-FFF2-40B4-BE49-F238E27FC236}">
                <a16:creationId xmlns:a16="http://schemas.microsoft.com/office/drawing/2014/main" id="{297A894B-3D53-7765-7185-4BA354CA3A2B}"/>
              </a:ext>
            </a:extLst>
          </p:cNvPr>
          <p:cNvSpPr txBox="1"/>
          <p:nvPr/>
        </p:nvSpPr>
        <p:spPr>
          <a:xfrm>
            <a:off x="5180493" y="4347923"/>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実験</a:t>
            </a:r>
            <a:endParaRPr lang="en-US" altLang="ja-JP" sz="2999" dirty="0">
              <a:latin typeface="Source Han Sans JP" panose="020B0600070205080204" charset="-128"/>
              <a:ea typeface="Source Han Sans JP" panose="020B0600070205080204" charset="-128"/>
              <a:cs typeface="Now"/>
              <a:sym typeface="Now"/>
            </a:endParaRPr>
          </a:p>
          <a:p>
            <a:pPr marL="457200" indent="-457200" algn="l">
              <a:lnSpc>
                <a:spcPts val="4000"/>
              </a:lnSpc>
              <a:buFont typeface="Wingdings" panose="05000000000000000000" pitchFamily="2" charset="2"/>
              <a:buChar char="l"/>
            </a:pPr>
            <a:r>
              <a:rPr lang="en-US" sz="2999" dirty="0">
                <a:latin typeface="Source Han Sans JP" panose="020B0600070205080204" charset="-128"/>
                <a:ea typeface="Source Han Sans JP" panose="020B0600070205080204" charset="-128"/>
                <a:cs typeface="Now"/>
                <a:sym typeface="Now"/>
              </a:rPr>
              <a:t>CNN</a:t>
            </a:r>
            <a:r>
              <a:rPr lang="ja-JP" altLang="en-US" sz="2999" dirty="0">
                <a:latin typeface="Source Han Sans JP" panose="020B0600070205080204" charset="-128"/>
                <a:ea typeface="Source Han Sans JP" panose="020B0600070205080204" charset="-128"/>
                <a:cs typeface="Now"/>
                <a:sym typeface="Now"/>
              </a:rPr>
              <a:t>モデルとアンサンブル学習</a:t>
            </a:r>
            <a:endParaRPr lang="en-US" altLang="ja-JP" sz="2999" dirty="0">
              <a:latin typeface="Source Han Sans JP" panose="020B0600070205080204" charset="-128"/>
              <a:ea typeface="Source Han Sans JP" panose="020B0600070205080204" charset="-128"/>
              <a:cs typeface="Now"/>
              <a:sym typeface="Now"/>
            </a:endParaRPr>
          </a:p>
        </p:txBody>
      </p:sp>
      <p:sp>
        <p:nvSpPr>
          <p:cNvPr id="522" name="TextBox 22">
            <a:extLst>
              <a:ext uri="{FF2B5EF4-FFF2-40B4-BE49-F238E27FC236}">
                <a16:creationId xmlns:a16="http://schemas.microsoft.com/office/drawing/2014/main" id="{B30C3BD6-9172-2D09-4526-F65CA26556A7}"/>
              </a:ext>
            </a:extLst>
          </p:cNvPr>
          <p:cNvSpPr txBox="1"/>
          <p:nvPr/>
        </p:nvSpPr>
        <p:spPr>
          <a:xfrm>
            <a:off x="4724400" y="6438900"/>
            <a:ext cx="9459752" cy="997453"/>
          </a:xfrm>
          <a:prstGeom prst="rect">
            <a:avLst/>
          </a:prstGeom>
        </p:spPr>
        <p:txBody>
          <a:bodyPr wrap="square" lIns="0" tIns="0" rIns="0" bIns="0" rtlCol="0" anchor="t">
            <a:spAutoFit/>
          </a:bodyPr>
          <a:lstStyle/>
          <a:p>
            <a:pPr marL="914400" lvl="1" indent="-457200">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アンサンブル学習による精度・ノイズ耐性評価</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marL="914400" lvl="1" indent="-457200">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100% </a:t>
            </a: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分類性能の予測</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2082349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B9B20-B9A1-08AA-1BC2-15FEE8D0B3F6}"/>
            </a:ext>
          </a:extLst>
        </p:cNvPr>
        <p:cNvGrpSpPr/>
        <p:nvPr/>
      </p:nvGrpSpPr>
      <p:grpSpPr>
        <a:xfrm>
          <a:off x="0" y="0"/>
          <a:ext cx="0" cy="0"/>
          <a:chOff x="0" y="0"/>
          <a:chExt cx="0" cy="0"/>
        </a:xfrm>
      </p:grpSpPr>
      <p:sp>
        <p:nvSpPr>
          <p:cNvPr id="43" name="テキスト ボックス 42">
            <a:extLst>
              <a:ext uri="{FF2B5EF4-FFF2-40B4-BE49-F238E27FC236}">
                <a16:creationId xmlns:a16="http://schemas.microsoft.com/office/drawing/2014/main" id="{6DF013EC-B698-FA6B-19A0-0C2FE2F057BB}"/>
              </a:ext>
            </a:extLst>
          </p:cNvPr>
          <p:cNvSpPr txBox="1"/>
          <p:nvPr/>
        </p:nvSpPr>
        <p:spPr>
          <a:xfrm>
            <a:off x="13616090" y="9160354"/>
            <a:ext cx="2285999" cy="369332"/>
          </a:xfrm>
          <a:prstGeom prst="rect">
            <a:avLst/>
          </a:prstGeom>
          <a:noFill/>
        </p:spPr>
        <p:txBody>
          <a:bodyPr wrap="square" numCol="1" rtlCol="0">
            <a:spAutoFit/>
          </a:bodyPr>
          <a:lstStyle/>
          <a:p>
            <a:r>
              <a:rPr lang="ja-JP" altLang="en-US" dirty="0">
                <a:latin typeface="Source Han Sans JP" panose="020B0600070205080204" charset="-128"/>
                <a:ea typeface="Source Han Sans JP" panose="020B0600070205080204" charset="-128"/>
              </a:rPr>
              <a:t>図</a:t>
            </a:r>
            <a:r>
              <a:rPr lang="en-US" altLang="ja-JP" dirty="0">
                <a:latin typeface="Source Han Sans JP" panose="020B0600070205080204" charset="-128"/>
                <a:ea typeface="Source Han Sans JP" panose="020B0600070205080204" charset="-128"/>
              </a:rPr>
              <a:t>2. </a:t>
            </a:r>
            <a:r>
              <a:rPr lang="ja-JP" altLang="en-US" dirty="0">
                <a:latin typeface="Source Han Sans JP" panose="020B0600070205080204" charset="-128"/>
                <a:ea typeface="Source Han Sans JP" panose="020B0600070205080204" charset="-128"/>
              </a:rPr>
              <a:t>実験の概要図</a:t>
            </a:r>
            <a:endParaRPr kumimoji="1" lang="en-US" altLang="ja-JP" dirty="0">
              <a:latin typeface="Source Han Sans JP" panose="020B0600070205080204" charset="-128"/>
              <a:ea typeface="Source Han Sans JP" panose="020B0600070205080204" charset="-128"/>
            </a:endParaRPr>
          </a:p>
        </p:txBody>
      </p:sp>
      <p:grpSp>
        <p:nvGrpSpPr>
          <p:cNvPr id="57" name="グループ化 56">
            <a:extLst>
              <a:ext uri="{FF2B5EF4-FFF2-40B4-BE49-F238E27FC236}">
                <a16:creationId xmlns:a16="http://schemas.microsoft.com/office/drawing/2014/main" id="{70A78AC6-F17E-6FE5-92D5-C2FA50FBAB92}"/>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29CED33B-A0D7-78BC-1183-D7CA8BEDC82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E4E45BD1-3A26-C50E-7212-3674E4378C2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0D6AD1BD-1031-F30C-2A01-21718D53606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CF828AD-105B-386D-984C-66657589953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DA4AA80D-2822-1F8A-5973-5EDF49112B6E}"/>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1F7AEAA5-24B6-7443-AF13-6895904651B3}"/>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A3EB7EE4-0992-D61E-7675-7D616C8521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04F484CC-7CFC-4C3E-12FF-CFE8929AA88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3A1B3112-D7F2-2447-15B3-B10DAED3042E}"/>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0613B7E3-79FC-B7EB-B6E6-DB8EA89897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9C7A432-51DA-FA6E-6C4B-2358F45CDEE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8BD38BA9-1C7D-C99A-0341-7C8571DFE128}"/>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A0E92CEB-A553-3640-D991-C81B48ED67E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97A1B7AF-3600-A444-5044-FD5FCABA868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5A161645-5183-1831-14E9-5D0868AA03C1}"/>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73" name="TextBox 24">
            <a:extLst>
              <a:ext uri="{FF2B5EF4-FFF2-40B4-BE49-F238E27FC236}">
                <a16:creationId xmlns:a16="http://schemas.microsoft.com/office/drawing/2014/main" id="{B4165350-5F3F-DCAE-3409-2B604BE8BC3A}"/>
              </a:ext>
            </a:extLst>
          </p:cNvPr>
          <p:cNvSpPr txBox="1"/>
          <p:nvPr/>
        </p:nvSpPr>
        <p:spPr>
          <a:xfrm>
            <a:off x="1806795" y="305043"/>
            <a:ext cx="4213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実験概要</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75" name="図 74" descr="ダイアグラム&#10;&#10;自動的に生成された説明">
            <a:extLst>
              <a:ext uri="{FF2B5EF4-FFF2-40B4-BE49-F238E27FC236}">
                <a16:creationId xmlns:a16="http://schemas.microsoft.com/office/drawing/2014/main" id="{82AF2989-EE28-BE69-25B2-B75DED7A62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10632" y="2925573"/>
            <a:ext cx="6772255" cy="5230753"/>
          </a:xfrm>
          <a:prstGeom prst="rect">
            <a:avLst/>
          </a:prstGeom>
        </p:spPr>
      </p:pic>
      <p:grpSp>
        <p:nvGrpSpPr>
          <p:cNvPr id="76" name="グループ化 75">
            <a:extLst>
              <a:ext uri="{FF2B5EF4-FFF2-40B4-BE49-F238E27FC236}">
                <a16:creationId xmlns:a16="http://schemas.microsoft.com/office/drawing/2014/main" id="{C033B42E-607C-B6AB-9751-695F2D12F8C4}"/>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CD594EE4-8A3E-E297-4213-136F9F34DD56}"/>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実験による沸騰・未沸騰音響データの取得</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3A7CEEE1-4C5D-698B-60A9-40B5DAE487A7}"/>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E2A766EC-1BAE-346A-7E7C-4E38CBD2BA86}"/>
              </a:ext>
            </a:extLst>
          </p:cNvPr>
          <p:cNvSpPr txBox="1"/>
          <p:nvPr/>
        </p:nvSpPr>
        <p:spPr>
          <a:xfrm>
            <a:off x="1940610" y="2531518"/>
            <a:ext cx="8766139" cy="1340816"/>
          </a:xfrm>
          <a:prstGeom prst="rect">
            <a:avLst/>
          </a:prstGeom>
        </p:spPr>
        <p:txBody>
          <a:bodyPr wrap="square" lIns="0" tIns="0" rIns="0" bIns="0" rtlCol="0" anchor="t">
            <a:spAutoFit/>
          </a:bodyPr>
          <a:lstStyle/>
          <a:p>
            <a:pPr marL="457200" indent="-457200" algn="l">
              <a:lnSpc>
                <a:spcPts val="550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本研究は，</a:t>
            </a:r>
            <a:r>
              <a:rPr lang="en-US" altLang="ja-JP" sz="3200" dirty="0">
                <a:solidFill>
                  <a:srgbClr val="292B2B"/>
                </a:solidFill>
                <a:latin typeface="Source Han Sans JP"/>
                <a:ea typeface="Source Han Sans JP"/>
                <a:cs typeface="Source Han Sans JP"/>
                <a:sym typeface="Source Han Sans JP"/>
              </a:rPr>
              <a:t>SFR</a:t>
            </a:r>
            <a:r>
              <a:rPr lang="ja-JP" altLang="en-US" sz="3200" dirty="0">
                <a:solidFill>
                  <a:srgbClr val="292B2B"/>
                </a:solidFill>
                <a:latin typeface="Source Han Sans JP"/>
                <a:ea typeface="Source Han Sans JP"/>
                <a:cs typeface="Source Han Sans JP"/>
                <a:sym typeface="Source Han Sans JP"/>
              </a:rPr>
              <a:t>に機械学習を活用するための</a:t>
            </a:r>
            <a:r>
              <a:rPr lang="ja-JP" altLang="en-US" sz="3200" dirty="0">
                <a:solidFill>
                  <a:srgbClr val="292B2B"/>
                </a:solidFill>
                <a:latin typeface="Source Han Sans JP Bold" panose="020B0600070205080204" charset="-128"/>
                <a:ea typeface="Source Han Sans JP Bold" panose="020B0600070205080204" charset="-128"/>
                <a:cs typeface="Source Han Sans JP"/>
                <a:sym typeface="Source Han Sans JP"/>
              </a:rPr>
              <a:t>基礎研究</a:t>
            </a:r>
            <a:endParaRPr lang="en-US" altLang="ja-JP" sz="3200" dirty="0">
              <a:solidFill>
                <a:srgbClr val="292B2B"/>
              </a:solidFill>
              <a:latin typeface="Source Han Sans JP Bold" panose="020B0600070205080204" charset="-128"/>
              <a:ea typeface="Source Han Sans JP Bold" panose="020B0600070205080204" charset="-128"/>
              <a:cs typeface="Source Han Sans JP"/>
              <a:sym typeface="Source Han Sans JP"/>
            </a:endParaRPr>
          </a:p>
        </p:txBody>
      </p:sp>
      <p:sp>
        <p:nvSpPr>
          <p:cNvPr id="82" name="矢印: 下 81">
            <a:extLst>
              <a:ext uri="{FF2B5EF4-FFF2-40B4-BE49-F238E27FC236}">
                <a16:creationId xmlns:a16="http://schemas.microsoft.com/office/drawing/2014/main" id="{A9761B4B-B073-C132-48DE-C862F85810D2}"/>
              </a:ext>
            </a:extLst>
          </p:cNvPr>
          <p:cNvSpPr/>
          <p:nvPr/>
        </p:nvSpPr>
        <p:spPr>
          <a:xfrm rot="16200000">
            <a:off x="1584532" y="4648814"/>
            <a:ext cx="712157" cy="72881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TextBox 25">
            <a:extLst>
              <a:ext uri="{FF2B5EF4-FFF2-40B4-BE49-F238E27FC236}">
                <a16:creationId xmlns:a16="http://schemas.microsoft.com/office/drawing/2014/main" id="{7957F1B0-4960-AC1C-C340-8C51E0F65E3A}"/>
              </a:ext>
            </a:extLst>
          </p:cNvPr>
          <p:cNvSpPr txBox="1"/>
          <p:nvPr/>
        </p:nvSpPr>
        <p:spPr>
          <a:xfrm>
            <a:off x="2000048" y="8046668"/>
            <a:ext cx="8500872" cy="1282402"/>
          </a:xfrm>
          <a:prstGeom prst="rect">
            <a:avLst/>
          </a:prstGeom>
        </p:spPr>
        <p:txBody>
          <a:bodyPr wrap="square" lIns="0" tIns="0" rIns="0" bIns="0" rtlCol="0" anchor="t">
            <a:spAutoFit/>
          </a:bodyPr>
          <a:lstStyle/>
          <a:p>
            <a:pPr algn="l">
              <a:lnSpc>
                <a:spcPts val="5000"/>
              </a:lnSpc>
              <a:buClr>
                <a:srgbClr val="64A4A3"/>
              </a:buClr>
              <a:buSzPct val="100000"/>
            </a:pPr>
            <a:r>
              <a:rPr lang="ja-JP" altLang="en-US" sz="4400" dirty="0">
                <a:latin typeface="Source Han Sans JP Bold" panose="020B0600070205080204" charset="-128"/>
                <a:ea typeface="Source Han Sans JP Bold" panose="020B0600070205080204" charset="-128"/>
                <a:cs typeface="Source Han Sans JP"/>
                <a:sym typeface="Source Han Sans JP"/>
              </a:rPr>
              <a:t>水を用いた実験にて沸騰・未沸騰データを取得</a:t>
            </a:r>
            <a:endParaRPr lang="en-US" altLang="ja-JP" sz="4400" dirty="0">
              <a:latin typeface="Source Han Sans JP Bold" panose="020B0600070205080204" charset="-128"/>
              <a:ea typeface="Source Han Sans JP Bold" panose="020B0600070205080204" charset="-128"/>
              <a:cs typeface="Source Han Sans JP"/>
              <a:sym typeface="Source Han Sans JP"/>
            </a:endParaRPr>
          </a:p>
        </p:txBody>
      </p:sp>
      <p:sp>
        <p:nvSpPr>
          <p:cNvPr id="12" name="矢印: 下 11">
            <a:extLst>
              <a:ext uri="{FF2B5EF4-FFF2-40B4-BE49-F238E27FC236}">
                <a16:creationId xmlns:a16="http://schemas.microsoft.com/office/drawing/2014/main" id="{1F76A923-3A91-A446-04FC-E3CD3FE0BEEC}"/>
              </a:ext>
            </a:extLst>
          </p:cNvPr>
          <p:cNvSpPr/>
          <p:nvPr/>
        </p:nvSpPr>
        <p:spPr>
          <a:xfrm>
            <a:off x="5596679" y="6712500"/>
            <a:ext cx="945629" cy="531682"/>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F602F12-FE81-A4EB-431F-271A5241960F}"/>
              </a:ext>
            </a:extLst>
          </p:cNvPr>
          <p:cNvSpPr txBox="1"/>
          <p:nvPr/>
        </p:nvSpPr>
        <p:spPr>
          <a:xfrm>
            <a:off x="2378075" y="4376112"/>
            <a:ext cx="8766139" cy="1290097"/>
          </a:xfrm>
          <a:prstGeom prst="rect">
            <a:avLst/>
          </a:prstGeom>
          <a:noFill/>
        </p:spPr>
        <p:txBody>
          <a:bodyPr wrap="square" numCol="1" rtlCol="0">
            <a:spAutoFit/>
          </a:bodyPr>
          <a:lstStyle/>
          <a:p>
            <a:pPr marL="457200" indent="-457200">
              <a:lnSpc>
                <a:spcPts val="5500"/>
              </a:lnSpc>
              <a:buClr>
                <a:srgbClr val="64A4A3"/>
              </a:buClr>
              <a:buSzPct val="100000"/>
              <a:buFont typeface="Wingdings" panose="05000000000000000000" pitchFamily="2" charset="2"/>
              <a:buChar char="l"/>
            </a:pPr>
            <a:r>
              <a:rPr lang="ja-JP" altLang="en-US" sz="3200" dirty="0">
                <a:solidFill>
                  <a:srgbClr val="292B2B"/>
                </a:solidFill>
                <a:latin typeface="Source Han Sans JP" panose="020B0600070205080204" charset="-128"/>
                <a:ea typeface="Source Han Sans JP" panose="020B0600070205080204" charset="-128"/>
                <a:cs typeface="Source Han Sans JP"/>
                <a:sym typeface="Source Han Sans JP"/>
              </a:rPr>
              <a:t>実際の</a:t>
            </a:r>
            <a:r>
              <a:rPr lang="en-US" altLang="ja-JP" sz="3200" dirty="0">
                <a:solidFill>
                  <a:srgbClr val="292B2B"/>
                </a:solidFill>
                <a:latin typeface="Source Han Sans JP" panose="020B0600070205080204" charset="-128"/>
                <a:ea typeface="Source Han Sans JP" panose="020B0600070205080204" charset="-128"/>
                <a:cs typeface="Source Han Sans JP"/>
                <a:sym typeface="Source Han Sans JP"/>
              </a:rPr>
              <a:t>SFR</a:t>
            </a:r>
            <a:r>
              <a:rPr lang="ja-JP" altLang="en-US" sz="3200" dirty="0">
                <a:solidFill>
                  <a:srgbClr val="292B2B"/>
                </a:solidFill>
                <a:latin typeface="Source Han Sans JP" panose="020B0600070205080204" charset="-128"/>
                <a:ea typeface="Source Han Sans JP" panose="020B0600070205080204" charset="-128"/>
                <a:cs typeface="Source Han Sans JP"/>
                <a:sym typeface="Source Han Sans JP"/>
              </a:rPr>
              <a:t>で取得した音響データを使用 </a:t>
            </a:r>
            <a:r>
              <a:rPr lang="en-US" altLang="ja-JP" sz="3200" dirty="0">
                <a:solidFill>
                  <a:srgbClr val="292B2B"/>
                </a:solidFill>
                <a:latin typeface="Source Han Sans JP Bold" panose="020B0600070205080204" charset="-128"/>
                <a:ea typeface="Source Han Sans JP Bold" panose="020B0600070205080204" charset="-128"/>
                <a:cs typeface="Source Han Sans JP"/>
                <a:sym typeface="Source Han Sans JP"/>
              </a:rPr>
              <a:t>×</a:t>
            </a:r>
          </a:p>
          <a:p>
            <a:pPr marL="457200" indent="-457200">
              <a:buClr>
                <a:srgbClr val="64A4A3"/>
              </a:buClr>
              <a:buFont typeface="Wingdings" panose="05000000000000000000" pitchFamily="2" charset="2"/>
              <a:buChar char="l"/>
            </a:pPr>
            <a:r>
              <a:rPr kumimoji="1" lang="ja-JP" altLang="en-US" sz="3200" dirty="0">
                <a:latin typeface="Source Han Sans JP" panose="020B0600070205080204" charset="-128"/>
                <a:ea typeface="Source Han Sans JP" panose="020B0600070205080204" charset="-128"/>
              </a:rPr>
              <a:t>ナトリウムで実験して音響データを取得</a:t>
            </a:r>
            <a:r>
              <a:rPr lang="en-US" altLang="ja-JP" sz="3200" dirty="0">
                <a:solidFill>
                  <a:srgbClr val="292B2B"/>
                </a:solidFill>
                <a:latin typeface="Source Han Sans JP Bold" panose="020B0600070205080204" charset="-128"/>
                <a:ea typeface="Source Han Sans JP Bold" panose="020B0600070205080204" charset="-128"/>
                <a:cs typeface="Source Han Sans JP"/>
                <a:sym typeface="Source Han Sans JP"/>
              </a:rPr>
              <a:t>×</a:t>
            </a:r>
            <a:endParaRPr kumimoji="1" lang="en-US" altLang="ja-JP" sz="3200" dirty="0">
              <a:latin typeface="Source Han Sans JP" panose="020B0600070205080204" charset="-128"/>
              <a:ea typeface="Source Han Sans JP" panose="020B0600070205080204" charset="-128"/>
            </a:endParaRPr>
          </a:p>
        </p:txBody>
      </p:sp>
    </p:spTree>
    <p:extLst>
      <p:ext uri="{BB962C8B-B14F-4D97-AF65-F5344CB8AC3E}">
        <p14:creationId xmlns:p14="http://schemas.microsoft.com/office/powerpoint/2010/main" val="3350605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3EC8F-69C5-BE30-A789-C845F3A18023}"/>
            </a:ext>
          </a:extLst>
        </p:cNvPr>
        <p:cNvGrpSpPr/>
        <p:nvPr/>
      </p:nvGrpSpPr>
      <p:grpSpPr>
        <a:xfrm>
          <a:off x="0" y="0"/>
          <a:ext cx="0" cy="0"/>
          <a:chOff x="0" y="0"/>
          <a:chExt cx="0" cy="0"/>
        </a:xfrm>
      </p:grpSpPr>
      <p:grpSp>
        <p:nvGrpSpPr>
          <p:cNvPr id="52" name="グループ化 51">
            <a:extLst>
              <a:ext uri="{FF2B5EF4-FFF2-40B4-BE49-F238E27FC236}">
                <a16:creationId xmlns:a16="http://schemas.microsoft.com/office/drawing/2014/main" id="{02FBBB10-CEE4-2204-F8E1-1E8EFE524CA4}"/>
              </a:ext>
            </a:extLst>
          </p:cNvPr>
          <p:cNvGrpSpPr/>
          <p:nvPr/>
        </p:nvGrpSpPr>
        <p:grpSpPr>
          <a:xfrm>
            <a:off x="270494" y="246431"/>
            <a:ext cx="698205" cy="10040568"/>
            <a:chOff x="270494" y="246431"/>
            <a:chExt cx="698205" cy="10040568"/>
          </a:xfrm>
        </p:grpSpPr>
        <p:pic>
          <p:nvPicPr>
            <p:cNvPr id="53" name="図 52">
              <a:extLst>
                <a:ext uri="{FF2B5EF4-FFF2-40B4-BE49-F238E27FC236}">
                  <a16:creationId xmlns:a16="http://schemas.microsoft.com/office/drawing/2014/main" id="{A803FA49-D355-8A13-1B5F-ED33A1B1034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4" name="テキスト ボックス 53">
              <a:extLst>
                <a:ext uri="{FF2B5EF4-FFF2-40B4-BE49-F238E27FC236}">
                  <a16:creationId xmlns:a16="http://schemas.microsoft.com/office/drawing/2014/main" id="{7D270DA5-8731-83D1-2147-B7445D996FD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5" name="直線コネクタ 54">
              <a:extLst>
                <a:ext uri="{FF2B5EF4-FFF2-40B4-BE49-F238E27FC236}">
                  <a16:creationId xmlns:a16="http://schemas.microsoft.com/office/drawing/2014/main" id="{00C3BE6B-DEC1-3A19-A227-1E1EC3E74FB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6" name="フローチャート: 論理積ゲート 55">
              <a:extLst>
                <a:ext uri="{FF2B5EF4-FFF2-40B4-BE49-F238E27FC236}">
                  <a16:creationId xmlns:a16="http://schemas.microsoft.com/office/drawing/2014/main" id="{24978C32-F940-D749-288C-B2A10E349B9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7" name="Group 3">
            <a:extLst>
              <a:ext uri="{FF2B5EF4-FFF2-40B4-BE49-F238E27FC236}">
                <a16:creationId xmlns:a16="http://schemas.microsoft.com/office/drawing/2014/main" id="{8F2CD725-43E3-E3EB-EE14-4345B958AE2D}"/>
              </a:ext>
            </a:extLst>
          </p:cNvPr>
          <p:cNvGrpSpPr/>
          <p:nvPr/>
        </p:nvGrpSpPr>
        <p:grpSpPr>
          <a:xfrm>
            <a:off x="1371600" y="1069258"/>
            <a:ext cx="16064988" cy="125708"/>
            <a:chOff x="0" y="0"/>
            <a:chExt cx="22021800" cy="190500"/>
          </a:xfrm>
        </p:grpSpPr>
        <p:grpSp>
          <p:nvGrpSpPr>
            <p:cNvPr id="58" name="Group 4">
              <a:extLst>
                <a:ext uri="{FF2B5EF4-FFF2-40B4-BE49-F238E27FC236}">
                  <a16:creationId xmlns:a16="http://schemas.microsoft.com/office/drawing/2014/main" id="{B7EA0DDE-45CD-4B8E-5246-4851BDFD6E92}"/>
                </a:ext>
              </a:extLst>
            </p:cNvPr>
            <p:cNvGrpSpPr/>
            <p:nvPr/>
          </p:nvGrpSpPr>
          <p:grpSpPr>
            <a:xfrm>
              <a:off x="0" y="0"/>
              <a:ext cx="7340600" cy="190500"/>
              <a:chOff x="0" y="0"/>
              <a:chExt cx="1449995" cy="37630"/>
            </a:xfrm>
          </p:grpSpPr>
          <p:sp>
            <p:nvSpPr>
              <p:cNvPr id="65" name="Freeform 5">
                <a:extLst>
                  <a:ext uri="{FF2B5EF4-FFF2-40B4-BE49-F238E27FC236}">
                    <a16:creationId xmlns:a16="http://schemas.microsoft.com/office/drawing/2014/main" id="{4A8228EF-4FE5-AFA1-DD62-E209FD6443E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6" name="TextBox 6">
                <a:extLst>
                  <a:ext uri="{FF2B5EF4-FFF2-40B4-BE49-F238E27FC236}">
                    <a16:creationId xmlns:a16="http://schemas.microsoft.com/office/drawing/2014/main" id="{77FB7BF5-469A-02BB-0BA7-7CF428A2365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9" name="Group 7">
              <a:extLst>
                <a:ext uri="{FF2B5EF4-FFF2-40B4-BE49-F238E27FC236}">
                  <a16:creationId xmlns:a16="http://schemas.microsoft.com/office/drawing/2014/main" id="{29EAC3C2-6043-0106-48FE-1A3A7EAEC770}"/>
                </a:ext>
              </a:extLst>
            </p:cNvPr>
            <p:cNvGrpSpPr/>
            <p:nvPr/>
          </p:nvGrpSpPr>
          <p:grpSpPr>
            <a:xfrm>
              <a:off x="7340600" y="0"/>
              <a:ext cx="7340600" cy="190500"/>
              <a:chOff x="0" y="0"/>
              <a:chExt cx="1449995" cy="37630"/>
            </a:xfrm>
          </p:grpSpPr>
          <p:sp>
            <p:nvSpPr>
              <p:cNvPr id="63" name="Freeform 8">
                <a:extLst>
                  <a:ext uri="{FF2B5EF4-FFF2-40B4-BE49-F238E27FC236}">
                    <a16:creationId xmlns:a16="http://schemas.microsoft.com/office/drawing/2014/main" id="{1CD79F70-C9C6-B5A0-2092-C576F3712A9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4" name="TextBox 9">
                <a:extLst>
                  <a:ext uri="{FF2B5EF4-FFF2-40B4-BE49-F238E27FC236}">
                    <a16:creationId xmlns:a16="http://schemas.microsoft.com/office/drawing/2014/main" id="{14A2A3EE-CAA9-96E2-4D24-C042C4689FC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0" name="Group 10">
              <a:extLst>
                <a:ext uri="{FF2B5EF4-FFF2-40B4-BE49-F238E27FC236}">
                  <a16:creationId xmlns:a16="http://schemas.microsoft.com/office/drawing/2014/main" id="{E80D1633-441D-92A6-4D16-747365F46C20}"/>
                </a:ext>
              </a:extLst>
            </p:cNvPr>
            <p:cNvGrpSpPr/>
            <p:nvPr/>
          </p:nvGrpSpPr>
          <p:grpSpPr>
            <a:xfrm>
              <a:off x="14681200" y="0"/>
              <a:ext cx="7340600" cy="190500"/>
              <a:chOff x="0" y="0"/>
              <a:chExt cx="1449995" cy="37630"/>
            </a:xfrm>
          </p:grpSpPr>
          <p:sp>
            <p:nvSpPr>
              <p:cNvPr id="61" name="Freeform 11">
                <a:extLst>
                  <a:ext uri="{FF2B5EF4-FFF2-40B4-BE49-F238E27FC236}">
                    <a16:creationId xmlns:a16="http://schemas.microsoft.com/office/drawing/2014/main" id="{401F36F8-ACA9-CBA2-E90E-3480A271727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12">
                <a:extLst>
                  <a:ext uri="{FF2B5EF4-FFF2-40B4-BE49-F238E27FC236}">
                    <a16:creationId xmlns:a16="http://schemas.microsoft.com/office/drawing/2014/main" id="{75FF15A1-9497-CE82-4368-73A38FA8FE1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68" name="スライド番号プレースホルダー 28">
            <a:extLst>
              <a:ext uri="{FF2B5EF4-FFF2-40B4-BE49-F238E27FC236}">
                <a16:creationId xmlns:a16="http://schemas.microsoft.com/office/drawing/2014/main" id="{27ED6BE4-CB8B-FFBD-5F24-93790AB6D30F}"/>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8</a:t>
            </a:fld>
            <a:endParaRPr lang="en-US" sz="2400" dirty="0">
              <a:solidFill>
                <a:schemeClr val="bg1"/>
              </a:solidFill>
            </a:endParaRPr>
          </a:p>
        </p:txBody>
      </p:sp>
      <p:sp>
        <p:nvSpPr>
          <p:cNvPr id="69" name="TextBox 24">
            <a:extLst>
              <a:ext uri="{FF2B5EF4-FFF2-40B4-BE49-F238E27FC236}">
                <a16:creationId xmlns:a16="http://schemas.microsoft.com/office/drawing/2014/main" id="{DCDD6C9C-4595-63CE-8720-ACE607E01523}"/>
              </a:ext>
            </a:extLst>
          </p:cNvPr>
          <p:cNvSpPr txBox="1"/>
          <p:nvPr/>
        </p:nvSpPr>
        <p:spPr>
          <a:xfrm>
            <a:off x="1806795" y="305043"/>
            <a:ext cx="8335723"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機械学習モデル概要</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5" name="グループ化 4">
            <a:extLst>
              <a:ext uri="{FF2B5EF4-FFF2-40B4-BE49-F238E27FC236}">
                <a16:creationId xmlns:a16="http://schemas.microsoft.com/office/drawing/2014/main" id="{7B497157-5F9A-1562-696E-4A6C2B0A57CE}"/>
              </a:ext>
            </a:extLst>
          </p:cNvPr>
          <p:cNvGrpSpPr/>
          <p:nvPr/>
        </p:nvGrpSpPr>
        <p:grpSpPr>
          <a:xfrm>
            <a:off x="1521624" y="1366351"/>
            <a:ext cx="8639037" cy="552410"/>
            <a:chOff x="1535808" y="1451163"/>
            <a:chExt cx="8639037" cy="552410"/>
          </a:xfrm>
        </p:grpSpPr>
        <p:sp>
          <p:nvSpPr>
            <p:cNvPr id="7" name="TextBox 26">
              <a:extLst>
                <a:ext uri="{FF2B5EF4-FFF2-40B4-BE49-F238E27FC236}">
                  <a16:creationId xmlns:a16="http://schemas.microsoft.com/office/drawing/2014/main" id="{DE88B0AB-7847-95C4-3F33-94C787DB89D7}"/>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深層学習モデルのアーキテクチャ</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8" name="Freeform 5">
              <a:extLst>
                <a:ext uri="{FF2B5EF4-FFF2-40B4-BE49-F238E27FC236}">
                  <a16:creationId xmlns:a16="http://schemas.microsoft.com/office/drawing/2014/main" id="{F18ECC8B-CC6A-9803-4167-E7212B843E51}"/>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1" name="TextBox 25">
            <a:extLst>
              <a:ext uri="{FF2B5EF4-FFF2-40B4-BE49-F238E27FC236}">
                <a16:creationId xmlns:a16="http://schemas.microsoft.com/office/drawing/2014/main" id="{13465F29-1303-E1FC-D902-0B13494D9B87}"/>
              </a:ext>
            </a:extLst>
          </p:cNvPr>
          <p:cNvSpPr txBox="1"/>
          <p:nvPr/>
        </p:nvSpPr>
        <p:spPr>
          <a:xfrm>
            <a:off x="1829207" y="2217142"/>
            <a:ext cx="15933520" cy="846386"/>
          </a:xfrm>
          <a:prstGeom prst="rect">
            <a:avLst/>
          </a:prstGeom>
        </p:spPr>
        <p:txBody>
          <a:bodyPr wrap="square" lIns="0" tIns="0" rIns="0" bIns="0" rtlCol="0" anchor="t">
            <a:spAutoFit/>
          </a:bodyPr>
          <a:lstStyle/>
          <a:p>
            <a:pPr algn="l">
              <a:lnSpc>
                <a:spcPts val="3300"/>
              </a:lnSpc>
              <a:buClr>
                <a:srgbClr val="64A4A3"/>
              </a:buClr>
              <a:buSzPct val="100000"/>
            </a:pPr>
            <a:r>
              <a:rPr lang="ja-JP" altLang="en-US" sz="2800" dirty="0">
                <a:solidFill>
                  <a:srgbClr val="292B2B"/>
                </a:solidFill>
                <a:latin typeface="Source Han Sans JP"/>
                <a:ea typeface="Source Han Sans JP"/>
                <a:cs typeface="Source Han Sans JP"/>
                <a:sym typeface="Source Han Sans JP"/>
              </a:rPr>
              <a:t>各モデルに対し，</a:t>
            </a:r>
            <a:r>
              <a:rPr lang="ja-JP" altLang="en-US" sz="2800" dirty="0">
                <a:solidFill>
                  <a:srgbClr val="292B2B"/>
                </a:solidFill>
                <a:latin typeface="Source Han Sans JP Bold" panose="020B0600070205080204" charset="-128"/>
                <a:ea typeface="Source Han Sans JP Bold" panose="020B0600070205080204" charset="-128"/>
                <a:cs typeface="Source Han Sans JP"/>
                <a:sym typeface="Source Han Sans JP"/>
              </a:rPr>
              <a:t>実験で得たデータ</a:t>
            </a:r>
            <a:r>
              <a:rPr lang="ja-JP" altLang="en-US" sz="2800" dirty="0">
                <a:solidFill>
                  <a:srgbClr val="292B2B"/>
                </a:solidFill>
                <a:latin typeface="Source Han Sans JP"/>
                <a:ea typeface="Source Han Sans JP"/>
                <a:cs typeface="Source Han Sans JP"/>
                <a:sym typeface="Source Han Sans JP"/>
              </a:rPr>
              <a:t>とそのデータの</a:t>
            </a:r>
            <a:r>
              <a:rPr lang="ja-JP" altLang="en-US" sz="2800" dirty="0">
                <a:solidFill>
                  <a:srgbClr val="292B2B"/>
                </a:solidFill>
                <a:latin typeface="Source Han Sans JP Bold" panose="020B0600070205080204" charset="-128"/>
                <a:ea typeface="Source Han Sans JP Bold" panose="020B0600070205080204" charset="-128"/>
                <a:cs typeface="Source Han Sans JP"/>
                <a:sym typeface="Source Han Sans JP"/>
              </a:rPr>
              <a:t>沸騰段階の値（熱流束）</a:t>
            </a:r>
            <a:r>
              <a:rPr lang="ja-JP" altLang="en-US" sz="2800" dirty="0">
                <a:solidFill>
                  <a:srgbClr val="292B2B"/>
                </a:solidFill>
                <a:latin typeface="Source Han Sans JP"/>
                <a:ea typeface="Source Han Sans JP"/>
                <a:cs typeface="Source Han Sans JP"/>
                <a:sym typeface="Source Han Sans JP"/>
              </a:rPr>
              <a:t>をペアとし，データを入力して熱流束を出力するように学習させる</a:t>
            </a:r>
            <a:endParaRPr lang="en-US" altLang="ja-JP" sz="2800" dirty="0">
              <a:solidFill>
                <a:srgbClr val="292B2B"/>
              </a:solidFill>
              <a:latin typeface="Source Han Sans JP"/>
              <a:ea typeface="Source Han Sans JP"/>
              <a:cs typeface="Source Han Sans JP"/>
              <a:sym typeface="Source Han Sans JP"/>
            </a:endParaRPr>
          </a:p>
        </p:txBody>
      </p:sp>
      <p:sp>
        <p:nvSpPr>
          <p:cNvPr id="24" name="矢印: 下 23">
            <a:extLst>
              <a:ext uri="{FF2B5EF4-FFF2-40B4-BE49-F238E27FC236}">
                <a16:creationId xmlns:a16="http://schemas.microsoft.com/office/drawing/2014/main" id="{47E301E4-4FBC-4F24-B521-78A37BA19E47}"/>
              </a:ext>
            </a:extLst>
          </p:cNvPr>
          <p:cNvSpPr/>
          <p:nvPr/>
        </p:nvSpPr>
        <p:spPr>
          <a:xfrm rot="16200000">
            <a:off x="12823806" y="5878556"/>
            <a:ext cx="712157" cy="72881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C70CA12-4BDA-EB81-C78B-BBFA6620F3D8}"/>
              </a:ext>
            </a:extLst>
          </p:cNvPr>
          <p:cNvPicPr>
            <a:picLocks noChangeAspect="1"/>
          </p:cNvPicPr>
          <p:nvPr/>
        </p:nvPicPr>
        <p:blipFill>
          <a:blip r:embed="rId3"/>
          <a:stretch>
            <a:fillRect/>
          </a:stretch>
        </p:blipFill>
        <p:spPr>
          <a:xfrm>
            <a:off x="6717114" y="3364486"/>
            <a:ext cx="9076600" cy="6510540"/>
          </a:xfrm>
          <a:prstGeom prst="rect">
            <a:avLst/>
          </a:prstGeom>
        </p:spPr>
      </p:pic>
      <p:sp>
        <p:nvSpPr>
          <p:cNvPr id="28" name="テキスト ボックス 27">
            <a:extLst>
              <a:ext uri="{FF2B5EF4-FFF2-40B4-BE49-F238E27FC236}">
                <a16:creationId xmlns:a16="http://schemas.microsoft.com/office/drawing/2014/main" id="{C63B8592-9B48-F161-51D8-BB75BDAAFA20}"/>
              </a:ext>
            </a:extLst>
          </p:cNvPr>
          <p:cNvSpPr txBox="1"/>
          <p:nvPr/>
        </p:nvSpPr>
        <p:spPr>
          <a:xfrm>
            <a:off x="2264074" y="3554167"/>
            <a:ext cx="373546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1" i="0" u="none" strike="noStrike" kern="1200" cap="none" spc="0" normalizeH="0" baseline="0" noProof="0" dirty="0">
                <a:ln>
                  <a:noFill/>
                </a:ln>
                <a:solidFill>
                  <a:srgbClr val="3C3C3C"/>
                </a:solidFill>
                <a:effectLst/>
                <a:uLnTx/>
                <a:uFillTx/>
                <a:latin typeface="Bahnschrift"/>
                <a:cs typeface="+mn-cs"/>
              </a:rPr>
              <a:t>AlexNet</a:t>
            </a:r>
            <a:endParaRPr kumimoji="1" lang="ja-JP" altLang="en-US" sz="4400" b="1" i="0" u="none" strike="noStrike" kern="1200" cap="none" spc="0" normalizeH="0" baseline="0" noProof="0" dirty="0">
              <a:ln>
                <a:noFill/>
              </a:ln>
              <a:solidFill>
                <a:srgbClr val="3C3C3C"/>
              </a:solidFill>
              <a:effectLst/>
              <a:uLnTx/>
              <a:uFillTx/>
              <a:latin typeface="Bahnschrift"/>
              <a:cs typeface="+mn-cs"/>
            </a:endParaRPr>
          </a:p>
        </p:txBody>
      </p:sp>
      <p:sp>
        <p:nvSpPr>
          <p:cNvPr id="29" name="テキスト ボックス 28">
            <a:extLst>
              <a:ext uri="{FF2B5EF4-FFF2-40B4-BE49-F238E27FC236}">
                <a16:creationId xmlns:a16="http://schemas.microsoft.com/office/drawing/2014/main" id="{C3D8452E-A15D-9C74-8C81-B4254D589896}"/>
              </a:ext>
            </a:extLst>
          </p:cNvPr>
          <p:cNvSpPr txBox="1"/>
          <p:nvPr/>
        </p:nvSpPr>
        <p:spPr>
          <a:xfrm>
            <a:off x="2363345" y="5463589"/>
            <a:ext cx="373546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1" i="0" u="none" strike="noStrike" kern="1200" cap="none" spc="0" normalizeH="0" baseline="0" noProof="0" dirty="0">
                <a:ln>
                  <a:noFill/>
                </a:ln>
                <a:solidFill>
                  <a:srgbClr val="3C3C3C"/>
                </a:solidFill>
                <a:effectLst/>
                <a:uLnTx/>
                <a:uFillTx/>
                <a:latin typeface="Bahnschrift"/>
                <a:cs typeface="+mn-cs"/>
              </a:rPr>
              <a:t>VGG-16</a:t>
            </a:r>
            <a:endParaRPr kumimoji="1" lang="ja-JP" altLang="en-US" sz="4400" b="1" i="0" u="none" strike="noStrike" kern="1200" cap="none" spc="0" normalizeH="0" baseline="0" noProof="0" dirty="0">
              <a:ln>
                <a:noFill/>
              </a:ln>
              <a:solidFill>
                <a:srgbClr val="3C3C3C"/>
              </a:solidFill>
              <a:effectLst/>
              <a:uLnTx/>
              <a:uFillTx/>
              <a:latin typeface="Bahnschrift"/>
              <a:cs typeface="+mn-cs"/>
            </a:endParaRPr>
          </a:p>
        </p:txBody>
      </p:sp>
      <p:sp>
        <p:nvSpPr>
          <p:cNvPr id="30" name="テキスト ボックス 29">
            <a:extLst>
              <a:ext uri="{FF2B5EF4-FFF2-40B4-BE49-F238E27FC236}">
                <a16:creationId xmlns:a16="http://schemas.microsoft.com/office/drawing/2014/main" id="{97C5F984-E951-C769-695C-0A7D30130D04}"/>
              </a:ext>
            </a:extLst>
          </p:cNvPr>
          <p:cNvSpPr txBox="1"/>
          <p:nvPr/>
        </p:nvSpPr>
        <p:spPr>
          <a:xfrm>
            <a:off x="2405698" y="7448747"/>
            <a:ext cx="373546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1" i="0" u="none" strike="noStrike" kern="1200" cap="none" spc="0" normalizeH="0" baseline="0" noProof="0" dirty="0">
                <a:ln>
                  <a:noFill/>
                </a:ln>
                <a:solidFill>
                  <a:srgbClr val="3C3C3C"/>
                </a:solidFill>
                <a:effectLst/>
                <a:uLnTx/>
                <a:uFillTx/>
                <a:latin typeface="Bahnschrift"/>
                <a:cs typeface="+mn-cs"/>
              </a:rPr>
              <a:t>ResNet50</a:t>
            </a:r>
            <a:endParaRPr kumimoji="1" lang="ja-JP" altLang="en-US" sz="4400" b="1" i="0" u="none" strike="noStrike" kern="1200" cap="none" spc="0" normalizeH="0" baseline="0" noProof="0" dirty="0">
              <a:ln>
                <a:noFill/>
              </a:ln>
              <a:solidFill>
                <a:srgbClr val="3C3C3C"/>
              </a:solidFill>
              <a:effectLst/>
              <a:uLnTx/>
              <a:uFillTx/>
              <a:latin typeface="Bahnschrift"/>
              <a:cs typeface="+mn-cs"/>
            </a:endParaRPr>
          </a:p>
        </p:txBody>
      </p:sp>
      <p:sp>
        <p:nvSpPr>
          <p:cNvPr id="31" name="テキスト ボックス 30">
            <a:extLst>
              <a:ext uri="{FF2B5EF4-FFF2-40B4-BE49-F238E27FC236}">
                <a16:creationId xmlns:a16="http://schemas.microsoft.com/office/drawing/2014/main" id="{0AB6FD2E-750F-AF9C-5DDB-AA1B2EBE7A5F}"/>
              </a:ext>
            </a:extLst>
          </p:cNvPr>
          <p:cNvSpPr txBox="1"/>
          <p:nvPr/>
        </p:nvSpPr>
        <p:spPr>
          <a:xfrm>
            <a:off x="2908795" y="8233531"/>
            <a:ext cx="35240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a:ln>
                  <a:noFill/>
                </a:ln>
                <a:solidFill>
                  <a:srgbClr val="3C3C3C"/>
                </a:solidFill>
                <a:effectLst/>
                <a:uLnTx/>
                <a:uFillTx/>
                <a:latin typeface="Source Han Sans JP" panose="020B0600070205080204" charset="-128"/>
                <a:ea typeface="Source Han Sans JP" panose="020B0600070205080204" charset="-128"/>
              </a:rPr>
              <a:t>残差接続を用いて</a:t>
            </a:r>
            <a:endParaRPr kumimoji="1" lang="en-US" altLang="ja-JP"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勾配消失問題を解消</a:t>
            </a:r>
          </a:p>
        </p:txBody>
      </p:sp>
      <p:sp>
        <p:nvSpPr>
          <p:cNvPr id="32" name="テキスト ボックス 31">
            <a:extLst>
              <a:ext uri="{FF2B5EF4-FFF2-40B4-BE49-F238E27FC236}">
                <a16:creationId xmlns:a16="http://schemas.microsoft.com/office/drawing/2014/main" id="{DF43F613-E1B0-616F-DE04-F2A59231E562}"/>
              </a:ext>
            </a:extLst>
          </p:cNvPr>
          <p:cNvSpPr txBox="1"/>
          <p:nvPr/>
        </p:nvSpPr>
        <p:spPr>
          <a:xfrm>
            <a:off x="3128808" y="6233030"/>
            <a:ext cx="35240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畳み込み層</a:t>
            </a:r>
            <a:r>
              <a:rPr kumimoji="1" lang="en-US" altLang="ja-JP"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(13</a:t>
            </a:r>
            <a:r>
              <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層</a:t>
            </a:r>
            <a:r>
              <a:rPr kumimoji="1" lang="en-US" altLang="ja-JP"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全結合層</a:t>
            </a:r>
            <a:r>
              <a:rPr kumimoji="1" lang="en-US" altLang="ja-JP"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(3</a:t>
            </a:r>
            <a:r>
              <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層</a:t>
            </a:r>
            <a:r>
              <a:rPr kumimoji="1" lang="en-US" altLang="ja-JP"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a:t>
            </a:r>
            <a:endPar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endParaRPr>
          </a:p>
        </p:txBody>
      </p:sp>
      <p:sp>
        <p:nvSpPr>
          <p:cNvPr id="33" name="テキスト ボックス 32">
            <a:extLst>
              <a:ext uri="{FF2B5EF4-FFF2-40B4-BE49-F238E27FC236}">
                <a16:creationId xmlns:a16="http://schemas.microsoft.com/office/drawing/2014/main" id="{EE08E3F0-2FB5-5EF8-6782-8544494B87CC}"/>
              </a:ext>
            </a:extLst>
          </p:cNvPr>
          <p:cNvSpPr txBox="1"/>
          <p:nvPr/>
        </p:nvSpPr>
        <p:spPr>
          <a:xfrm>
            <a:off x="3048000" y="4360658"/>
            <a:ext cx="352402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3C3C3C"/>
                </a:solidFill>
                <a:effectLst/>
                <a:uLnTx/>
                <a:uFillTx/>
                <a:latin typeface="Source Han Sans JP" panose="020B0600070205080204" charset="-128"/>
                <a:ea typeface="Source Han Sans JP" panose="020B0600070205080204" charset="-128"/>
              </a:rPr>
              <a:t>層が浅いモデル</a:t>
            </a:r>
          </a:p>
        </p:txBody>
      </p:sp>
    </p:spTree>
    <p:extLst>
      <p:ext uri="{BB962C8B-B14F-4D97-AF65-F5344CB8AC3E}">
        <p14:creationId xmlns:p14="http://schemas.microsoft.com/office/powerpoint/2010/main" val="2502347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7914F-A799-8407-2E05-7B9590D406E4}"/>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E354DD6A-2557-652B-1792-31A524F188DB}"/>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69BF750B-60A4-4E82-B839-7BA9157A6EC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03D6D19F-1AF6-AD5E-CE6C-E4412943961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909F5C98-FFAE-A12E-4B6F-37E15BB34FB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33886DF3-46F1-BD15-279F-392B353DA0F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D7B40E06-5EBD-3EE4-DA4B-DEB7E373A6DD}"/>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75BF9CF-F5A2-EE72-70AD-1817C9AFBD29}"/>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2B3A22C-DB84-86AA-7B2F-EF20AB8776B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16FD220C-8351-6890-3790-A667BBD2E9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66F709C8-FF11-9D5A-F993-A353A3061DC2}"/>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521F8B7-418B-ACDE-6057-5C5C7F4FE71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8C7477C5-4EA3-278B-A7EF-CE0CA22F51E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293277E8-C149-C383-3121-3BA84362D74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65AA76B2-4074-67BE-1D43-9E11D39DB2F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F385111-D3E3-89C8-8106-38C1338F639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1808099D-E16C-5EC6-57BC-75978A501921}"/>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513" name="TextBox 24">
            <a:extLst>
              <a:ext uri="{FF2B5EF4-FFF2-40B4-BE49-F238E27FC236}">
                <a16:creationId xmlns:a16="http://schemas.microsoft.com/office/drawing/2014/main" id="{D6B08CA3-0D5C-DE2A-A188-219B3BC99ABC}"/>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174D9191-5D02-E9FB-5F71-620E43C5AFB3}"/>
              </a:ext>
            </a:extLst>
          </p:cNvPr>
          <p:cNvGrpSpPr/>
          <p:nvPr/>
        </p:nvGrpSpPr>
        <p:grpSpPr>
          <a:xfrm>
            <a:off x="3429000" y="2857500"/>
            <a:ext cx="12343465" cy="5480346"/>
            <a:chOff x="10121433" y="2372121"/>
            <a:chExt cx="6318718" cy="2766379"/>
          </a:xfrm>
        </p:grpSpPr>
        <p:sp>
          <p:nvSpPr>
            <p:cNvPr id="515" name="TextBox 22">
              <a:extLst>
                <a:ext uri="{FF2B5EF4-FFF2-40B4-BE49-F238E27FC236}">
                  <a16:creationId xmlns:a16="http://schemas.microsoft.com/office/drawing/2014/main" id="{CD52FC05-F782-4BD7-01BB-401381F9E7A1}"/>
                </a:ext>
              </a:extLst>
            </p:cNvPr>
            <p:cNvSpPr txBox="1"/>
            <p:nvPr/>
          </p:nvSpPr>
          <p:spPr>
            <a:xfrm>
              <a:off x="10717809" y="2372121"/>
              <a:ext cx="5722342" cy="275945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研究背景・目的</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概要</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結果</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修士論文に向けて</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CA6A23F2-9264-2E81-AA0D-B68F2F09D36C}"/>
                </a:ext>
              </a:extLst>
            </p:cNvPr>
            <p:cNvSpPr txBox="1"/>
            <p:nvPr/>
          </p:nvSpPr>
          <p:spPr>
            <a:xfrm>
              <a:off x="10121433" y="2372121"/>
              <a:ext cx="1151616" cy="276637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05</a:t>
              </a:r>
            </a:p>
          </p:txBody>
        </p:sp>
      </p:grpSp>
      <p:sp>
        <p:nvSpPr>
          <p:cNvPr id="518" name="TextBox 22">
            <a:extLst>
              <a:ext uri="{FF2B5EF4-FFF2-40B4-BE49-F238E27FC236}">
                <a16:creationId xmlns:a16="http://schemas.microsoft.com/office/drawing/2014/main" id="{93B5FF51-B42D-8116-4963-760DB0131801}"/>
              </a:ext>
            </a:extLst>
          </p:cNvPr>
          <p:cNvSpPr txBox="1"/>
          <p:nvPr/>
        </p:nvSpPr>
        <p:spPr>
          <a:xfrm>
            <a:off x="5180493" y="4347923"/>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実験</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marL="457200" indent="-457200" algn="l">
              <a:lnSpc>
                <a:spcPts val="4000"/>
              </a:lnSpc>
              <a:buFont typeface="Wingdings" panose="05000000000000000000" pitchFamily="2" charset="2"/>
              <a:buChar char="l"/>
            </a:pPr>
            <a:r>
              <a:rPr lang="en-US" sz="2999" dirty="0">
                <a:solidFill>
                  <a:schemeClr val="bg1">
                    <a:lumMod val="85000"/>
                  </a:schemeClr>
                </a:solidFill>
                <a:latin typeface="Source Han Sans JP" panose="020B0600070205080204" charset="-128"/>
                <a:ea typeface="Source Han Sans JP" panose="020B0600070205080204" charset="-128"/>
                <a:cs typeface="Now"/>
                <a:sym typeface="Now"/>
              </a:rPr>
              <a:t>CNN</a:t>
            </a: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モデルとアンサンブル学習</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
        <p:nvSpPr>
          <p:cNvPr id="522" name="TextBox 22">
            <a:extLst>
              <a:ext uri="{FF2B5EF4-FFF2-40B4-BE49-F238E27FC236}">
                <a16:creationId xmlns:a16="http://schemas.microsoft.com/office/drawing/2014/main" id="{D1E96234-9D3A-B88E-B2E4-693FE98CF62E}"/>
              </a:ext>
            </a:extLst>
          </p:cNvPr>
          <p:cNvSpPr txBox="1"/>
          <p:nvPr/>
        </p:nvSpPr>
        <p:spPr>
          <a:xfrm>
            <a:off x="4724400" y="6438900"/>
            <a:ext cx="9459752" cy="997453"/>
          </a:xfrm>
          <a:prstGeom prst="rect">
            <a:avLst/>
          </a:prstGeom>
        </p:spPr>
        <p:txBody>
          <a:bodyPr wrap="square" lIns="0" tIns="0" rIns="0" bIns="0" rtlCol="0" anchor="t">
            <a:spAutoFit/>
          </a:bodyPr>
          <a:lstStyle/>
          <a:p>
            <a:pPr marL="914400" lvl="1" indent="-457200">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アンサンブル学習による精度・ノイズ耐性評価</a:t>
            </a:r>
            <a:endParaRPr lang="en-US" altLang="ja-JP" sz="2999" dirty="0">
              <a:latin typeface="Source Han Sans JP" panose="020B0600070205080204" charset="-128"/>
              <a:ea typeface="Source Han Sans JP" panose="020B0600070205080204" charset="-128"/>
              <a:cs typeface="Now"/>
              <a:sym typeface="Now"/>
            </a:endParaRPr>
          </a:p>
          <a:p>
            <a:pPr marL="914400" lvl="1" indent="-457200">
              <a:lnSpc>
                <a:spcPts val="4000"/>
              </a:lnSpc>
              <a:buFont typeface="Wingdings" panose="05000000000000000000" pitchFamily="2" charset="2"/>
              <a:buChar char="l"/>
            </a:pPr>
            <a:r>
              <a:rPr lang="en-US" altLang="ja-JP" sz="2999" strike="sngStrike" dirty="0">
                <a:latin typeface="Source Han Sans JP" panose="020B0600070205080204" charset="-128"/>
                <a:ea typeface="Source Han Sans JP" panose="020B0600070205080204" charset="-128"/>
                <a:cs typeface="Now"/>
                <a:sym typeface="Now"/>
              </a:rPr>
              <a:t>100% </a:t>
            </a:r>
            <a:r>
              <a:rPr lang="ja-JP" altLang="en-US" sz="2999" strike="sngStrike" dirty="0">
                <a:latin typeface="Source Han Sans JP" panose="020B0600070205080204" charset="-128"/>
                <a:ea typeface="Source Han Sans JP" panose="020B0600070205080204" charset="-128"/>
                <a:cs typeface="Now"/>
                <a:sym typeface="Now"/>
              </a:rPr>
              <a:t>分類性能の予測</a:t>
            </a:r>
            <a:endParaRPr lang="en-US" altLang="ja-JP" sz="2999" strike="sngStrike" dirty="0">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93592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955D-23F2-2695-54E9-0357D6B8BDBE}"/>
            </a:ext>
          </a:extLst>
        </p:cNvPr>
        <p:cNvGrpSpPr/>
        <p:nvPr/>
      </p:nvGrpSpPr>
      <p:grpSpPr>
        <a:xfrm>
          <a:off x="0" y="0"/>
          <a:ext cx="0" cy="0"/>
          <a:chOff x="0" y="0"/>
          <a:chExt cx="0" cy="0"/>
        </a:xfrm>
      </p:grpSpPr>
      <p:grpSp>
        <p:nvGrpSpPr>
          <p:cNvPr id="60" name="グループ化 59">
            <a:extLst>
              <a:ext uri="{FF2B5EF4-FFF2-40B4-BE49-F238E27FC236}">
                <a16:creationId xmlns:a16="http://schemas.microsoft.com/office/drawing/2014/main" id="{E5881A86-4E37-34EB-D1D7-AC76A8D08899}"/>
              </a:ext>
            </a:extLst>
          </p:cNvPr>
          <p:cNvGrpSpPr/>
          <p:nvPr/>
        </p:nvGrpSpPr>
        <p:grpSpPr>
          <a:xfrm>
            <a:off x="270494" y="246431"/>
            <a:ext cx="698205" cy="10040568"/>
            <a:chOff x="270494" y="246431"/>
            <a:chExt cx="698205" cy="10040568"/>
          </a:xfrm>
        </p:grpSpPr>
        <p:pic>
          <p:nvPicPr>
            <p:cNvPr id="61" name="図 60">
              <a:extLst>
                <a:ext uri="{FF2B5EF4-FFF2-40B4-BE49-F238E27FC236}">
                  <a16:creationId xmlns:a16="http://schemas.microsoft.com/office/drawing/2014/main" id="{DF2E00F3-E11C-C031-0319-FAD46A621DB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62" name="テキスト ボックス 61">
              <a:extLst>
                <a:ext uri="{FF2B5EF4-FFF2-40B4-BE49-F238E27FC236}">
                  <a16:creationId xmlns:a16="http://schemas.microsoft.com/office/drawing/2014/main" id="{F0CB1BE0-CB15-20FC-9619-E5E90E9F64D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3" name="直線コネクタ 62">
              <a:extLst>
                <a:ext uri="{FF2B5EF4-FFF2-40B4-BE49-F238E27FC236}">
                  <a16:creationId xmlns:a16="http://schemas.microsoft.com/office/drawing/2014/main" id="{960C4220-8012-4559-E5B4-DD92F549870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4" name="フローチャート: 論理積ゲート 63">
              <a:extLst>
                <a:ext uri="{FF2B5EF4-FFF2-40B4-BE49-F238E27FC236}">
                  <a16:creationId xmlns:a16="http://schemas.microsoft.com/office/drawing/2014/main" id="{CC4E1876-9840-DCA5-7A78-C98F295A50C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5" name="Group 3">
            <a:extLst>
              <a:ext uri="{FF2B5EF4-FFF2-40B4-BE49-F238E27FC236}">
                <a16:creationId xmlns:a16="http://schemas.microsoft.com/office/drawing/2014/main" id="{62543943-1EEF-DAFF-1FB6-CD7461987716}"/>
              </a:ext>
            </a:extLst>
          </p:cNvPr>
          <p:cNvGrpSpPr/>
          <p:nvPr/>
        </p:nvGrpSpPr>
        <p:grpSpPr>
          <a:xfrm>
            <a:off x="1371600" y="1069258"/>
            <a:ext cx="16064988" cy="125708"/>
            <a:chOff x="0" y="0"/>
            <a:chExt cx="22021800" cy="190500"/>
          </a:xfrm>
        </p:grpSpPr>
        <p:grpSp>
          <p:nvGrpSpPr>
            <p:cNvPr id="66" name="Group 4">
              <a:extLst>
                <a:ext uri="{FF2B5EF4-FFF2-40B4-BE49-F238E27FC236}">
                  <a16:creationId xmlns:a16="http://schemas.microsoft.com/office/drawing/2014/main" id="{8F87A420-44B1-FAB3-6F7D-50B069632B94}"/>
                </a:ext>
              </a:extLst>
            </p:cNvPr>
            <p:cNvGrpSpPr/>
            <p:nvPr/>
          </p:nvGrpSpPr>
          <p:grpSpPr>
            <a:xfrm>
              <a:off x="0" y="0"/>
              <a:ext cx="7340600" cy="190500"/>
              <a:chOff x="0" y="0"/>
              <a:chExt cx="1449995" cy="37630"/>
            </a:xfrm>
          </p:grpSpPr>
          <p:sp>
            <p:nvSpPr>
              <p:cNvPr id="73" name="Freeform 5">
                <a:extLst>
                  <a:ext uri="{FF2B5EF4-FFF2-40B4-BE49-F238E27FC236}">
                    <a16:creationId xmlns:a16="http://schemas.microsoft.com/office/drawing/2014/main" id="{CB573885-17AE-EC98-9D24-F1305FC33CA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4" name="TextBox 6">
                <a:extLst>
                  <a:ext uri="{FF2B5EF4-FFF2-40B4-BE49-F238E27FC236}">
                    <a16:creationId xmlns:a16="http://schemas.microsoft.com/office/drawing/2014/main" id="{BEFEEB63-AF07-B8A3-F7BF-51E5CAC7A9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7" name="Group 7">
              <a:extLst>
                <a:ext uri="{FF2B5EF4-FFF2-40B4-BE49-F238E27FC236}">
                  <a16:creationId xmlns:a16="http://schemas.microsoft.com/office/drawing/2014/main" id="{5D7DB5B7-EE0B-D4DF-A42B-89608231643B}"/>
                </a:ext>
              </a:extLst>
            </p:cNvPr>
            <p:cNvGrpSpPr/>
            <p:nvPr/>
          </p:nvGrpSpPr>
          <p:grpSpPr>
            <a:xfrm>
              <a:off x="7340600" y="0"/>
              <a:ext cx="7340600" cy="190500"/>
              <a:chOff x="0" y="0"/>
              <a:chExt cx="1449995" cy="37630"/>
            </a:xfrm>
          </p:grpSpPr>
          <p:sp>
            <p:nvSpPr>
              <p:cNvPr id="71" name="Freeform 8">
                <a:extLst>
                  <a:ext uri="{FF2B5EF4-FFF2-40B4-BE49-F238E27FC236}">
                    <a16:creationId xmlns:a16="http://schemas.microsoft.com/office/drawing/2014/main" id="{7E553AE9-A2E2-28F4-2039-CE67CDCA392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2" name="TextBox 9">
                <a:extLst>
                  <a:ext uri="{FF2B5EF4-FFF2-40B4-BE49-F238E27FC236}">
                    <a16:creationId xmlns:a16="http://schemas.microsoft.com/office/drawing/2014/main" id="{A8DBAAC2-82F5-3616-C711-AC2D4D25AD4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8" name="Group 10">
              <a:extLst>
                <a:ext uri="{FF2B5EF4-FFF2-40B4-BE49-F238E27FC236}">
                  <a16:creationId xmlns:a16="http://schemas.microsoft.com/office/drawing/2014/main" id="{EE4D3404-A02A-4DC4-274E-D376FE39A52A}"/>
                </a:ext>
              </a:extLst>
            </p:cNvPr>
            <p:cNvGrpSpPr/>
            <p:nvPr/>
          </p:nvGrpSpPr>
          <p:grpSpPr>
            <a:xfrm>
              <a:off x="14681200" y="0"/>
              <a:ext cx="7340600" cy="190500"/>
              <a:chOff x="0" y="0"/>
              <a:chExt cx="1449995" cy="37630"/>
            </a:xfrm>
          </p:grpSpPr>
          <p:sp>
            <p:nvSpPr>
              <p:cNvPr id="69" name="Freeform 11">
                <a:extLst>
                  <a:ext uri="{FF2B5EF4-FFF2-40B4-BE49-F238E27FC236}">
                    <a16:creationId xmlns:a16="http://schemas.microsoft.com/office/drawing/2014/main" id="{C7F69B99-A409-C456-39EC-2CFC1ED3F0E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0" name="TextBox 12">
                <a:extLst>
                  <a:ext uri="{FF2B5EF4-FFF2-40B4-BE49-F238E27FC236}">
                    <a16:creationId xmlns:a16="http://schemas.microsoft.com/office/drawing/2014/main" id="{34800FCA-FEC1-5BC7-C4FF-7C2C977E8B2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6" name="スライド番号プレースホルダー 28">
            <a:extLst>
              <a:ext uri="{FF2B5EF4-FFF2-40B4-BE49-F238E27FC236}">
                <a16:creationId xmlns:a16="http://schemas.microsoft.com/office/drawing/2014/main" id="{89976D71-0FB6-EC6A-C192-D195049B8D83}"/>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10</a:t>
            </a:fld>
            <a:endParaRPr lang="en-US" sz="2400" dirty="0">
              <a:solidFill>
                <a:schemeClr val="bg1"/>
              </a:solidFill>
            </a:endParaRPr>
          </a:p>
        </p:txBody>
      </p:sp>
      <p:sp>
        <p:nvSpPr>
          <p:cNvPr id="77" name="TextBox 24">
            <a:extLst>
              <a:ext uri="{FF2B5EF4-FFF2-40B4-BE49-F238E27FC236}">
                <a16:creationId xmlns:a16="http://schemas.microsoft.com/office/drawing/2014/main" id="{8E92F5A3-7CC5-1147-7EBE-CFFCAEA5346C}"/>
              </a:ext>
            </a:extLst>
          </p:cNvPr>
          <p:cNvSpPr txBox="1"/>
          <p:nvPr/>
        </p:nvSpPr>
        <p:spPr>
          <a:xfrm>
            <a:off x="1806795" y="305043"/>
            <a:ext cx="11985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アンサンブル学習とノイズ耐性評価</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8" name="グループ化 77">
            <a:extLst>
              <a:ext uri="{FF2B5EF4-FFF2-40B4-BE49-F238E27FC236}">
                <a16:creationId xmlns:a16="http://schemas.microsoft.com/office/drawing/2014/main" id="{9187EBFB-22F9-2459-89BD-9F1137553B20}"/>
              </a:ext>
            </a:extLst>
          </p:cNvPr>
          <p:cNvGrpSpPr/>
          <p:nvPr/>
        </p:nvGrpSpPr>
        <p:grpSpPr>
          <a:xfrm>
            <a:off x="1503481" y="1400687"/>
            <a:ext cx="14574719" cy="552410"/>
            <a:chOff x="1535808" y="1451163"/>
            <a:chExt cx="8639037" cy="552410"/>
          </a:xfrm>
        </p:grpSpPr>
        <p:sp>
          <p:nvSpPr>
            <p:cNvPr id="79" name="TextBox 26">
              <a:extLst>
                <a:ext uri="{FF2B5EF4-FFF2-40B4-BE49-F238E27FC236}">
                  <a16:creationId xmlns:a16="http://schemas.microsoft.com/office/drawing/2014/main" id="{DA6D17CF-9734-9312-5426-A5264967E438}"/>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2</a:t>
              </a: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つの評価指標による各モデルの結果</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80" name="Freeform 5">
              <a:extLst>
                <a:ext uri="{FF2B5EF4-FFF2-40B4-BE49-F238E27FC236}">
                  <a16:creationId xmlns:a16="http://schemas.microsoft.com/office/drawing/2014/main" id="{E8D944DF-F0A7-263E-CF65-E9EC88CA211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82" name="図 81" descr="ダイアグラム が含まれている画像&#10;&#10;自動的に生成された説明">
            <a:extLst>
              <a:ext uri="{FF2B5EF4-FFF2-40B4-BE49-F238E27FC236}">
                <a16:creationId xmlns:a16="http://schemas.microsoft.com/office/drawing/2014/main" id="{AD30E86B-BD9B-D327-5B03-08CB1E2B80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7459" y="3002816"/>
            <a:ext cx="7500838" cy="5315413"/>
          </a:xfrm>
          <a:prstGeom prst="rect">
            <a:avLst/>
          </a:prstGeom>
        </p:spPr>
      </p:pic>
      <p:pic>
        <p:nvPicPr>
          <p:cNvPr id="84" name="図 83" descr="グラフィカル ユーザー インターフェイス が含まれている画像&#10;&#10;自動的に生成された説明">
            <a:extLst>
              <a:ext uri="{FF2B5EF4-FFF2-40B4-BE49-F238E27FC236}">
                <a16:creationId xmlns:a16="http://schemas.microsoft.com/office/drawing/2014/main" id="{3D80164A-6ACA-71EA-1BCD-29BADF1C8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93071" y="3056101"/>
            <a:ext cx="8249572" cy="5248116"/>
          </a:xfrm>
          <a:prstGeom prst="rect">
            <a:avLst/>
          </a:prstGeom>
        </p:spPr>
      </p:pic>
      <p:sp>
        <p:nvSpPr>
          <p:cNvPr id="85" name="テキスト ボックス 84">
            <a:extLst>
              <a:ext uri="{FF2B5EF4-FFF2-40B4-BE49-F238E27FC236}">
                <a16:creationId xmlns:a16="http://schemas.microsoft.com/office/drawing/2014/main" id="{1D0A1276-24BC-194D-19AB-A2BD731236D2}"/>
              </a:ext>
            </a:extLst>
          </p:cNvPr>
          <p:cNvSpPr txBox="1"/>
          <p:nvPr/>
        </p:nvSpPr>
        <p:spPr>
          <a:xfrm>
            <a:off x="2809765" y="8457346"/>
            <a:ext cx="6466741" cy="369332"/>
          </a:xfrm>
          <a:prstGeom prst="rect">
            <a:avLst/>
          </a:prstGeom>
          <a:noFill/>
        </p:spPr>
        <p:txBody>
          <a:bodyPr wrap="square">
            <a:spAutoFit/>
          </a:bodyPr>
          <a:lstStyle/>
          <a:p>
            <a:r>
              <a:rPr lang="ja-JP" altLang="en-US" dirty="0">
                <a:latin typeface="Source Han Sans JP" panose="020B0600070205080204" charset="-128"/>
                <a:ea typeface="Source Han Sans JP" panose="020B0600070205080204" charset="-128"/>
              </a:rPr>
              <a:t>図</a:t>
            </a:r>
            <a:r>
              <a:rPr lang="en-US" altLang="ja-JP" dirty="0">
                <a:latin typeface="Source Han Sans JP" panose="020B0600070205080204" charset="-128"/>
                <a:ea typeface="Source Han Sans JP" panose="020B0600070205080204" charset="-128"/>
              </a:rPr>
              <a:t>3. </a:t>
            </a:r>
            <a:r>
              <a:rPr lang="ja-JP" altLang="en-US" dirty="0">
                <a:latin typeface="Source Han Sans JP" panose="020B0600070205080204" charset="-128"/>
                <a:ea typeface="Source Han Sans JP" panose="020B0600070205080204" charset="-128"/>
              </a:rPr>
              <a:t>各モデルに対するノイズごとの決定係数の比較</a:t>
            </a:r>
          </a:p>
        </p:txBody>
      </p:sp>
      <p:sp>
        <p:nvSpPr>
          <p:cNvPr id="86" name="テキスト ボックス 85">
            <a:extLst>
              <a:ext uri="{FF2B5EF4-FFF2-40B4-BE49-F238E27FC236}">
                <a16:creationId xmlns:a16="http://schemas.microsoft.com/office/drawing/2014/main" id="{D9CE0366-52FB-F393-845F-16617472EBEE}"/>
              </a:ext>
            </a:extLst>
          </p:cNvPr>
          <p:cNvSpPr txBox="1"/>
          <p:nvPr/>
        </p:nvSpPr>
        <p:spPr>
          <a:xfrm>
            <a:off x="11466408" y="8478881"/>
            <a:ext cx="6466741" cy="369332"/>
          </a:xfrm>
          <a:prstGeom prst="rect">
            <a:avLst/>
          </a:prstGeom>
          <a:noFill/>
        </p:spPr>
        <p:txBody>
          <a:bodyPr wrap="square">
            <a:spAutoFit/>
          </a:bodyPr>
          <a:lstStyle/>
          <a:p>
            <a:r>
              <a:rPr lang="ja-JP" altLang="en-US" dirty="0">
                <a:latin typeface="Source Han Sans JP" panose="020B0600070205080204" charset="-128"/>
                <a:ea typeface="Source Han Sans JP" panose="020B0600070205080204" charset="-128"/>
              </a:rPr>
              <a:t>図</a:t>
            </a:r>
            <a:r>
              <a:rPr lang="en-US" altLang="ja-JP" dirty="0">
                <a:latin typeface="Source Han Sans JP" panose="020B0600070205080204" charset="-128"/>
                <a:ea typeface="Source Han Sans JP" panose="020B0600070205080204" charset="-128"/>
              </a:rPr>
              <a:t>4. </a:t>
            </a:r>
            <a:r>
              <a:rPr lang="ja-JP" altLang="en-US" dirty="0">
                <a:latin typeface="Source Han Sans JP" panose="020B0600070205080204" charset="-128"/>
                <a:ea typeface="Source Han Sans JP" panose="020B0600070205080204" charset="-128"/>
              </a:rPr>
              <a:t>各モデルに対するノイズごとの</a:t>
            </a:r>
            <a:r>
              <a:rPr lang="en-US" altLang="ja-JP" dirty="0">
                <a:latin typeface="Source Han Sans JP" panose="020B0600070205080204" charset="-128"/>
                <a:ea typeface="Source Han Sans JP" panose="020B0600070205080204" charset="-128"/>
              </a:rPr>
              <a:t>AUC</a:t>
            </a:r>
            <a:r>
              <a:rPr lang="ja-JP" altLang="en-US" dirty="0">
                <a:latin typeface="Source Han Sans JP" panose="020B0600070205080204" charset="-128"/>
                <a:ea typeface="Source Han Sans JP" panose="020B0600070205080204" charset="-128"/>
              </a:rPr>
              <a:t>の比較</a:t>
            </a:r>
          </a:p>
        </p:txBody>
      </p:sp>
    </p:spTree>
    <p:extLst>
      <p:ext uri="{BB962C8B-B14F-4D97-AF65-F5344CB8AC3E}">
        <p14:creationId xmlns:p14="http://schemas.microsoft.com/office/powerpoint/2010/main" val="206283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8A0E5-4801-60C0-81C9-449EFAF5B9AC}"/>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6C77A940-FE4F-3060-58D8-4B0A2E19AA93}"/>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6D161BE-EB56-F971-1FDC-71567AC6F870}"/>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BDA476EA-7E77-7D01-13AD-716E35B1132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1A41F5ED-35EF-413D-2805-28769014E18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E331665F-A18E-CB98-8D5B-20126500B31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C9BD5212-579B-F1A2-F489-256A86F9FE1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FF2D3D4D-D21E-0CD8-CFD7-F6ADE04EA484}"/>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FE5D7BC5-CBCE-2FF8-B6B8-52D6F87CB2A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B8800FB6-AAB0-35CA-4DF0-1A21AAC7466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D690EBA5-90C7-0668-4638-777FB6B4AA4F}"/>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7B205E4F-5235-374C-71CB-FC223BB693D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F46F1D98-B5D2-2599-AA31-7D17C776731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F29719B4-740D-4AE3-C48B-FB8A689559CC}"/>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F43739D8-87AF-3349-055A-C950793AFBD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72C806FB-2356-295A-0AB5-3099F237B5D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4CDF286A-0B4B-01D5-C718-6D7264604D5B}"/>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11</a:t>
            </a:fld>
            <a:endParaRPr lang="en-US" sz="2400" dirty="0">
              <a:solidFill>
                <a:schemeClr val="bg1"/>
              </a:solidFill>
            </a:endParaRPr>
          </a:p>
        </p:txBody>
      </p:sp>
      <p:sp>
        <p:nvSpPr>
          <p:cNvPr id="513" name="TextBox 24">
            <a:extLst>
              <a:ext uri="{FF2B5EF4-FFF2-40B4-BE49-F238E27FC236}">
                <a16:creationId xmlns:a16="http://schemas.microsoft.com/office/drawing/2014/main" id="{580850E8-F5BD-2F89-B87F-386D00A90AAE}"/>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9341AA5C-6660-8215-352D-BC64091A44ED}"/>
              </a:ext>
            </a:extLst>
          </p:cNvPr>
          <p:cNvGrpSpPr/>
          <p:nvPr/>
        </p:nvGrpSpPr>
        <p:grpSpPr>
          <a:xfrm>
            <a:off x="3429000" y="2857500"/>
            <a:ext cx="12343465" cy="5480346"/>
            <a:chOff x="10121433" y="2372121"/>
            <a:chExt cx="6318718" cy="2766379"/>
          </a:xfrm>
        </p:grpSpPr>
        <p:sp>
          <p:nvSpPr>
            <p:cNvPr id="515" name="TextBox 22">
              <a:extLst>
                <a:ext uri="{FF2B5EF4-FFF2-40B4-BE49-F238E27FC236}">
                  <a16:creationId xmlns:a16="http://schemas.microsoft.com/office/drawing/2014/main" id="{C6E75C42-EF4B-785B-AAAD-920E9C498793}"/>
                </a:ext>
              </a:extLst>
            </p:cNvPr>
            <p:cNvSpPr txBox="1"/>
            <p:nvPr/>
          </p:nvSpPr>
          <p:spPr>
            <a:xfrm>
              <a:off x="10717809" y="2372121"/>
              <a:ext cx="5722342" cy="275945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研究背景・目的</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概要</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結果</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修士論文に向けて</a:t>
              </a:r>
              <a:endParaRPr lang="en-US" sz="2999"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72AFD8B9-DCA3-B490-1859-2114C13162FC}"/>
                </a:ext>
              </a:extLst>
            </p:cNvPr>
            <p:cNvSpPr txBox="1"/>
            <p:nvPr/>
          </p:nvSpPr>
          <p:spPr>
            <a:xfrm>
              <a:off x="10121433" y="2372121"/>
              <a:ext cx="1151616" cy="276637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05</a:t>
              </a:r>
            </a:p>
          </p:txBody>
        </p:sp>
      </p:grpSp>
      <p:sp>
        <p:nvSpPr>
          <p:cNvPr id="518" name="TextBox 22">
            <a:extLst>
              <a:ext uri="{FF2B5EF4-FFF2-40B4-BE49-F238E27FC236}">
                <a16:creationId xmlns:a16="http://schemas.microsoft.com/office/drawing/2014/main" id="{41946E97-8C71-958F-AC1C-ADE256289858}"/>
              </a:ext>
            </a:extLst>
          </p:cNvPr>
          <p:cNvSpPr txBox="1"/>
          <p:nvPr/>
        </p:nvSpPr>
        <p:spPr>
          <a:xfrm>
            <a:off x="5180493" y="4347923"/>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実験</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marL="457200" indent="-457200" algn="l">
              <a:lnSpc>
                <a:spcPts val="4000"/>
              </a:lnSpc>
              <a:buFont typeface="Wingdings" panose="05000000000000000000" pitchFamily="2" charset="2"/>
              <a:buChar char="l"/>
            </a:pPr>
            <a:r>
              <a:rPr lang="en-US" sz="2999" dirty="0">
                <a:solidFill>
                  <a:schemeClr val="bg1">
                    <a:lumMod val="85000"/>
                  </a:schemeClr>
                </a:solidFill>
                <a:latin typeface="Source Han Sans JP" panose="020B0600070205080204" charset="-128"/>
                <a:ea typeface="Source Han Sans JP" panose="020B0600070205080204" charset="-128"/>
                <a:cs typeface="Now"/>
                <a:sym typeface="Now"/>
              </a:rPr>
              <a:t>CNN</a:t>
            </a: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モデルとアンサンブル学習</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
        <p:nvSpPr>
          <p:cNvPr id="522" name="TextBox 22">
            <a:extLst>
              <a:ext uri="{FF2B5EF4-FFF2-40B4-BE49-F238E27FC236}">
                <a16:creationId xmlns:a16="http://schemas.microsoft.com/office/drawing/2014/main" id="{7F18D4CB-A287-B878-2257-C79B042D9CD4}"/>
              </a:ext>
            </a:extLst>
          </p:cNvPr>
          <p:cNvSpPr txBox="1"/>
          <p:nvPr/>
        </p:nvSpPr>
        <p:spPr>
          <a:xfrm>
            <a:off x="4724400" y="6438900"/>
            <a:ext cx="9459752" cy="997453"/>
          </a:xfrm>
          <a:prstGeom prst="rect">
            <a:avLst/>
          </a:prstGeom>
        </p:spPr>
        <p:txBody>
          <a:bodyPr wrap="square" lIns="0" tIns="0" rIns="0" bIns="0" rtlCol="0" anchor="t">
            <a:spAutoFit/>
          </a:bodyPr>
          <a:lstStyle/>
          <a:p>
            <a:pPr marL="914400" lvl="1" indent="-457200">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アンサンブル学習による精度・ノイズ耐性評価</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marL="914400" lvl="1" indent="-457200">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100% </a:t>
            </a: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分類性能の予測</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759038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グループ化 51">
            <a:extLst>
              <a:ext uri="{FF2B5EF4-FFF2-40B4-BE49-F238E27FC236}">
                <a16:creationId xmlns:a16="http://schemas.microsoft.com/office/drawing/2014/main" id="{16ED3472-8AC6-630A-E68E-089F652E9712}"/>
              </a:ext>
            </a:extLst>
          </p:cNvPr>
          <p:cNvGrpSpPr/>
          <p:nvPr/>
        </p:nvGrpSpPr>
        <p:grpSpPr>
          <a:xfrm>
            <a:off x="270494" y="246431"/>
            <a:ext cx="698205" cy="10040568"/>
            <a:chOff x="270494" y="246431"/>
            <a:chExt cx="698205" cy="10040568"/>
          </a:xfrm>
        </p:grpSpPr>
        <p:pic>
          <p:nvPicPr>
            <p:cNvPr id="53" name="図 52">
              <a:extLst>
                <a:ext uri="{FF2B5EF4-FFF2-40B4-BE49-F238E27FC236}">
                  <a16:creationId xmlns:a16="http://schemas.microsoft.com/office/drawing/2014/main" id="{8190C04D-1652-EC01-3956-BB83A37B41BA}"/>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4" name="テキスト ボックス 53">
              <a:extLst>
                <a:ext uri="{FF2B5EF4-FFF2-40B4-BE49-F238E27FC236}">
                  <a16:creationId xmlns:a16="http://schemas.microsoft.com/office/drawing/2014/main" id="{A76094A7-687E-6D90-C444-BA9B66B984B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5" name="直線コネクタ 54">
              <a:extLst>
                <a:ext uri="{FF2B5EF4-FFF2-40B4-BE49-F238E27FC236}">
                  <a16:creationId xmlns:a16="http://schemas.microsoft.com/office/drawing/2014/main" id="{3DAC5D62-2189-E5E4-CA19-3F9A55E9900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6" name="フローチャート: 論理積ゲート 55">
              <a:extLst>
                <a:ext uri="{FF2B5EF4-FFF2-40B4-BE49-F238E27FC236}">
                  <a16:creationId xmlns:a16="http://schemas.microsoft.com/office/drawing/2014/main" id="{AA0A2DAD-FA1B-E9CD-A461-599651E1C7E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7" name="Group 3">
            <a:extLst>
              <a:ext uri="{FF2B5EF4-FFF2-40B4-BE49-F238E27FC236}">
                <a16:creationId xmlns:a16="http://schemas.microsoft.com/office/drawing/2014/main" id="{868CF238-68A6-FC25-CACD-C53D389B6C8F}"/>
              </a:ext>
            </a:extLst>
          </p:cNvPr>
          <p:cNvGrpSpPr/>
          <p:nvPr/>
        </p:nvGrpSpPr>
        <p:grpSpPr>
          <a:xfrm>
            <a:off x="1371600" y="1069258"/>
            <a:ext cx="16064988" cy="125708"/>
            <a:chOff x="0" y="0"/>
            <a:chExt cx="22021800" cy="190500"/>
          </a:xfrm>
        </p:grpSpPr>
        <p:grpSp>
          <p:nvGrpSpPr>
            <p:cNvPr id="58" name="Group 4">
              <a:extLst>
                <a:ext uri="{FF2B5EF4-FFF2-40B4-BE49-F238E27FC236}">
                  <a16:creationId xmlns:a16="http://schemas.microsoft.com/office/drawing/2014/main" id="{441769F4-7874-6A48-A681-74DBF4615293}"/>
                </a:ext>
              </a:extLst>
            </p:cNvPr>
            <p:cNvGrpSpPr/>
            <p:nvPr/>
          </p:nvGrpSpPr>
          <p:grpSpPr>
            <a:xfrm>
              <a:off x="0" y="0"/>
              <a:ext cx="7340600" cy="190500"/>
              <a:chOff x="0" y="0"/>
              <a:chExt cx="1449995" cy="37630"/>
            </a:xfrm>
          </p:grpSpPr>
          <p:sp>
            <p:nvSpPr>
              <p:cNvPr id="65" name="Freeform 5">
                <a:extLst>
                  <a:ext uri="{FF2B5EF4-FFF2-40B4-BE49-F238E27FC236}">
                    <a16:creationId xmlns:a16="http://schemas.microsoft.com/office/drawing/2014/main" id="{05C02E3E-EB72-01D5-FFA1-A279F745A10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6" name="TextBox 6">
                <a:extLst>
                  <a:ext uri="{FF2B5EF4-FFF2-40B4-BE49-F238E27FC236}">
                    <a16:creationId xmlns:a16="http://schemas.microsoft.com/office/drawing/2014/main" id="{9B692876-4018-FA8B-828B-86478FB6423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9" name="Group 7">
              <a:extLst>
                <a:ext uri="{FF2B5EF4-FFF2-40B4-BE49-F238E27FC236}">
                  <a16:creationId xmlns:a16="http://schemas.microsoft.com/office/drawing/2014/main" id="{E8686D1A-723D-CE72-AA92-F49DDD069364}"/>
                </a:ext>
              </a:extLst>
            </p:cNvPr>
            <p:cNvGrpSpPr/>
            <p:nvPr/>
          </p:nvGrpSpPr>
          <p:grpSpPr>
            <a:xfrm>
              <a:off x="7340600" y="0"/>
              <a:ext cx="7340600" cy="190500"/>
              <a:chOff x="0" y="0"/>
              <a:chExt cx="1449995" cy="37630"/>
            </a:xfrm>
          </p:grpSpPr>
          <p:sp>
            <p:nvSpPr>
              <p:cNvPr id="63" name="Freeform 8">
                <a:extLst>
                  <a:ext uri="{FF2B5EF4-FFF2-40B4-BE49-F238E27FC236}">
                    <a16:creationId xmlns:a16="http://schemas.microsoft.com/office/drawing/2014/main" id="{D836934C-0710-5E3E-A15D-E8F0E3F3164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4" name="TextBox 9">
                <a:extLst>
                  <a:ext uri="{FF2B5EF4-FFF2-40B4-BE49-F238E27FC236}">
                    <a16:creationId xmlns:a16="http://schemas.microsoft.com/office/drawing/2014/main" id="{ED14A3F0-1E96-CDD2-3A34-401EF2E18E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0" name="Group 10">
              <a:extLst>
                <a:ext uri="{FF2B5EF4-FFF2-40B4-BE49-F238E27FC236}">
                  <a16:creationId xmlns:a16="http://schemas.microsoft.com/office/drawing/2014/main" id="{922AFA14-F1A3-5431-47DB-A90C475AD51A}"/>
                </a:ext>
              </a:extLst>
            </p:cNvPr>
            <p:cNvGrpSpPr/>
            <p:nvPr/>
          </p:nvGrpSpPr>
          <p:grpSpPr>
            <a:xfrm>
              <a:off x="14681200" y="0"/>
              <a:ext cx="7340600" cy="190500"/>
              <a:chOff x="0" y="0"/>
              <a:chExt cx="1449995" cy="37630"/>
            </a:xfrm>
          </p:grpSpPr>
          <p:sp>
            <p:nvSpPr>
              <p:cNvPr id="61" name="Freeform 11">
                <a:extLst>
                  <a:ext uri="{FF2B5EF4-FFF2-40B4-BE49-F238E27FC236}">
                    <a16:creationId xmlns:a16="http://schemas.microsoft.com/office/drawing/2014/main" id="{00504304-3B12-6981-EF44-227D1B635EE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12">
                <a:extLst>
                  <a:ext uri="{FF2B5EF4-FFF2-40B4-BE49-F238E27FC236}">
                    <a16:creationId xmlns:a16="http://schemas.microsoft.com/office/drawing/2014/main" id="{3A011006-F4F6-B94D-2FDD-8896BF0C4BE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68" name="スライド番号プレースホルダー 28">
            <a:extLst>
              <a:ext uri="{FF2B5EF4-FFF2-40B4-BE49-F238E27FC236}">
                <a16:creationId xmlns:a16="http://schemas.microsoft.com/office/drawing/2014/main" id="{CF79DB87-56A2-C1F3-6F45-3C28B0977A38}"/>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12</a:t>
            </a:fld>
            <a:endParaRPr lang="en-US" sz="2400" dirty="0">
              <a:solidFill>
                <a:schemeClr val="bg1"/>
              </a:solidFill>
            </a:endParaRPr>
          </a:p>
        </p:txBody>
      </p:sp>
      <p:sp>
        <p:nvSpPr>
          <p:cNvPr id="69" name="TextBox 24">
            <a:extLst>
              <a:ext uri="{FF2B5EF4-FFF2-40B4-BE49-F238E27FC236}">
                <a16:creationId xmlns:a16="http://schemas.microsoft.com/office/drawing/2014/main" id="{9CB07C08-42B8-2E1B-6E49-13E57F10093F}"/>
              </a:ext>
            </a:extLst>
          </p:cNvPr>
          <p:cNvSpPr txBox="1"/>
          <p:nvPr/>
        </p:nvSpPr>
        <p:spPr>
          <a:xfrm>
            <a:off x="1806795" y="305043"/>
            <a:ext cx="8335723"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修士論文に向けて</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0" name="TextBox 25">
            <a:extLst>
              <a:ext uri="{FF2B5EF4-FFF2-40B4-BE49-F238E27FC236}">
                <a16:creationId xmlns:a16="http://schemas.microsoft.com/office/drawing/2014/main" id="{71C2BACF-13F1-146C-A1B6-6C055FC1C20B}"/>
              </a:ext>
            </a:extLst>
          </p:cNvPr>
          <p:cNvSpPr txBox="1"/>
          <p:nvPr/>
        </p:nvSpPr>
        <p:spPr>
          <a:xfrm>
            <a:off x="2058989" y="2857500"/>
            <a:ext cx="15619411" cy="5204310"/>
          </a:xfrm>
          <a:prstGeom prst="rect">
            <a:avLst/>
          </a:prstGeom>
          <a:noFill/>
        </p:spPr>
        <p:txBody>
          <a:bodyPr wrap="square" lIns="0" tIns="0" rIns="0" bIns="0" rtlCol="0" anchor="t">
            <a:spAutoFit/>
          </a:bodyPr>
          <a:lstStyle/>
          <a:p>
            <a:pPr marL="742950" indent="-742950">
              <a:lnSpc>
                <a:spcPct val="150000"/>
              </a:lnSpc>
              <a:buClr>
                <a:srgbClr val="64A4A3"/>
              </a:buClr>
              <a:buSzPct val="100000"/>
              <a:buFont typeface="+mj-lt"/>
              <a:buAutoNum type="arabicPeriod"/>
            </a:pPr>
            <a:r>
              <a:rPr lang="ja-JP" altLang="en-US" sz="3600" dirty="0">
                <a:latin typeface="Source Han Sans JP Bold" panose="020B0600070205080204" charset="-128"/>
                <a:ea typeface="Source Han Sans JP Bold" panose="020B0600070205080204" charset="-128"/>
              </a:rPr>
              <a:t>より広範な実験条件で検証</a:t>
            </a:r>
            <a:endParaRPr lang="en-US" altLang="ja-JP" sz="3600" dirty="0">
              <a:latin typeface="Source Han Sans JP Bold" panose="020B0600070205080204" charset="-128"/>
              <a:ea typeface="Source Han Sans JP Bold" panose="020B0600070205080204" charset="-128"/>
            </a:endParaRPr>
          </a:p>
          <a:p>
            <a:pPr marL="1028700" lvl="1" indent="-571500">
              <a:lnSpc>
                <a:spcPct val="150000"/>
              </a:lnSpc>
              <a:buClr>
                <a:srgbClr val="64A4A3"/>
              </a:buClr>
              <a:buSzPct val="100000"/>
              <a:buFont typeface="Wingdings" panose="05000000000000000000" pitchFamily="2" charset="2"/>
              <a:buChar char="p"/>
            </a:pPr>
            <a:r>
              <a:rPr lang="ja-JP" altLang="en-US" sz="2400" i="0" dirty="0">
                <a:effectLst/>
                <a:latin typeface="Source Han Sans JP Bold" panose="020B0600070205080204" charset="-128"/>
                <a:ea typeface="Source Han Sans JP Bold" panose="020B0600070205080204" charset="-128"/>
              </a:rPr>
              <a:t>白金細線の</a:t>
            </a:r>
            <a:r>
              <a:rPr lang="ja-JP" altLang="en-US" sz="2400" i="0" u="sng" dirty="0">
                <a:solidFill>
                  <a:srgbClr val="5276F8"/>
                </a:solidFill>
                <a:effectLst/>
                <a:latin typeface="Source Han Sans JP Bold" panose="020B0600070205080204" charset="-128"/>
                <a:ea typeface="Source Han Sans JP Bold" panose="020B0600070205080204" charset="-128"/>
              </a:rPr>
              <a:t>形状パラメータ</a:t>
            </a:r>
            <a:r>
              <a:rPr lang="ja-JP" altLang="en-US" sz="2400" i="0" dirty="0">
                <a:effectLst/>
                <a:latin typeface="Source Han Sans JP Bold" panose="020B0600070205080204" charset="-128"/>
                <a:ea typeface="Source Han Sans JP Bold" panose="020B0600070205080204" charset="-128"/>
              </a:rPr>
              <a:t>，</a:t>
            </a:r>
            <a:r>
              <a:rPr lang="ja-JP" altLang="en-US" sz="2400" i="0" u="sng" dirty="0">
                <a:solidFill>
                  <a:srgbClr val="5276F8"/>
                </a:solidFill>
                <a:effectLst/>
                <a:latin typeface="Source Han Sans JP Bold" panose="020B0600070205080204" charset="-128"/>
                <a:ea typeface="Source Han Sans JP Bold" panose="020B0600070205080204" charset="-128"/>
              </a:rPr>
              <a:t>溶存ガスの影響</a:t>
            </a:r>
            <a:r>
              <a:rPr lang="ja-JP" altLang="en-US" sz="2400" dirty="0">
                <a:latin typeface="Source Han Sans JP Bold" panose="020B0600070205080204" charset="-128"/>
                <a:ea typeface="Source Han Sans JP Bold" panose="020B0600070205080204" charset="-128"/>
              </a:rPr>
              <a:t>など</a:t>
            </a:r>
            <a:endParaRPr lang="en-US" altLang="ja-JP" sz="2400" i="0" dirty="0">
              <a:effectLst/>
              <a:latin typeface="Source Han Sans JP Bold" panose="020B0600070205080204" charset="-128"/>
              <a:ea typeface="Source Han Sans JP Bold" panose="020B0600070205080204" charset="-128"/>
            </a:endParaRPr>
          </a:p>
          <a:p>
            <a:pPr marL="742950" indent="-742950">
              <a:lnSpc>
                <a:spcPct val="150000"/>
              </a:lnSpc>
              <a:buClr>
                <a:srgbClr val="64A4A3"/>
              </a:buClr>
              <a:buSzPct val="100000"/>
              <a:buFont typeface="+mj-lt"/>
              <a:buAutoNum type="arabicPeriod"/>
            </a:pPr>
            <a:r>
              <a:rPr lang="ja-JP" altLang="en-US" sz="3600" dirty="0">
                <a:latin typeface="Source Han Sans JP Bold" panose="020B0600070205080204" charset="-128"/>
                <a:ea typeface="Source Han Sans JP Bold" panose="020B0600070205080204" charset="-128"/>
              </a:rPr>
              <a:t>機械学習モデルの精度向上</a:t>
            </a:r>
            <a:endParaRPr lang="en-US" altLang="ja-JP" sz="3600" dirty="0">
              <a:latin typeface="Source Han Sans JP Bold" panose="020B0600070205080204" charset="-128"/>
              <a:ea typeface="Source Han Sans JP Bold" panose="020B0600070205080204" charset="-128"/>
            </a:endParaRPr>
          </a:p>
          <a:p>
            <a:pPr marL="1028700" lvl="1" indent="-571500">
              <a:lnSpc>
                <a:spcPct val="150000"/>
              </a:lnSpc>
              <a:buClr>
                <a:srgbClr val="64A4A3"/>
              </a:buClr>
              <a:buSzPct val="100000"/>
              <a:buFont typeface="Wingdings" panose="05000000000000000000" pitchFamily="2" charset="2"/>
              <a:buChar char="p"/>
            </a:pPr>
            <a:r>
              <a:rPr lang="ja-JP" altLang="en-US" sz="2400" u="sng" dirty="0">
                <a:solidFill>
                  <a:srgbClr val="5276F8"/>
                </a:solidFill>
                <a:latin typeface="Source Han Sans JP Bold" panose="020B0600070205080204" charset="-128"/>
                <a:ea typeface="Source Han Sans JP Bold" panose="020B0600070205080204" charset="-128"/>
              </a:rPr>
              <a:t>ハイパーパラメータ</a:t>
            </a:r>
            <a:r>
              <a:rPr lang="ja-JP" altLang="en-US" sz="2400" dirty="0">
                <a:latin typeface="Source Han Sans JP Bold" panose="020B0600070205080204" charset="-128"/>
                <a:ea typeface="Source Han Sans JP Bold" panose="020B0600070205080204" charset="-128"/>
              </a:rPr>
              <a:t>の最適化</a:t>
            </a:r>
            <a:endParaRPr lang="en-US" altLang="ja-JP" sz="2400" dirty="0">
              <a:latin typeface="Source Han Sans JP Bold" panose="020B0600070205080204" charset="-128"/>
              <a:ea typeface="Source Han Sans JP Bold" panose="020B0600070205080204" charset="-128"/>
            </a:endParaRPr>
          </a:p>
          <a:p>
            <a:pPr marL="1028700" lvl="1" indent="-571500">
              <a:lnSpc>
                <a:spcPct val="150000"/>
              </a:lnSpc>
              <a:buClr>
                <a:srgbClr val="64A4A3"/>
              </a:buClr>
              <a:buSzPct val="100000"/>
              <a:buFont typeface="Wingdings" panose="05000000000000000000" pitchFamily="2" charset="2"/>
              <a:buChar char="p"/>
            </a:pPr>
            <a:r>
              <a:rPr lang="ja-JP" altLang="en-US" sz="2400" u="sng" dirty="0">
                <a:solidFill>
                  <a:srgbClr val="5276F8"/>
                </a:solidFill>
                <a:latin typeface="Source Han Sans JP Bold" panose="020B0600070205080204" charset="-128"/>
                <a:ea typeface="Source Han Sans JP Bold" panose="020B0600070205080204" charset="-128"/>
              </a:rPr>
              <a:t>最新モデル（</a:t>
            </a:r>
            <a:r>
              <a:rPr lang="en-US" altLang="ja-JP" sz="2400" u="sng" dirty="0" err="1">
                <a:solidFill>
                  <a:srgbClr val="5276F8"/>
                </a:solidFill>
                <a:latin typeface="Source Han Sans JP Bold" panose="020B0600070205080204" charset="-128"/>
                <a:ea typeface="Source Han Sans JP Bold" panose="020B0600070205080204" charset="-128"/>
              </a:rPr>
              <a:t>EfficientNet</a:t>
            </a:r>
            <a:r>
              <a:rPr lang="ja-JP" altLang="en-US" sz="2400" u="sng" dirty="0">
                <a:solidFill>
                  <a:srgbClr val="5276F8"/>
                </a:solidFill>
                <a:latin typeface="Source Han Sans JP Bold" panose="020B0600070205080204" charset="-128"/>
                <a:ea typeface="Source Han Sans JP Bold" panose="020B0600070205080204" charset="-128"/>
              </a:rPr>
              <a:t>・</a:t>
            </a:r>
            <a:r>
              <a:rPr lang="en-US" altLang="ja-JP" sz="2400" u="sng" dirty="0">
                <a:solidFill>
                  <a:srgbClr val="5276F8"/>
                </a:solidFill>
                <a:latin typeface="Source Han Sans JP Bold" panose="020B0600070205080204" charset="-128"/>
                <a:ea typeface="Source Han Sans JP Bold" panose="020B0600070205080204" charset="-128"/>
              </a:rPr>
              <a:t>Transformer</a:t>
            </a:r>
            <a:r>
              <a:rPr lang="ja-JP" altLang="en-US" sz="2400" u="sng" dirty="0">
                <a:solidFill>
                  <a:srgbClr val="5276F8"/>
                </a:solidFill>
                <a:latin typeface="Source Han Sans JP Bold" panose="020B0600070205080204" charset="-128"/>
                <a:ea typeface="Source Han Sans JP Bold" panose="020B0600070205080204" charset="-128"/>
              </a:rPr>
              <a:t>）</a:t>
            </a:r>
            <a:r>
              <a:rPr lang="ja-JP" altLang="en-US" sz="2400" dirty="0">
                <a:latin typeface="Source Han Sans JP Bold" panose="020B0600070205080204" charset="-128"/>
                <a:ea typeface="Source Han Sans JP Bold" panose="020B0600070205080204" charset="-128"/>
              </a:rPr>
              <a:t>の導入</a:t>
            </a:r>
            <a:endParaRPr lang="en-US" altLang="ja-JP" sz="2400" dirty="0">
              <a:latin typeface="Source Han Sans JP Bold" panose="020B0600070205080204" charset="-128"/>
              <a:ea typeface="Source Han Sans JP Bold" panose="020B0600070205080204" charset="-128"/>
            </a:endParaRPr>
          </a:p>
          <a:p>
            <a:pPr marL="742950" indent="-742950">
              <a:lnSpc>
                <a:spcPct val="150000"/>
              </a:lnSpc>
              <a:buClr>
                <a:srgbClr val="64A4A3"/>
              </a:buClr>
              <a:buSzPct val="100000"/>
              <a:buFont typeface="+mj-lt"/>
              <a:buAutoNum type="arabicPeriod"/>
            </a:pPr>
            <a:r>
              <a:rPr lang="ja-JP" altLang="en-US" sz="3600" i="0" dirty="0">
                <a:effectLst/>
                <a:latin typeface="Source Han Sans JP Bold" panose="020B0600070205080204" charset="-128"/>
                <a:ea typeface="Source Han Sans JP Bold" panose="020B0600070205080204" charset="-128"/>
              </a:rPr>
              <a:t>アンサンブル学習の最適化</a:t>
            </a:r>
          </a:p>
          <a:p>
            <a:pPr marL="1028700" lvl="1" indent="-571500">
              <a:lnSpc>
                <a:spcPct val="150000"/>
              </a:lnSpc>
              <a:buClr>
                <a:srgbClr val="64A4A3"/>
              </a:buClr>
              <a:buSzPct val="100000"/>
              <a:buFont typeface="Wingdings" panose="05000000000000000000" pitchFamily="2" charset="2"/>
              <a:buChar char="p"/>
            </a:pPr>
            <a:r>
              <a:rPr lang="ja-JP" altLang="en-US" sz="2400" u="sng" dirty="0">
                <a:solidFill>
                  <a:srgbClr val="5276F8"/>
                </a:solidFill>
                <a:latin typeface="Source Han Sans JP Bold" panose="020B0600070205080204" charset="-128"/>
                <a:ea typeface="Source Han Sans JP Bold" panose="020B0600070205080204" charset="-128"/>
              </a:rPr>
              <a:t>重み付け方法</a:t>
            </a:r>
            <a:r>
              <a:rPr lang="ja-JP" altLang="en-US" sz="2400" dirty="0">
                <a:latin typeface="Source Han Sans JP Bold" panose="020B0600070205080204" charset="-128"/>
                <a:ea typeface="Source Han Sans JP Bold" panose="020B0600070205080204" charset="-128"/>
              </a:rPr>
              <a:t>の最適化</a:t>
            </a:r>
            <a:r>
              <a:rPr lang="en-US" altLang="ja-JP" sz="2400" dirty="0">
                <a:latin typeface="Source Han Sans JP Bold" panose="020B0600070205080204" charset="-128"/>
                <a:ea typeface="Source Han Sans JP Bold" panose="020B0600070205080204" charset="-128"/>
              </a:rPr>
              <a:t>(</a:t>
            </a:r>
            <a:r>
              <a:rPr lang="ja-JP" altLang="en-US" sz="2400" dirty="0">
                <a:latin typeface="Source Han Sans JP Bold" panose="020B0600070205080204" charset="-128"/>
                <a:ea typeface="Source Han Sans JP Bold" panose="020B0600070205080204" charset="-128"/>
              </a:rPr>
              <a:t>決定係数以外の誤差率の計算</a:t>
            </a:r>
            <a:r>
              <a:rPr lang="en-US" altLang="ja-JP" sz="2400" dirty="0">
                <a:latin typeface="Source Han Sans JP Bold" panose="020B0600070205080204" charset="-128"/>
                <a:ea typeface="Source Han Sans JP Bold" panose="020B0600070205080204" charset="-128"/>
              </a:rPr>
              <a:t>)</a:t>
            </a:r>
          </a:p>
          <a:p>
            <a:pPr marL="1028700" lvl="1" indent="-571500">
              <a:lnSpc>
                <a:spcPct val="150000"/>
              </a:lnSpc>
              <a:buClr>
                <a:srgbClr val="64A4A3"/>
              </a:buClr>
              <a:buSzPct val="100000"/>
              <a:buFont typeface="Wingdings" panose="05000000000000000000" pitchFamily="2" charset="2"/>
              <a:buChar char="p"/>
            </a:pPr>
            <a:r>
              <a:rPr lang="ja-JP" altLang="en-US" sz="2400" dirty="0">
                <a:latin typeface="Source Han Sans JP Bold" panose="020B0600070205080204" charset="-128"/>
                <a:ea typeface="Source Han Sans JP Bold" panose="020B0600070205080204" charset="-128"/>
              </a:rPr>
              <a:t>深層学習以外のモダンな機械学習モデルと組み合わせた適応能力の向上</a:t>
            </a:r>
            <a:endParaRPr lang="en-US" altLang="ja-JP" sz="2400" dirty="0">
              <a:latin typeface="Source Han Sans JP Bold" panose="020B0600070205080204" charset="-128"/>
              <a:ea typeface="Source Han Sans JP Bold" panose="020B0600070205080204" charset="-128"/>
            </a:endParaRPr>
          </a:p>
        </p:txBody>
      </p:sp>
    </p:spTree>
    <p:extLst>
      <p:ext uri="{BB962C8B-B14F-4D97-AF65-F5344CB8AC3E}">
        <p14:creationId xmlns:p14="http://schemas.microsoft.com/office/powerpoint/2010/main" val="585515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3616325" y="4662203"/>
            <a:ext cx="11033125" cy="962594"/>
          </a:xfrm>
          <a:prstGeom prst="rect">
            <a:avLst/>
          </a:prstGeom>
        </p:spPr>
        <p:txBody>
          <a:bodyPr wrap="square" lIns="0" tIns="0" rIns="0" bIns="0" rtlCol="0" anchor="t">
            <a:spAutoFit/>
          </a:bodyPr>
          <a:lstStyle/>
          <a:p>
            <a:pPr algn="ctr">
              <a:lnSpc>
                <a:spcPts val="7840"/>
              </a:lnSpc>
              <a:spcBef>
                <a:spcPct val="0"/>
              </a:spcBef>
            </a:pPr>
            <a:r>
              <a:rPr lang="en-US" sz="5600" dirty="0" err="1">
                <a:solidFill>
                  <a:srgbClr val="406D6C"/>
                </a:solidFill>
                <a:latin typeface="Source Han Sans JP Medium"/>
                <a:ea typeface="Source Han Sans JP Medium"/>
                <a:cs typeface="Source Han Sans JP Medium"/>
                <a:sym typeface="Source Han Sans JP Medium"/>
              </a:rPr>
              <a:t>ご静聴ありがとうございました</a:t>
            </a:r>
            <a:endParaRPr lang="en-US" sz="5600" dirty="0">
              <a:solidFill>
                <a:srgbClr val="406D6C"/>
              </a:solidFill>
              <a:latin typeface="Source Han Sans JP Medium"/>
              <a:ea typeface="Source Han Sans JP Medium"/>
              <a:cs typeface="Source Han Sans JP Medium"/>
              <a:sym typeface="Source Han Sans JP Medium"/>
            </a:endParaRPr>
          </a:p>
        </p:txBody>
      </p:sp>
      <p:sp>
        <p:nvSpPr>
          <p:cNvPr id="3" name="スライド番号プレースホルダー 28">
            <a:extLst>
              <a:ext uri="{FF2B5EF4-FFF2-40B4-BE49-F238E27FC236}">
                <a16:creationId xmlns:a16="http://schemas.microsoft.com/office/drawing/2014/main" id="{61FDF457-3CF3-EA81-0FF0-A95B7FA2035D}"/>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13</a:t>
            </a:fld>
            <a:endParaRPr lang="en-US" sz="4800" dirty="0"/>
          </a:p>
        </p:txBody>
      </p:sp>
      <p:grpSp>
        <p:nvGrpSpPr>
          <p:cNvPr id="23" name="Group 3">
            <a:extLst>
              <a:ext uri="{FF2B5EF4-FFF2-40B4-BE49-F238E27FC236}">
                <a16:creationId xmlns:a16="http://schemas.microsoft.com/office/drawing/2014/main" id="{125F2A68-3508-B4D1-64E1-9BBB2BA01CB9}"/>
              </a:ext>
            </a:extLst>
          </p:cNvPr>
          <p:cNvGrpSpPr/>
          <p:nvPr/>
        </p:nvGrpSpPr>
        <p:grpSpPr>
          <a:xfrm>
            <a:off x="885825" y="495300"/>
            <a:ext cx="16516350" cy="142875"/>
            <a:chOff x="0" y="0"/>
            <a:chExt cx="22021800" cy="190500"/>
          </a:xfrm>
        </p:grpSpPr>
        <p:grpSp>
          <p:nvGrpSpPr>
            <p:cNvPr id="24" name="Group 4">
              <a:extLst>
                <a:ext uri="{FF2B5EF4-FFF2-40B4-BE49-F238E27FC236}">
                  <a16:creationId xmlns:a16="http://schemas.microsoft.com/office/drawing/2014/main" id="{39ACCBAB-8805-0F80-C654-05FF7FCBB844}"/>
                </a:ext>
              </a:extLst>
            </p:cNvPr>
            <p:cNvGrpSpPr/>
            <p:nvPr/>
          </p:nvGrpSpPr>
          <p:grpSpPr>
            <a:xfrm>
              <a:off x="0" y="0"/>
              <a:ext cx="7340600" cy="190500"/>
              <a:chOff x="0" y="0"/>
              <a:chExt cx="1449995" cy="37630"/>
            </a:xfrm>
          </p:grpSpPr>
          <p:sp>
            <p:nvSpPr>
              <p:cNvPr id="31" name="Freeform 5">
                <a:extLst>
                  <a:ext uri="{FF2B5EF4-FFF2-40B4-BE49-F238E27FC236}">
                    <a16:creationId xmlns:a16="http://schemas.microsoft.com/office/drawing/2014/main" id="{19367E87-80AA-0315-2AEF-F83AD40FAB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2" name="TextBox 6">
                <a:extLst>
                  <a:ext uri="{FF2B5EF4-FFF2-40B4-BE49-F238E27FC236}">
                    <a16:creationId xmlns:a16="http://schemas.microsoft.com/office/drawing/2014/main" id="{5DA59552-1D32-5DDA-0985-0322181B05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5" name="Group 7">
              <a:extLst>
                <a:ext uri="{FF2B5EF4-FFF2-40B4-BE49-F238E27FC236}">
                  <a16:creationId xmlns:a16="http://schemas.microsoft.com/office/drawing/2014/main" id="{3075E4BE-B05B-7BBE-944A-F1FF5A06A833}"/>
                </a:ext>
              </a:extLst>
            </p:cNvPr>
            <p:cNvGrpSpPr/>
            <p:nvPr/>
          </p:nvGrpSpPr>
          <p:grpSpPr>
            <a:xfrm>
              <a:off x="7340600" y="0"/>
              <a:ext cx="7340600" cy="190500"/>
              <a:chOff x="0" y="0"/>
              <a:chExt cx="1449995" cy="37630"/>
            </a:xfrm>
          </p:grpSpPr>
          <p:sp>
            <p:nvSpPr>
              <p:cNvPr id="29" name="Freeform 8">
                <a:extLst>
                  <a:ext uri="{FF2B5EF4-FFF2-40B4-BE49-F238E27FC236}">
                    <a16:creationId xmlns:a16="http://schemas.microsoft.com/office/drawing/2014/main" id="{5720AD2E-283F-72F5-1727-CEF191780A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30" name="TextBox 9">
                <a:extLst>
                  <a:ext uri="{FF2B5EF4-FFF2-40B4-BE49-F238E27FC236}">
                    <a16:creationId xmlns:a16="http://schemas.microsoft.com/office/drawing/2014/main" id="{CF52C029-69BE-A892-0E77-96C01077CD1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6" name="Group 10">
              <a:extLst>
                <a:ext uri="{FF2B5EF4-FFF2-40B4-BE49-F238E27FC236}">
                  <a16:creationId xmlns:a16="http://schemas.microsoft.com/office/drawing/2014/main" id="{C363E5FA-EE8F-BC30-58B9-3CF682E9BE1D}"/>
                </a:ext>
              </a:extLst>
            </p:cNvPr>
            <p:cNvGrpSpPr/>
            <p:nvPr/>
          </p:nvGrpSpPr>
          <p:grpSpPr>
            <a:xfrm>
              <a:off x="14681200" y="0"/>
              <a:ext cx="7340600" cy="190500"/>
              <a:chOff x="0" y="0"/>
              <a:chExt cx="1449995" cy="37630"/>
            </a:xfrm>
          </p:grpSpPr>
          <p:sp>
            <p:nvSpPr>
              <p:cNvPr id="27" name="Freeform 11">
                <a:extLst>
                  <a:ext uri="{FF2B5EF4-FFF2-40B4-BE49-F238E27FC236}">
                    <a16:creationId xmlns:a16="http://schemas.microsoft.com/office/drawing/2014/main" id="{C8E47E51-A143-D37A-5BA7-C91E83FEE8D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8" name="TextBox 12">
                <a:extLst>
                  <a:ext uri="{FF2B5EF4-FFF2-40B4-BE49-F238E27FC236}">
                    <a16:creationId xmlns:a16="http://schemas.microsoft.com/office/drawing/2014/main" id="{64006B03-4CCF-2636-F72B-5743104ACF3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33" name="Group 21">
            <a:extLst>
              <a:ext uri="{FF2B5EF4-FFF2-40B4-BE49-F238E27FC236}">
                <a16:creationId xmlns:a16="http://schemas.microsoft.com/office/drawing/2014/main" id="{C46BAF31-C059-EEE1-F23D-75335FFE2407}"/>
              </a:ext>
            </a:extLst>
          </p:cNvPr>
          <p:cNvGrpSpPr/>
          <p:nvPr/>
        </p:nvGrpSpPr>
        <p:grpSpPr>
          <a:xfrm>
            <a:off x="885825" y="9645596"/>
            <a:ext cx="16516350" cy="142875"/>
            <a:chOff x="0" y="0"/>
            <a:chExt cx="22021800" cy="190500"/>
          </a:xfrm>
        </p:grpSpPr>
        <p:grpSp>
          <p:nvGrpSpPr>
            <p:cNvPr id="34" name="Group 22">
              <a:extLst>
                <a:ext uri="{FF2B5EF4-FFF2-40B4-BE49-F238E27FC236}">
                  <a16:creationId xmlns:a16="http://schemas.microsoft.com/office/drawing/2014/main" id="{56ED337B-7CCF-6F17-75C9-956E0DE736E9}"/>
                </a:ext>
              </a:extLst>
            </p:cNvPr>
            <p:cNvGrpSpPr/>
            <p:nvPr/>
          </p:nvGrpSpPr>
          <p:grpSpPr>
            <a:xfrm>
              <a:off x="0" y="0"/>
              <a:ext cx="7340600" cy="190500"/>
              <a:chOff x="0" y="0"/>
              <a:chExt cx="1449995" cy="37630"/>
            </a:xfrm>
          </p:grpSpPr>
          <p:sp>
            <p:nvSpPr>
              <p:cNvPr id="41" name="Freeform 23">
                <a:extLst>
                  <a:ext uri="{FF2B5EF4-FFF2-40B4-BE49-F238E27FC236}">
                    <a16:creationId xmlns:a16="http://schemas.microsoft.com/office/drawing/2014/main" id="{6A7668EA-09DA-4BF2-4EBA-C78BCBCBDFB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24">
                <a:extLst>
                  <a:ext uri="{FF2B5EF4-FFF2-40B4-BE49-F238E27FC236}">
                    <a16:creationId xmlns:a16="http://schemas.microsoft.com/office/drawing/2014/main" id="{EF96F8DF-CE0F-34AD-4B07-0829FE7F41E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35" name="Group 25">
              <a:extLst>
                <a:ext uri="{FF2B5EF4-FFF2-40B4-BE49-F238E27FC236}">
                  <a16:creationId xmlns:a16="http://schemas.microsoft.com/office/drawing/2014/main" id="{0BDB3816-82A0-3A64-4182-4A171357BF6A}"/>
                </a:ext>
              </a:extLst>
            </p:cNvPr>
            <p:cNvGrpSpPr/>
            <p:nvPr/>
          </p:nvGrpSpPr>
          <p:grpSpPr>
            <a:xfrm>
              <a:off x="7340600" y="0"/>
              <a:ext cx="7340600" cy="190500"/>
              <a:chOff x="0" y="0"/>
              <a:chExt cx="1449995" cy="37630"/>
            </a:xfrm>
          </p:grpSpPr>
          <p:sp>
            <p:nvSpPr>
              <p:cNvPr id="39" name="Freeform 26">
                <a:extLst>
                  <a:ext uri="{FF2B5EF4-FFF2-40B4-BE49-F238E27FC236}">
                    <a16:creationId xmlns:a16="http://schemas.microsoft.com/office/drawing/2014/main" id="{12829585-9F66-9B9E-34E7-5445C118F6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27">
                <a:extLst>
                  <a:ext uri="{FF2B5EF4-FFF2-40B4-BE49-F238E27FC236}">
                    <a16:creationId xmlns:a16="http://schemas.microsoft.com/office/drawing/2014/main" id="{9830E5BC-ED4C-4B80-415B-6450130EF59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28">
              <a:extLst>
                <a:ext uri="{FF2B5EF4-FFF2-40B4-BE49-F238E27FC236}">
                  <a16:creationId xmlns:a16="http://schemas.microsoft.com/office/drawing/2014/main" id="{91430095-3280-907A-89CF-07EA8DD91BAA}"/>
                </a:ext>
              </a:extLst>
            </p:cNvPr>
            <p:cNvGrpSpPr/>
            <p:nvPr/>
          </p:nvGrpSpPr>
          <p:grpSpPr>
            <a:xfrm>
              <a:off x="14681200" y="0"/>
              <a:ext cx="7340600" cy="190500"/>
              <a:chOff x="0" y="0"/>
              <a:chExt cx="1449995" cy="37630"/>
            </a:xfrm>
          </p:grpSpPr>
          <p:sp>
            <p:nvSpPr>
              <p:cNvPr id="37" name="Freeform 29">
                <a:extLst>
                  <a:ext uri="{FF2B5EF4-FFF2-40B4-BE49-F238E27FC236}">
                    <a16:creationId xmlns:a16="http://schemas.microsoft.com/office/drawing/2014/main" id="{9E670BB8-2D6C-CD97-C69D-EEA92FC8DA4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30">
                <a:extLst>
                  <a:ext uri="{FF2B5EF4-FFF2-40B4-BE49-F238E27FC236}">
                    <a16:creationId xmlns:a16="http://schemas.microsoft.com/office/drawing/2014/main" id="{24B4E3B1-1957-9B91-3095-50BDD854D8F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A8D64-A0DE-0B18-86C2-38040174A480}"/>
            </a:ext>
          </a:extLst>
        </p:cNvPr>
        <p:cNvGrpSpPr/>
        <p:nvPr/>
      </p:nvGrpSpPr>
      <p:grpSpPr>
        <a:xfrm>
          <a:off x="0" y="0"/>
          <a:ext cx="0" cy="0"/>
          <a:chOff x="0" y="0"/>
          <a:chExt cx="0" cy="0"/>
        </a:xfrm>
      </p:grpSpPr>
      <p:grpSp>
        <p:nvGrpSpPr>
          <p:cNvPr id="53" name="グループ化 52">
            <a:extLst>
              <a:ext uri="{FF2B5EF4-FFF2-40B4-BE49-F238E27FC236}">
                <a16:creationId xmlns:a16="http://schemas.microsoft.com/office/drawing/2014/main" id="{5EE1F831-3AE7-668F-3B72-1850C87573B8}"/>
              </a:ext>
            </a:extLst>
          </p:cNvPr>
          <p:cNvGrpSpPr/>
          <p:nvPr/>
        </p:nvGrpSpPr>
        <p:grpSpPr>
          <a:xfrm>
            <a:off x="270494" y="246431"/>
            <a:ext cx="698205" cy="10040568"/>
            <a:chOff x="270494" y="246431"/>
            <a:chExt cx="698205" cy="10040568"/>
          </a:xfrm>
        </p:grpSpPr>
        <p:pic>
          <p:nvPicPr>
            <p:cNvPr id="54" name="図 53">
              <a:extLst>
                <a:ext uri="{FF2B5EF4-FFF2-40B4-BE49-F238E27FC236}">
                  <a16:creationId xmlns:a16="http://schemas.microsoft.com/office/drawing/2014/main" id="{4E5E4C50-C4A3-90F4-D1FF-633B8E2B0410}"/>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5" name="テキスト ボックス 54">
              <a:extLst>
                <a:ext uri="{FF2B5EF4-FFF2-40B4-BE49-F238E27FC236}">
                  <a16:creationId xmlns:a16="http://schemas.microsoft.com/office/drawing/2014/main" id="{9DDDFD9B-1931-B8CE-8E99-B8003E66715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6" name="直線コネクタ 55">
              <a:extLst>
                <a:ext uri="{FF2B5EF4-FFF2-40B4-BE49-F238E27FC236}">
                  <a16:creationId xmlns:a16="http://schemas.microsoft.com/office/drawing/2014/main" id="{91C47A3E-D7BD-FD58-86CD-3F4407650E6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7" name="フローチャート: 論理積ゲート 56">
              <a:extLst>
                <a:ext uri="{FF2B5EF4-FFF2-40B4-BE49-F238E27FC236}">
                  <a16:creationId xmlns:a16="http://schemas.microsoft.com/office/drawing/2014/main" id="{DF9D5660-3281-C066-D5CA-2DF4C59FF00D}"/>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Group 3">
            <a:extLst>
              <a:ext uri="{FF2B5EF4-FFF2-40B4-BE49-F238E27FC236}">
                <a16:creationId xmlns:a16="http://schemas.microsoft.com/office/drawing/2014/main" id="{B8A30B66-BBDA-5C6C-7F63-3E4FF95FA885}"/>
              </a:ext>
            </a:extLst>
          </p:cNvPr>
          <p:cNvGrpSpPr/>
          <p:nvPr/>
        </p:nvGrpSpPr>
        <p:grpSpPr>
          <a:xfrm>
            <a:off x="1371600" y="1069258"/>
            <a:ext cx="16064988" cy="125708"/>
            <a:chOff x="0" y="0"/>
            <a:chExt cx="22021800" cy="190500"/>
          </a:xfrm>
        </p:grpSpPr>
        <p:grpSp>
          <p:nvGrpSpPr>
            <p:cNvPr id="59" name="Group 4">
              <a:extLst>
                <a:ext uri="{FF2B5EF4-FFF2-40B4-BE49-F238E27FC236}">
                  <a16:creationId xmlns:a16="http://schemas.microsoft.com/office/drawing/2014/main" id="{383D3D33-3480-9962-077E-61327B02248F}"/>
                </a:ext>
              </a:extLst>
            </p:cNvPr>
            <p:cNvGrpSpPr/>
            <p:nvPr/>
          </p:nvGrpSpPr>
          <p:grpSpPr>
            <a:xfrm>
              <a:off x="0" y="0"/>
              <a:ext cx="7340600" cy="190500"/>
              <a:chOff x="0" y="0"/>
              <a:chExt cx="1449995" cy="37630"/>
            </a:xfrm>
          </p:grpSpPr>
          <p:sp>
            <p:nvSpPr>
              <p:cNvPr id="73" name="Freeform 5">
                <a:extLst>
                  <a:ext uri="{FF2B5EF4-FFF2-40B4-BE49-F238E27FC236}">
                    <a16:creationId xmlns:a16="http://schemas.microsoft.com/office/drawing/2014/main" id="{7A613C84-EFC5-504D-F4E5-5E9667BEEAC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4" name="TextBox 6">
                <a:extLst>
                  <a:ext uri="{FF2B5EF4-FFF2-40B4-BE49-F238E27FC236}">
                    <a16:creationId xmlns:a16="http://schemas.microsoft.com/office/drawing/2014/main" id="{04371F93-029B-24EB-686C-D118409A0E1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7" name="Group 7">
              <a:extLst>
                <a:ext uri="{FF2B5EF4-FFF2-40B4-BE49-F238E27FC236}">
                  <a16:creationId xmlns:a16="http://schemas.microsoft.com/office/drawing/2014/main" id="{9A17A102-8096-221F-8366-0FBB2CFCE329}"/>
                </a:ext>
              </a:extLst>
            </p:cNvPr>
            <p:cNvGrpSpPr/>
            <p:nvPr/>
          </p:nvGrpSpPr>
          <p:grpSpPr>
            <a:xfrm>
              <a:off x="7340600" y="0"/>
              <a:ext cx="7340600" cy="190500"/>
              <a:chOff x="0" y="0"/>
              <a:chExt cx="1449995" cy="37630"/>
            </a:xfrm>
          </p:grpSpPr>
          <p:sp>
            <p:nvSpPr>
              <p:cNvPr id="71" name="Freeform 8">
                <a:extLst>
                  <a:ext uri="{FF2B5EF4-FFF2-40B4-BE49-F238E27FC236}">
                    <a16:creationId xmlns:a16="http://schemas.microsoft.com/office/drawing/2014/main" id="{F56E640B-0385-2AAA-F47C-5A19DACE24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2" name="TextBox 9">
                <a:extLst>
                  <a:ext uri="{FF2B5EF4-FFF2-40B4-BE49-F238E27FC236}">
                    <a16:creationId xmlns:a16="http://schemas.microsoft.com/office/drawing/2014/main" id="{D633CEA6-3230-A605-5F51-943994449B9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8" name="Group 10">
              <a:extLst>
                <a:ext uri="{FF2B5EF4-FFF2-40B4-BE49-F238E27FC236}">
                  <a16:creationId xmlns:a16="http://schemas.microsoft.com/office/drawing/2014/main" id="{786D2086-22E2-0453-81E4-EAAC3F3926A9}"/>
                </a:ext>
              </a:extLst>
            </p:cNvPr>
            <p:cNvGrpSpPr/>
            <p:nvPr/>
          </p:nvGrpSpPr>
          <p:grpSpPr>
            <a:xfrm>
              <a:off x="14681200" y="0"/>
              <a:ext cx="7340600" cy="190500"/>
              <a:chOff x="0" y="0"/>
              <a:chExt cx="1449995" cy="37630"/>
            </a:xfrm>
          </p:grpSpPr>
          <p:sp>
            <p:nvSpPr>
              <p:cNvPr id="69" name="Freeform 11">
                <a:extLst>
                  <a:ext uri="{FF2B5EF4-FFF2-40B4-BE49-F238E27FC236}">
                    <a16:creationId xmlns:a16="http://schemas.microsoft.com/office/drawing/2014/main" id="{50C1C39E-D887-842F-B96E-803FE1C914D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0" name="TextBox 12">
                <a:extLst>
                  <a:ext uri="{FF2B5EF4-FFF2-40B4-BE49-F238E27FC236}">
                    <a16:creationId xmlns:a16="http://schemas.microsoft.com/office/drawing/2014/main" id="{B6A1BDE3-75FE-2D78-B5A3-9E4DEFB7363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6" name="スライド番号プレースホルダー 28">
            <a:extLst>
              <a:ext uri="{FF2B5EF4-FFF2-40B4-BE49-F238E27FC236}">
                <a16:creationId xmlns:a16="http://schemas.microsoft.com/office/drawing/2014/main" id="{6A6A4AC9-A9BA-5A0E-BBF8-8D797229D61A}"/>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14</a:t>
            </a:fld>
            <a:endParaRPr lang="en-US" sz="2400" dirty="0">
              <a:solidFill>
                <a:schemeClr val="bg1"/>
              </a:solidFill>
            </a:endParaRPr>
          </a:p>
        </p:txBody>
      </p:sp>
      <p:sp>
        <p:nvSpPr>
          <p:cNvPr id="78" name="TextBox 24">
            <a:extLst>
              <a:ext uri="{FF2B5EF4-FFF2-40B4-BE49-F238E27FC236}">
                <a16:creationId xmlns:a16="http://schemas.microsoft.com/office/drawing/2014/main" id="{3D557EBB-2341-65D0-3C82-197DD0C1A67F}"/>
              </a:ext>
            </a:extLst>
          </p:cNvPr>
          <p:cNvSpPr txBox="1"/>
          <p:nvPr/>
        </p:nvSpPr>
        <p:spPr>
          <a:xfrm>
            <a:off x="1806795" y="305043"/>
            <a:ext cx="10842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 </a:t>
            </a:r>
            <a:r>
              <a:rPr lang="en-US" altLang="ja-JP" sz="4000" dirty="0">
                <a:solidFill>
                  <a:srgbClr val="292B2B"/>
                </a:solidFill>
                <a:latin typeface="Source Han Sans JP Medium"/>
                <a:ea typeface="Source Han Sans JP Medium"/>
                <a:cs typeface="Source Han Sans JP Medium"/>
                <a:sym typeface="Source Han Sans JP Medium"/>
              </a:rPr>
              <a:t>– 100% </a:t>
            </a:r>
            <a:r>
              <a:rPr lang="ja-JP" altLang="en-US" sz="4000" dirty="0">
                <a:solidFill>
                  <a:srgbClr val="292B2B"/>
                </a:solidFill>
                <a:latin typeface="Source Han Sans JP Medium"/>
                <a:ea typeface="Source Han Sans JP Medium"/>
                <a:cs typeface="Source Han Sans JP Medium"/>
                <a:sym typeface="Source Han Sans JP Medium"/>
              </a:rPr>
              <a:t>分類性能の熱流束予測</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9" name="グループ化 78">
            <a:extLst>
              <a:ext uri="{FF2B5EF4-FFF2-40B4-BE49-F238E27FC236}">
                <a16:creationId xmlns:a16="http://schemas.microsoft.com/office/drawing/2014/main" id="{E0C48FA3-589C-B71E-2618-324B3DC6801D}"/>
              </a:ext>
            </a:extLst>
          </p:cNvPr>
          <p:cNvGrpSpPr/>
          <p:nvPr/>
        </p:nvGrpSpPr>
        <p:grpSpPr>
          <a:xfrm>
            <a:off x="1503481" y="1548032"/>
            <a:ext cx="14574719" cy="552410"/>
            <a:chOff x="1535808" y="1451163"/>
            <a:chExt cx="8639037" cy="552410"/>
          </a:xfrm>
        </p:grpSpPr>
        <p:sp>
          <p:nvSpPr>
            <p:cNvPr id="80" name="TextBox 26">
              <a:extLst>
                <a:ext uri="{FF2B5EF4-FFF2-40B4-BE49-F238E27FC236}">
                  <a16:creationId xmlns:a16="http://schemas.microsoft.com/office/drawing/2014/main" id="{A7203558-3442-4588-3CDD-B210B6C3E177}"/>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沸騰開始点を</a:t>
              </a:r>
              <a:r>
                <a:rPr lang="en-US" altLang="ja-JP"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100% </a:t>
              </a: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検知できる値の特定</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81" name="Freeform 5">
              <a:extLst>
                <a:ext uri="{FF2B5EF4-FFF2-40B4-BE49-F238E27FC236}">
                  <a16:creationId xmlns:a16="http://schemas.microsoft.com/office/drawing/2014/main" id="{79B33BDA-6BD2-2224-DCDB-36EDE30F3F54}"/>
                </a:ext>
              </a:extLst>
            </p:cNvPr>
            <p:cNvSpPr/>
            <p:nvPr/>
          </p:nvSpPr>
          <p:spPr>
            <a:xfrm rot="5400000">
              <a:off x="1312910" y="1700493"/>
              <a:ext cx="525978" cy="8018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テキスト ボックス 4">
            <a:extLst>
              <a:ext uri="{FF2B5EF4-FFF2-40B4-BE49-F238E27FC236}">
                <a16:creationId xmlns:a16="http://schemas.microsoft.com/office/drawing/2014/main" id="{C4ED9EB1-7F5A-9301-EB54-E61CDC80718F}"/>
              </a:ext>
            </a:extLst>
          </p:cNvPr>
          <p:cNvSpPr txBox="1"/>
          <p:nvPr/>
        </p:nvSpPr>
        <p:spPr>
          <a:xfrm>
            <a:off x="3300088" y="5274757"/>
            <a:ext cx="5899409" cy="369332"/>
          </a:xfrm>
          <a:prstGeom prst="rect">
            <a:avLst/>
          </a:prstGeom>
          <a:noFill/>
        </p:spPr>
        <p:txBody>
          <a:bodyPr wrap="square">
            <a:spAutoFit/>
          </a:bodyPr>
          <a:lstStyle/>
          <a:p>
            <a:r>
              <a:rPr lang="ja-JP" altLang="en-US" dirty="0">
                <a:latin typeface="Source Han Sans JP" panose="020B0600070205080204" charset="-128"/>
                <a:ea typeface="Source Han Sans JP" panose="020B0600070205080204" charset="-128"/>
              </a:rPr>
              <a:t>表</a:t>
            </a:r>
            <a:r>
              <a:rPr lang="en-US" altLang="ja-JP" dirty="0">
                <a:latin typeface="Source Han Sans JP" panose="020B0600070205080204" charset="-128"/>
                <a:ea typeface="Source Han Sans JP" panose="020B0600070205080204" charset="-128"/>
              </a:rPr>
              <a:t>1. </a:t>
            </a:r>
            <a:r>
              <a:rPr lang="ja-JP" altLang="en-US" dirty="0">
                <a:latin typeface="Source Han Sans JP" panose="020B0600070205080204" charset="-128"/>
                <a:ea typeface="Source Han Sans JP" panose="020B0600070205080204" charset="-128"/>
              </a:rPr>
              <a:t>相対位置の計算結果</a:t>
            </a:r>
          </a:p>
        </p:txBody>
      </p:sp>
      <p:sp>
        <p:nvSpPr>
          <p:cNvPr id="6" name="Rectangle 1">
            <a:extLst>
              <a:ext uri="{FF2B5EF4-FFF2-40B4-BE49-F238E27FC236}">
                <a16:creationId xmlns:a16="http://schemas.microsoft.com/office/drawing/2014/main" id="{07872C78-09A3-4C94-1ABC-D340BE6B3085}"/>
              </a:ext>
            </a:extLst>
          </p:cNvPr>
          <p:cNvSpPr>
            <a:spLocks noChangeArrowheads="1"/>
          </p:cNvSpPr>
          <p:nvPr/>
        </p:nvSpPr>
        <p:spPr bwMode="auto">
          <a:xfrm>
            <a:off x="1625059" y="2288004"/>
            <a:ext cx="989401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ct val="0"/>
              </a:spcAft>
              <a:buClr>
                <a:srgbClr val="64A4A3"/>
              </a:buClr>
              <a:buSzTx/>
              <a:buFont typeface="Wingdings" panose="05000000000000000000" pitchFamily="2" charset="2"/>
              <a:buChar char="l"/>
              <a:tabLst/>
            </a:pPr>
            <a:r>
              <a:rPr lang="ja-JP" altLang="en-US" sz="2800" dirty="0">
                <a:latin typeface="Source Han Sans JP" panose="020B0600070205080204" charset="-128"/>
                <a:ea typeface="Source Han Sans JP" panose="020B0600070205080204" charset="-128"/>
              </a:rPr>
              <a:t>モデルの予測値の中で，「</a:t>
            </a:r>
            <a:r>
              <a:rPr lang="ja-JP" altLang="en-US" sz="2800" dirty="0">
                <a:latin typeface="Source Han Sans JP Bold" panose="020B0600070205080204" charset="-128"/>
                <a:ea typeface="Source Han Sans JP Bold" panose="020B0600070205080204" charset="-128"/>
              </a:rPr>
              <a:t>以降の事象全ての予測が沸騰となる点</a:t>
            </a:r>
            <a:r>
              <a:rPr lang="ja-JP" altLang="en-US" sz="2800" dirty="0">
                <a:latin typeface="Source Han Sans JP" panose="020B0600070205080204" charset="-128"/>
                <a:ea typeface="Source Han Sans JP" panose="020B0600070205080204" charset="-128"/>
              </a:rPr>
              <a:t>（</a:t>
            </a:r>
            <a:r>
              <a:rPr lang="ja-JP" altLang="en-US" sz="2800" u="sng" dirty="0">
                <a:solidFill>
                  <a:srgbClr val="5276F8"/>
                </a:solidFill>
                <a:latin typeface="Source Han Sans JP Bold" panose="020B0600070205080204" charset="-128"/>
                <a:ea typeface="Source Han Sans JP Bold" panose="020B0600070205080204" charset="-128"/>
              </a:rPr>
              <a:t>検知下限</a:t>
            </a:r>
            <a:r>
              <a:rPr lang="ja-JP" altLang="en-US" sz="2800" dirty="0">
                <a:latin typeface="Source Han Sans JP" panose="020B0600070205080204" charset="-128"/>
                <a:ea typeface="Source Han Sans JP" panose="020B0600070205080204" charset="-128"/>
              </a:rPr>
              <a:t>）を求める</a:t>
            </a:r>
            <a:endParaRPr lang="en-US" altLang="ja-JP" sz="2800" dirty="0">
              <a:latin typeface="Source Han Sans JP" panose="020B0600070205080204" charset="-128"/>
              <a:ea typeface="Source Han Sans JP" panose="020B0600070205080204" charset="-128"/>
            </a:endParaRPr>
          </a:p>
          <a:p>
            <a:pPr marL="285750" marR="0" lvl="0" indent="-285750" algn="l" defTabSz="914400" rtl="0" eaLnBrk="0" fontAlgn="base" latinLnBrk="0" hangingPunct="0">
              <a:spcBef>
                <a:spcPct val="0"/>
              </a:spcBef>
              <a:spcAft>
                <a:spcPct val="0"/>
              </a:spcAft>
              <a:buClr>
                <a:srgbClr val="64A4A3"/>
              </a:buClr>
              <a:buSzTx/>
              <a:buFont typeface="Wingdings" panose="05000000000000000000" pitchFamily="2" charset="2"/>
              <a:buChar char="l"/>
              <a:tabLst/>
            </a:pPr>
            <a:r>
              <a:rPr lang="ja-JP" altLang="en-US" sz="2800" dirty="0">
                <a:latin typeface="Source Han Sans JP" panose="020B0600070205080204" charset="-128"/>
                <a:ea typeface="Source Han Sans JP" panose="020B0600070205080204" charset="-128"/>
              </a:rPr>
              <a:t>沸騰の</a:t>
            </a:r>
            <a:r>
              <a:rPr lang="ja-JP" altLang="en-US" sz="2800" u="sng" dirty="0">
                <a:solidFill>
                  <a:srgbClr val="F55D4D"/>
                </a:solidFill>
                <a:latin typeface="Source Han Sans JP Bold" panose="020B0600070205080204" charset="-128"/>
                <a:ea typeface="Source Han Sans JP Bold" panose="020B0600070205080204" charset="-128"/>
              </a:rPr>
              <a:t>開始点</a:t>
            </a:r>
            <a:r>
              <a:rPr lang="ja-JP" altLang="en-US" sz="2800" dirty="0">
                <a:latin typeface="Source Han Sans JP" panose="020B0600070205080204" charset="-128"/>
                <a:ea typeface="Source Han Sans JP" panose="020B0600070205080204" charset="-128"/>
              </a:rPr>
              <a:t>と</a:t>
            </a:r>
            <a:r>
              <a:rPr lang="ja-JP" altLang="en-US" sz="2800" u="sng" dirty="0">
                <a:solidFill>
                  <a:srgbClr val="F55D4D"/>
                </a:solidFill>
                <a:latin typeface="Source Han Sans JP Bold" panose="020B0600070205080204" charset="-128"/>
                <a:ea typeface="Source Han Sans JP Bold" panose="020B0600070205080204" charset="-128"/>
              </a:rPr>
              <a:t>限界点</a:t>
            </a:r>
            <a:r>
              <a:rPr lang="ja-JP" altLang="en-US" sz="2800" dirty="0">
                <a:latin typeface="Source Han Sans JP" panose="020B0600070205080204" charset="-128"/>
                <a:ea typeface="Source Han Sans JP" panose="020B0600070205080204" charset="-128"/>
              </a:rPr>
              <a:t>の間に着目し，</a:t>
            </a:r>
            <a:r>
              <a:rPr lang="ja-JP" altLang="en-US" sz="2800" u="sng" dirty="0">
                <a:solidFill>
                  <a:srgbClr val="5276F8"/>
                </a:solidFill>
                <a:latin typeface="Source Han Sans JP Bold" panose="020B0600070205080204" charset="-128"/>
                <a:ea typeface="Source Han Sans JP Bold" panose="020B0600070205080204" charset="-128"/>
              </a:rPr>
              <a:t>検知下限</a:t>
            </a:r>
            <a:r>
              <a:rPr lang="ja-JP" altLang="en-US" sz="2800" u="sng" dirty="0">
                <a:latin typeface="Source Han Sans JP Bold" panose="020B0600070205080204" charset="-128"/>
                <a:ea typeface="Source Han Sans JP Bold" panose="020B0600070205080204" charset="-128"/>
              </a:rPr>
              <a:t>の相対位置</a:t>
            </a:r>
            <a:r>
              <a:rPr lang="ja-JP" altLang="en-US" sz="2800" dirty="0">
                <a:latin typeface="Source Han Sans JP" panose="020B0600070205080204" charset="-128"/>
                <a:ea typeface="Source Han Sans JP" panose="020B0600070205080204" charset="-128"/>
              </a:rPr>
              <a:t>を</a:t>
            </a:r>
            <a:r>
              <a:rPr lang="en-US" altLang="ja-JP" sz="2800" dirty="0">
                <a:latin typeface="Source Han Sans JP" panose="020B0600070205080204" charset="-128"/>
                <a:ea typeface="Source Han Sans JP" panose="020B0600070205080204" charset="-128"/>
              </a:rPr>
              <a:t>%</a:t>
            </a:r>
            <a:r>
              <a:rPr lang="ja-JP" altLang="en-US" sz="2800" dirty="0">
                <a:latin typeface="Source Han Sans JP" panose="020B0600070205080204" charset="-128"/>
                <a:ea typeface="Source Han Sans JP" panose="020B0600070205080204" charset="-128"/>
              </a:rPr>
              <a:t>で表す</a:t>
            </a:r>
            <a:endParaRPr lang="en-US" altLang="ja-JP" sz="2800" dirty="0">
              <a:latin typeface="Source Han Sans JP" panose="020B0600070205080204" charset="-128"/>
              <a:ea typeface="Source Han Sans JP" panose="020B0600070205080204" charset="-128"/>
            </a:endParaRPr>
          </a:p>
        </p:txBody>
      </p:sp>
      <p:pic>
        <p:nvPicPr>
          <p:cNvPr id="10" name="図 9" descr="テーブル&#10;&#10;自動的に生成された説明">
            <a:extLst>
              <a:ext uri="{FF2B5EF4-FFF2-40B4-BE49-F238E27FC236}">
                <a16:creationId xmlns:a16="http://schemas.microsoft.com/office/drawing/2014/main" id="{4E7A9A8F-0E2B-1291-EDB2-4652B3874A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5707" y="5630043"/>
            <a:ext cx="6253837" cy="4219006"/>
          </a:xfrm>
          <a:prstGeom prst="rect">
            <a:avLst/>
          </a:prstGeom>
        </p:spPr>
      </p:pic>
      <p:grpSp>
        <p:nvGrpSpPr>
          <p:cNvPr id="13" name="グループ化 12">
            <a:extLst>
              <a:ext uri="{FF2B5EF4-FFF2-40B4-BE49-F238E27FC236}">
                <a16:creationId xmlns:a16="http://schemas.microsoft.com/office/drawing/2014/main" id="{4C7598FC-7955-C193-575A-BE3009E7301B}"/>
              </a:ext>
            </a:extLst>
          </p:cNvPr>
          <p:cNvGrpSpPr/>
          <p:nvPr/>
        </p:nvGrpSpPr>
        <p:grpSpPr>
          <a:xfrm>
            <a:off x="1503481" y="4719272"/>
            <a:ext cx="8556669" cy="552410"/>
            <a:chOff x="1535808" y="1451163"/>
            <a:chExt cx="8639037" cy="552410"/>
          </a:xfrm>
        </p:grpSpPr>
        <p:sp>
          <p:nvSpPr>
            <p:cNvPr id="14" name="TextBox 26">
              <a:extLst>
                <a:ext uri="{FF2B5EF4-FFF2-40B4-BE49-F238E27FC236}">
                  <a16:creationId xmlns:a16="http://schemas.microsoft.com/office/drawing/2014/main" id="{8E318B14-708B-312F-60A3-1BDFA46754FD}"/>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結果</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15" name="Freeform 5">
              <a:extLst>
                <a:ext uri="{FF2B5EF4-FFF2-40B4-BE49-F238E27FC236}">
                  <a16:creationId xmlns:a16="http://schemas.microsoft.com/office/drawing/2014/main" id="{9A9EF2FB-19DA-7315-3B4E-C909E64ED1A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1" name="Rectangle 1">
            <a:extLst>
              <a:ext uri="{FF2B5EF4-FFF2-40B4-BE49-F238E27FC236}">
                <a16:creationId xmlns:a16="http://schemas.microsoft.com/office/drawing/2014/main" id="{D4147263-1B71-0E2D-3BAC-DCC4513CA0F9}"/>
              </a:ext>
            </a:extLst>
          </p:cNvPr>
          <p:cNvSpPr>
            <a:spLocks noChangeArrowheads="1"/>
          </p:cNvSpPr>
          <p:nvPr/>
        </p:nvSpPr>
        <p:spPr bwMode="auto">
          <a:xfrm>
            <a:off x="9363886" y="7155639"/>
            <a:ext cx="8230858"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ct val="0"/>
              </a:spcAft>
              <a:buClr>
                <a:srgbClr val="64A4A3"/>
              </a:buClr>
              <a:buSzTx/>
              <a:buFont typeface="Wingdings" panose="05000000000000000000" pitchFamily="2" charset="2"/>
              <a:buChar char="l"/>
              <a:tabLst/>
            </a:pPr>
            <a:r>
              <a:rPr lang="ja-JP" altLang="en-US" sz="2800" dirty="0">
                <a:latin typeface="Source Han Sans JP" panose="020B0600070205080204" charset="-128"/>
                <a:ea typeface="Source Han Sans JP" panose="020B0600070205080204" charset="-128"/>
              </a:rPr>
              <a:t>ノイズ環境下でも早期段階</a:t>
            </a:r>
            <a:r>
              <a:rPr lang="en-US" altLang="ja-JP" sz="2800" dirty="0">
                <a:latin typeface="Source Han Sans JP" panose="020B0600070205080204" charset="-128"/>
                <a:ea typeface="Source Han Sans JP" panose="020B0600070205080204" charset="-128"/>
              </a:rPr>
              <a:t>(</a:t>
            </a:r>
            <a:r>
              <a:rPr lang="ja-JP" altLang="en-US" sz="2800" dirty="0">
                <a:latin typeface="Source Han Sans JP" panose="020B0600070205080204" charset="-128"/>
                <a:ea typeface="Source Han Sans JP" panose="020B0600070205080204" charset="-128"/>
              </a:rPr>
              <a:t>限界の</a:t>
            </a:r>
            <a:r>
              <a:rPr lang="en-US" altLang="ja-JP" sz="2800" dirty="0">
                <a:latin typeface="Source Han Sans JP" panose="020B0600070205080204" charset="-128"/>
                <a:ea typeface="Source Han Sans JP" panose="020B0600070205080204" charset="-128"/>
              </a:rPr>
              <a:t>10% </a:t>
            </a:r>
            <a:r>
              <a:rPr lang="ja-JP" altLang="en-US" sz="2800" dirty="0">
                <a:latin typeface="Source Han Sans JP" panose="020B0600070205080204" charset="-128"/>
                <a:ea typeface="Source Han Sans JP" panose="020B0600070205080204" charset="-128"/>
              </a:rPr>
              <a:t>未満</a:t>
            </a:r>
            <a:r>
              <a:rPr lang="en-US" altLang="ja-JP" sz="2800" dirty="0">
                <a:latin typeface="Source Han Sans JP" panose="020B0600070205080204" charset="-128"/>
                <a:ea typeface="Source Han Sans JP" panose="020B0600070205080204" charset="-128"/>
              </a:rPr>
              <a:t>)</a:t>
            </a:r>
            <a:r>
              <a:rPr lang="ja-JP" altLang="en-US" sz="2800" dirty="0">
                <a:latin typeface="Source Han Sans JP" panose="020B0600070205080204" charset="-128"/>
                <a:ea typeface="Source Han Sans JP" panose="020B0600070205080204" charset="-128"/>
              </a:rPr>
              <a:t>での検知が可能</a:t>
            </a:r>
            <a:endParaRPr lang="en-US" altLang="ja-JP" sz="2800" dirty="0">
              <a:latin typeface="Source Han Sans JP" panose="020B0600070205080204" charset="-128"/>
              <a:ea typeface="Source Han Sans JP" panose="020B0600070205080204" charset="-128"/>
            </a:endParaRPr>
          </a:p>
          <a:p>
            <a:pPr marR="0" lvl="0" algn="l" defTabSz="914400" rtl="0" eaLnBrk="0" fontAlgn="base" latinLnBrk="0" hangingPunct="0">
              <a:spcBef>
                <a:spcPct val="0"/>
              </a:spcBef>
              <a:spcAft>
                <a:spcPct val="0"/>
              </a:spcAft>
              <a:buClr>
                <a:srgbClr val="64A4A3"/>
              </a:buClr>
              <a:buSzTx/>
              <a:tabLst/>
            </a:pPr>
            <a:endParaRPr lang="en-US" altLang="ja-JP" sz="2800" dirty="0">
              <a:latin typeface="Source Han Sans JP" panose="020B0600070205080204" charset="-128"/>
              <a:ea typeface="Source Han Sans JP" panose="020B0600070205080204" charset="-128"/>
            </a:endParaRPr>
          </a:p>
          <a:p>
            <a:pPr marL="285750" marR="0" lvl="0" indent="-285750" algn="l" defTabSz="914400" rtl="0" eaLnBrk="0" fontAlgn="base" latinLnBrk="0" hangingPunct="0">
              <a:spcBef>
                <a:spcPct val="0"/>
              </a:spcBef>
              <a:spcAft>
                <a:spcPct val="0"/>
              </a:spcAft>
              <a:buClr>
                <a:srgbClr val="64A4A3"/>
              </a:buClr>
              <a:buSzTx/>
              <a:buFont typeface="Wingdings" panose="05000000000000000000" pitchFamily="2" charset="2"/>
              <a:buChar char="l"/>
              <a:tabLst/>
            </a:pPr>
            <a:r>
              <a:rPr lang="ja-JP" altLang="en-US" sz="2800" u="sng" dirty="0">
                <a:latin typeface="Source Han Sans JP Bold" panose="020B0600070205080204" charset="-128"/>
                <a:ea typeface="Source Han Sans JP Bold" panose="020B0600070205080204" charset="-128"/>
              </a:rPr>
              <a:t>限界点までの余裕が</a:t>
            </a:r>
            <a:r>
              <a:rPr lang="en-US" altLang="ja-JP" sz="4400" u="sng" dirty="0">
                <a:solidFill>
                  <a:srgbClr val="F55D4D"/>
                </a:solidFill>
                <a:latin typeface="Source Han Sans JP Bold" panose="020B0600070205080204" charset="-128"/>
                <a:ea typeface="Source Han Sans JP Bold" panose="020B0600070205080204" charset="-128"/>
              </a:rPr>
              <a:t>90% </a:t>
            </a:r>
            <a:r>
              <a:rPr lang="ja-JP" altLang="en-US" sz="4400" u="sng" dirty="0">
                <a:solidFill>
                  <a:srgbClr val="F55D4D"/>
                </a:solidFill>
                <a:latin typeface="Source Han Sans JP Bold" panose="020B0600070205080204" charset="-128"/>
                <a:ea typeface="Source Han Sans JP Bold" panose="020B0600070205080204" charset="-128"/>
              </a:rPr>
              <a:t>以上</a:t>
            </a:r>
            <a:r>
              <a:rPr lang="ja-JP" altLang="en-US" sz="2800" dirty="0">
                <a:latin typeface="Source Han Sans JP" panose="020B0600070205080204" charset="-128"/>
                <a:ea typeface="Source Han Sans JP" panose="020B0600070205080204" charset="-128"/>
              </a:rPr>
              <a:t>ある</a:t>
            </a:r>
            <a:endParaRPr lang="en-US" altLang="ja-JP" sz="2800" dirty="0">
              <a:latin typeface="Source Han Sans JP" panose="020B0600070205080204" charset="-128"/>
              <a:ea typeface="Source Han Sans JP" panose="020B0600070205080204" charset="-128"/>
            </a:endParaRPr>
          </a:p>
        </p:txBody>
      </p:sp>
      <p:sp>
        <p:nvSpPr>
          <p:cNvPr id="22" name="矢印: 下 21">
            <a:extLst>
              <a:ext uri="{FF2B5EF4-FFF2-40B4-BE49-F238E27FC236}">
                <a16:creationId xmlns:a16="http://schemas.microsoft.com/office/drawing/2014/main" id="{04CBB9FC-ED7F-C06E-4A43-B3FD525D8839}"/>
              </a:ext>
            </a:extLst>
          </p:cNvPr>
          <p:cNvSpPr/>
          <p:nvPr/>
        </p:nvSpPr>
        <p:spPr>
          <a:xfrm>
            <a:off x="12877800" y="7961669"/>
            <a:ext cx="794063" cy="45004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pic>
        <p:nvPicPr>
          <p:cNvPr id="105" name="図 104" descr="時計, 記号 が含まれている画像&#10;&#10;AI 生成コンテンツは誤りを含む可能性があります。">
            <a:extLst>
              <a:ext uri="{FF2B5EF4-FFF2-40B4-BE49-F238E27FC236}">
                <a16:creationId xmlns:a16="http://schemas.microsoft.com/office/drawing/2014/main" id="{53783061-BE64-5C7A-33A0-585865738C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9079" y="1506713"/>
            <a:ext cx="6220454" cy="5480011"/>
          </a:xfrm>
          <a:prstGeom prst="rect">
            <a:avLst/>
          </a:prstGeom>
        </p:spPr>
      </p:pic>
    </p:spTree>
    <p:extLst>
      <p:ext uri="{BB962C8B-B14F-4D97-AF65-F5344CB8AC3E}">
        <p14:creationId xmlns:p14="http://schemas.microsoft.com/office/powerpoint/2010/main" val="2037067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24672</TotalTime>
  <Words>1140</Words>
  <Application>Microsoft Office PowerPoint</Application>
  <PresentationFormat>ユーザー設定</PresentationFormat>
  <Paragraphs>210</Paragraphs>
  <Slides>14</Slides>
  <Notes>4</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14</vt:i4>
      </vt:variant>
    </vt:vector>
  </HeadingPairs>
  <TitlesOfParts>
    <vt:vector size="25" baseType="lpstr">
      <vt:lpstr>Century Gothic Paneuropean</vt:lpstr>
      <vt:lpstr>游ゴシック</vt:lpstr>
      <vt:lpstr>Source Han Sans JP Bold</vt:lpstr>
      <vt:lpstr>Source Han Sans JP</vt:lpstr>
      <vt:lpstr>Source Han Sans JP Medium</vt:lpstr>
      <vt:lpstr>Calibri</vt:lpstr>
      <vt:lpstr>Bahnschrift</vt:lpstr>
      <vt:lpstr>Now</vt:lpstr>
      <vt:lpstr>Arial</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4</cp:revision>
  <dcterms:created xsi:type="dcterms:W3CDTF">2006-08-16T00:00:00Z</dcterms:created>
  <dcterms:modified xsi:type="dcterms:W3CDTF">2026-01-07T01:07:13Z</dcterms:modified>
  <dc:identifier>DAGKJCfN4aw</dc:identifier>
</cp:coreProperties>
</file>
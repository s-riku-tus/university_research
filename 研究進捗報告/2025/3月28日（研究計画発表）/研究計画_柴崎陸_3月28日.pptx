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99" r:id="rId3"/>
    <p:sldId id="356" r:id="rId4"/>
    <p:sldId id="353" r:id="rId5"/>
    <p:sldId id="357" r:id="rId6"/>
    <p:sldId id="354" r:id="rId7"/>
    <p:sldId id="358" r:id="rId8"/>
    <p:sldId id="345" r:id="rId9"/>
    <p:sldId id="352" r:id="rId10"/>
    <p:sldId id="350" r:id="rId11"/>
    <p:sldId id="359" r:id="rId12"/>
    <p:sldId id="298" r:id="rId13"/>
    <p:sldId id="342" r:id="rId14"/>
    <p:sldId id="343" r:id="rId15"/>
    <p:sldId id="302" r:id="rId16"/>
    <p:sldId id="344" r:id="rId17"/>
    <p:sldId id="303" r:id="rId18"/>
  </p:sldIdLst>
  <p:sldSz cx="18288000" cy="10287000"/>
  <p:notesSz cx="6858000" cy="9144000"/>
  <p:embeddedFontLst>
    <p:embeddedFont>
      <p:font typeface="Source Han Sans JP" panose="020B0600070205080204" charset="-128"/>
      <p:regular r:id="rId20"/>
    </p:embeddedFont>
    <p:embeddedFont>
      <p:font typeface="Source Han Sans JP Bold" panose="020B0600070205080204" charset="-128"/>
      <p:regular r:id="rId21"/>
    </p:embeddedFont>
    <p:embeddedFont>
      <p:font typeface="Source Han Sans JP Medium" panose="020B0600070205080204" charset="-128"/>
      <p:regular r:id="rId22"/>
    </p:embeddedFont>
    <p:embeddedFont>
      <p:font typeface="Meiryo UI" panose="020B0604030504040204" pitchFamily="50" charset="-128"/>
      <p:regular r:id="rId23"/>
      <p:bold r:id="rId24"/>
      <p:italic r:id="rId25"/>
      <p:boldItalic r:id="rId26"/>
    </p:embeddedFont>
    <p:embeddedFont>
      <p:font typeface="Now" panose="020B0600070205080204" charset="0"/>
      <p:regular r:id="rId27"/>
    </p:embeddedFont>
    <p:embeddedFont>
      <p:font typeface="游ゴシック" panose="020B0400000000000000" pitchFamily="50" charset="-128"/>
      <p:regular r:id="rId28"/>
      <p:bold r:id="rId29"/>
    </p:embeddedFont>
    <p:embeddedFont>
      <p:font typeface="游ゴシック Medium" panose="020B0500000000000000" pitchFamily="50" charset="-128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14FD809A-16E9-4A61-A3AB-0BA26E6F3F4C}">
          <p14:sldIdLst>
            <p14:sldId id="256"/>
            <p14:sldId id="299"/>
            <p14:sldId id="356"/>
            <p14:sldId id="353"/>
            <p14:sldId id="357"/>
            <p14:sldId id="354"/>
            <p14:sldId id="358"/>
            <p14:sldId id="345"/>
          </p14:sldIdLst>
        </p14:section>
        <p14:section name="テンプレート" id="{8EC063C3-38F5-405D-BD10-6AC59FF97235}">
          <p14:sldIdLst>
            <p14:sldId id="352"/>
            <p14:sldId id="350"/>
            <p14:sldId id="359"/>
            <p14:sldId id="298"/>
            <p14:sldId id="342"/>
            <p14:sldId id="343"/>
            <p14:sldId id="302"/>
            <p14:sldId id="344"/>
            <p14:sldId id="30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76F8"/>
    <a:srgbClr val="F79646"/>
    <a:srgbClr val="ECF1F1"/>
    <a:srgbClr val="86B8B7"/>
    <a:srgbClr val="DBE9E8"/>
    <a:srgbClr val="C8DEDD"/>
    <a:srgbClr val="93BFBE"/>
    <a:srgbClr val="76AEAD"/>
    <a:srgbClr val="5DC77B"/>
    <a:srgbClr val="64A4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55F884-A850-44BD-BAA4-3D5511B6E2C0}" v="85" dt="2025-03-28T05:26:03.7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80364" autoAdjust="0"/>
  </p:normalViewPr>
  <p:slideViewPr>
    <p:cSldViewPr>
      <p:cViewPr varScale="1">
        <p:scale>
          <a:sx n="43" d="100"/>
          <a:sy n="43" d="100"/>
        </p:scale>
        <p:origin x="54" y="9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99" d="100"/>
        <a:sy n="99" d="100"/>
      </p:scale>
      <p:origin x="0" y="0"/>
    </p:cViewPr>
  </p:notesTextViewPr>
  <p:sorterViewPr>
    <p:cViewPr>
      <p:scale>
        <a:sx n="100" d="100"/>
        <a:sy n="100" d="100"/>
      </p:scale>
      <p:origin x="0" y="-5370"/>
    </p:cViewPr>
  </p:sorterViewPr>
  <p:notesViewPr>
    <p:cSldViewPr>
      <p:cViewPr varScale="1">
        <p:scale>
          <a:sx n="56" d="100"/>
          <a:sy n="56" d="100"/>
        </p:scale>
        <p:origin x="258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bariku0623@icloud.com" userId="47b6e960b06a1f92" providerId="LiveId" clId="{1955F884-A850-44BD-BAA4-3D5511B6E2C0}"/>
    <pc:docChg chg="undo redo custSel addSld delSld modSld sldOrd addSection delSection modSection">
      <pc:chgData name="shibariku0623@icloud.com" userId="47b6e960b06a1f92" providerId="LiveId" clId="{1955F884-A850-44BD-BAA4-3D5511B6E2C0}" dt="2025-03-28T05:36:15.537" v="4694" actId="20577"/>
      <pc:docMkLst>
        <pc:docMk/>
      </pc:docMkLst>
      <pc:sldChg chg="addSp modSp mod">
        <pc:chgData name="shibariku0623@icloud.com" userId="47b6e960b06a1f92" providerId="LiveId" clId="{1955F884-A850-44BD-BAA4-3D5511B6E2C0}" dt="2025-03-28T05:25:30.302" v="4651" actId="2711"/>
        <pc:sldMkLst>
          <pc:docMk/>
          <pc:sldMk cId="0" sldId="256"/>
        </pc:sldMkLst>
        <pc:spChg chg="add mod">
          <ac:chgData name="shibariku0623@icloud.com" userId="47b6e960b06a1f92" providerId="LiveId" clId="{1955F884-A850-44BD-BAA4-3D5511B6E2C0}" dt="2025-03-28T04:57:51.095" v="3825" actId="1076"/>
          <ac:spMkLst>
            <pc:docMk/>
            <pc:sldMk cId="0" sldId="256"/>
            <ac:spMk id="13" creationId="{9E46055B-DA28-1F66-CD59-78CAAB0910E0}"/>
          </ac:spMkLst>
        </pc:spChg>
        <pc:spChg chg="mod">
          <ac:chgData name="shibariku0623@icloud.com" userId="47b6e960b06a1f92" providerId="LiveId" clId="{1955F884-A850-44BD-BAA4-3D5511B6E2C0}" dt="2025-03-26T04:41:31.565" v="20" actId="20577"/>
          <ac:spMkLst>
            <pc:docMk/>
            <pc:sldMk cId="0" sldId="256"/>
            <ac:spMk id="17" creationId="{00000000-0000-0000-0000-000000000000}"/>
          </ac:spMkLst>
        </pc:spChg>
        <pc:spChg chg="mod">
          <ac:chgData name="shibariku0623@icloud.com" userId="47b6e960b06a1f92" providerId="LiveId" clId="{1955F884-A850-44BD-BAA4-3D5511B6E2C0}" dt="2025-03-28T05:25:30.302" v="4651" actId="2711"/>
          <ac:spMkLst>
            <pc:docMk/>
            <pc:sldMk cId="0" sldId="256"/>
            <ac:spMk id="19" creationId="{00000000-0000-0000-0000-000000000000}"/>
          </ac:spMkLst>
        </pc:spChg>
        <pc:spChg chg="mod">
          <ac:chgData name="shibariku0623@icloud.com" userId="47b6e960b06a1f92" providerId="LiveId" clId="{1955F884-A850-44BD-BAA4-3D5511B6E2C0}" dt="2025-03-28T05:25:30.302" v="4651" actId="2711"/>
          <ac:spMkLst>
            <pc:docMk/>
            <pc:sldMk cId="0" sldId="256"/>
            <ac:spMk id="20" creationId="{00000000-0000-0000-0000-000000000000}"/>
          </ac:spMkLst>
        </pc:spChg>
      </pc:sldChg>
      <pc:sldChg chg="del">
        <pc:chgData name="shibariku0623@icloud.com" userId="47b6e960b06a1f92" providerId="LiveId" clId="{1955F884-A850-44BD-BAA4-3D5511B6E2C0}" dt="2025-03-26T06:20:00.442" v="45" actId="47"/>
        <pc:sldMkLst>
          <pc:docMk/>
          <pc:sldMk cId="0" sldId="269"/>
        </pc:sldMkLst>
      </pc:sldChg>
      <pc:sldChg chg="del">
        <pc:chgData name="shibariku0623@icloud.com" userId="47b6e960b06a1f92" providerId="LiveId" clId="{1955F884-A850-44BD-BAA4-3D5511B6E2C0}" dt="2025-03-26T06:19:59.833" v="44" actId="47"/>
        <pc:sldMkLst>
          <pc:docMk/>
          <pc:sldMk cId="585515259" sldId="287"/>
        </pc:sldMkLst>
      </pc:sldChg>
      <pc:sldChg chg="del">
        <pc:chgData name="shibariku0623@icloud.com" userId="47b6e960b06a1f92" providerId="LiveId" clId="{1955F884-A850-44BD-BAA4-3D5511B6E2C0}" dt="2025-03-26T06:19:50.937" v="36" actId="47"/>
        <pc:sldMkLst>
          <pc:docMk/>
          <pc:sldMk cId="1250007382" sldId="291"/>
        </pc:sldMkLst>
      </pc:sldChg>
      <pc:sldChg chg="ord">
        <pc:chgData name="shibariku0623@icloud.com" userId="47b6e960b06a1f92" providerId="LiveId" clId="{1955F884-A850-44BD-BAA4-3D5511B6E2C0}" dt="2025-03-26T06:22:20.027" v="75"/>
        <pc:sldMkLst>
          <pc:docMk/>
          <pc:sldMk cId="1799079156" sldId="298"/>
        </pc:sldMkLst>
      </pc:sldChg>
      <pc:sldChg chg="delSp modSp mod">
        <pc:chgData name="shibariku0623@icloud.com" userId="47b6e960b06a1f92" providerId="LiveId" clId="{1955F884-A850-44BD-BAA4-3D5511B6E2C0}" dt="2025-03-26T07:21:29.339" v="173" actId="1076"/>
        <pc:sldMkLst>
          <pc:docMk/>
          <pc:sldMk cId="1242965381" sldId="299"/>
        </pc:sldMkLst>
        <pc:spChg chg="mod">
          <ac:chgData name="shibariku0623@icloud.com" userId="47b6e960b06a1f92" providerId="LiveId" clId="{1955F884-A850-44BD-BAA4-3D5511B6E2C0}" dt="2025-03-26T07:21:24.379" v="172" actId="948"/>
          <ac:spMkLst>
            <pc:docMk/>
            <pc:sldMk cId="1242965381" sldId="299"/>
            <ac:spMk id="515" creationId="{A243EAE5-356B-1894-75BE-66367ECE2D1E}"/>
          </ac:spMkLst>
        </pc:spChg>
        <pc:spChg chg="mod">
          <ac:chgData name="shibariku0623@icloud.com" userId="47b6e960b06a1f92" providerId="LiveId" clId="{1955F884-A850-44BD-BAA4-3D5511B6E2C0}" dt="2025-03-26T07:21:24.379" v="172" actId="948"/>
          <ac:spMkLst>
            <pc:docMk/>
            <pc:sldMk cId="1242965381" sldId="299"/>
            <ac:spMk id="516" creationId="{ED03FC3B-8BEB-F105-968D-F000DB9D8CCD}"/>
          </ac:spMkLst>
        </pc:spChg>
        <pc:grpChg chg="mod">
          <ac:chgData name="shibariku0623@icloud.com" userId="47b6e960b06a1f92" providerId="LiveId" clId="{1955F884-A850-44BD-BAA4-3D5511B6E2C0}" dt="2025-03-26T07:21:29.339" v="173" actId="1076"/>
          <ac:grpSpMkLst>
            <pc:docMk/>
            <pc:sldMk cId="1242965381" sldId="299"/>
            <ac:grpSpMk id="514" creationId="{B62302C4-E809-FCAB-957F-A716CD8F0562}"/>
          </ac:grpSpMkLst>
        </pc:grpChg>
      </pc:sldChg>
      <pc:sldChg chg="del">
        <pc:chgData name="shibariku0623@icloud.com" userId="47b6e960b06a1f92" providerId="LiveId" clId="{1955F884-A850-44BD-BAA4-3D5511B6E2C0}" dt="2025-03-26T06:21:17.411" v="64" actId="47"/>
        <pc:sldMkLst>
          <pc:docMk/>
          <pc:sldMk cId="3577459148" sldId="300"/>
        </pc:sldMkLst>
      </pc:sldChg>
      <pc:sldChg chg="del">
        <pc:chgData name="shibariku0623@icloud.com" userId="47b6e960b06a1f92" providerId="LiveId" clId="{1955F884-A850-44BD-BAA4-3D5511B6E2C0}" dt="2025-03-26T06:19:50.807" v="35" actId="47"/>
        <pc:sldMkLst>
          <pc:docMk/>
          <pc:sldMk cId="375572077" sldId="301"/>
        </pc:sldMkLst>
      </pc:sldChg>
      <pc:sldChg chg="ord">
        <pc:chgData name="shibariku0623@icloud.com" userId="47b6e960b06a1f92" providerId="LiveId" clId="{1955F884-A850-44BD-BAA4-3D5511B6E2C0}" dt="2025-03-26T06:22:20.027" v="75"/>
        <pc:sldMkLst>
          <pc:docMk/>
          <pc:sldMk cId="3435325129" sldId="302"/>
        </pc:sldMkLst>
      </pc:sldChg>
      <pc:sldChg chg="ord">
        <pc:chgData name="shibariku0623@icloud.com" userId="47b6e960b06a1f92" providerId="LiveId" clId="{1955F884-A850-44BD-BAA4-3D5511B6E2C0}" dt="2025-03-26T06:22:20.027" v="75"/>
        <pc:sldMkLst>
          <pc:docMk/>
          <pc:sldMk cId="1994194877" sldId="303"/>
        </pc:sldMkLst>
      </pc:sldChg>
      <pc:sldChg chg="del">
        <pc:chgData name="shibariku0623@icloud.com" userId="47b6e960b06a1f92" providerId="LiveId" clId="{1955F884-A850-44BD-BAA4-3D5511B6E2C0}" dt="2025-03-26T06:19:53.215" v="41" actId="47"/>
        <pc:sldMkLst>
          <pc:docMk/>
          <pc:sldMk cId="2101278953" sldId="304"/>
        </pc:sldMkLst>
      </pc:sldChg>
      <pc:sldChg chg="del">
        <pc:chgData name="shibariku0623@icloud.com" userId="47b6e960b06a1f92" providerId="LiveId" clId="{1955F884-A850-44BD-BAA4-3D5511B6E2C0}" dt="2025-03-26T06:19:53.105" v="40" actId="47"/>
        <pc:sldMkLst>
          <pc:docMk/>
          <pc:sldMk cId="206283201" sldId="306"/>
        </pc:sldMkLst>
      </pc:sldChg>
      <pc:sldChg chg="del">
        <pc:chgData name="shibariku0623@icloud.com" userId="47b6e960b06a1f92" providerId="LiveId" clId="{1955F884-A850-44BD-BAA4-3D5511B6E2C0}" dt="2025-03-26T06:19:49.909" v="30" actId="47"/>
        <pc:sldMkLst>
          <pc:docMk/>
          <pc:sldMk cId="3350605095" sldId="313"/>
        </pc:sldMkLst>
      </pc:sldChg>
      <pc:sldChg chg="del">
        <pc:chgData name="shibariku0623@icloud.com" userId="47b6e960b06a1f92" providerId="LiveId" clId="{1955F884-A850-44BD-BAA4-3D5511B6E2C0}" dt="2025-03-26T06:19:50.459" v="32" actId="47"/>
        <pc:sldMkLst>
          <pc:docMk/>
          <pc:sldMk cId="3595308617" sldId="315"/>
        </pc:sldMkLst>
      </pc:sldChg>
      <pc:sldChg chg="del">
        <pc:chgData name="shibariku0623@icloud.com" userId="47b6e960b06a1f92" providerId="LiveId" clId="{1955F884-A850-44BD-BAA4-3D5511B6E2C0}" dt="2025-03-26T06:21:19.335" v="65" actId="47"/>
        <pc:sldMkLst>
          <pc:docMk/>
          <pc:sldMk cId="2998499187" sldId="316"/>
        </pc:sldMkLst>
      </pc:sldChg>
      <pc:sldChg chg="del">
        <pc:chgData name="shibariku0623@icloud.com" userId="47b6e960b06a1f92" providerId="LiveId" clId="{1955F884-A850-44BD-BAA4-3D5511B6E2C0}" dt="2025-03-26T06:19:53.368" v="43" actId="47"/>
        <pc:sldMkLst>
          <pc:docMk/>
          <pc:sldMk cId="882493429" sldId="330"/>
        </pc:sldMkLst>
      </pc:sldChg>
      <pc:sldChg chg="del">
        <pc:chgData name="shibariku0623@icloud.com" userId="47b6e960b06a1f92" providerId="LiveId" clId="{1955F884-A850-44BD-BAA4-3D5511B6E2C0}" dt="2025-03-26T06:21:24.494" v="66" actId="47"/>
        <pc:sldMkLst>
          <pc:docMk/>
          <pc:sldMk cId="3970509869" sldId="337"/>
        </pc:sldMkLst>
      </pc:sldChg>
      <pc:sldChg chg="del">
        <pc:chgData name="shibariku0623@icloud.com" userId="47b6e960b06a1f92" providerId="LiveId" clId="{1955F884-A850-44BD-BAA4-3D5511B6E2C0}" dt="2025-03-26T06:19:48.768" v="29" actId="47"/>
        <pc:sldMkLst>
          <pc:docMk/>
          <pc:sldMk cId="118621087" sldId="338"/>
        </pc:sldMkLst>
      </pc:sldChg>
      <pc:sldChg chg="del">
        <pc:chgData name="shibariku0623@icloud.com" userId="47b6e960b06a1f92" providerId="LiveId" clId="{1955F884-A850-44BD-BAA4-3D5511B6E2C0}" dt="2025-03-26T06:19:50.565" v="33" actId="47"/>
        <pc:sldMkLst>
          <pc:docMk/>
          <pc:sldMk cId="1135623113" sldId="339"/>
        </pc:sldMkLst>
      </pc:sldChg>
      <pc:sldChg chg="del">
        <pc:chgData name="shibariku0623@icloud.com" userId="47b6e960b06a1f92" providerId="LiveId" clId="{1955F884-A850-44BD-BAA4-3D5511B6E2C0}" dt="2025-03-26T06:19:51.178" v="37" actId="47"/>
        <pc:sldMkLst>
          <pc:docMk/>
          <pc:sldMk cId="1893174392" sldId="340"/>
        </pc:sldMkLst>
      </pc:sldChg>
      <pc:sldChg chg="del">
        <pc:chgData name="shibariku0623@icloud.com" userId="47b6e960b06a1f92" providerId="LiveId" clId="{1955F884-A850-44BD-BAA4-3D5511B6E2C0}" dt="2025-03-26T07:21:33.072" v="174" actId="47"/>
        <pc:sldMkLst>
          <pc:docMk/>
          <pc:sldMk cId="896587178" sldId="341"/>
        </pc:sldMkLst>
      </pc:sldChg>
      <pc:sldChg chg="ord">
        <pc:chgData name="shibariku0623@icloud.com" userId="47b6e960b06a1f92" providerId="LiveId" clId="{1955F884-A850-44BD-BAA4-3D5511B6E2C0}" dt="2025-03-26T06:22:20.027" v="75"/>
        <pc:sldMkLst>
          <pc:docMk/>
          <pc:sldMk cId="2731234333" sldId="342"/>
        </pc:sldMkLst>
      </pc:sldChg>
      <pc:sldChg chg="ord">
        <pc:chgData name="shibariku0623@icloud.com" userId="47b6e960b06a1f92" providerId="LiveId" clId="{1955F884-A850-44BD-BAA4-3D5511B6E2C0}" dt="2025-03-26T06:22:20.027" v="75"/>
        <pc:sldMkLst>
          <pc:docMk/>
          <pc:sldMk cId="1352494329" sldId="343"/>
        </pc:sldMkLst>
      </pc:sldChg>
      <pc:sldChg chg="ord">
        <pc:chgData name="shibariku0623@icloud.com" userId="47b6e960b06a1f92" providerId="LiveId" clId="{1955F884-A850-44BD-BAA4-3D5511B6E2C0}" dt="2025-03-26T06:22:20.027" v="75"/>
        <pc:sldMkLst>
          <pc:docMk/>
          <pc:sldMk cId="3838289704" sldId="344"/>
        </pc:sldMkLst>
      </pc:sldChg>
      <pc:sldChg chg="addSp delSp modSp mod ord modShow">
        <pc:chgData name="shibariku0623@icloud.com" userId="47b6e960b06a1f92" providerId="LiveId" clId="{1955F884-A850-44BD-BAA4-3D5511B6E2C0}" dt="2025-03-28T05:36:15.537" v="4694" actId="20577"/>
        <pc:sldMkLst>
          <pc:docMk/>
          <pc:sldMk cId="761964446" sldId="345"/>
        </pc:sldMkLst>
        <pc:spChg chg="add mod">
          <ac:chgData name="shibariku0623@icloud.com" userId="47b6e960b06a1f92" providerId="LiveId" clId="{1955F884-A850-44BD-BAA4-3D5511B6E2C0}" dt="2025-03-28T05:34:33.237" v="4689" actId="1076"/>
          <ac:spMkLst>
            <pc:docMk/>
            <pc:sldMk cId="761964446" sldId="345"/>
            <ac:spMk id="4" creationId="{CED69314-6E5C-D99F-C791-7A0B1D5015E9}"/>
          </ac:spMkLst>
        </pc:spChg>
        <pc:spChg chg="add mod">
          <ac:chgData name="shibariku0623@icloud.com" userId="47b6e960b06a1f92" providerId="LiveId" clId="{1955F884-A850-44BD-BAA4-3D5511B6E2C0}" dt="2025-03-26T14:40:51.165" v="2265" actId="20577"/>
          <ac:spMkLst>
            <pc:docMk/>
            <pc:sldMk cId="761964446" sldId="345"/>
            <ac:spMk id="5" creationId="{F4C6E962-1682-6D74-EA96-1F07AA9F6988}"/>
          </ac:spMkLst>
        </pc:spChg>
        <pc:spChg chg="add mod">
          <ac:chgData name="shibariku0623@icloud.com" userId="47b6e960b06a1f92" providerId="LiveId" clId="{1955F884-A850-44BD-BAA4-3D5511B6E2C0}" dt="2025-03-28T05:36:15.537" v="4694" actId="20577"/>
          <ac:spMkLst>
            <pc:docMk/>
            <pc:sldMk cId="761964446" sldId="345"/>
            <ac:spMk id="6" creationId="{DD79D3BB-80F7-8916-2E2E-20821B465AE0}"/>
          </ac:spMkLst>
        </pc:spChg>
        <pc:spChg chg="add del mod">
          <ac:chgData name="shibariku0623@icloud.com" userId="47b6e960b06a1f92" providerId="LiveId" clId="{1955F884-A850-44BD-BAA4-3D5511B6E2C0}" dt="2025-03-28T05:33:37.662" v="4682" actId="478"/>
          <ac:spMkLst>
            <pc:docMk/>
            <pc:sldMk cId="761964446" sldId="345"/>
            <ac:spMk id="7" creationId="{FF866BFF-900B-E05A-12F5-991150C82803}"/>
          </ac:spMkLst>
        </pc:spChg>
        <pc:spChg chg="add mod">
          <ac:chgData name="shibariku0623@icloud.com" userId="47b6e960b06a1f92" providerId="LiveId" clId="{1955F884-A850-44BD-BAA4-3D5511B6E2C0}" dt="2025-03-28T05:34:33.237" v="4689" actId="1076"/>
          <ac:spMkLst>
            <pc:docMk/>
            <pc:sldMk cId="761964446" sldId="345"/>
            <ac:spMk id="8" creationId="{8F75FE00-4B22-9166-8C5B-54F7C0F5F6D7}"/>
          </ac:spMkLst>
        </pc:spChg>
        <pc:spChg chg="add mod">
          <ac:chgData name="shibariku0623@icloud.com" userId="47b6e960b06a1f92" providerId="LiveId" clId="{1955F884-A850-44BD-BAA4-3D5511B6E2C0}" dt="2025-03-28T05:34:33.237" v="4689" actId="1076"/>
          <ac:spMkLst>
            <pc:docMk/>
            <pc:sldMk cId="761964446" sldId="345"/>
            <ac:spMk id="9" creationId="{C45674A9-C2DD-7C0B-F502-396B59ECCEB3}"/>
          </ac:spMkLst>
        </pc:spChg>
        <pc:spChg chg="add mod">
          <ac:chgData name="shibariku0623@icloud.com" userId="47b6e960b06a1f92" providerId="LiveId" clId="{1955F884-A850-44BD-BAA4-3D5511B6E2C0}" dt="2025-03-28T05:34:33.237" v="4689" actId="1076"/>
          <ac:spMkLst>
            <pc:docMk/>
            <pc:sldMk cId="761964446" sldId="345"/>
            <ac:spMk id="26" creationId="{19D6C7A6-E3D6-7DFD-469F-CF570BB12E9C}"/>
          </ac:spMkLst>
        </pc:spChg>
        <pc:spChg chg="add mod">
          <ac:chgData name="shibariku0623@icloud.com" userId="47b6e960b06a1f92" providerId="LiveId" clId="{1955F884-A850-44BD-BAA4-3D5511B6E2C0}" dt="2025-03-28T05:34:33.237" v="4689" actId="1076"/>
          <ac:spMkLst>
            <pc:docMk/>
            <pc:sldMk cId="761964446" sldId="345"/>
            <ac:spMk id="27" creationId="{569873D6-F47A-88D4-9773-6154E12E757C}"/>
          </ac:spMkLst>
        </pc:spChg>
        <pc:spChg chg="add del mod">
          <ac:chgData name="shibariku0623@icloud.com" userId="47b6e960b06a1f92" providerId="LiveId" clId="{1955F884-A850-44BD-BAA4-3D5511B6E2C0}" dt="2025-03-28T05:09:38.357" v="4120" actId="478"/>
          <ac:spMkLst>
            <pc:docMk/>
            <pc:sldMk cId="761964446" sldId="345"/>
            <ac:spMk id="28" creationId="{DF966E42-B022-3AAA-330C-D6FD8FA54BBE}"/>
          </ac:spMkLst>
        </pc:spChg>
        <pc:spChg chg="add del mod">
          <ac:chgData name="shibariku0623@icloud.com" userId="47b6e960b06a1f92" providerId="LiveId" clId="{1955F884-A850-44BD-BAA4-3D5511B6E2C0}" dt="2025-03-28T05:09:22.283" v="4118" actId="478"/>
          <ac:spMkLst>
            <pc:docMk/>
            <pc:sldMk cId="761964446" sldId="345"/>
            <ac:spMk id="29" creationId="{DCDA647C-A65E-9F5B-CA5A-C1029A60EBFA}"/>
          </ac:spMkLst>
        </pc:spChg>
        <pc:spChg chg="add mod">
          <ac:chgData name="shibariku0623@icloud.com" userId="47b6e960b06a1f92" providerId="LiveId" clId="{1955F884-A850-44BD-BAA4-3D5511B6E2C0}" dt="2025-03-28T05:34:33.237" v="4689" actId="1076"/>
          <ac:spMkLst>
            <pc:docMk/>
            <pc:sldMk cId="761964446" sldId="345"/>
            <ac:spMk id="30" creationId="{CAAA4376-A0C6-3789-97E3-1184C68C6A30}"/>
          </ac:spMkLst>
        </pc:spChg>
        <pc:spChg chg="add mod">
          <ac:chgData name="shibariku0623@icloud.com" userId="47b6e960b06a1f92" providerId="LiveId" clId="{1955F884-A850-44BD-BAA4-3D5511B6E2C0}" dt="2025-03-28T05:34:33.237" v="4689" actId="1076"/>
          <ac:spMkLst>
            <pc:docMk/>
            <pc:sldMk cId="761964446" sldId="345"/>
            <ac:spMk id="31" creationId="{3CE984FA-D24D-187F-1D2F-EA2D59E4B47E}"/>
          </ac:spMkLst>
        </pc:spChg>
        <pc:spChg chg="add del mod">
          <ac:chgData name="shibariku0623@icloud.com" userId="47b6e960b06a1f92" providerId="LiveId" clId="{1955F884-A850-44BD-BAA4-3D5511B6E2C0}" dt="2025-03-28T05:20:17.428" v="4577" actId="164"/>
          <ac:spMkLst>
            <pc:docMk/>
            <pc:sldMk cId="761964446" sldId="345"/>
            <ac:spMk id="32" creationId="{C4E98409-1EFE-4EE4-36B0-D6B42EA82537}"/>
          </ac:spMkLst>
        </pc:spChg>
        <pc:spChg chg="add mod">
          <ac:chgData name="shibariku0623@icloud.com" userId="47b6e960b06a1f92" providerId="LiveId" clId="{1955F884-A850-44BD-BAA4-3D5511B6E2C0}" dt="2025-03-28T05:28:39.821" v="4681" actId="12"/>
          <ac:spMkLst>
            <pc:docMk/>
            <pc:sldMk cId="761964446" sldId="345"/>
            <ac:spMk id="33" creationId="{74B38FA1-3CD0-E30D-058A-9A4AD0A43FB5}"/>
          </ac:spMkLst>
        </pc:spChg>
        <pc:spChg chg="add mod">
          <ac:chgData name="shibariku0623@icloud.com" userId="47b6e960b06a1f92" providerId="LiveId" clId="{1955F884-A850-44BD-BAA4-3D5511B6E2C0}" dt="2025-03-28T05:20:34.684" v="4580" actId="164"/>
          <ac:spMkLst>
            <pc:docMk/>
            <pc:sldMk cId="761964446" sldId="345"/>
            <ac:spMk id="34" creationId="{484570D7-59C6-538F-0D7E-5333F427BF8B}"/>
          </ac:spMkLst>
        </pc:spChg>
        <pc:spChg chg="add mod">
          <ac:chgData name="shibariku0623@icloud.com" userId="47b6e960b06a1f92" providerId="LiveId" clId="{1955F884-A850-44BD-BAA4-3D5511B6E2C0}" dt="2025-03-28T05:28:39.821" v="4681" actId="12"/>
          <ac:spMkLst>
            <pc:docMk/>
            <pc:sldMk cId="761964446" sldId="345"/>
            <ac:spMk id="35" creationId="{A465F654-A8FB-74B7-1E05-BFA7B370EAC9}"/>
          </ac:spMkLst>
        </pc:spChg>
        <pc:spChg chg="add del mod">
          <ac:chgData name="shibariku0623@icloud.com" userId="47b6e960b06a1f92" providerId="LiveId" clId="{1955F884-A850-44BD-BAA4-3D5511B6E2C0}" dt="2025-03-28T05:21:25.806" v="4589" actId="478"/>
          <ac:spMkLst>
            <pc:docMk/>
            <pc:sldMk cId="761964446" sldId="345"/>
            <ac:spMk id="38" creationId="{A3EF2CF7-12B5-338B-B730-D0AF6E8F408C}"/>
          </ac:spMkLst>
        </pc:spChg>
        <pc:spChg chg="add mod">
          <ac:chgData name="shibariku0623@icloud.com" userId="47b6e960b06a1f92" providerId="LiveId" clId="{1955F884-A850-44BD-BAA4-3D5511B6E2C0}" dt="2025-03-28T05:34:33.237" v="4689" actId="1076"/>
          <ac:spMkLst>
            <pc:docMk/>
            <pc:sldMk cId="761964446" sldId="345"/>
            <ac:spMk id="39" creationId="{96184B92-EC6C-508E-0E92-B48F9A0DEEE5}"/>
          </ac:spMkLst>
        </pc:spChg>
        <pc:spChg chg="add mod">
          <ac:chgData name="shibariku0623@icloud.com" userId="47b6e960b06a1f92" providerId="LiveId" clId="{1955F884-A850-44BD-BAA4-3D5511B6E2C0}" dt="2025-03-28T05:34:33.237" v="4689" actId="1076"/>
          <ac:spMkLst>
            <pc:docMk/>
            <pc:sldMk cId="761964446" sldId="345"/>
            <ac:spMk id="40" creationId="{C46357B3-5D0E-71E9-3793-974947C347DC}"/>
          </ac:spMkLst>
        </pc:spChg>
        <pc:grpChg chg="mod">
          <ac:chgData name="shibariku0623@icloud.com" userId="47b6e960b06a1f92" providerId="LiveId" clId="{1955F884-A850-44BD-BAA4-3D5511B6E2C0}" dt="2025-03-28T05:34:18.484" v="4688" actId="1076"/>
          <ac:grpSpMkLst>
            <pc:docMk/>
            <pc:sldMk cId="761964446" sldId="345"/>
            <ac:grpSpMk id="10" creationId="{9BD478F2-93FB-7553-E103-A6B3839A5A0D}"/>
          </ac:grpSpMkLst>
        </pc:grpChg>
        <pc:grpChg chg="add mod">
          <ac:chgData name="shibariku0623@icloud.com" userId="47b6e960b06a1f92" providerId="LiveId" clId="{1955F884-A850-44BD-BAA4-3D5511B6E2C0}" dt="2025-03-28T05:34:15.229" v="4686" actId="14100"/>
          <ac:grpSpMkLst>
            <pc:docMk/>
            <pc:sldMk cId="761964446" sldId="345"/>
            <ac:grpSpMk id="36" creationId="{1FA9E08E-F9D0-2657-BD04-6E9EC8B14DEF}"/>
          </ac:grpSpMkLst>
        </pc:grpChg>
        <pc:grpChg chg="add mod">
          <ac:chgData name="shibariku0623@icloud.com" userId="47b6e960b06a1f92" providerId="LiveId" clId="{1955F884-A850-44BD-BAA4-3D5511B6E2C0}" dt="2025-03-28T05:27:08.822" v="4668" actId="1076"/>
          <ac:grpSpMkLst>
            <pc:docMk/>
            <pc:sldMk cId="761964446" sldId="345"/>
            <ac:grpSpMk id="37" creationId="{351CF2B0-F27F-5464-969D-51E962AD3E3D}"/>
          </ac:grpSpMkLst>
        </pc:grpChg>
        <pc:graphicFrameChg chg="add mod modGraphic">
          <ac:chgData name="shibariku0623@icloud.com" userId="47b6e960b06a1f92" providerId="LiveId" clId="{1955F884-A850-44BD-BAA4-3D5511B6E2C0}" dt="2025-03-28T05:33:50.601" v="4683" actId="2165"/>
          <ac:graphicFrameMkLst>
            <pc:docMk/>
            <pc:sldMk cId="761964446" sldId="345"/>
            <ac:graphicFrameMk id="3" creationId="{0BAFD11F-3F10-483E-AB62-E981D12E431D}"/>
          </ac:graphicFrameMkLst>
        </pc:graphicFrameChg>
      </pc:sldChg>
      <pc:sldChg chg="del">
        <pc:chgData name="shibariku0623@icloud.com" userId="47b6e960b06a1f92" providerId="LiveId" clId="{1955F884-A850-44BD-BAA4-3D5511B6E2C0}" dt="2025-03-26T06:19:50.701" v="34" actId="47"/>
        <pc:sldMkLst>
          <pc:docMk/>
          <pc:sldMk cId="2174756327" sldId="347"/>
        </pc:sldMkLst>
      </pc:sldChg>
      <pc:sldChg chg="del">
        <pc:chgData name="shibariku0623@icloud.com" userId="47b6e960b06a1f92" providerId="LiveId" clId="{1955F884-A850-44BD-BAA4-3D5511B6E2C0}" dt="2025-03-26T06:20:01.776" v="46" actId="47"/>
        <pc:sldMkLst>
          <pc:docMk/>
          <pc:sldMk cId="2795838002" sldId="348"/>
        </pc:sldMkLst>
      </pc:sldChg>
      <pc:sldChg chg="del">
        <pc:chgData name="shibariku0623@icloud.com" userId="47b6e960b06a1f92" providerId="LiveId" clId="{1955F884-A850-44BD-BAA4-3D5511B6E2C0}" dt="2025-03-26T06:20:03.245" v="49" actId="47"/>
        <pc:sldMkLst>
          <pc:docMk/>
          <pc:sldMk cId="4144526097" sldId="349"/>
        </pc:sldMkLst>
      </pc:sldChg>
      <pc:sldChg chg="addSp delSp modSp mod ord">
        <pc:chgData name="shibariku0623@icloud.com" userId="47b6e960b06a1f92" providerId="LiveId" clId="{1955F884-A850-44BD-BAA4-3D5511B6E2C0}" dt="2025-03-26T12:39:05.135" v="1786" actId="1076"/>
        <pc:sldMkLst>
          <pc:docMk/>
          <pc:sldMk cId="3703406585" sldId="350"/>
        </pc:sldMkLst>
        <pc:spChg chg="add del mod topLvl">
          <ac:chgData name="shibariku0623@icloud.com" userId="47b6e960b06a1f92" providerId="LiveId" clId="{1955F884-A850-44BD-BAA4-3D5511B6E2C0}" dt="2025-03-26T12:39:05.135" v="1786" actId="1076"/>
          <ac:spMkLst>
            <pc:docMk/>
            <pc:sldMk cId="3703406585" sldId="350"/>
            <ac:spMk id="40" creationId="{FBA93A78-E2A3-2B8A-54F0-862FD69A2B5D}"/>
          </ac:spMkLst>
        </pc:spChg>
      </pc:sldChg>
      <pc:sldChg chg="del">
        <pc:chgData name="shibariku0623@icloud.com" userId="47b6e960b06a1f92" providerId="LiveId" clId="{1955F884-A850-44BD-BAA4-3D5511B6E2C0}" dt="2025-03-26T06:19:52.970" v="39" actId="47"/>
        <pc:sldMkLst>
          <pc:docMk/>
          <pc:sldMk cId="122755826" sldId="351"/>
        </pc:sldMkLst>
      </pc:sldChg>
      <pc:sldChg chg="add del">
        <pc:chgData name="shibariku0623@icloud.com" userId="47b6e960b06a1f92" providerId="LiveId" clId="{1955F884-A850-44BD-BAA4-3D5511B6E2C0}" dt="2025-03-26T06:21:41.916" v="68" actId="47"/>
        <pc:sldMkLst>
          <pc:docMk/>
          <pc:sldMk cId="2369132893" sldId="351"/>
        </pc:sldMkLst>
      </pc:sldChg>
      <pc:sldChg chg="del">
        <pc:chgData name="shibariku0623@icloud.com" userId="47b6e960b06a1f92" providerId="LiveId" clId="{1955F884-A850-44BD-BAA4-3D5511B6E2C0}" dt="2025-03-26T06:20:05.573" v="52" actId="47"/>
        <pc:sldMkLst>
          <pc:docMk/>
          <pc:sldMk cId="247152735" sldId="352"/>
        </pc:sldMkLst>
      </pc:sldChg>
      <pc:sldChg chg="add ord">
        <pc:chgData name="shibariku0623@icloud.com" userId="47b6e960b06a1f92" providerId="LiveId" clId="{1955F884-A850-44BD-BAA4-3D5511B6E2C0}" dt="2025-03-26T06:22:20.027" v="75"/>
        <pc:sldMkLst>
          <pc:docMk/>
          <pc:sldMk cId="2561804069" sldId="352"/>
        </pc:sldMkLst>
      </pc:sldChg>
      <pc:sldChg chg="del">
        <pc:chgData name="shibariku0623@icloud.com" userId="47b6e960b06a1f92" providerId="LiveId" clId="{1955F884-A850-44BD-BAA4-3D5511B6E2C0}" dt="2025-03-26T06:19:41.110" v="26" actId="47"/>
        <pc:sldMkLst>
          <pc:docMk/>
          <pc:sldMk cId="1432675675" sldId="353"/>
        </pc:sldMkLst>
      </pc:sldChg>
      <pc:sldChg chg="addSp delSp modSp add mod ord">
        <pc:chgData name="shibariku0623@icloud.com" userId="47b6e960b06a1f92" providerId="LiveId" clId="{1955F884-A850-44BD-BAA4-3D5511B6E2C0}" dt="2025-03-28T05:04:06.301" v="3987" actId="1076"/>
        <pc:sldMkLst>
          <pc:docMk/>
          <pc:sldMk cId="1839823296" sldId="353"/>
        </pc:sldMkLst>
        <pc:spChg chg="add mod">
          <ac:chgData name="shibariku0623@icloud.com" userId="47b6e960b06a1f92" providerId="LiveId" clId="{1955F884-A850-44BD-BAA4-3D5511B6E2C0}" dt="2025-03-26T08:19:55.536" v="249" actId="20577"/>
          <ac:spMkLst>
            <pc:docMk/>
            <pc:sldMk cId="1839823296" sldId="353"/>
            <ac:spMk id="3" creationId="{2E8FD745-6583-A4E2-96D5-550D9CD753F2}"/>
          </ac:spMkLst>
        </pc:spChg>
        <pc:spChg chg="add del mod">
          <ac:chgData name="shibariku0623@icloud.com" userId="47b6e960b06a1f92" providerId="LiveId" clId="{1955F884-A850-44BD-BAA4-3D5511B6E2C0}" dt="2025-03-28T04:57:56.846" v="3826" actId="478"/>
          <ac:spMkLst>
            <pc:docMk/>
            <pc:sldMk cId="1839823296" sldId="353"/>
            <ac:spMk id="5" creationId="{564FB49A-A9EF-6771-62EE-8FA34047C3C5}"/>
          </ac:spMkLst>
        </pc:spChg>
        <pc:spChg chg="mod">
          <ac:chgData name="shibariku0623@icloud.com" userId="47b6e960b06a1f92" providerId="LiveId" clId="{1955F884-A850-44BD-BAA4-3D5511B6E2C0}" dt="2025-03-26T08:44:49.270" v="412" actId="20577"/>
          <ac:spMkLst>
            <pc:docMk/>
            <pc:sldMk cId="1839823296" sldId="353"/>
            <ac:spMk id="9" creationId="{9AEA600C-7DC7-491F-2610-794663655BEF}"/>
          </ac:spMkLst>
        </pc:spChg>
        <pc:spChg chg="mod">
          <ac:chgData name="shibariku0623@icloud.com" userId="47b6e960b06a1f92" providerId="LiveId" clId="{1955F884-A850-44BD-BAA4-3D5511B6E2C0}" dt="2025-03-26T08:44:33.548" v="386"/>
          <ac:spMkLst>
            <pc:docMk/>
            <pc:sldMk cId="1839823296" sldId="353"/>
            <ac:spMk id="26" creationId="{6728D633-723E-FC3E-3569-1F1B35914104}"/>
          </ac:spMkLst>
        </pc:spChg>
        <pc:spChg chg="add mod">
          <ac:chgData name="shibariku0623@icloud.com" userId="47b6e960b06a1f92" providerId="LiveId" clId="{1955F884-A850-44BD-BAA4-3D5511B6E2C0}" dt="2025-03-28T04:58:11.246" v="3827" actId="1076"/>
          <ac:spMkLst>
            <pc:docMk/>
            <pc:sldMk cId="1839823296" sldId="353"/>
            <ac:spMk id="27" creationId="{9BA32C65-E2AB-29BE-89FF-84943B5F1B94}"/>
          </ac:spMkLst>
        </pc:spChg>
        <pc:spChg chg="add mod">
          <ac:chgData name="shibariku0623@icloud.com" userId="47b6e960b06a1f92" providerId="LiveId" clId="{1955F884-A850-44BD-BAA4-3D5511B6E2C0}" dt="2025-03-28T04:58:11.246" v="3827" actId="1076"/>
          <ac:spMkLst>
            <pc:docMk/>
            <pc:sldMk cId="1839823296" sldId="353"/>
            <ac:spMk id="29" creationId="{7D6250E1-4234-5829-2BED-A233DBEE4B18}"/>
          </ac:spMkLst>
        </pc:spChg>
        <pc:spChg chg="mod">
          <ac:chgData name="shibariku0623@icloud.com" userId="47b6e960b06a1f92" providerId="LiveId" clId="{1955F884-A850-44BD-BAA4-3D5511B6E2C0}" dt="2025-03-26T08:52:20.603" v="660" actId="20577"/>
          <ac:spMkLst>
            <pc:docMk/>
            <pc:sldMk cId="1839823296" sldId="353"/>
            <ac:spMk id="31" creationId="{1748A553-7691-7BB2-FAE7-DE23A26395F0}"/>
          </ac:spMkLst>
        </pc:spChg>
        <pc:spChg chg="mod">
          <ac:chgData name="shibariku0623@icloud.com" userId="47b6e960b06a1f92" providerId="LiveId" clId="{1955F884-A850-44BD-BAA4-3D5511B6E2C0}" dt="2025-03-26T08:52:10.433" v="649"/>
          <ac:spMkLst>
            <pc:docMk/>
            <pc:sldMk cId="1839823296" sldId="353"/>
            <ac:spMk id="32" creationId="{856F9FBA-A477-1AF8-AC8B-631C752F0AD6}"/>
          </ac:spMkLst>
        </pc:spChg>
        <pc:spChg chg="add del mod">
          <ac:chgData name="shibariku0623@icloud.com" userId="47b6e960b06a1f92" providerId="LiveId" clId="{1955F884-A850-44BD-BAA4-3D5511B6E2C0}" dt="2025-03-28T04:09:10.969" v="3657" actId="5793"/>
          <ac:spMkLst>
            <pc:docMk/>
            <pc:sldMk cId="1839823296" sldId="353"/>
            <ac:spMk id="33" creationId="{2290DD55-5868-8A71-4438-C87EF6FB3036}"/>
          </ac:spMkLst>
        </pc:spChg>
        <pc:spChg chg="add mod">
          <ac:chgData name="shibariku0623@icloud.com" userId="47b6e960b06a1f92" providerId="LiveId" clId="{1955F884-A850-44BD-BAA4-3D5511B6E2C0}" dt="2025-03-28T04:58:11.246" v="3827" actId="1076"/>
          <ac:spMkLst>
            <pc:docMk/>
            <pc:sldMk cId="1839823296" sldId="353"/>
            <ac:spMk id="34" creationId="{C46BDFA9-E811-6F15-5241-C1D9BDDA46E3}"/>
          </ac:spMkLst>
        </pc:spChg>
        <pc:spChg chg="add mod">
          <ac:chgData name="shibariku0623@icloud.com" userId="47b6e960b06a1f92" providerId="LiveId" clId="{1955F884-A850-44BD-BAA4-3D5511B6E2C0}" dt="2025-03-28T04:58:22.346" v="3828" actId="1076"/>
          <ac:spMkLst>
            <pc:docMk/>
            <pc:sldMk cId="1839823296" sldId="353"/>
            <ac:spMk id="35" creationId="{CF4B3684-5CC8-016C-ACCF-A2281BFE663A}"/>
          </ac:spMkLst>
        </pc:spChg>
        <pc:spChg chg="mod">
          <ac:chgData name="shibariku0623@icloud.com" userId="47b6e960b06a1f92" providerId="LiveId" clId="{1955F884-A850-44BD-BAA4-3D5511B6E2C0}" dt="2025-03-26T09:02:06.237" v="977" actId="20577"/>
          <ac:spMkLst>
            <pc:docMk/>
            <pc:sldMk cId="1839823296" sldId="353"/>
            <ac:spMk id="37" creationId="{A66FE43E-0D02-30E3-C5AC-FAE445B7A941}"/>
          </ac:spMkLst>
        </pc:spChg>
        <pc:spChg chg="mod">
          <ac:chgData name="shibariku0623@icloud.com" userId="47b6e960b06a1f92" providerId="LiveId" clId="{1955F884-A850-44BD-BAA4-3D5511B6E2C0}" dt="2025-03-26T09:02:00.280" v="964"/>
          <ac:spMkLst>
            <pc:docMk/>
            <pc:sldMk cId="1839823296" sldId="353"/>
            <ac:spMk id="38" creationId="{9BACC1F7-16E5-CEF4-18BC-9133D52CBA41}"/>
          </ac:spMkLst>
        </pc:spChg>
        <pc:spChg chg="add mod">
          <ac:chgData name="shibariku0623@icloud.com" userId="47b6e960b06a1f92" providerId="LiveId" clId="{1955F884-A850-44BD-BAA4-3D5511B6E2C0}" dt="2025-03-26T09:05:40.396" v="1023" actId="1076"/>
          <ac:spMkLst>
            <pc:docMk/>
            <pc:sldMk cId="1839823296" sldId="353"/>
            <ac:spMk id="41" creationId="{EFD7DA9D-A1C5-E58E-24EC-DE88E7D637FE}"/>
          </ac:spMkLst>
        </pc:spChg>
        <pc:spChg chg="add mod">
          <ac:chgData name="shibariku0623@icloud.com" userId="47b6e960b06a1f92" providerId="LiveId" clId="{1955F884-A850-44BD-BAA4-3D5511B6E2C0}" dt="2025-03-28T05:04:05.243" v="3981" actId="1076"/>
          <ac:spMkLst>
            <pc:docMk/>
            <pc:sldMk cId="1839823296" sldId="353"/>
            <ac:spMk id="42" creationId="{55F3C078-4010-EED2-4A08-9F4AD53B9BAB}"/>
          </ac:spMkLst>
        </pc:spChg>
        <pc:grpChg chg="add mod">
          <ac:chgData name="shibariku0623@icloud.com" userId="47b6e960b06a1f92" providerId="LiveId" clId="{1955F884-A850-44BD-BAA4-3D5511B6E2C0}" dt="2025-03-28T04:58:11.246" v="3827" actId="1076"/>
          <ac:grpSpMkLst>
            <pc:docMk/>
            <pc:sldMk cId="1839823296" sldId="353"/>
            <ac:grpSpMk id="8" creationId="{388ACCB2-BF29-D5D4-7DCD-76178E698937}"/>
          </ac:grpSpMkLst>
        </pc:grpChg>
        <pc:grpChg chg="mod">
          <ac:chgData name="shibariku0623@icloud.com" userId="47b6e960b06a1f92" providerId="LiveId" clId="{1955F884-A850-44BD-BAA4-3D5511B6E2C0}" dt="2025-03-26T09:05:33.235" v="1022" actId="1076"/>
          <ac:grpSpMkLst>
            <pc:docMk/>
            <pc:sldMk cId="1839823296" sldId="353"/>
            <ac:grpSpMk id="10" creationId="{37B588F8-D1F9-A7CB-7907-D079845B8A5B}"/>
          </ac:grpSpMkLst>
        </pc:grpChg>
        <pc:grpChg chg="add mod">
          <ac:chgData name="shibariku0623@icloud.com" userId="47b6e960b06a1f92" providerId="LiveId" clId="{1955F884-A850-44BD-BAA4-3D5511B6E2C0}" dt="2025-03-26T09:05:40.396" v="1023" actId="1076"/>
          <ac:grpSpMkLst>
            <pc:docMk/>
            <pc:sldMk cId="1839823296" sldId="353"/>
            <ac:grpSpMk id="30" creationId="{F047786E-814E-AA8C-0089-D190BCD9C103}"/>
          </ac:grpSpMkLst>
        </pc:grpChg>
        <pc:grpChg chg="add mod">
          <ac:chgData name="shibariku0623@icloud.com" userId="47b6e960b06a1f92" providerId="LiveId" clId="{1955F884-A850-44BD-BAA4-3D5511B6E2C0}" dt="2025-03-28T04:58:22.346" v="3828" actId="1076"/>
          <ac:grpSpMkLst>
            <pc:docMk/>
            <pc:sldMk cId="1839823296" sldId="353"/>
            <ac:grpSpMk id="36" creationId="{E77AFF26-1458-3CB4-28F3-5612EC8FDD17}"/>
          </ac:grpSpMkLst>
        </pc:grpChg>
        <pc:picChg chg="add mod">
          <ac:chgData name="shibariku0623@icloud.com" userId="47b6e960b06a1f92" providerId="LiveId" clId="{1955F884-A850-44BD-BAA4-3D5511B6E2C0}" dt="2025-03-28T05:04:06.301" v="3987" actId="1076"/>
          <ac:picMkLst>
            <pc:docMk/>
            <pc:sldMk cId="1839823296" sldId="353"/>
            <ac:picMk id="4" creationId="{5F056377-98C0-F647-35AE-818CBE60B0BE}"/>
          </ac:picMkLst>
        </pc:picChg>
        <pc:picChg chg="add mod">
          <ac:chgData name="shibariku0623@icloud.com" userId="47b6e960b06a1f92" providerId="LiveId" clId="{1955F884-A850-44BD-BAA4-3D5511B6E2C0}" dt="2025-03-28T05:04:05.949" v="3985" actId="1076"/>
          <ac:picMkLst>
            <pc:docMk/>
            <pc:sldMk cId="1839823296" sldId="353"/>
            <ac:picMk id="39" creationId="{8DCDB9DF-84CA-4F74-8996-879D8BF7CA6D}"/>
          </ac:picMkLst>
        </pc:picChg>
      </pc:sldChg>
      <pc:sldChg chg="addSp delSp modSp add mod ord modNotesTx">
        <pc:chgData name="shibariku0623@icloud.com" userId="47b6e960b06a1f92" providerId="LiveId" clId="{1955F884-A850-44BD-BAA4-3D5511B6E2C0}" dt="2025-03-28T05:08:21.760" v="4113" actId="478"/>
        <pc:sldMkLst>
          <pc:docMk/>
          <pc:sldMk cId="427512372" sldId="354"/>
        </pc:sldMkLst>
        <pc:spChg chg="add mod">
          <ac:chgData name="shibariku0623@icloud.com" userId="47b6e960b06a1f92" providerId="LiveId" clId="{1955F884-A850-44BD-BAA4-3D5511B6E2C0}" dt="2025-03-26T09:07:06.820" v="1067" actId="20577"/>
          <ac:spMkLst>
            <pc:docMk/>
            <pc:sldMk cId="427512372" sldId="354"/>
            <ac:spMk id="3" creationId="{CC63A3F2-F528-F444-0694-96656D4D2EE7}"/>
          </ac:spMkLst>
        </pc:spChg>
        <pc:spChg chg="add mod">
          <ac:chgData name="shibariku0623@icloud.com" userId="47b6e960b06a1f92" providerId="LiveId" clId="{1955F884-A850-44BD-BAA4-3D5511B6E2C0}" dt="2025-03-26T15:34:11.588" v="2681" actId="1076"/>
          <ac:spMkLst>
            <pc:docMk/>
            <pc:sldMk cId="427512372" sldId="354"/>
            <ac:spMk id="26" creationId="{F654432F-30B3-B2B1-6908-94C95F95F10D}"/>
          </ac:spMkLst>
        </pc:spChg>
        <pc:spChg chg="mod topLvl">
          <ac:chgData name="shibariku0623@icloud.com" userId="47b6e960b06a1f92" providerId="LiveId" clId="{1955F884-A850-44BD-BAA4-3D5511B6E2C0}" dt="2025-03-26T15:34:09.746" v="2680" actId="1076"/>
          <ac:spMkLst>
            <pc:docMk/>
            <pc:sldMk cId="427512372" sldId="354"/>
            <ac:spMk id="28" creationId="{9DCD4B87-F981-F368-07DB-159F93AD6E73}"/>
          </ac:spMkLst>
        </pc:spChg>
        <pc:spChg chg="add mod">
          <ac:chgData name="shibariku0623@icloud.com" userId="47b6e960b06a1f92" providerId="LiveId" clId="{1955F884-A850-44BD-BAA4-3D5511B6E2C0}" dt="2025-03-26T15:34:16.138" v="2682" actId="1076"/>
          <ac:spMkLst>
            <pc:docMk/>
            <pc:sldMk cId="427512372" sldId="354"/>
            <ac:spMk id="30" creationId="{9D54E7EB-D170-71C9-9A5D-37BC4AE1D604}"/>
          </ac:spMkLst>
        </pc:spChg>
        <pc:spChg chg="add mod">
          <ac:chgData name="shibariku0623@icloud.com" userId="47b6e960b06a1f92" providerId="LiveId" clId="{1955F884-A850-44BD-BAA4-3D5511B6E2C0}" dt="2025-03-26T15:34:22.772" v="2683" actId="1076"/>
          <ac:spMkLst>
            <pc:docMk/>
            <pc:sldMk cId="427512372" sldId="354"/>
            <ac:spMk id="31" creationId="{3116C781-842F-0649-B753-C32F5959CADF}"/>
          </ac:spMkLst>
        </pc:spChg>
        <pc:spChg chg="add mod">
          <ac:chgData name="shibariku0623@icloud.com" userId="47b6e960b06a1f92" providerId="LiveId" clId="{1955F884-A850-44BD-BAA4-3D5511B6E2C0}" dt="2025-03-26T15:42:55.609" v="2895" actId="1076"/>
          <ac:spMkLst>
            <pc:docMk/>
            <pc:sldMk cId="427512372" sldId="354"/>
            <ac:spMk id="35" creationId="{22BA9913-4133-9691-CCD6-B7A21EDD07B8}"/>
          </ac:spMkLst>
        </pc:spChg>
        <pc:spChg chg="add mod">
          <ac:chgData name="shibariku0623@icloud.com" userId="47b6e960b06a1f92" providerId="LiveId" clId="{1955F884-A850-44BD-BAA4-3D5511B6E2C0}" dt="2025-03-26T15:43:08.397" v="2898" actId="1076"/>
          <ac:spMkLst>
            <pc:docMk/>
            <pc:sldMk cId="427512372" sldId="354"/>
            <ac:spMk id="36" creationId="{304B879A-56A1-794D-7013-49911F49614B}"/>
          </ac:spMkLst>
        </pc:spChg>
        <pc:spChg chg="add mod">
          <ac:chgData name="shibariku0623@icloud.com" userId="47b6e960b06a1f92" providerId="LiveId" clId="{1955F884-A850-44BD-BAA4-3D5511B6E2C0}" dt="2025-03-26T15:42:55.609" v="2895" actId="1076"/>
          <ac:spMkLst>
            <pc:docMk/>
            <pc:sldMk cId="427512372" sldId="354"/>
            <ac:spMk id="37" creationId="{B95166D6-74A7-F064-E749-A74A6FA4BDB6}"/>
          </ac:spMkLst>
        </pc:spChg>
        <pc:spChg chg="add mod">
          <ac:chgData name="shibariku0623@icloud.com" userId="47b6e960b06a1f92" providerId="LiveId" clId="{1955F884-A850-44BD-BAA4-3D5511B6E2C0}" dt="2025-03-26T15:45:31.320" v="2962" actId="20577"/>
          <ac:spMkLst>
            <pc:docMk/>
            <pc:sldMk cId="427512372" sldId="354"/>
            <ac:spMk id="38" creationId="{B5876D98-1CE6-CD92-293B-2F7245D03592}"/>
          </ac:spMkLst>
        </pc:spChg>
        <pc:spChg chg="add mod">
          <ac:chgData name="shibariku0623@icloud.com" userId="47b6e960b06a1f92" providerId="LiveId" clId="{1955F884-A850-44BD-BAA4-3D5511B6E2C0}" dt="2025-03-26T15:49:56.563" v="2992" actId="1076"/>
          <ac:spMkLst>
            <pc:docMk/>
            <pc:sldMk cId="427512372" sldId="354"/>
            <ac:spMk id="39" creationId="{0826B590-5BC7-BE29-01E3-4932A09CA75B}"/>
          </ac:spMkLst>
        </pc:spChg>
        <pc:spChg chg="add mod ord">
          <ac:chgData name="shibariku0623@icloud.com" userId="47b6e960b06a1f92" providerId="LiveId" clId="{1955F884-A850-44BD-BAA4-3D5511B6E2C0}" dt="2025-03-26T15:34:22.772" v="2683" actId="1076"/>
          <ac:spMkLst>
            <pc:docMk/>
            <pc:sldMk cId="427512372" sldId="354"/>
            <ac:spMk id="40" creationId="{ECC09C4C-217C-9855-FA25-980B3A1FD1E7}"/>
          </ac:spMkLst>
        </pc:spChg>
        <pc:spChg chg="add mod ord">
          <ac:chgData name="shibariku0623@icloud.com" userId="47b6e960b06a1f92" providerId="LiveId" clId="{1955F884-A850-44BD-BAA4-3D5511B6E2C0}" dt="2025-03-26T15:42:55.609" v="2895" actId="1076"/>
          <ac:spMkLst>
            <pc:docMk/>
            <pc:sldMk cId="427512372" sldId="354"/>
            <ac:spMk id="41" creationId="{A53FB69D-2B41-EC42-2A66-D90425E4E7A9}"/>
          </ac:spMkLst>
        </pc:spChg>
        <pc:spChg chg="add mod">
          <ac:chgData name="shibariku0623@icloud.com" userId="47b6e960b06a1f92" providerId="LiveId" clId="{1955F884-A850-44BD-BAA4-3D5511B6E2C0}" dt="2025-03-26T15:42:55.609" v="2895" actId="1076"/>
          <ac:spMkLst>
            <pc:docMk/>
            <pc:sldMk cId="427512372" sldId="354"/>
            <ac:spMk id="42" creationId="{573D8E9A-AF05-B5DC-9821-D6F43798DFB4}"/>
          </ac:spMkLst>
        </pc:spChg>
        <pc:spChg chg="add mod">
          <ac:chgData name="shibariku0623@icloud.com" userId="47b6e960b06a1f92" providerId="LiveId" clId="{1955F884-A850-44BD-BAA4-3D5511B6E2C0}" dt="2025-03-26T15:50:08.052" v="2995" actId="1076"/>
          <ac:spMkLst>
            <pc:docMk/>
            <pc:sldMk cId="427512372" sldId="354"/>
            <ac:spMk id="43" creationId="{ABDC11CB-F4EF-0711-E86F-4B53569677F7}"/>
          </ac:spMkLst>
        </pc:spChg>
        <pc:spChg chg="add mod">
          <ac:chgData name="shibariku0623@icloud.com" userId="47b6e960b06a1f92" providerId="LiveId" clId="{1955F884-A850-44BD-BAA4-3D5511B6E2C0}" dt="2025-03-26T15:44:31.152" v="2912" actId="1076"/>
          <ac:spMkLst>
            <pc:docMk/>
            <pc:sldMk cId="427512372" sldId="354"/>
            <ac:spMk id="44" creationId="{DA43D8C3-0B04-4A76-C0E1-C1063F81D74B}"/>
          </ac:spMkLst>
        </pc:spChg>
        <pc:spChg chg="add mod">
          <ac:chgData name="shibariku0623@icloud.com" userId="47b6e960b06a1f92" providerId="LiveId" clId="{1955F884-A850-44BD-BAA4-3D5511B6E2C0}" dt="2025-03-26T15:43:58.381" v="2906" actId="1076"/>
          <ac:spMkLst>
            <pc:docMk/>
            <pc:sldMk cId="427512372" sldId="354"/>
            <ac:spMk id="45" creationId="{66D5E141-3D79-304A-87A0-FBCDCEE101ED}"/>
          </ac:spMkLst>
        </pc:spChg>
        <pc:spChg chg="add mod ord">
          <ac:chgData name="shibariku0623@icloud.com" userId="47b6e960b06a1f92" providerId="LiveId" clId="{1955F884-A850-44BD-BAA4-3D5511B6E2C0}" dt="2025-03-26T15:44:31.152" v="2912" actId="1076"/>
          <ac:spMkLst>
            <pc:docMk/>
            <pc:sldMk cId="427512372" sldId="354"/>
            <ac:spMk id="46" creationId="{E0903AFE-C435-779F-32AC-20BD95A60CC3}"/>
          </ac:spMkLst>
        </pc:spChg>
        <pc:spChg chg="add mod">
          <ac:chgData name="shibariku0623@icloud.com" userId="47b6e960b06a1f92" providerId="LiveId" clId="{1955F884-A850-44BD-BAA4-3D5511B6E2C0}" dt="2025-03-26T15:50:00.728" v="2993" actId="1076"/>
          <ac:spMkLst>
            <pc:docMk/>
            <pc:sldMk cId="427512372" sldId="354"/>
            <ac:spMk id="47" creationId="{E2D0E963-BAA0-8729-70DC-2DB283D2676D}"/>
          </ac:spMkLst>
        </pc:spChg>
        <pc:spChg chg="add mod">
          <ac:chgData name="shibariku0623@icloud.com" userId="47b6e960b06a1f92" providerId="LiveId" clId="{1955F884-A850-44BD-BAA4-3D5511B6E2C0}" dt="2025-03-26T15:50:04.262" v="2994" actId="1076"/>
          <ac:spMkLst>
            <pc:docMk/>
            <pc:sldMk cId="427512372" sldId="354"/>
            <ac:spMk id="48" creationId="{7F2007BA-29E6-D354-F36C-8B51F0373C17}"/>
          </ac:spMkLst>
        </pc:spChg>
        <pc:spChg chg="add mod">
          <ac:chgData name="shibariku0623@icloud.com" userId="47b6e960b06a1f92" providerId="LiveId" clId="{1955F884-A850-44BD-BAA4-3D5511B6E2C0}" dt="2025-03-26T15:44:07.132" v="2907" actId="1076"/>
          <ac:spMkLst>
            <pc:docMk/>
            <pc:sldMk cId="427512372" sldId="354"/>
            <ac:spMk id="49" creationId="{354345D9-FC41-6BC9-B070-59AFBA435D96}"/>
          </ac:spMkLst>
        </pc:spChg>
        <pc:spChg chg="add mod">
          <ac:chgData name="shibariku0623@icloud.com" userId="47b6e960b06a1f92" providerId="LiveId" clId="{1955F884-A850-44BD-BAA4-3D5511B6E2C0}" dt="2025-03-26T15:49:28.700" v="2990" actId="14100"/>
          <ac:spMkLst>
            <pc:docMk/>
            <pc:sldMk cId="427512372" sldId="354"/>
            <ac:spMk id="50" creationId="{93ACDEA6-F40A-CF9F-FE1F-51F4FA31536D}"/>
          </ac:spMkLst>
        </pc:spChg>
        <pc:spChg chg="add mod ord">
          <ac:chgData name="shibariku0623@icloud.com" userId="47b6e960b06a1f92" providerId="LiveId" clId="{1955F884-A850-44BD-BAA4-3D5511B6E2C0}" dt="2025-03-26T15:49:23.490" v="2989" actId="1076"/>
          <ac:spMkLst>
            <pc:docMk/>
            <pc:sldMk cId="427512372" sldId="354"/>
            <ac:spMk id="51" creationId="{49822320-4F42-63FC-50BD-66784AF93ED1}"/>
          </ac:spMkLst>
        </pc:spChg>
        <pc:spChg chg="add del mod">
          <ac:chgData name="shibariku0623@icloud.com" userId="47b6e960b06a1f92" providerId="LiveId" clId="{1955F884-A850-44BD-BAA4-3D5511B6E2C0}" dt="2025-03-28T05:08:21.760" v="4113" actId="478"/>
          <ac:spMkLst>
            <pc:docMk/>
            <pc:sldMk cId="427512372" sldId="354"/>
            <ac:spMk id="52" creationId="{9D2FCC1E-8B7C-DB76-97E3-B8E93FB989F7}"/>
          </ac:spMkLst>
        </pc:spChg>
      </pc:sldChg>
      <pc:sldChg chg="del">
        <pc:chgData name="shibariku0623@icloud.com" userId="47b6e960b06a1f92" providerId="LiveId" clId="{1955F884-A850-44BD-BAA4-3D5511B6E2C0}" dt="2025-03-26T06:19:53.286" v="42" actId="47"/>
        <pc:sldMkLst>
          <pc:docMk/>
          <pc:sldMk cId="2037067713" sldId="354"/>
        </pc:sldMkLst>
      </pc:sldChg>
      <pc:sldChg chg="add del">
        <pc:chgData name="shibariku0623@icloud.com" userId="47b6e960b06a1f92" providerId="LiveId" clId="{1955F884-A850-44BD-BAA4-3D5511B6E2C0}" dt="2025-03-27T04:21:04.554" v="3601" actId="47"/>
        <pc:sldMkLst>
          <pc:docMk/>
          <pc:sldMk cId="660865673" sldId="355"/>
        </pc:sldMkLst>
      </pc:sldChg>
      <pc:sldChg chg="del">
        <pc:chgData name="shibariku0623@icloud.com" userId="47b6e960b06a1f92" providerId="LiveId" clId="{1955F884-A850-44BD-BAA4-3D5511B6E2C0}" dt="2025-03-26T06:19:41.427" v="27" actId="47"/>
        <pc:sldMkLst>
          <pc:docMk/>
          <pc:sldMk cId="1814703424" sldId="355"/>
        </pc:sldMkLst>
      </pc:sldChg>
      <pc:sldChg chg="modSp add mod">
        <pc:chgData name="shibariku0623@icloud.com" userId="47b6e960b06a1f92" providerId="LiveId" clId="{1955F884-A850-44BD-BAA4-3D5511B6E2C0}" dt="2025-03-26T07:21:51.669" v="178" actId="207"/>
        <pc:sldMkLst>
          <pc:docMk/>
          <pc:sldMk cId="1149079620" sldId="356"/>
        </pc:sldMkLst>
        <pc:spChg chg="mod">
          <ac:chgData name="shibariku0623@icloud.com" userId="47b6e960b06a1f92" providerId="LiveId" clId="{1955F884-A850-44BD-BAA4-3D5511B6E2C0}" dt="2025-03-26T07:21:51.669" v="178" actId="207"/>
          <ac:spMkLst>
            <pc:docMk/>
            <pc:sldMk cId="1149079620" sldId="356"/>
            <ac:spMk id="515" creationId="{C122E4C3-28CE-F8AD-AEF8-41BA6DE63533}"/>
          </ac:spMkLst>
        </pc:spChg>
      </pc:sldChg>
      <pc:sldChg chg="del">
        <pc:chgData name="shibariku0623@icloud.com" userId="47b6e960b06a1f92" providerId="LiveId" clId="{1955F884-A850-44BD-BAA4-3D5511B6E2C0}" dt="2025-03-26T06:20:09.029" v="56" actId="47"/>
        <pc:sldMkLst>
          <pc:docMk/>
          <pc:sldMk cId="3920436394" sldId="356"/>
        </pc:sldMkLst>
      </pc:sldChg>
      <pc:sldChg chg="del">
        <pc:chgData name="shibariku0623@icloud.com" userId="47b6e960b06a1f92" providerId="LiveId" clId="{1955F884-A850-44BD-BAA4-3D5511B6E2C0}" dt="2025-03-26T06:19:52.820" v="38" actId="47"/>
        <pc:sldMkLst>
          <pc:docMk/>
          <pc:sldMk cId="1042611668" sldId="357"/>
        </pc:sldMkLst>
      </pc:sldChg>
      <pc:sldChg chg="modSp add mod">
        <pc:chgData name="shibariku0623@icloud.com" userId="47b6e960b06a1f92" providerId="LiveId" clId="{1955F884-A850-44BD-BAA4-3D5511B6E2C0}" dt="2025-03-26T07:21:58.484" v="179" actId="207"/>
        <pc:sldMkLst>
          <pc:docMk/>
          <pc:sldMk cId="1607868842" sldId="357"/>
        </pc:sldMkLst>
        <pc:spChg chg="mod">
          <ac:chgData name="shibariku0623@icloud.com" userId="47b6e960b06a1f92" providerId="LiveId" clId="{1955F884-A850-44BD-BAA4-3D5511B6E2C0}" dt="2025-03-26T07:21:58.484" v="179" actId="207"/>
          <ac:spMkLst>
            <pc:docMk/>
            <pc:sldMk cId="1607868842" sldId="357"/>
            <ac:spMk id="515" creationId="{D861711B-9709-3074-2F7F-D9F5BE79CDEE}"/>
          </ac:spMkLst>
        </pc:spChg>
      </pc:sldChg>
      <pc:sldChg chg="del">
        <pc:chgData name="shibariku0623@icloud.com" userId="47b6e960b06a1f92" providerId="LiveId" clId="{1955F884-A850-44BD-BAA4-3D5511B6E2C0}" dt="2025-03-26T06:19:44.256" v="28" actId="47"/>
        <pc:sldMkLst>
          <pc:docMk/>
          <pc:sldMk cId="2854338461" sldId="358"/>
        </pc:sldMkLst>
      </pc:sldChg>
      <pc:sldChg chg="modSp add mod">
        <pc:chgData name="shibariku0623@icloud.com" userId="47b6e960b06a1f92" providerId="LiveId" clId="{1955F884-A850-44BD-BAA4-3D5511B6E2C0}" dt="2025-03-26T07:22:02.625" v="180" actId="207"/>
        <pc:sldMkLst>
          <pc:docMk/>
          <pc:sldMk cId="3890046648" sldId="358"/>
        </pc:sldMkLst>
        <pc:spChg chg="mod">
          <ac:chgData name="shibariku0623@icloud.com" userId="47b6e960b06a1f92" providerId="LiveId" clId="{1955F884-A850-44BD-BAA4-3D5511B6E2C0}" dt="2025-03-26T07:22:02.625" v="180" actId="207"/>
          <ac:spMkLst>
            <pc:docMk/>
            <pc:sldMk cId="3890046648" sldId="358"/>
            <ac:spMk id="515" creationId="{3383E3BB-56B0-E4BC-BE5F-DE28157194A5}"/>
          </ac:spMkLst>
        </pc:spChg>
      </pc:sldChg>
      <pc:sldChg chg="add">
        <pc:chgData name="shibariku0623@icloud.com" userId="47b6e960b06a1f92" providerId="LiveId" clId="{1955F884-A850-44BD-BAA4-3D5511B6E2C0}" dt="2025-03-26T12:38:38.960" v="1775"/>
        <pc:sldMkLst>
          <pc:docMk/>
          <pc:sldMk cId="3000279953" sldId="359"/>
        </pc:sldMkLst>
      </pc:sldChg>
      <pc:sldChg chg="del">
        <pc:chgData name="shibariku0623@icloud.com" userId="47b6e960b06a1f92" providerId="LiveId" clId="{1955F884-A850-44BD-BAA4-3D5511B6E2C0}" dt="2025-03-26T06:20:02.650" v="48" actId="47"/>
        <pc:sldMkLst>
          <pc:docMk/>
          <pc:sldMk cId="3213100193" sldId="359"/>
        </pc:sldMkLst>
      </pc:sldChg>
      <pc:sldChg chg="addSp modSp add del mod">
        <pc:chgData name="shibariku0623@icloud.com" userId="47b6e960b06a1f92" providerId="LiveId" clId="{1955F884-A850-44BD-BAA4-3D5511B6E2C0}" dt="2025-03-26T15:49:41.774" v="2991" actId="47"/>
        <pc:sldMkLst>
          <pc:docMk/>
          <pc:sldMk cId="753210501" sldId="360"/>
        </pc:sldMkLst>
      </pc:sldChg>
      <pc:sldChg chg="del">
        <pc:chgData name="shibariku0623@icloud.com" userId="47b6e960b06a1f92" providerId="LiveId" clId="{1955F884-A850-44BD-BAA4-3D5511B6E2C0}" dt="2025-03-26T06:19:50.303" v="31" actId="47"/>
        <pc:sldMkLst>
          <pc:docMk/>
          <pc:sldMk cId="1550053534" sldId="360"/>
        </pc:sldMkLst>
      </pc:sldChg>
      <pc:sldChg chg="del">
        <pc:chgData name="shibariku0623@icloud.com" userId="47b6e960b06a1f92" providerId="LiveId" clId="{1955F884-A850-44BD-BAA4-3D5511B6E2C0}" dt="2025-03-26T06:20:02.369" v="47" actId="47"/>
        <pc:sldMkLst>
          <pc:docMk/>
          <pc:sldMk cId="1944587586" sldId="361"/>
        </pc:sldMkLst>
      </pc:sldChg>
      <pc:sldChg chg="del">
        <pc:chgData name="shibariku0623@icloud.com" userId="47b6e960b06a1f92" providerId="LiveId" clId="{1955F884-A850-44BD-BAA4-3D5511B6E2C0}" dt="2025-03-26T06:20:03.899" v="50" actId="47"/>
        <pc:sldMkLst>
          <pc:docMk/>
          <pc:sldMk cId="1684288140" sldId="362"/>
        </pc:sldMkLst>
      </pc:sldChg>
      <pc:sldChg chg="del">
        <pc:chgData name="shibariku0623@icloud.com" userId="47b6e960b06a1f92" providerId="LiveId" clId="{1955F884-A850-44BD-BAA4-3D5511B6E2C0}" dt="2025-03-26T06:20:07.505" v="54" actId="47"/>
        <pc:sldMkLst>
          <pc:docMk/>
          <pc:sldMk cId="750935696" sldId="363"/>
        </pc:sldMkLst>
      </pc:sldChg>
      <pc:sldChg chg="del">
        <pc:chgData name="shibariku0623@icloud.com" userId="47b6e960b06a1f92" providerId="LiveId" clId="{1955F884-A850-44BD-BAA4-3D5511B6E2C0}" dt="2025-03-26T06:20:08.382" v="55" actId="47"/>
        <pc:sldMkLst>
          <pc:docMk/>
          <pc:sldMk cId="3023196637" sldId="364"/>
        </pc:sldMkLst>
      </pc:sldChg>
      <pc:sldChg chg="del">
        <pc:chgData name="shibariku0623@icloud.com" userId="47b6e960b06a1f92" providerId="LiveId" clId="{1955F884-A850-44BD-BAA4-3D5511B6E2C0}" dt="2025-03-26T06:20:04.798" v="51" actId="47"/>
        <pc:sldMkLst>
          <pc:docMk/>
          <pc:sldMk cId="4081570848" sldId="366"/>
        </pc:sldMkLst>
      </pc:sldChg>
      <pc:sldChg chg="del">
        <pc:chgData name="shibariku0623@icloud.com" userId="47b6e960b06a1f92" providerId="LiveId" clId="{1955F884-A850-44BD-BAA4-3D5511B6E2C0}" dt="2025-03-26T06:20:06.531" v="53" actId="47"/>
        <pc:sldMkLst>
          <pc:docMk/>
          <pc:sldMk cId="1209596776" sldId="367"/>
        </pc:sldMkLst>
      </pc:sldChg>
      <pc:sldChg chg="del">
        <pc:chgData name="shibariku0623@icloud.com" userId="47b6e960b06a1f92" providerId="LiveId" clId="{1955F884-A850-44BD-BAA4-3D5511B6E2C0}" dt="2025-03-26T06:19:40.790" v="25" actId="47"/>
        <pc:sldMkLst>
          <pc:docMk/>
          <pc:sldMk cId="3559137235" sldId="3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FC281-721B-4934-9CCF-260B5135F409}" type="datetimeFigureOut">
              <a:rPr kumimoji="1" lang="ja-JP" altLang="en-US" smtClean="0"/>
              <a:t>2025/3/28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558F7A-9C9F-42E9-83A4-0C372CE578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9274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vml-expertguide.net/terms/dl/layers/convolution-layer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9996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ウィグナーヴィレ分布・・・スペクトログラムの特徴量の差を強調してシャープにした感じのもの</a:t>
            </a:r>
            <a:endParaRPr lang="en-US" altLang="ja-JP" sz="12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endParaRPr kumimoji="1" lang="en-US" altLang="ja-JP" sz="12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sym typeface="Source Han Sans JP Medium"/>
            </a:endParaRPr>
          </a:p>
          <a:p>
            <a:r>
              <a:rPr kumimoji="1" lang="en-US" altLang="ja-JP" sz="12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sym typeface="Source Han Sans JP Medium"/>
              </a:rPr>
              <a:t>InceptionNet</a:t>
            </a:r>
            <a:r>
              <a:rPr kumimoji="1"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sym typeface="Source Han Sans JP Medium"/>
              </a:rPr>
              <a:t>・・・</a:t>
            </a:r>
            <a:r>
              <a:rPr lang="ja-JP" altLang="en-US" b="0" i="0" dirty="0">
                <a:solidFill>
                  <a:srgbClr val="CF2E2E"/>
                </a:solidFill>
                <a:effectLst/>
                <a:latin typeface="Arial" panose="020B0604020202020204" pitchFamily="34" charset="0"/>
              </a:rPr>
              <a:t>各</a:t>
            </a:r>
            <a:r>
              <a:rPr lang="ja-JP" altLang="en-US" b="0" i="0" u="none" strike="noStrike" dirty="0">
                <a:solidFill>
                  <a:srgbClr val="016391"/>
                </a:solidFill>
                <a:effectLst/>
                <a:latin typeface="Arial" panose="020B0604020202020204" pitchFamily="34" charset="0"/>
                <a:hlinkClick r:id="rId3" tooltip="畳み込み層(Convolution Layer)とその発展型"/>
              </a:rPr>
              <a:t>畳み込み層</a:t>
            </a:r>
            <a:r>
              <a:rPr lang="ja-JP" altLang="en-US" b="0" i="0" dirty="0">
                <a:solidFill>
                  <a:srgbClr val="CF2E2E"/>
                </a:solidFill>
                <a:effectLst/>
                <a:latin typeface="Arial" panose="020B0604020202020204" pitchFamily="34" charset="0"/>
              </a:rPr>
              <a:t>を，計算効率の良い </a:t>
            </a:r>
            <a:r>
              <a:rPr lang="en-US" altLang="ja-JP" b="1" i="0" dirty="0">
                <a:solidFill>
                  <a:srgbClr val="CF2E2E"/>
                </a:solidFill>
                <a:effectLst/>
                <a:latin typeface="Arial" panose="020B0604020202020204" pitchFamily="34" charset="0"/>
              </a:rPr>
              <a:t>Inception</a:t>
            </a:r>
            <a:r>
              <a:rPr lang="ja-JP" altLang="en-US" b="1" i="0" dirty="0">
                <a:solidFill>
                  <a:srgbClr val="CF2E2E"/>
                </a:solidFill>
                <a:effectLst/>
                <a:latin typeface="Arial" panose="020B0604020202020204" pitchFamily="34" charset="0"/>
              </a:rPr>
              <a:t>ブロック</a:t>
            </a:r>
            <a:r>
              <a:rPr lang="ja-JP" altLang="en-US" b="0" i="0" dirty="0">
                <a:solidFill>
                  <a:srgbClr val="CF2E2E"/>
                </a:solidFill>
                <a:effectLst/>
                <a:latin typeface="Arial" panose="020B0604020202020204" pitchFamily="34" charset="0"/>
              </a:rPr>
              <a:t>で近似・代替させた．</a:t>
            </a:r>
            <a:r>
              <a:rPr lang="en-US" altLang="ja-JP" sz="12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AlexNet</a:t>
            </a:r>
            <a:r>
              <a:rPr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VGG-16</a:t>
            </a:r>
            <a:r>
              <a:rPr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より精度が高い</a:t>
            </a:r>
            <a:endParaRPr lang="en-US" altLang="ja-JP" sz="12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>
              <a:buNone/>
            </a:pPr>
            <a:r>
              <a:rPr lang="en-US" altLang="ja-JP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Vision</a:t>
            </a:r>
            <a:r>
              <a:rPr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 </a:t>
            </a:r>
            <a:r>
              <a:rPr lang="en-US" altLang="ja-JP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Transformer</a:t>
            </a:r>
            <a:r>
              <a:rPr lang="ja-JP" altLang="en-US" sz="12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・・・</a:t>
            </a:r>
            <a:r>
              <a:rPr lang="ja-JP" altLang="en-US" b="1" dirty="0"/>
              <a:t>特徴</a:t>
            </a:r>
            <a:r>
              <a:rPr lang="en-US" altLang="ja-JP" dirty="0"/>
              <a:t>: </a:t>
            </a:r>
            <a:r>
              <a:rPr lang="ja-JP" altLang="en-US" dirty="0"/>
              <a:t>画像をパッチに分割し、</a:t>
            </a:r>
            <a:r>
              <a:rPr lang="en-US" altLang="ja-JP" dirty="0"/>
              <a:t>Transformer</a:t>
            </a:r>
            <a:r>
              <a:rPr lang="ja-JP" altLang="en-US" dirty="0"/>
              <a:t>構造で処理するモデル。</a:t>
            </a:r>
            <a:r>
              <a:rPr lang="ja-JP" altLang="en-US" b="1" dirty="0"/>
              <a:t>利点</a:t>
            </a:r>
            <a:r>
              <a:rPr lang="en-US" altLang="ja-JP" dirty="0"/>
              <a:t>: </a:t>
            </a:r>
            <a:r>
              <a:rPr lang="ja-JP" altLang="en-US" dirty="0"/>
              <a:t>自己注意機構により、長距離の依存関係を捉えやすい。大規模データセットで特に高精度を示す。</a:t>
            </a:r>
            <a:endParaRPr lang="en-US" altLang="ja-JP" dirty="0"/>
          </a:p>
          <a:p>
            <a:pPr>
              <a:buNone/>
            </a:pPr>
            <a:r>
              <a:rPr lang="en-US" altLang="ja-JP" dirty="0" err="1"/>
              <a:t>DenseNet</a:t>
            </a:r>
            <a:r>
              <a:rPr lang="ja-JP" altLang="en-US" dirty="0"/>
              <a:t>・・・</a:t>
            </a:r>
            <a:r>
              <a:rPr lang="ja-JP" altLang="en-US" b="1" dirty="0"/>
              <a:t>特徴</a:t>
            </a:r>
            <a:r>
              <a:rPr lang="en-US" altLang="ja-JP" dirty="0"/>
              <a:t>: </a:t>
            </a:r>
            <a:r>
              <a:rPr lang="ja-JP" altLang="en-US" dirty="0"/>
              <a:t>各層がすべての前の層とフィーチャマップを共有し合う“密結合”構造。</a:t>
            </a:r>
            <a:r>
              <a:rPr lang="ja-JP" altLang="en-US" b="1" dirty="0"/>
              <a:t>利点</a:t>
            </a:r>
            <a:r>
              <a:rPr lang="en-US" altLang="ja-JP" dirty="0"/>
              <a:t>: </a:t>
            </a:r>
            <a:r>
              <a:rPr lang="ja-JP" altLang="en-US" dirty="0"/>
              <a:t>パラメータ効率が高く、深い層でも勾配消失を抑制。小規模データにも比較的強いとされる。</a:t>
            </a:r>
          </a:p>
          <a:p>
            <a:pPr>
              <a:buNone/>
            </a:pPr>
            <a:r>
              <a:rPr lang="en-US" altLang="ja-JP" b="1" dirty="0"/>
              <a:t>Inception</a:t>
            </a:r>
            <a:r>
              <a:rPr lang="ja-JP" altLang="en-US" b="1" dirty="0"/>
              <a:t>系 </a:t>
            </a:r>
            <a:r>
              <a:rPr lang="en-US" altLang="ja-JP" b="1" dirty="0"/>
              <a:t>(</a:t>
            </a:r>
            <a:r>
              <a:rPr lang="en-US" altLang="ja-JP" b="1" dirty="0" err="1"/>
              <a:t>GoogLeNet</a:t>
            </a:r>
            <a:r>
              <a:rPr lang="en-US" altLang="ja-JP" b="1" dirty="0"/>
              <a:t>, Inception-v3 </a:t>
            </a:r>
            <a:r>
              <a:rPr lang="ja-JP" altLang="en-US" b="1" dirty="0"/>
              <a:t>等</a:t>
            </a:r>
            <a:r>
              <a:rPr lang="en-US" altLang="ja-JP" b="1" dirty="0"/>
              <a:t>)</a:t>
            </a:r>
            <a:r>
              <a:rPr lang="ja-JP" altLang="en-US" b="0" dirty="0"/>
              <a:t>・・・</a:t>
            </a:r>
            <a:r>
              <a:rPr lang="ja-JP" altLang="en-US" b="1" dirty="0"/>
              <a:t>特徴</a:t>
            </a:r>
            <a:r>
              <a:rPr lang="en-US" altLang="ja-JP" dirty="0"/>
              <a:t>: “Inception</a:t>
            </a:r>
            <a:r>
              <a:rPr lang="ja-JP" altLang="en-US" dirty="0"/>
              <a:t>モジュール”を用いた畳み込み層の多層化により、計算効率を保ちつつ高い精度を実現。</a:t>
            </a:r>
          </a:p>
          <a:p>
            <a:pPr>
              <a:buNone/>
            </a:pPr>
            <a:r>
              <a:rPr lang="en-US" altLang="ja-JP" dirty="0"/>
              <a:t>WaveNet</a:t>
            </a:r>
            <a:r>
              <a:rPr lang="ja-JP" altLang="en-US" dirty="0"/>
              <a:t>系・・・</a:t>
            </a:r>
            <a:r>
              <a:rPr lang="ja-JP" altLang="en-US" b="1" dirty="0"/>
              <a:t>利点</a:t>
            </a:r>
            <a:r>
              <a:rPr lang="en-US" altLang="ja-JP" dirty="0"/>
              <a:t>: </a:t>
            </a:r>
            <a:r>
              <a:rPr lang="ja-JP" altLang="en-US" dirty="0"/>
              <a:t>時系列・音響特性を詳細に学習でき、特に高解像度の音声解析で有用。</a:t>
            </a: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249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0481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35141-B1DA-4BCF-9AAA-97947E23424F}" type="datetime1">
              <a:rPr lang="en-US" altLang="ja-JP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48189-7185-406F-AF7C-BED606B3670B}" type="datetime1">
              <a:rPr lang="en-US" altLang="ja-JP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1697-F5F8-4170-8723-96F9EA86E2DC}" type="datetime1">
              <a:rPr lang="en-US" altLang="ja-JP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CBFD-D654-4967-8B61-A3494FDAD3C3}" type="datetime1">
              <a:rPr lang="en-US" altLang="ja-JP" smtClean="0"/>
              <a:t>3/28/2025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F7437-43BB-4691-A20F-B3DC80928B9C}" type="datetime1">
              <a:rPr lang="en-US" altLang="ja-JP" smtClean="0"/>
              <a:t>3/28/2025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B0C1-09DA-4824-A9FE-04B648356115}" type="datetime1">
              <a:rPr lang="en-US" altLang="ja-JP" smtClean="0"/>
              <a:t>3/28/2025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9CF7-FBD3-43A8-86EA-1BFF241249A7}" type="datetime1">
              <a:rPr lang="en-US" altLang="ja-JP" smtClean="0"/>
              <a:t>3/28/2025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28600" y="9715500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D3CE7-97B2-48B0-AAAA-F59DB167F20C}" type="datetime1">
              <a:rPr lang="en-US" altLang="ja-JP" smtClean="0"/>
              <a:t>3/28/2025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2D9E0-6A31-47E1-86F8-E8D32905AA5C}" type="datetime1">
              <a:rPr lang="en-US" altLang="ja-JP" smtClean="0"/>
              <a:t>3/28/2025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58458-117C-445C-93D2-58146BCC020C}" type="datetime1">
              <a:rPr lang="en-US" altLang="ja-JP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68477-63A2-4B58-B832-4FD9CBB3DB7F}" type="datetime1">
              <a:rPr lang="en-US" altLang="ja-JP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パラグラフ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8200" y="1523999"/>
            <a:ext cx="16649700" cy="1407239"/>
          </a:xfrm>
        </p:spPr>
        <p:txBody>
          <a:bodyPr>
            <a:noAutofit/>
          </a:bodyPr>
          <a:lstStyle>
            <a:lvl1pPr>
              <a:defRPr sz="5400" b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話題について伝えるべきメッセージ（問いの答え）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838200" y="3019733"/>
            <a:ext cx="16649700" cy="6858000"/>
          </a:xfrm>
        </p:spPr>
        <p:txBody>
          <a:bodyPr/>
          <a:lstStyle>
            <a:lvl1pPr marL="685800" indent="-685800"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1200150" marR="0" indent="-514350" algn="l" defTabSz="13716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</a:lstStyle>
          <a:p>
            <a:pPr lvl="0"/>
            <a:r>
              <a:rPr kumimoji="1" lang="ja-JP" altLang="en-US" dirty="0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第５弾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315861" y="522339"/>
            <a:ext cx="17183100" cy="704850"/>
          </a:xfrm>
        </p:spPr>
        <p:txBody>
          <a:bodyPr/>
          <a:lstStyle>
            <a:lvl1pPr marL="0" indent="0">
              <a:buNone/>
              <a:defRPr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685800" indent="0">
              <a:buNone/>
              <a:defRPr/>
            </a:lvl2pPr>
            <a:lvl3pPr marL="1371600" indent="0">
              <a:buNone/>
              <a:defRPr/>
            </a:lvl3pPr>
            <a:lvl4pPr marL="2057400" indent="0">
              <a:buNone/>
              <a:defRPr/>
            </a:lvl4pPr>
            <a:lvl5pPr marL="27432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17240250" y="473473"/>
            <a:ext cx="7280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36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36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0" y="1238250"/>
            <a:ext cx="18288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37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46D91-97FF-446E-BDC2-075A4D5370E6}" type="datetime1">
              <a:rPr lang="en-US" altLang="ja-JP" smtClean="0"/>
              <a:t>3/28/2025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61199"/>
            <a:ext cx="6200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885825" y="495300"/>
            <a:ext cx="16516350" cy="142875"/>
            <a:chOff x="0" y="0"/>
            <a:chExt cx="22021800" cy="1905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2216634" y="3669143"/>
            <a:ext cx="13854732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ja-JP" altLang="en-US" sz="6600" dirty="0">
                <a:solidFill>
                  <a:srgbClr val="292B2B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研究計画</a:t>
            </a:r>
            <a:endParaRPr lang="en-US" sz="6600" dirty="0">
              <a:solidFill>
                <a:srgbClr val="292B2B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85825" y="7729472"/>
            <a:ext cx="1630680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ja-JP" altLang="en-US" sz="4000" dirty="0">
                <a:latin typeface="Source Han Sans JP" panose="020B0600070205080204" charset="-128"/>
                <a:ea typeface="Source Han Sans JP" panose="020B0600070205080204" charset="-128"/>
              </a:rPr>
              <a:t>植木研究室　　</a:t>
            </a:r>
            <a:r>
              <a:rPr lang="en-US" altLang="ja-JP" sz="4000" dirty="0">
                <a:latin typeface="Source Han Sans JP" panose="020B0600070205080204" charset="-128"/>
                <a:ea typeface="Source Han Sans JP" panose="020B0600070205080204" charset="-128"/>
              </a:rPr>
              <a:t>8125517</a:t>
            </a:r>
            <a:r>
              <a:rPr lang="ja-JP" altLang="en-US" sz="4000" dirty="0">
                <a:latin typeface="Source Han Sans JP" panose="020B0600070205080204" charset="-128"/>
                <a:ea typeface="Source Han Sans JP" panose="020B0600070205080204" charset="-128"/>
              </a:rPr>
              <a:t>　　</a:t>
            </a:r>
            <a:r>
              <a:rPr lang="ja-JP" altLang="en-US" sz="4000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Source Han Sans JP"/>
                <a:sym typeface="Source Han Sans JP"/>
              </a:rPr>
              <a:t>柴崎陸</a:t>
            </a:r>
            <a:endParaRPr lang="en-US" sz="4000" dirty="0">
              <a:solidFill>
                <a:srgbClr val="292B2B"/>
              </a:solidFill>
              <a:latin typeface="Source Han Sans JP" panose="020B0600070205080204" charset="-128"/>
              <a:ea typeface="Source Han Sans JP" panose="020B0600070205080204" charset="-128"/>
              <a:cs typeface="Source Han Sans JP"/>
              <a:sym typeface="Source Han Sans JP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111044" y="6792441"/>
            <a:ext cx="5785681" cy="514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Century Gothic Paneuropean"/>
                <a:sym typeface="Century Gothic Paneuropean"/>
              </a:rPr>
              <a:t>2025年3月28日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85825" y="9645596"/>
            <a:ext cx="16516350" cy="142875"/>
            <a:chOff x="0" y="0"/>
            <a:chExt cx="22021800" cy="1905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 dirty="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9D73F52F-7EA5-9483-9209-847FF8564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3" name="TextBox 24">
            <a:extLst>
              <a:ext uri="{FF2B5EF4-FFF2-40B4-BE49-F238E27FC236}">
                <a16:creationId xmlns:a16="http://schemas.microsoft.com/office/drawing/2014/main" id="{9E46055B-DA28-1F66-CD59-78CAAB0910E0}"/>
              </a:ext>
            </a:extLst>
          </p:cNvPr>
          <p:cNvSpPr txBox="1"/>
          <p:nvPr/>
        </p:nvSpPr>
        <p:spPr>
          <a:xfrm>
            <a:off x="2514600" y="4829466"/>
            <a:ext cx="16306800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32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ー</a:t>
            </a:r>
            <a:r>
              <a:rPr lang="en-US" sz="32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CNN</a:t>
            </a:r>
            <a:r>
              <a:rPr lang="ja-JP" altLang="en-US" sz="32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アンサンブル学習に基づく音響識別によるプール沸騰の発生検知ー</a:t>
            </a:r>
            <a:endParaRPr lang="en-US" sz="32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DB37C-964B-AC11-EDB7-CB194CC0E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1E877648-141E-2FED-599C-AC5E92A13D55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A00AF81C-D86D-C07A-3F1F-78B9E44DF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2787A3FF-958C-EBE9-52DF-D247C70AB5E5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FD83F56E-025F-21B4-21B5-7CE1068CF5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F30B28B0-361D-0A34-B344-0CF7B75C2C15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7BFE15D1-B194-B181-AC41-0EC9DAC01C9D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E19D6CF3-783B-2BEB-000A-8FCFFFCD1886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25183898-DA7F-FAA5-6C4A-BF13209DA889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AF9DE793-621A-3BDA-ABCC-4984981079F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2E54EF43-91FF-6E0F-058B-14050230655B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8BA66A8F-9866-DC4A-98C9-37EE0066000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16A319B7-D50F-ED65-AF6B-DF2231064C4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BE997E21-DD0B-1294-5BF3-75ACAF7CA261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1A0D9D66-A21B-66AC-D788-D1C54AAAEFE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1D02DA1C-0B30-93CB-EEA0-B2BC98F0CE7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D09164D7-2F1A-4555-1BC2-B2D96C3AC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2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2A0635B8-BCCD-4E74-98AE-0624FFDD6BD6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B62302C4-E809-FCAB-957F-A716CD8F0562}"/>
              </a:ext>
            </a:extLst>
          </p:cNvPr>
          <p:cNvGrpSpPr/>
          <p:nvPr/>
        </p:nvGrpSpPr>
        <p:grpSpPr>
          <a:xfrm>
            <a:off x="3505200" y="3771900"/>
            <a:ext cx="12343465" cy="3355598"/>
            <a:chOff x="10121433" y="2372121"/>
            <a:chExt cx="6318718" cy="1693845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A243EAE5-356B-1894-75BE-66367ECE2D1E}"/>
                </a:ext>
              </a:extLst>
            </p:cNvPr>
            <p:cNvSpPr txBox="1"/>
            <p:nvPr/>
          </p:nvSpPr>
          <p:spPr>
            <a:xfrm>
              <a:off x="10717809" y="2372121"/>
              <a:ext cx="5722342" cy="16827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研究概要・目的</a:t>
              </a:r>
              <a:endParaRPr lang="en-US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課題</a:t>
              </a:r>
              <a:endParaRPr lang="en-US" altLang="ja-JP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研究計画</a:t>
              </a:r>
              <a:endParaRPr lang="en-US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ED03FC3B-8BEB-F105-968D-F000DB9D8CCD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1693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2965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1E4A4-71BA-71DE-1E8B-FDCF8E01B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129C3D86-046B-2828-94EC-51E77949A4F5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0C96D624-D5F9-C35E-713C-63533E4F55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ACA2F84D-5445-A82E-5419-1D80B0F7145B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6DEA1272-D77D-4EDB-B7E9-68F0334609BA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99E58F7E-5766-FF51-D6DB-A59A8818B32D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C449A9E9-1B2C-6210-E637-92B929593146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F5A740AC-2FBE-4F8B-07F6-5E7772CFACB9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7FADAB90-6025-0681-F1D2-9BE0D4230DB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539BC5A9-D963-1E5B-01BA-7D46D0B47C9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CC497F8D-EED7-F4A4-0EBD-2DDA269544BA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7057D749-86E3-5255-F40D-B6314E1C67A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D3386EAD-500B-E98E-4E74-2BCD2E5289F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7EFAEC82-12AA-96AA-B58B-2713AEC2895B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975FD0FB-FF79-36B1-3A4D-8D563ADE9A6C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3E17EA6E-BBCA-1826-A48E-EC121B4A90B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54EDA71F-0CB5-9452-4396-1791015D0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3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CA5FA632-1792-9996-FAF5-4F06118D1F92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5E224D99-DA55-4E8A-F9F4-06CD052C8B73}"/>
              </a:ext>
            </a:extLst>
          </p:cNvPr>
          <p:cNvGrpSpPr/>
          <p:nvPr/>
        </p:nvGrpSpPr>
        <p:grpSpPr>
          <a:xfrm>
            <a:off x="3505200" y="3771900"/>
            <a:ext cx="12343465" cy="3355598"/>
            <a:chOff x="10121433" y="2372121"/>
            <a:chExt cx="6318718" cy="1693845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C122E4C3-28CE-F8AD-AEF8-41BA6DE63533}"/>
                </a:ext>
              </a:extLst>
            </p:cNvPr>
            <p:cNvSpPr txBox="1"/>
            <p:nvPr/>
          </p:nvSpPr>
          <p:spPr>
            <a:xfrm>
              <a:off x="10717809" y="2372121"/>
              <a:ext cx="5722342" cy="16827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研究概要・目的</a:t>
              </a:r>
              <a:endParaRPr lang="en-US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ECF1F1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課題</a:t>
              </a:r>
              <a:endParaRPr lang="en-US" altLang="ja-JP" sz="4800" dirty="0">
                <a:solidFill>
                  <a:srgbClr val="ECF1F1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ECF1F1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研究計画</a:t>
              </a:r>
              <a:endParaRPr lang="en-US" sz="4800" dirty="0">
                <a:solidFill>
                  <a:srgbClr val="ECF1F1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B7C4DC61-363F-DA49-6256-3CFD04438424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1693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9079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D241A-C9FC-FF15-3966-AAEA80CC1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FFA1AE13-BB24-F776-672F-0480F675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37B588F8-D1F9-A7CB-7907-D079845B8A5B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B531EF3E-8726-0237-E35D-3957828D1F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86286439-0A2D-6434-0473-D5C48760162C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0E6D59ED-7DF4-275C-4BDE-606D258867C9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2030A6D4-F810-D3A2-C445-08B1FD4E12E1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79D9877D-6650-4197-B730-0B54C1BD8182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5A2A5BD0-F660-7AC7-7241-FF963A7B3DD0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0E3039CB-E991-5B2A-CEA9-89E6384A18F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FF33ACF9-7C4A-E330-5505-51E00FAC235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0CB57FE4-A55C-3206-1173-9546E7018A30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D81D15F9-4298-1A4A-CDF4-00D94FF1053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C249ED53-69BF-2B50-97CA-38FA6538142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6B1CFBC1-307E-481A-9800-861D29E310E4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B13A1C20-1CAE-E8FA-9E54-AAAE29513070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1D0245B8-0F77-418E-D6F2-F1B08E58601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747B3D34-4759-4E95-4DFA-E27801C70E57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4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2E8FD745-6583-A4E2-96D5-550D9CD753F2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研究概要・目的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5F056377-98C0-F647-35AE-818CBE60B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1304" y="1492657"/>
            <a:ext cx="5645284" cy="4020316"/>
          </a:xfrm>
          <a:prstGeom prst="rect">
            <a:avLst/>
          </a:prstGeom>
        </p:spPr>
      </p:pic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388ACCB2-BF29-D5D4-7DCD-76178E698937}"/>
              </a:ext>
            </a:extLst>
          </p:cNvPr>
          <p:cNvGrpSpPr/>
          <p:nvPr/>
        </p:nvGrpSpPr>
        <p:grpSpPr>
          <a:xfrm>
            <a:off x="1433699" y="1726516"/>
            <a:ext cx="7086600" cy="552410"/>
            <a:chOff x="1535808" y="1451163"/>
            <a:chExt cx="8639037" cy="552410"/>
          </a:xfrm>
        </p:grpSpPr>
        <p:sp>
          <p:nvSpPr>
            <p:cNvPr id="9" name="TextBox 26">
              <a:extLst>
                <a:ext uri="{FF2B5EF4-FFF2-40B4-BE49-F238E27FC236}">
                  <a16:creationId xmlns:a16="http://schemas.microsoft.com/office/drawing/2014/main" id="{9AEA600C-7DC7-491F-2610-794663655BEF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背景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6728D633-723E-FC3E-3569-1F1B35914104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27" name="TextBox 24">
            <a:extLst>
              <a:ext uri="{FF2B5EF4-FFF2-40B4-BE49-F238E27FC236}">
                <a16:creationId xmlns:a16="http://schemas.microsoft.com/office/drawing/2014/main" id="{9BA32C65-E2AB-29BE-89FF-84943B5F1B94}"/>
              </a:ext>
            </a:extLst>
          </p:cNvPr>
          <p:cNvSpPr txBox="1"/>
          <p:nvPr/>
        </p:nvSpPr>
        <p:spPr>
          <a:xfrm>
            <a:off x="1820969" y="2228279"/>
            <a:ext cx="9331364" cy="660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588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炉心局所閉塞による冷却材沸騰現象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9" name="TextBox 24">
            <a:extLst>
              <a:ext uri="{FF2B5EF4-FFF2-40B4-BE49-F238E27FC236}">
                <a16:creationId xmlns:a16="http://schemas.microsoft.com/office/drawing/2014/main" id="{7D6250E1-4234-5829-2BED-A233DBEE4B18}"/>
              </a:ext>
            </a:extLst>
          </p:cNvPr>
          <p:cNvSpPr txBox="1"/>
          <p:nvPr/>
        </p:nvSpPr>
        <p:spPr>
          <a:xfrm>
            <a:off x="9246872" y="2333003"/>
            <a:ext cx="2180698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  <a:buClr>
                <a:srgbClr val="64A4A3"/>
              </a:buClr>
            </a:pPr>
            <a:r>
              <a:rPr lang="ja-JP" altLang="en-US" sz="4000" dirty="0">
                <a:solidFill>
                  <a:srgbClr val="5276F8"/>
                </a:solidFill>
                <a:latin typeface="Source Han Sans JP Bold" panose="020B0600070205080204" charset="-128"/>
                <a:ea typeface="Source Han Sans JP Bold" panose="020B0600070205080204" charset="-128"/>
                <a:cs typeface="Source Han Sans JP Medium"/>
                <a:sym typeface="Source Han Sans JP Medium"/>
              </a:rPr>
              <a:t>早期検知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F047786E-814E-AA8C-0089-D190BCD9C103}"/>
              </a:ext>
            </a:extLst>
          </p:cNvPr>
          <p:cNvGrpSpPr/>
          <p:nvPr/>
        </p:nvGrpSpPr>
        <p:grpSpPr>
          <a:xfrm>
            <a:off x="1433699" y="5512973"/>
            <a:ext cx="7086600" cy="552410"/>
            <a:chOff x="1535808" y="1451163"/>
            <a:chExt cx="8639037" cy="552410"/>
          </a:xfrm>
        </p:grpSpPr>
        <p:sp>
          <p:nvSpPr>
            <p:cNvPr id="31" name="TextBox 26">
              <a:extLst>
                <a:ext uri="{FF2B5EF4-FFF2-40B4-BE49-F238E27FC236}">
                  <a16:creationId xmlns:a16="http://schemas.microsoft.com/office/drawing/2014/main" id="{1748A553-7691-7BB2-FAE7-DE23A26395F0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方法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856F9FBA-A477-1AF8-AC8B-631C752F0AD6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33" name="TextBox 24">
            <a:extLst>
              <a:ext uri="{FF2B5EF4-FFF2-40B4-BE49-F238E27FC236}">
                <a16:creationId xmlns:a16="http://schemas.microsoft.com/office/drawing/2014/main" id="{2290DD55-5868-8A71-4438-C87EF6FB3036}"/>
              </a:ext>
            </a:extLst>
          </p:cNvPr>
          <p:cNvSpPr txBox="1"/>
          <p:nvPr/>
        </p:nvSpPr>
        <p:spPr>
          <a:xfrm>
            <a:off x="1820970" y="6236100"/>
            <a:ext cx="9137728" cy="87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プール沸騰実験で取得した音響データを</a:t>
            </a:r>
            <a:r>
              <a:rPr lang="en-US" altLang="ja-JP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STFT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解析後</a:t>
            </a:r>
            <a:r>
              <a:rPr lang="en-US" altLang="ja-JP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CNN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アンサンブルで回帰分析し，熱流束予測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4" name="矢印: 下 33">
            <a:extLst>
              <a:ext uri="{FF2B5EF4-FFF2-40B4-BE49-F238E27FC236}">
                <a16:creationId xmlns:a16="http://schemas.microsoft.com/office/drawing/2014/main" id="{C46BDFA9-E811-6F15-5241-C1D9BDDA46E3}"/>
              </a:ext>
            </a:extLst>
          </p:cNvPr>
          <p:cNvSpPr/>
          <p:nvPr/>
        </p:nvSpPr>
        <p:spPr>
          <a:xfrm rot="16200000">
            <a:off x="8240557" y="2404407"/>
            <a:ext cx="687239" cy="544432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TextBox 24">
            <a:extLst>
              <a:ext uri="{FF2B5EF4-FFF2-40B4-BE49-F238E27FC236}">
                <a16:creationId xmlns:a16="http://schemas.microsoft.com/office/drawing/2014/main" id="{CF4B3684-5CC8-016C-ACCF-A2281BFE663A}"/>
              </a:ext>
            </a:extLst>
          </p:cNvPr>
          <p:cNvSpPr txBox="1"/>
          <p:nvPr/>
        </p:nvSpPr>
        <p:spPr>
          <a:xfrm>
            <a:off x="1820969" y="4121248"/>
            <a:ext cx="9331364" cy="9459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ラベル付与によらない沸騰発生検知手法の構築・検証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8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ノイズ耐性，予測安定性の精度向上</a:t>
            </a:r>
            <a:endParaRPr lang="en-US" altLang="ja-JP" sz="28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E77AFF26-1458-3CB4-28F3-5612EC8FDD17}"/>
              </a:ext>
            </a:extLst>
          </p:cNvPr>
          <p:cNvGrpSpPr/>
          <p:nvPr/>
        </p:nvGrpSpPr>
        <p:grpSpPr>
          <a:xfrm>
            <a:off x="1433698" y="3426501"/>
            <a:ext cx="7086600" cy="552410"/>
            <a:chOff x="1535808" y="1451163"/>
            <a:chExt cx="8639037" cy="552410"/>
          </a:xfrm>
        </p:grpSpPr>
        <p:sp>
          <p:nvSpPr>
            <p:cNvPr id="37" name="TextBox 26">
              <a:extLst>
                <a:ext uri="{FF2B5EF4-FFF2-40B4-BE49-F238E27FC236}">
                  <a16:creationId xmlns:a16="http://schemas.microsoft.com/office/drawing/2014/main" id="{A66FE43E-0D02-30E3-C5AC-FAE445B7A941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目的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9BACC1F7-16E5-CEF4-18BC-9133D52CBA41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pic>
        <p:nvPicPr>
          <p:cNvPr id="39" name="図 38" descr="グラフ, 散布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DCDB9DF-84CA-4F74-8996-879D8BF7CA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" t="10320" r="8579"/>
          <a:stretch/>
        </p:blipFill>
        <p:spPr>
          <a:xfrm>
            <a:off x="11829031" y="5729758"/>
            <a:ext cx="5938366" cy="4448478"/>
          </a:xfrm>
          <a:prstGeom prst="rect">
            <a:avLst/>
          </a:prstGeom>
        </p:spPr>
      </p:pic>
      <p:sp>
        <p:nvSpPr>
          <p:cNvPr id="41" name="矢印: 下 40">
            <a:extLst>
              <a:ext uri="{FF2B5EF4-FFF2-40B4-BE49-F238E27FC236}">
                <a16:creationId xmlns:a16="http://schemas.microsoft.com/office/drawing/2014/main" id="{EFD7DA9D-A1C5-E58E-24EC-DE88E7D637FE}"/>
              </a:ext>
            </a:extLst>
          </p:cNvPr>
          <p:cNvSpPr/>
          <p:nvPr/>
        </p:nvSpPr>
        <p:spPr>
          <a:xfrm>
            <a:off x="5718973" y="7311887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TextBox 24">
            <a:extLst>
              <a:ext uri="{FF2B5EF4-FFF2-40B4-BE49-F238E27FC236}">
                <a16:creationId xmlns:a16="http://schemas.microsoft.com/office/drawing/2014/main" id="{55F3C078-4010-EED2-4A08-9F4AD53B9BAB}"/>
              </a:ext>
            </a:extLst>
          </p:cNvPr>
          <p:cNvSpPr txBox="1"/>
          <p:nvPr/>
        </p:nvSpPr>
        <p:spPr>
          <a:xfrm>
            <a:off x="1806794" y="7953997"/>
            <a:ext cx="809920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実際の沸騰開始熱流束と予測熱流束を比較し，</a:t>
            </a:r>
            <a:r>
              <a:rPr lang="ja-JP" altLang="en-US" sz="4000" dirty="0">
                <a:solidFill>
                  <a:srgbClr val="5276F8"/>
                </a:solidFill>
                <a:latin typeface="Source Han Sans JP Medium" panose="020B0600070205080204" charset="-128"/>
                <a:ea typeface="Source Han Sans JP Medium" panose="020B0600070205080204" charset="-128"/>
              </a:rPr>
              <a:t>沸騰発生検知下限熱流束</a:t>
            </a:r>
            <a:r>
              <a:rPr lang="ja-JP" altLang="en-US" sz="2800" dirty="0">
                <a:latin typeface="Source Han Sans JP Medium" panose="020B0600070205080204" charset="-128"/>
                <a:ea typeface="Source Han Sans JP Medium" panose="020B0600070205080204" charset="-128"/>
              </a:rPr>
              <a:t>を定量評価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1839823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08291-A8A0-EE79-C7AF-8C4A1CE0F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EACC5FCA-CBA3-F54E-BDFB-4EE969905291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1280ABA3-E5D5-9D8F-57D4-2829F353E5A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5811EE04-E967-CCC0-73C3-9354C39FC4F4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EDCAA7BD-3EFD-057B-FD33-B0B00CA210EC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C69D630E-38A4-F8D9-4E5F-626317973A8A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72ED5CE7-5F66-C87E-E614-FC2D44370A7D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A8CB7025-C9A2-4604-A420-A52E65B04139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054DB5A5-038F-EE18-70EE-2FF96E22FAB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4FBCFEFC-65C7-89A1-3399-80CAD0A3A30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4EF1CAF8-3690-238C-1C75-0ACBFC5705F0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27A4E0A4-4897-A012-838E-5CA437EF909F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BE9599AA-1E19-6D4E-B713-9778AF4F25C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264DCEE9-0102-DCDE-D550-26EC522854FF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09A00B2E-F4C1-975B-81A3-6CD2E260160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8455C505-C6F0-45B5-D373-0CD525BD360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C73B8140-A1FD-DF76-2F2F-9C21E1717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5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1EEEACA7-A6EF-EA0C-B28B-DDA42859A214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1B84C184-3779-59D3-2995-B6CFFE198B52}"/>
              </a:ext>
            </a:extLst>
          </p:cNvPr>
          <p:cNvGrpSpPr/>
          <p:nvPr/>
        </p:nvGrpSpPr>
        <p:grpSpPr>
          <a:xfrm>
            <a:off x="3505200" y="3771900"/>
            <a:ext cx="12343465" cy="3355598"/>
            <a:chOff x="10121433" y="2372121"/>
            <a:chExt cx="6318718" cy="1693845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D861711B-9709-3074-2F7F-D9F5BE79CDEE}"/>
                </a:ext>
              </a:extLst>
            </p:cNvPr>
            <p:cNvSpPr txBox="1"/>
            <p:nvPr/>
          </p:nvSpPr>
          <p:spPr>
            <a:xfrm>
              <a:off x="10717809" y="2372121"/>
              <a:ext cx="5722342" cy="16827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ECF1F1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研究概要・目的</a:t>
              </a:r>
              <a:endParaRPr lang="en-US" sz="4800" dirty="0">
                <a:solidFill>
                  <a:srgbClr val="ECF1F1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課題</a:t>
              </a:r>
              <a:endParaRPr lang="en-US" altLang="ja-JP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ECF1F1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研究計画</a:t>
              </a:r>
              <a:endParaRPr lang="en-US" sz="4800" dirty="0">
                <a:solidFill>
                  <a:srgbClr val="ECF1F1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5FB0FE13-56FD-9217-EE16-DA0E73A27C6A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1693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7868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EBCF2-66FE-50AD-430A-AE796CEA7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四角形: 角を丸くする 50">
            <a:extLst>
              <a:ext uri="{FF2B5EF4-FFF2-40B4-BE49-F238E27FC236}">
                <a16:creationId xmlns:a16="http://schemas.microsoft.com/office/drawing/2014/main" id="{49822320-4F42-63FC-50BD-66784AF93ED1}"/>
              </a:ext>
            </a:extLst>
          </p:cNvPr>
          <p:cNvSpPr/>
          <p:nvPr/>
        </p:nvSpPr>
        <p:spPr>
          <a:xfrm>
            <a:off x="8902409" y="6058049"/>
            <a:ext cx="2984791" cy="1130291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四角形: 角を丸くする 45">
            <a:extLst>
              <a:ext uri="{FF2B5EF4-FFF2-40B4-BE49-F238E27FC236}">
                <a16:creationId xmlns:a16="http://schemas.microsoft.com/office/drawing/2014/main" id="{E0903AFE-C435-779F-32AC-20BD95A60CC3}"/>
              </a:ext>
            </a:extLst>
          </p:cNvPr>
          <p:cNvSpPr/>
          <p:nvPr/>
        </p:nvSpPr>
        <p:spPr>
          <a:xfrm>
            <a:off x="8902409" y="7900382"/>
            <a:ext cx="6155923" cy="1997680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A53FB69D-2B41-EC42-2A66-D90425E4E7A9}"/>
              </a:ext>
            </a:extLst>
          </p:cNvPr>
          <p:cNvSpPr/>
          <p:nvPr/>
        </p:nvSpPr>
        <p:spPr>
          <a:xfrm>
            <a:off x="8831010" y="3333484"/>
            <a:ext cx="8583411" cy="1998887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ECC09C4C-217C-9855-FA25-980B3A1FD1E7}"/>
              </a:ext>
            </a:extLst>
          </p:cNvPr>
          <p:cNvSpPr/>
          <p:nvPr/>
        </p:nvSpPr>
        <p:spPr>
          <a:xfrm>
            <a:off x="8839517" y="1434447"/>
            <a:ext cx="7579003" cy="1566720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7F47781F-16B9-83C0-EDF8-E2DFABA86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DC8DE4F2-467D-CAAF-17CF-1467033D3C73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768CA480-91D9-6E59-B5C3-FFF3F604E5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242EE9D9-4155-C45D-D9F1-D468905E99EF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8109078D-CDEE-5133-6EDF-C6DD41D9E6AE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652A209A-2B60-5BF4-E526-711F653E1870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A5F636E9-9FDE-C6A8-7993-72FCF9C8C8DD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4BD9DE42-F188-DE83-E120-93DA70AD9049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C675EFD7-04B0-4A71-887F-C2655C3A7AB9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67E599D1-C474-5D2C-90AC-AC21D723B38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9C16FD54-9A02-0E75-5377-882BF2C74C32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08D7559D-2A3B-D635-0AD4-F99324F608A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6D01229B-F32C-A13C-35E0-139E9A3F7F4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502F4A2B-4C3D-2B19-20EC-72897CCAF2F5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B72D99A4-97E6-46F7-9C36-663C8638CFA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86D770E4-E924-C831-8000-D9EDBA168EA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9F91BE15-7A6C-4D4B-A801-40A996F917F4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6</a:t>
            </a:fld>
            <a:endParaRPr lang="en-US" sz="2400" dirty="0"/>
          </a:p>
        </p:txBody>
      </p:sp>
      <p:sp>
        <p:nvSpPr>
          <p:cNvPr id="3" name="TextBox 24">
            <a:extLst>
              <a:ext uri="{FF2B5EF4-FFF2-40B4-BE49-F238E27FC236}">
                <a16:creationId xmlns:a16="http://schemas.microsoft.com/office/drawing/2014/main" id="{CC63A3F2-F528-F444-0694-96656D4D2EE7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課題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26" name="TextBox 24">
            <a:extLst>
              <a:ext uri="{FF2B5EF4-FFF2-40B4-BE49-F238E27FC236}">
                <a16:creationId xmlns:a16="http://schemas.microsoft.com/office/drawing/2014/main" id="{F654432F-30B3-B2B1-6908-94C95F95F10D}"/>
              </a:ext>
            </a:extLst>
          </p:cNvPr>
          <p:cNvSpPr txBox="1"/>
          <p:nvPr/>
        </p:nvSpPr>
        <p:spPr>
          <a:xfrm>
            <a:off x="2157732" y="2236987"/>
            <a:ext cx="5538468" cy="429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STFT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（短時間フーリエ変換）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28" name="TextBox 26">
            <a:extLst>
              <a:ext uri="{FF2B5EF4-FFF2-40B4-BE49-F238E27FC236}">
                <a16:creationId xmlns:a16="http://schemas.microsoft.com/office/drawing/2014/main" id="{9DCD4B87-F981-F368-07DB-159F93AD6E73}"/>
              </a:ext>
            </a:extLst>
          </p:cNvPr>
          <p:cNvSpPr txBox="1"/>
          <p:nvPr/>
        </p:nvSpPr>
        <p:spPr>
          <a:xfrm>
            <a:off x="1759652" y="1533456"/>
            <a:ext cx="5538468" cy="552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lvl="0" indent="-514350" algn="l">
              <a:lnSpc>
                <a:spcPts val="4480"/>
              </a:lnSpc>
              <a:spcBef>
                <a:spcPct val="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ja-JP" altLang="en-US" sz="36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特徴量抽出手法の比較</a:t>
            </a:r>
            <a:endParaRPr lang="en-US" sz="36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30" name="矢印: 下 29">
            <a:extLst>
              <a:ext uri="{FF2B5EF4-FFF2-40B4-BE49-F238E27FC236}">
                <a16:creationId xmlns:a16="http://schemas.microsoft.com/office/drawing/2014/main" id="{9D54E7EB-D170-71C9-9A5D-37BC4AE1D604}"/>
              </a:ext>
            </a:extLst>
          </p:cNvPr>
          <p:cNvSpPr/>
          <p:nvPr/>
        </p:nvSpPr>
        <p:spPr>
          <a:xfrm rot="16200000">
            <a:off x="7726542" y="1916555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TextBox 24">
            <a:extLst>
              <a:ext uri="{FF2B5EF4-FFF2-40B4-BE49-F238E27FC236}">
                <a16:creationId xmlns:a16="http://schemas.microsoft.com/office/drawing/2014/main" id="{3116C781-842F-0649-B753-C32F5959CADF}"/>
              </a:ext>
            </a:extLst>
          </p:cNvPr>
          <p:cNvSpPr txBox="1"/>
          <p:nvPr/>
        </p:nvSpPr>
        <p:spPr>
          <a:xfrm>
            <a:off x="9034179" y="1582644"/>
            <a:ext cx="7843197" cy="1327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ウェーブレット変換（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SWT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CWT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）</a:t>
            </a:r>
            <a:endParaRPr lang="en-US" altLang="ja-JP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メル周波数ケプストラム係数（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MFCC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）</a:t>
            </a:r>
            <a:endParaRPr lang="en-US" altLang="ja-JP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ウィグナーヴィレ分布（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Wigner-Ville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分布）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5" name="TextBox 26">
            <a:extLst>
              <a:ext uri="{FF2B5EF4-FFF2-40B4-BE49-F238E27FC236}">
                <a16:creationId xmlns:a16="http://schemas.microsoft.com/office/drawing/2014/main" id="{22BA9913-4133-9691-CCD6-B7A21EDD07B8}"/>
              </a:ext>
            </a:extLst>
          </p:cNvPr>
          <p:cNvSpPr txBox="1"/>
          <p:nvPr/>
        </p:nvSpPr>
        <p:spPr>
          <a:xfrm>
            <a:off x="1751145" y="3120462"/>
            <a:ext cx="4641140" cy="11296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lvl="0" indent="-742950" algn="l">
              <a:lnSpc>
                <a:spcPts val="4480"/>
              </a:lnSpc>
              <a:spcBef>
                <a:spcPct val="0"/>
              </a:spcBef>
              <a:buClr>
                <a:schemeClr val="tx1"/>
              </a:buClr>
              <a:buFont typeface="+mj-lt"/>
              <a:buAutoNum type="arabicPeriod" startAt="2"/>
            </a:pPr>
            <a:r>
              <a:rPr lang="ja-JP" altLang="en-US" sz="36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アンサンブル手法，モデル選定基準</a:t>
            </a:r>
            <a:endParaRPr lang="en-US" sz="36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36" name="TextBox 24">
            <a:extLst>
              <a:ext uri="{FF2B5EF4-FFF2-40B4-BE49-F238E27FC236}">
                <a16:creationId xmlns:a16="http://schemas.microsoft.com/office/drawing/2014/main" id="{304B879A-56A1-794D-7013-49911F49614B}"/>
              </a:ext>
            </a:extLst>
          </p:cNvPr>
          <p:cNvSpPr txBox="1"/>
          <p:nvPr/>
        </p:nvSpPr>
        <p:spPr>
          <a:xfrm>
            <a:off x="2153354" y="4383982"/>
            <a:ext cx="5538467" cy="87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en-US" altLang="ja-JP" sz="28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AlexNet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ResNet-50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VGG-16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を重み付き平均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7" name="矢印: 下 36">
            <a:extLst>
              <a:ext uri="{FF2B5EF4-FFF2-40B4-BE49-F238E27FC236}">
                <a16:creationId xmlns:a16="http://schemas.microsoft.com/office/drawing/2014/main" id="{B95166D6-74A7-F064-E749-A74A6FA4BDB6}"/>
              </a:ext>
            </a:extLst>
          </p:cNvPr>
          <p:cNvSpPr/>
          <p:nvPr/>
        </p:nvSpPr>
        <p:spPr>
          <a:xfrm rot="16200000">
            <a:off x="7718034" y="4088446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TextBox 24">
            <a:extLst>
              <a:ext uri="{FF2B5EF4-FFF2-40B4-BE49-F238E27FC236}">
                <a16:creationId xmlns:a16="http://schemas.microsoft.com/office/drawing/2014/main" id="{B5876D98-1CE6-CD92-293B-2F7245D03592}"/>
              </a:ext>
            </a:extLst>
          </p:cNvPr>
          <p:cNvSpPr txBox="1"/>
          <p:nvPr/>
        </p:nvSpPr>
        <p:spPr>
          <a:xfrm>
            <a:off x="9121840" y="3453109"/>
            <a:ext cx="8069755" cy="1776320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Transformer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系（</a:t>
            </a:r>
            <a:r>
              <a:rPr 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Vision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 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Transformer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，</a:t>
            </a:r>
            <a:r>
              <a:rPr lang="en-US" altLang="ja-JP" sz="28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ViT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）</a:t>
            </a:r>
            <a:endParaRPr lang="en-US" altLang="ja-JP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Inception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系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sz="28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DenseNet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sz="2800" dirty="0" err="1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EfficientNet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39" name="TextBox 26">
            <a:extLst>
              <a:ext uri="{FF2B5EF4-FFF2-40B4-BE49-F238E27FC236}">
                <a16:creationId xmlns:a16="http://schemas.microsoft.com/office/drawing/2014/main" id="{0826B590-5BC7-BE29-01E3-4932A09CA75B}"/>
              </a:ext>
            </a:extLst>
          </p:cNvPr>
          <p:cNvSpPr txBox="1"/>
          <p:nvPr/>
        </p:nvSpPr>
        <p:spPr>
          <a:xfrm>
            <a:off x="1751145" y="7700887"/>
            <a:ext cx="5140386" cy="552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lvl="0" indent="-742950" algn="l">
              <a:lnSpc>
                <a:spcPts val="4480"/>
              </a:lnSpc>
              <a:spcBef>
                <a:spcPct val="0"/>
              </a:spcBef>
              <a:buClr>
                <a:schemeClr val="tx1"/>
              </a:buClr>
              <a:buFont typeface="+mj-lt"/>
              <a:buAutoNum type="arabicPeriod" startAt="4"/>
            </a:pPr>
            <a:r>
              <a:rPr lang="ja-JP" altLang="en-US" sz="36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規制基準と検知要件</a:t>
            </a:r>
            <a:endParaRPr lang="en-US" sz="36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2" name="TextBox 24">
            <a:extLst>
              <a:ext uri="{FF2B5EF4-FFF2-40B4-BE49-F238E27FC236}">
                <a16:creationId xmlns:a16="http://schemas.microsoft.com/office/drawing/2014/main" id="{573D8E9A-AF05-B5DC-9821-D6F43798DFB4}"/>
              </a:ext>
            </a:extLst>
          </p:cNvPr>
          <p:cNvSpPr txBox="1"/>
          <p:nvPr/>
        </p:nvSpPr>
        <p:spPr>
          <a:xfrm>
            <a:off x="12059433" y="4766254"/>
            <a:ext cx="5132163" cy="4297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Bef>
                <a:spcPct val="0"/>
              </a:spcBef>
              <a:buClr>
                <a:schemeClr val="tx1"/>
              </a:buClr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＆　特徴量とのアンサンブル？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43" name="TextBox 24">
            <a:extLst>
              <a:ext uri="{FF2B5EF4-FFF2-40B4-BE49-F238E27FC236}">
                <a16:creationId xmlns:a16="http://schemas.microsoft.com/office/drawing/2014/main" id="{ABDC11CB-F4EF-0711-E86F-4B53569677F7}"/>
              </a:ext>
            </a:extLst>
          </p:cNvPr>
          <p:cNvSpPr txBox="1"/>
          <p:nvPr/>
        </p:nvSpPr>
        <p:spPr>
          <a:xfrm>
            <a:off x="2185811" y="8454127"/>
            <a:ext cx="5140387" cy="87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沸騰発生検知下限を定量的に予測するだけ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44" name="TextBox 24">
            <a:extLst>
              <a:ext uri="{FF2B5EF4-FFF2-40B4-BE49-F238E27FC236}">
                <a16:creationId xmlns:a16="http://schemas.microsoft.com/office/drawing/2014/main" id="{DA43D8C3-0B04-4A76-C0E1-C1063F81D74B}"/>
              </a:ext>
            </a:extLst>
          </p:cNvPr>
          <p:cNvSpPr txBox="1"/>
          <p:nvPr/>
        </p:nvSpPr>
        <p:spPr>
          <a:xfrm>
            <a:off x="9087547" y="8005286"/>
            <a:ext cx="6046991" cy="1776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IAEA</a:t>
            </a:r>
            <a:r>
              <a:rPr lang="ja-JP" altLang="en-US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安全基準</a:t>
            </a:r>
            <a:endParaRPr lang="en-US" altLang="ja-JP" sz="2800" i="0" dirty="0">
              <a:solidFill>
                <a:srgbClr val="292B2B"/>
              </a:solidFill>
              <a:effectLst/>
              <a:latin typeface="Source Han Sans JP Medium" panose="020B0600070205080204" charset="-128"/>
              <a:ea typeface="Source Han Sans JP Medium" panose="020B0600070205080204" charset="-128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NRC</a:t>
            </a:r>
            <a:r>
              <a:rPr lang="ja-JP" altLang="en-US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原子炉保護システム</a:t>
            </a:r>
            <a:endParaRPr lang="en-US" altLang="ja-JP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EUR</a:t>
            </a:r>
            <a:r>
              <a:rPr lang="ja-JP" altLang="en-US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原子力プラント異常検知性能</a:t>
            </a:r>
            <a:endParaRPr lang="en-US" altLang="ja-JP" sz="2800" i="0" dirty="0">
              <a:solidFill>
                <a:srgbClr val="292B2B"/>
              </a:solidFill>
              <a:effectLst/>
              <a:latin typeface="Source Han Sans JP Medium" panose="020B0600070205080204" charset="-128"/>
              <a:ea typeface="Source Han Sans JP Medium" panose="020B0600070205080204" charset="-128"/>
              <a:sym typeface="Source Han Sans JP Medium"/>
            </a:endParaRP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ja-JP" altLang="en-US" sz="2800" i="0" dirty="0">
                <a:solidFill>
                  <a:srgbClr val="232425"/>
                </a:solidFill>
                <a:effectLst/>
                <a:latin typeface="Source Han Sans JP Medium" panose="020B0600070205080204" charset="-128"/>
                <a:ea typeface="Source Han Sans JP Medium" panose="020B0600070205080204" charset="-128"/>
              </a:rPr>
              <a:t>その他の国際基準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45" name="矢印: 下 44">
            <a:extLst>
              <a:ext uri="{FF2B5EF4-FFF2-40B4-BE49-F238E27FC236}">
                <a16:creationId xmlns:a16="http://schemas.microsoft.com/office/drawing/2014/main" id="{66D5E141-3D79-304A-87A0-FBCDCEE101ED}"/>
              </a:ext>
            </a:extLst>
          </p:cNvPr>
          <p:cNvSpPr/>
          <p:nvPr/>
        </p:nvSpPr>
        <p:spPr>
          <a:xfrm rot="16200000">
            <a:off x="7710363" y="8378176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TextBox 26">
            <a:extLst>
              <a:ext uri="{FF2B5EF4-FFF2-40B4-BE49-F238E27FC236}">
                <a16:creationId xmlns:a16="http://schemas.microsoft.com/office/drawing/2014/main" id="{E2D0E963-BAA0-8729-70DC-2DB283D2676D}"/>
              </a:ext>
            </a:extLst>
          </p:cNvPr>
          <p:cNvSpPr txBox="1"/>
          <p:nvPr/>
        </p:nvSpPr>
        <p:spPr>
          <a:xfrm>
            <a:off x="1751145" y="5626976"/>
            <a:ext cx="5909301" cy="5525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42950" lvl="0" indent="-742950" algn="l">
              <a:lnSpc>
                <a:spcPts val="4480"/>
              </a:lnSpc>
              <a:spcBef>
                <a:spcPct val="0"/>
              </a:spcBef>
              <a:buClr>
                <a:schemeClr val="tx1"/>
              </a:buClr>
              <a:buFont typeface="+mj-lt"/>
              <a:buAutoNum type="arabicPeriod" startAt="3"/>
            </a:pPr>
            <a:r>
              <a:rPr lang="ja-JP" altLang="en-US" sz="36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音響データを画像に変換</a:t>
            </a:r>
            <a:endParaRPr lang="en-US" sz="36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8" name="TextBox 24">
            <a:extLst>
              <a:ext uri="{FF2B5EF4-FFF2-40B4-BE49-F238E27FC236}">
                <a16:creationId xmlns:a16="http://schemas.microsoft.com/office/drawing/2014/main" id="{7F2007BA-29E6-D354-F36C-8B51F0373C17}"/>
              </a:ext>
            </a:extLst>
          </p:cNvPr>
          <p:cNvSpPr txBox="1"/>
          <p:nvPr/>
        </p:nvSpPr>
        <p:spPr>
          <a:xfrm>
            <a:off x="2153354" y="6381514"/>
            <a:ext cx="5538467" cy="87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周波数解析（</a:t>
            </a:r>
            <a:r>
              <a:rPr lang="en-US" altLang="ja-JP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STFT</a:t>
            </a:r>
            <a:r>
              <a:rPr lang="ja-JP" altLang="en-US" sz="2800" dirty="0">
                <a:solidFill>
                  <a:srgbClr val="292B2B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）でスペクトログラムに変換</a:t>
            </a:r>
            <a:endParaRPr lang="en-US" sz="2800" dirty="0">
              <a:solidFill>
                <a:srgbClr val="292B2B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  <p:sp>
        <p:nvSpPr>
          <p:cNvPr id="49" name="矢印: 下 48">
            <a:extLst>
              <a:ext uri="{FF2B5EF4-FFF2-40B4-BE49-F238E27FC236}">
                <a16:creationId xmlns:a16="http://schemas.microsoft.com/office/drawing/2014/main" id="{354345D9-FC41-6BC9-B070-59AFBA435D96}"/>
              </a:ext>
            </a:extLst>
          </p:cNvPr>
          <p:cNvSpPr/>
          <p:nvPr/>
        </p:nvSpPr>
        <p:spPr>
          <a:xfrm rot="16200000">
            <a:off x="7706056" y="6295802"/>
            <a:ext cx="779803" cy="451163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TextBox 24">
            <a:extLst>
              <a:ext uri="{FF2B5EF4-FFF2-40B4-BE49-F238E27FC236}">
                <a16:creationId xmlns:a16="http://schemas.microsoft.com/office/drawing/2014/main" id="{93ACDEA6-F40A-CF9F-FE1F-51F4FA31536D}"/>
              </a:ext>
            </a:extLst>
          </p:cNvPr>
          <p:cNvSpPr txBox="1"/>
          <p:nvPr/>
        </p:nvSpPr>
        <p:spPr>
          <a:xfrm>
            <a:off x="9126793" y="6177057"/>
            <a:ext cx="2379408" cy="878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sz="2800" dirty="0">
                <a:solidFill>
                  <a:srgbClr val="232425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1</a:t>
            </a:r>
            <a:r>
              <a:rPr lang="ja-JP" altLang="en-US" sz="2800" dirty="0">
                <a:solidFill>
                  <a:srgbClr val="232425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次元</a:t>
            </a:r>
            <a:r>
              <a:rPr lang="en-US" altLang="ja-JP" sz="2800" dirty="0">
                <a:solidFill>
                  <a:srgbClr val="232425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CNN</a:t>
            </a:r>
          </a:p>
          <a:p>
            <a:pPr marL="457200" indent="-457200" algn="l">
              <a:lnSpc>
                <a:spcPts val="3500"/>
              </a:lnSpc>
              <a:spcBef>
                <a:spcPct val="0"/>
              </a:spcBef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lang="en-US" altLang="ja-JP" sz="2800" dirty="0">
                <a:solidFill>
                  <a:srgbClr val="232425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WaveNet</a:t>
            </a:r>
            <a:r>
              <a:rPr lang="ja-JP" altLang="en-US" sz="2800" dirty="0">
                <a:solidFill>
                  <a:srgbClr val="232425"/>
                </a:solidFill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rPr>
              <a:t>系</a:t>
            </a:r>
            <a:endParaRPr lang="en-US" altLang="ja-JP" sz="2800" dirty="0">
              <a:solidFill>
                <a:srgbClr val="232425"/>
              </a:solidFill>
              <a:latin typeface="Source Han Sans JP Medium" panose="020B0600070205080204" charset="-128"/>
              <a:ea typeface="Source Han Sans JP Medium" panose="020B0600070205080204" charset="-128"/>
              <a:cs typeface="Source Han Sans JP Medium"/>
              <a:sym typeface="Source Han Sans JP Medium"/>
            </a:endParaRPr>
          </a:p>
        </p:txBody>
      </p:sp>
    </p:spTree>
    <p:extLst>
      <p:ext uri="{BB962C8B-B14F-4D97-AF65-F5344CB8AC3E}">
        <p14:creationId xmlns:p14="http://schemas.microsoft.com/office/powerpoint/2010/main" val="427512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67775-1DAC-05EE-C4CC-5203EE009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6EF63B20-48BA-946B-9BBE-8EA57160D5F6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9CF233B9-86A6-A0B0-42E4-C01D7656F7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2D3F960A-1FDD-B594-8585-56324FAEA198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6119F139-89BE-11EB-D5CB-A686E3090A2F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D0FC2E3E-52BF-09D1-658E-52FEC63C7F59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5335F237-82AA-D2F1-665B-F63109F07E83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B88ED936-11D5-F972-8B8B-9BDD6AB3D355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98B00DB4-0548-1753-A677-A244DA812BE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F83640AB-2B10-994F-937D-20BEF3EC1D5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8F9AEC31-4D1D-4974-1383-0A25F641569E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612C0759-5D63-D190-5422-483F205A9D9C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9FEA14F6-2375-8B42-8370-20F2319A70F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E885FE78-84DA-0042-5A40-CFE50BE97BCB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B5C6C7DD-E627-74C6-E499-E517902A972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23C2627A-4304-D170-0106-7077AFE13B1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AF9AD1D8-835B-DD35-E290-72BCA0DD3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7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28DB453C-A2D6-E776-C515-A4F315BE9ECA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9B6124A3-8E14-D992-1BFD-1E1AA6052CDA}"/>
              </a:ext>
            </a:extLst>
          </p:cNvPr>
          <p:cNvGrpSpPr/>
          <p:nvPr/>
        </p:nvGrpSpPr>
        <p:grpSpPr>
          <a:xfrm>
            <a:off x="3505200" y="3771900"/>
            <a:ext cx="12343465" cy="3355598"/>
            <a:chOff x="10121433" y="2372121"/>
            <a:chExt cx="6318718" cy="1693845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3383E3BB-56B0-E4BC-BE5F-DE28157194A5}"/>
                </a:ext>
              </a:extLst>
            </p:cNvPr>
            <p:cNvSpPr txBox="1"/>
            <p:nvPr/>
          </p:nvSpPr>
          <p:spPr>
            <a:xfrm>
              <a:off x="10717809" y="2372121"/>
              <a:ext cx="5722342" cy="16827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ECF1F1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研究概要・目的</a:t>
              </a:r>
              <a:endParaRPr lang="en-US" sz="4800" dirty="0">
                <a:solidFill>
                  <a:srgbClr val="ECF1F1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ECF1F1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課題</a:t>
              </a:r>
              <a:endParaRPr lang="en-US" altLang="ja-JP" sz="4800" dirty="0">
                <a:solidFill>
                  <a:srgbClr val="ECF1F1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9000"/>
                </a:lnSpc>
              </a:pPr>
              <a:r>
                <a:rPr lang="ja-JP" altLang="en-US" sz="4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研究計画</a:t>
              </a:r>
              <a:endParaRPr lang="en-US" sz="4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622A8E3A-7D43-1684-B67A-3D60CBD93937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1693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9000"/>
                </a:lnSpc>
              </a:pPr>
              <a:r>
                <a:rPr lang="en-US" sz="4800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0046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0B380CD6-6546-7D10-A42A-9E7F5014A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BD478F2-93FB-7553-E103-A6B3839A5A0D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7D11835D-57AA-BE86-BCDE-68226B602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3B78E05A-DEF5-2D6B-B55B-DB82EC5920C4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EEE9B645-6430-60ED-1258-90350A0DD8B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7D062015-C78C-B7BE-0F9C-81E88D230C46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60F8FF6D-0F13-7307-815B-B6A9447179C4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41D664AF-D53E-642F-86FD-B1A855E2DB95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39CA5124-E45E-0CB1-1810-EE57DA2A98C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C0A1028B-7828-4E23-A025-A2A2D2431AD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C17D89E3-8887-6561-DC46-CE8A5DF780C6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5489C4AE-4A0B-0D6B-1EBE-B87B0D43218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6322874F-AD47-9232-CAC5-BCBEFE78F56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A393E3CE-4414-5AEF-237E-CCB155796221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340D6A49-4FDE-F2E2-098C-1B68ABAF617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D07D97A3-99DD-DF89-C8F5-40F48C6E3FF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99EC6C07-FABB-D71C-DE41-019BC555F7B8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8</a:t>
            </a:fld>
            <a:endParaRPr lang="en-US" sz="2400" dirty="0"/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0BAFD11F-3F10-483E-AB62-E981D12E43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7778923"/>
              </p:ext>
            </p:extLst>
          </p:nvPr>
        </p:nvGraphicFramePr>
        <p:xfrm>
          <a:off x="1229209" y="2247900"/>
          <a:ext cx="16623860" cy="664516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64024">
                  <a:extLst>
                    <a:ext uri="{9D8B030D-6E8A-4147-A177-3AD203B41FA5}">
                      <a16:colId xmlns:a16="http://schemas.microsoft.com/office/drawing/2014/main" val="3953687446"/>
                    </a:ext>
                  </a:extLst>
                </a:gridCol>
                <a:gridCol w="1196653">
                  <a:extLst>
                    <a:ext uri="{9D8B030D-6E8A-4147-A177-3AD203B41FA5}">
                      <a16:colId xmlns:a16="http://schemas.microsoft.com/office/drawing/2014/main" val="1960058633"/>
                    </a:ext>
                  </a:extLst>
                </a:gridCol>
                <a:gridCol w="1196653">
                  <a:extLst>
                    <a:ext uri="{9D8B030D-6E8A-4147-A177-3AD203B41FA5}">
                      <a16:colId xmlns:a16="http://schemas.microsoft.com/office/drawing/2014/main" val="3720012584"/>
                    </a:ext>
                  </a:extLst>
                </a:gridCol>
                <a:gridCol w="1196653">
                  <a:extLst>
                    <a:ext uri="{9D8B030D-6E8A-4147-A177-3AD203B41FA5}">
                      <a16:colId xmlns:a16="http://schemas.microsoft.com/office/drawing/2014/main" val="2249843332"/>
                    </a:ext>
                  </a:extLst>
                </a:gridCol>
                <a:gridCol w="1196653">
                  <a:extLst>
                    <a:ext uri="{9D8B030D-6E8A-4147-A177-3AD203B41FA5}">
                      <a16:colId xmlns:a16="http://schemas.microsoft.com/office/drawing/2014/main" val="980012164"/>
                    </a:ext>
                  </a:extLst>
                </a:gridCol>
                <a:gridCol w="1196653">
                  <a:extLst>
                    <a:ext uri="{9D8B030D-6E8A-4147-A177-3AD203B41FA5}">
                      <a16:colId xmlns:a16="http://schemas.microsoft.com/office/drawing/2014/main" val="149286319"/>
                    </a:ext>
                  </a:extLst>
                </a:gridCol>
                <a:gridCol w="1196653">
                  <a:extLst>
                    <a:ext uri="{9D8B030D-6E8A-4147-A177-3AD203B41FA5}">
                      <a16:colId xmlns:a16="http://schemas.microsoft.com/office/drawing/2014/main" val="510820189"/>
                    </a:ext>
                  </a:extLst>
                </a:gridCol>
                <a:gridCol w="1196653">
                  <a:extLst>
                    <a:ext uri="{9D8B030D-6E8A-4147-A177-3AD203B41FA5}">
                      <a16:colId xmlns:a16="http://schemas.microsoft.com/office/drawing/2014/main" val="3091068966"/>
                    </a:ext>
                  </a:extLst>
                </a:gridCol>
                <a:gridCol w="1196653">
                  <a:extLst>
                    <a:ext uri="{9D8B030D-6E8A-4147-A177-3AD203B41FA5}">
                      <a16:colId xmlns:a16="http://schemas.microsoft.com/office/drawing/2014/main" val="611219766"/>
                    </a:ext>
                  </a:extLst>
                </a:gridCol>
                <a:gridCol w="1196653">
                  <a:extLst>
                    <a:ext uri="{9D8B030D-6E8A-4147-A177-3AD203B41FA5}">
                      <a16:colId xmlns:a16="http://schemas.microsoft.com/office/drawing/2014/main" val="3911321481"/>
                    </a:ext>
                  </a:extLst>
                </a:gridCol>
                <a:gridCol w="1196653">
                  <a:extLst>
                    <a:ext uri="{9D8B030D-6E8A-4147-A177-3AD203B41FA5}">
                      <a16:colId xmlns:a16="http://schemas.microsoft.com/office/drawing/2014/main" val="2429867615"/>
                    </a:ext>
                  </a:extLst>
                </a:gridCol>
                <a:gridCol w="1196653">
                  <a:extLst>
                    <a:ext uri="{9D8B030D-6E8A-4147-A177-3AD203B41FA5}">
                      <a16:colId xmlns:a16="http://schemas.microsoft.com/office/drawing/2014/main" val="1838375867"/>
                    </a:ext>
                  </a:extLst>
                </a:gridCol>
                <a:gridCol w="1196653">
                  <a:extLst>
                    <a:ext uri="{9D8B030D-6E8A-4147-A177-3AD203B41FA5}">
                      <a16:colId xmlns:a16="http://schemas.microsoft.com/office/drawing/2014/main" val="2465989910"/>
                    </a:ext>
                  </a:extLst>
                </a:gridCol>
              </a:tblGrid>
              <a:tr h="98973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項目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4</a:t>
                      </a:r>
                      <a:r>
                        <a:rPr kumimoji="1" lang="ja-JP" altLang="en-US" sz="32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5</a:t>
                      </a:r>
                      <a:r>
                        <a:rPr kumimoji="1" lang="ja-JP" altLang="en-US" sz="32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6</a:t>
                      </a:r>
                      <a:r>
                        <a:rPr kumimoji="1" lang="ja-JP" altLang="en-US" sz="32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32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7</a:t>
                      </a:r>
                      <a:r>
                        <a:rPr kumimoji="1" lang="ja-JP" altLang="en-US" sz="32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32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8</a:t>
                      </a:r>
                      <a:r>
                        <a:rPr kumimoji="1" lang="ja-JP" altLang="en-US" sz="32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9</a:t>
                      </a:r>
                      <a:r>
                        <a:rPr kumimoji="1" lang="ja-JP" altLang="en-US" sz="32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10</a:t>
                      </a:r>
                      <a:r>
                        <a:rPr kumimoji="1" lang="ja-JP" altLang="en-US" sz="32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11</a:t>
                      </a:r>
                      <a:r>
                        <a:rPr kumimoji="1" lang="ja-JP" altLang="en-US" sz="32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12</a:t>
                      </a:r>
                      <a:r>
                        <a:rPr kumimoji="1" lang="ja-JP" altLang="en-US" sz="32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</a:t>
                      </a:r>
                      <a:r>
                        <a:rPr kumimoji="1" lang="ja-JP" altLang="en-US" sz="32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32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2</a:t>
                      </a:r>
                      <a:r>
                        <a:rPr kumimoji="1" lang="ja-JP" altLang="en-US" sz="32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32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3</a:t>
                      </a:r>
                      <a:r>
                        <a:rPr kumimoji="1" lang="ja-JP" altLang="en-US" sz="32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924179"/>
                  </a:ext>
                </a:extLst>
              </a:tr>
              <a:tr h="113108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特徴量抽出手法の比較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436297"/>
                  </a:ext>
                </a:extLst>
              </a:tr>
              <a:tr h="11310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アンサンブル，</a:t>
                      </a:r>
                      <a:endParaRPr kumimoji="1" lang="en-US" altLang="ja-JP" sz="24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モデル選定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80657"/>
                  </a:ext>
                </a:extLst>
              </a:tr>
              <a:tr h="11310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音響データを直接入力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024575"/>
                  </a:ext>
                </a:extLst>
              </a:tr>
              <a:tr h="11310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規制基準，</a:t>
                      </a:r>
                      <a:endParaRPr kumimoji="1" lang="en-US" altLang="ja-JP" sz="24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検知要件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689874"/>
                  </a:ext>
                </a:extLst>
              </a:tr>
              <a:tr h="11310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検知手法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5952861"/>
                  </a:ext>
                </a:extLst>
              </a:tr>
            </a:tbl>
          </a:graphicData>
        </a:graphic>
      </p:graphicFrame>
      <p:sp>
        <p:nvSpPr>
          <p:cNvPr id="4" name="矢印: 五方向 3">
            <a:extLst>
              <a:ext uri="{FF2B5EF4-FFF2-40B4-BE49-F238E27FC236}">
                <a16:creationId xmlns:a16="http://schemas.microsoft.com/office/drawing/2014/main" id="{CED69314-6E5C-D99F-C791-7A0B1D5015E9}"/>
              </a:ext>
            </a:extLst>
          </p:cNvPr>
          <p:cNvSpPr/>
          <p:nvPr/>
        </p:nvSpPr>
        <p:spPr>
          <a:xfrm>
            <a:off x="3741879" y="3385444"/>
            <a:ext cx="1981200" cy="732865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schemeClr val="tx2">
                    <a:lumMod val="50000"/>
                  </a:schemeClr>
                </a:solidFill>
                <a:latin typeface="Source Han Sans JP Medium" panose="020B0600070205080204" charset="-128"/>
                <a:ea typeface="Source Han Sans JP Medium" panose="020B0600070205080204" charset="-128"/>
              </a:rPr>
              <a:t>特徴量比較</a:t>
            </a:r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F4C6E962-1682-6D74-EA96-1F07AA9F6988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研究計画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6" name="矢印: 五方向 5">
            <a:extLst>
              <a:ext uri="{FF2B5EF4-FFF2-40B4-BE49-F238E27FC236}">
                <a16:creationId xmlns:a16="http://schemas.microsoft.com/office/drawing/2014/main" id="{DD79D3BB-80F7-8916-2E2E-20821B465AE0}"/>
              </a:ext>
            </a:extLst>
          </p:cNvPr>
          <p:cNvSpPr/>
          <p:nvPr/>
        </p:nvSpPr>
        <p:spPr>
          <a:xfrm>
            <a:off x="3760929" y="8005824"/>
            <a:ext cx="13868400" cy="732865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2">
                    <a:lumMod val="50000"/>
                  </a:schemeClr>
                </a:solidFill>
                <a:latin typeface="Source Han Sans JP Bold" panose="020B0600070205080204" charset="-128"/>
                <a:ea typeface="Source Han Sans JP Bold" panose="020B0600070205080204" charset="-128"/>
              </a:rPr>
              <a:t>沸騰発生検知手法のブラッシュアップ</a:t>
            </a:r>
          </a:p>
        </p:txBody>
      </p:sp>
      <p:sp>
        <p:nvSpPr>
          <p:cNvPr id="8" name="矢印: 五方向 7">
            <a:extLst>
              <a:ext uri="{FF2B5EF4-FFF2-40B4-BE49-F238E27FC236}">
                <a16:creationId xmlns:a16="http://schemas.microsoft.com/office/drawing/2014/main" id="{8F75FE00-4B22-9166-8C5B-54F7C0F5F6D7}"/>
              </a:ext>
            </a:extLst>
          </p:cNvPr>
          <p:cNvSpPr/>
          <p:nvPr/>
        </p:nvSpPr>
        <p:spPr>
          <a:xfrm>
            <a:off x="4751529" y="5656876"/>
            <a:ext cx="1981200" cy="732865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2">
                    <a:lumMod val="50000"/>
                  </a:schemeClr>
                </a:solidFill>
                <a:latin typeface="Source Han Sans JP Medium" panose="020B0600070205080204" charset="-128"/>
                <a:ea typeface="Source Han Sans JP Medium" panose="020B0600070205080204" charset="-128"/>
              </a:rPr>
              <a:t>検証</a:t>
            </a:r>
          </a:p>
        </p:txBody>
      </p:sp>
      <p:sp>
        <p:nvSpPr>
          <p:cNvPr id="9" name="矢印: 五方向 8">
            <a:extLst>
              <a:ext uri="{FF2B5EF4-FFF2-40B4-BE49-F238E27FC236}">
                <a16:creationId xmlns:a16="http://schemas.microsoft.com/office/drawing/2014/main" id="{C45674A9-C2DD-7C0B-F502-396B59ECCEB3}"/>
              </a:ext>
            </a:extLst>
          </p:cNvPr>
          <p:cNvSpPr/>
          <p:nvPr/>
        </p:nvSpPr>
        <p:spPr>
          <a:xfrm>
            <a:off x="3760929" y="6764445"/>
            <a:ext cx="7924800" cy="732865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2">
                    <a:lumMod val="50000"/>
                  </a:schemeClr>
                </a:solidFill>
                <a:latin typeface="Source Han Sans JP Medium" panose="020B0600070205080204" charset="-128"/>
                <a:ea typeface="Source Han Sans JP Medium" panose="020B0600070205080204" charset="-128"/>
              </a:rPr>
              <a:t>目標となる精度があれば進めやすい</a:t>
            </a:r>
          </a:p>
        </p:txBody>
      </p:sp>
      <p:sp>
        <p:nvSpPr>
          <p:cNvPr id="26" name="矢印: 五方向 25">
            <a:extLst>
              <a:ext uri="{FF2B5EF4-FFF2-40B4-BE49-F238E27FC236}">
                <a16:creationId xmlns:a16="http://schemas.microsoft.com/office/drawing/2014/main" id="{19D6C7A6-E3D6-7DFD-469F-CF570BB12E9C}"/>
              </a:ext>
            </a:extLst>
          </p:cNvPr>
          <p:cNvSpPr/>
          <p:nvPr/>
        </p:nvSpPr>
        <p:spPr>
          <a:xfrm>
            <a:off x="6732729" y="5656876"/>
            <a:ext cx="2667000" cy="732865"/>
          </a:xfrm>
          <a:prstGeom prst="homePlate">
            <a:avLst/>
          </a:prstGeom>
          <a:solidFill>
            <a:srgbClr val="F79646">
              <a:alpha val="50196"/>
            </a:srgb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600" b="1" dirty="0">
                <a:solidFill>
                  <a:schemeClr val="tx2">
                    <a:lumMod val="50000"/>
                  </a:schemeClr>
                </a:solidFill>
                <a:latin typeface="Source Han Sans JP Medium" panose="020B0600070205080204" charset="-128"/>
                <a:ea typeface="Source Han Sans JP Medium" panose="020B0600070205080204" charset="-128"/>
              </a:rPr>
              <a:t>有効なら実施</a:t>
            </a:r>
          </a:p>
        </p:txBody>
      </p:sp>
      <p:sp>
        <p:nvSpPr>
          <p:cNvPr id="27" name="矢印: 五方向 26">
            <a:extLst>
              <a:ext uri="{FF2B5EF4-FFF2-40B4-BE49-F238E27FC236}">
                <a16:creationId xmlns:a16="http://schemas.microsoft.com/office/drawing/2014/main" id="{569873D6-F47A-88D4-9773-6154E12E757C}"/>
              </a:ext>
            </a:extLst>
          </p:cNvPr>
          <p:cNvSpPr/>
          <p:nvPr/>
        </p:nvSpPr>
        <p:spPr>
          <a:xfrm>
            <a:off x="5970729" y="4549307"/>
            <a:ext cx="5715000" cy="732865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schemeClr val="tx2">
                    <a:lumMod val="50000"/>
                  </a:schemeClr>
                </a:solidFill>
                <a:latin typeface="Source Han Sans JP Medium" panose="020B0600070205080204" charset="-128"/>
                <a:ea typeface="Source Han Sans JP Medium" panose="020B0600070205080204" charset="-128"/>
              </a:rPr>
              <a:t>アンサンブルモデル比較＆組み合わせ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CAAA4376-A0C6-3789-97E3-1184C68C6A30}"/>
              </a:ext>
            </a:extLst>
          </p:cNvPr>
          <p:cNvSpPr txBox="1"/>
          <p:nvPr/>
        </p:nvSpPr>
        <p:spPr>
          <a:xfrm>
            <a:off x="5339433" y="3869281"/>
            <a:ext cx="40418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5276F8"/>
              </a:buClr>
              <a:buFont typeface="Wingdings" panose="05000000000000000000" pitchFamily="2" charset="2"/>
              <a:buChar char="l"/>
            </a:pPr>
            <a:r>
              <a:rPr kumimoji="1" lang="ja-JP" altLang="en-US" sz="2400" dirty="0">
                <a:latin typeface="Source Han Sans JP Bold" panose="020B0600070205080204" charset="-128"/>
                <a:ea typeface="Source Han Sans JP Bold" panose="020B0600070205080204" charset="-128"/>
              </a:rPr>
              <a:t>最適な特徴量を見つける</a:t>
            </a:r>
            <a:endParaRPr kumimoji="1" lang="en-US" altLang="ja-JP" sz="2400" dirty="0">
              <a:latin typeface="Source Han Sans JP Bold" panose="020B0600070205080204" charset="-128"/>
              <a:ea typeface="Source Han Sans JP Bold" panose="020B0600070205080204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3CE984FA-D24D-187F-1D2F-EA2D59E4B47E}"/>
              </a:ext>
            </a:extLst>
          </p:cNvPr>
          <p:cNvSpPr txBox="1"/>
          <p:nvPr/>
        </p:nvSpPr>
        <p:spPr>
          <a:xfrm>
            <a:off x="9979330" y="5063489"/>
            <a:ext cx="33505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5276F8"/>
              </a:buClr>
              <a:buFont typeface="Wingdings" panose="05000000000000000000" pitchFamily="2" charset="2"/>
              <a:buChar char="l"/>
            </a:pPr>
            <a:r>
              <a:rPr kumimoji="1" lang="ja-JP" altLang="en-US" sz="2400" dirty="0">
                <a:latin typeface="Source Han Sans JP Bold" panose="020B0600070205080204" charset="-128"/>
                <a:ea typeface="Source Han Sans JP Bold" panose="020B0600070205080204" charset="-128"/>
              </a:rPr>
              <a:t>アンサンブル手法の最適化</a:t>
            </a:r>
            <a:endParaRPr kumimoji="1" lang="en-US" altLang="ja-JP" sz="2400" dirty="0">
              <a:latin typeface="Source Han Sans JP Bold" panose="020B0600070205080204" charset="-128"/>
              <a:ea typeface="Source Han Sans JP Bold" panose="020B0600070205080204" charset="-128"/>
            </a:endParaRPr>
          </a:p>
          <a:p>
            <a:pPr marL="342900" indent="-342900">
              <a:buClr>
                <a:srgbClr val="5276F8"/>
              </a:buClr>
              <a:buFont typeface="Wingdings" panose="05000000000000000000" pitchFamily="2" charset="2"/>
              <a:buChar char="l"/>
            </a:pPr>
            <a:r>
              <a:rPr kumimoji="1" lang="ja-JP" altLang="en-US" sz="2400" dirty="0">
                <a:latin typeface="Source Han Sans JP Bold" panose="020B0600070205080204" charset="-128"/>
                <a:ea typeface="Source Han Sans JP Bold" panose="020B0600070205080204" charset="-128"/>
              </a:rPr>
              <a:t>モデル検証</a:t>
            </a:r>
          </a:p>
        </p:txBody>
      </p: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1FA9E08E-F9D0-2657-BD04-6E9EC8B14DEF}"/>
              </a:ext>
            </a:extLst>
          </p:cNvPr>
          <p:cNvGrpSpPr/>
          <p:nvPr/>
        </p:nvGrpSpPr>
        <p:grpSpPr>
          <a:xfrm>
            <a:off x="13335073" y="8660403"/>
            <a:ext cx="5335786" cy="887348"/>
            <a:chOff x="9451393" y="-492284"/>
            <a:chExt cx="5413599" cy="887348"/>
          </a:xfrm>
        </p:grpSpPr>
        <p:sp>
          <p:nvSpPr>
            <p:cNvPr id="32" name="四角形: 角を丸くする 31">
              <a:extLst>
                <a:ext uri="{FF2B5EF4-FFF2-40B4-BE49-F238E27FC236}">
                  <a16:creationId xmlns:a16="http://schemas.microsoft.com/office/drawing/2014/main" id="{C4E98409-1EFE-4EE4-36B0-D6B42EA82537}"/>
                </a:ext>
              </a:extLst>
            </p:cNvPr>
            <p:cNvSpPr/>
            <p:nvPr/>
          </p:nvSpPr>
          <p:spPr>
            <a:xfrm>
              <a:off x="9451393" y="-492284"/>
              <a:ext cx="4468671" cy="887348"/>
            </a:xfrm>
            <a:prstGeom prst="roundRect">
              <a:avLst/>
            </a:prstGeom>
            <a:solidFill>
              <a:srgbClr val="CFE3E3"/>
            </a:solidFill>
            <a:ln w="57150"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TextBox 24">
              <a:extLst>
                <a:ext uri="{FF2B5EF4-FFF2-40B4-BE49-F238E27FC236}">
                  <a16:creationId xmlns:a16="http://schemas.microsoft.com/office/drawing/2014/main" id="{74B38FA1-3CD0-E30D-058A-9A4AD0A43FB5}"/>
                </a:ext>
              </a:extLst>
            </p:cNvPr>
            <p:cNvSpPr txBox="1"/>
            <p:nvPr/>
          </p:nvSpPr>
          <p:spPr>
            <a:xfrm>
              <a:off x="9642703" y="-345695"/>
              <a:ext cx="5222289" cy="61401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l">
                <a:lnSpc>
                  <a:spcPts val="5000"/>
                </a:lnSpc>
                <a:spcBef>
                  <a:spcPct val="0"/>
                </a:spcBef>
                <a:buClr>
                  <a:srgbClr val="5276F8"/>
                </a:buClr>
                <a:buFont typeface="Wingdings" panose="05000000000000000000" pitchFamily="2" charset="2"/>
                <a:buChar char="l"/>
              </a:pPr>
              <a:r>
                <a:rPr lang="ja-JP" altLang="en-US" sz="4000" dirty="0">
                  <a:latin typeface="Source Han Sans JP Medium" panose="020B0600070205080204" charset="-128"/>
                  <a:ea typeface="Source Han Sans JP Medium" panose="020B0600070205080204" charset="-128"/>
                  <a:cs typeface="Source Han Sans JP Medium"/>
                  <a:sym typeface="Source Han Sans JP Medium"/>
                </a:rPr>
                <a:t>検知手法の改善</a:t>
              </a:r>
              <a:endParaRPr lang="en-US" sz="40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endParaRPr>
            </a:p>
          </p:txBody>
        </p: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351CF2B0-F27F-5464-969D-51E962AD3E3D}"/>
              </a:ext>
            </a:extLst>
          </p:cNvPr>
          <p:cNvGrpSpPr/>
          <p:nvPr/>
        </p:nvGrpSpPr>
        <p:grpSpPr>
          <a:xfrm>
            <a:off x="14143921" y="4624788"/>
            <a:ext cx="3436079" cy="1764953"/>
            <a:chOff x="10746061" y="-999514"/>
            <a:chExt cx="3959969" cy="1612397"/>
          </a:xfrm>
        </p:grpSpPr>
        <p:sp>
          <p:nvSpPr>
            <p:cNvPr id="34" name="四角形: 角を丸くする 33">
              <a:extLst>
                <a:ext uri="{FF2B5EF4-FFF2-40B4-BE49-F238E27FC236}">
                  <a16:creationId xmlns:a16="http://schemas.microsoft.com/office/drawing/2014/main" id="{484570D7-59C6-538F-0D7E-5333F427BF8B}"/>
                </a:ext>
              </a:extLst>
            </p:cNvPr>
            <p:cNvSpPr/>
            <p:nvPr/>
          </p:nvSpPr>
          <p:spPr>
            <a:xfrm>
              <a:off x="10746061" y="-999514"/>
              <a:ext cx="3810001" cy="1612397"/>
            </a:xfrm>
            <a:prstGeom prst="roundRect">
              <a:avLst/>
            </a:prstGeom>
            <a:solidFill>
              <a:srgbClr val="CFE3E3"/>
            </a:solidFill>
            <a:ln w="57150"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" name="TextBox 24">
              <a:extLst>
                <a:ext uri="{FF2B5EF4-FFF2-40B4-BE49-F238E27FC236}">
                  <a16:creationId xmlns:a16="http://schemas.microsoft.com/office/drawing/2014/main" id="{A465F654-A8FB-74B7-1E05-BFA7B370EAC9}"/>
                </a:ext>
              </a:extLst>
            </p:cNvPr>
            <p:cNvSpPr txBox="1"/>
            <p:nvPr/>
          </p:nvSpPr>
          <p:spPr>
            <a:xfrm>
              <a:off x="10896030" y="-720803"/>
              <a:ext cx="3810000" cy="114671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l">
                <a:lnSpc>
                  <a:spcPts val="5000"/>
                </a:lnSpc>
                <a:spcBef>
                  <a:spcPct val="0"/>
                </a:spcBef>
                <a:buClr>
                  <a:srgbClr val="5276F8"/>
                </a:buClr>
                <a:buFont typeface="Wingdings" panose="05000000000000000000" pitchFamily="2" charset="2"/>
                <a:buChar char="l"/>
              </a:pPr>
              <a:r>
                <a:rPr lang="ja-JP" altLang="en-US" sz="4000" dirty="0">
                  <a:latin typeface="Source Han Sans JP Medium" panose="020B0600070205080204" charset="-128"/>
                  <a:ea typeface="Source Han Sans JP Medium" panose="020B0600070205080204" charset="-128"/>
                  <a:cs typeface="Source Han Sans JP Medium"/>
                  <a:sym typeface="Source Han Sans JP Medium"/>
                </a:rPr>
                <a:t>機械学習の精度向上</a:t>
              </a:r>
              <a:endParaRPr lang="en-US" sz="40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 Medium"/>
                <a:sym typeface="Source Han Sans JP Medium"/>
              </a:endParaRPr>
            </a:p>
          </p:txBody>
        </p:sp>
      </p:grpSp>
      <p:sp>
        <p:nvSpPr>
          <p:cNvPr id="39" name="右中かっこ 38">
            <a:extLst>
              <a:ext uri="{FF2B5EF4-FFF2-40B4-BE49-F238E27FC236}">
                <a16:creationId xmlns:a16="http://schemas.microsoft.com/office/drawing/2014/main" id="{96184B92-EC6C-508E-0E92-B48F9A0DEEE5}"/>
              </a:ext>
            </a:extLst>
          </p:cNvPr>
          <p:cNvSpPr/>
          <p:nvPr/>
        </p:nvSpPr>
        <p:spPr>
          <a:xfrm>
            <a:off x="13061610" y="3354241"/>
            <a:ext cx="756506" cy="4329576"/>
          </a:xfrm>
          <a:prstGeom prst="rightBrace">
            <a:avLst>
              <a:gd name="adj1" fmla="val 35559"/>
              <a:gd name="adj2" fmla="val 49559"/>
            </a:avLst>
          </a:prstGeom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C46357B3-5D0E-71E9-3793-974947C347DC}"/>
              </a:ext>
            </a:extLst>
          </p:cNvPr>
          <p:cNvSpPr txBox="1"/>
          <p:nvPr/>
        </p:nvSpPr>
        <p:spPr>
          <a:xfrm>
            <a:off x="5742129" y="6229485"/>
            <a:ext cx="20105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5276F8"/>
              </a:buClr>
              <a:buFont typeface="Wingdings" panose="05000000000000000000" pitchFamily="2" charset="2"/>
              <a:buChar char="l"/>
            </a:pPr>
            <a:r>
              <a:rPr kumimoji="1" lang="ja-JP" altLang="en-US" sz="2400" dirty="0">
                <a:latin typeface="Source Han Sans JP Bold" panose="020B0600070205080204" charset="-128"/>
                <a:ea typeface="Source Han Sans JP Bold" panose="020B0600070205080204" charset="-128"/>
              </a:rPr>
              <a:t>画像</a:t>
            </a:r>
            <a:r>
              <a:rPr kumimoji="1" lang="en-US" altLang="ja-JP" sz="2400" dirty="0">
                <a:latin typeface="Source Han Sans JP Bold" panose="020B0600070205080204" charset="-128"/>
                <a:ea typeface="Source Han Sans JP Bold" panose="020B0600070205080204" charset="-128"/>
              </a:rPr>
              <a:t>VS</a:t>
            </a:r>
            <a:r>
              <a:rPr kumimoji="1" lang="ja-JP" altLang="en-US" sz="2400" dirty="0">
                <a:latin typeface="Source Han Sans JP Bold" panose="020B0600070205080204" charset="-128"/>
                <a:ea typeface="Source Han Sans JP Bold" panose="020B0600070205080204" charset="-128"/>
              </a:rPr>
              <a:t>音</a:t>
            </a:r>
          </a:p>
        </p:txBody>
      </p:sp>
    </p:spTree>
    <p:extLst>
      <p:ext uri="{BB962C8B-B14F-4D97-AF65-F5344CB8AC3E}">
        <p14:creationId xmlns:p14="http://schemas.microsoft.com/office/powerpoint/2010/main" val="761964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AF64734-8985-81E7-F02C-1F029A1E5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A27A156E-8575-6B69-3622-E39FE025C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66CE293C-5E1F-D18B-FDB5-65D382214842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6966F3BC-CA96-088C-0BC0-9F1CDC571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1E1E0F52-8445-CFF5-E8F5-1DA3652875F4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AA7B44FE-C6D6-E641-E877-AB39157888C8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8457E236-8E0F-A1E6-C866-D08525F305F9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2CFB77E1-55B9-6DAC-DAC7-0D6224378FD5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1568253F-8C4A-AFC2-A164-FCDDA21278C1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59406484-643D-B43D-711B-AC121845886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DD767C6C-9D45-CD83-BA9D-1CC1FE433EB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DE2EB27D-B1FA-DA25-C3AC-2C33F8BBF004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1FCDB979-A4B9-F2C9-C274-5A66996D55F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585D3DC2-05F1-9758-61E0-7252AB0F9C6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74041AA0-9856-2EDC-4DBC-3C6BDCB952DA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D4C95E30-A392-7B8E-DA75-5129C342B65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8D2236D4-6E05-37AF-0079-3422FEB9A04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C72CE283-7FFF-5153-2645-DD8BA021BEDC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9</a:t>
            </a:fld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61804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3F31921-B9FC-3DA2-B765-8A0BBA4C4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DBF47597-5171-166F-315A-BD02F0932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193738A-DFDC-3E1B-8EA4-1C5A472B367C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F169EBC2-5E7B-3555-E436-A4172F481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7F4CBB17-4D36-FE32-2C0C-11836061C7E3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AB79A041-70A5-4B0B-BBF7-7696516B3622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8A29C6B5-A687-2034-B604-03DB0845CB9F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D465CA50-DCD9-E6D1-DF50-26EDD12BCA4E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577A288C-1C2E-C07C-1C06-8422BC8B08F1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F8588DBA-4A30-EC6C-9035-85D6BA240FE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F2003900-3796-3F86-EB96-0E0E66E3B8D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B350E013-3D70-3E7F-C4B6-8517EC5CB7F3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C173C1D9-4CE9-93FC-FD61-9710D7383256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3D772C60-8A47-7764-F787-8B2B9E186C9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F4F462E7-CE58-683B-75EC-F8D7FAF42AC4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5B63D461-705B-0407-0394-EF8CF7C3C69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D5024502-93C6-2444-B0F5-CC3F5A4C43C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C410EC24-8FBF-330D-E681-616ADBCF2827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10</a:t>
            </a:fld>
            <a:endParaRPr lang="en-US" sz="2400" dirty="0"/>
          </a:p>
        </p:txBody>
      </p:sp>
      <p:sp>
        <p:nvSpPr>
          <p:cNvPr id="40" name="四角形: 角を丸くする 39">
            <a:extLst>
              <a:ext uri="{FF2B5EF4-FFF2-40B4-BE49-F238E27FC236}">
                <a16:creationId xmlns:a16="http://schemas.microsoft.com/office/drawing/2014/main" id="{FBA93A78-E2A3-2B8A-54F0-862FD69A2B5D}"/>
              </a:ext>
            </a:extLst>
          </p:cNvPr>
          <p:cNvSpPr/>
          <p:nvPr/>
        </p:nvSpPr>
        <p:spPr>
          <a:xfrm>
            <a:off x="4505864" y="3248630"/>
            <a:ext cx="9796460" cy="4374019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3406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CDA979A-2232-B18F-94AD-CE522D420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A7B271B-5ABC-22CA-D17A-37FB9584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B6907253-5DFE-D856-0578-347D8EC8EC25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BAAC7754-86CA-3FFF-3BD1-1D68547A5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F2DCDF5B-E11A-7623-CE80-751974F6E981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4726FDD1-E140-7398-6DE0-FABEA317E5C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56E3F16A-16C7-EEAC-22BC-F6A786BB6770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2CAB03A1-094E-D0F2-240D-924E676976D8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DAB48B91-42CE-B23B-D329-E6CEAB4AB32A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AA38163E-472D-88F0-5AC0-909456E2C3FF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E776157F-3EFE-B90B-9B16-25C6CA7AC94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1970744D-84EB-1F9D-AE65-A4498CA8C995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CCD00C64-A0C9-C0D9-22C9-569C9AF08EF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77CCE5B6-F293-4F0A-A78D-2D2957C1E7F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EA5147E1-4B27-A80D-AD07-8BA0AC1C610F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D7F44DCD-7218-FCF2-EAF1-9F8608304787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B8FDF732-E1E1-3DFA-DA38-E3EE41D46AF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FB2592BE-DC5F-84A8-CD14-1E93CBEC8EA8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11</a:t>
            </a:fld>
            <a:endParaRPr lang="en-US" sz="2400" dirty="0"/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23564E9A-48F7-A2BF-BDB9-894FE932ACB4}"/>
              </a:ext>
            </a:extLst>
          </p:cNvPr>
          <p:cNvGrpSpPr/>
          <p:nvPr/>
        </p:nvGrpSpPr>
        <p:grpSpPr>
          <a:xfrm>
            <a:off x="1418285" y="2853056"/>
            <a:ext cx="2109371" cy="6698440"/>
            <a:chOff x="1418285" y="2853056"/>
            <a:chExt cx="2109371" cy="6698440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CB7EBC46-835F-0297-30D3-0E98C64C6C35}"/>
                </a:ext>
              </a:extLst>
            </p:cNvPr>
            <p:cNvGrpSpPr/>
            <p:nvPr/>
          </p:nvGrpSpPr>
          <p:grpSpPr>
            <a:xfrm>
              <a:off x="1418285" y="2853056"/>
              <a:ext cx="2109371" cy="1008000"/>
              <a:chOff x="1656058" y="3294906"/>
              <a:chExt cx="2109371" cy="1008000"/>
            </a:xfrm>
          </p:grpSpPr>
          <p:sp>
            <p:nvSpPr>
              <p:cNvPr id="36" name="楕円 35">
                <a:extLst>
                  <a:ext uri="{FF2B5EF4-FFF2-40B4-BE49-F238E27FC236}">
                    <a16:creationId xmlns:a16="http://schemas.microsoft.com/office/drawing/2014/main" id="{6E348C05-9A1A-D122-EEAB-CFD55EE6D88D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1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37" name="直線コネクタ 36">
                <a:extLst>
                  <a:ext uri="{FF2B5EF4-FFF2-40B4-BE49-F238E27FC236}">
                    <a16:creationId xmlns:a16="http://schemas.microsoft.com/office/drawing/2014/main" id="{2CF08CEB-2BAA-6612-C602-A26369FE46A4}"/>
                  </a:ext>
                </a:extLst>
              </p:cNvPr>
              <p:cNvCxnSpPr>
                <a:cxnSpLocks/>
                <a:endCxn id="36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458AB4EF-9178-D10F-2B7E-AB53EFC60FC1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sp>
          <p:nvSpPr>
            <p:cNvPr id="5" name="矢印: 下 4">
              <a:extLst>
                <a:ext uri="{FF2B5EF4-FFF2-40B4-BE49-F238E27FC236}">
                  <a16:creationId xmlns:a16="http://schemas.microsoft.com/office/drawing/2014/main" id="{882C9F4E-2EAE-5AFA-4E98-427F2C9D9585}"/>
                </a:ext>
              </a:extLst>
            </p:cNvPr>
            <p:cNvSpPr/>
            <p:nvPr/>
          </p:nvSpPr>
          <p:spPr>
            <a:xfrm>
              <a:off x="2977323" y="3850839"/>
              <a:ext cx="92666" cy="875817"/>
            </a:xfrm>
            <a:prstGeom prst="downArrow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619C0457-BFA4-617F-B1B5-7BB08C4AEE88}"/>
                </a:ext>
              </a:extLst>
            </p:cNvPr>
            <p:cNvGrpSpPr/>
            <p:nvPr/>
          </p:nvGrpSpPr>
          <p:grpSpPr>
            <a:xfrm>
              <a:off x="1418285" y="4750923"/>
              <a:ext cx="2109371" cy="1008000"/>
              <a:chOff x="1656058" y="3294906"/>
              <a:chExt cx="2109371" cy="1008000"/>
            </a:xfrm>
          </p:grpSpPr>
          <p:sp>
            <p:nvSpPr>
              <p:cNvPr id="33" name="楕円 32">
                <a:extLst>
                  <a:ext uri="{FF2B5EF4-FFF2-40B4-BE49-F238E27FC236}">
                    <a16:creationId xmlns:a16="http://schemas.microsoft.com/office/drawing/2014/main" id="{814483B7-FC9A-09AE-F50F-576B0C8F9494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2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34" name="直線コネクタ 33">
                <a:extLst>
                  <a:ext uri="{FF2B5EF4-FFF2-40B4-BE49-F238E27FC236}">
                    <a16:creationId xmlns:a16="http://schemas.microsoft.com/office/drawing/2014/main" id="{A560ABD3-2469-2242-0899-4B910D99EE21}"/>
                  </a:ext>
                </a:extLst>
              </p:cNvPr>
              <p:cNvCxnSpPr>
                <a:cxnSpLocks/>
                <a:endCxn id="33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テキスト ボックス 34">
                <a:extLst>
                  <a:ext uri="{FF2B5EF4-FFF2-40B4-BE49-F238E27FC236}">
                    <a16:creationId xmlns:a16="http://schemas.microsoft.com/office/drawing/2014/main" id="{E10A100C-A7EF-4A15-07CB-FD95148FC385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08CAE8D0-EC04-A256-96D0-EC12F4DE1F94}"/>
                </a:ext>
              </a:extLst>
            </p:cNvPr>
            <p:cNvGrpSpPr/>
            <p:nvPr/>
          </p:nvGrpSpPr>
          <p:grpSpPr>
            <a:xfrm>
              <a:off x="1418285" y="6648790"/>
              <a:ext cx="2109371" cy="1008000"/>
              <a:chOff x="1656058" y="3294906"/>
              <a:chExt cx="2109371" cy="1008000"/>
            </a:xfrm>
          </p:grpSpPr>
          <p:sp>
            <p:nvSpPr>
              <p:cNvPr id="30" name="楕円 29">
                <a:extLst>
                  <a:ext uri="{FF2B5EF4-FFF2-40B4-BE49-F238E27FC236}">
                    <a16:creationId xmlns:a16="http://schemas.microsoft.com/office/drawing/2014/main" id="{D57DB331-D7A3-4F3B-1225-AF1B51264791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3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31" name="直線コネクタ 30">
                <a:extLst>
                  <a:ext uri="{FF2B5EF4-FFF2-40B4-BE49-F238E27FC236}">
                    <a16:creationId xmlns:a16="http://schemas.microsoft.com/office/drawing/2014/main" id="{BC242994-3810-F8C3-F5A0-585E4A64B43E}"/>
                  </a:ext>
                </a:extLst>
              </p:cNvPr>
              <p:cNvCxnSpPr>
                <a:cxnSpLocks/>
                <a:endCxn id="30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C9D61664-2954-9D78-9C5E-BF923A0CE8FC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B3C7638F-6F35-F7EC-7F78-BAEAE0F27CF9}"/>
                </a:ext>
              </a:extLst>
            </p:cNvPr>
            <p:cNvGrpSpPr/>
            <p:nvPr/>
          </p:nvGrpSpPr>
          <p:grpSpPr>
            <a:xfrm>
              <a:off x="1418285" y="8543496"/>
              <a:ext cx="2109371" cy="1008000"/>
              <a:chOff x="1656058" y="3294906"/>
              <a:chExt cx="2109371" cy="1008000"/>
            </a:xfrm>
          </p:grpSpPr>
          <p:sp>
            <p:nvSpPr>
              <p:cNvPr id="27" name="楕円 26">
                <a:extLst>
                  <a:ext uri="{FF2B5EF4-FFF2-40B4-BE49-F238E27FC236}">
                    <a16:creationId xmlns:a16="http://schemas.microsoft.com/office/drawing/2014/main" id="{6ED34ABB-271D-19B8-B07C-9B8099631699}"/>
                  </a:ext>
                </a:extLst>
              </p:cNvPr>
              <p:cNvSpPr/>
              <p:nvPr/>
            </p:nvSpPr>
            <p:spPr>
              <a:xfrm>
                <a:off x="2757429" y="3294906"/>
                <a:ext cx="1008000" cy="1008000"/>
              </a:xfrm>
              <a:prstGeom prst="ellipse">
                <a:avLst/>
              </a:prstGeom>
              <a:solidFill>
                <a:srgbClr val="64A4A3"/>
              </a:solidFill>
              <a:ln>
                <a:solidFill>
                  <a:srgbClr val="64A4A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ja-JP" sz="2800" dirty="0">
                    <a:latin typeface="Source Han Sans JP Bold" panose="020B0600070205080204" charset="-128"/>
                    <a:ea typeface="Source Han Sans JP Bold" panose="020B0600070205080204" charset="-128"/>
                  </a:rPr>
                  <a:t>4</a:t>
                </a:r>
                <a:endParaRPr kumimoji="1" lang="ja-JP" altLang="en-US" sz="2800" dirty="0">
                  <a:latin typeface="Source Han Sans JP Bold" panose="020B0600070205080204" charset="-128"/>
                  <a:ea typeface="Source Han Sans JP Bold" panose="020B0600070205080204" charset="-128"/>
                </a:endParaRPr>
              </a:p>
            </p:txBody>
          </p:sp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F02B6CEA-3828-54E2-4DEA-AC913B84DB1E}"/>
                  </a:ext>
                </a:extLst>
              </p:cNvPr>
              <p:cNvCxnSpPr>
                <a:cxnSpLocks/>
                <a:endCxn id="27" idx="2"/>
              </p:cNvCxnSpPr>
              <p:nvPr/>
            </p:nvCxnSpPr>
            <p:spPr>
              <a:xfrm>
                <a:off x="1656058" y="3798906"/>
                <a:ext cx="1101371" cy="0"/>
              </a:xfrm>
              <a:prstGeom prst="line">
                <a:avLst/>
              </a:prstGeom>
              <a:ln>
                <a:solidFill>
                  <a:srgbClr val="64A4A3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9EAF984D-8798-2A72-8CF7-6E0AC1D81912}"/>
                  </a:ext>
                </a:extLst>
              </p:cNvPr>
              <p:cNvSpPr txBox="1"/>
              <p:nvPr/>
            </p:nvSpPr>
            <p:spPr>
              <a:xfrm>
                <a:off x="1806795" y="3437700"/>
                <a:ext cx="10079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pc="300" dirty="0">
                    <a:solidFill>
                      <a:srgbClr val="64A4A3"/>
                    </a:solidFill>
                    <a:latin typeface="Source Han Sans JP" panose="020B0600070205080204" charset="-128"/>
                    <a:ea typeface="Source Han Sans JP" panose="020B0600070205080204" charset="-128"/>
                  </a:rPr>
                  <a:t>Step</a:t>
                </a:r>
                <a:endParaRPr kumimoji="1" lang="ja-JP" altLang="en-US" spc="300" dirty="0">
                  <a:solidFill>
                    <a:srgbClr val="64A4A3"/>
                  </a:solidFill>
                  <a:latin typeface="Source Han Sans JP" panose="020B0600070205080204" charset="-128"/>
                  <a:ea typeface="Source Han Sans JP" panose="020B0600070205080204" charset="-128"/>
                </a:endParaRPr>
              </a:p>
            </p:txBody>
          </p:sp>
        </p:grpSp>
        <p:sp>
          <p:nvSpPr>
            <p:cNvPr id="9" name="矢印: 下 8">
              <a:extLst>
                <a:ext uri="{FF2B5EF4-FFF2-40B4-BE49-F238E27FC236}">
                  <a16:creationId xmlns:a16="http://schemas.microsoft.com/office/drawing/2014/main" id="{74F26521-2F7F-1B87-CB57-1D58BFF65561}"/>
                </a:ext>
              </a:extLst>
            </p:cNvPr>
            <p:cNvSpPr/>
            <p:nvPr/>
          </p:nvSpPr>
          <p:spPr>
            <a:xfrm>
              <a:off x="2975459" y="5765948"/>
              <a:ext cx="92666" cy="875817"/>
            </a:xfrm>
            <a:prstGeom prst="downArrow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矢印: 下 25">
              <a:extLst>
                <a:ext uri="{FF2B5EF4-FFF2-40B4-BE49-F238E27FC236}">
                  <a16:creationId xmlns:a16="http://schemas.microsoft.com/office/drawing/2014/main" id="{9AE6FACA-FE53-AB50-3856-ED5455A3D375}"/>
                </a:ext>
              </a:extLst>
            </p:cNvPr>
            <p:cNvSpPr/>
            <p:nvPr/>
          </p:nvSpPr>
          <p:spPr>
            <a:xfrm>
              <a:off x="2975459" y="7663815"/>
              <a:ext cx="92666" cy="875817"/>
            </a:xfrm>
            <a:prstGeom prst="downArrow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000279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BAE509-1F5F-44D7-895B-AADA5EB0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寸法や色は場合に応じて調整しましょう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CA4200-D082-429B-A7B9-20EDE7036B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よく使う図形のパターン</a:t>
            </a: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600F27F-842D-4A09-9876-4F4D6FED49D4}"/>
              </a:ext>
            </a:extLst>
          </p:cNvPr>
          <p:cNvGrpSpPr/>
          <p:nvPr/>
        </p:nvGrpSpPr>
        <p:grpSpPr>
          <a:xfrm rot="3516666">
            <a:off x="1625500" y="4280081"/>
            <a:ext cx="1802963" cy="2351474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5" name="二等辺三角形 4">
              <a:extLst>
                <a:ext uri="{FF2B5EF4-FFF2-40B4-BE49-F238E27FC236}">
                  <a16:creationId xmlns:a16="http://schemas.microsoft.com/office/drawing/2014/main" id="{031DCB67-E3C0-40A6-82FC-F3A99614C50C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8F1F7A27-5455-4318-B9EB-F5DC2E371C80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A84CB4AB-8E74-474F-8F79-B603B9235B46}"/>
              </a:ext>
            </a:extLst>
          </p:cNvPr>
          <p:cNvGrpSpPr/>
          <p:nvPr/>
        </p:nvGrpSpPr>
        <p:grpSpPr>
          <a:xfrm>
            <a:off x="5644050" y="3680489"/>
            <a:ext cx="1277850" cy="3301794"/>
            <a:chOff x="4004187" y="2684206"/>
            <a:chExt cx="851900" cy="2201196"/>
          </a:xfrm>
          <a:solidFill>
            <a:srgbClr val="64A4A3"/>
          </a:solidFill>
        </p:grpSpPr>
        <p:sp>
          <p:nvSpPr>
            <p:cNvPr id="16" name="二等辺三角形 15">
              <a:extLst>
                <a:ext uri="{FF2B5EF4-FFF2-40B4-BE49-F238E27FC236}">
                  <a16:creationId xmlns:a16="http://schemas.microsoft.com/office/drawing/2014/main" id="{77F25128-43F7-4D7B-A506-7861040EA63C}"/>
                </a:ext>
              </a:extLst>
            </p:cNvPr>
            <p:cNvSpPr/>
            <p:nvPr/>
          </p:nvSpPr>
          <p:spPr>
            <a:xfrm>
              <a:off x="4004187" y="2684206"/>
              <a:ext cx="851900" cy="405581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17" name="二等辺三角形 16">
              <a:extLst>
                <a:ext uri="{FF2B5EF4-FFF2-40B4-BE49-F238E27FC236}">
                  <a16:creationId xmlns:a16="http://schemas.microsoft.com/office/drawing/2014/main" id="{425DA271-AEFA-45AB-AD52-737DB7EF67C8}"/>
                </a:ext>
              </a:extLst>
            </p:cNvPr>
            <p:cNvSpPr/>
            <p:nvPr/>
          </p:nvSpPr>
          <p:spPr>
            <a:xfrm rot="10800000">
              <a:off x="4172039" y="4653111"/>
              <a:ext cx="516194" cy="232291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18" name="台形 17">
              <a:extLst>
                <a:ext uri="{FF2B5EF4-FFF2-40B4-BE49-F238E27FC236}">
                  <a16:creationId xmlns:a16="http://schemas.microsoft.com/office/drawing/2014/main" id="{0BE03671-A77A-4398-9395-69D34E2C8634}"/>
                </a:ext>
              </a:extLst>
            </p:cNvPr>
            <p:cNvSpPr/>
            <p:nvPr/>
          </p:nvSpPr>
          <p:spPr>
            <a:xfrm rot="10800000">
              <a:off x="4274402" y="3082408"/>
              <a:ext cx="311469" cy="1570703"/>
            </a:xfrm>
            <a:prstGeom prst="trapezoid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53DA5DF4-9734-4A8B-B3F2-EB432821614A}"/>
              </a:ext>
            </a:extLst>
          </p:cNvPr>
          <p:cNvGrpSpPr/>
          <p:nvPr/>
        </p:nvGrpSpPr>
        <p:grpSpPr>
          <a:xfrm>
            <a:off x="7894115" y="4814048"/>
            <a:ext cx="3539613" cy="2168237"/>
            <a:chOff x="4837472" y="2490841"/>
            <a:chExt cx="2359742" cy="1445491"/>
          </a:xfrm>
          <a:solidFill>
            <a:srgbClr val="64A4A3"/>
          </a:solidFill>
        </p:grpSpPr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161AF5DB-A2D8-495C-B795-7003573DFCCF}"/>
                </a:ext>
              </a:extLst>
            </p:cNvPr>
            <p:cNvSpPr/>
            <p:nvPr/>
          </p:nvSpPr>
          <p:spPr>
            <a:xfrm>
              <a:off x="4837472" y="2490841"/>
              <a:ext cx="2359742" cy="938159"/>
            </a:xfrm>
            <a:prstGeom prst="roundRect">
              <a:avLst>
                <a:gd name="adj" fmla="val 10379"/>
              </a:avLst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22" name="二等辺三角形 21">
              <a:extLst>
                <a:ext uri="{FF2B5EF4-FFF2-40B4-BE49-F238E27FC236}">
                  <a16:creationId xmlns:a16="http://schemas.microsoft.com/office/drawing/2014/main" id="{C811F06F-2D36-4904-A2A9-7CD991856DA0}"/>
                </a:ext>
              </a:extLst>
            </p:cNvPr>
            <p:cNvSpPr/>
            <p:nvPr/>
          </p:nvSpPr>
          <p:spPr>
            <a:xfrm rot="11901755">
              <a:off x="4948538" y="3335420"/>
              <a:ext cx="213186" cy="600912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12B12945-4562-4CBA-BD30-EF9F8726FCD9}"/>
              </a:ext>
            </a:extLst>
          </p:cNvPr>
          <p:cNvGrpSpPr/>
          <p:nvPr/>
        </p:nvGrpSpPr>
        <p:grpSpPr>
          <a:xfrm>
            <a:off x="3950372" y="3529255"/>
            <a:ext cx="1260987" cy="3738716"/>
            <a:chOff x="7800489" y="2818451"/>
            <a:chExt cx="840658" cy="2492477"/>
          </a:xfrm>
          <a:solidFill>
            <a:srgbClr val="64A4A3"/>
          </a:solidFill>
        </p:grpSpPr>
        <p:sp>
          <p:nvSpPr>
            <p:cNvPr id="24" name="二等辺三角形 23">
              <a:extLst>
                <a:ext uri="{FF2B5EF4-FFF2-40B4-BE49-F238E27FC236}">
                  <a16:creationId xmlns:a16="http://schemas.microsoft.com/office/drawing/2014/main" id="{5972915F-3F25-4048-8F16-22D7D6656CAA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25" name="二等辺三角形 24">
              <a:extLst>
                <a:ext uri="{FF2B5EF4-FFF2-40B4-BE49-F238E27FC236}">
                  <a16:creationId xmlns:a16="http://schemas.microsoft.com/office/drawing/2014/main" id="{FC3592AF-4DD9-481B-AE7D-C444443CA44E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E692BBDB-6806-49B7-9241-7D2B547F185E}"/>
              </a:ext>
            </a:extLst>
          </p:cNvPr>
          <p:cNvCxnSpPr>
            <a:cxnSpLocks/>
          </p:cNvCxnSpPr>
          <p:nvPr/>
        </p:nvCxnSpPr>
        <p:spPr>
          <a:xfrm flipV="1">
            <a:off x="11199965" y="4025627"/>
            <a:ext cx="788670" cy="1187847"/>
          </a:xfrm>
          <a:prstGeom prst="line">
            <a:avLst/>
          </a:prstGeom>
          <a:ln>
            <a:solidFill>
              <a:srgbClr val="64A4A3"/>
            </a:solidFill>
            <a:headEnd type="oval" w="lg" len="lg"/>
          </a:ln>
          <a:effectLst>
            <a:glow rad="88900">
              <a:srgbClr val="FFFFFF">
                <a:alpha val="87000"/>
              </a:srgbClr>
            </a:glo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楕円 28">
            <a:extLst>
              <a:ext uri="{FF2B5EF4-FFF2-40B4-BE49-F238E27FC236}">
                <a16:creationId xmlns:a16="http://schemas.microsoft.com/office/drawing/2014/main" id="{602DA899-F613-4B35-A569-DACF6D76EEA5}"/>
              </a:ext>
            </a:extLst>
          </p:cNvPr>
          <p:cNvSpPr/>
          <p:nvPr/>
        </p:nvSpPr>
        <p:spPr>
          <a:xfrm>
            <a:off x="11746932" y="3180362"/>
            <a:ext cx="972000" cy="972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2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1</a:t>
            </a:r>
            <a:endParaRPr kumimoji="1" lang="ja-JP" altLang="en-US" sz="42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D97239CB-D2F7-464C-85F9-58EE17B7D302}"/>
              </a:ext>
            </a:extLst>
          </p:cNvPr>
          <p:cNvGrpSpPr/>
          <p:nvPr/>
        </p:nvGrpSpPr>
        <p:grpSpPr>
          <a:xfrm>
            <a:off x="1962177" y="6982284"/>
            <a:ext cx="1407456" cy="1260987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27" name="二等辺三角形 26">
              <a:extLst>
                <a:ext uri="{FF2B5EF4-FFF2-40B4-BE49-F238E27FC236}">
                  <a16:creationId xmlns:a16="http://schemas.microsoft.com/office/drawing/2014/main" id="{3B6F705D-F04B-4DBD-8C41-9BCBF909BE34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30" name="フリーフォーム: 図形 29">
              <a:extLst>
                <a:ext uri="{FF2B5EF4-FFF2-40B4-BE49-F238E27FC236}">
                  <a16:creationId xmlns:a16="http://schemas.microsoft.com/office/drawing/2014/main" id="{3076F6E7-0F39-40A8-B28D-938F6D40299C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5183F042-B05B-8313-D916-4D435BA05131}"/>
              </a:ext>
            </a:extLst>
          </p:cNvPr>
          <p:cNvSpPr/>
          <p:nvPr/>
        </p:nvSpPr>
        <p:spPr>
          <a:xfrm>
            <a:off x="1884582" y="9529028"/>
            <a:ext cx="2070099" cy="303300"/>
          </a:xfrm>
          <a:custGeom>
            <a:avLst/>
            <a:gdLst>
              <a:gd name="connsiteX0" fmla="*/ 0 w 2070099"/>
              <a:gd name="connsiteY0" fmla="*/ 303300 h 303300"/>
              <a:gd name="connsiteX1" fmla="*/ 2070099 w 2070099"/>
              <a:gd name="connsiteY1" fmla="*/ 0 h 30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70099" h="303300" extrusionOk="0">
                <a:moveTo>
                  <a:pt x="0" y="303300"/>
                </a:moveTo>
                <a:cubicBezTo>
                  <a:pt x="665539" y="251203"/>
                  <a:pt x="1437177" y="72383"/>
                  <a:pt x="2070099" y="0"/>
                </a:cubicBezTo>
              </a:path>
            </a:pathLst>
          </a:custGeom>
          <a:noFill/>
          <a:ln cap="rnd">
            <a:solidFill>
              <a:srgbClr val="64A4A3"/>
            </a:solidFill>
            <a:round/>
            <a:headEnd type="none" w="med" len="med"/>
            <a:tailEnd type="arrow" w="lg" len="lg"/>
            <a:extLst>
              <a:ext uri="{C807C97D-BFC1-408E-A445-0C87EB9F89A2}">
                <ask:lineSketchStyleProps xmlns:ask="http://schemas.microsoft.com/office/drawing/2018/sketchyshapes" sd="697022472">
                  <a:custGeom>
                    <a:avLst/>
                    <a:gdLst>
                      <a:gd name="connsiteX0" fmla="*/ 0 w 2709333"/>
                      <a:gd name="connsiteY0" fmla="*/ 321732 h 321733"/>
                      <a:gd name="connsiteX1" fmla="*/ 1245419 w 2709333"/>
                      <a:gd name="connsiteY1" fmla="*/ 105712 h 321733"/>
                      <a:gd name="connsiteX2" fmla="*/ 2709333 w 2709333"/>
                      <a:gd name="connsiteY2" fmla="*/ 0 h 321733"/>
                      <a:gd name="connsiteX0" fmla="*/ 0 w 2709333"/>
                      <a:gd name="connsiteY0" fmla="*/ 321732 h 321732"/>
                      <a:gd name="connsiteX1" fmla="*/ 2709333 w 2709333"/>
                      <a:gd name="connsiteY1" fmla="*/ 0 h 3217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709333" h="321732" extrusionOk="0">
                        <a:moveTo>
                          <a:pt x="0" y="321732"/>
                        </a:moveTo>
                        <a:lnTo>
                          <a:pt x="2709333" y="0"/>
                        </a:ln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8" name="右大かっこ 7">
            <a:extLst>
              <a:ext uri="{FF2B5EF4-FFF2-40B4-BE49-F238E27FC236}">
                <a16:creationId xmlns:a16="http://schemas.microsoft.com/office/drawing/2014/main" id="{B56DB7F2-BBFC-B498-CF1C-E6E32288AFD5}"/>
              </a:ext>
            </a:extLst>
          </p:cNvPr>
          <p:cNvSpPr/>
          <p:nvPr/>
        </p:nvSpPr>
        <p:spPr>
          <a:xfrm>
            <a:off x="16312828" y="5143500"/>
            <a:ext cx="113813" cy="3216954"/>
          </a:xfrm>
          <a:custGeom>
            <a:avLst/>
            <a:gdLst>
              <a:gd name="connsiteX0" fmla="*/ 0 w 113813"/>
              <a:gd name="connsiteY0" fmla="*/ 0 h 3216954"/>
              <a:gd name="connsiteX1" fmla="*/ 113813 w 113813"/>
              <a:gd name="connsiteY1" fmla="*/ 9484 h 3216954"/>
              <a:gd name="connsiteX2" fmla="*/ 113813 w 113813"/>
              <a:gd name="connsiteY2" fmla="*/ 3207470 h 3216954"/>
              <a:gd name="connsiteX3" fmla="*/ 0 w 113813"/>
              <a:gd name="connsiteY3" fmla="*/ 3216954 h 3216954"/>
              <a:gd name="connsiteX4" fmla="*/ 0 w 113813"/>
              <a:gd name="connsiteY4" fmla="*/ 0 h 3216954"/>
              <a:gd name="connsiteX0" fmla="*/ 0 w 113813"/>
              <a:gd name="connsiteY0" fmla="*/ 0 h 3216954"/>
              <a:gd name="connsiteX1" fmla="*/ 113813 w 113813"/>
              <a:gd name="connsiteY1" fmla="*/ 9484 h 3216954"/>
              <a:gd name="connsiteX2" fmla="*/ 113813 w 113813"/>
              <a:gd name="connsiteY2" fmla="*/ 3207470 h 3216954"/>
              <a:gd name="connsiteX3" fmla="*/ 0 w 113813"/>
              <a:gd name="connsiteY3" fmla="*/ 3216954 h 32169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813" h="3216954" stroke="0" extrusionOk="0">
                <a:moveTo>
                  <a:pt x="0" y="0"/>
                </a:moveTo>
                <a:cubicBezTo>
                  <a:pt x="62916" y="47"/>
                  <a:pt x="113694" y="4668"/>
                  <a:pt x="113813" y="9484"/>
                </a:cubicBezTo>
                <a:cubicBezTo>
                  <a:pt x="73971" y="492516"/>
                  <a:pt x="155502" y="2426519"/>
                  <a:pt x="113813" y="3207470"/>
                </a:cubicBezTo>
                <a:cubicBezTo>
                  <a:pt x="109639" y="3210082"/>
                  <a:pt x="61642" y="3216009"/>
                  <a:pt x="0" y="3216954"/>
                </a:cubicBezTo>
                <a:cubicBezTo>
                  <a:pt x="132240" y="1817127"/>
                  <a:pt x="-92512" y="858553"/>
                  <a:pt x="0" y="0"/>
                </a:cubicBezTo>
                <a:close/>
              </a:path>
              <a:path w="113813" h="3216954" fill="none" extrusionOk="0">
                <a:moveTo>
                  <a:pt x="0" y="0"/>
                </a:moveTo>
                <a:cubicBezTo>
                  <a:pt x="63532" y="114"/>
                  <a:pt x="114293" y="4747"/>
                  <a:pt x="113813" y="9484"/>
                </a:cubicBezTo>
                <a:cubicBezTo>
                  <a:pt x="13846" y="1049752"/>
                  <a:pt x="21762" y="1612197"/>
                  <a:pt x="113813" y="3207470"/>
                </a:cubicBezTo>
                <a:cubicBezTo>
                  <a:pt x="112898" y="3213012"/>
                  <a:pt x="68013" y="3217462"/>
                  <a:pt x="0" y="3216954"/>
                </a:cubicBezTo>
              </a:path>
              <a:path w="113813" h="3216954" fill="none" stroke="0" extrusionOk="0">
                <a:moveTo>
                  <a:pt x="0" y="0"/>
                </a:moveTo>
                <a:cubicBezTo>
                  <a:pt x="63573" y="-666"/>
                  <a:pt x="114514" y="4859"/>
                  <a:pt x="113813" y="9484"/>
                </a:cubicBezTo>
                <a:cubicBezTo>
                  <a:pt x="271694" y="1262670"/>
                  <a:pt x="182013" y="2163840"/>
                  <a:pt x="113813" y="3207470"/>
                </a:cubicBezTo>
                <a:cubicBezTo>
                  <a:pt x="118347" y="3212067"/>
                  <a:pt x="63843" y="3215482"/>
                  <a:pt x="0" y="3216954"/>
                </a:cubicBezTo>
              </a:path>
            </a:pathLst>
          </a:custGeom>
          <a:ln w="19050"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43512134">
                  <a:prstGeom prst="rightBracke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79F5105-2867-CCBC-D635-B09EBEC74DE8}"/>
              </a:ext>
            </a:extLst>
          </p:cNvPr>
          <p:cNvSpPr txBox="1"/>
          <p:nvPr/>
        </p:nvSpPr>
        <p:spPr>
          <a:xfrm>
            <a:off x="12920096" y="5980866"/>
            <a:ext cx="2574021" cy="507831"/>
          </a:xfrm>
          <a:prstGeom prst="rect">
            <a:avLst/>
          </a:prstGeom>
          <a:solidFill>
            <a:srgbClr val="46877B"/>
          </a:solidFill>
        </p:spPr>
        <p:txBody>
          <a:bodyPr wrap="square">
            <a:spAutoFit/>
          </a:bodyPr>
          <a:lstStyle/>
          <a:p>
            <a:r>
              <a:rPr lang="en-US" altLang="ja-JP" sz="27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ja-JP" altLang="en-US" sz="27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何かの見出し</a:t>
            </a:r>
          </a:p>
        </p:txBody>
      </p:sp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EFD584C9-55DF-601C-DC7A-86517FFDB48C}"/>
              </a:ext>
            </a:extLst>
          </p:cNvPr>
          <p:cNvSpPr/>
          <p:nvPr/>
        </p:nvSpPr>
        <p:spPr>
          <a:xfrm rot="2149832">
            <a:off x="1849420" y="8034742"/>
            <a:ext cx="1674323" cy="1872653"/>
          </a:xfrm>
          <a:custGeom>
            <a:avLst/>
            <a:gdLst>
              <a:gd name="connsiteX0" fmla="*/ 0 w 6381750"/>
              <a:gd name="connsiteY0" fmla="*/ 87460 h 350919"/>
              <a:gd name="connsiteX1" fmla="*/ 508000 w 6381750"/>
              <a:gd name="connsiteY1" fmla="*/ 258910 h 350919"/>
              <a:gd name="connsiteX2" fmla="*/ 908050 w 6381750"/>
              <a:gd name="connsiteY2" fmla="*/ 125560 h 350919"/>
              <a:gd name="connsiteX3" fmla="*/ 1314450 w 6381750"/>
              <a:gd name="connsiteY3" fmla="*/ 252560 h 350919"/>
              <a:gd name="connsiteX4" fmla="*/ 2032000 w 6381750"/>
              <a:gd name="connsiteY4" fmla="*/ 4910 h 350919"/>
              <a:gd name="connsiteX5" fmla="*/ 2635250 w 6381750"/>
              <a:gd name="connsiteY5" fmla="*/ 100160 h 350919"/>
              <a:gd name="connsiteX6" fmla="*/ 3943350 w 6381750"/>
              <a:gd name="connsiteY6" fmla="*/ 252560 h 350919"/>
              <a:gd name="connsiteX7" fmla="*/ 4648200 w 6381750"/>
              <a:gd name="connsiteY7" fmla="*/ 347810 h 350919"/>
              <a:gd name="connsiteX8" fmla="*/ 5308600 w 6381750"/>
              <a:gd name="connsiteY8" fmla="*/ 138260 h 350919"/>
              <a:gd name="connsiteX9" fmla="*/ 6381750 w 6381750"/>
              <a:gd name="connsiteY9" fmla="*/ 87460 h 350919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84727 h 347987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143994 h 347987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143994 h 347987"/>
              <a:gd name="connsiteX0" fmla="*/ 0 w 6381750"/>
              <a:gd name="connsiteY0" fmla="*/ 84727 h 347987"/>
              <a:gd name="connsiteX1" fmla="*/ 908050 w 6381750"/>
              <a:gd name="connsiteY1" fmla="*/ 122827 h 347987"/>
              <a:gd name="connsiteX2" fmla="*/ 1314450 w 6381750"/>
              <a:gd name="connsiteY2" fmla="*/ 249827 h 347987"/>
              <a:gd name="connsiteX3" fmla="*/ 2032000 w 6381750"/>
              <a:gd name="connsiteY3" fmla="*/ 2177 h 347987"/>
              <a:gd name="connsiteX4" fmla="*/ 2876550 w 6381750"/>
              <a:gd name="connsiteY4" fmla="*/ 135527 h 347987"/>
              <a:gd name="connsiteX5" fmla="*/ 3943350 w 6381750"/>
              <a:gd name="connsiteY5" fmla="*/ 249827 h 347987"/>
              <a:gd name="connsiteX6" fmla="*/ 4648200 w 6381750"/>
              <a:gd name="connsiteY6" fmla="*/ 345077 h 347987"/>
              <a:gd name="connsiteX7" fmla="*/ 5308600 w 6381750"/>
              <a:gd name="connsiteY7" fmla="*/ 135527 h 347987"/>
              <a:gd name="connsiteX8" fmla="*/ 6381750 w 6381750"/>
              <a:gd name="connsiteY8" fmla="*/ 143994 h 347987"/>
              <a:gd name="connsiteX0" fmla="*/ 0 w 6381750"/>
              <a:gd name="connsiteY0" fmla="*/ 84727 h 347987"/>
              <a:gd name="connsiteX1" fmla="*/ 1314450 w 6381750"/>
              <a:gd name="connsiteY1" fmla="*/ 249827 h 347987"/>
              <a:gd name="connsiteX2" fmla="*/ 2032000 w 6381750"/>
              <a:gd name="connsiteY2" fmla="*/ 2177 h 347987"/>
              <a:gd name="connsiteX3" fmla="*/ 2876550 w 6381750"/>
              <a:gd name="connsiteY3" fmla="*/ 135527 h 347987"/>
              <a:gd name="connsiteX4" fmla="*/ 3943350 w 6381750"/>
              <a:gd name="connsiteY4" fmla="*/ 249827 h 347987"/>
              <a:gd name="connsiteX5" fmla="*/ 4648200 w 6381750"/>
              <a:gd name="connsiteY5" fmla="*/ 345077 h 347987"/>
              <a:gd name="connsiteX6" fmla="*/ 5308600 w 6381750"/>
              <a:gd name="connsiteY6" fmla="*/ 135527 h 347987"/>
              <a:gd name="connsiteX7" fmla="*/ 6381750 w 6381750"/>
              <a:gd name="connsiteY7" fmla="*/ 143994 h 347987"/>
              <a:gd name="connsiteX0" fmla="*/ 0 w 6381750"/>
              <a:gd name="connsiteY0" fmla="*/ 83224 h 346484"/>
              <a:gd name="connsiteX1" fmla="*/ 2032000 w 6381750"/>
              <a:gd name="connsiteY1" fmla="*/ 674 h 346484"/>
              <a:gd name="connsiteX2" fmla="*/ 2876550 w 6381750"/>
              <a:gd name="connsiteY2" fmla="*/ 134024 h 346484"/>
              <a:gd name="connsiteX3" fmla="*/ 3943350 w 6381750"/>
              <a:gd name="connsiteY3" fmla="*/ 248324 h 346484"/>
              <a:gd name="connsiteX4" fmla="*/ 4648200 w 6381750"/>
              <a:gd name="connsiteY4" fmla="*/ 343574 h 346484"/>
              <a:gd name="connsiteX5" fmla="*/ 5308600 w 6381750"/>
              <a:gd name="connsiteY5" fmla="*/ 134024 h 346484"/>
              <a:gd name="connsiteX6" fmla="*/ 6381750 w 6381750"/>
              <a:gd name="connsiteY6" fmla="*/ 142491 h 346484"/>
              <a:gd name="connsiteX0" fmla="*/ 0 w 6381750"/>
              <a:gd name="connsiteY0" fmla="*/ 0 h 263260"/>
              <a:gd name="connsiteX1" fmla="*/ 2876550 w 6381750"/>
              <a:gd name="connsiteY1" fmla="*/ 50800 h 263260"/>
              <a:gd name="connsiteX2" fmla="*/ 3943350 w 6381750"/>
              <a:gd name="connsiteY2" fmla="*/ 165100 h 263260"/>
              <a:gd name="connsiteX3" fmla="*/ 4648200 w 6381750"/>
              <a:gd name="connsiteY3" fmla="*/ 260350 h 263260"/>
              <a:gd name="connsiteX4" fmla="*/ 5308600 w 6381750"/>
              <a:gd name="connsiteY4" fmla="*/ 50800 h 263260"/>
              <a:gd name="connsiteX5" fmla="*/ 6381750 w 6381750"/>
              <a:gd name="connsiteY5" fmla="*/ 59267 h 263260"/>
              <a:gd name="connsiteX0" fmla="*/ 0 w 6381750"/>
              <a:gd name="connsiteY0" fmla="*/ 0 h 263260"/>
              <a:gd name="connsiteX1" fmla="*/ 3943350 w 6381750"/>
              <a:gd name="connsiteY1" fmla="*/ 165100 h 263260"/>
              <a:gd name="connsiteX2" fmla="*/ 4648200 w 6381750"/>
              <a:gd name="connsiteY2" fmla="*/ 260350 h 263260"/>
              <a:gd name="connsiteX3" fmla="*/ 5308600 w 6381750"/>
              <a:gd name="connsiteY3" fmla="*/ 50800 h 263260"/>
              <a:gd name="connsiteX4" fmla="*/ 6381750 w 6381750"/>
              <a:gd name="connsiteY4" fmla="*/ 59267 h 263260"/>
              <a:gd name="connsiteX0" fmla="*/ 0 w 6381750"/>
              <a:gd name="connsiteY0" fmla="*/ 0 h 260350"/>
              <a:gd name="connsiteX1" fmla="*/ 4648200 w 6381750"/>
              <a:gd name="connsiteY1" fmla="*/ 260350 h 260350"/>
              <a:gd name="connsiteX2" fmla="*/ 5308600 w 6381750"/>
              <a:gd name="connsiteY2" fmla="*/ 50800 h 260350"/>
              <a:gd name="connsiteX3" fmla="*/ 6381750 w 6381750"/>
              <a:gd name="connsiteY3" fmla="*/ 59267 h 260350"/>
              <a:gd name="connsiteX0" fmla="*/ 0 w 6381750"/>
              <a:gd name="connsiteY0" fmla="*/ 0 h 59267"/>
              <a:gd name="connsiteX1" fmla="*/ 5308600 w 6381750"/>
              <a:gd name="connsiteY1" fmla="*/ 50800 h 59267"/>
              <a:gd name="connsiteX2" fmla="*/ 6381750 w 6381750"/>
              <a:gd name="connsiteY2" fmla="*/ 59267 h 59267"/>
              <a:gd name="connsiteX0" fmla="*/ 0 w 6381750"/>
              <a:gd name="connsiteY0" fmla="*/ 0 h 1124584"/>
              <a:gd name="connsiteX1" fmla="*/ 4528057 w 6381750"/>
              <a:gd name="connsiteY1" fmla="*/ 1124584 h 1124584"/>
              <a:gd name="connsiteX2" fmla="*/ 6381750 w 6381750"/>
              <a:gd name="connsiteY2" fmla="*/ 59267 h 1124584"/>
              <a:gd name="connsiteX0" fmla="*/ 0 w 3161177"/>
              <a:gd name="connsiteY0" fmla="*/ 2112889 h 2112889"/>
              <a:gd name="connsiteX1" fmla="*/ 1307484 w 3161177"/>
              <a:gd name="connsiteY1" fmla="*/ 1067394 h 2112889"/>
              <a:gd name="connsiteX2" fmla="*/ 3161177 w 3161177"/>
              <a:gd name="connsiteY2" fmla="*/ 2077 h 2112889"/>
              <a:gd name="connsiteX0" fmla="*/ 0 w 3161177"/>
              <a:gd name="connsiteY0" fmla="*/ 2110812 h 2110812"/>
              <a:gd name="connsiteX1" fmla="*/ 3161177 w 3161177"/>
              <a:gd name="connsiteY1" fmla="*/ 0 h 2110812"/>
              <a:gd name="connsiteX0" fmla="*/ 0 w 1482258"/>
              <a:gd name="connsiteY0" fmla="*/ 903680 h 903680"/>
              <a:gd name="connsiteX1" fmla="*/ 1482258 w 1482258"/>
              <a:gd name="connsiteY1" fmla="*/ 0 h 90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82258" h="903680">
                <a:moveTo>
                  <a:pt x="0" y="903680"/>
                </a:moveTo>
                <a:lnTo>
                  <a:pt x="1482258" y="0"/>
                </a:lnTo>
              </a:path>
            </a:pathLst>
          </a:custGeom>
          <a:noFill/>
          <a:ln w="57150">
            <a:solidFill>
              <a:schemeClr val="accent2"/>
            </a:solidFill>
            <a:tailEnd type="triangle"/>
          </a:ln>
          <a:effectLst>
            <a:glow rad="63500">
              <a:schemeClr val="accent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44" name="矢印: 右 43">
            <a:extLst>
              <a:ext uri="{FF2B5EF4-FFF2-40B4-BE49-F238E27FC236}">
                <a16:creationId xmlns:a16="http://schemas.microsoft.com/office/drawing/2014/main" id="{0A2734DE-E047-CC2D-F3E2-E701DEBB69AE}"/>
              </a:ext>
            </a:extLst>
          </p:cNvPr>
          <p:cNvSpPr/>
          <p:nvPr/>
        </p:nvSpPr>
        <p:spPr>
          <a:xfrm>
            <a:off x="5586608" y="7965593"/>
            <a:ext cx="2696796" cy="1689941"/>
          </a:xfrm>
          <a:custGeom>
            <a:avLst/>
            <a:gdLst>
              <a:gd name="connsiteX0" fmla="*/ 0 w 2696796"/>
              <a:gd name="connsiteY0" fmla="*/ 422485 h 1689941"/>
              <a:gd name="connsiteX1" fmla="*/ 1851826 w 2696796"/>
              <a:gd name="connsiteY1" fmla="*/ 422485 h 1689941"/>
              <a:gd name="connsiteX2" fmla="*/ 1851826 w 2696796"/>
              <a:gd name="connsiteY2" fmla="*/ 0 h 1689941"/>
              <a:gd name="connsiteX3" fmla="*/ 2696796 w 2696796"/>
              <a:gd name="connsiteY3" fmla="*/ 844971 h 1689941"/>
              <a:gd name="connsiteX4" fmla="*/ 1851826 w 2696796"/>
              <a:gd name="connsiteY4" fmla="*/ 1689941 h 1689941"/>
              <a:gd name="connsiteX5" fmla="*/ 1851826 w 2696796"/>
              <a:gd name="connsiteY5" fmla="*/ 1267456 h 1689941"/>
              <a:gd name="connsiteX6" fmla="*/ 0 w 2696796"/>
              <a:gd name="connsiteY6" fmla="*/ 1267456 h 1689941"/>
              <a:gd name="connsiteX7" fmla="*/ 0 w 2696796"/>
              <a:gd name="connsiteY7" fmla="*/ 422485 h 1689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96796" h="1689941" fill="none" extrusionOk="0">
                <a:moveTo>
                  <a:pt x="0" y="422485"/>
                </a:moveTo>
                <a:cubicBezTo>
                  <a:pt x="750059" y="538289"/>
                  <a:pt x="1374274" y="509958"/>
                  <a:pt x="1851826" y="422485"/>
                </a:cubicBezTo>
                <a:cubicBezTo>
                  <a:pt x="1837742" y="317939"/>
                  <a:pt x="1819521" y="86815"/>
                  <a:pt x="1851826" y="0"/>
                </a:cubicBezTo>
                <a:cubicBezTo>
                  <a:pt x="2055125" y="337359"/>
                  <a:pt x="2355223" y="517283"/>
                  <a:pt x="2696796" y="844971"/>
                </a:cubicBezTo>
                <a:cubicBezTo>
                  <a:pt x="2529130" y="935746"/>
                  <a:pt x="1941185" y="1523172"/>
                  <a:pt x="1851826" y="1689941"/>
                </a:cubicBezTo>
                <a:cubicBezTo>
                  <a:pt x="1860372" y="1627371"/>
                  <a:pt x="1879261" y="1353147"/>
                  <a:pt x="1851826" y="1267456"/>
                </a:cubicBezTo>
                <a:cubicBezTo>
                  <a:pt x="933186" y="1162485"/>
                  <a:pt x="808602" y="1165236"/>
                  <a:pt x="0" y="1267456"/>
                </a:cubicBezTo>
                <a:cubicBezTo>
                  <a:pt x="31610" y="880851"/>
                  <a:pt x="-14985" y="712018"/>
                  <a:pt x="0" y="422485"/>
                </a:cubicBezTo>
                <a:close/>
              </a:path>
              <a:path w="2696796" h="1689941" stroke="0" extrusionOk="0">
                <a:moveTo>
                  <a:pt x="0" y="422485"/>
                </a:moveTo>
                <a:cubicBezTo>
                  <a:pt x="813686" y="377686"/>
                  <a:pt x="1468457" y="388744"/>
                  <a:pt x="1851826" y="422485"/>
                </a:cubicBezTo>
                <a:cubicBezTo>
                  <a:pt x="1875898" y="270205"/>
                  <a:pt x="1879465" y="54995"/>
                  <a:pt x="1851826" y="0"/>
                </a:cubicBezTo>
                <a:cubicBezTo>
                  <a:pt x="2253481" y="267547"/>
                  <a:pt x="2577189" y="613101"/>
                  <a:pt x="2696796" y="844971"/>
                </a:cubicBezTo>
                <a:cubicBezTo>
                  <a:pt x="2387423" y="1230962"/>
                  <a:pt x="2048119" y="1445984"/>
                  <a:pt x="1851826" y="1689941"/>
                </a:cubicBezTo>
                <a:cubicBezTo>
                  <a:pt x="1878023" y="1627206"/>
                  <a:pt x="1880690" y="1324605"/>
                  <a:pt x="1851826" y="1267456"/>
                </a:cubicBezTo>
                <a:cubicBezTo>
                  <a:pt x="1381968" y="1101894"/>
                  <a:pt x="725925" y="1125102"/>
                  <a:pt x="0" y="1267456"/>
                </a:cubicBezTo>
                <a:cubicBezTo>
                  <a:pt x="-29062" y="886853"/>
                  <a:pt x="-43012" y="569395"/>
                  <a:pt x="0" y="422485"/>
                </a:cubicBezTo>
                <a:close/>
              </a:path>
            </a:pathLst>
          </a:cu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3864781296">
                  <a:prstGeom prst="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46" name="フリーフォーム: 図形 45">
            <a:extLst>
              <a:ext uri="{FF2B5EF4-FFF2-40B4-BE49-F238E27FC236}">
                <a16:creationId xmlns:a16="http://schemas.microsoft.com/office/drawing/2014/main" id="{6C0FD5AB-5B5F-7AA0-6FBC-206214218608}"/>
              </a:ext>
            </a:extLst>
          </p:cNvPr>
          <p:cNvSpPr/>
          <p:nvPr/>
        </p:nvSpPr>
        <p:spPr>
          <a:xfrm>
            <a:off x="793952" y="4466906"/>
            <a:ext cx="3686175" cy="830102"/>
          </a:xfrm>
          <a:custGeom>
            <a:avLst/>
            <a:gdLst>
              <a:gd name="connsiteX0" fmla="*/ 0 w 2457450"/>
              <a:gd name="connsiteY0" fmla="*/ 553401 h 553401"/>
              <a:gd name="connsiteX1" fmla="*/ 1066800 w 2457450"/>
              <a:gd name="connsiteY1" fmla="*/ 48576 h 553401"/>
              <a:gd name="connsiteX2" fmla="*/ 2457450 w 2457450"/>
              <a:gd name="connsiteY2" fmla="*/ 48576 h 55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57450" h="553401">
                <a:moveTo>
                  <a:pt x="0" y="553401"/>
                </a:moveTo>
                <a:cubicBezTo>
                  <a:pt x="328612" y="343057"/>
                  <a:pt x="657225" y="132713"/>
                  <a:pt x="1066800" y="48576"/>
                </a:cubicBezTo>
                <a:cubicBezTo>
                  <a:pt x="1476375" y="-35561"/>
                  <a:pt x="1966912" y="6507"/>
                  <a:pt x="2457450" y="48576"/>
                </a:cubicBezTo>
              </a:path>
            </a:pathLst>
          </a:custGeom>
          <a:solidFill>
            <a:srgbClr val="64A4A3"/>
          </a:solidFill>
          <a:ln w="38100">
            <a:solidFill>
              <a:srgbClr val="64A4A3"/>
            </a:solidFill>
            <a:headEnd type="none" w="med" len="med"/>
            <a:tailEnd type="triangle" w="med" len="med"/>
          </a:ln>
          <a:effectLst>
            <a:glow rad="152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9366D17-C6F6-2F7E-0C8E-D7CA4265F094}"/>
              </a:ext>
            </a:extLst>
          </p:cNvPr>
          <p:cNvGrpSpPr/>
          <p:nvPr/>
        </p:nvGrpSpPr>
        <p:grpSpPr>
          <a:xfrm>
            <a:off x="11620311" y="7721874"/>
            <a:ext cx="1299785" cy="1384718"/>
            <a:chOff x="5897144" y="3284788"/>
            <a:chExt cx="866523" cy="923145"/>
          </a:xfrm>
          <a:solidFill>
            <a:srgbClr val="64A4A3"/>
          </a:solidFill>
        </p:grpSpPr>
        <p:sp>
          <p:nvSpPr>
            <p:cNvPr id="47" name="フリーフォーム: 図形 46">
              <a:extLst>
                <a:ext uri="{FF2B5EF4-FFF2-40B4-BE49-F238E27FC236}">
                  <a16:creationId xmlns:a16="http://schemas.microsoft.com/office/drawing/2014/main" id="{128A1380-4083-A4AF-A9AF-53345AAABDF1}"/>
                </a:ext>
              </a:extLst>
            </p:cNvPr>
            <p:cNvSpPr/>
            <p:nvPr/>
          </p:nvSpPr>
          <p:spPr>
            <a:xfrm>
              <a:off x="5897698" y="3332166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48" name="フリーフォーム: 図形 47">
              <a:extLst>
                <a:ext uri="{FF2B5EF4-FFF2-40B4-BE49-F238E27FC236}">
                  <a16:creationId xmlns:a16="http://schemas.microsoft.com/office/drawing/2014/main" id="{0F60FF85-8B94-7CA7-28BD-EE9A8905975E}"/>
                </a:ext>
              </a:extLst>
            </p:cNvPr>
            <p:cNvSpPr/>
            <p:nvPr/>
          </p:nvSpPr>
          <p:spPr>
            <a:xfrm rot="4964407">
              <a:off x="5961743" y="3402000"/>
              <a:ext cx="777334" cy="542909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C44C3672-6F4A-8A28-B2E1-FDAAD4B9653C}"/>
                </a:ext>
              </a:extLst>
            </p:cNvPr>
            <p:cNvSpPr/>
            <p:nvPr/>
          </p:nvSpPr>
          <p:spPr>
            <a:xfrm rot="8884375">
              <a:off x="5897144" y="3395723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50" name="フリーフォーム: 図形 49">
              <a:extLst>
                <a:ext uri="{FF2B5EF4-FFF2-40B4-BE49-F238E27FC236}">
                  <a16:creationId xmlns:a16="http://schemas.microsoft.com/office/drawing/2014/main" id="{21E955EA-67B5-7ECC-CB8F-3C3E4686AE8A}"/>
                </a:ext>
              </a:extLst>
            </p:cNvPr>
            <p:cNvSpPr/>
            <p:nvPr/>
          </p:nvSpPr>
          <p:spPr>
            <a:xfrm rot="12451915">
              <a:off x="5920913" y="3415024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  <p:sp>
          <p:nvSpPr>
            <p:cNvPr id="51" name="フリーフォーム: 図形 50">
              <a:extLst>
                <a:ext uri="{FF2B5EF4-FFF2-40B4-BE49-F238E27FC236}">
                  <a16:creationId xmlns:a16="http://schemas.microsoft.com/office/drawing/2014/main" id="{BDF494D2-1DAE-AEB3-A146-38DB5558CB4C}"/>
                </a:ext>
              </a:extLst>
            </p:cNvPr>
            <p:cNvSpPr/>
            <p:nvPr/>
          </p:nvSpPr>
          <p:spPr>
            <a:xfrm rot="15479593">
              <a:off x="5960037" y="3712865"/>
              <a:ext cx="777334" cy="212802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/>
            </a:p>
          </p:txBody>
        </p:sp>
      </p:grpSp>
    </p:spTree>
    <p:extLst>
      <p:ext uri="{BB962C8B-B14F-4D97-AF65-F5344CB8AC3E}">
        <p14:creationId xmlns:p14="http://schemas.microsoft.com/office/powerpoint/2010/main" val="1799079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62966E-E008-9DDC-DD95-31FEDECDAB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良く使う図形パターン</a:t>
            </a:r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A0811D00-B639-7D58-D363-8290AD29E62C}"/>
              </a:ext>
            </a:extLst>
          </p:cNvPr>
          <p:cNvSpPr/>
          <p:nvPr/>
        </p:nvSpPr>
        <p:spPr>
          <a:xfrm>
            <a:off x="4184884" y="2022403"/>
            <a:ext cx="3348000" cy="3348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38476517">
                  <a:custGeom>
                    <a:avLst/>
                    <a:gdLst>
                      <a:gd name="connsiteX0" fmla="*/ 0 w 2396691"/>
                      <a:gd name="connsiteY0" fmla="*/ 1176574 h 2353148"/>
                      <a:gd name="connsiteX1" fmla="*/ 1198346 w 2396691"/>
                      <a:gd name="connsiteY1" fmla="*/ 0 h 2353148"/>
                      <a:gd name="connsiteX2" fmla="*/ 2396692 w 2396691"/>
                      <a:gd name="connsiteY2" fmla="*/ 1176574 h 2353148"/>
                      <a:gd name="connsiteX3" fmla="*/ 1198346 w 2396691"/>
                      <a:gd name="connsiteY3" fmla="*/ 2353148 h 2353148"/>
                      <a:gd name="connsiteX4" fmla="*/ 0 w 2396691"/>
                      <a:gd name="connsiteY4" fmla="*/ 1176574 h 23531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96691" h="2353148" fill="none" extrusionOk="0">
                        <a:moveTo>
                          <a:pt x="0" y="1176574"/>
                        </a:moveTo>
                        <a:cubicBezTo>
                          <a:pt x="17053" y="544093"/>
                          <a:pt x="596455" y="78735"/>
                          <a:pt x="1198346" y="0"/>
                        </a:cubicBezTo>
                        <a:cubicBezTo>
                          <a:pt x="1834464" y="-42937"/>
                          <a:pt x="2341220" y="491711"/>
                          <a:pt x="2396692" y="1176574"/>
                        </a:cubicBezTo>
                        <a:cubicBezTo>
                          <a:pt x="2434753" y="1879535"/>
                          <a:pt x="1880410" y="2333741"/>
                          <a:pt x="1198346" y="2353148"/>
                        </a:cubicBezTo>
                        <a:cubicBezTo>
                          <a:pt x="503664" y="2298627"/>
                          <a:pt x="14412" y="1848257"/>
                          <a:pt x="0" y="1176574"/>
                        </a:cubicBezTo>
                        <a:close/>
                      </a:path>
                      <a:path w="2396691" h="2353148" stroke="0" extrusionOk="0">
                        <a:moveTo>
                          <a:pt x="0" y="1176574"/>
                        </a:moveTo>
                        <a:cubicBezTo>
                          <a:pt x="22017" y="512503"/>
                          <a:pt x="554245" y="-126587"/>
                          <a:pt x="1198346" y="0"/>
                        </a:cubicBezTo>
                        <a:cubicBezTo>
                          <a:pt x="1782464" y="-71399"/>
                          <a:pt x="2410063" y="501058"/>
                          <a:pt x="2396692" y="1176574"/>
                        </a:cubicBezTo>
                        <a:cubicBezTo>
                          <a:pt x="2422326" y="1889440"/>
                          <a:pt x="1843165" y="2478575"/>
                          <a:pt x="1198346" y="2353148"/>
                        </a:cubicBezTo>
                        <a:cubicBezTo>
                          <a:pt x="488789" y="2321300"/>
                          <a:pt x="-48884" y="1872731"/>
                          <a:pt x="0" y="117657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EE3C2FA-C4E2-9188-98AB-D6750654E01E}"/>
              </a:ext>
            </a:extLst>
          </p:cNvPr>
          <p:cNvSpPr txBox="1"/>
          <p:nvPr/>
        </p:nvSpPr>
        <p:spPr>
          <a:xfrm>
            <a:off x="4133428" y="2845245"/>
            <a:ext cx="359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ひとつめ</a:t>
            </a:r>
            <a:endParaRPr kumimoji="1" lang="ja-JP" altLang="en-US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F600B182-1E03-FE3F-38CF-BE77E0F38AC6}"/>
              </a:ext>
            </a:extLst>
          </p:cNvPr>
          <p:cNvSpPr/>
          <p:nvPr/>
        </p:nvSpPr>
        <p:spPr>
          <a:xfrm>
            <a:off x="2147695" y="5427553"/>
            <a:ext cx="3348000" cy="3348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38476517">
                  <a:custGeom>
                    <a:avLst/>
                    <a:gdLst>
                      <a:gd name="connsiteX0" fmla="*/ 0 w 2396691"/>
                      <a:gd name="connsiteY0" fmla="*/ 1176574 h 2353148"/>
                      <a:gd name="connsiteX1" fmla="*/ 1198346 w 2396691"/>
                      <a:gd name="connsiteY1" fmla="*/ 0 h 2353148"/>
                      <a:gd name="connsiteX2" fmla="*/ 2396692 w 2396691"/>
                      <a:gd name="connsiteY2" fmla="*/ 1176574 h 2353148"/>
                      <a:gd name="connsiteX3" fmla="*/ 1198346 w 2396691"/>
                      <a:gd name="connsiteY3" fmla="*/ 2353148 h 2353148"/>
                      <a:gd name="connsiteX4" fmla="*/ 0 w 2396691"/>
                      <a:gd name="connsiteY4" fmla="*/ 1176574 h 23531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96691" h="2353148" fill="none" extrusionOk="0">
                        <a:moveTo>
                          <a:pt x="0" y="1176574"/>
                        </a:moveTo>
                        <a:cubicBezTo>
                          <a:pt x="17053" y="544093"/>
                          <a:pt x="596455" y="78735"/>
                          <a:pt x="1198346" y="0"/>
                        </a:cubicBezTo>
                        <a:cubicBezTo>
                          <a:pt x="1834464" y="-42937"/>
                          <a:pt x="2341220" y="491711"/>
                          <a:pt x="2396692" y="1176574"/>
                        </a:cubicBezTo>
                        <a:cubicBezTo>
                          <a:pt x="2434753" y="1879535"/>
                          <a:pt x="1880410" y="2333741"/>
                          <a:pt x="1198346" y="2353148"/>
                        </a:cubicBezTo>
                        <a:cubicBezTo>
                          <a:pt x="503664" y="2298627"/>
                          <a:pt x="14412" y="1848257"/>
                          <a:pt x="0" y="1176574"/>
                        </a:cubicBezTo>
                        <a:close/>
                      </a:path>
                      <a:path w="2396691" h="2353148" stroke="0" extrusionOk="0">
                        <a:moveTo>
                          <a:pt x="0" y="1176574"/>
                        </a:moveTo>
                        <a:cubicBezTo>
                          <a:pt x="22017" y="512503"/>
                          <a:pt x="554245" y="-126587"/>
                          <a:pt x="1198346" y="0"/>
                        </a:cubicBezTo>
                        <a:cubicBezTo>
                          <a:pt x="1782464" y="-71399"/>
                          <a:pt x="2410063" y="501058"/>
                          <a:pt x="2396692" y="1176574"/>
                        </a:cubicBezTo>
                        <a:cubicBezTo>
                          <a:pt x="2422326" y="1889440"/>
                          <a:pt x="1843165" y="2478575"/>
                          <a:pt x="1198346" y="2353148"/>
                        </a:cubicBezTo>
                        <a:cubicBezTo>
                          <a:pt x="488789" y="2321300"/>
                          <a:pt x="-48884" y="1872731"/>
                          <a:pt x="0" y="117657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0636C0C-4196-FBC8-E6B1-2A2B6B9C99B7}"/>
              </a:ext>
            </a:extLst>
          </p:cNvPr>
          <p:cNvSpPr txBox="1"/>
          <p:nvPr/>
        </p:nvSpPr>
        <p:spPr>
          <a:xfrm>
            <a:off x="2024176" y="6275208"/>
            <a:ext cx="359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みっつめ</a:t>
            </a:r>
            <a:endParaRPr kumimoji="1" lang="ja-JP" altLang="en-US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11B58024-0DF9-700C-3393-339C7F03622C}"/>
              </a:ext>
            </a:extLst>
          </p:cNvPr>
          <p:cNvSpPr/>
          <p:nvPr/>
        </p:nvSpPr>
        <p:spPr>
          <a:xfrm>
            <a:off x="6272491" y="5408503"/>
            <a:ext cx="3348000" cy="3348000"/>
          </a:xfrm>
          <a:prstGeom prst="ellipse">
            <a:avLst/>
          </a:pr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38476517">
                  <a:custGeom>
                    <a:avLst/>
                    <a:gdLst>
                      <a:gd name="connsiteX0" fmla="*/ 0 w 2396691"/>
                      <a:gd name="connsiteY0" fmla="*/ 1176574 h 2353148"/>
                      <a:gd name="connsiteX1" fmla="*/ 1198346 w 2396691"/>
                      <a:gd name="connsiteY1" fmla="*/ 0 h 2353148"/>
                      <a:gd name="connsiteX2" fmla="*/ 2396692 w 2396691"/>
                      <a:gd name="connsiteY2" fmla="*/ 1176574 h 2353148"/>
                      <a:gd name="connsiteX3" fmla="*/ 1198346 w 2396691"/>
                      <a:gd name="connsiteY3" fmla="*/ 2353148 h 2353148"/>
                      <a:gd name="connsiteX4" fmla="*/ 0 w 2396691"/>
                      <a:gd name="connsiteY4" fmla="*/ 1176574 h 235314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396691" h="2353148" fill="none" extrusionOk="0">
                        <a:moveTo>
                          <a:pt x="0" y="1176574"/>
                        </a:moveTo>
                        <a:cubicBezTo>
                          <a:pt x="17053" y="544093"/>
                          <a:pt x="596455" y="78735"/>
                          <a:pt x="1198346" y="0"/>
                        </a:cubicBezTo>
                        <a:cubicBezTo>
                          <a:pt x="1834464" y="-42937"/>
                          <a:pt x="2341220" y="491711"/>
                          <a:pt x="2396692" y="1176574"/>
                        </a:cubicBezTo>
                        <a:cubicBezTo>
                          <a:pt x="2434753" y="1879535"/>
                          <a:pt x="1880410" y="2333741"/>
                          <a:pt x="1198346" y="2353148"/>
                        </a:cubicBezTo>
                        <a:cubicBezTo>
                          <a:pt x="503664" y="2298627"/>
                          <a:pt x="14412" y="1848257"/>
                          <a:pt x="0" y="1176574"/>
                        </a:cubicBezTo>
                        <a:close/>
                      </a:path>
                      <a:path w="2396691" h="2353148" stroke="0" extrusionOk="0">
                        <a:moveTo>
                          <a:pt x="0" y="1176574"/>
                        </a:moveTo>
                        <a:cubicBezTo>
                          <a:pt x="22017" y="512503"/>
                          <a:pt x="554245" y="-126587"/>
                          <a:pt x="1198346" y="0"/>
                        </a:cubicBezTo>
                        <a:cubicBezTo>
                          <a:pt x="1782464" y="-71399"/>
                          <a:pt x="2410063" y="501058"/>
                          <a:pt x="2396692" y="1176574"/>
                        </a:cubicBezTo>
                        <a:cubicBezTo>
                          <a:pt x="2422326" y="1889440"/>
                          <a:pt x="1843165" y="2478575"/>
                          <a:pt x="1198346" y="2353148"/>
                        </a:cubicBezTo>
                        <a:cubicBezTo>
                          <a:pt x="488789" y="2321300"/>
                          <a:pt x="-48884" y="1872731"/>
                          <a:pt x="0" y="117657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E243A9B-ED86-339C-E2EB-EFDFA00CF9EF}"/>
              </a:ext>
            </a:extLst>
          </p:cNvPr>
          <p:cNvSpPr txBox="1"/>
          <p:nvPr/>
        </p:nvSpPr>
        <p:spPr>
          <a:xfrm>
            <a:off x="6191896" y="6261975"/>
            <a:ext cx="359503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➁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ふたつめ</a:t>
            </a:r>
            <a:endParaRPr kumimoji="1" lang="ja-JP" altLang="en-US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27510278-8BCC-2772-B7D4-6900CC651828}"/>
              </a:ext>
            </a:extLst>
          </p:cNvPr>
          <p:cNvGrpSpPr/>
          <p:nvPr/>
        </p:nvGrpSpPr>
        <p:grpSpPr>
          <a:xfrm flipV="1">
            <a:off x="7656401" y="3988125"/>
            <a:ext cx="1200356" cy="1439429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2" name="二等辺三角形 11">
              <a:extLst>
                <a:ext uri="{FF2B5EF4-FFF2-40B4-BE49-F238E27FC236}">
                  <a16:creationId xmlns:a16="http://schemas.microsoft.com/office/drawing/2014/main" id="{88C38720-FF04-C2D5-1BFB-D6E04C389897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3" name="フリーフォーム: 図形 12">
              <a:extLst>
                <a:ext uri="{FF2B5EF4-FFF2-40B4-BE49-F238E27FC236}">
                  <a16:creationId xmlns:a16="http://schemas.microsoft.com/office/drawing/2014/main" id="{DCA25AA5-6EC2-3A91-C987-1FA6D6720F6A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39545FA0-67FF-9A70-C888-13A69A398782}"/>
              </a:ext>
            </a:extLst>
          </p:cNvPr>
          <p:cNvGrpSpPr/>
          <p:nvPr/>
        </p:nvGrpSpPr>
        <p:grpSpPr>
          <a:xfrm rot="7241964" flipV="1">
            <a:off x="5188908" y="7778500"/>
            <a:ext cx="1200356" cy="1439429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5" name="二等辺三角形 14">
              <a:extLst>
                <a:ext uri="{FF2B5EF4-FFF2-40B4-BE49-F238E27FC236}">
                  <a16:creationId xmlns:a16="http://schemas.microsoft.com/office/drawing/2014/main" id="{3767BD8E-FB78-2A44-9179-41A94C34D17A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55A6798D-20C7-E00B-7A02-153B6F17D077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1CC218CC-EEBC-1865-D9BB-837546C65874}"/>
              </a:ext>
            </a:extLst>
          </p:cNvPr>
          <p:cNvGrpSpPr/>
          <p:nvPr/>
        </p:nvGrpSpPr>
        <p:grpSpPr>
          <a:xfrm rot="14081671" flipV="1">
            <a:off x="3008535" y="3805423"/>
            <a:ext cx="1200356" cy="1439429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8" name="二等辺三角形 17">
              <a:extLst>
                <a:ext uri="{FF2B5EF4-FFF2-40B4-BE49-F238E27FC236}">
                  <a16:creationId xmlns:a16="http://schemas.microsoft.com/office/drawing/2014/main" id="{F2F7520D-B9C9-EE46-43C0-1974C9EE110E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91521E69-6981-7659-CD42-1242DA646433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</p:grp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BABD0C2-66B5-256B-4604-E348FEFAC56D}"/>
              </a:ext>
            </a:extLst>
          </p:cNvPr>
          <p:cNvSpPr txBox="1"/>
          <p:nvPr/>
        </p:nvSpPr>
        <p:spPr>
          <a:xfrm>
            <a:off x="8172533" y="4335169"/>
            <a:ext cx="25511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0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変化</a:t>
            </a:r>
            <a:endParaRPr lang="en-US" altLang="ja-JP" sz="30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D3D28F20-D312-FC56-A45A-9A9DD0F018F0}"/>
              </a:ext>
            </a:extLst>
          </p:cNvPr>
          <p:cNvSpPr txBox="1"/>
          <p:nvPr/>
        </p:nvSpPr>
        <p:spPr>
          <a:xfrm>
            <a:off x="4750090" y="8830626"/>
            <a:ext cx="25511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0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変化</a:t>
            </a:r>
            <a:endParaRPr lang="en-US" altLang="ja-JP" sz="30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032857B8-91F1-CA95-91BD-24CB159AB079}"/>
              </a:ext>
            </a:extLst>
          </p:cNvPr>
          <p:cNvSpPr txBox="1"/>
          <p:nvPr/>
        </p:nvSpPr>
        <p:spPr>
          <a:xfrm>
            <a:off x="924026" y="4403562"/>
            <a:ext cx="255117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30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変化</a:t>
            </a:r>
            <a:endParaRPr lang="en-US" altLang="ja-JP" sz="30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A69373F-043A-BD62-065E-9238200A2914}"/>
              </a:ext>
            </a:extLst>
          </p:cNvPr>
          <p:cNvSpPr/>
          <p:nvPr/>
        </p:nvSpPr>
        <p:spPr>
          <a:xfrm>
            <a:off x="11193983" y="2476893"/>
            <a:ext cx="485775" cy="485775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glow rad="101600">
              <a:schemeClr val="accent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47A74F06-9B64-1B4A-43BA-C938BE525936}"/>
              </a:ext>
            </a:extLst>
          </p:cNvPr>
          <p:cNvSpPr/>
          <p:nvPr/>
        </p:nvSpPr>
        <p:spPr>
          <a:xfrm>
            <a:off x="12162225" y="2476668"/>
            <a:ext cx="486000" cy="486000"/>
          </a:xfrm>
          <a:prstGeom prst="ellipse">
            <a:avLst/>
          </a:prstGeom>
          <a:solidFill>
            <a:srgbClr val="46877B"/>
          </a:solidFill>
          <a:ln>
            <a:solidFill>
              <a:srgbClr val="46877B"/>
            </a:solidFill>
          </a:ln>
          <a:effectLst>
            <a:glow rad="101600">
              <a:srgbClr val="46877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804C8D84-DF1A-9E36-6B35-4F08C09A0AEE}"/>
              </a:ext>
            </a:extLst>
          </p:cNvPr>
          <p:cNvSpPr/>
          <p:nvPr/>
        </p:nvSpPr>
        <p:spPr>
          <a:xfrm>
            <a:off x="11595549" y="3247604"/>
            <a:ext cx="514350" cy="499901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57C0E608-BA74-F485-BAE3-702170BC32CC}"/>
              </a:ext>
            </a:extLst>
          </p:cNvPr>
          <p:cNvSpPr/>
          <p:nvPr/>
        </p:nvSpPr>
        <p:spPr>
          <a:xfrm>
            <a:off x="12792395" y="4590541"/>
            <a:ext cx="4352231" cy="1854809"/>
          </a:xfrm>
          <a:custGeom>
            <a:avLst/>
            <a:gdLst>
              <a:gd name="connsiteX0" fmla="*/ 0 w 4352231"/>
              <a:gd name="connsiteY0" fmla="*/ 927405 h 1854809"/>
              <a:gd name="connsiteX1" fmla="*/ 2176116 w 4352231"/>
              <a:gd name="connsiteY1" fmla="*/ 0 h 1854809"/>
              <a:gd name="connsiteX2" fmla="*/ 4352232 w 4352231"/>
              <a:gd name="connsiteY2" fmla="*/ 927405 h 1854809"/>
              <a:gd name="connsiteX3" fmla="*/ 2176116 w 4352231"/>
              <a:gd name="connsiteY3" fmla="*/ 1854810 h 1854809"/>
              <a:gd name="connsiteX4" fmla="*/ 0 w 4352231"/>
              <a:gd name="connsiteY4" fmla="*/ 927405 h 1854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52231" h="1854809" fill="none" extrusionOk="0">
                <a:moveTo>
                  <a:pt x="0" y="927405"/>
                </a:moveTo>
                <a:cubicBezTo>
                  <a:pt x="88957" y="330664"/>
                  <a:pt x="1036204" y="4086"/>
                  <a:pt x="2176116" y="0"/>
                </a:cubicBezTo>
                <a:cubicBezTo>
                  <a:pt x="3424330" y="79274"/>
                  <a:pt x="4334726" y="414837"/>
                  <a:pt x="4352232" y="927405"/>
                </a:cubicBezTo>
                <a:cubicBezTo>
                  <a:pt x="4538447" y="1466601"/>
                  <a:pt x="3219053" y="1782293"/>
                  <a:pt x="2176116" y="1854810"/>
                </a:cubicBezTo>
                <a:cubicBezTo>
                  <a:pt x="964531" y="1857719"/>
                  <a:pt x="57048" y="1362262"/>
                  <a:pt x="0" y="927405"/>
                </a:cubicBezTo>
                <a:close/>
              </a:path>
              <a:path w="4352231" h="1854809" stroke="0" extrusionOk="0">
                <a:moveTo>
                  <a:pt x="0" y="927405"/>
                </a:moveTo>
                <a:cubicBezTo>
                  <a:pt x="-13236" y="438434"/>
                  <a:pt x="897001" y="-31912"/>
                  <a:pt x="2176116" y="0"/>
                </a:cubicBezTo>
                <a:cubicBezTo>
                  <a:pt x="3410746" y="-4841"/>
                  <a:pt x="4332356" y="451413"/>
                  <a:pt x="4352232" y="927405"/>
                </a:cubicBezTo>
                <a:cubicBezTo>
                  <a:pt x="4293016" y="1459389"/>
                  <a:pt x="3346187" y="1892372"/>
                  <a:pt x="2176116" y="1854810"/>
                </a:cubicBezTo>
                <a:cubicBezTo>
                  <a:pt x="1017127" y="1827082"/>
                  <a:pt x="-51413" y="1451390"/>
                  <a:pt x="0" y="927405"/>
                </a:cubicBezTo>
                <a:close/>
              </a:path>
            </a:pathLst>
          </a:custGeom>
          <a:solidFill>
            <a:srgbClr val="D3E9E5"/>
          </a:solidFill>
          <a:ln>
            <a:solidFill>
              <a:srgbClr val="D3E9E5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11994F12-90A6-E96A-5BE6-5E9F08D17B74}"/>
              </a:ext>
            </a:extLst>
          </p:cNvPr>
          <p:cNvSpPr/>
          <p:nvPr/>
        </p:nvSpPr>
        <p:spPr>
          <a:xfrm>
            <a:off x="14277877" y="2351718"/>
            <a:ext cx="3352691" cy="3265911"/>
          </a:xfrm>
          <a:custGeom>
            <a:avLst/>
            <a:gdLst>
              <a:gd name="connsiteX0" fmla="*/ 0 w 3352691"/>
              <a:gd name="connsiteY0" fmla="*/ 1632956 h 3265911"/>
              <a:gd name="connsiteX1" fmla="*/ 1676346 w 3352691"/>
              <a:gd name="connsiteY1" fmla="*/ 0 h 3265911"/>
              <a:gd name="connsiteX2" fmla="*/ 3352692 w 3352691"/>
              <a:gd name="connsiteY2" fmla="*/ 1632956 h 3265911"/>
              <a:gd name="connsiteX3" fmla="*/ 1676346 w 3352691"/>
              <a:gd name="connsiteY3" fmla="*/ 3265912 h 3265911"/>
              <a:gd name="connsiteX4" fmla="*/ 0 w 3352691"/>
              <a:gd name="connsiteY4" fmla="*/ 1632956 h 3265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691" h="3265911" fill="none" extrusionOk="0">
                <a:moveTo>
                  <a:pt x="0" y="1632956"/>
                </a:moveTo>
                <a:cubicBezTo>
                  <a:pt x="-97699" y="748535"/>
                  <a:pt x="738675" y="32818"/>
                  <a:pt x="1676346" y="0"/>
                </a:cubicBezTo>
                <a:cubicBezTo>
                  <a:pt x="2462672" y="-52220"/>
                  <a:pt x="3428322" y="768244"/>
                  <a:pt x="3352692" y="1632956"/>
                </a:cubicBezTo>
                <a:cubicBezTo>
                  <a:pt x="3420273" y="2363079"/>
                  <a:pt x="2615245" y="3285864"/>
                  <a:pt x="1676346" y="3265912"/>
                </a:cubicBezTo>
                <a:cubicBezTo>
                  <a:pt x="769438" y="3282794"/>
                  <a:pt x="48290" y="2512588"/>
                  <a:pt x="0" y="1632956"/>
                </a:cubicBezTo>
                <a:close/>
              </a:path>
              <a:path w="3352691" h="3265911" stroke="0" extrusionOk="0">
                <a:moveTo>
                  <a:pt x="0" y="1632956"/>
                </a:moveTo>
                <a:cubicBezTo>
                  <a:pt x="46380" y="805402"/>
                  <a:pt x="750896" y="-39621"/>
                  <a:pt x="1676346" y="0"/>
                </a:cubicBezTo>
                <a:cubicBezTo>
                  <a:pt x="2634870" y="157129"/>
                  <a:pt x="3332799" y="717393"/>
                  <a:pt x="3352692" y="1632956"/>
                </a:cubicBezTo>
                <a:cubicBezTo>
                  <a:pt x="3359065" y="2487079"/>
                  <a:pt x="2599756" y="3181794"/>
                  <a:pt x="1676346" y="3265912"/>
                </a:cubicBezTo>
                <a:cubicBezTo>
                  <a:pt x="754001" y="3248309"/>
                  <a:pt x="16605" y="2464779"/>
                  <a:pt x="0" y="1632956"/>
                </a:cubicBezTo>
                <a:close/>
              </a:path>
            </a:pathLst>
          </a:cu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366946843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7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ja-JP" altLang="en-US" sz="42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何か</a:t>
            </a:r>
            <a:endParaRPr lang="en-US" altLang="ja-JP" sz="42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sz="2700" dirty="0">
                <a:solidFill>
                  <a:schemeClr val="bg1"/>
                </a:solidFill>
                <a:latin typeface="+mn-ea"/>
              </a:rPr>
              <a:t>メッセージ</a:t>
            </a:r>
            <a:endParaRPr lang="ja-JP" altLang="en-US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9B369ACC-5757-B80B-61BF-EC839E501C38}"/>
              </a:ext>
            </a:extLst>
          </p:cNvPr>
          <p:cNvSpPr/>
          <p:nvPr/>
        </p:nvSpPr>
        <p:spPr>
          <a:xfrm rot="20169432">
            <a:off x="13193370" y="5255011"/>
            <a:ext cx="4740048" cy="251132"/>
          </a:xfrm>
          <a:custGeom>
            <a:avLst/>
            <a:gdLst>
              <a:gd name="connsiteX0" fmla="*/ 0 w 4740048"/>
              <a:gd name="connsiteY0" fmla="*/ 0 h 251132"/>
              <a:gd name="connsiteX1" fmla="*/ 4740048 w 4740048"/>
              <a:gd name="connsiteY1" fmla="*/ 0 h 251132"/>
              <a:gd name="connsiteX2" fmla="*/ 4740048 w 4740048"/>
              <a:gd name="connsiteY2" fmla="*/ 251132 h 251132"/>
              <a:gd name="connsiteX3" fmla="*/ 0 w 4740048"/>
              <a:gd name="connsiteY3" fmla="*/ 251132 h 251132"/>
              <a:gd name="connsiteX4" fmla="*/ 0 w 4740048"/>
              <a:gd name="connsiteY4" fmla="*/ 0 h 251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40048" h="251132" fill="none" extrusionOk="0">
                <a:moveTo>
                  <a:pt x="0" y="0"/>
                </a:moveTo>
                <a:cubicBezTo>
                  <a:pt x="1734634" y="-130857"/>
                  <a:pt x="3117599" y="63250"/>
                  <a:pt x="4740048" y="0"/>
                </a:cubicBezTo>
                <a:cubicBezTo>
                  <a:pt x="4755970" y="41621"/>
                  <a:pt x="4740267" y="197754"/>
                  <a:pt x="4740048" y="251132"/>
                </a:cubicBezTo>
                <a:cubicBezTo>
                  <a:pt x="3980916" y="305796"/>
                  <a:pt x="1888052" y="299234"/>
                  <a:pt x="0" y="251132"/>
                </a:cubicBezTo>
                <a:cubicBezTo>
                  <a:pt x="4336" y="213336"/>
                  <a:pt x="-10589" y="59554"/>
                  <a:pt x="0" y="0"/>
                </a:cubicBezTo>
                <a:close/>
              </a:path>
              <a:path w="4740048" h="251132" stroke="0" extrusionOk="0">
                <a:moveTo>
                  <a:pt x="0" y="0"/>
                </a:moveTo>
                <a:cubicBezTo>
                  <a:pt x="1979577" y="93023"/>
                  <a:pt x="3628114" y="111448"/>
                  <a:pt x="4740048" y="0"/>
                </a:cubicBezTo>
                <a:cubicBezTo>
                  <a:pt x="4752646" y="86854"/>
                  <a:pt x="4755007" y="191159"/>
                  <a:pt x="4740048" y="251132"/>
                </a:cubicBezTo>
                <a:cubicBezTo>
                  <a:pt x="4207713" y="249248"/>
                  <a:pt x="2324524" y="327263"/>
                  <a:pt x="0" y="251132"/>
                </a:cubicBezTo>
                <a:cubicBezTo>
                  <a:pt x="-18793" y="149885"/>
                  <a:pt x="-20569" y="84404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00180860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31" name="十字形 30">
            <a:extLst>
              <a:ext uri="{FF2B5EF4-FFF2-40B4-BE49-F238E27FC236}">
                <a16:creationId xmlns:a16="http://schemas.microsoft.com/office/drawing/2014/main" id="{AE6B2308-93E3-CE3B-D6A4-F65B8B44608F}"/>
              </a:ext>
            </a:extLst>
          </p:cNvPr>
          <p:cNvSpPr/>
          <p:nvPr/>
        </p:nvSpPr>
        <p:spPr>
          <a:xfrm rot="2590055">
            <a:off x="12398882" y="6619589"/>
            <a:ext cx="2804579" cy="2829827"/>
          </a:xfrm>
          <a:custGeom>
            <a:avLst/>
            <a:gdLst>
              <a:gd name="connsiteX0" fmla="*/ 0 w 2804579"/>
              <a:gd name="connsiteY0" fmla="*/ 1307523 h 2829827"/>
              <a:gd name="connsiteX1" fmla="*/ 1307523 w 2804579"/>
              <a:gd name="connsiteY1" fmla="*/ 1307523 h 2829827"/>
              <a:gd name="connsiteX2" fmla="*/ 1307523 w 2804579"/>
              <a:gd name="connsiteY2" fmla="*/ 0 h 2829827"/>
              <a:gd name="connsiteX3" fmla="*/ 1497056 w 2804579"/>
              <a:gd name="connsiteY3" fmla="*/ 0 h 2829827"/>
              <a:gd name="connsiteX4" fmla="*/ 1497056 w 2804579"/>
              <a:gd name="connsiteY4" fmla="*/ 1307523 h 2829827"/>
              <a:gd name="connsiteX5" fmla="*/ 2804579 w 2804579"/>
              <a:gd name="connsiteY5" fmla="*/ 1307523 h 2829827"/>
              <a:gd name="connsiteX6" fmla="*/ 2804579 w 2804579"/>
              <a:gd name="connsiteY6" fmla="*/ 1522304 h 2829827"/>
              <a:gd name="connsiteX7" fmla="*/ 1497056 w 2804579"/>
              <a:gd name="connsiteY7" fmla="*/ 1522304 h 2829827"/>
              <a:gd name="connsiteX8" fmla="*/ 1497056 w 2804579"/>
              <a:gd name="connsiteY8" fmla="*/ 2829827 h 2829827"/>
              <a:gd name="connsiteX9" fmla="*/ 1307523 w 2804579"/>
              <a:gd name="connsiteY9" fmla="*/ 2829827 h 2829827"/>
              <a:gd name="connsiteX10" fmla="*/ 1307523 w 2804579"/>
              <a:gd name="connsiteY10" fmla="*/ 1522304 h 2829827"/>
              <a:gd name="connsiteX11" fmla="*/ 0 w 2804579"/>
              <a:gd name="connsiteY11" fmla="*/ 1522304 h 2829827"/>
              <a:gd name="connsiteX12" fmla="*/ 0 w 2804579"/>
              <a:gd name="connsiteY12" fmla="*/ 1307523 h 28298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804579" h="2829827" fill="none" extrusionOk="0">
                <a:moveTo>
                  <a:pt x="0" y="1307523"/>
                </a:moveTo>
                <a:cubicBezTo>
                  <a:pt x="546129" y="1353204"/>
                  <a:pt x="911528" y="1222900"/>
                  <a:pt x="1307523" y="1307523"/>
                </a:cubicBezTo>
                <a:cubicBezTo>
                  <a:pt x="1341216" y="1088394"/>
                  <a:pt x="1342035" y="206473"/>
                  <a:pt x="1307523" y="0"/>
                </a:cubicBezTo>
                <a:cubicBezTo>
                  <a:pt x="1369576" y="12874"/>
                  <a:pt x="1417781" y="10368"/>
                  <a:pt x="1497056" y="0"/>
                </a:cubicBezTo>
                <a:cubicBezTo>
                  <a:pt x="1415750" y="252949"/>
                  <a:pt x="1496548" y="1114016"/>
                  <a:pt x="1497056" y="1307523"/>
                </a:cubicBezTo>
                <a:cubicBezTo>
                  <a:pt x="1775166" y="1237105"/>
                  <a:pt x="2311653" y="1292227"/>
                  <a:pt x="2804579" y="1307523"/>
                </a:cubicBezTo>
                <a:cubicBezTo>
                  <a:pt x="2807269" y="1352914"/>
                  <a:pt x="2785612" y="1478252"/>
                  <a:pt x="2804579" y="1522304"/>
                </a:cubicBezTo>
                <a:cubicBezTo>
                  <a:pt x="2613178" y="1487643"/>
                  <a:pt x="1694709" y="1488030"/>
                  <a:pt x="1497056" y="1522304"/>
                </a:cubicBezTo>
                <a:cubicBezTo>
                  <a:pt x="1419620" y="1858364"/>
                  <a:pt x="1386465" y="2356596"/>
                  <a:pt x="1497056" y="2829827"/>
                </a:cubicBezTo>
                <a:cubicBezTo>
                  <a:pt x="1423672" y="2826318"/>
                  <a:pt x="1377315" y="2846623"/>
                  <a:pt x="1307523" y="2829827"/>
                </a:cubicBezTo>
                <a:cubicBezTo>
                  <a:pt x="1218376" y="2194120"/>
                  <a:pt x="1360294" y="1756082"/>
                  <a:pt x="1307523" y="1522304"/>
                </a:cubicBezTo>
                <a:cubicBezTo>
                  <a:pt x="718539" y="1520958"/>
                  <a:pt x="586764" y="1507087"/>
                  <a:pt x="0" y="1522304"/>
                </a:cubicBezTo>
                <a:cubicBezTo>
                  <a:pt x="-17792" y="1448935"/>
                  <a:pt x="-15342" y="1329404"/>
                  <a:pt x="0" y="1307523"/>
                </a:cubicBezTo>
                <a:close/>
              </a:path>
              <a:path w="2804579" h="2829827" stroke="0" extrusionOk="0">
                <a:moveTo>
                  <a:pt x="0" y="1307523"/>
                </a:moveTo>
                <a:cubicBezTo>
                  <a:pt x="563140" y="1203224"/>
                  <a:pt x="995196" y="1223847"/>
                  <a:pt x="1307523" y="1307523"/>
                </a:cubicBezTo>
                <a:cubicBezTo>
                  <a:pt x="1250057" y="671566"/>
                  <a:pt x="1261814" y="237231"/>
                  <a:pt x="1307523" y="0"/>
                </a:cubicBezTo>
                <a:cubicBezTo>
                  <a:pt x="1347624" y="13670"/>
                  <a:pt x="1426167" y="5277"/>
                  <a:pt x="1497056" y="0"/>
                </a:cubicBezTo>
                <a:cubicBezTo>
                  <a:pt x="1451848" y="379705"/>
                  <a:pt x="1471064" y="751305"/>
                  <a:pt x="1497056" y="1307523"/>
                </a:cubicBezTo>
                <a:cubicBezTo>
                  <a:pt x="1901207" y="1374512"/>
                  <a:pt x="2231359" y="1302522"/>
                  <a:pt x="2804579" y="1307523"/>
                </a:cubicBezTo>
                <a:cubicBezTo>
                  <a:pt x="2805706" y="1370535"/>
                  <a:pt x="2804669" y="1481285"/>
                  <a:pt x="2804579" y="1522304"/>
                </a:cubicBezTo>
                <a:cubicBezTo>
                  <a:pt x="2480120" y="1629485"/>
                  <a:pt x="1655909" y="1425656"/>
                  <a:pt x="1497056" y="1522304"/>
                </a:cubicBezTo>
                <a:cubicBezTo>
                  <a:pt x="1435266" y="1676934"/>
                  <a:pt x="1552363" y="2510066"/>
                  <a:pt x="1497056" y="2829827"/>
                </a:cubicBezTo>
                <a:cubicBezTo>
                  <a:pt x="1423552" y="2816915"/>
                  <a:pt x="1354516" y="2844796"/>
                  <a:pt x="1307523" y="2829827"/>
                </a:cubicBezTo>
                <a:cubicBezTo>
                  <a:pt x="1371595" y="2453642"/>
                  <a:pt x="1334464" y="1679310"/>
                  <a:pt x="1307523" y="1522304"/>
                </a:cubicBezTo>
                <a:cubicBezTo>
                  <a:pt x="826046" y="1499581"/>
                  <a:pt x="347693" y="1473210"/>
                  <a:pt x="0" y="1522304"/>
                </a:cubicBezTo>
                <a:cubicBezTo>
                  <a:pt x="592" y="1489249"/>
                  <a:pt x="615" y="1357665"/>
                  <a:pt x="0" y="1307523"/>
                </a:cubicBezTo>
                <a:close/>
              </a:path>
            </a:pathLst>
          </a:custGeom>
          <a:solidFill>
            <a:srgbClr val="64A4A3"/>
          </a:solidFill>
          <a:ln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3129110413">
                  <a:prstGeom prst="plus">
                    <a:avLst>
                      <a:gd name="adj" fmla="val 46621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4548D72B-CA5C-59FC-584F-E0EF5BBB25BA}"/>
              </a:ext>
            </a:extLst>
          </p:cNvPr>
          <p:cNvSpPr/>
          <p:nvPr/>
        </p:nvSpPr>
        <p:spPr>
          <a:xfrm>
            <a:off x="10636382" y="7189093"/>
            <a:ext cx="1880229" cy="1854809"/>
          </a:xfrm>
          <a:custGeom>
            <a:avLst/>
            <a:gdLst>
              <a:gd name="connsiteX0" fmla="*/ 0 w 1880229"/>
              <a:gd name="connsiteY0" fmla="*/ 927405 h 1854809"/>
              <a:gd name="connsiteX1" fmla="*/ 940115 w 1880229"/>
              <a:gd name="connsiteY1" fmla="*/ 0 h 1854809"/>
              <a:gd name="connsiteX2" fmla="*/ 1880230 w 1880229"/>
              <a:gd name="connsiteY2" fmla="*/ 927405 h 1854809"/>
              <a:gd name="connsiteX3" fmla="*/ 940115 w 1880229"/>
              <a:gd name="connsiteY3" fmla="*/ 1854810 h 1854809"/>
              <a:gd name="connsiteX4" fmla="*/ 0 w 1880229"/>
              <a:gd name="connsiteY4" fmla="*/ 927405 h 1854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80229" h="1854809" fill="none" extrusionOk="0">
                <a:moveTo>
                  <a:pt x="0" y="927405"/>
                </a:moveTo>
                <a:cubicBezTo>
                  <a:pt x="-31656" y="465265"/>
                  <a:pt x="380975" y="23539"/>
                  <a:pt x="940115" y="0"/>
                </a:cubicBezTo>
                <a:cubicBezTo>
                  <a:pt x="1409338" y="81906"/>
                  <a:pt x="1945919" y="359550"/>
                  <a:pt x="1880230" y="927405"/>
                </a:cubicBezTo>
                <a:cubicBezTo>
                  <a:pt x="1897146" y="1424287"/>
                  <a:pt x="1513839" y="1852201"/>
                  <a:pt x="940115" y="1854810"/>
                </a:cubicBezTo>
                <a:cubicBezTo>
                  <a:pt x="380899" y="1927985"/>
                  <a:pt x="37518" y="1380507"/>
                  <a:pt x="0" y="927405"/>
                </a:cubicBezTo>
                <a:close/>
              </a:path>
              <a:path w="1880229" h="1854809" stroke="0" extrusionOk="0">
                <a:moveTo>
                  <a:pt x="0" y="927405"/>
                </a:moveTo>
                <a:cubicBezTo>
                  <a:pt x="13242" y="429430"/>
                  <a:pt x="374410" y="60284"/>
                  <a:pt x="940115" y="0"/>
                </a:cubicBezTo>
                <a:cubicBezTo>
                  <a:pt x="1447961" y="-60579"/>
                  <a:pt x="1833167" y="413132"/>
                  <a:pt x="1880230" y="927405"/>
                </a:cubicBezTo>
                <a:cubicBezTo>
                  <a:pt x="1889290" y="1508620"/>
                  <a:pt x="1497226" y="1859062"/>
                  <a:pt x="940115" y="1854810"/>
                </a:cubicBezTo>
                <a:cubicBezTo>
                  <a:pt x="423948" y="1868344"/>
                  <a:pt x="75426" y="1470206"/>
                  <a:pt x="0" y="927405"/>
                </a:cubicBezTo>
                <a:close/>
              </a:path>
            </a:pathLst>
          </a:custGeom>
          <a:solidFill>
            <a:srgbClr val="64A4A3"/>
          </a:solidFill>
          <a:ln w="76200">
            <a:solidFill>
              <a:srgbClr val="64A4A3"/>
            </a:solidFill>
            <a:extLst>
              <a:ext uri="{C807C97D-BFC1-408E-A445-0C87EB9F89A2}">
                <ask:lineSketchStyleProps xmlns:ask="http://schemas.microsoft.com/office/drawing/2018/sketchyshapes" sd="1678478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 dirty="0"/>
          </a:p>
        </p:txBody>
      </p:sp>
    </p:spTree>
    <p:extLst>
      <p:ext uri="{BB962C8B-B14F-4D97-AF65-F5344CB8AC3E}">
        <p14:creationId xmlns:p14="http://schemas.microsoft.com/office/powerpoint/2010/main" val="27312343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３つあることが一目でわかる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カードのレイアウトテンプレート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706907" y="2991765"/>
            <a:ext cx="5474010" cy="6933285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>
              <a:solidFill>
                <a:srgbClr val="64A4A3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B3703F-3442-4C13-A424-26EDC78FA83C}"/>
              </a:ext>
            </a:extLst>
          </p:cNvPr>
          <p:cNvSpPr/>
          <p:nvPr/>
        </p:nvSpPr>
        <p:spPr>
          <a:xfrm>
            <a:off x="6472065" y="2981670"/>
            <a:ext cx="5474010" cy="6933285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>
              <a:solidFill>
                <a:srgbClr val="64A4A3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938DBA-3C61-44F9-B40C-5EE6E7382AD8}"/>
              </a:ext>
            </a:extLst>
          </p:cNvPr>
          <p:cNvSpPr/>
          <p:nvPr/>
        </p:nvSpPr>
        <p:spPr>
          <a:xfrm>
            <a:off x="12197907" y="2991765"/>
            <a:ext cx="5474010" cy="6933285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>
              <a:solidFill>
                <a:srgbClr val="64A4A3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796889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301C33-873B-474E-BF88-9FB516462188}"/>
              </a:ext>
            </a:extLst>
          </p:cNvPr>
          <p:cNvSpPr txBox="1"/>
          <p:nvPr/>
        </p:nvSpPr>
        <p:spPr>
          <a:xfrm>
            <a:off x="6537153" y="3005557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719551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1D5999-FC9D-4598-9163-72444CBA8BFD}"/>
              </a:ext>
            </a:extLst>
          </p:cNvPr>
          <p:cNvSpPr txBox="1"/>
          <p:nvPr/>
        </p:nvSpPr>
        <p:spPr>
          <a:xfrm>
            <a:off x="6499666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  <a:endParaRPr kumimoji="1" lang="ja-JP" altLang="en-US" sz="42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150C880-B64C-462F-9C59-C613006463BF}"/>
              </a:ext>
            </a:extLst>
          </p:cNvPr>
          <p:cNvSpPr txBox="1"/>
          <p:nvPr/>
        </p:nvSpPr>
        <p:spPr>
          <a:xfrm>
            <a:off x="12304028" y="3005557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A50A97-71BB-427E-9EEF-4F8464471794}"/>
              </a:ext>
            </a:extLst>
          </p:cNvPr>
          <p:cNvSpPr txBox="1"/>
          <p:nvPr/>
        </p:nvSpPr>
        <p:spPr>
          <a:xfrm>
            <a:off x="12222295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</p:spTree>
    <p:extLst>
      <p:ext uri="{BB962C8B-B14F-4D97-AF65-F5344CB8AC3E}">
        <p14:creationId xmlns:p14="http://schemas.microsoft.com/office/powerpoint/2010/main" val="1352494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順序関係がある場合は並列よりこちらが良い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カードのレイアウトテンプレートのアレンジ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706906" y="2991765"/>
            <a:ext cx="6500603" cy="5179002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B3703F-3442-4C13-A424-26EDC78FA83C}"/>
              </a:ext>
            </a:extLst>
          </p:cNvPr>
          <p:cNvSpPr/>
          <p:nvPr/>
        </p:nvSpPr>
        <p:spPr>
          <a:xfrm>
            <a:off x="5963245" y="3711716"/>
            <a:ext cx="6500603" cy="5191656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938DBA-3C61-44F9-B40C-5EE6E7382AD8}"/>
              </a:ext>
            </a:extLst>
          </p:cNvPr>
          <p:cNvSpPr/>
          <p:nvPr/>
        </p:nvSpPr>
        <p:spPr>
          <a:xfrm>
            <a:off x="11219584" y="4444320"/>
            <a:ext cx="6500603" cy="5191656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796889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301C33-873B-474E-BF88-9FB516462188}"/>
              </a:ext>
            </a:extLst>
          </p:cNvPr>
          <p:cNvSpPr txBox="1"/>
          <p:nvPr/>
        </p:nvSpPr>
        <p:spPr>
          <a:xfrm>
            <a:off x="6028334" y="3735602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719551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1D5999-FC9D-4598-9163-72444CBA8BFD}"/>
              </a:ext>
            </a:extLst>
          </p:cNvPr>
          <p:cNvSpPr txBox="1"/>
          <p:nvPr/>
        </p:nvSpPr>
        <p:spPr>
          <a:xfrm>
            <a:off x="5990846" y="4150604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  <a:endParaRPr kumimoji="1" lang="ja-JP" altLang="en-US" sz="42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150C880-B64C-462F-9C59-C613006463BF}"/>
              </a:ext>
            </a:extLst>
          </p:cNvPr>
          <p:cNvSpPr txBox="1"/>
          <p:nvPr/>
        </p:nvSpPr>
        <p:spPr>
          <a:xfrm>
            <a:off x="11325705" y="4458112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A50A97-71BB-427E-9EEF-4F8464471794}"/>
              </a:ext>
            </a:extLst>
          </p:cNvPr>
          <p:cNvSpPr txBox="1"/>
          <p:nvPr/>
        </p:nvSpPr>
        <p:spPr>
          <a:xfrm>
            <a:off x="11243972" y="4873113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17F509DC-624C-49A3-87E6-BBEE33EDEF3D}"/>
              </a:ext>
            </a:extLst>
          </p:cNvPr>
          <p:cNvGrpSpPr/>
          <p:nvPr/>
        </p:nvGrpSpPr>
        <p:grpSpPr>
          <a:xfrm rot="19356426" flipV="1">
            <a:off x="7018232" y="2852777"/>
            <a:ext cx="957501" cy="1422230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5" name="二等辺三角形 14">
              <a:extLst>
                <a:ext uri="{FF2B5EF4-FFF2-40B4-BE49-F238E27FC236}">
                  <a16:creationId xmlns:a16="http://schemas.microsoft.com/office/drawing/2014/main" id="{9EEC710F-D694-4533-BCFA-E134D0A97020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15C81248-34D7-4734-9365-7AF9C9D6CE42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2916356-7E2D-4DCC-AB30-31745E58C8A8}"/>
              </a:ext>
            </a:extLst>
          </p:cNvPr>
          <p:cNvGrpSpPr/>
          <p:nvPr/>
        </p:nvGrpSpPr>
        <p:grpSpPr>
          <a:xfrm rot="19356426" flipV="1">
            <a:off x="12264131" y="3530297"/>
            <a:ext cx="957501" cy="1422230"/>
            <a:chOff x="2664127" y="3374455"/>
            <a:chExt cx="1201975" cy="1567649"/>
          </a:xfrm>
          <a:solidFill>
            <a:srgbClr val="64A4A3"/>
          </a:solidFill>
        </p:grpSpPr>
        <p:sp>
          <p:nvSpPr>
            <p:cNvPr id="18" name="二等辺三角形 17">
              <a:extLst>
                <a:ext uri="{FF2B5EF4-FFF2-40B4-BE49-F238E27FC236}">
                  <a16:creationId xmlns:a16="http://schemas.microsoft.com/office/drawing/2014/main" id="{C87AD141-B943-4BC4-BD07-C571A6486C27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7964E781-5C13-4DB8-8006-A03F32235976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>
                <a:solidFill>
                  <a:srgbClr val="64A4A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5325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カードの間隔やアスペクト比は適宜調整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４カードのレイアウトテンプレート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961314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1051298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973960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32DDF0-95D5-460E-AA94-DC8D8DD0F064}"/>
              </a:ext>
            </a:extLst>
          </p:cNvPr>
          <p:cNvSpPr/>
          <p:nvPr/>
        </p:nvSpPr>
        <p:spPr>
          <a:xfrm>
            <a:off x="961314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02D58C-18EE-4E67-9AEF-1DB098633F06}"/>
              </a:ext>
            </a:extLst>
          </p:cNvPr>
          <p:cNvSpPr txBox="1"/>
          <p:nvPr/>
        </p:nvSpPr>
        <p:spPr>
          <a:xfrm>
            <a:off x="1051298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  <a:endParaRPr kumimoji="1" lang="ja-JP" altLang="en-US" sz="27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3829EA-747F-4BA0-8F66-AFA3FDC010E5}"/>
              </a:ext>
            </a:extLst>
          </p:cNvPr>
          <p:cNvSpPr txBox="1"/>
          <p:nvPr/>
        </p:nvSpPr>
        <p:spPr>
          <a:xfrm>
            <a:off x="973960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F1A11E8-9C9F-4A77-8B31-57D3139B4012}"/>
              </a:ext>
            </a:extLst>
          </p:cNvPr>
          <p:cNvSpPr/>
          <p:nvPr/>
        </p:nvSpPr>
        <p:spPr>
          <a:xfrm>
            <a:off x="9301527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05F87C2-6D93-4EA3-9EEA-55D3CDA272FA}"/>
              </a:ext>
            </a:extLst>
          </p:cNvPr>
          <p:cNvSpPr txBox="1"/>
          <p:nvPr/>
        </p:nvSpPr>
        <p:spPr>
          <a:xfrm>
            <a:off x="9391511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663FC7-C1AA-4982-A767-1FF58FE96905}"/>
              </a:ext>
            </a:extLst>
          </p:cNvPr>
          <p:cNvSpPr txBox="1"/>
          <p:nvPr/>
        </p:nvSpPr>
        <p:spPr>
          <a:xfrm>
            <a:off x="9314173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CBC013-96B2-409F-A562-B589C1D0B1BD}"/>
              </a:ext>
            </a:extLst>
          </p:cNvPr>
          <p:cNvSpPr/>
          <p:nvPr/>
        </p:nvSpPr>
        <p:spPr>
          <a:xfrm>
            <a:off x="9301527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3373E90-C939-46D0-994B-AB3E8CD503F8}"/>
              </a:ext>
            </a:extLst>
          </p:cNvPr>
          <p:cNvSpPr txBox="1"/>
          <p:nvPr/>
        </p:nvSpPr>
        <p:spPr>
          <a:xfrm>
            <a:off x="9391511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④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D3CB004-3604-4BD1-BEAE-D199DD31A9E0}"/>
              </a:ext>
            </a:extLst>
          </p:cNvPr>
          <p:cNvSpPr txBox="1"/>
          <p:nvPr/>
        </p:nvSpPr>
        <p:spPr>
          <a:xfrm>
            <a:off x="9314173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</p:spTree>
    <p:extLst>
      <p:ext uri="{BB962C8B-B14F-4D97-AF65-F5344CB8AC3E}">
        <p14:creationId xmlns:p14="http://schemas.microsoft.com/office/powerpoint/2010/main" val="3838289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F1A11E8-9C9F-4A77-8B31-57D3139B4012}"/>
              </a:ext>
            </a:extLst>
          </p:cNvPr>
          <p:cNvSpPr/>
          <p:nvPr/>
        </p:nvSpPr>
        <p:spPr>
          <a:xfrm>
            <a:off x="9301527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CBC013-96B2-409F-A562-B589C1D0B1BD}"/>
              </a:ext>
            </a:extLst>
          </p:cNvPr>
          <p:cNvSpPr/>
          <p:nvPr/>
        </p:nvSpPr>
        <p:spPr>
          <a:xfrm>
            <a:off x="9301527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32DDF0-95D5-460E-AA94-DC8D8DD0F064}"/>
              </a:ext>
            </a:extLst>
          </p:cNvPr>
          <p:cNvSpPr/>
          <p:nvPr/>
        </p:nvSpPr>
        <p:spPr>
          <a:xfrm>
            <a:off x="961314" y="658668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961314" y="2991765"/>
            <a:ext cx="8012514" cy="3291048"/>
          </a:xfrm>
          <a:prstGeom prst="rect">
            <a:avLst/>
          </a:prstGeom>
          <a:solidFill>
            <a:srgbClr val="FFFFFF"/>
          </a:solidFill>
          <a:ln w="19050">
            <a:solidFill>
              <a:srgbClr val="64A4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70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523999"/>
            <a:ext cx="17036846" cy="1407239"/>
          </a:xfrm>
        </p:spPr>
        <p:txBody>
          <a:bodyPr/>
          <a:lstStyle/>
          <a:p>
            <a:r>
              <a:rPr lang="ja-JP" altLang="en-US" dirty="0"/>
              <a:t>循環がある場合はこんな感じが良い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４カードのレイアウトテンプレートのアレンジ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1051298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973960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02D58C-18EE-4E67-9AEF-1DB098633F06}"/>
              </a:ext>
            </a:extLst>
          </p:cNvPr>
          <p:cNvSpPr txBox="1"/>
          <p:nvPr/>
        </p:nvSpPr>
        <p:spPr>
          <a:xfrm>
            <a:off x="1051298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  <a:endParaRPr kumimoji="1" lang="ja-JP" altLang="en-US" sz="2700" b="1" dirty="0">
              <a:solidFill>
                <a:srgbClr val="64A4A3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3829EA-747F-4BA0-8F66-AFA3FDC010E5}"/>
              </a:ext>
            </a:extLst>
          </p:cNvPr>
          <p:cNvSpPr txBox="1"/>
          <p:nvPr/>
        </p:nvSpPr>
        <p:spPr>
          <a:xfrm>
            <a:off x="973960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05F87C2-6D93-4EA3-9EEA-55D3CDA272FA}"/>
              </a:ext>
            </a:extLst>
          </p:cNvPr>
          <p:cNvSpPr txBox="1"/>
          <p:nvPr/>
        </p:nvSpPr>
        <p:spPr>
          <a:xfrm>
            <a:off x="9391511" y="300989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663FC7-C1AA-4982-A767-1FF58FE96905}"/>
              </a:ext>
            </a:extLst>
          </p:cNvPr>
          <p:cNvSpPr txBox="1"/>
          <p:nvPr/>
        </p:nvSpPr>
        <p:spPr>
          <a:xfrm>
            <a:off x="9314173" y="342055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3373E90-C939-46D0-994B-AB3E8CD503F8}"/>
              </a:ext>
            </a:extLst>
          </p:cNvPr>
          <p:cNvSpPr txBox="1"/>
          <p:nvPr/>
        </p:nvSpPr>
        <p:spPr>
          <a:xfrm>
            <a:off x="9391511" y="6604816"/>
            <a:ext cx="133882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1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sz="27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④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D3CB004-3604-4BD1-BEAE-D199DD31A9E0}"/>
              </a:ext>
            </a:extLst>
          </p:cNvPr>
          <p:cNvSpPr txBox="1"/>
          <p:nvPr/>
        </p:nvSpPr>
        <p:spPr>
          <a:xfrm>
            <a:off x="9314173" y="7015478"/>
            <a:ext cx="3954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200" b="1" dirty="0">
                <a:solidFill>
                  <a:srgbClr val="64A4A3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F763E3EA-C838-48BF-92C8-FD155CD72C61}"/>
              </a:ext>
            </a:extLst>
          </p:cNvPr>
          <p:cNvGrpSpPr/>
          <p:nvPr/>
        </p:nvGrpSpPr>
        <p:grpSpPr>
          <a:xfrm>
            <a:off x="8945065" y="7587607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39" name="二等辺三角形 38">
              <a:extLst>
                <a:ext uri="{FF2B5EF4-FFF2-40B4-BE49-F238E27FC236}">
                  <a16:creationId xmlns:a16="http://schemas.microsoft.com/office/drawing/2014/main" id="{857E573D-CBEA-4840-BB8D-12A43C05AF2C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0" name="フリーフォーム: 図形 39">
              <a:extLst>
                <a:ext uri="{FF2B5EF4-FFF2-40B4-BE49-F238E27FC236}">
                  <a16:creationId xmlns:a16="http://schemas.microsoft.com/office/drawing/2014/main" id="{5EF6E50A-F8C0-4A0B-828C-3A1574F01379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98959377-C979-4DBC-91B0-EE8A4B495524}"/>
              </a:ext>
            </a:extLst>
          </p:cNvPr>
          <p:cNvGrpSpPr/>
          <p:nvPr/>
        </p:nvGrpSpPr>
        <p:grpSpPr>
          <a:xfrm rot="16200000">
            <a:off x="10306592" y="5778655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42" name="二等辺三角形 41">
              <a:extLst>
                <a:ext uri="{FF2B5EF4-FFF2-40B4-BE49-F238E27FC236}">
                  <a16:creationId xmlns:a16="http://schemas.microsoft.com/office/drawing/2014/main" id="{D24E386F-2924-40CC-9E36-E7C432F87F61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3" name="フリーフォーム: 図形 42">
              <a:extLst>
                <a:ext uri="{FF2B5EF4-FFF2-40B4-BE49-F238E27FC236}">
                  <a16:creationId xmlns:a16="http://schemas.microsoft.com/office/drawing/2014/main" id="{01947CE4-9925-438C-87B9-4BD670E28BBC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3F72FAD5-5227-424C-B040-A021696E413C}"/>
              </a:ext>
            </a:extLst>
          </p:cNvPr>
          <p:cNvGrpSpPr/>
          <p:nvPr/>
        </p:nvGrpSpPr>
        <p:grpSpPr>
          <a:xfrm rot="10800000">
            <a:off x="8433982" y="4615708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45" name="二等辺三角形 44">
              <a:extLst>
                <a:ext uri="{FF2B5EF4-FFF2-40B4-BE49-F238E27FC236}">
                  <a16:creationId xmlns:a16="http://schemas.microsoft.com/office/drawing/2014/main" id="{CC9CF80C-33A0-4CD9-A492-0F5FE96D7E9F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6" name="フリーフォーム: 図形 45">
              <a:extLst>
                <a:ext uri="{FF2B5EF4-FFF2-40B4-BE49-F238E27FC236}">
                  <a16:creationId xmlns:a16="http://schemas.microsoft.com/office/drawing/2014/main" id="{464BB2E2-722B-44B5-98C5-2E999D1E52E1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DF776DC2-B0C8-4C4B-870E-11E5094A648C}"/>
              </a:ext>
            </a:extLst>
          </p:cNvPr>
          <p:cNvGrpSpPr/>
          <p:nvPr/>
        </p:nvGrpSpPr>
        <p:grpSpPr>
          <a:xfrm rot="5400000">
            <a:off x="7198267" y="6321241"/>
            <a:ext cx="892892" cy="784832"/>
            <a:chOff x="1572269" y="4816089"/>
            <a:chExt cx="938304" cy="840658"/>
          </a:xfrm>
          <a:solidFill>
            <a:srgbClr val="64A4A3"/>
          </a:solidFill>
        </p:grpSpPr>
        <p:sp>
          <p:nvSpPr>
            <p:cNvPr id="48" name="二等辺三角形 47">
              <a:extLst>
                <a:ext uri="{FF2B5EF4-FFF2-40B4-BE49-F238E27FC236}">
                  <a16:creationId xmlns:a16="http://schemas.microsoft.com/office/drawing/2014/main" id="{B73EA7B5-2C86-4BC2-927B-676AE8EE2F83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sz="2700" dirty="0"/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6394FB25-B87E-4AD3-80ED-6FD1473CADC2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grpFill/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sz="27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94194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25513</TotalTime>
  <Words>789</Words>
  <Application>Microsoft Office PowerPoint</Application>
  <PresentationFormat>ユーザー設定</PresentationFormat>
  <Paragraphs>195</Paragraphs>
  <Slides>17</Slides>
  <Notes>3</Notes>
  <HiddenSlides>9</HiddenSlides>
  <MMClips>0</MMClips>
  <ScaleCrop>false</ScaleCrop>
  <HeadingPairs>
    <vt:vector size="6" baseType="variant">
      <vt:variant>
        <vt:lpstr>使用されているフォント</vt:lpstr>
      </vt:variant>
      <vt:variant>
        <vt:i4>10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8" baseType="lpstr">
      <vt:lpstr>游ゴシック</vt:lpstr>
      <vt:lpstr>Source Han Sans JP Bold</vt:lpstr>
      <vt:lpstr>Meiryo UI</vt:lpstr>
      <vt:lpstr>Wingdings</vt:lpstr>
      <vt:lpstr>游ゴシック Medium</vt:lpstr>
      <vt:lpstr>Source Han Sans JP</vt:lpstr>
      <vt:lpstr>Arial</vt:lpstr>
      <vt:lpstr>Now</vt:lpstr>
      <vt:lpstr>Source Han Sans JP Medium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寸法や色は場合に応じて調整しましょう</vt:lpstr>
      <vt:lpstr>PowerPoint プレゼンテーション</vt:lpstr>
      <vt:lpstr>３つあることが一目でわかる</vt:lpstr>
      <vt:lpstr>順序関係がある場合は並列よりこちらが良い</vt:lpstr>
      <vt:lpstr>カードの間隔やアスペクト比は適宜調整</vt:lpstr>
      <vt:lpstr>循環がある場合はこんな感じが良い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グリーン ホワイト シンプル 業務改善 提案書 ビジネス グラフ 表 プレゼンテーション</dc:title>
  <dc:creator>shiba</dc:creator>
  <cp:lastModifiedBy>shibariku0623@icloud.com</cp:lastModifiedBy>
  <cp:revision>5</cp:revision>
  <dcterms:created xsi:type="dcterms:W3CDTF">2006-08-16T00:00:00Z</dcterms:created>
  <dcterms:modified xsi:type="dcterms:W3CDTF">2025-03-28T05:36:31Z</dcterms:modified>
  <dc:identifier>DAGKJCfN4aw</dc:identifier>
</cp:coreProperties>
</file>
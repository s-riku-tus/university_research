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99" r:id="rId3"/>
    <p:sldId id="360" r:id="rId4"/>
    <p:sldId id="365" r:id="rId5"/>
    <p:sldId id="366" r:id="rId6"/>
    <p:sldId id="367" r:id="rId7"/>
    <p:sldId id="368" r:id="rId8"/>
    <p:sldId id="361" r:id="rId9"/>
    <p:sldId id="362" r:id="rId10"/>
    <p:sldId id="364" r:id="rId11"/>
    <p:sldId id="352" r:id="rId12"/>
    <p:sldId id="350" r:id="rId13"/>
    <p:sldId id="359" r:id="rId14"/>
    <p:sldId id="298" r:id="rId15"/>
    <p:sldId id="342" r:id="rId16"/>
    <p:sldId id="343" r:id="rId17"/>
    <p:sldId id="302" r:id="rId18"/>
    <p:sldId id="344" r:id="rId19"/>
    <p:sldId id="303" r:id="rId20"/>
    <p:sldId id="353" r:id="rId21"/>
    <p:sldId id="354" r:id="rId22"/>
  </p:sldIdLst>
  <p:sldSz cx="18288000" cy="10287000"/>
  <p:notesSz cx="6858000" cy="9144000"/>
  <p:embeddedFontLst>
    <p:embeddedFont>
      <p:font typeface="Source Han Sans JP" panose="020B0600070205080204" charset="-128"/>
      <p:regular r:id="rId24"/>
    </p:embeddedFont>
    <p:embeddedFont>
      <p:font typeface="Source Han Sans JP Bold" panose="020B0600070205080204" charset="-128"/>
      <p:regular r:id="rId25"/>
    </p:embeddedFont>
    <p:embeddedFont>
      <p:font typeface="Source Han Sans JP Medium" panose="020B0600070205080204" charset="-128"/>
      <p:regular r:id="rId26"/>
    </p:embeddedFont>
    <p:embeddedFont>
      <p:font typeface="Meiryo UI" panose="020B0604030504040204" pitchFamily="50" charset="-128"/>
      <p:regular r:id="rId27"/>
      <p:bold r:id="rId28"/>
      <p:italic r:id="rId29"/>
      <p:boldItalic r:id="rId30"/>
    </p:embeddedFont>
    <p:embeddedFont>
      <p:font typeface="Now" panose="020B0600070205080204" charset="0"/>
      <p:regular r:id="rId31"/>
    </p:embeddedFont>
    <p:embeddedFont>
      <p:font typeface="游ゴシック" panose="020B0400000000000000" pitchFamily="50" charset="-128"/>
      <p:regular r:id="rId32"/>
      <p:bold r:id="rId33"/>
    </p:embeddedFont>
    <p:embeddedFont>
      <p:font typeface="游ゴシック Medium" panose="020B0500000000000000" pitchFamily="50" charset="-128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60"/>
            <p14:sldId id="365"/>
            <p14:sldId id="366"/>
            <p14:sldId id="367"/>
            <p14:sldId id="368"/>
            <p14:sldId id="361"/>
            <p14:sldId id="362"/>
            <p14:sldId id="364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5276F8"/>
    <a:srgbClr val="ECF1F1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BDACD4-D3C4-47C3-ABE7-574A64633C45}" v="47" dt="2025-05-08T22:10:10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80364" autoAdjust="0"/>
  </p:normalViewPr>
  <p:slideViewPr>
    <p:cSldViewPr>
      <p:cViewPr varScale="1">
        <p:scale>
          <a:sx n="74" d="100"/>
          <a:sy n="74" d="100"/>
        </p:scale>
        <p:origin x="5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5EBDACD4-D3C4-47C3-ABE7-574A64633C45}"/>
    <pc:docChg chg="undo custSel addSld delSld modSld sldOrd modSection">
      <pc:chgData name="shibariku0623@icloud.com" userId="47b6e960b06a1f92" providerId="LiveId" clId="{5EBDACD4-D3C4-47C3-ABE7-574A64633C45}" dt="2025-05-09T04:13:47.230" v="2070" actId="20577"/>
      <pc:docMkLst>
        <pc:docMk/>
      </pc:docMkLst>
      <pc:sldChg chg="modSp mod">
        <pc:chgData name="shibariku0623@icloud.com" userId="47b6e960b06a1f92" providerId="LiveId" clId="{5EBDACD4-D3C4-47C3-ABE7-574A64633C45}" dt="2025-05-08T20:08:12.960" v="26" actId="20577"/>
        <pc:sldMkLst>
          <pc:docMk/>
          <pc:sldMk cId="0" sldId="256"/>
        </pc:sldMkLst>
        <pc:spChg chg="mod">
          <ac:chgData name="shibariku0623@icloud.com" userId="47b6e960b06a1f92" providerId="LiveId" clId="{5EBDACD4-D3C4-47C3-ABE7-574A64633C45}" dt="2025-05-08T20:08:07.308" v="21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5EBDACD4-D3C4-47C3-ABE7-574A64633C45}" dt="2025-05-08T20:08:12.960" v="26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5EBDACD4-D3C4-47C3-ABE7-574A64633C45}" dt="2025-05-08T20:09:15.824" v="101" actId="1076"/>
        <pc:sldMkLst>
          <pc:docMk/>
          <pc:sldMk cId="1242965381" sldId="299"/>
        </pc:sldMkLst>
        <pc:spChg chg="mod">
          <ac:chgData name="shibariku0623@icloud.com" userId="47b6e960b06a1f92" providerId="LiveId" clId="{5EBDACD4-D3C4-47C3-ABE7-574A64633C45}" dt="2025-05-08T20:09:08.956" v="97" actId="20577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5EBDACD4-D3C4-47C3-ABE7-574A64633C45}" dt="2025-05-08T20:09:12.174" v="100" actId="20577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5EBDACD4-D3C4-47C3-ABE7-574A64633C45}" dt="2025-05-08T20:09:15.824" v="101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del">
        <pc:chgData name="shibariku0623@icloud.com" userId="47b6e960b06a1f92" providerId="LiveId" clId="{5EBDACD4-D3C4-47C3-ABE7-574A64633C45}" dt="2025-05-08T20:12:17.498" v="115" actId="47"/>
        <pc:sldMkLst>
          <pc:docMk/>
          <pc:sldMk cId="761964446" sldId="345"/>
        </pc:sldMkLst>
      </pc:sldChg>
      <pc:sldChg chg="mod ord modShow">
        <pc:chgData name="shibariku0623@icloud.com" userId="47b6e960b06a1f92" providerId="LiveId" clId="{5EBDACD4-D3C4-47C3-ABE7-574A64633C45}" dt="2025-05-08T20:08:32.396" v="29" actId="729"/>
        <pc:sldMkLst>
          <pc:docMk/>
          <pc:sldMk cId="1839823296" sldId="353"/>
        </pc:sldMkLst>
      </pc:sldChg>
      <pc:sldChg chg="mod ord modShow">
        <pc:chgData name="shibariku0623@icloud.com" userId="47b6e960b06a1f92" providerId="LiveId" clId="{5EBDACD4-D3C4-47C3-ABE7-574A64633C45}" dt="2025-05-08T20:09:50.540" v="113" actId="729"/>
        <pc:sldMkLst>
          <pc:docMk/>
          <pc:sldMk cId="427512372" sldId="354"/>
        </pc:sldMkLst>
      </pc:sldChg>
      <pc:sldChg chg="del">
        <pc:chgData name="shibariku0623@icloud.com" userId="47b6e960b06a1f92" providerId="LiveId" clId="{5EBDACD4-D3C4-47C3-ABE7-574A64633C45}" dt="2025-05-08T20:09:18.074" v="102" actId="47"/>
        <pc:sldMkLst>
          <pc:docMk/>
          <pc:sldMk cId="1149079620" sldId="356"/>
        </pc:sldMkLst>
      </pc:sldChg>
      <pc:sldChg chg="del">
        <pc:chgData name="shibariku0623@icloud.com" userId="47b6e960b06a1f92" providerId="LiveId" clId="{5EBDACD4-D3C4-47C3-ABE7-574A64633C45}" dt="2025-05-08T20:09:18.975" v="103" actId="47"/>
        <pc:sldMkLst>
          <pc:docMk/>
          <pc:sldMk cId="1607868842" sldId="357"/>
        </pc:sldMkLst>
      </pc:sldChg>
      <pc:sldChg chg="del">
        <pc:chgData name="shibariku0623@icloud.com" userId="47b6e960b06a1f92" providerId="LiveId" clId="{5EBDACD4-D3C4-47C3-ABE7-574A64633C45}" dt="2025-05-08T20:09:29.695" v="108" actId="47"/>
        <pc:sldMkLst>
          <pc:docMk/>
          <pc:sldMk cId="3890046648" sldId="358"/>
        </pc:sldMkLst>
      </pc:sldChg>
      <pc:sldChg chg="modSp add mod">
        <pc:chgData name="shibariku0623@icloud.com" userId="47b6e960b06a1f92" providerId="LiveId" clId="{5EBDACD4-D3C4-47C3-ABE7-574A64633C45}" dt="2025-05-08T20:09:42.517" v="110" actId="207"/>
        <pc:sldMkLst>
          <pc:docMk/>
          <pc:sldMk cId="391639119" sldId="360"/>
        </pc:sldMkLst>
        <pc:spChg chg="mod">
          <ac:chgData name="shibariku0623@icloud.com" userId="47b6e960b06a1f92" providerId="LiveId" clId="{5EBDACD4-D3C4-47C3-ABE7-574A64633C45}" dt="2025-05-08T20:09:42.517" v="110" actId="207"/>
          <ac:spMkLst>
            <pc:docMk/>
            <pc:sldMk cId="391639119" sldId="360"/>
            <ac:spMk id="515" creationId="{81F50A86-9562-725B-C90B-3155E0D19EB6}"/>
          </ac:spMkLst>
        </pc:spChg>
      </pc:sldChg>
      <pc:sldChg chg="modSp add mod ord">
        <pc:chgData name="shibariku0623@icloud.com" userId="47b6e960b06a1f92" providerId="LiveId" clId="{5EBDACD4-D3C4-47C3-ABE7-574A64633C45}" dt="2025-05-08T20:09:38.049" v="109" actId="207"/>
        <pc:sldMkLst>
          <pc:docMk/>
          <pc:sldMk cId="884789461" sldId="361"/>
        </pc:sldMkLst>
        <pc:spChg chg="mod">
          <ac:chgData name="shibariku0623@icloud.com" userId="47b6e960b06a1f92" providerId="LiveId" clId="{5EBDACD4-D3C4-47C3-ABE7-574A64633C45}" dt="2025-05-08T20:09:38.049" v="109" actId="207"/>
          <ac:spMkLst>
            <pc:docMk/>
            <pc:sldMk cId="884789461" sldId="361"/>
            <ac:spMk id="515" creationId="{45FEE870-62AB-50E6-D30D-F8F9D57096B5}"/>
          </ac:spMkLst>
        </pc:spChg>
      </pc:sldChg>
      <pc:sldChg chg="delSp modSp add mod">
        <pc:chgData name="shibariku0623@icloud.com" userId="47b6e960b06a1f92" providerId="LiveId" clId="{5EBDACD4-D3C4-47C3-ABE7-574A64633C45}" dt="2025-05-08T20:13:41.952" v="133" actId="20577"/>
        <pc:sldMkLst>
          <pc:docMk/>
          <pc:sldMk cId="953242606" sldId="362"/>
        </pc:sldMkLst>
        <pc:spChg chg="mod">
          <ac:chgData name="shibariku0623@icloud.com" userId="47b6e960b06a1f92" providerId="LiveId" clId="{5EBDACD4-D3C4-47C3-ABE7-574A64633C45}" dt="2025-05-08T20:13:41.952" v="133" actId="20577"/>
          <ac:spMkLst>
            <pc:docMk/>
            <pc:sldMk cId="953242606" sldId="362"/>
            <ac:spMk id="5" creationId="{F4C6E962-1682-6D74-EA96-1F07AA9F6988}"/>
          </ac:spMkLst>
        </pc:spChg>
        <pc:spChg chg="del mod">
          <ac:chgData name="shibariku0623@icloud.com" userId="47b6e960b06a1f92" providerId="LiveId" clId="{5EBDACD4-D3C4-47C3-ABE7-574A64633C45}" dt="2025-05-08T20:12:27.230" v="117" actId="478"/>
          <ac:spMkLst>
            <pc:docMk/>
            <pc:sldMk cId="953242606" sldId="362"/>
            <ac:spMk id="58" creationId="{EA2A2CA1-1E8E-30DD-C03C-5453FF1F1711}"/>
          </ac:spMkLst>
        </pc:spChg>
      </pc:sldChg>
      <pc:sldChg chg="add del">
        <pc:chgData name="shibariku0623@icloud.com" userId="47b6e960b06a1f92" providerId="LiveId" clId="{5EBDACD4-D3C4-47C3-ABE7-574A64633C45}" dt="2025-05-08T22:05:39.489" v="1811" actId="47"/>
        <pc:sldMkLst>
          <pc:docMk/>
          <pc:sldMk cId="2833152822" sldId="363"/>
        </pc:sldMkLst>
      </pc:sldChg>
      <pc:sldChg chg="addSp delSp modSp add mod ord modShow">
        <pc:chgData name="shibariku0623@icloud.com" userId="47b6e960b06a1f92" providerId="LiveId" clId="{5EBDACD4-D3C4-47C3-ABE7-574A64633C45}" dt="2025-05-08T22:06:06.727" v="1816" actId="729"/>
        <pc:sldMkLst>
          <pc:docMk/>
          <pc:sldMk cId="2694686129" sldId="364"/>
        </pc:sldMkLst>
        <pc:spChg chg="mod">
          <ac:chgData name="shibariku0623@icloud.com" userId="47b6e960b06a1f92" providerId="LiveId" clId="{5EBDACD4-D3C4-47C3-ABE7-574A64633C45}" dt="2025-05-08T20:13:48.006" v="159" actId="20577"/>
          <ac:spMkLst>
            <pc:docMk/>
            <pc:sldMk cId="2694686129" sldId="364"/>
            <ac:spMk id="3" creationId="{A1DF3554-EC11-AB5C-67F2-E3400E588E79}"/>
          </ac:spMkLst>
        </pc:spChg>
        <pc:spChg chg="add mod">
          <ac:chgData name="shibariku0623@icloud.com" userId="47b6e960b06a1f92" providerId="LiveId" clId="{5EBDACD4-D3C4-47C3-ABE7-574A64633C45}" dt="2025-05-08T20:54:22.651" v="635" actId="1076"/>
          <ac:spMkLst>
            <pc:docMk/>
            <pc:sldMk cId="2694686129" sldId="364"/>
            <ac:spMk id="5" creationId="{04444B0F-1DCD-6631-B1EB-3378EF78239E}"/>
          </ac:spMkLst>
        </pc:spChg>
        <pc:spChg chg="add mod">
          <ac:chgData name="shibariku0623@icloud.com" userId="47b6e960b06a1f92" providerId="LiveId" clId="{5EBDACD4-D3C4-47C3-ABE7-574A64633C45}" dt="2025-05-08T20:55:15.586" v="678" actId="1076"/>
          <ac:spMkLst>
            <pc:docMk/>
            <pc:sldMk cId="2694686129" sldId="364"/>
            <ac:spMk id="6" creationId="{D9F4DAB0-25B3-269D-CB53-29264928E265}"/>
          </ac:spMkLst>
        </pc:spChg>
        <pc:spChg chg="add mod">
          <ac:chgData name="shibariku0623@icloud.com" userId="47b6e960b06a1f92" providerId="LiveId" clId="{5EBDACD4-D3C4-47C3-ABE7-574A64633C45}" dt="2025-05-08T20:57:45.400" v="832" actId="20577"/>
          <ac:spMkLst>
            <pc:docMk/>
            <pc:sldMk cId="2694686129" sldId="364"/>
            <ac:spMk id="7" creationId="{ED303B90-3795-D140-B5D3-136929347A27}"/>
          </ac:spMkLst>
        </pc:spChg>
        <pc:spChg chg="mod">
          <ac:chgData name="shibariku0623@icloud.com" userId="47b6e960b06a1f92" providerId="LiveId" clId="{5EBDACD4-D3C4-47C3-ABE7-574A64633C45}" dt="2025-05-08T20:21:07.568" v="183" actId="20577"/>
          <ac:spMkLst>
            <pc:docMk/>
            <pc:sldMk cId="2694686129" sldId="364"/>
            <ac:spMk id="9" creationId="{47CB4041-E53C-B6ED-42C0-2F6590E2BB96}"/>
          </ac:spMkLst>
        </pc:spChg>
        <pc:spChg chg="mod">
          <ac:chgData name="shibariku0623@icloud.com" userId="47b6e960b06a1f92" providerId="LiveId" clId="{5EBDACD4-D3C4-47C3-ABE7-574A64633C45}" dt="2025-05-08T20:54:37.030" v="638" actId="1076"/>
          <ac:spMkLst>
            <pc:docMk/>
            <pc:sldMk cId="2694686129" sldId="364"/>
            <ac:spMk id="27" creationId="{713EAAC7-A111-8A32-6D9E-DABEEC8AE587}"/>
          </ac:spMkLst>
        </pc:spChg>
        <pc:spChg chg="add mod ord">
          <ac:chgData name="shibariku0623@icloud.com" userId="47b6e960b06a1f92" providerId="LiveId" clId="{5EBDACD4-D3C4-47C3-ABE7-574A64633C45}" dt="2025-05-08T20:54:31.532" v="636" actId="14100"/>
          <ac:spMkLst>
            <pc:docMk/>
            <pc:sldMk cId="2694686129" sldId="364"/>
            <ac:spMk id="28" creationId="{B98C093E-B56D-B61A-7762-7AC7D9AE580E}"/>
          </ac:spMkLst>
        </pc:spChg>
        <pc:spChg chg="del">
          <ac:chgData name="shibariku0623@icloud.com" userId="47b6e960b06a1f92" providerId="LiveId" clId="{5EBDACD4-D3C4-47C3-ABE7-574A64633C45}" dt="2025-05-08T20:21:28.384" v="184" actId="478"/>
          <ac:spMkLst>
            <pc:docMk/>
            <pc:sldMk cId="2694686129" sldId="364"/>
            <ac:spMk id="29" creationId="{7D2AC6C0-4AC5-FAFB-2AAF-98FB726BF6ED}"/>
          </ac:spMkLst>
        </pc:spChg>
        <pc:spChg chg="del mod">
          <ac:chgData name="shibariku0623@icloud.com" userId="47b6e960b06a1f92" providerId="LiveId" clId="{5EBDACD4-D3C4-47C3-ABE7-574A64633C45}" dt="2025-05-08T20:53:53.507" v="628" actId="478"/>
          <ac:spMkLst>
            <pc:docMk/>
            <pc:sldMk cId="2694686129" sldId="364"/>
            <ac:spMk id="33" creationId="{865AD069-3978-4C71-4AEA-7960AB560EA2}"/>
          </ac:spMkLst>
        </pc:spChg>
        <pc:spChg chg="del">
          <ac:chgData name="shibariku0623@icloud.com" userId="47b6e960b06a1f92" providerId="LiveId" clId="{5EBDACD4-D3C4-47C3-ABE7-574A64633C45}" dt="2025-05-08T20:21:29.128" v="185" actId="478"/>
          <ac:spMkLst>
            <pc:docMk/>
            <pc:sldMk cId="2694686129" sldId="364"/>
            <ac:spMk id="34" creationId="{E3F6BFC8-FC1E-48D1-880F-BDCD6C087B41}"/>
          </ac:spMkLst>
        </pc:spChg>
        <pc:spChg chg="mod">
          <ac:chgData name="shibariku0623@icloud.com" userId="47b6e960b06a1f92" providerId="LiveId" clId="{5EBDACD4-D3C4-47C3-ABE7-574A64633C45}" dt="2025-05-08T20:55:00.752" v="676" actId="1076"/>
          <ac:spMkLst>
            <pc:docMk/>
            <pc:sldMk cId="2694686129" sldId="364"/>
            <ac:spMk id="35" creationId="{37E7B577-1053-1411-4C84-15CE3559CB40}"/>
          </ac:spMkLst>
        </pc:spChg>
        <pc:spChg chg="mod">
          <ac:chgData name="shibariku0623@icloud.com" userId="47b6e960b06a1f92" providerId="LiveId" clId="{5EBDACD4-D3C4-47C3-ABE7-574A64633C45}" dt="2025-05-08T20:51:09.941" v="516" actId="20577"/>
          <ac:spMkLst>
            <pc:docMk/>
            <pc:sldMk cId="2694686129" sldId="364"/>
            <ac:spMk id="37" creationId="{57AA8263-2BC9-8894-CEDD-D8B08D194ABD}"/>
          </ac:spMkLst>
        </pc:spChg>
        <pc:spChg chg="add mod">
          <ac:chgData name="shibariku0623@icloud.com" userId="47b6e960b06a1f92" providerId="LiveId" clId="{5EBDACD4-D3C4-47C3-ABE7-574A64633C45}" dt="2025-05-08T20:56:16.427" v="791" actId="1076"/>
          <ac:spMkLst>
            <pc:docMk/>
            <pc:sldMk cId="2694686129" sldId="364"/>
            <ac:spMk id="40" creationId="{F64ED059-D4EF-493C-5610-03B1ED6DEFF6}"/>
          </ac:spMkLst>
        </pc:spChg>
        <pc:spChg chg="mod">
          <ac:chgData name="shibariku0623@icloud.com" userId="47b6e960b06a1f92" providerId="LiveId" clId="{5EBDACD4-D3C4-47C3-ABE7-574A64633C45}" dt="2025-05-08T20:54:42.375" v="639" actId="1076"/>
          <ac:spMkLst>
            <pc:docMk/>
            <pc:sldMk cId="2694686129" sldId="364"/>
            <ac:spMk id="41" creationId="{91038B84-745A-001C-05C5-43DFA359236D}"/>
          </ac:spMkLst>
        </pc:spChg>
        <pc:spChg chg="del">
          <ac:chgData name="shibariku0623@icloud.com" userId="47b6e960b06a1f92" providerId="LiveId" clId="{5EBDACD4-D3C4-47C3-ABE7-574A64633C45}" dt="2025-05-08T20:53:53.507" v="628" actId="478"/>
          <ac:spMkLst>
            <pc:docMk/>
            <pc:sldMk cId="2694686129" sldId="364"/>
            <ac:spMk id="42" creationId="{30F89E2B-6C8E-A76A-2E35-63CB618BF061}"/>
          </ac:spMkLst>
        </pc:spChg>
        <pc:grpChg chg="mod">
          <ac:chgData name="shibariku0623@icloud.com" userId="47b6e960b06a1f92" providerId="LiveId" clId="{5EBDACD4-D3C4-47C3-ABE7-574A64633C45}" dt="2025-05-08T20:21:01.888" v="162" actId="1076"/>
          <ac:grpSpMkLst>
            <pc:docMk/>
            <pc:sldMk cId="2694686129" sldId="364"/>
            <ac:grpSpMk id="8" creationId="{0BC2B47F-3739-A87B-0276-BC8ADB39DA1E}"/>
          </ac:grpSpMkLst>
        </pc:grpChg>
        <pc:grpChg chg="del mod">
          <ac:chgData name="shibariku0623@icloud.com" userId="47b6e960b06a1f92" providerId="LiveId" clId="{5EBDACD4-D3C4-47C3-ABE7-574A64633C45}" dt="2025-05-08T20:53:53.507" v="628" actId="478"/>
          <ac:grpSpMkLst>
            <pc:docMk/>
            <pc:sldMk cId="2694686129" sldId="364"/>
            <ac:grpSpMk id="30" creationId="{A09908D1-2523-6E9F-5711-F0E582F756AB}"/>
          </ac:grpSpMkLst>
        </pc:grpChg>
        <pc:grpChg chg="mod">
          <ac:chgData name="shibariku0623@icloud.com" userId="47b6e960b06a1f92" providerId="LiveId" clId="{5EBDACD4-D3C4-47C3-ABE7-574A64633C45}" dt="2025-05-08T20:53:58.771" v="629" actId="1076"/>
          <ac:grpSpMkLst>
            <pc:docMk/>
            <pc:sldMk cId="2694686129" sldId="364"/>
            <ac:grpSpMk id="36" creationId="{32233F6B-EBD5-E4F8-74EA-64E0471467D6}"/>
          </ac:grpSpMkLst>
        </pc:grpChg>
        <pc:picChg chg="del">
          <ac:chgData name="shibariku0623@icloud.com" userId="47b6e960b06a1f92" providerId="LiveId" clId="{5EBDACD4-D3C4-47C3-ABE7-574A64633C45}" dt="2025-05-08T20:13:51.829" v="161" actId="478"/>
          <ac:picMkLst>
            <pc:docMk/>
            <pc:sldMk cId="2694686129" sldId="364"/>
            <ac:picMk id="4" creationId="{9F7B7A3D-3CEA-12F8-6466-CFFABC52AB1F}"/>
          </ac:picMkLst>
        </pc:picChg>
        <pc:picChg chg="del">
          <ac:chgData name="shibariku0623@icloud.com" userId="47b6e960b06a1f92" providerId="LiveId" clId="{5EBDACD4-D3C4-47C3-ABE7-574A64633C45}" dt="2025-05-08T20:13:51.172" v="160" actId="478"/>
          <ac:picMkLst>
            <pc:docMk/>
            <pc:sldMk cId="2694686129" sldId="364"/>
            <ac:picMk id="39" creationId="{114BC159-35B3-FD07-A68F-B8BC212B51B5}"/>
          </ac:picMkLst>
        </pc:picChg>
      </pc:sldChg>
      <pc:sldChg chg="addSp delSp modSp add mod ord modShow">
        <pc:chgData name="shibariku0623@icloud.com" userId="47b6e960b06a1f92" providerId="LiveId" clId="{5EBDACD4-D3C4-47C3-ABE7-574A64633C45}" dt="2025-05-08T22:05:46.940" v="1812" actId="729"/>
        <pc:sldMkLst>
          <pc:docMk/>
          <pc:sldMk cId="4083647255" sldId="365"/>
        </pc:sldMkLst>
        <pc:spChg chg="mod">
          <ac:chgData name="shibariku0623@icloud.com" userId="47b6e960b06a1f92" providerId="LiveId" clId="{5EBDACD4-D3C4-47C3-ABE7-574A64633C45}" dt="2025-05-08T20:58:35.081" v="882" actId="20577"/>
          <ac:spMkLst>
            <pc:docMk/>
            <pc:sldMk cId="4083647255" sldId="365"/>
            <ac:spMk id="3" creationId="{C666EE45-64D5-EC2F-2370-8F2980800896}"/>
          </ac:spMkLst>
        </pc:spChg>
        <pc:spChg chg="add mod">
          <ac:chgData name="shibariku0623@icloud.com" userId="47b6e960b06a1f92" providerId="LiveId" clId="{5EBDACD4-D3C4-47C3-ABE7-574A64633C45}" dt="2025-05-08T21:00:08.525" v="1109" actId="1076"/>
          <ac:spMkLst>
            <pc:docMk/>
            <pc:sldMk cId="4083647255" sldId="365"/>
            <ac:spMk id="4" creationId="{C7A48094-03C9-FC4E-D743-B339ABC29937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5" creationId="{FE87120B-7700-F40F-0793-777E0C96D31B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6" creationId="{754CF1C3-57BD-10EE-1E44-9A9B31A07A69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7" creationId="{1FF51A33-9FC6-C0DB-FA98-B0630B6B9F62}"/>
          </ac:spMkLst>
        </pc:spChg>
        <pc:spChg chg="mod">
          <ac:chgData name="shibariku0623@icloud.com" userId="47b6e960b06a1f92" providerId="LiveId" clId="{5EBDACD4-D3C4-47C3-ABE7-574A64633C45}" dt="2025-05-08T20:58:41.375" v="900" actId="20577"/>
          <ac:spMkLst>
            <pc:docMk/>
            <pc:sldMk cId="4083647255" sldId="365"/>
            <ac:spMk id="9" creationId="{6D68DE7A-4E02-1BAB-8600-265A9B52A517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27" creationId="{80353DB2-258B-D34C-984F-F727E3F46EC9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28" creationId="{7669DECF-163E-6B47-B893-867FE37CDFD9}"/>
          </ac:spMkLst>
        </pc:spChg>
        <pc:spChg chg="add mod">
          <ac:chgData name="shibariku0623@icloud.com" userId="47b6e960b06a1f92" providerId="LiveId" clId="{5EBDACD4-D3C4-47C3-ABE7-574A64633C45}" dt="2025-05-08T21:00:56.006" v="1255" actId="1076"/>
          <ac:spMkLst>
            <pc:docMk/>
            <pc:sldMk cId="4083647255" sldId="365"/>
            <ac:spMk id="29" creationId="{08598850-382D-3553-C5D7-6BFF5099384B}"/>
          </ac:spMkLst>
        </pc:spChg>
        <pc:spChg chg="add mod">
          <ac:chgData name="shibariku0623@icloud.com" userId="47b6e960b06a1f92" providerId="LiveId" clId="{5EBDACD4-D3C4-47C3-ABE7-574A64633C45}" dt="2025-05-08T21:14:08.934" v="1404" actId="20577"/>
          <ac:spMkLst>
            <pc:docMk/>
            <pc:sldMk cId="4083647255" sldId="365"/>
            <ac:spMk id="30" creationId="{A00CD72C-F42C-C174-4DE9-054DD8D9479D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35" creationId="{3255086D-6D7A-43DF-0366-FCC532539ECB}"/>
          </ac:spMkLst>
        </pc:spChg>
        <pc:spChg chg="mod">
          <ac:chgData name="shibariku0623@icloud.com" userId="47b6e960b06a1f92" providerId="LiveId" clId="{5EBDACD4-D3C4-47C3-ABE7-574A64633C45}" dt="2025-05-08T20:59:50.749" v="1105" actId="20577"/>
          <ac:spMkLst>
            <pc:docMk/>
            <pc:sldMk cId="4083647255" sldId="365"/>
            <ac:spMk id="40" creationId="{1E2A920A-6862-6767-F13A-764B99DEB1C7}"/>
          </ac:spMkLst>
        </pc:spChg>
        <pc:spChg chg="del">
          <ac:chgData name="shibariku0623@icloud.com" userId="47b6e960b06a1f92" providerId="LiveId" clId="{5EBDACD4-D3C4-47C3-ABE7-574A64633C45}" dt="2025-05-08T20:58:08.867" v="836" actId="478"/>
          <ac:spMkLst>
            <pc:docMk/>
            <pc:sldMk cId="4083647255" sldId="365"/>
            <ac:spMk id="41" creationId="{F6A427FA-1136-43DC-5764-30590C02BAE9}"/>
          </ac:spMkLst>
        </pc:spChg>
        <pc:grpChg chg="mod">
          <ac:chgData name="shibariku0623@icloud.com" userId="47b6e960b06a1f92" providerId="LiveId" clId="{5EBDACD4-D3C4-47C3-ABE7-574A64633C45}" dt="2025-05-08T20:58:25.136" v="839" actId="1076"/>
          <ac:grpSpMkLst>
            <pc:docMk/>
            <pc:sldMk cId="4083647255" sldId="365"/>
            <ac:grpSpMk id="8" creationId="{873CC8C1-83F1-C2F4-0757-DDB3FC534B46}"/>
          </ac:grpSpMkLst>
        </pc:grpChg>
        <pc:grpChg chg="del">
          <ac:chgData name="shibariku0623@icloud.com" userId="47b6e960b06a1f92" providerId="LiveId" clId="{5EBDACD4-D3C4-47C3-ABE7-574A64633C45}" dt="2025-05-08T20:58:08.867" v="836" actId="478"/>
          <ac:grpSpMkLst>
            <pc:docMk/>
            <pc:sldMk cId="4083647255" sldId="365"/>
            <ac:grpSpMk id="36" creationId="{9047EC81-CEA9-F061-7C72-CDD9DB98469B}"/>
          </ac:grpSpMkLst>
        </pc:grpChg>
      </pc:sldChg>
      <pc:sldChg chg="addSp delSp modSp add mod modShow modNotesTx">
        <pc:chgData name="shibariku0623@icloud.com" userId="47b6e960b06a1f92" providerId="LiveId" clId="{5EBDACD4-D3C4-47C3-ABE7-574A64633C45}" dt="2025-05-09T04:13:47.230" v="2070" actId="20577"/>
        <pc:sldMkLst>
          <pc:docMk/>
          <pc:sldMk cId="2759595618" sldId="366"/>
        </pc:sldMkLst>
        <pc:spChg chg="del">
          <ac:chgData name="shibariku0623@icloud.com" userId="47b6e960b06a1f92" providerId="LiveId" clId="{5EBDACD4-D3C4-47C3-ABE7-574A64633C45}" dt="2025-05-08T21:48:44.868" v="1406" actId="478"/>
          <ac:spMkLst>
            <pc:docMk/>
            <pc:sldMk cId="2759595618" sldId="366"/>
            <ac:spMk id="4" creationId="{796A888D-74F3-4E3A-831A-5D6CF854997E}"/>
          </ac:spMkLst>
        </pc:spChg>
        <pc:spChg chg="mod">
          <ac:chgData name="shibariku0623@icloud.com" userId="47b6e960b06a1f92" providerId="LiveId" clId="{5EBDACD4-D3C4-47C3-ABE7-574A64633C45}" dt="2025-05-08T21:49:12.023" v="1452" actId="20577"/>
          <ac:spMkLst>
            <pc:docMk/>
            <pc:sldMk cId="2759595618" sldId="366"/>
            <ac:spMk id="9" creationId="{B782CC9A-61A2-79B1-0E36-94A20E45FBD0}"/>
          </ac:spMkLst>
        </pc:spChg>
        <pc:spChg chg="del">
          <ac:chgData name="shibariku0623@icloud.com" userId="47b6e960b06a1f92" providerId="LiveId" clId="{5EBDACD4-D3C4-47C3-ABE7-574A64633C45}" dt="2025-05-08T21:48:44.868" v="1406" actId="478"/>
          <ac:spMkLst>
            <pc:docMk/>
            <pc:sldMk cId="2759595618" sldId="366"/>
            <ac:spMk id="29" creationId="{F450D3C3-4E9A-D163-ECAA-C88D5D66EE38}"/>
          </ac:spMkLst>
        </pc:spChg>
        <pc:spChg chg="del">
          <ac:chgData name="shibariku0623@icloud.com" userId="47b6e960b06a1f92" providerId="LiveId" clId="{5EBDACD4-D3C4-47C3-ABE7-574A64633C45}" dt="2025-05-08T21:48:44.868" v="1406" actId="478"/>
          <ac:spMkLst>
            <pc:docMk/>
            <pc:sldMk cId="2759595618" sldId="366"/>
            <ac:spMk id="30" creationId="{E07B68A8-6871-B690-7637-0E572B4E0D98}"/>
          </ac:spMkLst>
        </pc:spChg>
        <pc:spChg chg="del">
          <ac:chgData name="shibariku0623@icloud.com" userId="47b6e960b06a1f92" providerId="LiveId" clId="{5EBDACD4-D3C4-47C3-ABE7-574A64633C45}" dt="2025-05-08T21:48:44.868" v="1406" actId="478"/>
          <ac:spMkLst>
            <pc:docMk/>
            <pc:sldMk cId="2759595618" sldId="366"/>
            <ac:spMk id="40" creationId="{43B841F3-3470-D40F-9D09-4A94ECD9B11A}"/>
          </ac:spMkLst>
        </pc:spChg>
        <pc:spChg chg="add mod">
          <ac:chgData name="shibariku0623@icloud.com" userId="47b6e960b06a1f92" providerId="LiveId" clId="{5EBDACD4-D3C4-47C3-ABE7-574A64633C45}" dt="2025-05-08T22:08:08.369" v="1824" actId="1076"/>
          <ac:spMkLst>
            <pc:docMk/>
            <pc:sldMk cId="2759595618" sldId="366"/>
            <ac:spMk id="41" creationId="{7E6DF4AE-85B9-14DB-EB5E-B128822599D8}"/>
          </ac:spMkLst>
        </pc:spChg>
        <pc:spChg chg="add mod">
          <ac:chgData name="shibariku0623@icloud.com" userId="47b6e960b06a1f92" providerId="LiveId" clId="{5EBDACD4-D3C4-47C3-ABE7-574A64633C45}" dt="2025-05-08T22:08:13.806" v="1825" actId="1076"/>
          <ac:spMkLst>
            <pc:docMk/>
            <pc:sldMk cId="2759595618" sldId="366"/>
            <ac:spMk id="42" creationId="{1574818F-7042-AC31-D8A1-6440FD438381}"/>
          </ac:spMkLst>
        </pc:spChg>
        <pc:spChg chg="add mod">
          <ac:chgData name="shibariku0623@icloud.com" userId="47b6e960b06a1f92" providerId="LiveId" clId="{5EBDACD4-D3C4-47C3-ABE7-574A64633C45}" dt="2025-05-08T22:09:13.354" v="1838" actId="1076"/>
          <ac:spMkLst>
            <pc:docMk/>
            <pc:sldMk cId="2759595618" sldId="366"/>
            <ac:spMk id="43" creationId="{762622B8-AEE5-980C-5DD4-9B277B5F402F}"/>
          </ac:spMkLst>
        </pc:spChg>
        <pc:spChg chg="add mod">
          <ac:chgData name="shibariku0623@icloud.com" userId="47b6e960b06a1f92" providerId="LiveId" clId="{5EBDACD4-D3C4-47C3-ABE7-574A64633C45}" dt="2025-05-08T22:08:49.144" v="1832" actId="1076"/>
          <ac:spMkLst>
            <pc:docMk/>
            <pc:sldMk cId="2759595618" sldId="366"/>
            <ac:spMk id="44" creationId="{DF465BF9-480B-F64C-E0AE-41CDD764CD16}"/>
          </ac:spMkLst>
        </pc:spChg>
        <pc:spChg chg="add mod">
          <ac:chgData name="shibariku0623@icloud.com" userId="47b6e960b06a1f92" providerId="LiveId" clId="{5EBDACD4-D3C4-47C3-ABE7-574A64633C45}" dt="2025-05-08T22:08:22.753" v="1826" actId="1076"/>
          <ac:spMkLst>
            <pc:docMk/>
            <pc:sldMk cId="2759595618" sldId="366"/>
            <ac:spMk id="45" creationId="{E14169E3-44F5-D1C4-5FB3-817BBCE3EE89}"/>
          </ac:spMkLst>
        </pc:spChg>
        <pc:spChg chg="add mod">
          <ac:chgData name="shibariku0623@icloud.com" userId="47b6e960b06a1f92" providerId="LiveId" clId="{5EBDACD4-D3C4-47C3-ABE7-574A64633C45}" dt="2025-05-08T22:09:28.108" v="1840" actId="1076"/>
          <ac:spMkLst>
            <pc:docMk/>
            <pc:sldMk cId="2759595618" sldId="366"/>
            <ac:spMk id="46" creationId="{0E113A44-1BAA-31A1-E9B0-639CBB7C8479}"/>
          </ac:spMkLst>
        </pc:spChg>
        <pc:spChg chg="add mod">
          <ac:chgData name="shibariku0623@icloud.com" userId="47b6e960b06a1f92" providerId="LiveId" clId="{5EBDACD4-D3C4-47C3-ABE7-574A64633C45}" dt="2025-05-08T22:09:22.949" v="1839" actId="1076"/>
          <ac:spMkLst>
            <pc:docMk/>
            <pc:sldMk cId="2759595618" sldId="366"/>
            <ac:spMk id="47" creationId="{27F13C2B-CB8F-1353-17BC-C45BFF6BF3CE}"/>
          </ac:spMkLst>
        </pc:spChg>
        <pc:spChg chg="mod">
          <ac:chgData name="shibariku0623@icloud.com" userId="47b6e960b06a1f92" providerId="LiveId" clId="{5EBDACD4-D3C4-47C3-ABE7-574A64633C45}" dt="2025-05-08T21:55:32.618" v="1597" actId="207"/>
          <ac:spMkLst>
            <pc:docMk/>
            <pc:sldMk cId="2759595618" sldId="366"/>
            <ac:spMk id="49" creationId="{2120CB70-0078-4F11-B17D-4DFA9F5DEC76}"/>
          </ac:spMkLst>
        </pc:spChg>
        <pc:spChg chg="mod">
          <ac:chgData name="shibariku0623@icloud.com" userId="47b6e960b06a1f92" providerId="LiveId" clId="{5EBDACD4-D3C4-47C3-ABE7-574A64633C45}" dt="2025-05-08T21:54:36.342" v="1588"/>
          <ac:spMkLst>
            <pc:docMk/>
            <pc:sldMk cId="2759595618" sldId="366"/>
            <ac:spMk id="50" creationId="{73EF6654-8678-52C1-1331-4E4CF65F7215}"/>
          </ac:spMkLst>
        </pc:spChg>
        <pc:spChg chg="add mod">
          <ac:chgData name="shibariku0623@icloud.com" userId="47b6e960b06a1f92" providerId="LiveId" clId="{5EBDACD4-D3C4-47C3-ABE7-574A64633C45}" dt="2025-05-08T22:08:40.636" v="1831" actId="571"/>
          <ac:spMkLst>
            <pc:docMk/>
            <pc:sldMk cId="2759595618" sldId="366"/>
            <ac:spMk id="54" creationId="{BC0A1C7A-FBC7-52DD-3FC5-3E2ABDD239C7}"/>
          </ac:spMkLst>
        </pc:spChg>
        <pc:spChg chg="add mod">
          <ac:chgData name="shibariku0623@icloud.com" userId="47b6e960b06a1f92" providerId="LiveId" clId="{5EBDACD4-D3C4-47C3-ABE7-574A64633C45}" dt="2025-05-08T22:09:06.499" v="1837" actId="571"/>
          <ac:spMkLst>
            <pc:docMk/>
            <pc:sldMk cId="2759595618" sldId="366"/>
            <ac:spMk id="56" creationId="{2F3BFED9-45EC-1AB1-3142-803E5DE7E618}"/>
          </ac:spMkLst>
        </pc:spChg>
        <pc:spChg chg="add mod">
          <ac:chgData name="shibariku0623@icloud.com" userId="47b6e960b06a1f92" providerId="LiveId" clId="{5EBDACD4-D3C4-47C3-ABE7-574A64633C45}" dt="2025-05-08T22:09:56.922" v="1878" actId="1076"/>
          <ac:spMkLst>
            <pc:docMk/>
            <pc:sldMk cId="2759595618" sldId="366"/>
            <ac:spMk id="57" creationId="{229C464C-DE69-3A8F-9A83-B39CF9A88DE7}"/>
          </ac:spMkLst>
        </pc:spChg>
        <pc:grpChg chg="del mod">
          <ac:chgData name="shibariku0623@icloud.com" userId="47b6e960b06a1f92" providerId="LiveId" clId="{5EBDACD4-D3C4-47C3-ABE7-574A64633C45}" dt="2025-05-08T21:54:36.133" v="1587" actId="478"/>
          <ac:grpSpMkLst>
            <pc:docMk/>
            <pc:sldMk cId="2759595618" sldId="366"/>
            <ac:grpSpMk id="8" creationId="{B4F55039-41F1-50C4-DB9E-8A809AC03208}"/>
          </ac:grpSpMkLst>
        </pc:grpChg>
        <pc:grpChg chg="add mod">
          <ac:chgData name="shibariku0623@icloud.com" userId="47b6e960b06a1f92" providerId="LiveId" clId="{5EBDACD4-D3C4-47C3-ABE7-574A64633C45}" dt="2025-05-08T21:54:36.342" v="1588"/>
          <ac:grpSpMkLst>
            <pc:docMk/>
            <pc:sldMk cId="2759595618" sldId="366"/>
            <ac:grpSpMk id="48" creationId="{AC56AE74-973B-FAC3-E8A5-A9EFEBF78506}"/>
          </ac:grpSpMkLst>
        </pc:grpChg>
        <pc:picChg chg="add mod">
          <ac:chgData name="shibariku0623@icloud.com" userId="47b6e960b06a1f92" providerId="LiveId" clId="{5EBDACD4-D3C4-47C3-ABE7-574A64633C45}" dt="2025-05-08T22:08:08.369" v="1824" actId="1076"/>
          <ac:picMkLst>
            <pc:docMk/>
            <pc:sldMk cId="2759595618" sldId="366"/>
            <ac:picMk id="6" creationId="{EFB9B0F0-F8D5-3589-CFB5-9AB9642321A1}"/>
          </ac:picMkLst>
        </pc:picChg>
        <pc:picChg chg="add mod">
          <ac:chgData name="shibariku0623@icloud.com" userId="47b6e960b06a1f92" providerId="LiveId" clId="{5EBDACD4-D3C4-47C3-ABE7-574A64633C45}" dt="2025-05-08T22:08:13.806" v="1825" actId="1076"/>
          <ac:picMkLst>
            <pc:docMk/>
            <pc:sldMk cId="2759595618" sldId="366"/>
            <ac:picMk id="27" creationId="{F6390F43-CD88-72A5-8BF6-D479233654A8}"/>
          </ac:picMkLst>
        </pc:picChg>
        <pc:picChg chg="add mod">
          <ac:chgData name="shibariku0623@icloud.com" userId="47b6e960b06a1f92" providerId="LiveId" clId="{5EBDACD4-D3C4-47C3-ABE7-574A64633C45}" dt="2025-05-08T22:08:22.753" v="1826" actId="1076"/>
          <ac:picMkLst>
            <pc:docMk/>
            <pc:sldMk cId="2759595618" sldId="366"/>
            <ac:picMk id="31" creationId="{7E3FD898-1E3F-4E37-65A4-D7B3D7E2685B}"/>
          </ac:picMkLst>
        </pc:picChg>
        <pc:picChg chg="add mod">
          <ac:chgData name="shibariku0623@icloud.com" userId="47b6e960b06a1f92" providerId="LiveId" clId="{5EBDACD4-D3C4-47C3-ABE7-574A64633C45}" dt="2025-05-08T22:09:39.459" v="1844" actId="1076"/>
          <ac:picMkLst>
            <pc:docMk/>
            <pc:sldMk cId="2759595618" sldId="366"/>
            <ac:picMk id="33" creationId="{A0696CDD-C8B6-608A-29B8-B287892ED1B2}"/>
          </ac:picMkLst>
        </pc:picChg>
        <pc:picChg chg="add mod">
          <ac:chgData name="shibariku0623@icloud.com" userId="47b6e960b06a1f92" providerId="LiveId" clId="{5EBDACD4-D3C4-47C3-ABE7-574A64633C45}" dt="2025-05-08T22:09:13.354" v="1838" actId="1076"/>
          <ac:picMkLst>
            <pc:docMk/>
            <pc:sldMk cId="2759595618" sldId="366"/>
            <ac:picMk id="35" creationId="{5C533F53-86DB-1DC3-865D-4B54EDFCCC23}"/>
          </ac:picMkLst>
        </pc:picChg>
        <pc:picChg chg="add mod">
          <ac:chgData name="shibariku0623@icloud.com" userId="47b6e960b06a1f92" providerId="LiveId" clId="{5EBDACD4-D3C4-47C3-ABE7-574A64633C45}" dt="2025-05-08T22:09:22.949" v="1839" actId="1076"/>
          <ac:picMkLst>
            <pc:docMk/>
            <pc:sldMk cId="2759595618" sldId="366"/>
            <ac:picMk id="37" creationId="{3C2409AF-C430-FD17-E45F-6D86FD101CD5}"/>
          </ac:picMkLst>
        </pc:picChg>
        <pc:picChg chg="add mod">
          <ac:chgData name="shibariku0623@icloud.com" userId="47b6e960b06a1f92" providerId="LiveId" clId="{5EBDACD4-D3C4-47C3-ABE7-574A64633C45}" dt="2025-05-08T22:09:28.108" v="1840" actId="1076"/>
          <ac:picMkLst>
            <pc:docMk/>
            <pc:sldMk cId="2759595618" sldId="366"/>
            <ac:picMk id="39" creationId="{D2398BFA-A9F5-67E2-7D97-C6CC7261F458}"/>
          </ac:picMkLst>
        </pc:picChg>
        <pc:picChg chg="add mod">
          <ac:chgData name="shibariku0623@icloud.com" userId="47b6e960b06a1f92" providerId="LiveId" clId="{5EBDACD4-D3C4-47C3-ABE7-574A64633C45}" dt="2025-05-08T22:09:30.561" v="1841" actId="1076"/>
          <ac:picMkLst>
            <pc:docMk/>
            <pc:sldMk cId="2759595618" sldId="366"/>
            <ac:picMk id="52" creationId="{E8FF0FA7-AA40-1ACA-CACE-EC0846F08E2D}"/>
          </ac:picMkLst>
        </pc:picChg>
        <pc:picChg chg="add mod">
          <ac:chgData name="shibariku0623@icloud.com" userId="47b6e960b06a1f92" providerId="LiveId" clId="{5EBDACD4-D3C4-47C3-ABE7-574A64633C45}" dt="2025-05-08T22:08:40.636" v="1831" actId="571"/>
          <ac:picMkLst>
            <pc:docMk/>
            <pc:sldMk cId="2759595618" sldId="366"/>
            <ac:picMk id="53" creationId="{08D19E96-8BF9-36D8-5746-6DF025E832DB}"/>
          </ac:picMkLst>
        </pc:picChg>
        <pc:picChg chg="add mod">
          <ac:chgData name="shibariku0623@icloud.com" userId="47b6e960b06a1f92" providerId="LiveId" clId="{5EBDACD4-D3C4-47C3-ABE7-574A64633C45}" dt="2025-05-08T22:09:06.499" v="1837" actId="571"/>
          <ac:picMkLst>
            <pc:docMk/>
            <pc:sldMk cId="2759595618" sldId="366"/>
            <ac:picMk id="55" creationId="{081893BC-7F69-6067-E4B5-5C0CFF4F322B}"/>
          </ac:picMkLst>
        </pc:picChg>
      </pc:sldChg>
      <pc:sldChg chg="addSp delSp modSp add mod modShow">
        <pc:chgData name="shibariku0623@icloud.com" userId="47b6e960b06a1f92" providerId="LiveId" clId="{5EBDACD4-D3C4-47C3-ABE7-574A64633C45}" dt="2025-05-08T22:05:51.881" v="1814" actId="729"/>
        <pc:sldMkLst>
          <pc:docMk/>
          <pc:sldMk cId="887469804" sldId="367"/>
        </pc:sldMkLst>
        <pc:spChg chg="mod">
          <ac:chgData name="shibariku0623@icloud.com" userId="47b6e960b06a1f92" providerId="LiveId" clId="{5EBDACD4-D3C4-47C3-ABE7-574A64633C45}" dt="2025-05-08T21:56:13.137" v="1634" actId="20577"/>
          <ac:spMkLst>
            <pc:docMk/>
            <pc:sldMk cId="887469804" sldId="367"/>
            <ac:spMk id="9" creationId="{F6E0597E-FFE8-D32A-788D-A1DBCC0D31C0}"/>
          </ac:spMkLst>
        </pc:spChg>
        <pc:spChg chg="mod">
          <ac:chgData name="shibariku0623@icloud.com" userId="47b6e960b06a1f92" providerId="LiveId" clId="{5EBDACD4-D3C4-47C3-ABE7-574A64633C45}" dt="2025-05-08T22:03:00.542" v="1780" actId="1076"/>
          <ac:spMkLst>
            <pc:docMk/>
            <pc:sldMk cId="887469804" sldId="367"/>
            <ac:spMk id="41" creationId="{E2FCCEE5-A1C8-7BDA-51D8-6F98E1C33A14}"/>
          </ac:spMkLst>
        </pc:spChg>
        <pc:spChg chg="del">
          <ac:chgData name="shibariku0623@icloud.com" userId="47b6e960b06a1f92" providerId="LiveId" clId="{5EBDACD4-D3C4-47C3-ABE7-574A64633C45}" dt="2025-05-08T21:56:18.266" v="1635" actId="478"/>
          <ac:spMkLst>
            <pc:docMk/>
            <pc:sldMk cId="887469804" sldId="367"/>
            <ac:spMk id="42" creationId="{D9C995CB-51DD-59A7-8BC7-4A17A97A849F}"/>
          </ac:spMkLst>
        </pc:spChg>
        <pc:spChg chg="del">
          <ac:chgData name="shibariku0623@icloud.com" userId="47b6e960b06a1f92" providerId="LiveId" clId="{5EBDACD4-D3C4-47C3-ABE7-574A64633C45}" dt="2025-05-08T21:56:20.016" v="1636" actId="478"/>
          <ac:spMkLst>
            <pc:docMk/>
            <pc:sldMk cId="887469804" sldId="367"/>
            <ac:spMk id="43" creationId="{08BEF420-6D21-044B-02CB-75E54CBF883B}"/>
          </ac:spMkLst>
        </pc:spChg>
        <pc:spChg chg="del">
          <ac:chgData name="shibariku0623@icloud.com" userId="47b6e960b06a1f92" providerId="LiveId" clId="{5EBDACD4-D3C4-47C3-ABE7-574A64633C45}" dt="2025-05-08T21:56:18.266" v="1635" actId="478"/>
          <ac:spMkLst>
            <pc:docMk/>
            <pc:sldMk cId="887469804" sldId="367"/>
            <ac:spMk id="44" creationId="{4BCDCF37-FBDD-56AF-9397-134BC42E2702}"/>
          </ac:spMkLst>
        </pc:spChg>
        <pc:spChg chg="del">
          <ac:chgData name="shibariku0623@icloud.com" userId="47b6e960b06a1f92" providerId="LiveId" clId="{5EBDACD4-D3C4-47C3-ABE7-574A64633C45}" dt="2025-05-08T21:56:18.266" v="1635" actId="478"/>
          <ac:spMkLst>
            <pc:docMk/>
            <pc:sldMk cId="887469804" sldId="367"/>
            <ac:spMk id="45" creationId="{2BC7C9B7-E45B-3680-BD1D-34CADE556A4A}"/>
          </ac:spMkLst>
        </pc:spChg>
        <pc:spChg chg="del">
          <ac:chgData name="shibariku0623@icloud.com" userId="47b6e960b06a1f92" providerId="LiveId" clId="{5EBDACD4-D3C4-47C3-ABE7-574A64633C45}" dt="2025-05-08T21:56:20.016" v="1636" actId="478"/>
          <ac:spMkLst>
            <pc:docMk/>
            <pc:sldMk cId="887469804" sldId="367"/>
            <ac:spMk id="46" creationId="{C8C15008-5268-09A0-E87C-40419E56C459}"/>
          </ac:spMkLst>
        </pc:spChg>
        <pc:spChg chg="del">
          <ac:chgData name="shibariku0623@icloud.com" userId="47b6e960b06a1f92" providerId="LiveId" clId="{5EBDACD4-D3C4-47C3-ABE7-574A64633C45}" dt="2025-05-08T21:56:20.016" v="1636" actId="478"/>
          <ac:spMkLst>
            <pc:docMk/>
            <pc:sldMk cId="887469804" sldId="367"/>
            <ac:spMk id="47" creationId="{393ED4AE-C6DC-01CE-8515-B02ABC42E259}"/>
          </ac:spMkLst>
        </pc:spChg>
        <pc:grpChg chg="mod">
          <ac:chgData name="shibariku0623@icloud.com" userId="47b6e960b06a1f92" providerId="LiveId" clId="{5EBDACD4-D3C4-47C3-ABE7-574A64633C45}" dt="2025-05-08T21:56:00.975" v="1621" actId="14100"/>
          <ac:grpSpMkLst>
            <pc:docMk/>
            <pc:sldMk cId="887469804" sldId="367"/>
            <ac:grpSpMk id="8" creationId="{6F394630-8546-4861-EDD0-BCD579F3833D}"/>
          </ac:grpSpMkLst>
        </pc:grpChg>
        <pc:picChg chg="add mod">
          <ac:chgData name="shibariku0623@icloud.com" userId="47b6e960b06a1f92" providerId="LiveId" clId="{5EBDACD4-D3C4-47C3-ABE7-574A64633C45}" dt="2025-05-08T22:02:12.309" v="1669" actId="1076"/>
          <ac:picMkLst>
            <pc:docMk/>
            <pc:sldMk cId="887469804" sldId="367"/>
            <ac:picMk id="5" creationId="{78A7A439-8FCE-4EFF-21CF-4B6AA97BEE9F}"/>
          </ac:picMkLst>
        </pc:picChg>
        <pc:picChg chg="del">
          <ac:chgData name="shibariku0623@icloud.com" userId="47b6e960b06a1f92" providerId="LiveId" clId="{5EBDACD4-D3C4-47C3-ABE7-574A64633C45}" dt="2025-05-08T21:54:59.570" v="1589" actId="478"/>
          <ac:picMkLst>
            <pc:docMk/>
            <pc:sldMk cId="887469804" sldId="367"/>
            <ac:picMk id="6" creationId="{CCCAD297-98DD-C36C-53B8-1AC67D739D8D}"/>
          </ac:picMkLst>
        </pc:picChg>
        <pc:picChg chg="del">
          <ac:chgData name="shibariku0623@icloud.com" userId="47b6e960b06a1f92" providerId="LiveId" clId="{5EBDACD4-D3C4-47C3-ABE7-574A64633C45}" dt="2025-05-08T21:54:59.943" v="1590" actId="478"/>
          <ac:picMkLst>
            <pc:docMk/>
            <pc:sldMk cId="887469804" sldId="367"/>
            <ac:picMk id="27" creationId="{C8FA7A7A-B1C3-C298-653D-E41136AB9055}"/>
          </ac:picMkLst>
        </pc:picChg>
        <pc:picChg chg="add mod">
          <ac:chgData name="shibariku0623@icloud.com" userId="47b6e960b06a1f92" providerId="LiveId" clId="{5EBDACD4-D3C4-47C3-ABE7-574A64633C45}" dt="2025-05-08T22:02:12.309" v="1669" actId="1076"/>
          <ac:picMkLst>
            <pc:docMk/>
            <pc:sldMk cId="887469804" sldId="367"/>
            <ac:picMk id="28" creationId="{69B06BE7-F657-A130-76DE-AFA78893E2EE}"/>
          </ac:picMkLst>
        </pc:picChg>
        <pc:picChg chg="add del mod">
          <ac:chgData name="shibariku0623@icloud.com" userId="47b6e960b06a1f92" providerId="LiveId" clId="{5EBDACD4-D3C4-47C3-ABE7-574A64633C45}" dt="2025-05-08T22:01:45.777" v="1664" actId="478"/>
          <ac:picMkLst>
            <pc:docMk/>
            <pc:sldMk cId="887469804" sldId="367"/>
            <ac:picMk id="30" creationId="{460F1E0C-2B40-4A51-57C5-D9404DEDEC86}"/>
          </ac:picMkLst>
        </pc:picChg>
        <pc:picChg chg="del">
          <ac:chgData name="shibariku0623@icloud.com" userId="47b6e960b06a1f92" providerId="LiveId" clId="{5EBDACD4-D3C4-47C3-ABE7-574A64633C45}" dt="2025-05-08T21:55:00.259" v="1591" actId="478"/>
          <ac:picMkLst>
            <pc:docMk/>
            <pc:sldMk cId="887469804" sldId="367"/>
            <ac:picMk id="31" creationId="{3F69ACB7-E2B3-6E18-B16F-01AAAFA79FFA}"/>
          </ac:picMkLst>
        </pc:picChg>
        <pc:picChg chg="del">
          <ac:chgData name="shibariku0623@icloud.com" userId="47b6e960b06a1f92" providerId="LiveId" clId="{5EBDACD4-D3C4-47C3-ABE7-574A64633C45}" dt="2025-05-08T21:55:00.629" v="1592" actId="478"/>
          <ac:picMkLst>
            <pc:docMk/>
            <pc:sldMk cId="887469804" sldId="367"/>
            <ac:picMk id="33" creationId="{084213A2-F8B0-9515-E709-6821D8FFE0C9}"/>
          </ac:picMkLst>
        </pc:picChg>
        <pc:picChg chg="add del mod">
          <ac:chgData name="shibariku0623@icloud.com" userId="47b6e960b06a1f92" providerId="LiveId" clId="{5EBDACD4-D3C4-47C3-ABE7-574A64633C45}" dt="2025-05-08T22:01:45.166" v="1663" actId="478"/>
          <ac:picMkLst>
            <pc:docMk/>
            <pc:sldMk cId="887469804" sldId="367"/>
            <ac:picMk id="34" creationId="{BF572538-53D6-AFBC-99F7-8564408794FE}"/>
          </ac:picMkLst>
        </pc:picChg>
        <pc:picChg chg="del">
          <ac:chgData name="shibariku0623@icloud.com" userId="47b6e960b06a1f92" providerId="LiveId" clId="{5EBDACD4-D3C4-47C3-ABE7-574A64633C45}" dt="2025-05-08T21:55:01.931" v="1595" actId="478"/>
          <ac:picMkLst>
            <pc:docMk/>
            <pc:sldMk cId="887469804" sldId="367"/>
            <ac:picMk id="35" creationId="{DF6B42DF-8A87-BCB8-820A-4F7CCBE0ECA3}"/>
          </ac:picMkLst>
        </pc:picChg>
        <pc:picChg chg="del">
          <ac:chgData name="shibariku0623@icloud.com" userId="47b6e960b06a1f92" providerId="LiveId" clId="{5EBDACD4-D3C4-47C3-ABE7-574A64633C45}" dt="2025-05-08T21:55:01.418" v="1594" actId="478"/>
          <ac:picMkLst>
            <pc:docMk/>
            <pc:sldMk cId="887469804" sldId="367"/>
            <ac:picMk id="37" creationId="{E0D80018-667C-07FA-5619-2A0B342A05EB}"/>
          </ac:picMkLst>
        </pc:picChg>
        <pc:picChg chg="add mod">
          <ac:chgData name="shibariku0623@icloud.com" userId="47b6e960b06a1f92" providerId="LiveId" clId="{5EBDACD4-D3C4-47C3-ABE7-574A64633C45}" dt="2025-05-08T22:02:12.309" v="1669" actId="1076"/>
          <ac:picMkLst>
            <pc:docMk/>
            <pc:sldMk cId="887469804" sldId="367"/>
            <ac:picMk id="38" creationId="{921F1030-43F5-58FB-F7D0-7D78F3FB9FAA}"/>
          </ac:picMkLst>
        </pc:picChg>
        <pc:picChg chg="del">
          <ac:chgData name="shibariku0623@icloud.com" userId="47b6e960b06a1f92" providerId="LiveId" clId="{5EBDACD4-D3C4-47C3-ABE7-574A64633C45}" dt="2025-05-08T21:55:01.010" v="1593" actId="478"/>
          <ac:picMkLst>
            <pc:docMk/>
            <pc:sldMk cId="887469804" sldId="367"/>
            <ac:picMk id="39" creationId="{15B82D4E-A148-2DC5-B43F-A42FFD592984}"/>
          </ac:picMkLst>
        </pc:picChg>
        <pc:picChg chg="add mod">
          <ac:chgData name="shibariku0623@icloud.com" userId="47b6e960b06a1f92" providerId="LiveId" clId="{5EBDACD4-D3C4-47C3-ABE7-574A64633C45}" dt="2025-05-08T22:02:12.309" v="1669" actId="1076"/>
          <ac:picMkLst>
            <pc:docMk/>
            <pc:sldMk cId="887469804" sldId="367"/>
            <ac:picMk id="48" creationId="{43E4FB95-EAEE-C452-019A-4AD21CA06786}"/>
          </ac:picMkLst>
        </pc:picChg>
      </pc:sldChg>
      <pc:sldChg chg="addSp delSp modSp add mod modShow">
        <pc:chgData name="shibariku0623@icloud.com" userId="47b6e960b06a1f92" providerId="LiveId" clId="{5EBDACD4-D3C4-47C3-ABE7-574A64633C45}" dt="2025-05-08T22:10:29.428" v="1942" actId="1076"/>
        <pc:sldMkLst>
          <pc:docMk/>
          <pc:sldMk cId="3615601322" sldId="368"/>
        </pc:sldMkLst>
        <pc:spChg chg="add del">
          <ac:chgData name="shibariku0623@icloud.com" userId="47b6e960b06a1f92" providerId="LiveId" clId="{5EBDACD4-D3C4-47C3-ABE7-574A64633C45}" dt="2025-05-08T22:04:46.576" v="1794" actId="22"/>
          <ac:spMkLst>
            <pc:docMk/>
            <pc:sldMk cId="3615601322" sldId="368"/>
            <ac:spMk id="27" creationId="{0D9E78ED-B942-6ADE-7C65-8712C19802EF}"/>
          </ac:spMkLst>
        </pc:spChg>
        <pc:spChg chg="add mod">
          <ac:chgData name="shibariku0623@icloud.com" userId="47b6e960b06a1f92" providerId="LiveId" clId="{5EBDACD4-D3C4-47C3-ABE7-574A64633C45}" dt="2025-05-08T22:05:12.499" v="1810" actId="14100"/>
          <ac:spMkLst>
            <pc:docMk/>
            <pc:sldMk cId="3615601322" sldId="368"/>
            <ac:spMk id="29" creationId="{0D1009EF-9F45-D88C-48BC-5D5C02ADCA3F}"/>
          </ac:spMkLst>
        </pc:spChg>
        <pc:spChg chg="add mod">
          <ac:chgData name="shibariku0623@icloud.com" userId="47b6e960b06a1f92" providerId="LiveId" clId="{5EBDACD4-D3C4-47C3-ABE7-574A64633C45}" dt="2025-05-08T22:10:29.428" v="1942" actId="1076"/>
          <ac:spMkLst>
            <pc:docMk/>
            <pc:sldMk cId="3615601322" sldId="368"/>
            <ac:spMk id="30" creationId="{28D5CE50-64D2-530B-6850-94897F777B13}"/>
          </ac:spMkLst>
        </pc:spChg>
        <pc:spChg chg="mod">
          <ac:chgData name="shibariku0623@icloud.com" userId="47b6e960b06a1f92" providerId="LiveId" clId="{5EBDACD4-D3C4-47C3-ABE7-574A64633C45}" dt="2025-05-08T22:04:56.556" v="1798" actId="14100"/>
          <ac:spMkLst>
            <pc:docMk/>
            <pc:sldMk cId="3615601322" sldId="368"/>
            <ac:spMk id="41" creationId="{AFF1682D-3655-EDA6-EE43-BD543F228F02}"/>
          </ac:spMkLst>
        </pc:spChg>
        <pc:picChg chg="del">
          <ac:chgData name="shibariku0623@icloud.com" userId="47b6e960b06a1f92" providerId="LiveId" clId="{5EBDACD4-D3C4-47C3-ABE7-574A64633C45}" dt="2025-05-08T22:04:17.426" v="1782" actId="478"/>
          <ac:picMkLst>
            <pc:docMk/>
            <pc:sldMk cId="3615601322" sldId="368"/>
            <ac:picMk id="5" creationId="{DBB1E34E-A960-40BB-7E27-8848CBA4DEBE}"/>
          </ac:picMkLst>
        </pc:picChg>
        <pc:picChg chg="add mod">
          <ac:chgData name="shibariku0623@icloud.com" userId="47b6e960b06a1f92" providerId="LiveId" clId="{5EBDACD4-D3C4-47C3-ABE7-574A64633C45}" dt="2025-05-08T22:04:38.052" v="1792" actId="1076"/>
          <ac:picMkLst>
            <pc:docMk/>
            <pc:sldMk cId="3615601322" sldId="368"/>
            <ac:picMk id="6" creationId="{D0564776-655D-9B1F-74B6-F4A864ED01A5}"/>
          </ac:picMkLst>
        </pc:picChg>
        <pc:picChg chg="mod">
          <ac:chgData name="shibariku0623@icloud.com" userId="47b6e960b06a1f92" providerId="LiveId" clId="{5EBDACD4-D3C4-47C3-ABE7-574A64633C45}" dt="2025-05-08T22:04:33.966" v="1791" actId="1076"/>
          <ac:picMkLst>
            <pc:docMk/>
            <pc:sldMk cId="3615601322" sldId="368"/>
            <ac:picMk id="28" creationId="{60F9EB31-F29E-2196-6229-90C69670F4D2}"/>
          </ac:picMkLst>
        </pc:picChg>
        <pc:picChg chg="del">
          <ac:chgData name="shibariku0623@icloud.com" userId="47b6e960b06a1f92" providerId="LiveId" clId="{5EBDACD4-D3C4-47C3-ABE7-574A64633C45}" dt="2025-05-08T22:04:18.378" v="1784" actId="478"/>
          <ac:picMkLst>
            <pc:docMk/>
            <pc:sldMk cId="3615601322" sldId="368"/>
            <ac:picMk id="38" creationId="{D9CA706C-6CD4-F643-5640-C20CC0339BEE}"/>
          </ac:picMkLst>
        </pc:picChg>
        <pc:picChg chg="del">
          <ac:chgData name="shibariku0623@icloud.com" userId="47b6e960b06a1f92" providerId="LiveId" clId="{5EBDACD4-D3C4-47C3-ABE7-574A64633C45}" dt="2025-05-08T22:04:17.923" v="1783" actId="478"/>
          <ac:picMkLst>
            <pc:docMk/>
            <pc:sldMk cId="3615601322" sldId="368"/>
            <ac:picMk id="48" creationId="{F612D173-CE6E-D602-1D3A-F7856E258ADF}"/>
          </ac:picMkLst>
        </pc:picChg>
      </pc:sldChg>
    </pc:docChg>
  </pc:docChgLst>
  <pc:docChgLst>
    <pc:chgData name="shibariku0623@icloud.com" userId="47b6e960b06a1f92" providerId="LiveId" clId="{1955F884-A850-44BD-BAA4-3D5511B6E2C0}"/>
    <pc:docChg chg="undo redo custSel addSld delSld modSld sldOrd addSection delSection modSection">
      <pc:chgData name="shibariku0623@icloud.com" userId="47b6e960b06a1f92" providerId="LiveId" clId="{1955F884-A850-44BD-BAA4-3D5511B6E2C0}" dt="2025-03-28T05:36:15.537" v="4694" actId="20577"/>
      <pc:docMkLst>
        <pc:docMk/>
      </pc:docMkLst>
      <pc:sldChg chg="addSp modSp mod">
        <pc:chgData name="shibariku0623@icloud.com" userId="47b6e960b06a1f92" providerId="LiveId" clId="{1955F884-A850-44BD-BAA4-3D5511B6E2C0}" dt="2025-03-28T05:25:30.302" v="4651" actId="2711"/>
        <pc:sldMkLst>
          <pc:docMk/>
          <pc:sldMk cId="0" sldId="256"/>
        </pc:sldMkLst>
        <pc:spChg chg="add mod">
          <ac:chgData name="shibariku0623@icloud.com" userId="47b6e960b06a1f92" providerId="LiveId" clId="{1955F884-A850-44BD-BAA4-3D5511B6E2C0}" dt="2025-03-28T04:57:51.095" v="3825" actId="1076"/>
          <ac:spMkLst>
            <pc:docMk/>
            <pc:sldMk cId="0" sldId="256"/>
            <ac:spMk id="13" creationId="{9E46055B-DA28-1F66-CD59-78CAAB0910E0}"/>
          </ac:spMkLst>
        </pc:spChg>
        <pc:spChg chg="mod">
          <ac:chgData name="shibariku0623@icloud.com" userId="47b6e960b06a1f92" providerId="LiveId" clId="{1955F884-A850-44BD-BAA4-3D5511B6E2C0}" dt="2025-03-26T04:41:31.565" v="20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1955F884-A850-44BD-BAA4-3D5511B6E2C0}" dt="2025-03-28T05:25:30.302" v="4651" actId="27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ibariku0623@icloud.com" userId="47b6e960b06a1f92" providerId="LiveId" clId="{1955F884-A850-44BD-BAA4-3D5511B6E2C0}" dt="2025-03-28T05:25:30.302" v="4651" actId="2711"/>
          <ac:spMkLst>
            <pc:docMk/>
            <pc:sldMk cId="0" sldId="256"/>
            <ac:spMk id="20" creationId="{00000000-0000-0000-0000-000000000000}"/>
          </ac:spMkLst>
        </pc:spChg>
      </pc:sldChg>
      <pc:sldChg chg="del">
        <pc:chgData name="shibariku0623@icloud.com" userId="47b6e960b06a1f92" providerId="LiveId" clId="{1955F884-A850-44BD-BAA4-3D5511B6E2C0}" dt="2025-03-26T06:20:00.442" v="45" actId="47"/>
        <pc:sldMkLst>
          <pc:docMk/>
          <pc:sldMk cId="0" sldId="269"/>
        </pc:sldMkLst>
      </pc:sldChg>
      <pc:sldChg chg="del">
        <pc:chgData name="shibariku0623@icloud.com" userId="47b6e960b06a1f92" providerId="LiveId" clId="{1955F884-A850-44BD-BAA4-3D5511B6E2C0}" dt="2025-03-26T06:19:59.833" v="44" actId="47"/>
        <pc:sldMkLst>
          <pc:docMk/>
          <pc:sldMk cId="585515259" sldId="287"/>
        </pc:sldMkLst>
      </pc:sldChg>
      <pc:sldChg chg="del">
        <pc:chgData name="shibariku0623@icloud.com" userId="47b6e960b06a1f92" providerId="LiveId" clId="{1955F884-A850-44BD-BAA4-3D5511B6E2C0}" dt="2025-03-26T06:19:50.937" v="36" actId="47"/>
        <pc:sldMkLst>
          <pc:docMk/>
          <pc:sldMk cId="1250007382" sldId="29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799079156" sldId="298"/>
        </pc:sldMkLst>
      </pc:sldChg>
      <pc:sldChg chg="delSp modSp mod">
        <pc:chgData name="shibariku0623@icloud.com" userId="47b6e960b06a1f92" providerId="LiveId" clId="{1955F884-A850-44BD-BAA4-3D5511B6E2C0}" dt="2025-03-26T07:21:29.339" v="173" actId="1076"/>
        <pc:sldMkLst>
          <pc:docMk/>
          <pc:sldMk cId="1242965381" sldId="299"/>
        </pc:sldMkLst>
        <pc:spChg chg="mod">
          <ac:chgData name="shibariku0623@icloud.com" userId="47b6e960b06a1f92" providerId="LiveId" clId="{1955F884-A850-44BD-BAA4-3D5511B6E2C0}" dt="2025-03-26T07:21:24.379" v="172" actId="948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1955F884-A850-44BD-BAA4-3D5511B6E2C0}" dt="2025-03-26T07:21:24.379" v="172" actId="948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1955F884-A850-44BD-BAA4-3D5511B6E2C0}" dt="2025-03-26T07:21:29.339" v="173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del">
        <pc:chgData name="shibariku0623@icloud.com" userId="47b6e960b06a1f92" providerId="LiveId" clId="{1955F884-A850-44BD-BAA4-3D5511B6E2C0}" dt="2025-03-26T06:21:17.411" v="64" actId="47"/>
        <pc:sldMkLst>
          <pc:docMk/>
          <pc:sldMk cId="3577459148" sldId="300"/>
        </pc:sldMkLst>
      </pc:sldChg>
      <pc:sldChg chg="del">
        <pc:chgData name="shibariku0623@icloud.com" userId="47b6e960b06a1f92" providerId="LiveId" clId="{1955F884-A850-44BD-BAA4-3D5511B6E2C0}" dt="2025-03-26T06:19:50.807" v="35" actId="47"/>
        <pc:sldMkLst>
          <pc:docMk/>
          <pc:sldMk cId="375572077" sldId="30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435325129" sldId="30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994194877" sldId="303"/>
        </pc:sldMkLst>
      </pc:sldChg>
      <pc:sldChg chg="del">
        <pc:chgData name="shibariku0623@icloud.com" userId="47b6e960b06a1f92" providerId="LiveId" clId="{1955F884-A850-44BD-BAA4-3D5511B6E2C0}" dt="2025-03-26T06:19:53.215" v="41" actId="47"/>
        <pc:sldMkLst>
          <pc:docMk/>
          <pc:sldMk cId="2101278953" sldId="304"/>
        </pc:sldMkLst>
      </pc:sldChg>
      <pc:sldChg chg="del">
        <pc:chgData name="shibariku0623@icloud.com" userId="47b6e960b06a1f92" providerId="LiveId" clId="{1955F884-A850-44BD-BAA4-3D5511B6E2C0}" dt="2025-03-26T06:19:53.105" v="40" actId="47"/>
        <pc:sldMkLst>
          <pc:docMk/>
          <pc:sldMk cId="206283201" sldId="306"/>
        </pc:sldMkLst>
      </pc:sldChg>
      <pc:sldChg chg="del">
        <pc:chgData name="shibariku0623@icloud.com" userId="47b6e960b06a1f92" providerId="LiveId" clId="{1955F884-A850-44BD-BAA4-3D5511B6E2C0}" dt="2025-03-26T06:19:49.909" v="30" actId="47"/>
        <pc:sldMkLst>
          <pc:docMk/>
          <pc:sldMk cId="3350605095" sldId="313"/>
        </pc:sldMkLst>
      </pc:sldChg>
      <pc:sldChg chg="del">
        <pc:chgData name="shibariku0623@icloud.com" userId="47b6e960b06a1f92" providerId="LiveId" clId="{1955F884-A850-44BD-BAA4-3D5511B6E2C0}" dt="2025-03-26T06:19:50.459" v="32" actId="47"/>
        <pc:sldMkLst>
          <pc:docMk/>
          <pc:sldMk cId="3595308617" sldId="315"/>
        </pc:sldMkLst>
      </pc:sldChg>
      <pc:sldChg chg="del">
        <pc:chgData name="shibariku0623@icloud.com" userId="47b6e960b06a1f92" providerId="LiveId" clId="{1955F884-A850-44BD-BAA4-3D5511B6E2C0}" dt="2025-03-26T06:21:19.335" v="65" actId="47"/>
        <pc:sldMkLst>
          <pc:docMk/>
          <pc:sldMk cId="2998499187" sldId="316"/>
        </pc:sldMkLst>
      </pc:sldChg>
      <pc:sldChg chg="del">
        <pc:chgData name="shibariku0623@icloud.com" userId="47b6e960b06a1f92" providerId="LiveId" clId="{1955F884-A850-44BD-BAA4-3D5511B6E2C0}" dt="2025-03-26T06:19:53.368" v="43" actId="47"/>
        <pc:sldMkLst>
          <pc:docMk/>
          <pc:sldMk cId="882493429" sldId="330"/>
        </pc:sldMkLst>
      </pc:sldChg>
      <pc:sldChg chg="del">
        <pc:chgData name="shibariku0623@icloud.com" userId="47b6e960b06a1f92" providerId="LiveId" clId="{1955F884-A850-44BD-BAA4-3D5511B6E2C0}" dt="2025-03-26T06:21:24.494" v="66" actId="47"/>
        <pc:sldMkLst>
          <pc:docMk/>
          <pc:sldMk cId="3970509869" sldId="337"/>
        </pc:sldMkLst>
      </pc:sldChg>
      <pc:sldChg chg="del">
        <pc:chgData name="shibariku0623@icloud.com" userId="47b6e960b06a1f92" providerId="LiveId" clId="{1955F884-A850-44BD-BAA4-3D5511B6E2C0}" dt="2025-03-26T06:19:48.768" v="29" actId="47"/>
        <pc:sldMkLst>
          <pc:docMk/>
          <pc:sldMk cId="118621087" sldId="338"/>
        </pc:sldMkLst>
      </pc:sldChg>
      <pc:sldChg chg="del">
        <pc:chgData name="shibariku0623@icloud.com" userId="47b6e960b06a1f92" providerId="LiveId" clId="{1955F884-A850-44BD-BAA4-3D5511B6E2C0}" dt="2025-03-26T06:19:50.565" v="33" actId="47"/>
        <pc:sldMkLst>
          <pc:docMk/>
          <pc:sldMk cId="1135623113" sldId="339"/>
        </pc:sldMkLst>
      </pc:sldChg>
      <pc:sldChg chg="del">
        <pc:chgData name="shibariku0623@icloud.com" userId="47b6e960b06a1f92" providerId="LiveId" clId="{1955F884-A850-44BD-BAA4-3D5511B6E2C0}" dt="2025-03-26T06:19:51.178" v="37" actId="47"/>
        <pc:sldMkLst>
          <pc:docMk/>
          <pc:sldMk cId="1893174392" sldId="340"/>
        </pc:sldMkLst>
      </pc:sldChg>
      <pc:sldChg chg="del">
        <pc:chgData name="shibariku0623@icloud.com" userId="47b6e960b06a1f92" providerId="LiveId" clId="{1955F884-A850-44BD-BAA4-3D5511B6E2C0}" dt="2025-03-26T07:21:33.072" v="174" actId="47"/>
        <pc:sldMkLst>
          <pc:docMk/>
          <pc:sldMk cId="896587178" sldId="34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2731234333" sldId="34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352494329" sldId="343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838289704" sldId="344"/>
        </pc:sldMkLst>
      </pc:sldChg>
      <pc:sldChg chg="addSp delSp modSp mod ord modShow">
        <pc:chgData name="shibariku0623@icloud.com" userId="47b6e960b06a1f92" providerId="LiveId" clId="{1955F884-A850-44BD-BAA4-3D5511B6E2C0}" dt="2025-03-28T05:36:15.537" v="4694" actId="20577"/>
        <pc:sldMkLst>
          <pc:docMk/>
          <pc:sldMk cId="761964446" sldId="345"/>
        </pc:sldMkLst>
      </pc:sldChg>
      <pc:sldChg chg="del">
        <pc:chgData name="shibariku0623@icloud.com" userId="47b6e960b06a1f92" providerId="LiveId" clId="{1955F884-A850-44BD-BAA4-3D5511B6E2C0}" dt="2025-03-26T06:19:50.701" v="34" actId="47"/>
        <pc:sldMkLst>
          <pc:docMk/>
          <pc:sldMk cId="2174756327" sldId="347"/>
        </pc:sldMkLst>
      </pc:sldChg>
      <pc:sldChg chg="del">
        <pc:chgData name="shibariku0623@icloud.com" userId="47b6e960b06a1f92" providerId="LiveId" clId="{1955F884-A850-44BD-BAA4-3D5511B6E2C0}" dt="2025-03-26T06:20:01.776" v="46" actId="47"/>
        <pc:sldMkLst>
          <pc:docMk/>
          <pc:sldMk cId="2795838002" sldId="348"/>
        </pc:sldMkLst>
      </pc:sldChg>
      <pc:sldChg chg="del">
        <pc:chgData name="shibariku0623@icloud.com" userId="47b6e960b06a1f92" providerId="LiveId" clId="{1955F884-A850-44BD-BAA4-3D5511B6E2C0}" dt="2025-03-26T06:20:03.245" v="49" actId="47"/>
        <pc:sldMkLst>
          <pc:docMk/>
          <pc:sldMk cId="4144526097" sldId="349"/>
        </pc:sldMkLst>
      </pc:sldChg>
      <pc:sldChg chg="addSp delSp modSp mod ord">
        <pc:chgData name="shibariku0623@icloud.com" userId="47b6e960b06a1f92" providerId="LiveId" clId="{1955F884-A850-44BD-BAA4-3D5511B6E2C0}" dt="2025-03-26T12:39:05.135" v="1786" actId="1076"/>
        <pc:sldMkLst>
          <pc:docMk/>
          <pc:sldMk cId="3703406585" sldId="350"/>
        </pc:sldMkLst>
        <pc:spChg chg="add del mod topLvl">
          <ac:chgData name="shibariku0623@icloud.com" userId="47b6e960b06a1f92" providerId="LiveId" clId="{1955F884-A850-44BD-BAA4-3D5511B6E2C0}" dt="2025-03-26T12:39:05.135" v="1786" actId="1076"/>
          <ac:spMkLst>
            <pc:docMk/>
            <pc:sldMk cId="3703406585" sldId="350"/>
            <ac:spMk id="40" creationId="{FBA93A78-E2A3-2B8A-54F0-862FD69A2B5D}"/>
          </ac:spMkLst>
        </pc:spChg>
      </pc:sldChg>
      <pc:sldChg chg="del">
        <pc:chgData name="shibariku0623@icloud.com" userId="47b6e960b06a1f92" providerId="LiveId" clId="{1955F884-A850-44BD-BAA4-3D5511B6E2C0}" dt="2025-03-26T06:19:52.970" v="39" actId="47"/>
        <pc:sldMkLst>
          <pc:docMk/>
          <pc:sldMk cId="122755826" sldId="351"/>
        </pc:sldMkLst>
      </pc:sldChg>
      <pc:sldChg chg="add del">
        <pc:chgData name="shibariku0623@icloud.com" userId="47b6e960b06a1f92" providerId="LiveId" clId="{1955F884-A850-44BD-BAA4-3D5511B6E2C0}" dt="2025-03-26T06:21:41.916" v="68" actId="47"/>
        <pc:sldMkLst>
          <pc:docMk/>
          <pc:sldMk cId="2369132893" sldId="351"/>
        </pc:sldMkLst>
      </pc:sldChg>
      <pc:sldChg chg="del">
        <pc:chgData name="shibariku0623@icloud.com" userId="47b6e960b06a1f92" providerId="LiveId" clId="{1955F884-A850-44BD-BAA4-3D5511B6E2C0}" dt="2025-03-26T06:20:05.573" v="52" actId="47"/>
        <pc:sldMkLst>
          <pc:docMk/>
          <pc:sldMk cId="247152735" sldId="352"/>
        </pc:sldMkLst>
      </pc:sldChg>
      <pc:sldChg chg="add ord">
        <pc:chgData name="shibariku0623@icloud.com" userId="47b6e960b06a1f92" providerId="LiveId" clId="{1955F884-A850-44BD-BAA4-3D5511B6E2C0}" dt="2025-03-26T06:22:20.027" v="75"/>
        <pc:sldMkLst>
          <pc:docMk/>
          <pc:sldMk cId="2561804069" sldId="352"/>
        </pc:sldMkLst>
      </pc:sldChg>
      <pc:sldChg chg="del">
        <pc:chgData name="shibariku0623@icloud.com" userId="47b6e960b06a1f92" providerId="LiveId" clId="{1955F884-A850-44BD-BAA4-3D5511B6E2C0}" dt="2025-03-26T06:19:41.110" v="26" actId="47"/>
        <pc:sldMkLst>
          <pc:docMk/>
          <pc:sldMk cId="1432675675" sldId="353"/>
        </pc:sldMkLst>
      </pc:sldChg>
      <pc:sldChg chg="addSp delSp modSp add mod ord">
        <pc:chgData name="shibariku0623@icloud.com" userId="47b6e960b06a1f92" providerId="LiveId" clId="{1955F884-A850-44BD-BAA4-3D5511B6E2C0}" dt="2025-03-28T05:04:06.301" v="3987" actId="1076"/>
        <pc:sldMkLst>
          <pc:docMk/>
          <pc:sldMk cId="1839823296" sldId="353"/>
        </pc:sldMkLst>
        <pc:spChg chg="add mod">
          <ac:chgData name="shibariku0623@icloud.com" userId="47b6e960b06a1f92" providerId="LiveId" clId="{1955F884-A850-44BD-BAA4-3D5511B6E2C0}" dt="2025-03-26T08:19:55.536" v="249" actId="20577"/>
          <ac:spMkLst>
            <pc:docMk/>
            <pc:sldMk cId="1839823296" sldId="353"/>
            <ac:spMk id="3" creationId="{2E8FD745-6583-A4E2-96D5-550D9CD753F2}"/>
          </ac:spMkLst>
        </pc:spChg>
        <pc:spChg chg="mod">
          <ac:chgData name="shibariku0623@icloud.com" userId="47b6e960b06a1f92" providerId="LiveId" clId="{1955F884-A850-44BD-BAA4-3D5511B6E2C0}" dt="2025-03-26T08:44:49.270" v="412" actId="20577"/>
          <ac:spMkLst>
            <pc:docMk/>
            <pc:sldMk cId="1839823296" sldId="353"/>
            <ac:spMk id="9" creationId="{9AEA600C-7DC7-491F-2610-794663655BEF}"/>
          </ac:spMkLst>
        </pc:spChg>
        <pc:spChg chg="mod">
          <ac:chgData name="shibariku0623@icloud.com" userId="47b6e960b06a1f92" providerId="LiveId" clId="{1955F884-A850-44BD-BAA4-3D5511B6E2C0}" dt="2025-03-26T08:44:33.548" v="386"/>
          <ac:spMkLst>
            <pc:docMk/>
            <pc:sldMk cId="1839823296" sldId="353"/>
            <ac:spMk id="26" creationId="{6728D633-723E-FC3E-3569-1F1B35914104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27" creationId="{9BA32C65-E2AB-29BE-89FF-84943B5F1B94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29" creationId="{7D6250E1-4234-5829-2BED-A233DBEE4B18}"/>
          </ac:spMkLst>
        </pc:spChg>
        <pc:spChg chg="mod">
          <ac:chgData name="shibariku0623@icloud.com" userId="47b6e960b06a1f92" providerId="LiveId" clId="{1955F884-A850-44BD-BAA4-3D5511B6E2C0}" dt="2025-03-26T08:52:20.603" v="660" actId="20577"/>
          <ac:spMkLst>
            <pc:docMk/>
            <pc:sldMk cId="1839823296" sldId="353"/>
            <ac:spMk id="31" creationId="{1748A553-7691-7BB2-FAE7-DE23A26395F0}"/>
          </ac:spMkLst>
        </pc:spChg>
        <pc:spChg chg="mod">
          <ac:chgData name="shibariku0623@icloud.com" userId="47b6e960b06a1f92" providerId="LiveId" clId="{1955F884-A850-44BD-BAA4-3D5511B6E2C0}" dt="2025-03-26T08:52:10.433" v="649"/>
          <ac:spMkLst>
            <pc:docMk/>
            <pc:sldMk cId="1839823296" sldId="353"/>
            <ac:spMk id="32" creationId="{856F9FBA-A477-1AF8-AC8B-631C752F0AD6}"/>
          </ac:spMkLst>
        </pc:spChg>
        <pc:spChg chg="add del mod">
          <ac:chgData name="shibariku0623@icloud.com" userId="47b6e960b06a1f92" providerId="LiveId" clId="{1955F884-A850-44BD-BAA4-3D5511B6E2C0}" dt="2025-03-28T04:09:10.969" v="3657" actId="5793"/>
          <ac:spMkLst>
            <pc:docMk/>
            <pc:sldMk cId="1839823296" sldId="353"/>
            <ac:spMk id="33" creationId="{2290DD55-5868-8A71-4438-C87EF6FB3036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34" creationId="{C46BDFA9-E811-6F15-5241-C1D9BDDA46E3}"/>
          </ac:spMkLst>
        </pc:spChg>
        <pc:spChg chg="add mod">
          <ac:chgData name="shibariku0623@icloud.com" userId="47b6e960b06a1f92" providerId="LiveId" clId="{1955F884-A850-44BD-BAA4-3D5511B6E2C0}" dt="2025-03-28T04:58:22.346" v="3828" actId="1076"/>
          <ac:spMkLst>
            <pc:docMk/>
            <pc:sldMk cId="1839823296" sldId="353"/>
            <ac:spMk id="35" creationId="{CF4B3684-5CC8-016C-ACCF-A2281BFE663A}"/>
          </ac:spMkLst>
        </pc:spChg>
        <pc:spChg chg="mod">
          <ac:chgData name="shibariku0623@icloud.com" userId="47b6e960b06a1f92" providerId="LiveId" clId="{1955F884-A850-44BD-BAA4-3D5511B6E2C0}" dt="2025-03-26T09:02:06.237" v="977" actId="20577"/>
          <ac:spMkLst>
            <pc:docMk/>
            <pc:sldMk cId="1839823296" sldId="353"/>
            <ac:spMk id="37" creationId="{A66FE43E-0D02-30E3-C5AC-FAE445B7A941}"/>
          </ac:spMkLst>
        </pc:spChg>
        <pc:spChg chg="mod">
          <ac:chgData name="shibariku0623@icloud.com" userId="47b6e960b06a1f92" providerId="LiveId" clId="{1955F884-A850-44BD-BAA4-3D5511B6E2C0}" dt="2025-03-26T09:02:00.280" v="964"/>
          <ac:spMkLst>
            <pc:docMk/>
            <pc:sldMk cId="1839823296" sldId="353"/>
            <ac:spMk id="38" creationId="{9BACC1F7-16E5-CEF4-18BC-9133D52CBA41}"/>
          </ac:spMkLst>
        </pc:spChg>
        <pc:spChg chg="add mod">
          <ac:chgData name="shibariku0623@icloud.com" userId="47b6e960b06a1f92" providerId="LiveId" clId="{1955F884-A850-44BD-BAA4-3D5511B6E2C0}" dt="2025-03-26T09:05:40.396" v="1023" actId="1076"/>
          <ac:spMkLst>
            <pc:docMk/>
            <pc:sldMk cId="1839823296" sldId="353"/>
            <ac:spMk id="41" creationId="{EFD7DA9D-A1C5-E58E-24EC-DE88E7D637FE}"/>
          </ac:spMkLst>
        </pc:spChg>
        <pc:spChg chg="add mod">
          <ac:chgData name="shibariku0623@icloud.com" userId="47b6e960b06a1f92" providerId="LiveId" clId="{1955F884-A850-44BD-BAA4-3D5511B6E2C0}" dt="2025-03-28T05:04:05.243" v="3981" actId="1076"/>
          <ac:spMkLst>
            <pc:docMk/>
            <pc:sldMk cId="1839823296" sldId="353"/>
            <ac:spMk id="42" creationId="{55F3C078-4010-EED2-4A08-9F4AD53B9BAB}"/>
          </ac:spMkLst>
        </pc:spChg>
        <pc:grpChg chg="add mod">
          <ac:chgData name="shibariku0623@icloud.com" userId="47b6e960b06a1f92" providerId="LiveId" clId="{1955F884-A850-44BD-BAA4-3D5511B6E2C0}" dt="2025-03-28T04:58:11.246" v="3827" actId="1076"/>
          <ac:grpSpMkLst>
            <pc:docMk/>
            <pc:sldMk cId="1839823296" sldId="353"/>
            <ac:grpSpMk id="8" creationId="{388ACCB2-BF29-D5D4-7DCD-76178E698937}"/>
          </ac:grpSpMkLst>
        </pc:grpChg>
        <pc:grpChg chg="mod">
          <ac:chgData name="shibariku0623@icloud.com" userId="47b6e960b06a1f92" providerId="LiveId" clId="{1955F884-A850-44BD-BAA4-3D5511B6E2C0}" dt="2025-03-26T09:05:33.235" v="1022" actId="1076"/>
          <ac:grpSpMkLst>
            <pc:docMk/>
            <pc:sldMk cId="1839823296" sldId="353"/>
            <ac:grpSpMk id="10" creationId="{37B588F8-D1F9-A7CB-7907-D079845B8A5B}"/>
          </ac:grpSpMkLst>
        </pc:grpChg>
        <pc:grpChg chg="add mod">
          <ac:chgData name="shibariku0623@icloud.com" userId="47b6e960b06a1f92" providerId="LiveId" clId="{1955F884-A850-44BD-BAA4-3D5511B6E2C0}" dt="2025-03-26T09:05:40.396" v="1023" actId="1076"/>
          <ac:grpSpMkLst>
            <pc:docMk/>
            <pc:sldMk cId="1839823296" sldId="353"/>
            <ac:grpSpMk id="30" creationId="{F047786E-814E-AA8C-0089-D190BCD9C103}"/>
          </ac:grpSpMkLst>
        </pc:grpChg>
        <pc:grpChg chg="add mod">
          <ac:chgData name="shibariku0623@icloud.com" userId="47b6e960b06a1f92" providerId="LiveId" clId="{1955F884-A850-44BD-BAA4-3D5511B6E2C0}" dt="2025-03-28T04:58:22.346" v="3828" actId="1076"/>
          <ac:grpSpMkLst>
            <pc:docMk/>
            <pc:sldMk cId="1839823296" sldId="353"/>
            <ac:grpSpMk id="36" creationId="{E77AFF26-1458-3CB4-28F3-5612EC8FDD17}"/>
          </ac:grpSpMkLst>
        </pc:grpChg>
        <pc:picChg chg="add mod">
          <ac:chgData name="shibariku0623@icloud.com" userId="47b6e960b06a1f92" providerId="LiveId" clId="{1955F884-A850-44BD-BAA4-3D5511B6E2C0}" dt="2025-03-28T05:04:06.301" v="3987" actId="1076"/>
          <ac:picMkLst>
            <pc:docMk/>
            <pc:sldMk cId="1839823296" sldId="353"/>
            <ac:picMk id="4" creationId="{5F056377-98C0-F647-35AE-818CBE60B0BE}"/>
          </ac:picMkLst>
        </pc:picChg>
        <pc:picChg chg="add mod">
          <ac:chgData name="shibariku0623@icloud.com" userId="47b6e960b06a1f92" providerId="LiveId" clId="{1955F884-A850-44BD-BAA4-3D5511B6E2C0}" dt="2025-03-28T05:04:05.949" v="3985" actId="1076"/>
          <ac:picMkLst>
            <pc:docMk/>
            <pc:sldMk cId="1839823296" sldId="353"/>
            <ac:picMk id="39" creationId="{8DCDB9DF-84CA-4F74-8996-879D8BF7CA6D}"/>
          </ac:picMkLst>
        </pc:picChg>
      </pc:sldChg>
      <pc:sldChg chg="addSp delSp modSp add mod ord modNotesTx">
        <pc:chgData name="shibariku0623@icloud.com" userId="47b6e960b06a1f92" providerId="LiveId" clId="{1955F884-A850-44BD-BAA4-3D5511B6E2C0}" dt="2025-03-28T05:08:21.760" v="4113" actId="478"/>
        <pc:sldMkLst>
          <pc:docMk/>
          <pc:sldMk cId="427512372" sldId="354"/>
        </pc:sldMkLst>
        <pc:spChg chg="add mod">
          <ac:chgData name="shibariku0623@icloud.com" userId="47b6e960b06a1f92" providerId="LiveId" clId="{1955F884-A850-44BD-BAA4-3D5511B6E2C0}" dt="2025-03-26T09:07:06.820" v="1067" actId="20577"/>
          <ac:spMkLst>
            <pc:docMk/>
            <pc:sldMk cId="427512372" sldId="354"/>
            <ac:spMk id="3" creationId="{CC63A3F2-F528-F444-0694-96656D4D2EE7}"/>
          </ac:spMkLst>
        </pc:spChg>
        <pc:spChg chg="add mod">
          <ac:chgData name="shibariku0623@icloud.com" userId="47b6e960b06a1f92" providerId="LiveId" clId="{1955F884-A850-44BD-BAA4-3D5511B6E2C0}" dt="2025-03-26T15:34:11.588" v="2681" actId="1076"/>
          <ac:spMkLst>
            <pc:docMk/>
            <pc:sldMk cId="427512372" sldId="354"/>
            <ac:spMk id="26" creationId="{F654432F-30B3-B2B1-6908-94C95F95F10D}"/>
          </ac:spMkLst>
        </pc:spChg>
        <pc:spChg chg="mod topLvl">
          <ac:chgData name="shibariku0623@icloud.com" userId="47b6e960b06a1f92" providerId="LiveId" clId="{1955F884-A850-44BD-BAA4-3D5511B6E2C0}" dt="2025-03-26T15:34:09.746" v="2680" actId="1076"/>
          <ac:spMkLst>
            <pc:docMk/>
            <pc:sldMk cId="427512372" sldId="354"/>
            <ac:spMk id="28" creationId="{9DCD4B87-F981-F368-07DB-159F93AD6E73}"/>
          </ac:spMkLst>
        </pc:spChg>
        <pc:spChg chg="add mod">
          <ac:chgData name="shibariku0623@icloud.com" userId="47b6e960b06a1f92" providerId="LiveId" clId="{1955F884-A850-44BD-BAA4-3D5511B6E2C0}" dt="2025-03-26T15:34:16.138" v="2682" actId="1076"/>
          <ac:spMkLst>
            <pc:docMk/>
            <pc:sldMk cId="427512372" sldId="354"/>
            <ac:spMk id="30" creationId="{9D54E7EB-D170-71C9-9A5D-37BC4AE1D604}"/>
          </ac:spMkLst>
        </pc:spChg>
        <pc:spChg chg="add mod">
          <ac:chgData name="shibariku0623@icloud.com" userId="47b6e960b06a1f92" providerId="LiveId" clId="{1955F884-A850-44BD-BAA4-3D5511B6E2C0}" dt="2025-03-26T15:34:22.772" v="2683" actId="1076"/>
          <ac:spMkLst>
            <pc:docMk/>
            <pc:sldMk cId="427512372" sldId="354"/>
            <ac:spMk id="31" creationId="{3116C781-842F-0649-B753-C32F5959CADF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35" creationId="{22BA9913-4133-9691-CCD6-B7A21EDD07B8}"/>
          </ac:spMkLst>
        </pc:spChg>
        <pc:spChg chg="add mod">
          <ac:chgData name="shibariku0623@icloud.com" userId="47b6e960b06a1f92" providerId="LiveId" clId="{1955F884-A850-44BD-BAA4-3D5511B6E2C0}" dt="2025-03-26T15:43:08.397" v="2898" actId="1076"/>
          <ac:spMkLst>
            <pc:docMk/>
            <pc:sldMk cId="427512372" sldId="354"/>
            <ac:spMk id="36" creationId="{304B879A-56A1-794D-7013-49911F49614B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37" creationId="{B95166D6-74A7-F064-E749-A74A6FA4BDB6}"/>
          </ac:spMkLst>
        </pc:spChg>
        <pc:spChg chg="add mod">
          <ac:chgData name="shibariku0623@icloud.com" userId="47b6e960b06a1f92" providerId="LiveId" clId="{1955F884-A850-44BD-BAA4-3D5511B6E2C0}" dt="2025-03-26T15:45:31.320" v="2962" actId="20577"/>
          <ac:spMkLst>
            <pc:docMk/>
            <pc:sldMk cId="427512372" sldId="354"/>
            <ac:spMk id="38" creationId="{B5876D98-1CE6-CD92-293B-2F7245D03592}"/>
          </ac:spMkLst>
        </pc:spChg>
        <pc:spChg chg="add mod">
          <ac:chgData name="shibariku0623@icloud.com" userId="47b6e960b06a1f92" providerId="LiveId" clId="{1955F884-A850-44BD-BAA4-3D5511B6E2C0}" dt="2025-03-26T15:49:56.563" v="2992" actId="1076"/>
          <ac:spMkLst>
            <pc:docMk/>
            <pc:sldMk cId="427512372" sldId="354"/>
            <ac:spMk id="39" creationId="{0826B590-5BC7-BE29-01E3-4932A09CA75B}"/>
          </ac:spMkLst>
        </pc:spChg>
        <pc:spChg chg="add mod ord">
          <ac:chgData name="shibariku0623@icloud.com" userId="47b6e960b06a1f92" providerId="LiveId" clId="{1955F884-A850-44BD-BAA4-3D5511B6E2C0}" dt="2025-03-26T15:34:22.772" v="2683" actId="1076"/>
          <ac:spMkLst>
            <pc:docMk/>
            <pc:sldMk cId="427512372" sldId="354"/>
            <ac:spMk id="40" creationId="{ECC09C4C-217C-9855-FA25-980B3A1FD1E7}"/>
          </ac:spMkLst>
        </pc:spChg>
        <pc:spChg chg="add mod or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41" creationId="{A53FB69D-2B41-EC42-2A66-D90425E4E7A9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42" creationId="{573D8E9A-AF05-B5DC-9821-D6F43798DFB4}"/>
          </ac:spMkLst>
        </pc:spChg>
        <pc:spChg chg="add mod">
          <ac:chgData name="shibariku0623@icloud.com" userId="47b6e960b06a1f92" providerId="LiveId" clId="{1955F884-A850-44BD-BAA4-3D5511B6E2C0}" dt="2025-03-26T15:50:08.052" v="2995" actId="1076"/>
          <ac:spMkLst>
            <pc:docMk/>
            <pc:sldMk cId="427512372" sldId="354"/>
            <ac:spMk id="43" creationId="{ABDC11CB-F4EF-0711-E86F-4B53569677F7}"/>
          </ac:spMkLst>
        </pc:spChg>
        <pc:spChg chg="add mod">
          <ac:chgData name="shibariku0623@icloud.com" userId="47b6e960b06a1f92" providerId="LiveId" clId="{1955F884-A850-44BD-BAA4-3D5511B6E2C0}" dt="2025-03-26T15:44:31.152" v="2912" actId="1076"/>
          <ac:spMkLst>
            <pc:docMk/>
            <pc:sldMk cId="427512372" sldId="354"/>
            <ac:spMk id="44" creationId="{DA43D8C3-0B04-4A76-C0E1-C1063F81D74B}"/>
          </ac:spMkLst>
        </pc:spChg>
        <pc:spChg chg="add mod">
          <ac:chgData name="shibariku0623@icloud.com" userId="47b6e960b06a1f92" providerId="LiveId" clId="{1955F884-A850-44BD-BAA4-3D5511B6E2C0}" dt="2025-03-26T15:43:58.381" v="2906" actId="1076"/>
          <ac:spMkLst>
            <pc:docMk/>
            <pc:sldMk cId="427512372" sldId="354"/>
            <ac:spMk id="45" creationId="{66D5E141-3D79-304A-87A0-FBCDCEE101ED}"/>
          </ac:spMkLst>
        </pc:spChg>
        <pc:spChg chg="add mod ord">
          <ac:chgData name="shibariku0623@icloud.com" userId="47b6e960b06a1f92" providerId="LiveId" clId="{1955F884-A850-44BD-BAA4-3D5511B6E2C0}" dt="2025-03-26T15:44:31.152" v="2912" actId="1076"/>
          <ac:spMkLst>
            <pc:docMk/>
            <pc:sldMk cId="427512372" sldId="354"/>
            <ac:spMk id="46" creationId="{E0903AFE-C435-779F-32AC-20BD95A60CC3}"/>
          </ac:spMkLst>
        </pc:spChg>
        <pc:spChg chg="add mod">
          <ac:chgData name="shibariku0623@icloud.com" userId="47b6e960b06a1f92" providerId="LiveId" clId="{1955F884-A850-44BD-BAA4-3D5511B6E2C0}" dt="2025-03-26T15:50:00.728" v="2993" actId="1076"/>
          <ac:spMkLst>
            <pc:docMk/>
            <pc:sldMk cId="427512372" sldId="354"/>
            <ac:spMk id="47" creationId="{E2D0E963-BAA0-8729-70DC-2DB283D2676D}"/>
          </ac:spMkLst>
        </pc:spChg>
        <pc:spChg chg="add mod">
          <ac:chgData name="shibariku0623@icloud.com" userId="47b6e960b06a1f92" providerId="LiveId" clId="{1955F884-A850-44BD-BAA4-3D5511B6E2C0}" dt="2025-03-26T15:50:04.262" v="2994" actId="1076"/>
          <ac:spMkLst>
            <pc:docMk/>
            <pc:sldMk cId="427512372" sldId="354"/>
            <ac:spMk id="48" creationId="{7F2007BA-29E6-D354-F36C-8B51F0373C17}"/>
          </ac:spMkLst>
        </pc:spChg>
        <pc:spChg chg="add mod">
          <ac:chgData name="shibariku0623@icloud.com" userId="47b6e960b06a1f92" providerId="LiveId" clId="{1955F884-A850-44BD-BAA4-3D5511B6E2C0}" dt="2025-03-26T15:44:07.132" v="2907" actId="1076"/>
          <ac:spMkLst>
            <pc:docMk/>
            <pc:sldMk cId="427512372" sldId="354"/>
            <ac:spMk id="49" creationId="{354345D9-FC41-6BC9-B070-59AFBA435D96}"/>
          </ac:spMkLst>
        </pc:spChg>
        <pc:spChg chg="add mod">
          <ac:chgData name="shibariku0623@icloud.com" userId="47b6e960b06a1f92" providerId="LiveId" clId="{1955F884-A850-44BD-BAA4-3D5511B6E2C0}" dt="2025-03-26T15:49:28.700" v="2990" actId="14100"/>
          <ac:spMkLst>
            <pc:docMk/>
            <pc:sldMk cId="427512372" sldId="354"/>
            <ac:spMk id="50" creationId="{93ACDEA6-F40A-CF9F-FE1F-51F4FA31536D}"/>
          </ac:spMkLst>
        </pc:spChg>
        <pc:spChg chg="add mod ord">
          <ac:chgData name="shibariku0623@icloud.com" userId="47b6e960b06a1f92" providerId="LiveId" clId="{1955F884-A850-44BD-BAA4-3D5511B6E2C0}" dt="2025-03-26T15:49:23.490" v="2989" actId="1076"/>
          <ac:spMkLst>
            <pc:docMk/>
            <pc:sldMk cId="427512372" sldId="354"/>
            <ac:spMk id="51" creationId="{49822320-4F42-63FC-50BD-66784AF93ED1}"/>
          </ac:spMkLst>
        </pc:spChg>
      </pc:sldChg>
      <pc:sldChg chg="del">
        <pc:chgData name="shibariku0623@icloud.com" userId="47b6e960b06a1f92" providerId="LiveId" clId="{1955F884-A850-44BD-BAA4-3D5511B6E2C0}" dt="2025-03-26T06:19:53.286" v="42" actId="47"/>
        <pc:sldMkLst>
          <pc:docMk/>
          <pc:sldMk cId="2037067713" sldId="354"/>
        </pc:sldMkLst>
      </pc:sldChg>
      <pc:sldChg chg="add del">
        <pc:chgData name="shibariku0623@icloud.com" userId="47b6e960b06a1f92" providerId="LiveId" clId="{1955F884-A850-44BD-BAA4-3D5511B6E2C0}" dt="2025-03-27T04:21:04.554" v="3601" actId="47"/>
        <pc:sldMkLst>
          <pc:docMk/>
          <pc:sldMk cId="660865673" sldId="355"/>
        </pc:sldMkLst>
      </pc:sldChg>
      <pc:sldChg chg="del">
        <pc:chgData name="shibariku0623@icloud.com" userId="47b6e960b06a1f92" providerId="LiveId" clId="{1955F884-A850-44BD-BAA4-3D5511B6E2C0}" dt="2025-03-26T06:19:41.427" v="27" actId="47"/>
        <pc:sldMkLst>
          <pc:docMk/>
          <pc:sldMk cId="1814703424" sldId="355"/>
        </pc:sldMkLst>
      </pc:sldChg>
      <pc:sldChg chg="modSp add mod">
        <pc:chgData name="shibariku0623@icloud.com" userId="47b6e960b06a1f92" providerId="LiveId" clId="{1955F884-A850-44BD-BAA4-3D5511B6E2C0}" dt="2025-03-26T07:21:51.669" v="178" actId="207"/>
        <pc:sldMkLst>
          <pc:docMk/>
          <pc:sldMk cId="1149079620" sldId="356"/>
        </pc:sldMkLst>
      </pc:sldChg>
      <pc:sldChg chg="del">
        <pc:chgData name="shibariku0623@icloud.com" userId="47b6e960b06a1f92" providerId="LiveId" clId="{1955F884-A850-44BD-BAA4-3D5511B6E2C0}" dt="2025-03-26T06:20:09.029" v="56" actId="47"/>
        <pc:sldMkLst>
          <pc:docMk/>
          <pc:sldMk cId="3920436394" sldId="356"/>
        </pc:sldMkLst>
      </pc:sldChg>
      <pc:sldChg chg="del">
        <pc:chgData name="shibariku0623@icloud.com" userId="47b6e960b06a1f92" providerId="LiveId" clId="{1955F884-A850-44BD-BAA4-3D5511B6E2C0}" dt="2025-03-26T06:19:52.820" v="38" actId="47"/>
        <pc:sldMkLst>
          <pc:docMk/>
          <pc:sldMk cId="1042611668" sldId="357"/>
        </pc:sldMkLst>
      </pc:sldChg>
      <pc:sldChg chg="modSp add mod">
        <pc:chgData name="shibariku0623@icloud.com" userId="47b6e960b06a1f92" providerId="LiveId" clId="{1955F884-A850-44BD-BAA4-3D5511B6E2C0}" dt="2025-03-26T07:21:58.484" v="179" actId="207"/>
        <pc:sldMkLst>
          <pc:docMk/>
          <pc:sldMk cId="1607868842" sldId="357"/>
        </pc:sldMkLst>
      </pc:sldChg>
      <pc:sldChg chg="del">
        <pc:chgData name="shibariku0623@icloud.com" userId="47b6e960b06a1f92" providerId="LiveId" clId="{1955F884-A850-44BD-BAA4-3D5511B6E2C0}" dt="2025-03-26T06:19:44.256" v="28" actId="47"/>
        <pc:sldMkLst>
          <pc:docMk/>
          <pc:sldMk cId="2854338461" sldId="358"/>
        </pc:sldMkLst>
      </pc:sldChg>
      <pc:sldChg chg="modSp add mod">
        <pc:chgData name="shibariku0623@icloud.com" userId="47b6e960b06a1f92" providerId="LiveId" clId="{1955F884-A850-44BD-BAA4-3D5511B6E2C0}" dt="2025-03-26T07:22:02.625" v="180" actId="207"/>
        <pc:sldMkLst>
          <pc:docMk/>
          <pc:sldMk cId="3890046648" sldId="358"/>
        </pc:sldMkLst>
      </pc:sldChg>
      <pc:sldChg chg="add">
        <pc:chgData name="shibariku0623@icloud.com" userId="47b6e960b06a1f92" providerId="LiveId" clId="{1955F884-A850-44BD-BAA4-3D5511B6E2C0}" dt="2025-03-26T12:38:38.960" v="1775"/>
        <pc:sldMkLst>
          <pc:docMk/>
          <pc:sldMk cId="3000279953" sldId="359"/>
        </pc:sldMkLst>
      </pc:sldChg>
      <pc:sldChg chg="del">
        <pc:chgData name="shibariku0623@icloud.com" userId="47b6e960b06a1f92" providerId="LiveId" clId="{1955F884-A850-44BD-BAA4-3D5511B6E2C0}" dt="2025-03-26T06:20:02.650" v="48" actId="47"/>
        <pc:sldMkLst>
          <pc:docMk/>
          <pc:sldMk cId="3213100193" sldId="359"/>
        </pc:sldMkLst>
      </pc:sldChg>
      <pc:sldChg chg="addSp modSp add del mod">
        <pc:chgData name="shibariku0623@icloud.com" userId="47b6e960b06a1f92" providerId="LiveId" clId="{1955F884-A850-44BD-BAA4-3D5511B6E2C0}" dt="2025-03-26T15:49:41.774" v="2991" actId="47"/>
        <pc:sldMkLst>
          <pc:docMk/>
          <pc:sldMk cId="753210501" sldId="360"/>
        </pc:sldMkLst>
      </pc:sldChg>
      <pc:sldChg chg="del">
        <pc:chgData name="shibariku0623@icloud.com" userId="47b6e960b06a1f92" providerId="LiveId" clId="{1955F884-A850-44BD-BAA4-3D5511B6E2C0}" dt="2025-03-26T06:19:50.303" v="31" actId="47"/>
        <pc:sldMkLst>
          <pc:docMk/>
          <pc:sldMk cId="1550053534" sldId="360"/>
        </pc:sldMkLst>
      </pc:sldChg>
      <pc:sldChg chg="del">
        <pc:chgData name="shibariku0623@icloud.com" userId="47b6e960b06a1f92" providerId="LiveId" clId="{1955F884-A850-44BD-BAA4-3D5511B6E2C0}" dt="2025-03-26T06:20:02.369" v="47" actId="47"/>
        <pc:sldMkLst>
          <pc:docMk/>
          <pc:sldMk cId="1944587586" sldId="361"/>
        </pc:sldMkLst>
      </pc:sldChg>
      <pc:sldChg chg="del">
        <pc:chgData name="shibariku0623@icloud.com" userId="47b6e960b06a1f92" providerId="LiveId" clId="{1955F884-A850-44BD-BAA4-3D5511B6E2C0}" dt="2025-03-26T06:20:03.899" v="50" actId="47"/>
        <pc:sldMkLst>
          <pc:docMk/>
          <pc:sldMk cId="1684288140" sldId="362"/>
        </pc:sldMkLst>
      </pc:sldChg>
      <pc:sldChg chg="del">
        <pc:chgData name="shibariku0623@icloud.com" userId="47b6e960b06a1f92" providerId="LiveId" clId="{1955F884-A850-44BD-BAA4-3D5511B6E2C0}" dt="2025-03-26T06:20:07.505" v="54" actId="47"/>
        <pc:sldMkLst>
          <pc:docMk/>
          <pc:sldMk cId="750935696" sldId="363"/>
        </pc:sldMkLst>
      </pc:sldChg>
      <pc:sldChg chg="del">
        <pc:chgData name="shibariku0623@icloud.com" userId="47b6e960b06a1f92" providerId="LiveId" clId="{1955F884-A850-44BD-BAA4-3D5511B6E2C0}" dt="2025-03-26T06:20:08.382" v="55" actId="47"/>
        <pc:sldMkLst>
          <pc:docMk/>
          <pc:sldMk cId="3023196637" sldId="364"/>
        </pc:sldMkLst>
      </pc:sldChg>
      <pc:sldChg chg="del">
        <pc:chgData name="shibariku0623@icloud.com" userId="47b6e960b06a1f92" providerId="LiveId" clId="{1955F884-A850-44BD-BAA4-3D5511B6E2C0}" dt="2025-03-26T06:20:04.798" v="51" actId="47"/>
        <pc:sldMkLst>
          <pc:docMk/>
          <pc:sldMk cId="4081570848" sldId="366"/>
        </pc:sldMkLst>
      </pc:sldChg>
      <pc:sldChg chg="del">
        <pc:chgData name="shibariku0623@icloud.com" userId="47b6e960b06a1f92" providerId="LiveId" clId="{1955F884-A850-44BD-BAA4-3D5511B6E2C0}" dt="2025-03-26T06:20:06.531" v="53" actId="47"/>
        <pc:sldMkLst>
          <pc:docMk/>
          <pc:sldMk cId="1209596776" sldId="367"/>
        </pc:sldMkLst>
      </pc:sldChg>
      <pc:sldChg chg="del">
        <pc:chgData name="shibariku0623@icloud.com" userId="47b6e960b06a1f92" providerId="LiveId" clId="{1955F884-A850-44BD-BAA4-3D5511B6E2C0}" dt="2025-03-26T06:19:40.790" v="25" actId="47"/>
        <pc:sldMkLst>
          <pc:docMk/>
          <pc:sldMk cId="3559137235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vml-expertguide.net/terms/dl/layers/convolution-layer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・切り取ってスペクトルを描画してみて確認してみる．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SNR</a:t>
            </a:r>
            <a:r>
              <a:rPr kumimoji="1" lang="ja-JP" altLang="en-US" dirty="0"/>
              <a:t>＝０の時に</a:t>
            </a:r>
            <a:r>
              <a:rPr kumimoji="1" lang="en-US" altLang="ja-JP" dirty="0"/>
              <a:t>-20</a:t>
            </a:r>
            <a:r>
              <a:rPr kumimoji="1" lang="ja-JP" altLang="en-US" dirty="0"/>
              <a:t>ト変わらなすぎじゃね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759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ウィグナーヴィレ分布・・・スペクトログラムの特徴量の差を強調してシャープにした感じのもの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endParaRPr kumimoji="1"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r>
              <a:rPr kumimoji="1"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InceptionNet</a:t>
            </a:r>
            <a:r>
              <a:rPr kumimoji="1"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・・・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ja-JP" altLang="en-US" b="0" i="0" u="none" strike="noStrike" dirty="0">
                <a:solidFill>
                  <a:srgbClr val="016391"/>
                </a:solidFill>
                <a:effectLst/>
                <a:latin typeface="Arial" panose="020B0604020202020204" pitchFamily="34" charset="0"/>
                <a:hlinkClick r:id="rId3" tooltip="畳み込み層(Convolution Layer)とその発展型"/>
              </a:rPr>
              <a:t>畳み込み層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を，計算効率の良い </a:t>
            </a:r>
            <a:r>
              <a:rPr lang="en-US" altLang="ja-JP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lang="ja-JP" altLang="en-US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ブロック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で近似・代替させた．</a:t>
            </a:r>
            <a:r>
              <a:rPr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より精度が高い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>
              <a:buNone/>
            </a:pP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画像をパッチに分割し、</a:t>
            </a:r>
            <a:r>
              <a:rPr lang="en-US" altLang="ja-JP" dirty="0"/>
              <a:t>Transformer</a:t>
            </a:r>
            <a:r>
              <a:rPr lang="ja-JP" altLang="en-US" dirty="0"/>
              <a:t>構造で処理するモデル。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自己注意機構により、長距離の依存関係を捉えやすい。大規模データセットで特に高精度を示す。</a:t>
            </a:r>
            <a:endParaRPr lang="en-US" altLang="ja-JP" dirty="0"/>
          </a:p>
          <a:p>
            <a:pPr>
              <a:buNone/>
            </a:pPr>
            <a:r>
              <a:rPr lang="en-US" altLang="ja-JP" dirty="0" err="1"/>
              <a:t>DenseNet</a:t>
            </a:r>
            <a:r>
              <a:rPr lang="ja-JP" altLang="en-US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各層がすべての前の層とフィーチャマップを共有し合う“密結合”構造。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パラメータ効率が高く、深い層でも勾配消失を抑制。小規模データにも比較的強いとされる。</a:t>
            </a:r>
          </a:p>
          <a:p>
            <a:pPr>
              <a:buNone/>
            </a:pPr>
            <a:r>
              <a:rPr lang="en-US" altLang="ja-JP" b="1" dirty="0"/>
              <a:t>Inception</a:t>
            </a:r>
            <a:r>
              <a:rPr lang="ja-JP" altLang="en-US" b="1" dirty="0"/>
              <a:t>系 </a:t>
            </a:r>
            <a:r>
              <a:rPr lang="en-US" altLang="ja-JP" b="1" dirty="0"/>
              <a:t>(</a:t>
            </a:r>
            <a:r>
              <a:rPr lang="en-US" altLang="ja-JP" b="1" dirty="0" err="1"/>
              <a:t>GoogLeNet</a:t>
            </a:r>
            <a:r>
              <a:rPr lang="en-US" altLang="ja-JP" b="1" dirty="0"/>
              <a:t>, Inception-v3 </a:t>
            </a:r>
            <a:r>
              <a:rPr lang="ja-JP" altLang="en-US" b="1" dirty="0"/>
              <a:t>等</a:t>
            </a:r>
            <a:r>
              <a:rPr lang="en-US" altLang="ja-JP" b="1" dirty="0"/>
              <a:t>)</a:t>
            </a:r>
            <a:r>
              <a:rPr lang="ja-JP" altLang="en-US" b="0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“Inception</a:t>
            </a:r>
            <a:r>
              <a:rPr lang="ja-JP" altLang="en-US" dirty="0"/>
              <a:t>モジュール”を用いた畳み込み層の多層化により、計算効率を保ちつつ高い精度を実現。</a:t>
            </a:r>
          </a:p>
          <a:p>
            <a:pPr>
              <a:buNone/>
            </a:pPr>
            <a:r>
              <a:rPr lang="en-US" altLang="ja-JP" dirty="0"/>
              <a:t>WaveNet</a:t>
            </a:r>
            <a:r>
              <a:rPr lang="ja-JP" altLang="en-US" dirty="0"/>
              <a:t>系・・・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時系列・音響特性を詳細に学習でき、特に高解像度の音声解析で有用。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2025年5月9日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581400" y="3924300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989E-2CF5-5365-AB0A-70EE6F9AF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18EA7E8-5B0B-3A9F-2603-8E43B6C8435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F266C889-CF2D-CF5C-8364-D43DDDE28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C4A2CA0-1117-DB07-C19F-D06AF24E0BD9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12AC2BE0-8A38-7E2D-43B9-954C99047E0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646A364C-D6C2-6FE6-74A1-ABABE1377E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1ECB3515-1497-08C2-D8EC-4E167A908C97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11F0612-F898-0A21-5584-18839CC6467F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EDBDDAF0-6355-34D5-EB81-E9FC0BD9A26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96988945-79C3-63C3-DE23-A68A907750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DF3B994A-1AE9-BB9F-D2CB-5C311DB085D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B001626F-0318-5DCD-30EF-457414D37A5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56651EA8-DFAC-C838-A803-45EB55F83B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CFB0648-1CE2-91B9-090A-7AAC1A81BAA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50E24760-7023-1367-6B9E-66DE76E2300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67AEADCC-B380-F1FF-6C48-58AFBD5D37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F57097FF-CAE8-4B9F-B90D-551E7DC7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5565B650-0BA5-BA12-06B5-1500D1F218BE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F7F9C61B-C328-11BF-A1A5-932F72D8F204}"/>
              </a:ext>
            </a:extLst>
          </p:cNvPr>
          <p:cNvGrpSpPr/>
          <p:nvPr/>
        </p:nvGrpSpPr>
        <p:grpSpPr>
          <a:xfrm>
            <a:off x="3581400" y="3924300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81F50A86-9562-725B-C90B-3155E0D19EB6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0051E3E8-C42A-86DC-88E3-01913E8D4DC4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3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9CC-FC29-4B0B-9B70-22FB240C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BA0998-CEB8-C6A4-951B-192D7C8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92890D5-EA6B-8415-AA15-3E663876403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DBC77A22-554B-568A-50D2-BE94A5A1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F17FFFC-0905-33B0-8045-C16BA8D366A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7496536-3133-F99C-2F0F-EF8E2A73F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154DDFE-FB2C-7256-457E-F3B42ADA92D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FDE3F02-27CE-9B13-DC92-A1A4AA10BDB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CFA170E-BFCC-4456-19C3-DE68D69C5CF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F18FD63-443E-1003-8D27-798754FA417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127CAE4B-180E-6718-D64E-31B86F49A5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52CFCAF-CB99-A202-559C-C93C832C92C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02EBF89-3DAD-00DE-BB77-A797BD8351E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6936B7A-90A2-66CF-F389-61ABD6332CB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28DC4A4E-AB01-60D9-7D6D-D2DEDF682A8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E5EFB04-4C43-2406-74B5-998E1ECDDC6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E4D37E83-CF75-340E-B9F5-530CABEA22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CB75389-F04B-8DA0-49FB-89ECC5248E59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666EE45-64D5-EC2F-2370-8F2980800896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73CC8C1-83F1-C2F4-0757-DDB3FC534B46}"/>
              </a:ext>
            </a:extLst>
          </p:cNvPr>
          <p:cNvGrpSpPr/>
          <p:nvPr/>
        </p:nvGrpSpPr>
        <p:grpSpPr>
          <a:xfrm>
            <a:off x="1524000" y="1543414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D68DE7A-4E02-1BAB-8600-265A9B52A517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前回まで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5305FBE-4BAC-85C5-EF0F-28DE0A51E70F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0" name="TextBox 24">
            <a:extLst>
              <a:ext uri="{FF2B5EF4-FFF2-40B4-BE49-F238E27FC236}">
                <a16:creationId xmlns:a16="http://schemas.microsoft.com/office/drawing/2014/main" id="{1E2A920A-6862-6767-F13A-764B99DEB1C7}"/>
              </a:ext>
            </a:extLst>
          </p:cNvPr>
          <p:cNvSpPr txBox="1"/>
          <p:nvPr/>
        </p:nvSpPr>
        <p:spPr>
          <a:xfrm>
            <a:off x="1905000" y="2324100"/>
            <a:ext cx="11658600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と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soundfile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の処理の違いにより，出力スペクトログラムの様子が先行研究と少し異なった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C7A48094-03C9-FC4E-D743-B339ABC29937}"/>
              </a:ext>
            </a:extLst>
          </p:cNvPr>
          <p:cNvSpPr/>
          <p:nvPr/>
        </p:nvSpPr>
        <p:spPr>
          <a:xfrm>
            <a:off x="6858000" y="3314700"/>
            <a:ext cx="1007564" cy="526007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08598850-382D-3553-C5D7-6BFF5099384B}"/>
              </a:ext>
            </a:extLst>
          </p:cNvPr>
          <p:cNvSpPr txBox="1"/>
          <p:nvPr/>
        </p:nvSpPr>
        <p:spPr>
          <a:xfrm>
            <a:off x="1905000" y="4197535"/>
            <a:ext cx="11658600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三上さんのコードを，ノイズ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7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種と複数ファイルに対して処理を行うように編集して作成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A00CD72C-F42C-C174-4DE9-054DD8D9479D}"/>
              </a:ext>
            </a:extLst>
          </p:cNvPr>
          <p:cNvSpPr txBox="1"/>
          <p:nvPr/>
        </p:nvSpPr>
        <p:spPr>
          <a:xfrm>
            <a:off x="2514600" y="546222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周波数解析の手法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ハイパスの阻止域周波数　などは全て同じ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364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38A2-3A3B-287B-20EB-FEB34E05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19C73B4-C8B2-83B5-04AD-309A92D4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716844F-A1A3-5F96-B292-56607C5A343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C60E4F2B-8C64-FE1D-7FA9-0EA10B5D0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0327E6B1-FD81-A0E8-0BA6-2280A8CADA4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B3FDD408-11E4-0DC4-E610-16ABA93AA7A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F70DE6C8-6589-1BB5-1982-4E781170ECD8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05EAECB-25D0-5AE8-FAF1-C3391844FFB7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38FF4F7B-1F85-2084-E369-4ECFDB93C81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7D99F131-49FE-29D4-DED4-ABAFF197528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E0A8898-1FC3-B3E1-805D-A50903556D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7C2CCC2-292C-77AD-93AF-3A6F402C134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7679563-F066-6089-0F8C-551F2F61476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F7FB420-A8BA-3BFF-EBB6-22F7B4FFBF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1E0179D-DB13-37E9-FA4C-5F846DAEC6F9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F66E559-2585-B9A4-E3E0-95084108AFC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67656AFE-1680-1DA3-3E7C-DB9B7F62F3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49D7529C-5B40-D3DE-8CBC-41C58D7BE61E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5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19DDB2C-D5DF-9F4F-6EA2-4AA2F57372E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6" name="図 5" descr="青い光のcg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FB9B0F0-F8D5-3589-CFB5-9AB964232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41" y="2387246"/>
            <a:ext cx="3429000" cy="3429000"/>
          </a:xfrm>
          <a:prstGeom prst="rect">
            <a:avLst/>
          </a:prstGeom>
        </p:spPr>
      </p:pic>
      <p:pic>
        <p:nvPicPr>
          <p:cNvPr id="27" name="図 26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6390F43-CD88-72A5-8BF6-D479233654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819" y="2398393"/>
            <a:ext cx="3429000" cy="3429000"/>
          </a:xfrm>
          <a:prstGeom prst="rect">
            <a:avLst/>
          </a:prstGeom>
        </p:spPr>
      </p:pic>
      <p:pic>
        <p:nvPicPr>
          <p:cNvPr id="31" name="図 30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3FD898-1E3F-4E37-65A4-D7B3D7E268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097" y="2409791"/>
            <a:ext cx="3429000" cy="3429000"/>
          </a:xfrm>
          <a:prstGeom prst="rect">
            <a:avLst/>
          </a:prstGeom>
        </p:spPr>
      </p:pic>
      <p:pic>
        <p:nvPicPr>
          <p:cNvPr id="33" name="図 32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0696CDD-C8B6-608A-29B8-B287892ED1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4" y="6323048"/>
            <a:ext cx="3429000" cy="3429000"/>
          </a:xfrm>
          <a:prstGeom prst="rect">
            <a:avLst/>
          </a:prstGeom>
        </p:spPr>
      </p:pic>
      <p:pic>
        <p:nvPicPr>
          <p:cNvPr id="35" name="図 34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C533F53-86DB-1DC3-865D-4B54EDFCCC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742" y="6321495"/>
            <a:ext cx="3429000" cy="3429000"/>
          </a:xfrm>
          <a:prstGeom prst="rect">
            <a:avLst/>
          </a:prstGeom>
        </p:spPr>
      </p:pic>
      <p:pic>
        <p:nvPicPr>
          <p:cNvPr id="37" name="図 36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C2409AF-C430-FD17-E45F-6D86FD101C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333" y="6321495"/>
            <a:ext cx="3429000" cy="3429000"/>
          </a:xfrm>
          <a:prstGeom prst="rect">
            <a:avLst/>
          </a:prstGeom>
        </p:spPr>
      </p:pic>
      <p:pic>
        <p:nvPicPr>
          <p:cNvPr id="39" name="図 38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2398BFA-A9F5-67E2-7D97-C6CC7261F4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1592" y="6332687"/>
            <a:ext cx="3429000" cy="3429000"/>
          </a:xfrm>
          <a:prstGeom prst="rect">
            <a:avLst/>
          </a:prstGeom>
        </p:spPr>
      </p:pic>
      <p:sp>
        <p:nvSpPr>
          <p:cNvPr id="41" name="TextBox 24">
            <a:extLst>
              <a:ext uri="{FF2B5EF4-FFF2-40B4-BE49-F238E27FC236}">
                <a16:creationId xmlns:a16="http://schemas.microsoft.com/office/drawing/2014/main" id="{7E6DF4AE-85B9-14DB-EB5E-B128822599D8}"/>
              </a:ext>
            </a:extLst>
          </p:cNvPr>
          <p:cNvSpPr txBox="1"/>
          <p:nvPr/>
        </p:nvSpPr>
        <p:spPr>
          <a:xfrm>
            <a:off x="1754041" y="5816246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ノイズなし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1574818F-7042-AC31-D8A1-6440FD438381}"/>
              </a:ext>
            </a:extLst>
          </p:cNvPr>
          <p:cNvSpPr txBox="1"/>
          <p:nvPr/>
        </p:nvSpPr>
        <p:spPr>
          <a:xfrm>
            <a:off x="5894401" y="5845118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SNR=0</a:t>
            </a: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762622B8-AEE5-980C-5DD4-9B277B5F402F}"/>
              </a:ext>
            </a:extLst>
          </p:cNvPr>
          <p:cNvSpPr txBox="1"/>
          <p:nvPr/>
        </p:nvSpPr>
        <p:spPr>
          <a:xfrm>
            <a:off x="5813040" y="9763781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SNR=-12</a:t>
            </a: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F465BF9-480B-F64C-E0AE-41CDD764CD16}"/>
              </a:ext>
            </a:extLst>
          </p:cNvPr>
          <p:cNvSpPr txBox="1"/>
          <p:nvPr/>
        </p:nvSpPr>
        <p:spPr>
          <a:xfrm>
            <a:off x="2258891" y="9763195"/>
            <a:ext cx="1480268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SNR=-8</a:t>
            </a: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E14169E3-44F5-D1C4-5FB3-817BBCE3EE89}"/>
              </a:ext>
            </a:extLst>
          </p:cNvPr>
          <p:cNvSpPr txBox="1"/>
          <p:nvPr/>
        </p:nvSpPr>
        <p:spPr>
          <a:xfrm>
            <a:off x="9549646" y="5838791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SNR=-4</a:t>
            </a: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0E113A44-1BAA-31A1-E9B0-639CBB7C8479}"/>
              </a:ext>
            </a:extLst>
          </p:cNvPr>
          <p:cNvSpPr txBox="1"/>
          <p:nvPr/>
        </p:nvSpPr>
        <p:spPr>
          <a:xfrm>
            <a:off x="13179650" y="9765334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SNR=-20</a:t>
            </a: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27F13C2B-CB8F-1353-17BC-C45BFF6BF3CE}"/>
              </a:ext>
            </a:extLst>
          </p:cNvPr>
          <p:cNvSpPr txBox="1"/>
          <p:nvPr/>
        </p:nvSpPr>
        <p:spPr>
          <a:xfrm>
            <a:off x="9479911" y="9768220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SNR=-16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AC56AE74-973B-FAC3-E8A5-A9EFEBF78506}"/>
              </a:ext>
            </a:extLst>
          </p:cNvPr>
          <p:cNvGrpSpPr/>
          <p:nvPr/>
        </p:nvGrpSpPr>
        <p:grpSpPr>
          <a:xfrm>
            <a:off x="1524000" y="1543414"/>
            <a:ext cx="9372600" cy="552410"/>
            <a:chOff x="1535808" y="1451163"/>
            <a:chExt cx="8639037" cy="552410"/>
          </a:xfrm>
        </p:grpSpPr>
        <p:sp>
          <p:nvSpPr>
            <p:cNvPr id="49" name="TextBox 26">
              <a:extLst>
                <a:ext uri="{FF2B5EF4-FFF2-40B4-BE49-F238E27FC236}">
                  <a16:creationId xmlns:a16="http://schemas.microsoft.com/office/drawing/2014/main" id="{2120CB70-0078-4F11-B17D-4DFA9F5DEC76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沸騰状態（熱流束：</a:t>
              </a:r>
              <a:r>
                <a:rPr lang="en-US" altLang="ja-JP" sz="2800" dirty="0">
                  <a:solidFill>
                    <a:srgbClr val="F79646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1.01e+06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，最大周波数</a:t>
              </a:r>
              <a:r>
                <a:rPr lang="en-US" altLang="ja-JP" sz="2800" dirty="0">
                  <a:solidFill>
                    <a:srgbClr val="F79646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22050 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Hz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）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73EF6654-8678-52C1-1331-4E4CF65F721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52" name="図 51" descr="グラフ, 棒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8FF0FA7-AA40-1ACA-CACE-EC0846F08E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6457" y="233730"/>
            <a:ext cx="5099929" cy="5887474"/>
          </a:xfrm>
          <a:prstGeom prst="rect">
            <a:avLst/>
          </a:prstGeom>
        </p:spPr>
      </p:pic>
      <p:sp>
        <p:nvSpPr>
          <p:cNvPr id="57" name="TextBox 24">
            <a:extLst>
              <a:ext uri="{FF2B5EF4-FFF2-40B4-BE49-F238E27FC236}">
                <a16:creationId xmlns:a16="http://schemas.microsoft.com/office/drawing/2014/main" id="{229C464C-DE69-3A8F-9A83-B39CF9A88DE7}"/>
              </a:ext>
            </a:extLst>
          </p:cNvPr>
          <p:cNvSpPr txBox="1"/>
          <p:nvPr/>
        </p:nvSpPr>
        <p:spPr>
          <a:xfrm>
            <a:off x="16508559" y="5538968"/>
            <a:ext cx="249938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三上さん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59595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362C-65B6-EC83-F3B9-3BFF5AF1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0DCA4AD-9BD3-7BE9-940C-711CE4C7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7B18418-0F41-D21E-7395-403032824FA9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9BCD8ECA-43A4-903A-1135-B2465281D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D2A3BC3-DB0D-70F8-61A9-1CDC9B557A9B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177D59AA-B09A-FF31-94D5-C2A256AF3CC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CE9E142A-55FB-FD23-9FD4-9DDD4BE3157A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FE687CBB-EDA5-ED66-9C5F-760B4AFE3023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EE619FA0-BE94-002C-35AF-A6F8FC793D7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737767F-5C0A-0DA5-79B4-338A35FEF90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A23B7215-8070-B317-0E6A-0D037B4E951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43BF4958-E083-5EC6-5EEC-E91ABE1CCB89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0466778-E22E-2B5C-B6F5-2D891B40864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F495D3C-531D-37D3-0E6D-842F558234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F584457-2705-DB5A-8E3F-2DC688D32FC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EC609912-5969-CA52-643D-300D9956268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768B10B-8557-0992-9216-28517957AAA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041AF646-EE7F-FCA0-51B7-C014169B645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BE1DD06-4F15-6EBC-5489-F932308D5C70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F394630-8546-4861-EDD0-BCD579F3833D}"/>
              </a:ext>
            </a:extLst>
          </p:cNvPr>
          <p:cNvGrpSpPr/>
          <p:nvPr/>
        </p:nvGrpSpPr>
        <p:grpSpPr>
          <a:xfrm>
            <a:off x="1524000" y="1543414"/>
            <a:ext cx="1119357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F6E0597E-FFE8-D32A-788D-A1DBCC0D31C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沸騰状態（最大周波数</a:t>
              </a:r>
              <a:r>
                <a:rPr lang="en-US" altLang="ja-JP" sz="2800" dirty="0">
                  <a:solidFill>
                    <a:srgbClr val="F79646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5000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Hz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，ノイズなし）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E23CE479-B303-AB22-7C53-5C44594EE8C2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1" name="TextBox 24">
            <a:extLst>
              <a:ext uri="{FF2B5EF4-FFF2-40B4-BE49-F238E27FC236}">
                <a16:creationId xmlns:a16="http://schemas.microsoft.com/office/drawing/2014/main" id="{E2FCCEE5-A1C8-7BDA-51D8-6F98E1C33A14}"/>
              </a:ext>
            </a:extLst>
          </p:cNvPr>
          <p:cNvSpPr txBox="1"/>
          <p:nvPr/>
        </p:nvSpPr>
        <p:spPr>
          <a:xfrm>
            <a:off x="2957403" y="8147462"/>
            <a:ext cx="73914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沸騰時の離散的な発泡点が見られた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5" name="図 4" descr="夜に光っている電子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8A7A439-8FCE-4EFF-21CF-4B6AA97BE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368527"/>
            <a:ext cx="3429000" cy="3429000"/>
          </a:xfrm>
          <a:prstGeom prst="rect">
            <a:avLst/>
          </a:prstGeom>
        </p:spPr>
      </p:pic>
      <p:pic>
        <p:nvPicPr>
          <p:cNvPr id="28" name="図 27" descr="背景パター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9B06BE7-F657-A130-76DE-AFA78893E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205" y="3368527"/>
            <a:ext cx="3429000" cy="3429000"/>
          </a:xfrm>
          <a:prstGeom prst="rect">
            <a:avLst/>
          </a:prstGeom>
        </p:spPr>
      </p:pic>
      <p:pic>
        <p:nvPicPr>
          <p:cNvPr id="38" name="図 37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21F1030-43F5-58FB-F7D0-7D78F3FB9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90" y="3368527"/>
            <a:ext cx="3429000" cy="3429000"/>
          </a:xfrm>
          <a:prstGeom prst="rect">
            <a:avLst/>
          </a:prstGeom>
        </p:spPr>
      </p:pic>
      <p:pic>
        <p:nvPicPr>
          <p:cNvPr id="48" name="図 47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3E4FB95-EAEE-C452-019A-4AD21CA067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795" y="3381227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6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159F-F77E-0FC4-D27D-932B1501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0EC68F2-48C8-94E5-6028-30E7B4FB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A396260-D86C-0F3D-5760-648C0445CFC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37520227-EE4D-BBA0-3B30-94BE0BCBF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A9A66DF-BB8B-D741-20EF-A017C71CA262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94CAA184-EF41-24AB-757D-7D637B1A0E0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39E14FA-4C00-DFF5-AB2A-5686A98009D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F6BE4329-A2E8-4C64-E2CF-4D62633A9EDB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E3E20CB7-009A-ACFC-61ED-F99765DEBAF7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83340763-033F-1744-8FF8-829FA9A2BE3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0F36943C-62F7-2AEE-EAA7-BF63091B98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C02E8B7-B60B-B309-F602-CEC15EBC812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41B4138-4C48-D9EF-4E7A-AB817CDE822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8B2FB78-3A2E-9079-35C8-A6E72DDB31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200CD870-6723-BB0E-5C89-73AD7ACFDB3C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8D709071-CA17-C17C-F0ED-6B0376F3D15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AF81E950-9134-734D-AFBA-097E72108E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2E1F6F95-AE65-51C8-1AFE-676A38D04AEA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7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E4A2000E-C2A4-A2BE-0A51-8C7817F3783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593665B-2325-BB47-90E3-AB514B788DF4}"/>
              </a:ext>
            </a:extLst>
          </p:cNvPr>
          <p:cNvGrpSpPr/>
          <p:nvPr/>
        </p:nvGrpSpPr>
        <p:grpSpPr>
          <a:xfrm>
            <a:off x="1524000" y="1543414"/>
            <a:ext cx="1119357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444533F3-298E-2AEC-7023-6735CDDD4F65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沸騰状態（最大周波数</a:t>
              </a:r>
              <a:r>
                <a:rPr lang="en-US" altLang="ja-JP" sz="2800" dirty="0">
                  <a:solidFill>
                    <a:srgbClr val="F79646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5000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Hz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，ノイズなし）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2D16A0F-9344-AE33-B7F8-103D520DADA7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1" name="TextBox 24">
            <a:extLst>
              <a:ext uri="{FF2B5EF4-FFF2-40B4-BE49-F238E27FC236}">
                <a16:creationId xmlns:a16="http://schemas.microsoft.com/office/drawing/2014/main" id="{AFF1682D-3655-EDA6-EE43-BD543F228F02}"/>
              </a:ext>
            </a:extLst>
          </p:cNvPr>
          <p:cNvSpPr txBox="1"/>
          <p:nvPr/>
        </p:nvSpPr>
        <p:spPr>
          <a:xfrm>
            <a:off x="4572000" y="7734300"/>
            <a:ext cx="3200397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最大周波数</a:t>
            </a:r>
            <a:r>
              <a:rPr lang="en-US" altLang="ja-JP" sz="2800" dirty="0">
                <a:solidFill>
                  <a:srgbClr val="F79646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5000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Hz</a:t>
            </a:r>
          </a:p>
        </p:txBody>
      </p:sp>
      <p:pic>
        <p:nvPicPr>
          <p:cNvPr id="28" name="図 27" descr="背景パター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0F9EB31-F29E-2196-6229-90C69670F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933700"/>
            <a:ext cx="4657007" cy="4657007"/>
          </a:xfrm>
          <a:prstGeom prst="rect">
            <a:avLst/>
          </a:prstGeom>
        </p:spPr>
      </p:pic>
      <p:pic>
        <p:nvPicPr>
          <p:cNvPr id="6" name="図 5" descr="図形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0564776-655D-9B1F-74B6-F4A864ED0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502" y="2933700"/>
            <a:ext cx="4657007" cy="4657007"/>
          </a:xfrm>
          <a:prstGeom prst="rect">
            <a:avLst/>
          </a:prstGeom>
        </p:spPr>
      </p:pic>
      <p:sp>
        <p:nvSpPr>
          <p:cNvPr id="29" name="TextBox 24">
            <a:extLst>
              <a:ext uri="{FF2B5EF4-FFF2-40B4-BE49-F238E27FC236}">
                <a16:creationId xmlns:a16="http://schemas.microsoft.com/office/drawing/2014/main" id="{0D1009EF-9F45-D88C-48BC-5D5C02ADCA3F}"/>
              </a:ext>
            </a:extLst>
          </p:cNvPr>
          <p:cNvSpPr txBox="1"/>
          <p:nvPr/>
        </p:nvSpPr>
        <p:spPr>
          <a:xfrm>
            <a:off x="9914806" y="7734300"/>
            <a:ext cx="3572593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最大周波数</a:t>
            </a:r>
            <a:r>
              <a:rPr lang="en-US" altLang="ja-JP" sz="2800" dirty="0">
                <a:solidFill>
                  <a:srgbClr val="F79646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22050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Hz</a:t>
            </a: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28D5CE50-64D2-530B-6850-94897F777B13}"/>
              </a:ext>
            </a:extLst>
          </p:cNvPr>
          <p:cNvSpPr txBox="1"/>
          <p:nvPr/>
        </p:nvSpPr>
        <p:spPr>
          <a:xfrm>
            <a:off x="4136305" y="8759090"/>
            <a:ext cx="73914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最大周波数もしっかり下げられている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1560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41F-2016-FB74-DD66-19465FF2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DE9C58DC-6DB0-8ABE-1912-A418E428F94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6AA06726-6371-C113-A379-5FD247E68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2623ACC-0BDF-2FE8-BB14-551EAE6717BD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25F8BB5-F29D-BE22-22AF-A508020C913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27EB22EC-E42F-B2D3-1AD8-1BD6AC935E0D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0BA6FF92-C55C-F423-04F5-42958308D4F0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86CF29D-6E82-5671-9EDD-E1605FD0B68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674D24E7-F4B8-4144-2F99-64C733460E1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36197409-DC34-0D8D-865B-224DEDD74E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81BCF18E-103B-8FFE-FE24-7D83EEC3981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37407423-C9A3-5418-4E0C-991AF4CCA85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78BAF304-001C-2575-E39B-8948EB342EA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956B11D1-47DA-3728-2DFF-9FE217CDE3A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A1A8A565-D00C-95AD-8708-E20EB8D6312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9B76D27A-0A88-F6C6-8EDA-D4133DD7DD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A39FFCFB-8F7B-2D45-C2E4-511C4094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3ECE0723-5362-95A4-A642-ABAAD94F253E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AD29752B-5778-6EF7-3F2A-2E32878B57FE}"/>
              </a:ext>
            </a:extLst>
          </p:cNvPr>
          <p:cNvGrpSpPr/>
          <p:nvPr/>
        </p:nvGrpSpPr>
        <p:grpSpPr>
          <a:xfrm>
            <a:off x="3581400" y="3924300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45FEE870-62AB-50E6-D30D-F8F9D57096B5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BC2F7BF4-7695-AB85-A5C7-C0353FFBBA70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78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/>
        </p:nvGraphicFramePr>
        <p:xfrm>
          <a:off x="1092167" y="1301729"/>
          <a:ext cx="16623854" cy="8874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643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992643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36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CWT, SWT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MFCC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Wigner-Ville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Highpass</a:t>
                      </a: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, noise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モデル数選定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Efficientnet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Densenet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8289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07726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最適特徴量選定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6739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入れるか否か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1694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モデル・特徴量組み合わせ選定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単体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Wavenet+stft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メルフィルタで検証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6612568" y="8337392"/>
            <a:ext cx="134791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1963909" y="7670111"/>
            <a:ext cx="262499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最終的な結果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7607518D-507C-07C4-578C-30FC47FCAD07}"/>
              </a:ext>
            </a:extLst>
          </p:cNvPr>
          <p:cNvSpPr/>
          <p:nvPr/>
        </p:nvSpPr>
        <p:spPr>
          <a:xfrm>
            <a:off x="9021213" y="5165089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5925079C-A3D2-1314-A80B-F9DB857AE7A4}"/>
              </a:ext>
            </a:extLst>
          </p:cNvPr>
          <p:cNvSpPr/>
          <p:nvPr/>
        </p:nvSpPr>
        <p:spPr>
          <a:xfrm>
            <a:off x="6606706" y="7040841"/>
            <a:ext cx="2170742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0B034D57-E1BA-C570-920A-B3CF0276F4EE}"/>
              </a:ext>
            </a:extLst>
          </p:cNvPr>
          <p:cNvSpPr/>
          <p:nvPr/>
        </p:nvSpPr>
        <p:spPr>
          <a:xfrm>
            <a:off x="5685222" y="6399854"/>
            <a:ext cx="959820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7960483" y="8978379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D5A8678C-3663-692F-D544-6DBF90417BEE}"/>
              </a:ext>
            </a:extLst>
          </p:cNvPr>
          <p:cNvSpPr/>
          <p:nvPr/>
        </p:nvSpPr>
        <p:spPr>
          <a:xfrm>
            <a:off x="5760223" y="2484205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671307" y="1965796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3" name="矢印: 五方向 52">
            <a:extLst>
              <a:ext uri="{FF2B5EF4-FFF2-40B4-BE49-F238E27FC236}">
                <a16:creationId xmlns:a16="http://schemas.microsoft.com/office/drawing/2014/main" id="{441C1260-52CE-C0CD-A020-116428F9F0A8}"/>
              </a:ext>
            </a:extLst>
          </p:cNvPr>
          <p:cNvSpPr/>
          <p:nvPr/>
        </p:nvSpPr>
        <p:spPr>
          <a:xfrm>
            <a:off x="5948505" y="2934663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CF8BAFD6-8353-7912-B7D0-981F037DEC6F}"/>
              </a:ext>
            </a:extLst>
          </p:cNvPr>
          <p:cNvSpPr/>
          <p:nvPr/>
        </p:nvSpPr>
        <p:spPr>
          <a:xfrm>
            <a:off x="6070869" y="3437342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A50ABF9A-B8DC-B70A-A095-F2E1C1E3B357}"/>
              </a:ext>
            </a:extLst>
          </p:cNvPr>
          <p:cNvSpPr/>
          <p:nvPr/>
        </p:nvSpPr>
        <p:spPr>
          <a:xfrm>
            <a:off x="7960483" y="9606531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337B0EAC-3E72-754C-43C1-B6FE50699758}"/>
              </a:ext>
            </a:extLst>
          </p:cNvPr>
          <p:cNvSpPr/>
          <p:nvPr/>
        </p:nvSpPr>
        <p:spPr>
          <a:xfrm>
            <a:off x="10337337" y="3908181"/>
            <a:ext cx="162657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特徴量固定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9230490" y="5793241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98EDCB1-FFF3-5A52-A644-55976191A447}"/>
              </a:ext>
            </a:extLst>
          </p:cNvPr>
          <p:cNvCxnSpPr>
            <a:cxnSpLocks/>
          </p:cNvCxnSpPr>
          <p:nvPr/>
        </p:nvCxnSpPr>
        <p:spPr>
          <a:xfrm>
            <a:off x="5665446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37EE498-64D0-7E1D-0F26-5D015B8EDBFD}"/>
              </a:ext>
            </a:extLst>
          </p:cNvPr>
          <p:cNvCxnSpPr>
            <a:cxnSpLocks/>
          </p:cNvCxnSpPr>
          <p:nvPr/>
        </p:nvCxnSpPr>
        <p:spPr>
          <a:xfrm>
            <a:off x="6604480" y="1872723"/>
            <a:ext cx="20785" cy="7105656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1602FFF9-E65F-6166-78B1-07B686D26BA6}"/>
              </a:ext>
            </a:extLst>
          </p:cNvPr>
          <p:cNvSpPr/>
          <p:nvPr/>
        </p:nvSpPr>
        <p:spPr>
          <a:xfrm>
            <a:off x="8777448" y="4486208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32C3475-130B-6B0C-082A-60E65AE118AA}"/>
              </a:ext>
            </a:extLst>
          </p:cNvPr>
          <p:cNvCxnSpPr>
            <a:cxnSpLocks/>
          </p:cNvCxnSpPr>
          <p:nvPr/>
        </p:nvCxnSpPr>
        <p:spPr>
          <a:xfrm>
            <a:off x="8757672" y="1872723"/>
            <a:ext cx="19776" cy="8303970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BAED29-BFAC-F152-6E4B-899CE76EBB00}"/>
              </a:ext>
            </a:extLst>
          </p:cNvPr>
          <p:cNvCxnSpPr>
            <a:cxnSpLocks/>
          </p:cNvCxnSpPr>
          <p:nvPr/>
        </p:nvCxnSpPr>
        <p:spPr>
          <a:xfrm>
            <a:off x="10339021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43A9429-66BF-D880-EEF1-2A18E562DA6A}"/>
              </a:ext>
            </a:extLst>
          </p:cNvPr>
          <p:cNvCxnSpPr>
            <a:cxnSpLocks/>
          </p:cNvCxnSpPr>
          <p:nvPr/>
        </p:nvCxnSpPr>
        <p:spPr>
          <a:xfrm>
            <a:off x="11963910" y="1892469"/>
            <a:ext cx="0" cy="6234842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4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F469-778D-9F9C-3947-11BA8515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98C093E-B56D-B61A-7762-7AC7D9AE580E}"/>
              </a:ext>
            </a:extLst>
          </p:cNvPr>
          <p:cNvSpPr/>
          <p:nvPr/>
        </p:nvSpPr>
        <p:spPr>
          <a:xfrm>
            <a:off x="1809106" y="2222447"/>
            <a:ext cx="7927638" cy="169056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8546D5-9555-F734-ED48-B60D3C07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F111527-7969-5F9C-0FB5-19AD2E8D7FC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265FC20-AA95-0DA0-F03E-D88F88BA9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594A856-3E86-31E6-970B-8B864FC2EEF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73772385-4F02-A7F0-AF87-BFC2A31346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F562A09-D22B-56CF-9BDB-A8CE25C8A5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E7C9948E-8642-E8A5-EC20-415E6C9B37B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50386B2-29D5-C464-A1D3-58C9335A893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5367299-068D-EE13-559F-2028F29CEF4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6A9C35B-6312-D99D-D002-CCF5C95DA7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FCE1AC4-8196-8AEB-E717-38ECDA29E55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EB415064-F6DB-7A27-B0F0-BCC74E743A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6A5749A-643B-B24C-DCC9-5B2393FEE6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5E0C664-2755-2D2D-A32C-53CDAD8BF77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AADC28C-BE6E-20F3-E213-DDBF85DE517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419D9C16-FD82-94B7-9862-8899E63C05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52A462A-D8CA-28F4-1BDD-771F74EB9565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A1DF3554-EC11-AB5C-67F2-E3400E588E7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BC2B47F-3739-A87B-0276-BC8ADB39DA1E}"/>
              </a:ext>
            </a:extLst>
          </p:cNvPr>
          <p:cNvGrpSpPr/>
          <p:nvPr/>
        </p:nvGrpSpPr>
        <p:grpSpPr>
          <a:xfrm>
            <a:off x="1433699" y="1577295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47CB4041-E53C-B6ED-42C0-2F6590E2BB96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最終目標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E81ABF38-54D6-7BD6-67C2-CA0BA8CECACB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713EAAC7-A111-8A32-6D9E-DABEEC8AE587}"/>
              </a:ext>
            </a:extLst>
          </p:cNvPr>
          <p:cNvSpPr txBox="1"/>
          <p:nvPr/>
        </p:nvSpPr>
        <p:spPr>
          <a:xfrm>
            <a:off x="2282231" y="2469626"/>
            <a:ext cx="9331364" cy="1103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汎化性能の向上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37E7B577-1053-1411-4C84-15CE3559CB40}"/>
              </a:ext>
            </a:extLst>
          </p:cNvPr>
          <p:cNvSpPr txBox="1"/>
          <p:nvPr/>
        </p:nvSpPr>
        <p:spPr>
          <a:xfrm>
            <a:off x="1917700" y="5863817"/>
            <a:ext cx="933136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汎化性能の向上のために特徴量増やす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32233F6B-EBD5-E4F8-74EA-64E0471467D6}"/>
              </a:ext>
            </a:extLst>
          </p:cNvPr>
          <p:cNvGrpSpPr/>
          <p:nvPr/>
        </p:nvGrpSpPr>
        <p:grpSpPr>
          <a:xfrm>
            <a:off x="1433699" y="5042098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57AA8263-2BC9-8894-CEDD-D8B08D194AB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今日以降やること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7C553263-A8DF-2D80-9D66-B78866C692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1" name="矢印: 下 40">
            <a:extLst>
              <a:ext uri="{FF2B5EF4-FFF2-40B4-BE49-F238E27FC236}">
                <a16:creationId xmlns:a16="http://schemas.microsoft.com/office/drawing/2014/main" id="{91038B84-745A-001C-05C5-43DFA359236D}"/>
              </a:ext>
            </a:extLst>
          </p:cNvPr>
          <p:cNvSpPr/>
          <p:nvPr/>
        </p:nvSpPr>
        <p:spPr>
          <a:xfrm rot="16200000">
            <a:off x="5561575" y="3026808"/>
            <a:ext cx="699227" cy="66529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04444B0F-1DCD-6631-B1EB-3378EF78239E}"/>
              </a:ext>
            </a:extLst>
          </p:cNvPr>
          <p:cNvSpPr txBox="1"/>
          <p:nvPr/>
        </p:nvSpPr>
        <p:spPr>
          <a:xfrm>
            <a:off x="6583382" y="2874260"/>
            <a:ext cx="69070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細線の直径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サブクール度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D9F4DAB0-25B3-269D-CB53-29264928E265}"/>
              </a:ext>
            </a:extLst>
          </p:cNvPr>
          <p:cNvSpPr/>
          <p:nvPr/>
        </p:nvSpPr>
        <p:spPr>
          <a:xfrm rot="16200000">
            <a:off x="8974636" y="5760493"/>
            <a:ext cx="699227" cy="66529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ED303B90-3795-D140-B5D3-136929347A27}"/>
              </a:ext>
            </a:extLst>
          </p:cNvPr>
          <p:cNvSpPr txBox="1"/>
          <p:nvPr/>
        </p:nvSpPr>
        <p:spPr>
          <a:xfrm>
            <a:off x="2535130" y="6442756"/>
            <a:ext cx="69070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（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F64ED059-D4EF-493C-5610-03B1ED6DEFF6}"/>
              </a:ext>
            </a:extLst>
          </p:cNvPr>
          <p:cNvSpPr txBox="1"/>
          <p:nvPr/>
        </p:nvSpPr>
        <p:spPr>
          <a:xfrm>
            <a:off x="10287000" y="5863816"/>
            <a:ext cx="690706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バギングを利用してアンサンブル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94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12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13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研究概要・目的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056377-98C0-F647-35AE-818CBE60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304" y="1492657"/>
            <a:ext cx="5645284" cy="4020316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28279"/>
            <a:ext cx="9331364" cy="66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炉心局所閉塞による冷却材沸騰現象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D6250E1-4234-5829-2BED-A233DBEE4B18}"/>
              </a:ext>
            </a:extLst>
          </p:cNvPr>
          <p:cNvSpPr txBox="1"/>
          <p:nvPr/>
        </p:nvSpPr>
        <p:spPr>
          <a:xfrm>
            <a:off x="9246872" y="2333003"/>
            <a:ext cx="2180698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早期検知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方法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2290DD55-5868-8A71-4438-C87EF6FB3036}"/>
              </a:ext>
            </a:extLst>
          </p:cNvPr>
          <p:cNvSpPr txBox="1"/>
          <p:nvPr/>
        </p:nvSpPr>
        <p:spPr>
          <a:xfrm>
            <a:off x="1820970" y="6236100"/>
            <a:ext cx="913772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プール沸騰実験で取得した音響データを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STFT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解析後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CNN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アンサンブルで回帰分析し，熱流束予測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C46BDFA9-E811-6F15-5241-C1D9BDDA46E3}"/>
              </a:ext>
            </a:extLst>
          </p:cNvPr>
          <p:cNvSpPr/>
          <p:nvPr/>
        </p:nvSpPr>
        <p:spPr>
          <a:xfrm rot="16200000">
            <a:off x="8240557" y="2404407"/>
            <a:ext cx="687239" cy="5444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CF4B3684-5CC8-016C-ACCF-A2281BFE663A}"/>
              </a:ext>
            </a:extLst>
          </p:cNvPr>
          <p:cNvSpPr txBox="1"/>
          <p:nvPr/>
        </p:nvSpPr>
        <p:spPr>
          <a:xfrm>
            <a:off x="1820969" y="412124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ラベル付与によらない沸騰発生検知手法の構築・検証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ノイズ耐性，予測安定性の精度向上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9" name="図 3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CDB9DF-84CA-4F74-8996-879D8BF7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10320" r="8579"/>
          <a:stretch/>
        </p:blipFill>
        <p:spPr>
          <a:xfrm>
            <a:off x="11829031" y="5729758"/>
            <a:ext cx="5938366" cy="4448478"/>
          </a:xfrm>
          <a:prstGeom prst="rect">
            <a:avLst/>
          </a:prstGeom>
        </p:spPr>
      </p:pic>
      <p:sp>
        <p:nvSpPr>
          <p:cNvPr id="41" name="矢印: 下 40">
            <a:extLst>
              <a:ext uri="{FF2B5EF4-FFF2-40B4-BE49-F238E27FC236}">
                <a16:creationId xmlns:a16="http://schemas.microsoft.com/office/drawing/2014/main" id="{EFD7DA9D-A1C5-E58E-24EC-DE88E7D637FE}"/>
              </a:ext>
            </a:extLst>
          </p:cNvPr>
          <p:cNvSpPr/>
          <p:nvPr/>
        </p:nvSpPr>
        <p:spPr>
          <a:xfrm>
            <a:off x="5718973" y="7311887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5F3C078-4010-EED2-4A08-9F4AD53B9BAB}"/>
              </a:ext>
            </a:extLst>
          </p:cNvPr>
          <p:cNvSpPr txBox="1"/>
          <p:nvPr/>
        </p:nvSpPr>
        <p:spPr>
          <a:xfrm>
            <a:off x="1806794" y="7953997"/>
            <a:ext cx="809920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実際の沸騰開始熱流束と予測熱流束を比較し，</a:t>
            </a: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沸騰発生検知下限熱流束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を定量評価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9822320-4F42-63FC-50BD-66784AF93ED1}"/>
              </a:ext>
            </a:extLst>
          </p:cNvPr>
          <p:cNvSpPr/>
          <p:nvPr/>
        </p:nvSpPr>
        <p:spPr>
          <a:xfrm>
            <a:off x="8902409" y="6058049"/>
            <a:ext cx="2984791" cy="1130291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E0903AFE-C435-779F-32AC-20BD95A60CC3}"/>
              </a:ext>
            </a:extLst>
          </p:cNvPr>
          <p:cNvSpPr/>
          <p:nvPr/>
        </p:nvSpPr>
        <p:spPr>
          <a:xfrm>
            <a:off x="8902409" y="7900382"/>
            <a:ext cx="6155923" cy="199768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53FB69D-2B41-EC42-2A66-D90425E4E7A9}"/>
              </a:ext>
            </a:extLst>
          </p:cNvPr>
          <p:cNvSpPr/>
          <p:nvPr/>
        </p:nvSpPr>
        <p:spPr>
          <a:xfrm>
            <a:off x="8831010" y="3333484"/>
            <a:ext cx="8583411" cy="1998887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CC09C4C-217C-9855-FA25-980B3A1FD1E7}"/>
              </a:ext>
            </a:extLst>
          </p:cNvPr>
          <p:cNvSpPr/>
          <p:nvPr/>
        </p:nvSpPr>
        <p:spPr>
          <a:xfrm>
            <a:off x="8839517" y="1434447"/>
            <a:ext cx="7579003" cy="156672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654432F-30B3-B2B1-6908-94C95F95F10D}"/>
              </a:ext>
            </a:extLst>
          </p:cNvPr>
          <p:cNvSpPr txBox="1"/>
          <p:nvPr/>
        </p:nvSpPr>
        <p:spPr>
          <a:xfrm>
            <a:off x="2157732" y="2236987"/>
            <a:ext cx="5538468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（短時間フーリエ変換）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9DCD4B87-F981-F368-07DB-159F93AD6E73}"/>
              </a:ext>
            </a:extLst>
          </p:cNvPr>
          <p:cNvSpPr txBox="1"/>
          <p:nvPr/>
        </p:nvSpPr>
        <p:spPr>
          <a:xfrm>
            <a:off x="1759652" y="1533456"/>
            <a:ext cx="5538468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特徴量抽出手法の比較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9D54E7EB-D170-71C9-9A5D-37BC4AE1D604}"/>
              </a:ext>
            </a:extLst>
          </p:cNvPr>
          <p:cNvSpPr/>
          <p:nvPr/>
        </p:nvSpPr>
        <p:spPr>
          <a:xfrm rot="16200000">
            <a:off x="7726542" y="1916555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116C781-842F-0649-B753-C32F5959CADF}"/>
              </a:ext>
            </a:extLst>
          </p:cNvPr>
          <p:cNvSpPr txBox="1"/>
          <p:nvPr/>
        </p:nvSpPr>
        <p:spPr>
          <a:xfrm>
            <a:off x="9034179" y="1582644"/>
            <a:ext cx="7843197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ウェーブレット変換（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メル周波数ケプストラム係数（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Wigner-Ville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分布）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2BA9913-4133-9691-CCD6-B7A21EDD07B8}"/>
              </a:ext>
            </a:extLst>
          </p:cNvPr>
          <p:cNvSpPr txBox="1"/>
          <p:nvPr/>
        </p:nvSpPr>
        <p:spPr>
          <a:xfrm>
            <a:off x="1751145" y="3120462"/>
            <a:ext cx="4641140" cy="1129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アンサンブル手法，モデル選定基準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304B879A-56A1-794D-7013-49911F49614B}"/>
              </a:ext>
            </a:extLst>
          </p:cNvPr>
          <p:cNvSpPr txBox="1"/>
          <p:nvPr/>
        </p:nvSpPr>
        <p:spPr>
          <a:xfrm>
            <a:off x="2153354" y="4383982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ResNet-50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を重み付き平均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B95166D6-74A7-F064-E749-A74A6FA4BDB6}"/>
              </a:ext>
            </a:extLst>
          </p:cNvPr>
          <p:cNvSpPr/>
          <p:nvPr/>
        </p:nvSpPr>
        <p:spPr>
          <a:xfrm rot="16200000">
            <a:off x="7718034" y="408844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876D98-1CE6-CD92-293B-2F7245D03592}"/>
              </a:ext>
            </a:extLst>
          </p:cNvPr>
          <p:cNvSpPr txBox="1"/>
          <p:nvPr/>
        </p:nvSpPr>
        <p:spPr>
          <a:xfrm>
            <a:off x="9121840" y="3453109"/>
            <a:ext cx="8069755" cy="177632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系（</a:t>
            </a: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Inception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DenseNet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EfficientNet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826B590-5BC7-BE29-01E3-4932A09CA75B}"/>
              </a:ext>
            </a:extLst>
          </p:cNvPr>
          <p:cNvSpPr txBox="1"/>
          <p:nvPr/>
        </p:nvSpPr>
        <p:spPr>
          <a:xfrm>
            <a:off x="1751145" y="7700887"/>
            <a:ext cx="5140386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4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規制基準と検知要件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73D8E9A-AF05-B5DC-9821-D6F43798DFB4}"/>
              </a:ext>
            </a:extLst>
          </p:cNvPr>
          <p:cNvSpPr txBox="1"/>
          <p:nvPr/>
        </p:nvSpPr>
        <p:spPr>
          <a:xfrm>
            <a:off x="12059433" y="4766254"/>
            <a:ext cx="5132163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＆　特徴量とのアンサンブル？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BDC11CB-F4EF-0711-E86F-4B53569677F7}"/>
              </a:ext>
            </a:extLst>
          </p:cNvPr>
          <p:cNvSpPr txBox="1"/>
          <p:nvPr/>
        </p:nvSpPr>
        <p:spPr>
          <a:xfrm>
            <a:off x="2185811" y="8454127"/>
            <a:ext cx="514038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沸騰発生検知下限を定量的に予測するだけ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A43D8C3-0B04-4A76-C0E1-C1063F81D74B}"/>
              </a:ext>
            </a:extLst>
          </p:cNvPr>
          <p:cNvSpPr txBox="1"/>
          <p:nvPr/>
        </p:nvSpPr>
        <p:spPr>
          <a:xfrm>
            <a:off x="9087547" y="8005286"/>
            <a:ext cx="6046991" cy="177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IAEA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安全基準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NRC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原子炉保護システム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EUR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原子力プラント異常検知性能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その他の国際基準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66D5E141-3D79-304A-87A0-FBCDCEE101ED}"/>
              </a:ext>
            </a:extLst>
          </p:cNvPr>
          <p:cNvSpPr/>
          <p:nvPr/>
        </p:nvSpPr>
        <p:spPr>
          <a:xfrm rot="16200000">
            <a:off x="7710363" y="837817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E2D0E963-BAA0-8729-70DC-2DB283D2676D}"/>
              </a:ext>
            </a:extLst>
          </p:cNvPr>
          <p:cNvSpPr txBox="1"/>
          <p:nvPr/>
        </p:nvSpPr>
        <p:spPr>
          <a:xfrm>
            <a:off x="1751145" y="5626976"/>
            <a:ext cx="5909301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3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音響データを画像に変換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7F2007BA-29E6-D354-F36C-8B51F0373C17}"/>
              </a:ext>
            </a:extLst>
          </p:cNvPr>
          <p:cNvSpPr txBox="1"/>
          <p:nvPr/>
        </p:nvSpPr>
        <p:spPr>
          <a:xfrm>
            <a:off x="2153354" y="6381514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周波数解析（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）でスペクトログラムに変換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354345D9-FC41-6BC9-B070-59AFBA435D96}"/>
              </a:ext>
            </a:extLst>
          </p:cNvPr>
          <p:cNvSpPr/>
          <p:nvPr/>
        </p:nvSpPr>
        <p:spPr>
          <a:xfrm rot="16200000">
            <a:off x="7706056" y="6295802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93ACDEA6-F40A-CF9F-FE1F-51F4FA31536D}"/>
              </a:ext>
            </a:extLst>
          </p:cNvPr>
          <p:cNvSpPr txBox="1"/>
          <p:nvPr/>
        </p:nvSpPr>
        <p:spPr>
          <a:xfrm>
            <a:off x="9126793" y="6177057"/>
            <a:ext cx="237940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次元</a:t>
            </a: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altLang="ja-JP" sz="2800" dirty="0">
              <a:solidFill>
                <a:srgbClr val="232425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25648</TotalTime>
  <Words>997</Words>
  <Application>Microsoft Office PowerPoint</Application>
  <PresentationFormat>ユーザー設定</PresentationFormat>
  <Paragraphs>237</Paragraphs>
  <Slides>21</Slides>
  <Notes>4</Notes>
  <HiddenSlides>11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2" baseType="lpstr">
      <vt:lpstr>Source Han Sans JP Bold</vt:lpstr>
      <vt:lpstr>Arial</vt:lpstr>
      <vt:lpstr>Source Han Sans JP</vt:lpstr>
      <vt:lpstr>Calibri</vt:lpstr>
      <vt:lpstr>Now</vt:lpstr>
      <vt:lpstr>游ゴシック</vt:lpstr>
      <vt:lpstr>游ゴシック Medium</vt:lpstr>
      <vt:lpstr>Meiryo UI</vt:lpstr>
      <vt:lpstr>Source Han Sans JP Medium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5</cp:revision>
  <dcterms:created xsi:type="dcterms:W3CDTF">2006-08-16T00:00:00Z</dcterms:created>
  <dcterms:modified xsi:type="dcterms:W3CDTF">2025-05-09T04:14:03Z</dcterms:modified>
  <dc:identifier>DAGKJCfN4aw</dc:identifier>
</cp:coreProperties>
</file>
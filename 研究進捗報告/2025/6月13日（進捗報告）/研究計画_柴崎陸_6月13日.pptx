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99" r:id="rId3"/>
    <p:sldId id="360" r:id="rId4"/>
    <p:sldId id="365" r:id="rId5"/>
    <p:sldId id="369" r:id="rId6"/>
    <p:sldId id="370" r:id="rId7"/>
    <p:sldId id="371" r:id="rId8"/>
    <p:sldId id="361" r:id="rId9"/>
    <p:sldId id="362" r:id="rId10"/>
    <p:sldId id="364" r:id="rId11"/>
    <p:sldId id="352" r:id="rId12"/>
    <p:sldId id="350" r:id="rId13"/>
    <p:sldId id="359" r:id="rId14"/>
    <p:sldId id="298" r:id="rId15"/>
    <p:sldId id="342" r:id="rId16"/>
    <p:sldId id="343" r:id="rId17"/>
    <p:sldId id="302" r:id="rId18"/>
    <p:sldId id="344" r:id="rId19"/>
    <p:sldId id="303" r:id="rId20"/>
    <p:sldId id="353" r:id="rId21"/>
    <p:sldId id="354" r:id="rId22"/>
  </p:sldIdLst>
  <p:sldSz cx="18288000" cy="10287000"/>
  <p:notesSz cx="6858000" cy="9144000"/>
  <p:embeddedFontLst>
    <p:embeddedFont>
      <p:font typeface="Source Han Sans JP" panose="020B0600070205080204" charset="-128"/>
      <p:regular r:id="rId24"/>
    </p:embeddedFont>
    <p:embeddedFont>
      <p:font typeface="Source Han Sans JP Bold" panose="020B0600070205080204" charset="-128"/>
      <p:regular r:id="rId25"/>
    </p:embeddedFont>
    <p:embeddedFont>
      <p:font typeface="Source Han Sans JP Medium" panose="020B0600070205080204" charset="-128"/>
      <p:regular r:id="rId26"/>
    </p:embeddedFont>
    <p:embeddedFont>
      <p:font typeface="Meiryo UI" panose="020B0604030504040204" pitchFamily="50" charset="-128"/>
      <p:regular r:id="rId27"/>
      <p:bold r:id="rId28"/>
      <p:italic r:id="rId29"/>
      <p:boldItalic r:id="rId30"/>
    </p:embeddedFont>
    <p:embeddedFont>
      <p:font typeface="Now" panose="020B0600070205080204" charset="0"/>
      <p:regular r:id="rId31"/>
    </p:embeddedFont>
    <p:embeddedFont>
      <p:font typeface="游ゴシック" panose="020B0400000000000000" pitchFamily="50" charset="-128"/>
      <p:regular r:id="rId32"/>
      <p:bold r:id="rId33"/>
    </p:embeddedFont>
    <p:embeddedFont>
      <p:font typeface="游ゴシック Medium" panose="020B0500000000000000" pitchFamily="50" charset="-128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60"/>
            <p14:sldId id="365"/>
            <p14:sldId id="369"/>
            <p14:sldId id="370"/>
            <p14:sldId id="371"/>
            <p14:sldId id="361"/>
            <p14:sldId id="362"/>
            <p14:sldId id="364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5276F8"/>
    <a:srgbClr val="ECF1F1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A835D6-17BF-4508-A219-81B9971839D8}" v="25" dt="2025-06-13T04:32:01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80364" autoAdjust="0"/>
  </p:normalViewPr>
  <p:slideViewPr>
    <p:cSldViewPr>
      <p:cViewPr varScale="1">
        <p:scale>
          <a:sx n="50" d="100"/>
          <a:sy n="50" d="100"/>
        </p:scale>
        <p:origin x="3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93A835D6-17BF-4508-A219-81B9971839D8}"/>
    <pc:docChg chg="undo custSel addSld delSld modSld modSection">
      <pc:chgData name="shibariku0623@icloud.com" userId="47b6e960b06a1f92" providerId="LiveId" clId="{93A835D6-17BF-4508-A219-81B9971839D8}" dt="2025-06-13T04:34:10.272" v="1752" actId="47"/>
      <pc:docMkLst>
        <pc:docMk/>
      </pc:docMkLst>
      <pc:sldChg chg="modSp mod">
        <pc:chgData name="shibariku0623@icloud.com" userId="47b6e960b06a1f92" providerId="LiveId" clId="{93A835D6-17BF-4508-A219-81B9971839D8}" dt="2025-06-12T01:59:49.814" v="6" actId="20577"/>
        <pc:sldMkLst>
          <pc:docMk/>
          <pc:sldMk cId="0" sldId="256"/>
        </pc:sldMkLst>
        <pc:spChg chg="mod">
          <ac:chgData name="shibariku0623@icloud.com" userId="47b6e960b06a1f92" providerId="LiveId" clId="{93A835D6-17BF-4508-A219-81B9971839D8}" dt="2025-06-12T01:59:49.814" v="6" actId="20577"/>
          <ac:spMkLst>
            <pc:docMk/>
            <pc:sldMk cId="0" sldId="256"/>
            <ac:spMk id="20" creationId="{00000000-0000-0000-0000-000000000000}"/>
          </ac:spMkLst>
        </pc:spChg>
      </pc:sldChg>
      <pc:sldChg chg="addSp delSp modSp mod">
        <pc:chgData name="shibariku0623@icloud.com" userId="47b6e960b06a1f92" providerId="LiveId" clId="{93A835D6-17BF-4508-A219-81B9971839D8}" dt="2025-06-12T14:43:12.628" v="1010" actId="14100"/>
        <pc:sldMkLst>
          <pc:docMk/>
          <pc:sldMk cId="4083647255" sldId="365"/>
        </pc:sldMkLst>
        <pc:spChg chg="mod">
          <ac:chgData name="shibariku0623@icloud.com" userId="47b6e960b06a1f92" providerId="LiveId" clId="{93A835D6-17BF-4508-A219-81B9971839D8}" dt="2025-06-12T14:43:12.628" v="1010" actId="14100"/>
          <ac:spMkLst>
            <pc:docMk/>
            <pc:sldMk cId="4083647255" sldId="365"/>
            <ac:spMk id="3" creationId="{C666EE45-64D5-EC2F-2370-8F2980800896}"/>
          </ac:spMkLst>
        </pc:spChg>
        <pc:spChg chg="del">
          <ac:chgData name="shibariku0623@icloud.com" userId="47b6e960b06a1f92" providerId="LiveId" clId="{93A835D6-17BF-4508-A219-81B9971839D8}" dt="2025-06-12T13:55:06.959" v="160" actId="478"/>
          <ac:spMkLst>
            <pc:docMk/>
            <pc:sldMk cId="4083647255" sldId="365"/>
            <ac:spMk id="4" creationId="{C7A48094-03C9-FC4E-D743-B339ABC29937}"/>
          </ac:spMkLst>
        </pc:spChg>
        <pc:spChg chg="add mod">
          <ac:chgData name="shibariku0623@icloud.com" userId="47b6e960b06a1f92" providerId="LiveId" clId="{93A835D6-17BF-4508-A219-81B9971839D8}" dt="2025-06-12T14:04:39.643" v="275" actId="1076"/>
          <ac:spMkLst>
            <pc:docMk/>
            <pc:sldMk cId="4083647255" sldId="365"/>
            <ac:spMk id="7" creationId="{6FC4A3EE-923B-E3F0-63D2-01414DDA3535}"/>
          </ac:spMkLst>
        </pc:spChg>
        <pc:spChg chg="mod">
          <ac:chgData name="shibariku0623@icloud.com" userId="47b6e960b06a1f92" providerId="LiveId" clId="{93A835D6-17BF-4508-A219-81B9971839D8}" dt="2025-06-12T13:54:53.014" v="158" actId="20577"/>
          <ac:spMkLst>
            <pc:docMk/>
            <pc:sldMk cId="4083647255" sldId="365"/>
            <ac:spMk id="9" creationId="{6D68DE7A-4E02-1BAB-8600-265A9B52A517}"/>
          </ac:spMkLst>
        </pc:spChg>
        <pc:spChg chg="del">
          <ac:chgData name="shibariku0623@icloud.com" userId="47b6e960b06a1f92" providerId="LiveId" clId="{93A835D6-17BF-4508-A219-81B9971839D8}" dt="2025-06-12T13:55:08.575" v="161" actId="478"/>
          <ac:spMkLst>
            <pc:docMk/>
            <pc:sldMk cId="4083647255" sldId="365"/>
            <ac:spMk id="29" creationId="{08598850-382D-3553-C5D7-6BFF5099384B}"/>
          </ac:spMkLst>
        </pc:spChg>
        <pc:spChg chg="add del mod">
          <ac:chgData name="shibariku0623@icloud.com" userId="47b6e960b06a1f92" providerId="LiveId" clId="{93A835D6-17BF-4508-A219-81B9971839D8}" dt="2025-06-12T14:04:36.311" v="274" actId="1076"/>
          <ac:spMkLst>
            <pc:docMk/>
            <pc:sldMk cId="4083647255" sldId="365"/>
            <ac:spMk id="30" creationId="{A00CD72C-F42C-C174-4DE9-054DD8D9479D}"/>
          </ac:spMkLst>
        </pc:spChg>
        <pc:spChg chg="add mod">
          <ac:chgData name="shibariku0623@icloud.com" userId="47b6e960b06a1f92" providerId="LiveId" clId="{93A835D6-17BF-4508-A219-81B9971839D8}" dt="2025-06-12T14:04:42.244" v="276"/>
          <ac:spMkLst>
            <pc:docMk/>
            <pc:sldMk cId="4083647255" sldId="365"/>
            <ac:spMk id="33" creationId="{0D3B94E5-ABD1-8ED2-E783-D95D40F86FAD}"/>
          </ac:spMkLst>
        </pc:spChg>
        <pc:spChg chg="del">
          <ac:chgData name="shibariku0623@icloud.com" userId="47b6e960b06a1f92" providerId="LiveId" clId="{93A835D6-17BF-4508-A219-81B9971839D8}" dt="2025-06-12T13:55:06.163" v="159" actId="478"/>
          <ac:spMkLst>
            <pc:docMk/>
            <pc:sldMk cId="4083647255" sldId="365"/>
            <ac:spMk id="40" creationId="{1E2A920A-6862-6767-F13A-764B99DEB1C7}"/>
          </ac:spMkLst>
        </pc:spChg>
        <pc:picChg chg="add mod">
          <ac:chgData name="shibariku0623@icloud.com" userId="47b6e960b06a1f92" providerId="LiveId" clId="{93A835D6-17BF-4508-A219-81B9971839D8}" dt="2025-06-12T13:55:22.008" v="173" actId="14100"/>
          <ac:picMkLst>
            <pc:docMk/>
            <pc:sldMk cId="4083647255" sldId="365"/>
            <ac:picMk id="6" creationId="{D99282AD-5814-5EDC-6AD2-1432A0EA6840}"/>
          </ac:picMkLst>
        </pc:picChg>
        <pc:picChg chg="add mod">
          <ac:chgData name="shibariku0623@icloud.com" userId="47b6e960b06a1f92" providerId="LiveId" clId="{93A835D6-17BF-4508-A219-81B9971839D8}" dt="2025-06-12T13:56:20.692" v="265" actId="1076"/>
          <ac:picMkLst>
            <pc:docMk/>
            <pc:sldMk cId="4083647255" sldId="365"/>
            <ac:picMk id="28" creationId="{3454060E-6A2A-D493-A053-1E93CF13A11A}"/>
          </ac:picMkLst>
        </pc:picChg>
        <pc:picChg chg="add mod">
          <ac:chgData name="shibariku0623@icloud.com" userId="47b6e960b06a1f92" providerId="LiveId" clId="{93A835D6-17BF-4508-A219-81B9971839D8}" dt="2025-06-12T14:04:19.538" v="271" actId="1076"/>
          <ac:picMkLst>
            <pc:docMk/>
            <pc:sldMk cId="4083647255" sldId="365"/>
            <ac:picMk id="32" creationId="{FFF9E507-674E-EFB7-A629-61D24B4A1D22}"/>
          </ac:picMkLst>
        </pc:picChg>
      </pc:sldChg>
      <pc:sldChg chg="del">
        <pc:chgData name="shibariku0623@icloud.com" userId="47b6e960b06a1f92" providerId="LiveId" clId="{93A835D6-17BF-4508-A219-81B9971839D8}" dt="2025-06-12T14:04:24.692" v="272" actId="47"/>
        <pc:sldMkLst>
          <pc:docMk/>
          <pc:sldMk cId="2759595618" sldId="366"/>
        </pc:sldMkLst>
      </pc:sldChg>
      <pc:sldChg chg="del">
        <pc:chgData name="shibariku0623@icloud.com" userId="47b6e960b06a1f92" providerId="LiveId" clId="{93A835D6-17BF-4508-A219-81B9971839D8}" dt="2025-06-12T14:04:25.908" v="273" actId="47"/>
        <pc:sldMkLst>
          <pc:docMk/>
          <pc:sldMk cId="887469804" sldId="367"/>
        </pc:sldMkLst>
      </pc:sldChg>
      <pc:sldChg chg="delSp del mod">
        <pc:chgData name="shibariku0623@icloud.com" userId="47b6e960b06a1f92" providerId="LiveId" clId="{93A835D6-17BF-4508-A219-81B9971839D8}" dt="2025-06-12T14:26:33.967" v="968" actId="47"/>
        <pc:sldMkLst>
          <pc:docMk/>
          <pc:sldMk cId="3615601322" sldId="368"/>
        </pc:sldMkLst>
        <pc:spChg chg="del">
          <ac:chgData name="shibariku0623@icloud.com" userId="47b6e960b06a1f92" providerId="LiveId" clId="{93A835D6-17BF-4508-A219-81B9971839D8}" dt="2025-06-12T14:26:27.764" v="967" actId="478"/>
          <ac:spMkLst>
            <pc:docMk/>
            <pc:sldMk cId="3615601322" sldId="368"/>
            <ac:spMk id="29" creationId="{0D1009EF-9F45-D88C-48BC-5D5C02ADCA3F}"/>
          </ac:spMkLst>
        </pc:spChg>
        <pc:spChg chg="del">
          <ac:chgData name="shibariku0623@icloud.com" userId="47b6e960b06a1f92" providerId="LiveId" clId="{93A835D6-17BF-4508-A219-81B9971839D8}" dt="2025-06-12T14:26:27.764" v="967" actId="478"/>
          <ac:spMkLst>
            <pc:docMk/>
            <pc:sldMk cId="3615601322" sldId="368"/>
            <ac:spMk id="41" creationId="{AFF1682D-3655-EDA6-EE43-BD543F228F02}"/>
          </ac:spMkLst>
        </pc:spChg>
        <pc:picChg chg="del">
          <ac:chgData name="shibariku0623@icloud.com" userId="47b6e960b06a1f92" providerId="LiveId" clId="{93A835D6-17BF-4508-A219-81B9971839D8}" dt="2025-06-12T14:26:26.258" v="966" actId="478"/>
          <ac:picMkLst>
            <pc:docMk/>
            <pc:sldMk cId="3615601322" sldId="368"/>
            <ac:picMk id="6" creationId="{D0564776-655D-9B1F-74B6-F4A864ED01A5}"/>
          </ac:picMkLst>
        </pc:picChg>
        <pc:picChg chg="del">
          <ac:chgData name="shibariku0623@icloud.com" userId="47b6e960b06a1f92" providerId="LiveId" clId="{93A835D6-17BF-4508-A219-81B9971839D8}" dt="2025-06-12T14:26:25.820" v="965" actId="478"/>
          <ac:picMkLst>
            <pc:docMk/>
            <pc:sldMk cId="3615601322" sldId="368"/>
            <ac:picMk id="28" creationId="{60F9EB31-F29E-2196-6229-90C69670F4D2}"/>
          </ac:picMkLst>
        </pc:picChg>
      </pc:sldChg>
      <pc:sldChg chg="addSp delSp modSp add mod">
        <pc:chgData name="shibariku0623@icloud.com" userId="47b6e960b06a1f92" providerId="LiveId" clId="{93A835D6-17BF-4508-A219-81B9971839D8}" dt="2025-06-12T14:43:19.925" v="1027" actId="14100"/>
        <pc:sldMkLst>
          <pc:docMk/>
          <pc:sldMk cId="2734874408" sldId="369"/>
        </pc:sldMkLst>
        <pc:spChg chg="mod">
          <ac:chgData name="shibariku0623@icloud.com" userId="47b6e960b06a1f92" providerId="LiveId" clId="{93A835D6-17BF-4508-A219-81B9971839D8}" dt="2025-06-12T14:43:19.925" v="1027" actId="14100"/>
          <ac:spMkLst>
            <pc:docMk/>
            <pc:sldMk cId="2734874408" sldId="369"/>
            <ac:spMk id="3" creationId="{3F17B35F-383B-0EEC-4E2E-45B2060962F4}"/>
          </ac:spMkLst>
        </pc:spChg>
        <pc:spChg chg="del">
          <ac:chgData name="shibariku0623@icloud.com" userId="47b6e960b06a1f92" providerId="LiveId" clId="{93A835D6-17BF-4508-A219-81B9971839D8}" dt="2025-06-12T14:05:12.831" v="281" actId="478"/>
          <ac:spMkLst>
            <pc:docMk/>
            <pc:sldMk cId="2734874408" sldId="369"/>
            <ac:spMk id="7" creationId="{4172D2CC-F6FF-B8B7-AA41-A57A3FB229FC}"/>
          </ac:spMkLst>
        </pc:spChg>
        <pc:spChg chg="mod">
          <ac:chgData name="shibariku0623@icloud.com" userId="47b6e960b06a1f92" providerId="LiveId" clId="{93A835D6-17BF-4508-A219-81B9971839D8}" dt="2025-06-12T14:43:02.063" v="992" actId="20577"/>
          <ac:spMkLst>
            <pc:docMk/>
            <pc:sldMk cId="2734874408" sldId="369"/>
            <ac:spMk id="9" creationId="{528E2267-62E2-5E44-3578-0597CE496E73}"/>
          </ac:spMkLst>
        </pc:spChg>
        <pc:spChg chg="add mod">
          <ac:chgData name="shibariku0623@icloud.com" userId="47b6e960b06a1f92" providerId="LiveId" clId="{93A835D6-17BF-4508-A219-81B9971839D8}" dt="2025-06-12T14:12:07.599" v="404" actId="113"/>
          <ac:spMkLst>
            <pc:docMk/>
            <pc:sldMk cId="2734874408" sldId="369"/>
            <ac:spMk id="29" creationId="{F0AEB56F-5B88-50C4-422B-5D2E2A29C50F}"/>
          </ac:spMkLst>
        </pc:spChg>
        <pc:spChg chg="del">
          <ac:chgData name="shibariku0623@icloud.com" userId="47b6e960b06a1f92" providerId="LiveId" clId="{93A835D6-17BF-4508-A219-81B9971839D8}" dt="2025-06-12T14:05:11.582" v="280" actId="478"/>
          <ac:spMkLst>
            <pc:docMk/>
            <pc:sldMk cId="2734874408" sldId="369"/>
            <ac:spMk id="30" creationId="{A1AA278A-CF93-96DF-F035-9DCB0C9C685F}"/>
          </ac:spMkLst>
        </pc:spChg>
        <pc:grpChg chg="mod">
          <ac:chgData name="shibariku0623@icloud.com" userId="47b6e960b06a1f92" providerId="LiveId" clId="{93A835D6-17BF-4508-A219-81B9971839D8}" dt="2025-06-12T14:40:04.068" v="988" actId="14100"/>
          <ac:grpSpMkLst>
            <pc:docMk/>
            <pc:sldMk cId="2734874408" sldId="369"/>
            <ac:grpSpMk id="8" creationId="{819D22AA-BF2F-DB36-0630-BC8F51E58B20}"/>
          </ac:grpSpMkLst>
        </pc:grpChg>
        <pc:picChg chg="add mod">
          <ac:chgData name="shibariku0623@icloud.com" userId="47b6e960b06a1f92" providerId="LiveId" clId="{93A835D6-17BF-4508-A219-81B9971839D8}" dt="2025-06-12T14:05:44.175" v="290" actId="1076"/>
          <ac:picMkLst>
            <pc:docMk/>
            <pc:sldMk cId="2734874408" sldId="369"/>
            <ac:picMk id="5" creationId="{155410DF-4A4E-31AE-73DD-16ACEC78E89D}"/>
          </ac:picMkLst>
        </pc:picChg>
        <pc:picChg chg="add mod">
          <ac:chgData name="shibariku0623@icloud.com" userId="47b6e960b06a1f92" providerId="LiveId" clId="{93A835D6-17BF-4508-A219-81B9971839D8}" dt="2025-06-12T14:05:46.315" v="291" actId="1076"/>
          <ac:picMkLst>
            <pc:docMk/>
            <pc:sldMk cId="2734874408" sldId="369"/>
            <ac:picMk id="27" creationId="{90F211C1-E91D-C35E-5F27-03C3B9C3B2B5}"/>
          </ac:picMkLst>
        </pc:picChg>
        <pc:picChg chg="del">
          <ac:chgData name="shibariku0623@icloud.com" userId="47b6e960b06a1f92" providerId="LiveId" clId="{93A835D6-17BF-4508-A219-81B9971839D8}" dt="2025-06-12T14:04:48.395" v="279" actId="478"/>
          <ac:picMkLst>
            <pc:docMk/>
            <pc:sldMk cId="2734874408" sldId="369"/>
            <ac:picMk id="28" creationId="{13078955-99BC-BAE9-1CA6-3E54C5AB6F5B}"/>
          </ac:picMkLst>
        </pc:picChg>
        <pc:picChg chg="del">
          <ac:chgData name="shibariku0623@icloud.com" userId="47b6e960b06a1f92" providerId="LiveId" clId="{93A835D6-17BF-4508-A219-81B9971839D8}" dt="2025-06-12T14:04:47.761" v="278" actId="478"/>
          <ac:picMkLst>
            <pc:docMk/>
            <pc:sldMk cId="2734874408" sldId="369"/>
            <ac:picMk id="32" creationId="{DEA69B8D-A4EF-73D4-22DB-209F770DE60D}"/>
          </ac:picMkLst>
        </pc:picChg>
      </pc:sldChg>
      <pc:sldChg chg="addSp delSp modSp add mod">
        <pc:chgData name="shibariku0623@icloud.com" userId="47b6e960b06a1f92" providerId="LiveId" clId="{93A835D6-17BF-4508-A219-81B9971839D8}" dt="2025-06-13T04:31:54.247" v="1648" actId="1076"/>
        <pc:sldMkLst>
          <pc:docMk/>
          <pc:sldMk cId="1262852738" sldId="370"/>
        </pc:sldMkLst>
        <pc:spChg chg="add mod">
          <ac:chgData name="shibariku0623@icloud.com" userId="47b6e960b06a1f92" providerId="LiveId" clId="{93A835D6-17BF-4508-A219-81B9971839D8}" dt="2025-06-12T14:13:21.459" v="450" actId="1076"/>
          <ac:spMkLst>
            <pc:docMk/>
            <pc:sldMk cId="1262852738" sldId="370"/>
            <ac:spMk id="4" creationId="{0EDA5CBD-3E1E-C5B1-AC33-D365061AE44B}"/>
          </ac:spMkLst>
        </pc:spChg>
        <pc:spChg chg="add mod">
          <ac:chgData name="shibariku0623@icloud.com" userId="47b6e960b06a1f92" providerId="LiveId" clId="{93A835D6-17BF-4508-A219-81B9971839D8}" dt="2025-06-13T04:31:54.247" v="1648" actId="1076"/>
          <ac:spMkLst>
            <pc:docMk/>
            <pc:sldMk cId="1262852738" sldId="370"/>
            <ac:spMk id="6" creationId="{78EAF274-B5DA-54E7-66D4-73D5B0FFAE36}"/>
          </ac:spMkLst>
        </pc:spChg>
        <pc:spChg chg="mod">
          <ac:chgData name="shibariku0623@icloud.com" userId="47b6e960b06a1f92" providerId="LiveId" clId="{93A835D6-17BF-4508-A219-81B9971839D8}" dt="2025-06-12T14:39:31.105" v="970" actId="20577"/>
          <ac:spMkLst>
            <pc:docMk/>
            <pc:sldMk cId="1262852738" sldId="370"/>
            <ac:spMk id="9" creationId="{6FA22FA4-09FE-C5E1-F7B8-374118DC5BC3}"/>
          </ac:spMkLst>
        </pc:spChg>
        <pc:spChg chg="add mod">
          <ac:chgData name="shibariku0623@icloud.com" userId="47b6e960b06a1f92" providerId="LiveId" clId="{93A835D6-17BF-4508-A219-81B9971839D8}" dt="2025-06-12T14:24:02.404" v="858" actId="20577"/>
          <ac:spMkLst>
            <pc:docMk/>
            <pc:sldMk cId="1262852738" sldId="370"/>
            <ac:spMk id="28" creationId="{75291582-50E3-A026-30B7-6BF9F5E0EC56}"/>
          </ac:spMkLst>
        </pc:spChg>
        <pc:spChg chg="mod">
          <ac:chgData name="shibariku0623@icloud.com" userId="47b6e960b06a1f92" providerId="LiveId" clId="{93A835D6-17BF-4508-A219-81B9971839D8}" dt="2025-06-12T14:13:16.604" v="449" actId="1076"/>
          <ac:spMkLst>
            <pc:docMk/>
            <pc:sldMk cId="1262852738" sldId="370"/>
            <ac:spMk id="29" creationId="{FA05C4D9-1BA1-C0C9-458C-5E8175005144}"/>
          </ac:spMkLst>
        </pc:spChg>
        <pc:spChg chg="add mod">
          <ac:chgData name="shibariku0623@icloud.com" userId="47b6e960b06a1f92" providerId="LiveId" clId="{93A835D6-17BF-4508-A219-81B9971839D8}" dt="2025-06-12T14:24:08.203" v="859" actId="1076"/>
          <ac:spMkLst>
            <pc:docMk/>
            <pc:sldMk cId="1262852738" sldId="370"/>
            <ac:spMk id="30" creationId="{5BD3B1F2-99A2-F821-71B4-E7903CB4054B}"/>
          </ac:spMkLst>
        </pc:spChg>
        <pc:spChg chg="add mod">
          <ac:chgData name="shibariku0623@icloud.com" userId="47b6e960b06a1f92" providerId="LiveId" clId="{93A835D6-17BF-4508-A219-81B9971839D8}" dt="2025-06-12T14:25:21.846" v="964" actId="20577"/>
          <ac:spMkLst>
            <pc:docMk/>
            <pc:sldMk cId="1262852738" sldId="370"/>
            <ac:spMk id="31" creationId="{2DD76D85-B9BD-B136-E944-C7A057CE81B1}"/>
          </ac:spMkLst>
        </pc:spChg>
        <pc:picChg chg="mod modCrop">
          <ac:chgData name="shibariku0623@icloud.com" userId="47b6e960b06a1f92" providerId="LiveId" clId="{93A835D6-17BF-4508-A219-81B9971839D8}" dt="2025-06-12T14:19:24.248" v="723" actId="1076"/>
          <ac:picMkLst>
            <pc:docMk/>
            <pc:sldMk cId="1262852738" sldId="370"/>
            <ac:picMk id="5" creationId="{5B9FABAD-605F-5062-7F73-BC1240008B18}"/>
          </ac:picMkLst>
        </pc:picChg>
        <pc:picChg chg="add mod modCrop">
          <ac:chgData name="shibariku0623@icloud.com" userId="47b6e960b06a1f92" providerId="LiveId" clId="{93A835D6-17BF-4508-A219-81B9971839D8}" dt="2025-06-12T14:19:12.735" v="721" actId="1076"/>
          <ac:picMkLst>
            <pc:docMk/>
            <pc:sldMk cId="1262852738" sldId="370"/>
            <ac:picMk id="7" creationId="{19682BE4-5058-1188-0DC7-B24C2D217624}"/>
          </ac:picMkLst>
        </pc:picChg>
        <pc:picChg chg="del">
          <ac:chgData name="shibariku0623@icloud.com" userId="47b6e960b06a1f92" providerId="LiveId" clId="{93A835D6-17BF-4508-A219-81B9971839D8}" dt="2025-06-12T14:11:32.825" v="400" actId="478"/>
          <ac:picMkLst>
            <pc:docMk/>
            <pc:sldMk cId="1262852738" sldId="370"/>
            <ac:picMk id="27" creationId="{8B929C5A-9B37-3ACF-C859-141FF3592583}"/>
          </ac:picMkLst>
        </pc:picChg>
      </pc:sldChg>
      <pc:sldChg chg="addSp delSp modSp add mod">
        <pc:chgData name="shibariku0623@icloud.com" userId="47b6e960b06a1f92" providerId="LiveId" clId="{93A835D6-17BF-4508-A219-81B9971839D8}" dt="2025-06-12T15:05:10.051" v="1646" actId="14100"/>
        <pc:sldMkLst>
          <pc:docMk/>
          <pc:sldMk cId="3799685991" sldId="371"/>
        </pc:sldMkLst>
        <pc:spChg chg="add del mod">
          <ac:chgData name="shibariku0623@icloud.com" userId="47b6e960b06a1f92" providerId="LiveId" clId="{93A835D6-17BF-4508-A219-81B9971839D8}" dt="2025-06-12T14:46:20.628" v="1075" actId="1076"/>
          <ac:spMkLst>
            <pc:docMk/>
            <pc:sldMk cId="3799685991" sldId="371"/>
            <ac:spMk id="4" creationId="{0EABD8D9-1B87-D6DA-FD19-D8E5D32CE942}"/>
          </ac:spMkLst>
        </pc:spChg>
        <pc:spChg chg="add mod">
          <ac:chgData name="shibariku0623@icloud.com" userId="47b6e960b06a1f92" providerId="LiveId" clId="{93A835D6-17BF-4508-A219-81B9971839D8}" dt="2025-06-12T14:50:20.149" v="1239" actId="1076"/>
          <ac:spMkLst>
            <pc:docMk/>
            <pc:sldMk cId="3799685991" sldId="371"/>
            <ac:spMk id="6" creationId="{3D5A55A2-663D-3147-CBA0-F7D9E86DE9B6}"/>
          </ac:spMkLst>
        </pc:spChg>
        <pc:spChg chg="mod">
          <ac:chgData name="shibariku0623@icloud.com" userId="47b6e960b06a1f92" providerId="LiveId" clId="{93A835D6-17BF-4508-A219-81B9971839D8}" dt="2025-06-12T14:45:41.252" v="1056" actId="20577"/>
          <ac:spMkLst>
            <pc:docMk/>
            <pc:sldMk cId="3799685991" sldId="371"/>
            <ac:spMk id="9" creationId="{D571A091-4872-A7EF-65C9-401BB53C4105}"/>
          </ac:spMkLst>
        </pc:spChg>
        <pc:spChg chg="add mod">
          <ac:chgData name="shibariku0623@icloud.com" userId="47b6e960b06a1f92" providerId="LiveId" clId="{93A835D6-17BF-4508-A219-81B9971839D8}" dt="2025-06-12T14:50:21.879" v="1241"/>
          <ac:spMkLst>
            <pc:docMk/>
            <pc:sldMk cId="3799685991" sldId="371"/>
            <ac:spMk id="27" creationId="{2902D698-0517-EEB6-C1D5-8363F2C04649}"/>
          </ac:spMkLst>
        </pc:spChg>
        <pc:spChg chg="mod">
          <ac:chgData name="shibariku0623@icloud.com" userId="47b6e960b06a1f92" providerId="LiveId" clId="{93A835D6-17BF-4508-A219-81B9971839D8}" dt="2025-06-12T14:49:09.277" v="1156" actId="1076"/>
          <ac:spMkLst>
            <pc:docMk/>
            <pc:sldMk cId="3799685991" sldId="371"/>
            <ac:spMk id="28" creationId="{75948573-1D1C-E70D-0191-E1673C339835}"/>
          </ac:spMkLst>
        </pc:spChg>
        <pc:spChg chg="del">
          <ac:chgData name="shibariku0623@icloud.com" userId="47b6e960b06a1f92" providerId="LiveId" clId="{93A835D6-17BF-4508-A219-81B9971839D8}" dt="2025-06-12T14:45:53.609" v="1059" actId="478"/>
          <ac:spMkLst>
            <pc:docMk/>
            <pc:sldMk cId="3799685991" sldId="371"/>
            <ac:spMk id="29" creationId="{20BF274D-16EF-0588-BEB4-D3E443D589B0}"/>
          </ac:spMkLst>
        </pc:spChg>
        <pc:spChg chg="del">
          <ac:chgData name="shibariku0623@icloud.com" userId="47b6e960b06a1f92" providerId="LiveId" clId="{93A835D6-17BF-4508-A219-81B9971839D8}" dt="2025-06-12T14:47:11.266" v="1149" actId="478"/>
          <ac:spMkLst>
            <pc:docMk/>
            <pc:sldMk cId="3799685991" sldId="371"/>
            <ac:spMk id="30" creationId="{60DD5B30-B112-7CE6-622F-C80A13ECBFA6}"/>
          </ac:spMkLst>
        </pc:spChg>
        <pc:spChg chg="del mod">
          <ac:chgData name="shibariku0623@icloud.com" userId="47b6e960b06a1f92" providerId="LiveId" clId="{93A835D6-17BF-4508-A219-81B9971839D8}" dt="2025-06-12T14:50:21.680" v="1240" actId="21"/>
          <ac:spMkLst>
            <pc:docMk/>
            <pc:sldMk cId="3799685991" sldId="371"/>
            <ac:spMk id="31" creationId="{2902D698-0517-EEB6-C1D5-8363F2C04649}"/>
          </ac:spMkLst>
        </pc:spChg>
        <pc:spChg chg="add mod">
          <ac:chgData name="shibariku0623@icloud.com" userId="47b6e960b06a1f92" providerId="LiveId" clId="{93A835D6-17BF-4508-A219-81B9971839D8}" dt="2025-06-12T14:50:49.106" v="1315" actId="20577"/>
          <ac:spMkLst>
            <pc:docMk/>
            <pc:sldMk cId="3799685991" sldId="371"/>
            <ac:spMk id="32" creationId="{0705FBA0-8AE3-635E-54DF-8121DCA1DFB8}"/>
          </ac:spMkLst>
        </pc:spChg>
        <pc:spChg chg="add mod">
          <ac:chgData name="shibariku0623@icloud.com" userId="47b6e960b06a1f92" providerId="LiveId" clId="{93A835D6-17BF-4508-A219-81B9971839D8}" dt="2025-06-12T14:57:07.969" v="1645" actId="20577"/>
          <ac:spMkLst>
            <pc:docMk/>
            <pc:sldMk cId="3799685991" sldId="371"/>
            <ac:spMk id="33" creationId="{A277ECB6-B64A-86CD-97BE-22932C4C3760}"/>
          </ac:spMkLst>
        </pc:spChg>
        <pc:spChg chg="add mod ord">
          <ac:chgData name="shibariku0623@icloud.com" userId="47b6e960b06a1f92" providerId="LiveId" clId="{93A835D6-17BF-4508-A219-81B9971839D8}" dt="2025-06-12T15:05:10.051" v="1646" actId="14100"/>
          <ac:spMkLst>
            <pc:docMk/>
            <pc:sldMk cId="3799685991" sldId="371"/>
            <ac:spMk id="34" creationId="{239D8E56-78DA-3557-CF40-3F476FCF410F}"/>
          </ac:spMkLst>
        </pc:spChg>
        <pc:picChg chg="del">
          <ac:chgData name="shibariku0623@icloud.com" userId="47b6e960b06a1f92" providerId="LiveId" clId="{93A835D6-17BF-4508-A219-81B9971839D8}" dt="2025-06-12T14:45:46.875" v="1057" actId="478"/>
          <ac:picMkLst>
            <pc:docMk/>
            <pc:sldMk cId="3799685991" sldId="371"/>
            <ac:picMk id="5" creationId="{915C756C-86AA-544D-D081-6319A8CF9C15}"/>
          </ac:picMkLst>
        </pc:picChg>
        <pc:picChg chg="add del mod">
          <ac:chgData name="shibariku0623@icloud.com" userId="47b6e960b06a1f92" providerId="LiveId" clId="{93A835D6-17BF-4508-A219-81B9971839D8}" dt="2025-06-12T14:46:22.496" v="1076" actId="1076"/>
          <ac:picMkLst>
            <pc:docMk/>
            <pc:sldMk cId="3799685991" sldId="371"/>
            <ac:picMk id="7" creationId="{1696263F-2C7F-9818-FC1B-E22BE41CAD4F}"/>
          </ac:picMkLst>
        </pc:picChg>
      </pc:sldChg>
      <pc:sldChg chg="delSp modSp add del mod">
        <pc:chgData name="shibariku0623@icloud.com" userId="47b6e960b06a1f92" providerId="LiveId" clId="{93A835D6-17BF-4508-A219-81B9971839D8}" dt="2025-06-13T04:34:10.272" v="1752" actId="47"/>
        <pc:sldMkLst>
          <pc:docMk/>
          <pc:sldMk cId="2633086186" sldId="372"/>
        </pc:sldMkLst>
        <pc:spChg chg="del">
          <ac:chgData name="shibariku0623@icloud.com" userId="47b6e960b06a1f92" providerId="LiveId" clId="{93A835D6-17BF-4508-A219-81B9971839D8}" dt="2025-06-13T04:32:11.226" v="1653" actId="478"/>
          <ac:spMkLst>
            <pc:docMk/>
            <pc:sldMk cId="2633086186" sldId="372"/>
            <ac:spMk id="4" creationId="{A0150BA0-8C49-6C25-EB8B-08B2FFCD296D}"/>
          </ac:spMkLst>
        </pc:spChg>
        <pc:spChg chg="del">
          <ac:chgData name="shibariku0623@icloud.com" userId="47b6e960b06a1f92" providerId="LiveId" clId="{93A835D6-17BF-4508-A219-81B9971839D8}" dt="2025-06-13T04:32:09.667" v="1652" actId="478"/>
          <ac:spMkLst>
            <pc:docMk/>
            <pc:sldMk cId="2633086186" sldId="372"/>
            <ac:spMk id="6" creationId="{1B679D5A-5409-BE46-E27E-B3C6FAC2F4C9}"/>
          </ac:spMkLst>
        </pc:spChg>
        <pc:spChg chg="mod">
          <ac:chgData name="shibariku0623@icloud.com" userId="47b6e960b06a1f92" providerId="LiveId" clId="{93A835D6-17BF-4508-A219-81B9971839D8}" dt="2025-06-13T04:32:20.540" v="1682" actId="20577"/>
          <ac:spMkLst>
            <pc:docMk/>
            <pc:sldMk cId="2633086186" sldId="372"/>
            <ac:spMk id="9" creationId="{53BE7D98-054D-7881-889F-BB99F920E3CA}"/>
          </ac:spMkLst>
        </pc:spChg>
        <pc:spChg chg="mod">
          <ac:chgData name="shibariku0623@icloud.com" userId="47b6e960b06a1f92" providerId="LiveId" clId="{93A835D6-17BF-4508-A219-81B9971839D8}" dt="2025-06-13T04:33:04.336" v="1751" actId="20577"/>
          <ac:spMkLst>
            <pc:docMk/>
            <pc:sldMk cId="2633086186" sldId="372"/>
            <ac:spMk id="27" creationId="{92CBF437-7764-E2E9-79E8-A9D42779C532}"/>
          </ac:spMkLst>
        </pc:spChg>
        <pc:spChg chg="del">
          <ac:chgData name="shibariku0623@icloud.com" userId="47b6e960b06a1f92" providerId="LiveId" clId="{93A835D6-17BF-4508-A219-81B9971839D8}" dt="2025-06-13T04:32:08.013" v="1651" actId="478"/>
          <ac:spMkLst>
            <pc:docMk/>
            <pc:sldMk cId="2633086186" sldId="372"/>
            <ac:spMk id="28" creationId="{A1EDFD0F-F330-F4FC-21BE-B52D0F4FF6DC}"/>
          </ac:spMkLst>
        </pc:spChg>
        <pc:spChg chg="del">
          <ac:chgData name="shibariku0623@icloud.com" userId="47b6e960b06a1f92" providerId="LiveId" clId="{93A835D6-17BF-4508-A219-81B9971839D8}" dt="2025-06-13T04:32:08.013" v="1651" actId="478"/>
          <ac:spMkLst>
            <pc:docMk/>
            <pc:sldMk cId="2633086186" sldId="372"/>
            <ac:spMk id="32" creationId="{EA9702A1-BD94-EA52-C66E-15D121FBD837}"/>
          </ac:spMkLst>
        </pc:spChg>
        <pc:spChg chg="del">
          <ac:chgData name="shibariku0623@icloud.com" userId="47b6e960b06a1f92" providerId="LiveId" clId="{93A835D6-17BF-4508-A219-81B9971839D8}" dt="2025-06-13T04:32:08.013" v="1651" actId="478"/>
          <ac:spMkLst>
            <pc:docMk/>
            <pc:sldMk cId="2633086186" sldId="372"/>
            <ac:spMk id="33" creationId="{F4F6CDA0-4C81-AB9E-A18E-3D6C4DA97653}"/>
          </ac:spMkLst>
        </pc:spChg>
        <pc:spChg chg="del">
          <ac:chgData name="shibariku0623@icloud.com" userId="47b6e960b06a1f92" providerId="LiveId" clId="{93A835D6-17BF-4508-A219-81B9971839D8}" dt="2025-06-13T04:32:08.013" v="1651" actId="478"/>
          <ac:spMkLst>
            <pc:docMk/>
            <pc:sldMk cId="2633086186" sldId="372"/>
            <ac:spMk id="34" creationId="{420F598F-1FE7-02A5-8507-7D615ED84264}"/>
          </ac:spMkLst>
        </pc:spChg>
        <pc:picChg chg="del">
          <ac:chgData name="shibariku0623@icloud.com" userId="47b6e960b06a1f92" providerId="LiveId" clId="{93A835D6-17BF-4508-A219-81B9971839D8}" dt="2025-06-13T04:32:04.254" v="1650" actId="478"/>
          <ac:picMkLst>
            <pc:docMk/>
            <pc:sldMk cId="2633086186" sldId="372"/>
            <ac:picMk id="7" creationId="{C04A8ECB-5C9E-703F-A4A4-BBDA62F7DACB}"/>
          </ac:picMkLst>
        </pc:picChg>
      </pc:sldChg>
    </pc:docChg>
  </pc:docChgLst>
  <pc:docChgLst>
    <pc:chgData name="shibariku0623@icloud.com" userId="47b6e960b06a1f92" providerId="LiveId" clId="{5EBDACD4-D3C4-47C3-ABE7-574A64633C45}"/>
    <pc:docChg chg="undo custSel addSld delSld modSld sldOrd modSection">
      <pc:chgData name="shibariku0623@icloud.com" userId="47b6e960b06a1f92" providerId="LiveId" clId="{5EBDACD4-D3C4-47C3-ABE7-574A64633C45}" dt="2025-05-09T04:13:47.230" v="2070" actId="20577"/>
      <pc:docMkLst>
        <pc:docMk/>
      </pc:docMkLst>
      <pc:sldChg chg="modSp mod">
        <pc:chgData name="shibariku0623@icloud.com" userId="47b6e960b06a1f92" providerId="LiveId" clId="{5EBDACD4-D3C4-47C3-ABE7-574A64633C45}" dt="2025-05-08T20:08:12.960" v="26" actId="20577"/>
        <pc:sldMkLst>
          <pc:docMk/>
          <pc:sldMk cId="0" sldId="256"/>
        </pc:sldMkLst>
        <pc:spChg chg="mod">
          <ac:chgData name="shibariku0623@icloud.com" userId="47b6e960b06a1f92" providerId="LiveId" clId="{5EBDACD4-D3C4-47C3-ABE7-574A64633C45}" dt="2025-05-08T20:08:07.308" v="21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5EBDACD4-D3C4-47C3-ABE7-574A64633C45}" dt="2025-05-08T20:08:12.960" v="26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5EBDACD4-D3C4-47C3-ABE7-574A64633C45}" dt="2025-05-08T20:09:15.824" v="101" actId="1076"/>
        <pc:sldMkLst>
          <pc:docMk/>
          <pc:sldMk cId="1242965381" sldId="299"/>
        </pc:sldMkLst>
        <pc:spChg chg="mod">
          <ac:chgData name="shibariku0623@icloud.com" userId="47b6e960b06a1f92" providerId="LiveId" clId="{5EBDACD4-D3C4-47C3-ABE7-574A64633C45}" dt="2025-05-08T20:09:08.956" v="97" actId="20577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5EBDACD4-D3C4-47C3-ABE7-574A64633C45}" dt="2025-05-08T20:09:12.174" v="100" actId="20577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5EBDACD4-D3C4-47C3-ABE7-574A64633C45}" dt="2025-05-08T20:09:15.824" v="101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del">
        <pc:chgData name="shibariku0623@icloud.com" userId="47b6e960b06a1f92" providerId="LiveId" clId="{5EBDACD4-D3C4-47C3-ABE7-574A64633C45}" dt="2025-05-08T20:12:17.498" v="115" actId="47"/>
        <pc:sldMkLst>
          <pc:docMk/>
          <pc:sldMk cId="761964446" sldId="345"/>
        </pc:sldMkLst>
      </pc:sldChg>
      <pc:sldChg chg="mod ord modShow">
        <pc:chgData name="shibariku0623@icloud.com" userId="47b6e960b06a1f92" providerId="LiveId" clId="{5EBDACD4-D3C4-47C3-ABE7-574A64633C45}" dt="2025-05-08T20:08:32.396" v="29" actId="729"/>
        <pc:sldMkLst>
          <pc:docMk/>
          <pc:sldMk cId="1839823296" sldId="353"/>
        </pc:sldMkLst>
      </pc:sldChg>
      <pc:sldChg chg="mod ord modShow">
        <pc:chgData name="shibariku0623@icloud.com" userId="47b6e960b06a1f92" providerId="LiveId" clId="{5EBDACD4-D3C4-47C3-ABE7-574A64633C45}" dt="2025-05-08T20:09:50.540" v="113" actId="729"/>
        <pc:sldMkLst>
          <pc:docMk/>
          <pc:sldMk cId="427512372" sldId="354"/>
        </pc:sldMkLst>
      </pc:sldChg>
      <pc:sldChg chg="del">
        <pc:chgData name="shibariku0623@icloud.com" userId="47b6e960b06a1f92" providerId="LiveId" clId="{5EBDACD4-D3C4-47C3-ABE7-574A64633C45}" dt="2025-05-08T20:09:18.074" v="102" actId="47"/>
        <pc:sldMkLst>
          <pc:docMk/>
          <pc:sldMk cId="1149079620" sldId="356"/>
        </pc:sldMkLst>
      </pc:sldChg>
      <pc:sldChg chg="del">
        <pc:chgData name="shibariku0623@icloud.com" userId="47b6e960b06a1f92" providerId="LiveId" clId="{5EBDACD4-D3C4-47C3-ABE7-574A64633C45}" dt="2025-05-08T20:09:18.975" v="103" actId="47"/>
        <pc:sldMkLst>
          <pc:docMk/>
          <pc:sldMk cId="1607868842" sldId="357"/>
        </pc:sldMkLst>
      </pc:sldChg>
      <pc:sldChg chg="del">
        <pc:chgData name="shibariku0623@icloud.com" userId="47b6e960b06a1f92" providerId="LiveId" clId="{5EBDACD4-D3C4-47C3-ABE7-574A64633C45}" dt="2025-05-08T20:09:29.695" v="108" actId="47"/>
        <pc:sldMkLst>
          <pc:docMk/>
          <pc:sldMk cId="3890046648" sldId="358"/>
        </pc:sldMkLst>
      </pc:sldChg>
      <pc:sldChg chg="modSp add mod">
        <pc:chgData name="shibariku0623@icloud.com" userId="47b6e960b06a1f92" providerId="LiveId" clId="{5EBDACD4-D3C4-47C3-ABE7-574A64633C45}" dt="2025-05-08T20:09:42.517" v="110" actId="207"/>
        <pc:sldMkLst>
          <pc:docMk/>
          <pc:sldMk cId="391639119" sldId="360"/>
        </pc:sldMkLst>
        <pc:spChg chg="mod">
          <ac:chgData name="shibariku0623@icloud.com" userId="47b6e960b06a1f92" providerId="LiveId" clId="{5EBDACD4-D3C4-47C3-ABE7-574A64633C45}" dt="2025-05-08T20:09:42.517" v="110" actId="207"/>
          <ac:spMkLst>
            <pc:docMk/>
            <pc:sldMk cId="391639119" sldId="360"/>
            <ac:spMk id="515" creationId="{81F50A86-9562-725B-C90B-3155E0D19EB6}"/>
          </ac:spMkLst>
        </pc:spChg>
      </pc:sldChg>
      <pc:sldChg chg="modSp add mod ord">
        <pc:chgData name="shibariku0623@icloud.com" userId="47b6e960b06a1f92" providerId="LiveId" clId="{5EBDACD4-D3C4-47C3-ABE7-574A64633C45}" dt="2025-05-08T20:09:38.049" v="109" actId="207"/>
        <pc:sldMkLst>
          <pc:docMk/>
          <pc:sldMk cId="884789461" sldId="361"/>
        </pc:sldMkLst>
        <pc:spChg chg="mod">
          <ac:chgData name="shibariku0623@icloud.com" userId="47b6e960b06a1f92" providerId="LiveId" clId="{5EBDACD4-D3C4-47C3-ABE7-574A64633C45}" dt="2025-05-08T20:09:38.049" v="109" actId="207"/>
          <ac:spMkLst>
            <pc:docMk/>
            <pc:sldMk cId="884789461" sldId="361"/>
            <ac:spMk id="515" creationId="{45FEE870-62AB-50E6-D30D-F8F9D57096B5}"/>
          </ac:spMkLst>
        </pc:spChg>
      </pc:sldChg>
      <pc:sldChg chg="delSp modSp add mod">
        <pc:chgData name="shibariku0623@icloud.com" userId="47b6e960b06a1f92" providerId="LiveId" clId="{5EBDACD4-D3C4-47C3-ABE7-574A64633C45}" dt="2025-05-08T20:13:41.952" v="133" actId="20577"/>
        <pc:sldMkLst>
          <pc:docMk/>
          <pc:sldMk cId="953242606" sldId="362"/>
        </pc:sldMkLst>
        <pc:spChg chg="mod">
          <ac:chgData name="shibariku0623@icloud.com" userId="47b6e960b06a1f92" providerId="LiveId" clId="{5EBDACD4-D3C4-47C3-ABE7-574A64633C45}" dt="2025-05-08T20:13:41.952" v="133" actId="20577"/>
          <ac:spMkLst>
            <pc:docMk/>
            <pc:sldMk cId="953242606" sldId="362"/>
            <ac:spMk id="5" creationId="{F4C6E962-1682-6D74-EA96-1F07AA9F6988}"/>
          </ac:spMkLst>
        </pc:spChg>
      </pc:sldChg>
      <pc:sldChg chg="add del">
        <pc:chgData name="shibariku0623@icloud.com" userId="47b6e960b06a1f92" providerId="LiveId" clId="{5EBDACD4-D3C4-47C3-ABE7-574A64633C45}" dt="2025-05-08T22:05:39.489" v="1811" actId="47"/>
        <pc:sldMkLst>
          <pc:docMk/>
          <pc:sldMk cId="2833152822" sldId="363"/>
        </pc:sldMkLst>
      </pc:sldChg>
      <pc:sldChg chg="addSp delSp modSp add mod ord modShow">
        <pc:chgData name="shibariku0623@icloud.com" userId="47b6e960b06a1f92" providerId="LiveId" clId="{5EBDACD4-D3C4-47C3-ABE7-574A64633C45}" dt="2025-05-08T22:06:06.727" v="1816" actId="729"/>
        <pc:sldMkLst>
          <pc:docMk/>
          <pc:sldMk cId="2694686129" sldId="364"/>
        </pc:sldMkLst>
        <pc:spChg chg="mod">
          <ac:chgData name="shibariku0623@icloud.com" userId="47b6e960b06a1f92" providerId="LiveId" clId="{5EBDACD4-D3C4-47C3-ABE7-574A64633C45}" dt="2025-05-08T20:13:48.006" v="159" actId="20577"/>
          <ac:spMkLst>
            <pc:docMk/>
            <pc:sldMk cId="2694686129" sldId="364"/>
            <ac:spMk id="3" creationId="{A1DF3554-EC11-AB5C-67F2-E3400E588E79}"/>
          </ac:spMkLst>
        </pc:spChg>
        <pc:spChg chg="add mod">
          <ac:chgData name="shibariku0623@icloud.com" userId="47b6e960b06a1f92" providerId="LiveId" clId="{5EBDACD4-D3C4-47C3-ABE7-574A64633C45}" dt="2025-05-08T20:54:22.651" v="635" actId="1076"/>
          <ac:spMkLst>
            <pc:docMk/>
            <pc:sldMk cId="2694686129" sldId="364"/>
            <ac:spMk id="5" creationId="{04444B0F-1DCD-6631-B1EB-3378EF78239E}"/>
          </ac:spMkLst>
        </pc:spChg>
        <pc:spChg chg="add mod">
          <ac:chgData name="shibariku0623@icloud.com" userId="47b6e960b06a1f92" providerId="LiveId" clId="{5EBDACD4-D3C4-47C3-ABE7-574A64633C45}" dt="2025-05-08T20:55:15.586" v="678" actId="1076"/>
          <ac:spMkLst>
            <pc:docMk/>
            <pc:sldMk cId="2694686129" sldId="364"/>
            <ac:spMk id="6" creationId="{D9F4DAB0-25B3-269D-CB53-29264928E265}"/>
          </ac:spMkLst>
        </pc:spChg>
        <pc:spChg chg="add mod">
          <ac:chgData name="shibariku0623@icloud.com" userId="47b6e960b06a1f92" providerId="LiveId" clId="{5EBDACD4-D3C4-47C3-ABE7-574A64633C45}" dt="2025-05-08T20:57:45.400" v="832" actId="20577"/>
          <ac:spMkLst>
            <pc:docMk/>
            <pc:sldMk cId="2694686129" sldId="364"/>
            <ac:spMk id="7" creationId="{ED303B90-3795-D140-B5D3-136929347A27}"/>
          </ac:spMkLst>
        </pc:spChg>
        <pc:spChg chg="mod">
          <ac:chgData name="shibariku0623@icloud.com" userId="47b6e960b06a1f92" providerId="LiveId" clId="{5EBDACD4-D3C4-47C3-ABE7-574A64633C45}" dt="2025-05-08T20:21:07.568" v="183" actId="20577"/>
          <ac:spMkLst>
            <pc:docMk/>
            <pc:sldMk cId="2694686129" sldId="364"/>
            <ac:spMk id="9" creationId="{47CB4041-E53C-B6ED-42C0-2F6590E2BB96}"/>
          </ac:spMkLst>
        </pc:spChg>
        <pc:spChg chg="mod">
          <ac:chgData name="shibariku0623@icloud.com" userId="47b6e960b06a1f92" providerId="LiveId" clId="{5EBDACD4-D3C4-47C3-ABE7-574A64633C45}" dt="2025-05-08T20:54:37.030" v="638" actId="1076"/>
          <ac:spMkLst>
            <pc:docMk/>
            <pc:sldMk cId="2694686129" sldId="364"/>
            <ac:spMk id="27" creationId="{713EAAC7-A111-8A32-6D9E-DABEEC8AE587}"/>
          </ac:spMkLst>
        </pc:spChg>
        <pc:spChg chg="add mod ord">
          <ac:chgData name="shibariku0623@icloud.com" userId="47b6e960b06a1f92" providerId="LiveId" clId="{5EBDACD4-D3C4-47C3-ABE7-574A64633C45}" dt="2025-05-08T20:54:31.532" v="636" actId="14100"/>
          <ac:spMkLst>
            <pc:docMk/>
            <pc:sldMk cId="2694686129" sldId="364"/>
            <ac:spMk id="28" creationId="{B98C093E-B56D-B61A-7762-7AC7D9AE580E}"/>
          </ac:spMkLst>
        </pc:spChg>
        <pc:spChg chg="mod">
          <ac:chgData name="shibariku0623@icloud.com" userId="47b6e960b06a1f92" providerId="LiveId" clId="{5EBDACD4-D3C4-47C3-ABE7-574A64633C45}" dt="2025-05-08T20:55:00.752" v="676" actId="1076"/>
          <ac:spMkLst>
            <pc:docMk/>
            <pc:sldMk cId="2694686129" sldId="364"/>
            <ac:spMk id="35" creationId="{37E7B577-1053-1411-4C84-15CE3559CB40}"/>
          </ac:spMkLst>
        </pc:spChg>
        <pc:spChg chg="mod">
          <ac:chgData name="shibariku0623@icloud.com" userId="47b6e960b06a1f92" providerId="LiveId" clId="{5EBDACD4-D3C4-47C3-ABE7-574A64633C45}" dt="2025-05-08T20:51:09.941" v="516" actId="20577"/>
          <ac:spMkLst>
            <pc:docMk/>
            <pc:sldMk cId="2694686129" sldId="364"/>
            <ac:spMk id="37" creationId="{57AA8263-2BC9-8894-CEDD-D8B08D194ABD}"/>
          </ac:spMkLst>
        </pc:spChg>
        <pc:spChg chg="add mod">
          <ac:chgData name="shibariku0623@icloud.com" userId="47b6e960b06a1f92" providerId="LiveId" clId="{5EBDACD4-D3C4-47C3-ABE7-574A64633C45}" dt="2025-05-08T20:56:16.427" v="791" actId="1076"/>
          <ac:spMkLst>
            <pc:docMk/>
            <pc:sldMk cId="2694686129" sldId="364"/>
            <ac:spMk id="40" creationId="{F64ED059-D4EF-493C-5610-03B1ED6DEFF6}"/>
          </ac:spMkLst>
        </pc:spChg>
        <pc:spChg chg="mod">
          <ac:chgData name="shibariku0623@icloud.com" userId="47b6e960b06a1f92" providerId="LiveId" clId="{5EBDACD4-D3C4-47C3-ABE7-574A64633C45}" dt="2025-05-08T20:54:42.375" v="639" actId="1076"/>
          <ac:spMkLst>
            <pc:docMk/>
            <pc:sldMk cId="2694686129" sldId="364"/>
            <ac:spMk id="41" creationId="{91038B84-745A-001C-05C5-43DFA359236D}"/>
          </ac:spMkLst>
        </pc:spChg>
        <pc:grpChg chg="mod">
          <ac:chgData name="shibariku0623@icloud.com" userId="47b6e960b06a1f92" providerId="LiveId" clId="{5EBDACD4-D3C4-47C3-ABE7-574A64633C45}" dt="2025-05-08T20:21:01.888" v="162" actId="1076"/>
          <ac:grpSpMkLst>
            <pc:docMk/>
            <pc:sldMk cId="2694686129" sldId="364"/>
            <ac:grpSpMk id="8" creationId="{0BC2B47F-3739-A87B-0276-BC8ADB39DA1E}"/>
          </ac:grpSpMkLst>
        </pc:grpChg>
        <pc:grpChg chg="mod">
          <ac:chgData name="shibariku0623@icloud.com" userId="47b6e960b06a1f92" providerId="LiveId" clId="{5EBDACD4-D3C4-47C3-ABE7-574A64633C45}" dt="2025-05-08T20:53:58.771" v="629" actId="1076"/>
          <ac:grpSpMkLst>
            <pc:docMk/>
            <pc:sldMk cId="2694686129" sldId="364"/>
            <ac:grpSpMk id="36" creationId="{32233F6B-EBD5-E4F8-74EA-64E0471467D6}"/>
          </ac:grpSpMkLst>
        </pc:grpChg>
      </pc:sldChg>
      <pc:sldChg chg="addSp delSp modSp add mod ord modShow">
        <pc:chgData name="shibariku0623@icloud.com" userId="47b6e960b06a1f92" providerId="LiveId" clId="{5EBDACD4-D3C4-47C3-ABE7-574A64633C45}" dt="2025-05-08T22:05:46.940" v="1812" actId="729"/>
        <pc:sldMkLst>
          <pc:docMk/>
          <pc:sldMk cId="4083647255" sldId="365"/>
        </pc:sldMkLst>
        <pc:spChg chg="mod">
          <ac:chgData name="shibariku0623@icloud.com" userId="47b6e960b06a1f92" providerId="LiveId" clId="{5EBDACD4-D3C4-47C3-ABE7-574A64633C45}" dt="2025-05-08T20:58:35.081" v="882" actId="20577"/>
          <ac:spMkLst>
            <pc:docMk/>
            <pc:sldMk cId="4083647255" sldId="365"/>
            <ac:spMk id="3" creationId="{C666EE45-64D5-EC2F-2370-8F2980800896}"/>
          </ac:spMkLst>
        </pc:spChg>
        <pc:spChg chg="mod">
          <ac:chgData name="shibariku0623@icloud.com" userId="47b6e960b06a1f92" providerId="LiveId" clId="{5EBDACD4-D3C4-47C3-ABE7-574A64633C45}" dt="2025-05-08T20:58:41.375" v="900" actId="20577"/>
          <ac:spMkLst>
            <pc:docMk/>
            <pc:sldMk cId="4083647255" sldId="365"/>
            <ac:spMk id="9" creationId="{6D68DE7A-4E02-1BAB-8600-265A9B52A517}"/>
          </ac:spMkLst>
        </pc:spChg>
        <pc:spChg chg="add mod">
          <ac:chgData name="shibariku0623@icloud.com" userId="47b6e960b06a1f92" providerId="LiveId" clId="{5EBDACD4-D3C4-47C3-ABE7-574A64633C45}" dt="2025-05-08T21:14:08.934" v="1404" actId="20577"/>
          <ac:spMkLst>
            <pc:docMk/>
            <pc:sldMk cId="4083647255" sldId="365"/>
            <ac:spMk id="30" creationId="{A00CD72C-F42C-C174-4DE9-054DD8D9479D}"/>
          </ac:spMkLst>
        </pc:spChg>
        <pc:grpChg chg="mod">
          <ac:chgData name="shibariku0623@icloud.com" userId="47b6e960b06a1f92" providerId="LiveId" clId="{5EBDACD4-D3C4-47C3-ABE7-574A64633C45}" dt="2025-05-08T20:58:25.136" v="839" actId="1076"/>
          <ac:grpSpMkLst>
            <pc:docMk/>
            <pc:sldMk cId="4083647255" sldId="365"/>
            <ac:grpSpMk id="8" creationId="{873CC8C1-83F1-C2F4-0757-DDB3FC534B46}"/>
          </ac:grpSpMkLst>
        </pc:grpChg>
      </pc:sldChg>
      <pc:sldChg chg="addSp delSp modSp add mod modShow modNotesTx">
        <pc:chgData name="shibariku0623@icloud.com" userId="47b6e960b06a1f92" providerId="LiveId" clId="{5EBDACD4-D3C4-47C3-ABE7-574A64633C45}" dt="2025-05-09T04:13:47.230" v="2070" actId="20577"/>
        <pc:sldMkLst>
          <pc:docMk/>
          <pc:sldMk cId="2759595618" sldId="366"/>
        </pc:sldMkLst>
      </pc:sldChg>
      <pc:sldChg chg="addSp delSp modSp add mod modShow">
        <pc:chgData name="shibariku0623@icloud.com" userId="47b6e960b06a1f92" providerId="LiveId" clId="{5EBDACD4-D3C4-47C3-ABE7-574A64633C45}" dt="2025-05-08T22:05:51.881" v="1814" actId="729"/>
        <pc:sldMkLst>
          <pc:docMk/>
          <pc:sldMk cId="887469804" sldId="367"/>
        </pc:sldMkLst>
      </pc:sldChg>
      <pc:sldChg chg="addSp delSp modSp add mod modShow">
        <pc:chgData name="shibariku0623@icloud.com" userId="47b6e960b06a1f92" providerId="LiveId" clId="{5EBDACD4-D3C4-47C3-ABE7-574A64633C45}" dt="2025-05-08T22:10:29.428" v="1942" actId="1076"/>
        <pc:sldMkLst>
          <pc:docMk/>
          <pc:sldMk cId="3615601322" sldId="368"/>
        </pc:sldMkLst>
      </pc:sldChg>
    </pc:docChg>
  </pc:docChgLst>
  <pc:docChgLst>
    <pc:chgData name="shibariku0623@icloud.com" userId="47b6e960b06a1f92" providerId="LiveId" clId="{1955F884-A850-44BD-BAA4-3D5511B6E2C0}"/>
    <pc:docChg chg="undo redo custSel addSld delSld modSld sldOrd addSection delSection modSection">
      <pc:chgData name="shibariku0623@icloud.com" userId="47b6e960b06a1f92" providerId="LiveId" clId="{1955F884-A850-44BD-BAA4-3D5511B6E2C0}" dt="2025-03-28T05:36:15.537" v="4694" actId="20577"/>
      <pc:docMkLst>
        <pc:docMk/>
      </pc:docMkLst>
      <pc:sldChg chg="addSp modSp mod">
        <pc:chgData name="shibariku0623@icloud.com" userId="47b6e960b06a1f92" providerId="LiveId" clId="{1955F884-A850-44BD-BAA4-3D5511B6E2C0}" dt="2025-03-28T05:25:30.302" v="4651" actId="2711"/>
        <pc:sldMkLst>
          <pc:docMk/>
          <pc:sldMk cId="0" sldId="256"/>
        </pc:sldMkLst>
        <pc:spChg chg="add mod">
          <ac:chgData name="shibariku0623@icloud.com" userId="47b6e960b06a1f92" providerId="LiveId" clId="{1955F884-A850-44BD-BAA4-3D5511B6E2C0}" dt="2025-03-28T04:57:51.095" v="3825" actId="1076"/>
          <ac:spMkLst>
            <pc:docMk/>
            <pc:sldMk cId="0" sldId="256"/>
            <ac:spMk id="13" creationId="{9E46055B-DA28-1F66-CD59-78CAAB0910E0}"/>
          </ac:spMkLst>
        </pc:spChg>
        <pc:spChg chg="mod">
          <ac:chgData name="shibariku0623@icloud.com" userId="47b6e960b06a1f92" providerId="LiveId" clId="{1955F884-A850-44BD-BAA4-3D5511B6E2C0}" dt="2025-03-26T04:41:31.565" v="20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1955F884-A850-44BD-BAA4-3D5511B6E2C0}" dt="2025-03-28T05:25:30.302" v="4651" actId="27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ibariku0623@icloud.com" userId="47b6e960b06a1f92" providerId="LiveId" clId="{1955F884-A850-44BD-BAA4-3D5511B6E2C0}" dt="2025-03-28T05:25:30.302" v="4651" actId="2711"/>
          <ac:spMkLst>
            <pc:docMk/>
            <pc:sldMk cId="0" sldId="256"/>
            <ac:spMk id="20" creationId="{00000000-0000-0000-0000-000000000000}"/>
          </ac:spMkLst>
        </pc:spChg>
      </pc:sldChg>
      <pc:sldChg chg="del">
        <pc:chgData name="shibariku0623@icloud.com" userId="47b6e960b06a1f92" providerId="LiveId" clId="{1955F884-A850-44BD-BAA4-3D5511B6E2C0}" dt="2025-03-26T06:20:00.442" v="45" actId="47"/>
        <pc:sldMkLst>
          <pc:docMk/>
          <pc:sldMk cId="0" sldId="269"/>
        </pc:sldMkLst>
      </pc:sldChg>
      <pc:sldChg chg="del">
        <pc:chgData name="shibariku0623@icloud.com" userId="47b6e960b06a1f92" providerId="LiveId" clId="{1955F884-A850-44BD-BAA4-3D5511B6E2C0}" dt="2025-03-26T06:19:59.833" v="44" actId="47"/>
        <pc:sldMkLst>
          <pc:docMk/>
          <pc:sldMk cId="585515259" sldId="287"/>
        </pc:sldMkLst>
      </pc:sldChg>
      <pc:sldChg chg="del">
        <pc:chgData name="shibariku0623@icloud.com" userId="47b6e960b06a1f92" providerId="LiveId" clId="{1955F884-A850-44BD-BAA4-3D5511B6E2C0}" dt="2025-03-26T06:19:50.937" v="36" actId="47"/>
        <pc:sldMkLst>
          <pc:docMk/>
          <pc:sldMk cId="1250007382" sldId="29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799079156" sldId="298"/>
        </pc:sldMkLst>
      </pc:sldChg>
      <pc:sldChg chg="delSp modSp mod">
        <pc:chgData name="shibariku0623@icloud.com" userId="47b6e960b06a1f92" providerId="LiveId" clId="{1955F884-A850-44BD-BAA4-3D5511B6E2C0}" dt="2025-03-26T07:21:29.339" v="173" actId="1076"/>
        <pc:sldMkLst>
          <pc:docMk/>
          <pc:sldMk cId="1242965381" sldId="299"/>
        </pc:sldMkLst>
        <pc:spChg chg="mod">
          <ac:chgData name="shibariku0623@icloud.com" userId="47b6e960b06a1f92" providerId="LiveId" clId="{1955F884-A850-44BD-BAA4-3D5511B6E2C0}" dt="2025-03-26T07:21:24.379" v="172" actId="948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1955F884-A850-44BD-BAA4-3D5511B6E2C0}" dt="2025-03-26T07:21:24.379" v="172" actId="948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1955F884-A850-44BD-BAA4-3D5511B6E2C0}" dt="2025-03-26T07:21:29.339" v="173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del">
        <pc:chgData name="shibariku0623@icloud.com" userId="47b6e960b06a1f92" providerId="LiveId" clId="{1955F884-A850-44BD-BAA4-3D5511B6E2C0}" dt="2025-03-26T06:21:17.411" v="64" actId="47"/>
        <pc:sldMkLst>
          <pc:docMk/>
          <pc:sldMk cId="3577459148" sldId="300"/>
        </pc:sldMkLst>
      </pc:sldChg>
      <pc:sldChg chg="del">
        <pc:chgData name="shibariku0623@icloud.com" userId="47b6e960b06a1f92" providerId="LiveId" clId="{1955F884-A850-44BD-BAA4-3D5511B6E2C0}" dt="2025-03-26T06:19:50.807" v="35" actId="47"/>
        <pc:sldMkLst>
          <pc:docMk/>
          <pc:sldMk cId="375572077" sldId="30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435325129" sldId="30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994194877" sldId="303"/>
        </pc:sldMkLst>
      </pc:sldChg>
      <pc:sldChg chg="del">
        <pc:chgData name="shibariku0623@icloud.com" userId="47b6e960b06a1f92" providerId="LiveId" clId="{1955F884-A850-44BD-BAA4-3D5511B6E2C0}" dt="2025-03-26T06:19:53.215" v="41" actId="47"/>
        <pc:sldMkLst>
          <pc:docMk/>
          <pc:sldMk cId="2101278953" sldId="304"/>
        </pc:sldMkLst>
      </pc:sldChg>
      <pc:sldChg chg="del">
        <pc:chgData name="shibariku0623@icloud.com" userId="47b6e960b06a1f92" providerId="LiveId" clId="{1955F884-A850-44BD-BAA4-3D5511B6E2C0}" dt="2025-03-26T06:19:53.105" v="40" actId="47"/>
        <pc:sldMkLst>
          <pc:docMk/>
          <pc:sldMk cId="206283201" sldId="306"/>
        </pc:sldMkLst>
      </pc:sldChg>
      <pc:sldChg chg="del">
        <pc:chgData name="shibariku0623@icloud.com" userId="47b6e960b06a1f92" providerId="LiveId" clId="{1955F884-A850-44BD-BAA4-3D5511B6E2C0}" dt="2025-03-26T06:19:49.909" v="30" actId="47"/>
        <pc:sldMkLst>
          <pc:docMk/>
          <pc:sldMk cId="3350605095" sldId="313"/>
        </pc:sldMkLst>
      </pc:sldChg>
      <pc:sldChg chg="del">
        <pc:chgData name="shibariku0623@icloud.com" userId="47b6e960b06a1f92" providerId="LiveId" clId="{1955F884-A850-44BD-BAA4-3D5511B6E2C0}" dt="2025-03-26T06:19:50.459" v="32" actId="47"/>
        <pc:sldMkLst>
          <pc:docMk/>
          <pc:sldMk cId="3595308617" sldId="315"/>
        </pc:sldMkLst>
      </pc:sldChg>
      <pc:sldChg chg="del">
        <pc:chgData name="shibariku0623@icloud.com" userId="47b6e960b06a1f92" providerId="LiveId" clId="{1955F884-A850-44BD-BAA4-3D5511B6E2C0}" dt="2025-03-26T06:21:19.335" v="65" actId="47"/>
        <pc:sldMkLst>
          <pc:docMk/>
          <pc:sldMk cId="2998499187" sldId="316"/>
        </pc:sldMkLst>
      </pc:sldChg>
      <pc:sldChg chg="del">
        <pc:chgData name="shibariku0623@icloud.com" userId="47b6e960b06a1f92" providerId="LiveId" clId="{1955F884-A850-44BD-BAA4-3D5511B6E2C0}" dt="2025-03-26T06:19:53.368" v="43" actId="47"/>
        <pc:sldMkLst>
          <pc:docMk/>
          <pc:sldMk cId="882493429" sldId="330"/>
        </pc:sldMkLst>
      </pc:sldChg>
      <pc:sldChg chg="del">
        <pc:chgData name="shibariku0623@icloud.com" userId="47b6e960b06a1f92" providerId="LiveId" clId="{1955F884-A850-44BD-BAA4-3D5511B6E2C0}" dt="2025-03-26T06:21:24.494" v="66" actId="47"/>
        <pc:sldMkLst>
          <pc:docMk/>
          <pc:sldMk cId="3970509869" sldId="337"/>
        </pc:sldMkLst>
      </pc:sldChg>
      <pc:sldChg chg="del">
        <pc:chgData name="shibariku0623@icloud.com" userId="47b6e960b06a1f92" providerId="LiveId" clId="{1955F884-A850-44BD-BAA4-3D5511B6E2C0}" dt="2025-03-26T06:19:48.768" v="29" actId="47"/>
        <pc:sldMkLst>
          <pc:docMk/>
          <pc:sldMk cId="118621087" sldId="338"/>
        </pc:sldMkLst>
      </pc:sldChg>
      <pc:sldChg chg="del">
        <pc:chgData name="shibariku0623@icloud.com" userId="47b6e960b06a1f92" providerId="LiveId" clId="{1955F884-A850-44BD-BAA4-3D5511B6E2C0}" dt="2025-03-26T06:19:50.565" v="33" actId="47"/>
        <pc:sldMkLst>
          <pc:docMk/>
          <pc:sldMk cId="1135623113" sldId="339"/>
        </pc:sldMkLst>
      </pc:sldChg>
      <pc:sldChg chg="del">
        <pc:chgData name="shibariku0623@icloud.com" userId="47b6e960b06a1f92" providerId="LiveId" clId="{1955F884-A850-44BD-BAA4-3D5511B6E2C0}" dt="2025-03-26T06:19:51.178" v="37" actId="47"/>
        <pc:sldMkLst>
          <pc:docMk/>
          <pc:sldMk cId="1893174392" sldId="340"/>
        </pc:sldMkLst>
      </pc:sldChg>
      <pc:sldChg chg="del">
        <pc:chgData name="shibariku0623@icloud.com" userId="47b6e960b06a1f92" providerId="LiveId" clId="{1955F884-A850-44BD-BAA4-3D5511B6E2C0}" dt="2025-03-26T07:21:33.072" v="174" actId="47"/>
        <pc:sldMkLst>
          <pc:docMk/>
          <pc:sldMk cId="896587178" sldId="34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2731234333" sldId="34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352494329" sldId="343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838289704" sldId="344"/>
        </pc:sldMkLst>
      </pc:sldChg>
      <pc:sldChg chg="addSp delSp modSp mod ord modShow">
        <pc:chgData name="shibariku0623@icloud.com" userId="47b6e960b06a1f92" providerId="LiveId" clId="{1955F884-A850-44BD-BAA4-3D5511B6E2C0}" dt="2025-03-28T05:36:15.537" v="4694" actId="20577"/>
        <pc:sldMkLst>
          <pc:docMk/>
          <pc:sldMk cId="761964446" sldId="345"/>
        </pc:sldMkLst>
      </pc:sldChg>
      <pc:sldChg chg="del">
        <pc:chgData name="shibariku0623@icloud.com" userId="47b6e960b06a1f92" providerId="LiveId" clId="{1955F884-A850-44BD-BAA4-3D5511B6E2C0}" dt="2025-03-26T06:19:50.701" v="34" actId="47"/>
        <pc:sldMkLst>
          <pc:docMk/>
          <pc:sldMk cId="2174756327" sldId="347"/>
        </pc:sldMkLst>
      </pc:sldChg>
      <pc:sldChg chg="del">
        <pc:chgData name="shibariku0623@icloud.com" userId="47b6e960b06a1f92" providerId="LiveId" clId="{1955F884-A850-44BD-BAA4-3D5511B6E2C0}" dt="2025-03-26T06:20:01.776" v="46" actId="47"/>
        <pc:sldMkLst>
          <pc:docMk/>
          <pc:sldMk cId="2795838002" sldId="348"/>
        </pc:sldMkLst>
      </pc:sldChg>
      <pc:sldChg chg="del">
        <pc:chgData name="shibariku0623@icloud.com" userId="47b6e960b06a1f92" providerId="LiveId" clId="{1955F884-A850-44BD-BAA4-3D5511B6E2C0}" dt="2025-03-26T06:20:03.245" v="49" actId="47"/>
        <pc:sldMkLst>
          <pc:docMk/>
          <pc:sldMk cId="4144526097" sldId="349"/>
        </pc:sldMkLst>
      </pc:sldChg>
      <pc:sldChg chg="addSp delSp modSp mod ord">
        <pc:chgData name="shibariku0623@icloud.com" userId="47b6e960b06a1f92" providerId="LiveId" clId="{1955F884-A850-44BD-BAA4-3D5511B6E2C0}" dt="2025-03-26T12:39:05.135" v="1786" actId="1076"/>
        <pc:sldMkLst>
          <pc:docMk/>
          <pc:sldMk cId="3703406585" sldId="350"/>
        </pc:sldMkLst>
        <pc:spChg chg="add del mod topLvl">
          <ac:chgData name="shibariku0623@icloud.com" userId="47b6e960b06a1f92" providerId="LiveId" clId="{1955F884-A850-44BD-BAA4-3D5511B6E2C0}" dt="2025-03-26T12:39:05.135" v="1786" actId="1076"/>
          <ac:spMkLst>
            <pc:docMk/>
            <pc:sldMk cId="3703406585" sldId="350"/>
            <ac:spMk id="40" creationId="{FBA93A78-E2A3-2B8A-54F0-862FD69A2B5D}"/>
          </ac:spMkLst>
        </pc:spChg>
      </pc:sldChg>
      <pc:sldChg chg="del">
        <pc:chgData name="shibariku0623@icloud.com" userId="47b6e960b06a1f92" providerId="LiveId" clId="{1955F884-A850-44BD-BAA4-3D5511B6E2C0}" dt="2025-03-26T06:19:52.970" v="39" actId="47"/>
        <pc:sldMkLst>
          <pc:docMk/>
          <pc:sldMk cId="122755826" sldId="351"/>
        </pc:sldMkLst>
      </pc:sldChg>
      <pc:sldChg chg="add del">
        <pc:chgData name="shibariku0623@icloud.com" userId="47b6e960b06a1f92" providerId="LiveId" clId="{1955F884-A850-44BD-BAA4-3D5511B6E2C0}" dt="2025-03-26T06:21:41.916" v="68" actId="47"/>
        <pc:sldMkLst>
          <pc:docMk/>
          <pc:sldMk cId="2369132893" sldId="351"/>
        </pc:sldMkLst>
      </pc:sldChg>
      <pc:sldChg chg="del">
        <pc:chgData name="shibariku0623@icloud.com" userId="47b6e960b06a1f92" providerId="LiveId" clId="{1955F884-A850-44BD-BAA4-3D5511B6E2C0}" dt="2025-03-26T06:20:05.573" v="52" actId="47"/>
        <pc:sldMkLst>
          <pc:docMk/>
          <pc:sldMk cId="247152735" sldId="352"/>
        </pc:sldMkLst>
      </pc:sldChg>
      <pc:sldChg chg="add ord">
        <pc:chgData name="shibariku0623@icloud.com" userId="47b6e960b06a1f92" providerId="LiveId" clId="{1955F884-A850-44BD-BAA4-3D5511B6E2C0}" dt="2025-03-26T06:22:20.027" v="75"/>
        <pc:sldMkLst>
          <pc:docMk/>
          <pc:sldMk cId="2561804069" sldId="352"/>
        </pc:sldMkLst>
      </pc:sldChg>
      <pc:sldChg chg="del">
        <pc:chgData name="shibariku0623@icloud.com" userId="47b6e960b06a1f92" providerId="LiveId" clId="{1955F884-A850-44BD-BAA4-3D5511B6E2C0}" dt="2025-03-26T06:19:41.110" v="26" actId="47"/>
        <pc:sldMkLst>
          <pc:docMk/>
          <pc:sldMk cId="1432675675" sldId="353"/>
        </pc:sldMkLst>
      </pc:sldChg>
      <pc:sldChg chg="addSp delSp modSp add mod ord">
        <pc:chgData name="shibariku0623@icloud.com" userId="47b6e960b06a1f92" providerId="LiveId" clId="{1955F884-A850-44BD-BAA4-3D5511B6E2C0}" dt="2025-03-28T05:04:06.301" v="3987" actId="1076"/>
        <pc:sldMkLst>
          <pc:docMk/>
          <pc:sldMk cId="1839823296" sldId="353"/>
        </pc:sldMkLst>
        <pc:spChg chg="add mod">
          <ac:chgData name="shibariku0623@icloud.com" userId="47b6e960b06a1f92" providerId="LiveId" clId="{1955F884-A850-44BD-BAA4-3D5511B6E2C0}" dt="2025-03-26T08:19:55.536" v="249" actId="20577"/>
          <ac:spMkLst>
            <pc:docMk/>
            <pc:sldMk cId="1839823296" sldId="353"/>
            <ac:spMk id="3" creationId="{2E8FD745-6583-A4E2-96D5-550D9CD753F2}"/>
          </ac:spMkLst>
        </pc:spChg>
        <pc:spChg chg="mod">
          <ac:chgData name="shibariku0623@icloud.com" userId="47b6e960b06a1f92" providerId="LiveId" clId="{1955F884-A850-44BD-BAA4-3D5511B6E2C0}" dt="2025-03-26T08:44:49.270" v="412" actId="20577"/>
          <ac:spMkLst>
            <pc:docMk/>
            <pc:sldMk cId="1839823296" sldId="353"/>
            <ac:spMk id="9" creationId="{9AEA600C-7DC7-491F-2610-794663655BEF}"/>
          </ac:spMkLst>
        </pc:spChg>
        <pc:spChg chg="mod">
          <ac:chgData name="shibariku0623@icloud.com" userId="47b6e960b06a1f92" providerId="LiveId" clId="{1955F884-A850-44BD-BAA4-3D5511B6E2C0}" dt="2025-03-26T08:44:33.548" v="386"/>
          <ac:spMkLst>
            <pc:docMk/>
            <pc:sldMk cId="1839823296" sldId="353"/>
            <ac:spMk id="26" creationId="{6728D633-723E-FC3E-3569-1F1B35914104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27" creationId="{9BA32C65-E2AB-29BE-89FF-84943B5F1B94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29" creationId="{7D6250E1-4234-5829-2BED-A233DBEE4B18}"/>
          </ac:spMkLst>
        </pc:spChg>
        <pc:spChg chg="mod">
          <ac:chgData name="shibariku0623@icloud.com" userId="47b6e960b06a1f92" providerId="LiveId" clId="{1955F884-A850-44BD-BAA4-3D5511B6E2C0}" dt="2025-03-26T08:52:20.603" v="660" actId="20577"/>
          <ac:spMkLst>
            <pc:docMk/>
            <pc:sldMk cId="1839823296" sldId="353"/>
            <ac:spMk id="31" creationId="{1748A553-7691-7BB2-FAE7-DE23A26395F0}"/>
          </ac:spMkLst>
        </pc:spChg>
        <pc:spChg chg="mod">
          <ac:chgData name="shibariku0623@icloud.com" userId="47b6e960b06a1f92" providerId="LiveId" clId="{1955F884-A850-44BD-BAA4-3D5511B6E2C0}" dt="2025-03-26T08:52:10.433" v="649"/>
          <ac:spMkLst>
            <pc:docMk/>
            <pc:sldMk cId="1839823296" sldId="353"/>
            <ac:spMk id="32" creationId="{856F9FBA-A477-1AF8-AC8B-631C752F0AD6}"/>
          </ac:spMkLst>
        </pc:spChg>
        <pc:spChg chg="add del mod">
          <ac:chgData name="shibariku0623@icloud.com" userId="47b6e960b06a1f92" providerId="LiveId" clId="{1955F884-A850-44BD-BAA4-3D5511B6E2C0}" dt="2025-03-28T04:09:10.969" v="3657" actId="5793"/>
          <ac:spMkLst>
            <pc:docMk/>
            <pc:sldMk cId="1839823296" sldId="353"/>
            <ac:spMk id="33" creationId="{2290DD55-5868-8A71-4438-C87EF6FB3036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34" creationId="{C46BDFA9-E811-6F15-5241-C1D9BDDA46E3}"/>
          </ac:spMkLst>
        </pc:spChg>
        <pc:spChg chg="add mod">
          <ac:chgData name="shibariku0623@icloud.com" userId="47b6e960b06a1f92" providerId="LiveId" clId="{1955F884-A850-44BD-BAA4-3D5511B6E2C0}" dt="2025-03-28T04:58:22.346" v="3828" actId="1076"/>
          <ac:spMkLst>
            <pc:docMk/>
            <pc:sldMk cId="1839823296" sldId="353"/>
            <ac:spMk id="35" creationId="{CF4B3684-5CC8-016C-ACCF-A2281BFE663A}"/>
          </ac:spMkLst>
        </pc:spChg>
        <pc:spChg chg="mod">
          <ac:chgData name="shibariku0623@icloud.com" userId="47b6e960b06a1f92" providerId="LiveId" clId="{1955F884-A850-44BD-BAA4-3D5511B6E2C0}" dt="2025-03-26T09:02:06.237" v="977" actId="20577"/>
          <ac:spMkLst>
            <pc:docMk/>
            <pc:sldMk cId="1839823296" sldId="353"/>
            <ac:spMk id="37" creationId="{A66FE43E-0D02-30E3-C5AC-FAE445B7A941}"/>
          </ac:spMkLst>
        </pc:spChg>
        <pc:spChg chg="mod">
          <ac:chgData name="shibariku0623@icloud.com" userId="47b6e960b06a1f92" providerId="LiveId" clId="{1955F884-A850-44BD-BAA4-3D5511B6E2C0}" dt="2025-03-26T09:02:00.280" v="964"/>
          <ac:spMkLst>
            <pc:docMk/>
            <pc:sldMk cId="1839823296" sldId="353"/>
            <ac:spMk id="38" creationId="{9BACC1F7-16E5-CEF4-18BC-9133D52CBA41}"/>
          </ac:spMkLst>
        </pc:spChg>
        <pc:spChg chg="add mod">
          <ac:chgData name="shibariku0623@icloud.com" userId="47b6e960b06a1f92" providerId="LiveId" clId="{1955F884-A850-44BD-BAA4-3D5511B6E2C0}" dt="2025-03-26T09:05:40.396" v="1023" actId="1076"/>
          <ac:spMkLst>
            <pc:docMk/>
            <pc:sldMk cId="1839823296" sldId="353"/>
            <ac:spMk id="41" creationId="{EFD7DA9D-A1C5-E58E-24EC-DE88E7D637FE}"/>
          </ac:spMkLst>
        </pc:spChg>
        <pc:spChg chg="add mod">
          <ac:chgData name="shibariku0623@icloud.com" userId="47b6e960b06a1f92" providerId="LiveId" clId="{1955F884-A850-44BD-BAA4-3D5511B6E2C0}" dt="2025-03-28T05:04:05.243" v="3981" actId="1076"/>
          <ac:spMkLst>
            <pc:docMk/>
            <pc:sldMk cId="1839823296" sldId="353"/>
            <ac:spMk id="42" creationId="{55F3C078-4010-EED2-4A08-9F4AD53B9BAB}"/>
          </ac:spMkLst>
        </pc:spChg>
        <pc:grpChg chg="add mod">
          <ac:chgData name="shibariku0623@icloud.com" userId="47b6e960b06a1f92" providerId="LiveId" clId="{1955F884-A850-44BD-BAA4-3D5511B6E2C0}" dt="2025-03-28T04:58:11.246" v="3827" actId="1076"/>
          <ac:grpSpMkLst>
            <pc:docMk/>
            <pc:sldMk cId="1839823296" sldId="353"/>
            <ac:grpSpMk id="8" creationId="{388ACCB2-BF29-D5D4-7DCD-76178E698937}"/>
          </ac:grpSpMkLst>
        </pc:grpChg>
        <pc:grpChg chg="mod">
          <ac:chgData name="shibariku0623@icloud.com" userId="47b6e960b06a1f92" providerId="LiveId" clId="{1955F884-A850-44BD-BAA4-3D5511B6E2C0}" dt="2025-03-26T09:05:33.235" v="1022" actId="1076"/>
          <ac:grpSpMkLst>
            <pc:docMk/>
            <pc:sldMk cId="1839823296" sldId="353"/>
            <ac:grpSpMk id="10" creationId="{37B588F8-D1F9-A7CB-7907-D079845B8A5B}"/>
          </ac:grpSpMkLst>
        </pc:grpChg>
        <pc:grpChg chg="add mod">
          <ac:chgData name="shibariku0623@icloud.com" userId="47b6e960b06a1f92" providerId="LiveId" clId="{1955F884-A850-44BD-BAA4-3D5511B6E2C0}" dt="2025-03-26T09:05:40.396" v="1023" actId="1076"/>
          <ac:grpSpMkLst>
            <pc:docMk/>
            <pc:sldMk cId="1839823296" sldId="353"/>
            <ac:grpSpMk id="30" creationId="{F047786E-814E-AA8C-0089-D190BCD9C103}"/>
          </ac:grpSpMkLst>
        </pc:grpChg>
        <pc:grpChg chg="add mod">
          <ac:chgData name="shibariku0623@icloud.com" userId="47b6e960b06a1f92" providerId="LiveId" clId="{1955F884-A850-44BD-BAA4-3D5511B6E2C0}" dt="2025-03-28T04:58:22.346" v="3828" actId="1076"/>
          <ac:grpSpMkLst>
            <pc:docMk/>
            <pc:sldMk cId="1839823296" sldId="353"/>
            <ac:grpSpMk id="36" creationId="{E77AFF26-1458-3CB4-28F3-5612EC8FDD17}"/>
          </ac:grpSpMkLst>
        </pc:grpChg>
        <pc:picChg chg="add mod">
          <ac:chgData name="shibariku0623@icloud.com" userId="47b6e960b06a1f92" providerId="LiveId" clId="{1955F884-A850-44BD-BAA4-3D5511B6E2C0}" dt="2025-03-28T05:04:06.301" v="3987" actId="1076"/>
          <ac:picMkLst>
            <pc:docMk/>
            <pc:sldMk cId="1839823296" sldId="353"/>
            <ac:picMk id="4" creationId="{5F056377-98C0-F647-35AE-818CBE60B0BE}"/>
          </ac:picMkLst>
        </pc:picChg>
        <pc:picChg chg="add mod">
          <ac:chgData name="shibariku0623@icloud.com" userId="47b6e960b06a1f92" providerId="LiveId" clId="{1955F884-A850-44BD-BAA4-3D5511B6E2C0}" dt="2025-03-28T05:04:05.949" v="3985" actId="1076"/>
          <ac:picMkLst>
            <pc:docMk/>
            <pc:sldMk cId="1839823296" sldId="353"/>
            <ac:picMk id="39" creationId="{8DCDB9DF-84CA-4F74-8996-879D8BF7CA6D}"/>
          </ac:picMkLst>
        </pc:picChg>
      </pc:sldChg>
      <pc:sldChg chg="addSp delSp modSp add mod ord modNotesTx">
        <pc:chgData name="shibariku0623@icloud.com" userId="47b6e960b06a1f92" providerId="LiveId" clId="{1955F884-A850-44BD-BAA4-3D5511B6E2C0}" dt="2025-03-28T05:08:21.760" v="4113" actId="478"/>
        <pc:sldMkLst>
          <pc:docMk/>
          <pc:sldMk cId="427512372" sldId="354"/>
        </pc:sldMkLst>
        <pc:spChg chg="add mod">
          <ac:chgData name="shibariku0623@icloud.com" userId="47b6e960b06a1f92" providerId="LiveId" clId="{1955F884-A850-44BD-BAA4-3D5511B6E2C0}" dt="2025-03-26T09:07:06.820" v="1067" actId="20577"/>
          <ac:spMkLst>
            <pc:docMk/>
            <pc:sldMk cId="427512372" sldId="354"/>
            <ac:spMk id="3" creationId="{CC63A3F2-F528-F444-0694-96656D4D2EE7}"/>
          </ac:spMkLst>
        </pc:spChg>
        <pc:spChg chg="add mod">
          <ac:chgData name="shibariku0623@icloud.com" userId="47b6e960b06a1f92" providerId="LiveId" clId="{1955F884-A850-44BD-BAA4-3D5511B6E2C0}" dt="2025-03-26T15:34:11.588" v="2681" actId="1076"/>
          <ac:spMkLst>
            <pc:docMk/>
            <pc:sldMk cId="427512372" sldId="354"/>
            <ac:spMk id="26" creationId="{F654432F-30B3-B2B1-6908-94C95F95F10D}"/>
          </ac:spMkLst>
        </pc:spChg>
        <pc:spChg chg="mod topLvl">
          <ac:chgData name="shibariku0623@icloud.com" userId="47b6e960b06a1f92" providerId="LiveId" clId="{1955F884-A850-44BD-BAA4-3D5511B6E2C0}" dt="2025-03-26T15:34:09.746" v="2680" actId="1076"/>
          <ac:spMkLst>
            <pc:docMk/>
            <pc:sldMk cId="427512372" sldId="354"/>
            <ac:spMk id="28" creationId="{9DCD4B87-F981-F368-07DB-159F93AD6E73}"/>
          </ac:spMkLst>
        </pc:spChg>
        <pc:spChg chg="add mod">
          <ac:chgData name="shibariku0623@icloud.com" userId="47b6e960b06a1f92" providerId="LiveId" clId="{1955F884-A850-44BD-BAA4-3D5511B6E2C0}" dt="2025-03-26T15:34:16.138" v="2682" actId="1076"/>
          <ac:spMkLst>
            <pc:docMk/>
            <pc:sldMk cId="427512372" sldId="354"/>
            <ac:spMk id="30" creationId="{9D54E7EB-D170-71C9-9A5D-37BC4AE1D604}"/>
          </ac:spMkLst>
        </pc:spChg>
        <pc:spChg chg="add mod">
          <ac:chgData name="shibariku0623@icloud.com" userId="47b6e960b06a1f92" providerId="LiveId" clId="{1955F884-A850-44BD-BAA4-3D5511B6E2C0}" dt="2025-03-26T15:34:22.772" v="2683" actId="1076"/>
          <ac:spMkLst>
            <pc:docMk/>
            <pc:sldMk cId="427512372" sldId="354"/>
            <ac:spMk id="31" creationId="{3116C781-842F-0649-B753-C32F5959CADF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35" creationId="{22BA9913-4133-9691-CCD6-B7A21EDD07B8}"/>
          </ac:spMkLst>
        </pc:spChg>
        <pc:spChg chg="add mod">
          <ac:chgData name="shibariku0623@icloud.com" userId="47b6e960b06a1f92" providerId="LiveId" clId="{1955F884-A850-44BD-BAA4-3D5511B6E2C0}" dt="2025-03-26T15:43:08.397" v="2898" actId="1076"/>
          <ac:spMkLst>
            <pc:docMk/>
            <pc:sldMk cId="427512372" sldId="354"/>
            <ac:spMk id="36" creationId="{304B879A-56A1-794D-7013-49911F49614B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37" creationId="{B95166D6-74A7-F064-E749-A74A6FA4BDB6}"/>
          </ac:spMkLst>
        </pc:spChg>
        <pc:spChg chg="add mod">
          <ac:chgData name="shibariku0623@icloud.com" userId="47b6e960b06a1f92" providerId="LiveId" clId="{1955F884-A850-44BD-BAA4-3D5511B6E2C0}" dt="2025-03-26T15:45:31.320" v="2962" actId="20577"/>
          <ac:spMkLst>
            <pc:docMk/>
            <pc:sldMk cId="427512372" sldId="354"/>
            <ac:spMk id="38" creationId="{B5876D98-1CE6-CD92-293B-2F7245D03592}"/>
          </ac:spMkLst>
        </pc:spChg>
        <pc:spChg chg="add mod">
          <ac:chgData name="shibariku0623@icloud.com" userId="47b6e960b06a1f92" providerId="LiveId" clId="{1955F884-A850-44BD-BAA4-3D5511B6E2C0}" dt="2025-03-26T15:49:56.563" v="2992" actId="1076"/>
          <ac:spMkLst>
            <pc:docMk/>
            <pc:sldMk cId="427512372" sldId="354"/>
            <ac:spMk id="39" creationId="{0826B590-5BC7-BE29-01E3-4932A09CA75B}"/>
          </ac:spMkLst>
        </pc:spChg>
        <pc:spChg chg="add mod ord">
          <ac:chgData name="shibariku0623@icloud.com" userId="47b6e960b06a1f92" providerId="LiveId" clId="{1955F884-A850-44BD-BAA4-3D5511B6E2C0}" dt="2025-03-26T15:34:22.772" v="2683" actId="1076"/>
          <ac:spMkLst>
            <pc:docMk/>
            <pc:sldMk cId="427512372" sldId="354"/>
            <ac:spMk id="40" creationId="{ECC09C4C-217C-9855-FA25-980B3A1FD1E7}"/>
          </ac:spMkLst>
        </pc:spChg>
        <pc:spChg chg="add mod or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41" creationId="{A53FB69D-2B41-EC42-2A66-D90425E4E7A9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42" creationId="{573D8E9A-AF05-B5DC-9821-D6F43798DFB4}"/>
          </ac:spMkLst>
        </pc:spChg>
        <pc:spChg chg="add mod">
          <ac:chgData name="shibariku0623@icloud.com" userId="47b6e960b06a1f92" providerId="LiveId" clId="{1955F884-A850-44BD-BAA4-3D5511B6E2C0}" dt="2025-03-26T15:50:08.052" v="2995" actId="1076"/>
          <ac:spMkLst>
            <pc:docMk/>
            <pc:sldMk cId="427512372" sldId="354"/>
            <ac:spMk id="43" creationId="{ABDC11CB-F4EF-0711-E86F-4B53569677F7}"/>
          </ac:spMkLst>
        </pc:spChg>
        <pc:spChg chg="add mod">
          <ac:chgData name="shibariku0623@icloud.com" userId="47b6e960b06a1f92" providerId="LiveId" clId="{1955F884-A850-44BD-BAA4-3D5511B6E2C0}" dt="2025-03-26T15:44:31.152" v="2912" actId="1076"/>
          <ac:spMkLst>
            <pc:docMk/>
            <pc:sldMk cId="427512372" sldId="354"/>
            <ac:spMk id="44" creationId="{DA43D8C3-0B04-4A76-C0E1-C1063F81D74B}"/>
          </ac:spMkLst>
        </pc:spChg>
        <pc:spChg chg="add mod">
          <ac:chgData name="shibariku0623@icloud.com" userId="47b6e960b06a1f92" providerId="LiveId" clId="{1955F884-A850-44BD-BAA4-3D5511B6E2C0}" dt="2025-03-26T15:43:58.381" v="2906" actId="1076"/>
          <ac:spMkLst>
            <pc:docMk/>
            <pc:sldMk cId="427512372" sldId="354"/>
            <ac:spMk id="45" creationId="{66D5E141-3D79-304A-87A0-FBCDCEE101ED}"/>
          </ac:spMkLst>
        </pc:spChg>
        <pc:spChg chg="add mod ord">
          <ac:chgData name="shibariku0623@icloud.com" userId="47b6e960b06a1f92" providerId="LiveId" clId="{1955F884-A850-44BD-BAA4-3D5511B6E2C0}" dt="2025-03-26T15:44:31.152" v="2912" actId="1076"/>
          <ac:spMkLst>
            <pc:docMk/>
            <pc:sldMk cId="427512372" sldId="354"/>
            <ac:spMk id="46" creationId="{E0903AFE-C435-779F-32AC-20BD95A60CC3}"/>
          </ac:spMkLst>
        </pc:spChg>
        <pc:spChg chg="add mod">
          <ac:chgData name="shibariku0623@icloud.com" userId="47b6e960b06a1f92" providerId="LiveId" clId="{1955F884-A850-44BD-BAA4-3D5511B6E2C0}" dt="2025-03-26T15:50:00.728" v="2993" actId="1076"/>
          <ac:spMkLst>
            <pc:docMk/>
            <pc:sldMk cId="427512372" sldId="354"/>
            <ac:spMk id="47" creationId="{E2D0E963-BAA0-8729-70DC-2DB283D2676D}"/>
          </ac:spMkLst>
        </pc:spChg>
        <pc:spChg chg="add mod">
          <ac:chgData name="shibariku0623@icloud.com" userId="47b6e960b06a1f92" providerId="LiveId" clId="{1955F884-A850-44BD-BAA4-3D5511B6E2C0}" dt="2025-03-26T15:50:04.262" v="2994" actId="1076"/>
          <ac:spMkLst>
            <pc:docMk/>
            <pc:sldMk cId="427512372" sldId="354"/>
            <ac:spMk id="48" creationId="{7F2007BA-29E6-D354-F36C-8B51F0373C17}"/>
          </ac:spMkLst>
        </pc:spChg>
        <pc:spChg chg="add mod">
          <ac:chgData name="shibariku0623@icloud.com" userId="47b6e960b06a1f92" providerId="LiveId" clId="{1955F884-A850-44BD-BAA4-3D5511B6E2C0}" dt="2025-03-26T15:44:07.132" v="2907" actId="1076"/>
          <ac:spMkLst>
            <pc:docMk/>
            <pc:sldMk cId="427512372" sldId="354"/>
            <ac:spMk id="49" creationId="{354345D9-FC41-6BC9-B070-59AFBA435D96}"/>
          </ac:spMkLst>
        </pc:spChg>
        <pc:spChg chg="add mod">
          <ac:chgData name="shibariku0623@icloud.com" userId="47b6e960b06a1f92" providerId="LiveId" clId="{1955F884-A850-44BD-BAA4-3D5511B6E2C0}" dt="2025-03-26T15:49:28.700" v="2990" actId="14100"/>
          <ac:spMkLst>
            <pc:docMk/>
            <pc:sldMk cId="427512372" sldId="354"/>
            <ac:spMk id="50" creationId="{93ACDEA6-F40A-CF9F-FE1F-51F4FA31536D}"/>
          </ac:spMkLst>
        </pc:spChg>
        <pc:spChg chg="add mod ord">
          <ac:chgData name="shibariku0623@icloud.com" userId="47b6e960b06a1f92" providerId="LiveId" clId="{1955F884-A850-44BD-BAA4-3D5511B6E2C0}" dt="2025-03-26T15:49:23.490" v="2989" actId="1076"/>
          <ac:spMkLst>
            <pc:docMk/>
            <pc:sldMk cId="427512372" sldId="354"/>
            <ac:spMk id="51" creationId="{49822320-4F42-63FC-50BD-66784AF93ED1}"/>
          </ac:spMkLst>
        </pc:spChg>
      </pc:sldChg>
      <pc:sldChg chg="del">
        <pc:chgData name="shibariku0623@icloud.com" userId="47b6e960b06a1f92" providerId="LiveId" clId="{1955F884-A850-44BD-BAA4-3D5511B6E2C0}" dt="2025-03-26T06:19:53.286" v="42" actId="47"/>
        <pc:sldMkLst>
          <pc:docMk/>
          <pc:sldMk cId="2037067713" sldId="354"/>
        </pc:sldMkLst>
      </pc:sldChg>
      <pc:sldChg chg="add del">
        <pc:chgData name="shibariku0623@icloud.com" userId="47b6e960b06a1f92" providerId="LiveId" clId="{1955F884-A850-44BD-BAA4-3D5511B6E2C0}" dt="2025-03-27T04:21:04.554" v="3601" actId="47"/>
        <pc:sldMkLst>
          <pc:docMk/>
          <pc:sldMk cId="660865673" sldId="355"/>
        </pc:sldMkLst>
      </pc:sldChg>
      <pc:sldChg chg="del">
        <pc:chgData name="shibariku0623@icloud.com" userId="47b6e960b06a1f92" providerId="LiveId" clId="{1955F884-A850-44BD-BAA4-3D5511B6E2C0}" dt="2025-03-26T06:19:41.427" v="27" actId="47"/>
        <pc:sldMkLst>
          <pc:docMk/>
          <pc:sldMk cId="1814703424" sldId="355"/>
        </pc:sldMkLst>
      </pc:sldChg>
      <pc:sldChg chg="modSp add mod">
        <pc:chgData name="shibariku0623@icloud.com" userId="47b6e960b06a1f92" providerId="LiveId" clId="{1955F884-A850-44BD-BAA4-3D5511B6E2C0}" dt="2025-03-26T07:21:51.669" v="178" actId="207"/>
        <pc:sldMkLst>
          <pc:docMk/>
          <pc:sldMk cId="1149079620" sldId="356"/>
        </pc:sldMkLst>
      </pc:sldChg>
      <pc:sldChg chg="del">
        <pc:chgData name="shibariku0623@icloud.com" userId="47b6e960b06a1f92" providerId="LiveId" clId="{1955F884-A850-44BD-BAA4-3D5511B6E2C0}" dt="2025-03-26T06:20:09.029" v="56" actId="47"/>
        <pc:sldMkLst>
          <pc:docMk/>
          <pc:sldMk cId="3920436394" sldId="356"/>
        </pc:sldMkLst>
      </pc:sldChg>
      <pc:sldChg chg="del">
        <pc:chgData name="shibariku0623@icloud.com" userId="47b6e960b06a1f92" providerId="LiveId" clId="{1955F884-A850-44BD-BAA4-3D5511B6E2C0}" dt="2025-03-26T06:19:52.820" v="38" actId="47"/>
        <pc:sldMkLst>
          <pc:docMk/>
          <pc:sldMk cId="1042611668" sldId="357"/>
        </pc:sldMkLst>
      </pc:sldChg>
      <pc:sldChg chg="modSp add mod">
        <pc:chgData name="shibariku0623@icloud.com" userId="47b6e960b06a1f92" providerId="LiveId" clId="{1955F884-A850-44BD-BAA4-3D5511B6E2C0}" dt="2025-03-26T07:21:58.484" v="179" actId="207"/>
        <pc:sldMkLst>
          <pc:docMk/>
          <pc:sldMk cId="1607868842" sldId="357"/>
        </pc:sldMkLst>
      </pc:sldChg>
      <pc:sldChg chg="del">
        <pc:chgData name="shibariku0623@icloud.com" userId="47b6e960b06a1f92" providerId="LiveId" clId="{1955F884-A850-44BD-BAA4-3D5511B6E2C0}" dt="2025-03-26T06:19:44.256" v="28" actId="47"/>
        <pc:sldMkLst>
          <pc:docMk/>
          <pc:sldMk cId="2854338461" sldId="358"/>
        </pc:sldMkLst>
      </pc:sldChg>
      <pc:sldChg chg="modSp add mod">
        <pc:chgData name="shibariku0623@icloud.com" userId="47b6e960b06a1f92" providerId="LiveId" clId="{1955F884-A850-44BD-BAA4-3D5511B6E2C0}" dt="2025-03-26T07:22:02.625" v="180" actId="207"/>
        <pc:sldMkLst>
          <pc:docMk/>
          <pc:sldMk cId="3890046648" sldId="358"/>
        </pc:sldMkLst>
      </pc:sldChg>
      <pc:sldChg chg="add">
        <pc:chgData name="shibariku0623@icloud.com" userId="47b6e960b06a1f92" providerId="LiveId" clId="{1955F884-A850-44BD-BAA4-3D5511B6E2C0}" dt="2025-03-26T12:38:38.960" v="1775"/>
        <pc:sldMkLst>
          <pc:docMk/>
          <pc:sldMk cId="3000279953" sldId="359"/>
        </pc:sldMkLst>
      </pc:sldChg>
      <pc:sldChg chg="del">
        <pc:chgData name="shibariku0623@icloud.com" userId="47b6e960b06a1f92" providerId="LiveId" clId="{1955F884-A850-44BD-BAA4-3D5511B6E2C0}" dt="2025-03-26T06:20:02.650" v="48" actId="47"/>
        <pc:sldMkLst>
          <pc:docMk/>
          <pc:sldMk cId="3213100193" sldId="359"/>
        </pc:sldMkLst>
      </pc:sldChg>
      <pc:sldChg chg="addSp modSp add del mod">
        <pc:chgData name="shibariku0623@icloud.com" userId="47b6e960b06a1f92" providerId="LiveId" clId="{1955F884-A850-44BD-BAA4-3D5511B6E2C0}" dt="2025-03-26T15:49:41.774" v="2991" actId="47"/>
        <pc:sldMkLst>
          <pc:docMk/>
          <pc:sldMk cId="753210501" sldId="360"/>
        </pc:sldMkLst>
      </pc:sldChg>
      <pc:sldChg chg="del">
        <pc:chgData name="shibariku0623@icloud.com" userId="47b6e960b06a1f92" providerId="LiveId" clId="{1955F884-A850-44BD-BAA4-3D5511B6E2C0}" dt="2025-03-26T06:19:50.303" v="31" actId="47"/>
        <pc:sldMkLst>
          <pc:docMk/>
          <pc:sldMk cId="1550053534" sldId="360"/>
        </pc:sldMkLst>
      </pc:sldChg>
      <pc:sldChg chg="del">
        <pc:chgData name="shibariku0623@icloud.com" userId="47b6e960b06a1f92" providerId="LiveId" clId="{1955F884-A850-44BD-BAA4-3D5511B6E2C0}" dt="2025-03-26T06:20:02.369" v="47" actId="47"/>
        <pc:sldMkLst>
          <pc:docMk/>
          <pc:sldMk cId="1944587586" sldId="361"/>
        </pc:sldMkLst>
      </pc:sldChg>
      <pc:sldChg chg="del">
        <pc:chgData name="shibariku0623@icloud.com" userId="47b6e960b06a1f92" providerId="LiveId" clId="{1955F884-A850-44BD-BAA4-3D5511B6E2C0}" dt="2025-03-26T06:20:03.899" v="50" actId="47"/>
        <pc:sldMkLst>
          <pc:docMk/>
          <pc:sldMk cId="1684288140" sldId="362"/>
        </pc:sldMkLst>
      </pc:sldChg>
      <pc:sldChg chg="del">
        <pc:chgData name="shibariku0623@icloud.com" userId="47b6e960b06a1f92" providerId="LiveId" clId="{1955F884-A850-44BD-BAA4-3D5511B6E2C0}" dt="2025-03-26T06:20:07.505" v="54" actId="47"/>
        <pc:sldMkLst>
          <pc:docMk/>
          <pc:sldMk cId="750935696" sldId="363"/>
        </pc:sldMkLst>
      </pc:sldChg>
      <pc:sldChg chg="del">
        <pc:chgData name="shibariku0623@icloud.com" userId="47b6e960b06a1f92" providerId="LiveId" clId="{1955F884-A850-44BD-BAA4-3D5511B6E2C0}" dt="2025-03-26T06:20:08.382" v="55" actId="47"/>
        <pc:sldMkLst>
          <pc:docMk/>
          <pc:sldMk cId="3023196637" sldId="364"/>
        </pc:sldMkLst>
      </pc:sldChg>
      <pc:sldChg chg="del">
        <pc:chgData name="shibariku0623@icloud.com" userId="47b6e960b06a1f92" providerId="LiveId" clId="{1955F884-A850-44BD-BAA4-3D5511B6E2C0}" dt="2025-03-26T06:20:04.798" v="51" actId="47"/>
        <pc:sldMkLst>
          <pc:docMk/>
          <pc:sldMk cId="4081570848" sldId="366"/>
        </pc:sldMkLst>
      </pc:sldChg>
      <pc:sldChg chg="del">
        <pc:chgData name="shibariku0623@icloud.com" userId="47b6e960b06a1f92" providerId="LiveId" clId="{1955F884-A850-44BD-BAA4-3D5511B6E2C0}" dt="2025-03-26T06:20:06.531" v="53" actId="47"/>
        <pc:sldMkLst>
          <pc:docMk/>
          <pc:sldMk cId="1209596776" sldId="367"/>
        </pc:sldMkLst>
      </pc:sldChg>
      <pc:sldChg chg="del">
        <pc:chgData name="shibariku0623@icloud.com" userId="47b6e960b06a1f92" providerId="LiveId" clId="{1955F884-A850-44BD-BAA4-3D5511B6E2C0}" dt="2025-03-26T06:19:40.790" v="25" actId="47"/>
        <pc:sldMkLst>
          <pc:docMk/>
          <pc:sldMk cId="3559137235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2025/6/13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vml-expertguide.net/terms/dl/layers/convolution-layer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ウィグナーヴィレ分布・・・スペクトログラムの特徴量の差を強調してシャープにした感じのもの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endParaRPr kumimoji="1"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r>
              <a:rPr kumimoji="1"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InceptionNet</a:t>
            </a:r>
            <a:r>
              <a:rPr kumimoji="1"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・・・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ja-JP" altLang="en-US" b="0" i="0" u="none" strike="noStrike" dirty="0">
                <a:solidFill>
                  <a:srgbClr val="016391"/>
                </a:solidFill>
                <a:effectLst/>
                <a:latin typeface="Arial" panose="020B0604020202020204" pitchFamily="34" charset="0"/>
                <a:hlinkClick r:id="rId3" tooltip="畳み込み層(Convolution Layer)とその発展型"/>
              </a:rPr>
              <a:t>畳み込み層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を，計算効率の良い </a:t>
            </a:r>
            <a:r>
              <a:rPr lang="en-US" altLang="ja-JP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lang="ja-JP" altLang="en-US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ブロック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で近似・代替させた．</a:t>
            </a:r>
            <a:r>
              <a:rPr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より精度が高い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>
              <a:buNone/>
            </a:pP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画像をパッチに分割し、</a:t>
            </a:r>
            <a:r>
              <a:rPr lang="en-US" altLang="ja-JP" dirty="0"/>
              <a:t>Transformer</a:t>
            </a:r>
            <a:r>
              <a:rPr lang="ja-JP" altLang="en-US" dirty="0"/>
              <a:t>構造で処理するモデル。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自己注意機構により、長距離の依存関係を捉えやすい。大規模データセットで特に高精度を示す。</a:t>
            </a:r>
            <a:endParaRPr lang="en-US" altLang="ja-JP" dirty="0"/>
          </a:p>
          <a:p>
            <a:pPr>
              <a:buNone/>
            </a:pPr>
            <a:r>
              <a:rPr lang="en-US" altLang="ja-JP" dirty="0" err="1"/>
              <a:t>DenseNet</a:t>
            </a:r>
            <a:r>
              <a:rPr lang="ja-JP" altLang="en-US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各層がすべての前の層とフィーチャマップを共有し合う“密結合”構造。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パラメータ効率が高く、深い層でも勾配消失を抑制。小規模データにも比較的強いとされる。</a:t>
            </a:r>
          </a:p>
          <a:p>
            <a:pPr>
              <a:buNone/>
            </a:pPr>
            <a:r>
              <a:rPr lang="en-US" altLang="ja-JP" b="1" dirty="0"/>
              <a:t>Inception</a:t>
            </a:r>
            <a:r>
              <a:rPr lang="ja-JP" altLang="en-US" b="1" dirty="0"/>
              <a:t>系 </a:t>
            </a:r>
            <a:r>
              <a:rPr lang="en-US" altLang="ja-JP" b="1" dirty="0"/>
              <a:t>(</a:t>
            </a:r>
            <a:r>
              <a:rPr lang="en-US" altLang="ja-JP" b="1" dirty="0" err="1"/>
              <a:t>GoogLeNet</a:t>
            </a:r>
            <a:r>
              <a:rPr lang="en-US" altLang="ja-JP" b="1" dirty="0"/>
              <a:t>, Inception-v3 </a:t>
            </a:r>
            <a:r>
              <a:rPr lang="ja-JP" altLang="en-US" b="1" dirty="0"/>
              <a:t>等</a:t>
            </a:r>
            <a:r>
              <a:rPr lang="en-US" altLang="ja-JP" b="1" dirty="0"/>
              <a:t>)</a:t>
            </a:r>
            <a:r>
              <a:rPr lang="ja-JP" altLang="en-US" b="0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“Inception</a:t>
            </a:r>
            <a:r>
              <a:rPr lang="ja-JP" altLang="en-US" dirty="0"/>
              <a:t>モジュール”を用いた畳み込み層の多層化により、計算効率を保ちつつ高い精度を実現。</a:t>
            </a:r>
          </a:p>
          <a:p>
            <a:pPr>
              <a:buNone/>
            </a:pPr>
            <a:r>
              <a:rPr lang="en-US" altLang="ja-JP" dirty="0"/>
              <a:t>WaveNet</a:t>
            </a:r>
            <a:r>
              <a:rPr lang="ja-JP" altLang="en-US" dirty="0"/>
              <a:t>系・・・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時系列・音響特性を詳細に学習でき、特に高解像度の音声解析で有用。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2025年6月1</a:t>
            </a: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3</a:t>
            </a:r>
            <a:r>
              <a:rPr lang="en-US" sz="300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日</a:t>
            </a:r>
            <a:endParaRPr lang="en-US" sz="3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Century Gothic Paneuropean"/>
              <a:sym typeface="Century Gothic Paneuropean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581400" y="3924300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989E-2CF5-5365-AB0A-70EE6F9AF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18EA7E8-5B0B-3A9F-2603-8E43B6C8435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F266C889-CF2D-CF5C-8364-D43DDDE28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C4A2CA0-1117-DB07-C19F-D06AF24E0BD9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12AC2BE0-8A38-7E2D-43B9-954C99047E0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646A364C-D6C2-6FE6-74A1-ABABE1377E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1ECB3515-1497-08C2-D8EC-4E167A908C97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11F0612-F898-0A21-5584-18839CC6467F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EDBDDAF0-6355-34D5-EB81-E9FC0BD9A26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96988945-79C3-63C3-DE23-A68A907750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DF3B994A-1AE9-BB9F-D2CB-5C311DB085D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B001626F-0318-5DCD-30EF-457414D37A5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56651EA8-DFAC-C838-A803-45EB55F83B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CFB0648-1CE2-91B9-090A-7AAC1A81BAA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50E24760-7023-1367-6B9E-66DE76E2300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67AEADCC-B380-F1FF-6C48-58AFBD5D37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F57097FF-CAE8-4B9F-B90D-551E7DC7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5565B650-0BA5-BA12-06B5-1500D1F218BE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F7F9C61B-C328-11BF-A1A5-932F72D8F204}"/>
              </a:ext>
            </a:extLst>
          </p:cNvPr>
          <p:cNvGrpSpPr/>
          <p:nvPr/>
        </p:nvGrpSpPr>
        <p:grpSpPr>
          <a:xfrm>
            <a:off x="3581400" y="3924300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81F50A86-9562-725B-C90B-3155E0D19EB6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取り組んだこと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0051E3E8-C42A-86DC-88E3-01913E8D4DC4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3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9CC-FC29-4B0B-9B70-22FB240C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BA0998-CEB8-C6A4-951B-192D7C86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92890D5-EA6B-8415-AA15-3E663876403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DBC77A22-554B-568A-50D2-BE94A5A1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F17FFFC-0905-33B0-8045-C16BA8D366A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7496536-3133-F99C-2F0F-EF8E2A73F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154DDFE-FB2C-7256-457E-F3B42ADA92D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FDE3F02-27CE-9B13-DC92-A1A4AA10BDB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CFA170E-BFCC-4456-19C3-DE68D69C5CF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F18FD63-443E-1003-8D27-798754FA417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127CAE4B-180E-6718-D64E-31B86F49A5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52CFCAF-CB99-A202-559C-C93C832C92C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02EBF89-3DAD-00DE-BB77-A797BD8351E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D6936B7A-90A2-66CF-F389-61ABD6332CB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28DC4A4E-AB01-60D9-7D6D-D2DEDF682A8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E5EFB04-4C43-2406-74B5-998E1ECDDC6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E4D37E83-CF75-340E-B9F5-530CABEA22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CB75389-F04B-8DA0-49FB-89ECC5248E59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666EE45-64D5-EC2F-2370-8F2980800896}"/>
              </a:ext>
            </a:extLst>
          </p:cNvPr>
          <p:cNvSpPr txBox="1"/>
          <p:nvPr/>
        </p:nvSpPr>
        <p:spPr>
          <a:xfrm>
            <a:off x="1806795" y="305043"/>
            <a:ext cx="73372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取り組んだこと：先週まで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73CC8C1-83F1-C2F4-0757-DDB3FC534B46}"/>
              </a:ext>
            </a:extLst>
          </p:cNvPr>
          <p:cNvGrpSpPr/>
          <p:nvPr/>
        </p:nvGrpSpPr>
        <p:grpSpPr>
          <a:xfrm>
            <a:off x="1524000" y="1543414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D68DE7A-4E02-1BAB-8600-265A9B52A517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2800" dirty="0" err="1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AlexNet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と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ResNet50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で精度が上がらない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5305FBE-4BAC-85C5-EF0F-28DE0A51E70F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0" name="TextBox 24">
            <a:extLst>
              <a:ext uri="{FF2B5EF4-FFF2-40B4-BE49-F238E27FC236}">
                <a16:creationId xmlns:a16="http://schemas.microsoft.com/office/drawing/2014/main" id="{A00CD72C-F42C-C174-4DE9-054DD8D9479D}"/>
              </a:ext>
            </a:extLst>
          </p:cNvPr>
          <p:cNvSpPr txBox="1"/>
          <p:nvPr/>
        </p:nvSpPr>
        <p:spPr>
          <a:xfrm>
            <a:off x="1524001" y="3084313"/>
            <a:ext cx="6929795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今までのノイズなし時の回帰分析結果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6FC4A3EE-923B-E3F0-63D2-01414DDA3535}"/>
              </a:ext>
            </a:extLst>
          </p:cNvPr>
          <p:cNvSpPr txBox="1"/>
          <p:nvPr/>
        </p:nvSpPr>
        <p:spPr>
          <a:xfrm>
            <a:off x="10748605" y="3084313"/>
            <a:ext cx="6929795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今やってる回帰分析結果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28" name="図 27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3454060E-6A2A-D493-A053-1E93CF13A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53" y="3732312"/>
            <a:ext cx="7977584" cy="5983188"/>
          </a:xfrm>
          <a:prstGeom prst="rect">
            <a:avLst/>
          </a:prstGeom>
        </p:spPr>
      </p:pic>
      <p:pic>
        <p:nvPicPr>
          <p:cNvPr id="32" name="図 31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FFF9E507-674E-EFB7-A629-61D24B4A1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815" y="3730071"/>
            <a:ext cx="7977585" cy="598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4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5EE3-CB81-6C30-12F1-23565E28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D237D9-0A97-3EED-A5CA-5059541C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03F2C2F-446A-1E28-CB16-D9A31819040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07A3E63D-4733-2039-0619-915095642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0A3E237-A3EC-E67D-F878-23A5BA9CE8B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AD4C307-D92C-1A46-6751-4774EC1A20D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363A850B-0BBD-126C-31AF-EE003A523F7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0D3B2F59-6770-5A2F-C69F-8D7EA0925B5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00F149EB-B8AE-EE47-F5AF-008EA23692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1F40A32C-B3BF-FC43-A60D-A52259E2879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F9A9472-A3F2-A014-D4A8-DD63D29445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36083AF-9873-6660-5452-0ABD774B3DF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9B42650F-A202-32DE-DF71-D6C52054BF5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4E2F8A98-8939-0049-9EB1-E4921C9762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31E9817-314B-A069-19E3-C6599E9FC11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43CE0BCD-B2F2-4058-FB54-ECCFC9AFB79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67B7BBB7-DB80-8468-39D9-3A5BA72FEF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D588AE78-1CB0-AF6D-058A-3AB3BDFE2EA2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5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3F17B35F-383B-0EEC-4E2E-45B2060962F4}"/>
              </a:ext>
            </a:extLst>
          </p:cNvPr>
          <p:cNvSpPr txBox="1"/>
          <p:nvPr/>
        </p:nvSpPr>
        <p:spPr>
          <a:xfrm>
            <a:off x="1806795" y="305043"/>
            <a:ext cx="79468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取り組んだこと：先週まで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19D22AA-BF2F-DB36-0630-BC8F51E58B20}"/>
              </a:ext>
            </a:extLst>
          </p:cNvPr>
          <p:cNvGrpSpPr/>
          <p:nvPr/>
        </p:nvGrpSpPr>
        <p:grpSpPr>
          <a:xfrm>
            <a:off x="1524000" y="1543414"/>
            <a:ext cx="89154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528E2267-62E2-5E44-3578-0597CE496E7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2800" dirty="0" err="1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AlexNet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と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ResNet50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で精度が上がらない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31D59CE-39DA-6D25-C9C9-4FD77BE7FF65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5" name="図 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55410DF-4A4E-31AE-73DD-16ACEC78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19" y="2628900"/>
            <a:ext cx="7315215" cy="5486411"/>
          </a:xfrm>
          <a:prstGeom prst="rect">
            <a:avLst/>
          </a:prstGeom>
        </p:spPr>
      </p:pic>
      <p:pic>
        <p:nvPicPr>
          <p:cNvPr id="27" name="図 26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0F211C1-E91D-C35E-5F27-03C3B9C3B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494" y="2628899"/>
            <a:ext cx="7315215" cy="5486411"/>
          </a:xfrm>
          <a:prstGeom prst="rect">
            <a:avLst/>
          </a:prstGeom>
        </p:spPr>
      </p:pic>
      <p:sp>
        <p:nvSpPr>
          <p:cNvPr id="29" name="TextBox 24">
            <a:extLst>
              <a:ext uri="{FF2B5EF4-FFF2-40B4-BE49-F238E27FC236}">
                <a16:creationId xmlns:a16="http://schemas.microsoft.com/office/drawing/2014/main" id="{F0AEB56F-5B88-50C4-422B-5D2E2A29C50F}"/>
              </a:ext>
            </a:extLst>
          </p:cNvPr>
          <p:cNvSpPr txBox="1"/>
          <p:nvPr/>
        </p:nvSpPr>
        <p:spPr>
          <a:xfrm>
            <a:off x="2200758" y="8416437"/>
            <a:ext cx="69297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VGG16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では比較的良い精度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914400" lvl="1" indent="-457200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最適化手法が</a:t>
            </a:r>
            <a:r>
              <a:rPr lang="en-US" altLang="ja-JP" sz="2800" b="1" dirty="0">
                <a:solidFill>
                  <a:srgbClr val="F79646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Adam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だった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4874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77AA-FCD0-F2AF-3F58-E8B1BC7C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FCFAEE8-8C43-E323-4EE4-FDD01E49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57DD919-424B-A5C3-74C8-C2B1EA93AD0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7F1165A-DCCE-1B20-F81A-AA84C63AC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0CE30EE-3FFA-9093-A43A-12621947E54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2A4ECE9-0793-046A-2866-3A1410E2CC7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8D92C79-A8BA-73D1-622A-115FAD21CA38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75D1FFF-01E6-937B-6934-EAF46633AB5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571B376-6A66-97F4-F9AA-1C133590D2F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DB1F409E-40F6-0117-DAD2-C179476769C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5B20F4D-657C-3239-A389-0A572D3850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DA16DE8-038C-778A-4119-A5E82467EEF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F975C2C4-0724-FE44-35CE-E4400BE214B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0636F41-CDC8-F930-E209-4377046DDB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4121776E-8B9B-F628-94E2-B7D4A1F436F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C95C7EA5-A92A-0EEA-25A5-ED1FE95D86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2530F323-AE3F-8609-63F1-E9AA75A9AA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295DCBF7-C7FF-8668-6D46-5C30062B1AD6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5E83D6AF-4670-5FAA-7FAA-927F018BFF7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4EE0CB8-E167-BB51-41B2-00102866A510}"/>
              </a:ext>
            </a:extLst>
          </p:cNvPr>
          <p:cNvGrpSpPr/>
          <p:nvPr/>
        </p:nvGrpSpPr>
        <p:grpSpPr>
          <a:xfrm>
            <a:off x="1524000" y="1543414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6FA22FA4-09FE-C5E1-F7B8-374118DC5BC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ResNet50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で精度が上がらない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4024EB2-909D-3798-872F-AC0AB4467080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5" name="図 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B9FABAD-605F-5062-7F73-BC1240008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0"/>
          <a:stretch>
            <a:fillRect/>
          </a:stretch>
        </p:blipFill>
        <p:spPr>
          <a:xfrm>
            <a:off x="1544609" y="3129881"/>
            <a:ext cx="7315215" cy="4946515"/>
          </a:xfrm>
          <a:prstGeom prst="rect">
            <a:avLst/>
          </a:prstGeom>
        </p:spPr>
      </p:pic>
      <p:sp>
        <p:nvSpPr>
          <p:cNvPr id="29" name="TextBox 24">
            <a:extLst>
              <a:ext uri="{FF2B5EF4-FFF2-40B4-BE49-F238E27FC236}">
                <a16:creationId xmlns:a16="http://schemas.microsoft.com/office/drawing/2014/main" id="{FA05C4D9-1BA1-C0C9-458C-5E8175005144}"/>
              </a:ext>
            </a:extLst>
          </p:cNvPr>
          <p:cNvSpPr txBox="1"/>
          <p:nvPr/>
        </p:nvSpPr>
        <p:spPr>
          <a:xfrm>
            <a:off x="2276542" y="2607991"/>
            <a:ext cx="6929795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Adam</a:t>
            </a:r>
            <a:endParaRPr lang="en-US" altLang="ja-JP" sz="2800" b="1" dirty="0">
              <a:solidFill>
                <a:srgbClr val="F79646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0EDA5CBD-3E1E-C5B1-AC33-D365061AE44B}"/>
              </a:ext>
            </a:extLst>
          </p:cNvPr>
          <p:cNvSpPr txBox="1"/>
          <p:nvPr/>
        </p:nvSpPr>
        <p:spPr>
          <a:xfrm>
            <a:off x="10363200" y="2607991"/>
            <a:ext cx="28956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b="1" dirty="0">
                <a:solidFill>
                  <a:srgbClr val="F79646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SGD</a:t>
            </a:r>
          </a:p>
        </p:txBody>
      </p:sp>
      <p:pic>
        <p:nvPicPr>
          <p:cNvPr id="7" name="図 6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9682BE4-5058-1188-0DC7-B24C2D21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"/>
          <a:stretch>
            <a:fillRect/>
          </a:stretch>
        </p:blipFill>
        <p:spPr>
          <a:xfrm>
            <a:off x="9629002" y="3100261"/>
            <a:ext cx="7315215" cy="4976135"/>
          </a:xfrm>
          <a:prstGeom prst="rect">
            <a:avLst/>
          </a:prstGeom>
        </p:spPr>
      </p:pic>
      <p:sp>
        <p:nvSpPr>
          <p:cNvPr id="28" name="TextBox 24">
            <a:extLst>
              <a:ext uri="{FF2B5EF4-FFF2-40B4-BE49-F238E27FC236}">
                <a16:creationId xmlns:a16="http://schemas.microsoft.com/office/drawing/2014/main" id="{75291582-50E3-A026-30B7-6BF9F5E0EC56}"/>
              </a:ext>
            </a:extLst>
          </p:cNvPr>
          <p:cNvSpPr txBox="1"/>
          <p:nvPr/>
        </p:nvSpPr>
        <p:spPr>
          <a:xfrm>
            <a:off x="1872187" y="8404894"/>
            <a:ext cx="69297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Adam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VGG16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が良い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SGD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が良い</a:t>
            </a:r>
            <a:endParaRPr lang="en-US" altLang="ja-JP" sz="2800" dirty="0">
              <a:solidFill>
                <a:srgbClr val="F79646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5BD3B1F2-99A2-F821-71B4-E7903CB4054B}"/>
              </a:ext>
            </a:extLst>
          </p:cNvPr>
          <p:cNvSpPr/>
          <p:nvPr/>
        </p:nvSpPr>
        <p:spPr>
          <a:xfrm rot="16200000">
            <a:off x="6376983" y="8545226"/>
            <a:ext cx="699227" cy="66529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2DD76D85-B9BD-B136-E944-C7A057CE81B1}"/>
              </a:ext>
            </a:extLst>
          </p:cNvPr>
          <p:cNvSpPr txBox="1"/>
          <p:nvPr/>
        </p:nvSpPr>
        <p:spPr>
          <a:xfrm>
            <a:off x="7928771" y="8176590"/>
            <a:ext cx="10120111" cy="192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Adam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は層が深く複雑な構造のモデルに適している（各パラメータに対して学習率を自動調節してくれる）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SGD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は過去の勾配の移動平均（モーメント）により局所解に落ちない，汎化性能が高い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78EAF274-B5DA-54E7-66D4-73D5B0FFAE36}"/>
              </a:ext>
            </a:extLst>
          </p:cNvPr>
          <p:cNvSpPr txBox="1"/>
          <p:nvPr/>
        </p:nvSpPr>
        <p:spPr>
          <a:xfrm>
            <a:off x="12420600" y="2095823"/>
            <a:ext cx="69297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エポック：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100</a:t>
            </a:r>
          </a:p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モメンタム：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（デフォルト）</a:t>
            </a:r>
            <a:endParaRPr lang="en-US" altLang="ja-JP" sz="2800" dirty="0">
              <a:solidFill>
                <a:srgbClr val="F79646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6285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0406E-3735-D5C0-BE3A-ECBD0EDA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39D8E56-78DA-3557-CF40-3F476FCF410F}"/>
              </a:ext>
            </a:extLst>
          </p:cNvPr>
          <p:cNvSpPr/>
          <p:nvPr/>
        </p:nvSpPr>
        <p:spPr>
          <a:xfrm>
            <a:off x="8891531" y="5957284"/>
            <a:ext cx="8786869" cy="3138048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6295CA7-DAC7-40C3-5931-1C1EC985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CF31065-CB28-654B-FF20-1EBF7D3C92C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538D90CA-41EA-4232-0ED3-7A9AD460E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8BF8BE7-1D2C-BB18-DB44-6916B9BF065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19CFB6DA-B4CE-1ADB-563F-F81E4F31D5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B56DAFEF-EA83-AAE6-8456-582916BBA82C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E8BA1964-0BB4-07B9-D73F-BBF6184EAB5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27111C1D-52E2-4813-4A11-86B2664E0C8E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2FD3F780-EBA6-796B-DCA8-5C999D3779E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428E1FDD-F922-E848-173A-E8B8CCDD495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3A4B894-EEB6-B23C-1387-6EAEB5A7C9B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D586861-0504-A59A-24AC-78B2482F71D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78C3F4B-AF72-D64F-ACED-68FF12CD70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925B654-8D9B-CA65-35BD-C40FD99A177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AD726049-5FCD-A751-1E88-78E80ED1B5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517C8F04-C1FE-370C-4FC5-12BA6509447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A763F513-E463-CFF6-39E6-1535BFC2A3D3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7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4F5D56E8-7BBB-AA83-8EBF-46F88CCCE674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取り組んだこと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56AB45C-B608-9514-FBE0-93C5B49EC51D}"/>
              </a:ext>
            </a:extLst>
          </p:cNvPr>
          <p:cNvGrpSpPr/>
          <p:nvPr/>
        </p:nvGrpSpPr>
        <p:grpSpPr>
          <a:xfrm>
            <a:off x="1524000" y="1543414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D571A091-4872-A7EF-65C9-401BB53C4105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モメンタムをいじっても精度が上がらない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CFD43A8B-567E-5064-0C79-C86DE24E5857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" name="TextBox 24">
            <a:extLst>
              <a:ext uri="{FF2B5EF4-FFF2-40B4-BE49-F238E27FC236}">
                <a16:creationId xmlns:a16="http://schemas.microsoft.com/office/drawing/2014/main" id="{0EABD8D9-1B87-D6DA-FD19-D8E5D32CE942}"/>
              </a:ext>
            </a:extLst>
          </p:cNvPr>
          <p:cNvSpPr txBox="1"/>
          <p:nvPr/>
        </p:nvSpPr>
        <p:spPr>
          <a:xfrm>
            <a:off x="2174150" y="2456640"/>
            <a:ext cx="28956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b="1" dirty="0">
                <a:solidFill>
                  <a:srgbClr val="F79646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SGD</a:t>
            </a:r>
          </a:p>
        </p:txBody>
      </p:sp>
      <p:pic>
        <p:nvPicPr>
          <p:cNvPr id="7" name="図 6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696263F-2C7F-9818-FC1B-E22BE41CA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"/>
          <a:stretch>
            <a:fillRect/>
          </a:stretch>
        </p:blipFill>
        <p:spPr>
          <a:xfrm>
            <a:off x="1295385" y="3038659"/>
            <a:ext cx="7315215" cy="4976135"/>
          </a:xfrm>
          <a:prstGeom prst="rect">
            <a:avLst/>
          </a:prstGeom>
        </p:spPr>
      </p:pic>
      <p:sp>
        <p:nvSpPr>
          <p:cNvPr id="28" name="TextBox 24">
            <a:extLst>
              <a:ext uri="{FF2B5EF4-FFF2-40B4-BE49-F238E27FC236}">
                <a16:creationId xmlns:a16="http://schemas.microsoft.com/office/drawing/2014/main" id="{75948573-1D1C-E70D-0191-E1673C339835}"/>
              </a:ext>
            </a:extLst>
          </p:cNvPr>
          <p:cNvSpPr txBox="1"/>
          <p:nvPr/>
        </p:nvSpPr>
        <p:spPr>
          <a:xfrm>
            <a:off x="2174150" y="8149367"/>
            <a:ext cx="6929795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エポック：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100</a:t>
            </a:r>
          </a:p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モメンタム：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（デフォルト）</a:t>
            </a:r>
            <a:endParaRPr lang="en-US" altLang="ja-JP" sz="2800" dirty="0">
              <a:solidFill>
                <a:srgbClr val="F79646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3D5A55A2-663D-3147-CBA0-F7D9E86DE9B6}"/>
              </a:ext>
            </a:extLst>
          </p:cNvPr>
          <p:cNvSpPr/>
          <p:nvPr/>
        </p:nvSpPr>
        <p:spPr>
          <a:xfrm>
            <a:off x="12081592" y="3849832"/>
            <a:ext cx="758698" cy="6032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2902D698-0517-EEB6-C1D5-8363F2C04649}"/>
              </a:ext>
            </a:extLst>
          </p:cNvPr>
          <p:cNvSpPr txBox="1"/>
          <p:nvPr/>
        </p:nvSpPr>
        <p:spPr>
          <a:xfrm>
            <a:off x="9318669" y="3085374"/>
            <a:ext cx="85344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モメンタム探しはエポック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で回した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0705FBA0-8AE3-635E-54DF-8121DCA1DFB8}"/>
              </a:ext>
            </a:extLst>
          </p:cNvPr>
          <p:cNvSpPr txBox="1"/>
          <p:nvPr/>
        </p:nvSpPr>
        <p:spPr>
          <a:xfrm>
            <a:off x="9318669" y="4758870"/>
            <a:ext cx="8534400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全て左図のように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以外ランダムに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A277ECB6-B64A-86CD-97BE-22932C4C3760}"/>
              </a:ext>
            </a:extLst>
          </p:cNvPr>
          <p:cNvSpPr txBox="1"/>
          <p:nvPr/>
        </p:nvSpPr>
        <p:spPr>
          <a:xfrm>
            <a:off x="9318669" y="6378535"/>
            <a:ext cx="7828110" cy="240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学習率，バッチサイズは一定だったのでやはりそちらに原因がある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エポック小さい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Res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VGG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などの層が深めのモデルには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SGD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はあっていない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9968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41F-2016-FB74-DD66-19465FF2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DE9C58DC-6DB0-8ABE-1912-A418E428F94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6AA06726-6371-C113-A379-5FD247E68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2623ACC-0BDF-2FE8-BB14-551EAE6717BD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25F8BB5-F29D-BE22-22AF-A508020C913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27EB22EC-E42F-B2D3-1AD8-1BD6AC935E0D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0BA6FF92-C55C-F423-04F5-42958308D4F0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86CF29D-6E82-5671-9EDD-E1605FD0B68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674D24E7-F4B8-4144-2F99-64C733460E1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36197409-DC34-0D8D-865B-224DEDD74E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81BCF18E-103B-8FFE-FE24-7D83EEC3981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37407423-C9A3-5418-4E0C-991AF4CCA85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78BAF304-001C-2575-E39B-8948EB342EA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956B11D1-47DA-3728-2DFF-9FE217CDE3A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A1A8A565-D00C-95AD-8708-E20EB8D6312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9B76D27A-0A88-F6C6-8EDA-D4133DD7DD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A39FFCFB-8F7B-2D45-C2E4-511C4094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3ECE0723-5362-95A4-A642-ABAAD94F253E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AD29752B-5778-6EF7-3F2A-2E32878B57FE}"/>
              </a:ext>
            </a:extLst>
          </p:cNvPr>
          <p:cNvGrpSpPr/>
          <p:nvPr/>
        </p:nvGrpSpPr>
        <p:grpSpPr>
          <a:xfrm>
            <a:off x="3581400" y="3924300"/>
            <a:ext cx="12343465" cy="2201436"/>
            <a:chOff x="10121433" y="2372121"/>
            <a:chExt cx="6318718" cy="11112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45FEE870-62AB-50E6-D30D-F8F9D57096B5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1001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取り組んだこと</a:t>
              </a:r>
              <a:endParaRPr lang="en-US" altLang="ja-JP" sz="4800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BC2F7BF4-7695-AB85-A5C7-C0353FFBBA70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111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78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/>
        </p:nvGraphicFramePr>
        <p:xfrm>
          <a:off x="1092167" y="1301729"/>
          <a:ext cx="16623854" cy="8874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643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992643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36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CWT, SWT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MFCC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Wigner-Ville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Highpass</a:t>
                      </a: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, noise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モデル数選定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Efficientnet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Densenet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8289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07726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最適特徴量選定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6739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入れるか否か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1694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モデル・特徴量組み合わせ選定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単体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Wavenet+stft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メルフィルタで検証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6612568" y="8337392"/>
            <a:ext cx="134791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1963909" y="7670111"/>
            <a:ext cx="262499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最終的な結果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7607518D-507C-07C4-578C-30FC47FCAD07}"/>
              </a:ext>
            </a:extLst>
          </p:cNvPr>
          <p:cNvSpPr/>
          <p:nvPr/>
        </p:nvSpPr>
        <p:spPr>
          <a:xfrm>
            <a:off x="9021213" y="5165089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5925079C-A3D2-1314-A80B-F9DB857AE7A4}"/>
              </a:ext>
            </a:extLst>
          </p:cNvPr>
          <p:cNvSpPr/>
          <p:nvPr/>
        </p:nvSpPr>
        <p:spPr>
          <a:xfrm>
            <a:off x="6606706" y="7040841"/>
            <a:ext cx="2170742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0B034D57-E1BA-C570-920A-B3CF0276F4EE}"/>
              </a:ext>
            </a:extLst>
          </p:cNvPr>
          <p:cNvSpPr/>
          <p:nvPr/>
        </p:nvSpPr>
        <p:spPr>
          <a:xfrm>
            <a:off x="5685222" y="6399854"/>
            <a:ext cx="959820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7960483" y="8978379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D5A8678C-3663-692F-D544-6DBF90417BEE}"/>
              </a:ext>
            </a:extLst>
          </p:cNvPr>
          <p:cNvSpPr/>
          <p:nvPr/>
        </p:nvSpPr>
        <p:spPr>
          <a:xfrm>
            <a:off x="5760223" y="2484205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671307" y="1965796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3" name="矢印: 五方向 52">
            <a:extLst>
              <a:ext uri="{FF2B5EF4-FFF2-40B4-BE49-F238E27FC236}">
                <a16:creationId xmlns:a16="http://schemas.microsoft.com/office/drawing/2014/main" id="{441C1260-52CE-C0CD-A020-116428F9F0A8}"/>
              </a:ext>
            </a:extLst>
          </p:cNvPr>
          <p:cNvSpPr/>
          <p:nvPr/>
        </p:nvSpPr>
        <p:spPr>
          <a:xfrm>
            <a:off x="5948505" y="2934663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CF8BAFD6-8353-7912-B7D0-981F037DEC6F}"/>
              </a:ext>
            </a:extLst>
          </p:cNvPr>
          <p:cNvSpPr/>
          <p:nvPr/>
        </p:nvSpPr>
        <p:spPr>
          <a:xfrm>
            <a:off x="6070869" y="3437342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A50ABF9A-B8DC-B70A-A095-F2E1C1E3B357}"/>
              </a:ext>
            </a:extLst>
          </p:cNvPr>
          <p:cNvSpPr/>
          <p:nvPr/>
        </p:nvSpPr>
        <p:spPr>
          <a:xfrm>
            <a:off x="7960483" y="9606531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337B0EAC-3E72-754C-43C1-B6FE50699758}"/>
              </a:ext>
            </a:extLst>
          </p:cNvPr>
          <p:cNvSpPr/>
          <p:nvPr/>
        </p:nvSpPr>
        <p:spPr>
          <a:xfrm>
            <a:off x="10337337" y="3908181"/>
            <a:ext cx="162657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特徴量固定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9230490" y="5793241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98EDCB1-FFF3-5A52-A644-55976191A447}"/>
              </a:ext>
            </a:extLst>
          </p:cNvPr>
          <p:cNvCxnSpPr>
            <a:cxnSpLocks/>
          </p:cNvCxnSpPr>
          <p:nvPr/>
        </p:nvCxnSpPr>
        <p:spPr>
          <a:xfrm>
            <a:off x="5665446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37EE498-64D0-7E1D-0F26-5D015B8EDBFD}"/>
              </a:ext>
            </a:extLst>
          </p:cNvPr>
          <p:cNvCxnSpPr>
            <a:cxnSpLocks/>
          </p:cNvCxnSpPr>
          <p:nvPr/>
        </p:nvCxnSpPr>
        <p:spPr>
          <a:xfrm>
            <a:off x="6604480" y="1872723"/>
            <a:ext cx="20785" cy="7105656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1602FFF9-E65F-6166-78B1-07B686D26BA6}"/>
              </a:ext>
            </a:extLst>
          </p:cNvPr>
          <p:cNvSpPr/>
          <p:nvPr/>
        </p:nvSpPr>
        <p:spPr>
          <a:xfrm>
            <a:off x="8777448" y="4486208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32C3475-130B-6B0C-082A-60E65AE118AA}"/>
              </a:ext>
            </a:extLst>
          </p:cNvPr>
          <p:cNvCxnSpPr>
            <a:cxnSpLocks/>
          </p:cNvCxnSpPr>
          <p:nvPr/>
        </p:nvCxnSpPr>
        <p:spPr>
          <a:xfrm>
            <a:off x="8757672" y="1872723"/>
            <a:ext cx="19776" cy="8303970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BAED29-BFAC-F152-6E4B-899CE76EBB00}"/>
              </a:ext>
            </a:extLst>
          </p:cNvPr>
          <p:cNvCxnSpPr>
            <a:cxnSpLocks/>
          </p:cNvCxnSpPr>
          <p:nvPr/>
        </p:nvCxnSpPr>
        <p:spPr>
          <a:xfrm>
            <a:off x="10339021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43A9429-66BF-D880-EEF1-2A18E562DA6A}"/>
              </a:ext>
            </a:extLst>
          </p:cNvPr>
          <p:cNvCxnSpPr>
            <a:cxnSpLocks/>
          </p:cNvCxnSpPr>
          <p:nvPr/>
        </p:nvCxnSpPr>
        <p:spPr>
          <a:xfrm>
            <a:off x="11963910" y="1892469"/>
            <a:ext cx="0" cy="6234842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4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F469-778D-9F9C-3947-11BA8515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98C093E-B56D-B61A-7762-7AC7D9AE580E}"/>
              </a:ext>
            </a:extLst>
          </p:cNvPr>
          <p:cNvSpPr/>
          <p:nvPr/>
        </p:nvSpPr>
        <p:spPr>
          <a:xfrm>
            <a:off x="1809106" y="2222447"/>
            <a:ext cx="7927638" cy="169056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8546D5-9555-F734-ED48-B60D3C07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F111527-7969-5F9C-0FB5-19AD2E8D7FC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265FC20-AA95-0DA0-F03E-D88F88BA9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594A856-3E86-31E6-970B-8B864FC2EEF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73772385-4F02-A7F0-AF87-BFC2A31346D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F562A09-D22B-56CF-9BDB-A8CE25C8A5D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E7C9948E-8642-E8A5-EC20-415E6C9B37B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C50386B2-29D5-C464-A1D3-58C9335A893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5367299-068D-EE13-559F-2028F29CEF4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96A9C35B-6312-D99D-D002-CCF5C95DA7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FCE1AC4-8196-8AEB-E717-38ECDA29E55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EB415064-F6DB-7A27-B0F0-BCC74E743A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6A5749A-643B-B24C-DCC9-5B2393FEE6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35E0C664-2755-2D2D-A32C-53CDAD8BF77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1AADC28C-BE6E-20F3-E213-DDBF85DE517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419D9C16-FD82-94B7-9862-8899E63C05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52A462A-D8CA-28F4-1BDD-771F74EB9565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A1DF3554-EC11-AB5C-67F2-E3400E588E79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BC2B47F-3739-A87B-0276-BC8ADB39DA1E}"/>
              </a:ext>
            </a:extLst>
          </p:cNvPr>
          <p:cNvGrpSpPr/>
          <p:nvPr/>
        </p:nvGrpSpPr>
        <p:grpSpPr>
          <a:xfrm>
            <a:off x="1433699" y="1577295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47CB4041-E53C-B6ED-42C0-2F6590E2BB96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最終目標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E81ABF38-54D6-7BD6-67C2-CA0BA8CECACB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713EAAC7-A111-8A32-6D9E-DABEEC8AE587}"/>
              </a:ext>
            </a:extLst>
          </p:cNvPr>
          <p:cNvSpPr txBox="1"/>
          <p:nvPr/>
        </p:nvSpPr>
        <p:spPr>
          <a:xfrm>
            <a:off x="2282231" y="2469626"/>
            <a:ext cx="9331364" cy="1103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汎化性能の向上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37E7B577-1053-1411-4C84-15CE3559CB40}"/>
              </a:ext>
            </a:extLst>
          </p:cNvPr>
          <p:cNvSpPr txBox="1"/>
          <p:nvPr/>
        </p:nvSpPr>
        <p:spPr>
          <a:xfrm>
            <a:off x="1917700" y="5863817"/>
            <a:ext cx="933136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汎化性能の向上のために特徴量増やす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32233F6B-EBD5-E4F8-74EA-64E0471467D6}"/>
              </a:ext>
            </a:extLst>
          </p:cNvPr>
          <p:cNvGrpSpPr/>
          <p:nvPr/>
        </p:nvGrpSpPr>
        <p:grpSpPr>
          <a:xfrm>
            <a:off x="1433699" y="5042098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57AA8263-2BC9-8894-CEDD-D8B08D194AB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今日以降やること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7C553263-A8DF-2D80-9D66-B78866C692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1" name="矢印: 下 40">
            <a:extLst>
              <a:ext uri="{FF2B5EF4-FFF2-40B4-BE49-F238E27FC236}">
                <a16:creationId xmlns:a16="http://schemas.microsoft.com/office/drawing/2014/main" id="{91038B84-745A-001C-05C5-43DFA359236D}"/>
              </a:ext>
            </a:extLst>
          </p:cNvPr>
          <p:cNvSpPr/>
          <p:nvPr/>
        </p:nvSpPr>
        <p:spPr>
          <a:xfrm rot="16200000">
            <a:off x="5561575" y="3026808"/>
            <a:ext cx="699227" cy="66529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04444B0F-1DCD-6631-B1EB-3378EF78239E}"/>
              </a:ext>
            </a:extLst>
          </p:cNvPr>
          <p:cNvSpPr txBox="1"/>
          <p:nvPr/>
        </p:nvSpPr>
        <p:spPr>
          <a:xfrm>
            <a:off x="6583382" y="2874260"/>
            <a:ext cx="69070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細線の直径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サブクール度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D9F4DAB0-25B3-269D-CB53-29264928E265}"/>
              </a:ext>
            </a:extLst>
          </p:cNvPr>
          <p:cNvSpPr/>
          <p:nvPr/>
        </p:nvSpPr>
        <p:spPr>
          <a:xfrm rot="16200000">
            <a:off x="8974636" y="5760493"/>
            <a:ext cx="699227" cy="665298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ED303B90-3795-D140-B5D3-136929347A27}"/>
              </a:ext>
            </a:extLst>
          </p:cNvPr>
          <p:cNvSpPr txBox="1"/>
          <p:nvPr/>
        </p:nvSpPr>
        <p:spPr>
          <a:xfrm>
            <a:off x="2535130" y="6442756"/>
            <a:ext cx="69070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（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F64ED059-D4EF-493C-5610-03B1ED6DEFF6}"/>
              </a:ext>
            </a:extLst>
          </p:cNvPr>
          <p:cNvSpPr txBox="1"/>
          <p:nvPr/>
        </p:nvSpPr>
        <p:spPr>
          <a:xfrm>
            <a:off x="10287000" y="5863816"/>
            <a:ext cx="6907064" cy="458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バギングを利用してアンサンブル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94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12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13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20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研究概要・目的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056377-98C0-F647-35AE-818CBE60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304" y="1492657"/>
            <a:ext cx="5645284" cy="4020316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28279"/>
            <a:ext cx="9331364" cy="66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炉心局所閉塞による冷却材沸騰現象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D6250E1-4234-5829-2BED-A233DBEE4B18}"/>
              </a:ext>
            </a:extLst>
          </p:cNvPr>
          <p:cNvSpPr txBox="1"/>
          <p:nvPr/>
        </p:nvSpPr>
        <p:spPr>
          <a:xfrm>
            <a:off x="9246872" y="2333003"/>
            <a:ext cx="2180698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早期検知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方法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2290DD55-5868-8A71-4438-C87EF6FB3036}"/>
              </a:ext>
            </a:extLst>
          </p:cNvPr>
          <p:cNvSpPr txBox="1"/>
          <p:nvPr/>
        </p:nvSpPr>
        <p:spPr>
          <a:xfrm>
            <a:off x="1820970" y="6236100"/>
            <a:ext cx="913772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プール沸騰実験で取得した音響データを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STFT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解析後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CNN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アンサンブルで回帰分析し，熱流束予測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C46BDFA9-E811-6F15-5241-C1D9BDDA46E3}"/>
              </a:ext>
            </a:extLst>
          </p:cNvPr>
          <p:cNvSpPr/>
          <p:nvPr/>
        </p:nvSpPr>
        <p:spPr>
          <a:xfrm rot="16200000">
            <a:off x="8240557" y="2404407"/>
            <a:ext cx="687239" cy="5444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CF4B3684-5CC8-016C-ACCF-A2281BFE663A}"/>
              </a:ext>
            </a:extLst>
          </p:cNvPr>
          <p:cNvSpPr txBox="1"/>
          <p:nvPr/>
        </p:nvSpPr>
        <p:spPr>
          <a:xfrm>
            <a:off x="1820969" y="412124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ラベル付与によらない沸騰発生検知手法の構築・検証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ノイズ耐性，予測安定性の精度向上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9" name="図 3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CDB9DF-84CA-4F74-8996-879D8BF7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10320" r="8579"/>
          <a:stretch/>
        </p:blipFill>
        <p:spPr>
          <a:xfrm>
            <a:off x="11829031" y="5729758"/>
            <a:ext cx="5938366" cy="4448478"/>
          </a:xfrm>
          <a:prstGeom prst="rect">
            <a:avLst/>
          </a:prstGeom>
        </p:spPr>
      </p:pic>
      <p:sp>
        <p:nvSpPr>
          <p:cNvPr id="41" name="矢印: 下 40">
            <a:extLst>
              <a:ext uri="{FF2B5EF4-FFF2-40B4-BE49-F238E27FC236}">
                <a16:creationId xmlns:a16="http://schemas.microsoft.com/office/drawing/2014/main" id="{EFD7DA9D-A1C5-E58E-24EC-DE88E7D637FE}"/>
              </a:ext>
            </a:extLst>
          </p:cNvPr>
          <p:cNvSpPr/>
          <p:nvPr/>
        </p:nvSpPr>
        <p:spPr>
          <a:xfrm>
            <a:off x="5718973" y="7311887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5F3C078-4010-EED2-4A08-9F4AD53B9BAB}"/>
              </a:ext>
            </a:extLst>
          </p:cNvPr>
          <p:cNvSpPr txBox="1"/>
          <p:nvPr/>
        </p:nvSpPr>
        <p:spPr>
          <a:xfrm>
            <a:off x="1806794" y="7953997"/>
            <a:ext cx="809920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実際の沸騰開始熱流束と予測熱流束を比較し，</a:t>
            </a: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沸騰発生検知下限熱流束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を定量評価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9822320-4F42-63FC-50BD-66784AF93ED1}"/>
              </a:ext>
            </a:extLst>
          </p:cNvPr>
          <p:cNvSpPr/>
          <p:nvPr/>
        </p:nvSpPr>
        <p:spPr>
          <a:xfrm>
            <a:off x="8902409" y="6058049"/>
            <a:ext cx="2984791" cy="1130291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E0903AFE-C435-779F-32AC-20BD95A60CC3}"/>
              </a:ext>
            </a:extLst>
          </p:cNvPr>
          <p:cNvSpPr/>
          <p:nvPr/>
        </p:nvSpPr>
        <p:spPr>
          <a:xfrm>
            <a:off x="8902409" y="7900382"/>
            <a:ext cx="6155923" cy="199768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53FB69D-2B41-EC42-2A66-D90425E4E7A9}"/>
              </a:ext>
            </a:extLst>
          </p:cNvPr>
          <p:cNvSpPr/>
          <p:nvPr/>
        </p:nvSpPr>
        <p:spPr>
          <a:xfrm>
            <a:off x="8831010" y="3333484"/>
            <a:ext cx="8583411" cy="1998887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CC09C4C-217C-9855-FA25-980B3A1FD1E7}"/>
              </a:ext>
            </a:extLst>
          </p:cNvPr>
          <p:cNvSpPr/>
          <p:nvPr/>
        </p:nvSpPr>
        <p:spPr>
          <a:xfrm>
            <a:off x="8839517" y="1434447"/>
            <a:ext cx="7579003" cy="156672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21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654432F-30B3-B2B1-6908-94C95F95F10D}"/>
              </a:ext>
            </a:extLst>
          </p:cNvPr>
          <p:cNvSpPr txBox="1"/>
          <p:nvPr/>
        </p:nvSpPr>
        <p:spPr>
          <a:xfrm>
            <a:off x="2157732" y="2236987"/>
            <a:ext cx="5538468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（短時間フーリエ変換）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9DCD4B87-F981-F368-07DB-159F93AD6E73}"/>
              </a:ext>
            </a:extLst>
          </p:cNvPr>
          <p:cNvSpPr txBox="1"/>
          <p:nvPr/>
        </p:nvSpPr>
        <p:spPr>
          <a:xfrm>
            <a:off x="1759652" y="1533456"/>
            <a:ext cx="5538468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特徴量抽出手法の比較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9D54E7EB-D170-71C9-9A5D-37BC4AE1D604}"/>
              </a:ext>
            </a:extLst>
          </p:cNvPr>
          <p:cNvSpPr/>
          <p:nvPr/>
        </p:nvSpPr>
        <p:spPr>
          <a:xfrm rot="16200000">
            <a:off x="7726542" y="1916555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116C781-842F-0649-B753-C32F5959CADF}"/>
              </a:ext>
            </a:extLst>
          </p:cNvPr>
          <p:cNvSpPr txBox="1"/>
          <p:nvPr/>
        </p:nvSpPr>
        <p:spPr>
          <a:xfrm>
            <a:off x="9034179" y="1582644"/>
            <a:ext cx="7843197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ウェーブレット変換（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メル周波数ケプストラム係数（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Wigner-Ville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分布）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2BA9913-4133-9691-CCD6-B7A21EDD07B8}"/>
              </a:ext>
            </a:extLst>
          </p:cNvPr>
          <p:cNvSpPr txBox="1"/>
          <p:nvPr/>
        </p:nvSpPr>
        <p:spPr>
          <a:xfrm>
            <a:off x="1751145" y="3120462"/>
            <a:ext cx="4641140" cy="1129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アンサンブル手法，モデル選定基準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304B879A-56A1-794D-7013-49911F49614B}"/>
              </a:ext>
            </a:extLst>
          </p:cNvPr>
          <p:cNvSpPr txBox="1"/>
          <p:nvPr/>
        </p:nvSpPr>
        <p:spPr>
          <a:xfrm>
            <a:off x="2153354" y="4383982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ResNet-50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を重み付き平均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B95166D6-74A7-F064-E749-A74A6FA4BDB6}"/>
              </a:ext>
            </a:extLst>
          </p:cNvPr>
          <p:cNvSpPr/>
          <p:nvPr/>
        </p:nvSpPr>
        <p:spPr>
          <a:xfrm rot="16200000">
            <a:off x="7718034" y="408844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876D98-1CE6-CD92-293B-2F7245D03592}"/>
              </a:ext>
            </a:extLst>
          </p:cNvPr>
          <p:cNvSpPr txBox="1"/>
          <p:nvPr/>
        </p:nvSpPr>
        <p:spPr>
          <a:xfrm>
            <a:off x="9121840" y="3453109"/>
            <a:ext cx="8069755" cy="177632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系（</a:t>
            </a: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Inception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DenseNet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EfficientNet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826B590-5BC7-BE29-01E3-4932A09CA75B}"/>
              </a:ext>
            </a:extLst>
          </p:cNvPr>
          <p:cNvSpPr txBox="1"/>
          <p:nvPr/>
        </p:nvSpPr>
        <p:spPr>
          <a:xfrm>
            <a:off x="1751145" y="7700887"/>
            <a:ext cx="5140386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4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規制基準と検知要件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73D8E9A-AF05-B5DC-9821-D6F43798DFB4}"/>
              </a:ext>
            </a:extLst>
          </p:cNvPr>
          <p:cNvSpPr txBox="1"/>
          <p:nvPr/>
        </p:nvSpPr>
        <p:spPr>
          <a:xfrm>
            <a:off x="12059433" y="4766254"/>
            <a:ext cx="5132163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＆　特徴量とのアンサンブル？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BDC11CB-F4EF-0711-E86F-4B53569677F7}"/>
              </a:ext>
            </a:extLst>
          </p:cNvPr>
          <p:cNvSpPr txBox="1"/>
          <p:nvPr/>
        </p:nvSpPr>
        <p:spPr>
          <a:xfrm>
            <a:off x="2185811" y="8454127"/>
            <a:ext cx="514038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沸騰発生検知下限を定量的に予測するだけ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A43D8C3-0B04-4A76-C0E1-C1063F81D74B}"/>
              </a:ext>
            </a:extLst>
          </p:cNvPr>
          <p:cNvSpPr txBox="1"/>
          <p:nvPr/>
        </p:nvSpPr>
        <p:spPr>
          <a:xfrm>
            <a:off x="9087547" y="8005286"/>
            <a:ext cx="6046991" cy="177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IAEA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安全基準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NRC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原子炉保護システム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EUR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原子力プラント異常検知性能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その他の国際基準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66D5E141-3D79-304A-87A0-FBCDCEE101ED}"/>
              </a:ext>
            </a:extLst>
          </p:cNvPr>
          <p:cNvSpPr/>
          <p:nvPr/>
        </p:nvSpPr>
        <p:spPr>
          <a:xfrm rot="16200000">
            <a:off x="7710363" y="837817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E2D0E963-BAA0-8729-70DC-2DB283D2676D}"/>
              </a:ext>
            </a:extLst>
          </p:cNvPr>
          <p:cNvSpPr txBox="1"/>
          <p:nvPr/>
        </p:nvSpPr>
        <p:spPr>
          <a:xfrm>
            <a:off x="1751145" y="5626976"/>
            <a:ext cx="5909301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3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音響データを画像に変換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7F2007BA-29E6-D354-F36C-8B51F0373C17}"/>
              </a:ext>
            </a:extLst>
          </p:cNvPr>
          <p:cNvSpPr txBox="1"/>
          <p:nvPr/>
        </p:nvSpPr>
        <p:spPr>
          <a:xfrm>
            <a:off x="2153354" y="6381514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周波数解析（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）でスペクトログラムに変換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354345D9-FC41-6BC9-B070-59AFBA435D96}"/>
              </a:ext>
            </a:extLst>
          </p:cNvPr>
          <p:cNvSpPr/>
          <p:nvPr/>
        </p:nvSpPr>
        <p:spPr>
          <a:xfrm rot="16200000">
            <a:off x="7706056" y="6295802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93ACDEA6-F40A-CF9F-FE1F-51F4FA31536D}"/>
              </a:ext>
            </a:extLst>
          </p:cNvPr>
          <p:cNvSpPr txBox="1"/>
          <p:nvPr/>
        </p:nvSpPr>
        <p:spPr>
          <a:xfrm>
            <a:off x="9126793" y="6177057"/>
            <a:ext cx="237940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次元</a:t>
            </a: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altLang="ja-JP" sz="2800" dirty="0">
              <a:solidFill>
                <a:srgbClr val="232425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26022</TotalTime>
  <Words>1021</Words>
  <Application>Microsoft Office PowerPoint</Application>
  <PresentationFormat>ユーザー設定</PresentationFormat>
  <Paragraphs>237</Paragraphs>
  <Slides>21</Slides>
  <Notes>3</Notes>
  <HiddenSlides>11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2" baseType="lpstr">
      <vt:lpstr>Source Han Sans JP Bold</vt:lpstr>
      <vt:lpstr>Arial</vt:lpstr>
      <vt:lpstr>Calibri</vt:lpstr>
      <vt:lpstr>游ゴシック Medium</vt:lpstr>
      <vt:lpstr>Source Han Sans JP</vt:lpstr>
      <vt:lpstr>游ゴシック</vt:lpstr>
      <vt:lpstr>Now</vt:lpstr>
      <vt:lpstr>Source Han Sans JP Medium</vt:lpstr>
      <vt:lpstr>Meiryo UI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5</cp:revision>
  <dcterms:created xsi:type="dcterms:W3CDTF">2006-08-16T00:00:00Z</dcterms:created>
  <dcterms:modified xsi:type="dcterms:W3CDTF">2025-06-13T04:34:26Z</dcterms:modified>
  <dc:identifier>DAGKJCfN4aw</dc:identifier>
</cp:coreProperties>
</file>
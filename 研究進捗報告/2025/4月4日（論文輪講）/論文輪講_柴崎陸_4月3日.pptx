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30"/>
  </p:notesMasterIdLst>
  <p:sldIdLst>
    <p:sldId id="256" r:id="rId2"/>
    <p:sldId id="299" r:id="rId3"/>
    <p:sldId id="379" r:id="rId4"/>
    <p:sldId id="360" r:id="rId5"/>
    <p:sldId id="375" r:id="rId6"/>
    <p:sldId id="353" r:id="rId7"/>
    <p:sldId id="374" r:id="rId8"/>
    <p:sldId id="354" r:id="rId9"/>
    <p:sldId id="377" r:id="rId10"/>
    <p:sldId id="378" r:id="rId11"/>
    <p:sldId id="366" r:id="rId12"/>
    <p:sldId id="367" r:id="rId13"/>
    <p:sldId id="368" r:id="rId14"/>
    <p:sldId id="369" r:id="rId15"/>
    <p:sldId id="370" r:id="rId16"/>
    <p:sldId id="376" r:id="rId17"/>
    <p:sldId id="371" r:id="rId18"/>
    <p:sldId id="372" r:id="rId19"/>
    <p:sldId id="373" r:id="rId20"/>
    <p:sldId id="352" r:id="rId21"/>
    <p:sldId id="350" r:id="rId22"/>
    <p:sldId id="359" r:id="rId23"/>
    <p:sldId id="298" r:id="rId24"/>
    <p:sldId id="342" r:id="rId25"/>
    <p:sldId id="343" r:id="rId26"/>
    <p:sldId id="302" r:id="rId27"/>
    <p:sldId id="344" r:id="rId28"/>
    <p:sldId id="303" r:id="rId29"/>
  </p:sldIdLst>
  <p:sldSz cx="18288000" cy="10287000"/>
  <p:notesSz cx="6858000" cy="9144000"/>
  <p:embeddedFontLst>
    <p:embeddedFont>
      <p:font typeface="Source Han Sans JP" panose="020B0600070205080204" charset="-128"/>
      <p:regular r:id="rId31"/>
    </p:embeddedFont>
    <p:embeddedFont>
      <p:font typeface="Source Han Sans JP Bold" panose="020B0600070205080204" charset="-128"/>
      <p:regular r:id="rId32"/>
    </p:embeddedFont>
    <p:embeddedFont>
      <p:font typeface="Source Han Sans JP Medium" panose="020B0600070205080204" charset="-128"/>
      <p:regular r:id="rId33"/>
    </p:embeddedFont>
    <p:embeddedFont>
      <p:font typeface="Cambria Math" panose="02040503050406030204" pitchFamily="18" charset="0"/>
      <p:regular r:id="rId34"/>
    </p:embeddedFont>
    <p:embeddedFont>
      <p:font typeface="Now" panose="020B0600070205080204" charset="0"/>
      <p:regular r:id="rId35"/>
    </p:embeddedFont>
    <p:embeddedFont>
      <p:font typeface="游ゴシック" panose="020B0400000000000000" pitchFamily="50" charset="-128"/>
      <p:regular r:id="rId36"/>
      <p:bold r:id="rId37"/>
    </p:embeddedFont>
    <p:embeddedFont>
      <p:font typeface="游ゴシック Medium" panose="020B0500000000000000" pitchFamily="50" charset="-128"/>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14FD809A-16E9-4A61-A3AB-0BA26E6F3F4C}">
          <p14:sldIdLst>
            <p14:sldId id="256"/>
            <p14:sldId id="299"/>
            <p14:sldId id="379"/>
            <p14:sldId id="360"/>
            <p14:sldId id="375"/>
            <p14:sldId id="353"/>
            <p14:sldId id="374"/>
            <p14:sldId id="354"/>
            <p14:sldId id="377"/>
            <p14:sldId id="378"/>
            <p14:sldId id="366"/>
            <p14:sldId id="367"/>
            <p14:sldId id="368"/>
            <p14:sldId id="369"/>
            <p14:sldId id="370"/>
            <p14:sldId id="376"/>
            <p14:sldId id="371"/>
            <p14:sldId id="372"/>
            <p14:sldId id="373"/>
          </p14:sldIdLst>
        </p14:section>
        <p14:section name="テンプレート" id="{8EC063C3-38F5-405D-BD10-6AC59FF97235}">
          <p14:sldIdLst>
            <p14:sldId id="352"/>
            <p14:sldId id="350"/>
            <p14:sldId id="359"/>
            <p14:sldId id="298"/>
            <p14:sldId id="342"/>
            <p14:sldId id="343"/>
            <p14:sldId id="302"/>
            <p14:sldId id="344"/>
            <p14:sldId id="30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E9E8"/>
    <a:srgbClr val="F79646"/>
    <a:srgbClr val="5276F8"/>
    <a:srgbClr val="ECF1F1"/>
    <a:srgbClr val="86B8B7"/>
    <a:srgbClr val="C8DEDD"/>
    <a:srgbClr val="93BFBE"/>
    <a:srgbClr val="76AEAD"/>
    <a:srgbClr val="5DC77B"/>
    <a:srgbClr val="64A4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80364" autoAdjust="0"/>
  </p:normalViewPr>
  <p:slideViewPr>
    <p:cSldViewPr>
      <p:cViewPr varScale="1">
        <p:scale>
          <a:sx n="50" d="100"/>
          <a:sy n="50" d="100"/>
        </p:scale>
        <p:origin x="300" y="24"/>
      </p:cViewPr>
      <p:guideLst>
        <p:guide orient="horz" pos="2160"/>
        <p:guide pos="2880"/>
      </p:guideLst>
    </p:cSldViewPr>
  </p:slideViewPr>
  <p:outlineViewPr>
    <p:cViewPr>
      <p:scale>
        <a:sx n="33" d="100"/>
        <a:sy n="33" d="100"/>
      </p:scale>
      <p:origin x="0" y="0"/>
    </p:cViewPr>
  </p:outlineViewPr>
  <p:notesTextViewPr>
    <p:cViewPr>
      <p:scale>
        <a:sx n="98" d="100"/>
        <a:sy n="98" d="100"/>
      </p:scale>
      <p:origin x="0" y="0"/>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bariku0623@icloud.com" userId="47b6e960b06a1f92" providerId="LiveId" clId="{9CB18302-5CA0-4628-ACBB-9FFC91E76434}"/>
    <pc:docChg chg="modSld sldOrd">
      <pc:chgData name="shibariku0623@icloud.com" userId="47b6e960b06a1f92" providerId="LiveId" clId="{9CB18302-5CA0-4628-ACBB-9FFC91E76434}" dt="2025-05-08T20:11:04.066" v="1"/>
      <pc:docMkLst>
        <pc:docMk/>
      </pc:docMkLst>
      <pc:sldChg chg="ord">
        <pc:chgData name="shibariku0623@icloud.com" userId="47b6e960b06a1f92" providerId="LiveId" clId="{9CB18302-5CA0-4628-ACBB-9FFC91E76434}" dt="2025-05-08T20:11:04.066" v="1"/>
        <pc:sldMkLst>
          <pc:docMk/>
          <pc:sldMk cId="171453735" sldId="369"/>
        </pc:sldMkLst>
      </pc:sldChg>
    </pc:docChg>
  </pc:docChgLst>
  <pc:docChgLst>
    <pc:chgData name="shibariku0623@icloud.com" userId="47b6e960b06a1f92" providerId="LiveId" clId="{3AA44764-EBFF-42AA-8545-2E954FE8870A}"/>
    <pc:docChg chg="undo custSel addSld delSld modSld sldOrd modSection">
      <pc:chgData name="shibariku0623@icloud.com" userId="47b6e960b06a1f92" providerId="LiveId" clId="{3AA44764-EBFF-42AA-8545-2E954FE8870A}" dt="2025-04-04T05:59:17.984" v="11084" actId="1076"/>
      <pc:docMkLst>
        <pc:docMk/>
      </pc:docMkLst>
      <pc:sldChg chg="addSp modSp mod">
        <pc:chgData name="shibariku0623@icloud.com" userId="47b6e960b06a1f92" providerId="LiveId" clId="{3AA44764-EBFF-42AA-8545-2E954FE8870A}" dt="2025-04-03T16:22:15.070" v="11059" actId="20577"/>
        <pc:sldMkLst>
          <pc:docMk/>
          <pc:sldMk cId="0" sldId="256"/>
        </pc:sldMkLst>
        <pc:spChg chg="mod">
          <ac:chgData name="shibariku0623@icloud.com" userId="47b6e960b06a1f92" providerId="LiveId" clId="{3AA44764-EBFF-42AA-8545-2E954FE8870A}" dt="2025-04-03T01:10:51.371" v="77" actId="1076"/>
          <ac:spMkLst>
            <pc:docMk/>
            <pc:sldMk cId="0" sldId="256"/>
            <ac:spMk id="13" creationId="{9E46055B-DA28-1F66-CD59-78CAAB0910E0}"/>
          </ac:spMkLst>
        </pc:spChg>
        <pc:spChg chg="add mod">
          <ac:chgData name="shibariku0623@icloud.com" userId="47b6e960b06a1f92" providerId="LiveId" clId="{3AA44764-EBFF-42AA-8545-2E954FE8870A}" dt="2025-04-03T01:10:39.281" v="74" actId="1076"/>
          <ac:spMkLst>
            <pc:docMk/>
            <pc:sldMk cId="0" sldId="256"/>
            <ac:spMk id="14" creationId="{5A851D26-D12C-C610-35D6-4EE88EAAA3D9}"/>
          </ac:spMkLst>
        </pc:spChg>
        <pc:spChg chg="mod">
          <ac:chgData name="shibariku0623@icloud.com" userId="47b6e960b06a1f92" providerId="LiveId" clId="{3AA44764-EBFF-42AA-8545-2E954FE8870A}" dt="2025-04-03T01:49:18.633" v="82" actId="1076"/>
          <ac:spMkLst>
            <pc:docMk/>
            <pc:sldMk cId="0" sldId="256"/>
            <ac:spMk id="17" creationId="{00000000-0000-0000-0000-000000000000}"/>
          </ac:spMkLst>
        </pc:spChg>
        <pc:spChg chg="mod">
          <ac:chgData name="shibariku0623@icloud.com" userId="47b6e960b06a1f92" providerId="LiveId" clId="{3AA44764-EBFF-42AA-8545-2E954FE8870A}" dt="2025-04-03T01:11:02.358" v="78" actId="1076"/>
          <ac:spMkLst>
            <pc:docMk/>
            <pc:sldMk cId="0" sldId="256"/>
            <ac:spMk id="19" creationId="{00000000-0000-0000-0000-000000000000}"/>
          </ac:spMkLst>
        </pc:spChg>
        <pc:spChg chg="mod">
          <ac:chgData name="shibariku0623@icloud.com" userId="47b6e960b06a1f92" providerId="LiveId" clId="{3AA44764-EBFF-42AA-8545-2E954FE8870A}" dt="2025-04-03T16:22:15.070" v="11059" actId="20577"/>
          <ac:spMkLst>
            <pc:docMk/>
            <pc:sldMk cId="0" sldId="256"/>
            <ac:spMk id="20" creationId="{00000000-0000-0000-0000-000000000000}"/>
          </ac:spMkLst>
        </pc:spChg>
      </pc:sldChg>
      <pc:sldChg chg="modSp mod">
        <pc:chgData name="shibariku0623@icloud.com" userId="47b6e960b06a1f92" providerId="LiveId" clId="{3AA44764-EBFF-42AA-8545-2E954FE8870A}" dt="2025-04-03T13:22:01.774" v="7598" actId="20577"/>
        <pc:sldMkLst>
          <pc:docMk/>
          <pc:sldMk cId="1242965381" sldId="299"/>
        </pc:sldMkLst>
        <pc:spChg chg="mod">
          <ac:chgData name="shibariku0623@icloud.com" userId="47b6e960b06a1f92" providerId="LiveId" clId="{3AA44764-EBFF-42AA-8545-2E954FE8870A}" dt="2025-04-03T13:22:01.774" v="7598" actId="20577"/>
          <ac:spMkLst>
            <pc:docMk/>
            <pc:sldMk cId="1242965381" sldId="299"/>
            <ac:spMk id="515" creationId="{A243EAE5-356B-1894-75BE-66367ECE2D1E}"/>
          </ac:spMkLst>
        </pc:spChg>
        <pc:spChg chg="mod">
          <ac:chgData name="shibariku0623@icloud.com" userId="47b6e960b06a1f92" providerId="LiveId" clId="{3AA44764-EBFF-42AA-8545-2E954FE8870A}" dt="2025-04-03T02:01:40.663" v="122" actId="20577"/>
          <ac:spMkLst>
            <pc:docMk/>
            <pc:sldMk cId="1242965381" sldId="299"/>
            <ac:spMk id="516" creationId="{ED03FC3B-8BEB-F105-968D-F000DB9D8CCD}"/>
          </ac:spMkLst>
        </pc:spChg>
        <pc:grpChg chg="mod">
          <ac:chgData name="shibariku0623@icloud.com" userId="47b6e960b06a1f92" providerId="LiveId" clId="{3AA44764-EBFF-42AA-8545-2E954FE8870A}" dt="2025-04-03T02:01:47.408" v="123" actId="1076"/>
          <ac:grpSpMkLst>
            <pc:docMk/>
            <pc:sldMk cId="1242965381" sldId="299"/>
            <ac:grpSpMk id="514" creationId="{B62302C4-E809-FCAB-957F-A716CD8F0562}"/>
          </ac:grpSpMkLst>
        </pc:grpChg>
      </pc:sldChg>
      <pc:sldChg chg="del">
        <pc:chgData name="shibariku0623@icloud.com" userId="47b6e960b06a1f92" providerId="LiveId" clId="{3AA44764-EBFF-42AA-8545-2E954FE8870A}" dt="2025-04-03T14:31:29.806" v="8534" actId="47"/>
        <pc:sldMkLst>
          <pc:docMk/>
          <pc:sldMk cId="761964446" sldId="345"/>
        </pc:sldMkLst>
      </pc:sldChg>
      <pc:sldChg chg="addSp delSp modSp mod ord">
        <pc:chgData name="shibariku0623@icloud.com" userId="47b6e960b06a1f92" providerId="LiveId" clId="{3AA44764-EBFF-42AA-8545-2E954FE8870A}" dt="2025-04-04T04:46:33.396" v="11080" actId="1076"/>
        <pc:sldMkLst>
          <pc:docMk/>
          <pc:sldMk cId="1839823296" sldId="353"/>
        </pc:sldMkLst>
        <pc:spChg chg="add mod">
          <ac:chgData name="shibariku0623@icloud.com" userId="47b6e960b06a1f92" providerId="LiveId" clId="{3AA44764-EBFF-42AA-8545-2E954FE8870A}" dt="2025-04-03T03:40:09.763" v="1235" actId="20577"/>
          <ac:spMkLst>
            <pc:docMk/>
            <pc:sldMk cId="1839823296" sldId="353"/>
            <ac:spMk id="5" creationId="{E4738322-4920-5653-9CB1-4917B1597833}"/>
          </ac:spMkLst>
        </pc:spChg>
        <pc:spChg chg="mod">
          <ac:chgData name="shibariku0623@icloud.com" userId="47b6e960b06a1f92" providerId="LiveId" clId="{3AA44764-EBFF-42AA-8545-2E954FE8870A}" dt="2025-04-03T03:49:07.408" v="1315" actId="207"/>
          <ac:spMkLst>
            <pc:docMk/>
            <pc:sldMk cId="1839823296" sldId="353"/>
            <ac:spMk id="7" creationId="{8E958BA2-8BAD-ECEC-7518-D511C10CDC84}"/>
          </ac:spMkLst>
        </pc:spChg>
        <pc:spChg chg="mod">
          <ac:chgData name="shibariku0623@icloud.com" userId="47b6e960b06a1f92" providerId="LiveId" clId="{3AA44764-EBFF-42AA-8545-2E954FE8870A}" dt="2025-04-03T03:43:41.640" v="1238"/>
          <ac:spMkLst>
            <pc:docMk/>
            <pc:sldMk cId="1839823296" sldId="353"/>
            <ac:spMk id="28" creationId="{99730284-7A70-F206-1EBB-D3F7DD9D76BF}"/>
          </ac:spMkLst>
        </pc:spChg>
        <pc:spChg chg="add mod">
          <ac:chgData name="shibariku0623@icloud.com" userId="47b6e960b06a1f92" providerId="LiveId" clId="{3AA44764-EBFF-42AA-8545-2E954FE8870A}" dt="2025-04-03T03:51:22.093" v="1425" actId="14100"/>
          <ac:spMkLst>
            <pc:docMk/>
            <pc:sldMk cId="1839823296" sldId="353"/>
            <ac:spMk id="40" creationId="{2E361B5C-CFB1-8AAC-7296-520CE6FBC6A1}"/>
          </ac:spMkLst>
        </pc:spChg>
        <pc:spChg chg="add mod">
          <ac:chgData name="shibariku0623@icloud.com" userId="47b6e960b06a1f92" providerId="LiveId" clId="{3AA44764-EBFF-42AA-8545-2E954FE8870A}" dt="2025-04-03T03:52:55.838" v="1474" actId="1076"/>
          <ac:spMkLst>
            <pc:docMk/>
            <pc:sldMk cId="1839823296" sldId="353"/>
            <ac:spMk id="43" creationId="{74585E40-6879-A927-7878-CF1F76350B6C}"/>
          </ac:spMkLst>
        </pc:spChg>
        <pc:spChg chg="add mod">
          <ac:chgData name="shibariku0623@icloud.com" userId="47b6e960b06a1f92" providerId="LiveId" clId="{3AA44764-EBFF-42AA-8545-2E954FE8870A}" dt="2025-04-03T04:02:40.315" v="1766" actId="207"/>
          <ac:spMkLst>
            <pc:docMk/>
            <pc:sldMk cId="1839823296" sldId="353"/>
            <ac:spMk id="44" creationId="{53293F32-7C79-2C44-6DA9-2EE50325217A}"/>
          </ac:spMkLst>
        </pc:spChg>
        <pc:spChg chg="add mod">
          <ac:chgData name="shibariku0623@icloud.com" userId="47b6e960b06a1f92" providerId="LiveId" clId="{3AA44764-EBFF-42AA-8545-2E954FE8870A}" dt="2025-04-03T03:53:24.150" v="1479" actId="1076"/>
          <ac:spMkLst>
            <pc:docMk/>
            <pc:sldMk cId="1839823296" sldId="353"/>
            <ac:spMk id="45" creationId="{E9C36849-A082-11E7-2684-5B557E7897FE}"/>
          </ac:spMkLst>
        </pc:spChg>
        <pc:spChg chg="add mod">
          <ac:chgData name="shibariku0623@icloud.com" userId="47b6e960b06a1f92" providerId="LiveId" clId="{3AA44764-EBFF-42AA-8545-2E954FE8870A}" dt="2025-04-03T04:03:57.406" v="1767" actId="1076"/>
          <ac:spMkLst>
            <pc:docMk/>
            <pc:sldMk cId="1839823296" sldId="353"/>
            <ac:spMk id="46" creationId="{066A62D8-A21F-9B61-8968-DA5E5C0EAB8E}"/>
          </ac:spMkLst>
        </pc:spChg>
        <pc:spChg chg="add mod">
          <ac:chgData name="shibariku0623@icloud.com" userId="47b6e960b06a1f92" providerId="LiveId" clId="{3AA44764-EBFF-42AA-8545-2E954FE8870A}" dt="2025-04-03T04:05:19.398" v="1789" actId="207"/>
          <ac:spMkLst>
            <pc:docMk/>
            <pc:sldMk cId="1839823296" sldId="353"/>
            <ac:spMk id="47" creationId="{315FDC59-A583-706F-CEBD-F5636377D836}"/>
          </ac:spMkLst>
        </pc:spChg>
        <pc:spChg chg="add mod">
          <ac:chgData name="shibariku0623@icloud.com" userId="47b6e960b06a1f92" providerId="LiveId" clId="{3AA44764-EBFF-42AA-8545-2E954FE8870A}" dt="2025-04-03T04:05:15.292" v="1788" actId="207"/>
          <ac:spMkLst>
            <pc:docMk/>
            <pc:sldMk cId="1839823296" sldId="353"/>
            <ac:spMk id="48" creationId="{85B93FD5-7B19-401F-37AC-6A75B7FC3AFB}"/>
          </ac:spMkLst>
        </pc:spChg>
        <pc:spChg chg="add mod">
          <ac:chgData name="shibariku0623@icloud.com" userId="47b6e960b06a1f92" providerId="LiveId" clId="{3AA44764-EBFF-42AA-8545-2E954FE8870A}" dt="2025-04-03T04:03:57.406" v="1767" actId="1076"/>
          <ac:spMkLst>
            <pc:docMk/>
            <pc:sldMk cId="1839823296" sldId="353"/>
            <ac:spMk id="49" creationId="{A80152A7-3EAC-1160-3259-404A789A2E15}"/>
          </ac:spMkLst>
        </pc:spChg>
        <pc:spChg chg="add mod">
          <ac:chgData name="shibariku0623@icloud.com" userId="47b6e960b06a1f92" providerId="LiveId" clId="{3AA44764-EBFF-42AA-8545-2E954FE8870A}" dt="2025-04-03T04:03:57.406" v="1767" actId="1076"/>
          <ac:spMkLst>
            <pc:docMk/>
            <pc:sldMk cId="1839823296" sldId="353"/>
            <ac:spMk id="50" creationId="{FCAACAFF-5AC5-1F2B-F85F-41A758A29CBC}"/>
          </ac:spMkLst>
        </pc:spChg>
        <pc:spChg chg="add mod">
          <ac:chgData name="shibariku0623@icloud.com" userId="47b6e960b06a1f92" providerId="LiveId" clId="{3AA44764-EBFF-42AA-8545-2E954FE8870A}" dt="2025-04-03T04:03:57.406" v="1767" actId="1076"/>
          <ac:spMkLst>
            <pc:docMk/>
            <pc:sldMk cId="1839823296" sldId="353"/>
            <ac:spMk id="51" creationId="{29E3C41A-F012-9B1C-4124-36FE752EF7B9}"/>
          </ac:spMkLst>
        </pc:spChg>
        <pc:spChg chg="add mod">
          <ac:chgData name="shibariku0623@icloud.com" userId="47b6e960b06a1f92" providerId="LiveId" clId="{3AA44764-EBFF-42AA-8545-2E954FE8870A}" dt="2025-04-04T04:46:33.396" v="11080" actId="1076"/>
          <ac:spMkLst>
            <pc:docMk/>
            <pc:sldMk cId="1839823296" sldId="353"/>
            <ac:spMk id="52" creationId="{82EDB9AC-CB59-BEFD-B5DC-46020D7D6414}"/>
          </ac:spMkLst>
        </pc:spChg>
        <pc:spChg chg="mod">
          <ac:chgData name="shibariku0623@icloud.com" userId="47b6e960b06a1f92" providerId="LiveId" clId="{3AA44764-EBFF-42AA-8545-2E954FE8870A}" dt="2025-04-03T04:04:30.034" v="1785" actId="20577"/>
          <ac:spMkLst>
            <pc:docMk/>
            <pc:sldMk cId="1839823296" sldId="353"/>
            <ac:spMk id="54" creationId="{D8C8E0BB-E256-4214-DDC8-8CADBD436EF4}"/>
          </ac:spMkLst>
        </pc:spChg>
        <pc:spChg chg="mod">
          <ac:chgData name="shibariku0623@icloud.com" userId="47b6e960b06a1f92" providerId="LiveId" clId="{3AA44764-EBFF-42AA-8545-2E954FE8870A}" dt="2025-04-03T04:04:20.322" v="1772"/>
          <ac:spMkLst>
            <pc:docMk/>
            <pc:sldMk cId="1839823296" sldId="353"/>
            <ac:spMk id="55" creationId="{73D49ADC-86C7-8FC4-8321-66E0E95C56C3}"/>
          </ac:spMkLst>
        </pc:spChg>
        <pc:spChg chg="add mod">
          <ac:chgData name="shibariku0623@icloud.com" userId="47b6e960b06a1f92" providerId="LiveId" clId="{3AA44764-EBFF-42AA-8545-2E954FE8870A}" dt="2025-04-04T04:46:33.396" v="11080" actId="1076"/>
          <ac:spMkLst>
            <pc:docMk/>
            <pc:sldMk cId="1839823296" sldId="353"/>
            <ac:spMk id="56" creationId="{9CAA9BC2-A211-526C-F842-BB79298AA7F4}"/>
          </ac:spMkLst>
        </pc:spChg>
        <pc:spChg chg="add mod">
          <ac:chgData name="shibariku0623@icloud.com" userId="47b6e960b06a1f92" providerId="LiveId" clId="{3AA44764-EBFF-42AA-8545-2E954FE8870A}" dt="2025-04-04T04:46:33.396" v="11080" actId="1076"/>
          <ac:spMkLst>
            <pc:docMk/>
            <pc:sldMk cId="1839823296" sldId="353"/>
            <ac:spMk id="57" creationId="{F86D2A80-5BB7-F7C3-8498-2B3EE911EAE4}"/>
          </ac:spMkLst>
        </pc:spChg>
        <pc:spChg chg="add mod">
          <ac:chgData name="shibariku0623@icloud.com" userId="47b6e960b06a1f92" providerId="LiveId" clId="{3AA44764-EBFF-42AA-8545-2E954FE8870A}" dt="2025-04-04T04:46:33.396" v="11080" actId="1076"/>
          <ac:spMkLst>
            <pc:docMk/>
            <pc:sldMk cId="1839823296" sldId="353"/>
            <ac:spMk id="58" creationId="{D6F5C67B-3294-3200-9A38-9D5569CB5BB8}"/>
          </ac:spMkLst>
        </pc:spChg>
        <pc:spChg chg="add mod">
          <ac:chgData name="shibariku0623@icloud.com" userId="47b6e960b06a1f92" providerId="LiveId" clId="{3AA44764-EBFF-42AA-8545-2E954FE8870A}" dt="2025-04-04T04:46:33.396" v="11080" actId="1076"/>
          <ac:spMkLst>
            <pc:docMk/>
            <pc:sldMk cId="1839823296" sldId="353"/>
            <ac:spMk id="59" creationId="{5767C3FC-4AB0-717C-B0E4-8EE3A0DCBDE3}"/>
          </ac:spMkLst>
        </pc:spChg>
        <pc:spChg chg="add mod">
          <ac:chgData name="shibariku0623@icloud.com" userId="47b6e960b06a1f92" providerId="LiveId" clId="{3AA44764-EBFF-42AA-8545-2E954FE8870A}" dt="2025-04-04T04:46:33.396" v="11080" actId="1076"/>
          <ac:spMkLst>
            <pc:docMk/>
            <pc:sldMk cId="1839823296" sldId="353"/>
            <ac:spMk id="60" creationId="{18518D61-03D3-08FB-2B35-67678CDA7C2A}"/>
          </ac:spMkLst>
        </pc:spChg>
        <pc:grpChg chg="add mod">
          <ac:chgData name="shibariku0623@icloud.com" userId="47b6e960b06a1f92" providerId="LiveId" clId="{3AA44764-EBFF-42AA-8545-2E954FE8870A}" dt="2025-04-03T03:44:05.033" v="1240" actId="1076"/>
          <ac:grpSpMkLst>
            <pc:docMk/>
            <pc:sldMk cId="1839823296" sldId="353"/>
            <ac:grpSpMk id="6" creationId="{88135447-EB53-39BA-9B68-8D184AA5DCD2}"/>
          </ac:grpSpMkLst>
        </pc:grpChg>
        <pc:grpChg chg="add mod">
          <ac:chgData name="shibariku0623@icloud.com" userId="47b6e960b06a1f92" providerId="LiveId" clId="{3AA44764-EBFF-42AA-8545-2E954FE8870A}" dt="2025-04-03T04:09:25.631" v="1897" actId="1076"/>
          <ac:grpSpMkLst>
            <pc:docMk/>
            <pc:sldMk cId="1839823296" sldId="353"/>
            <ac:grpSpMk id="53" creationId="{833B8A1F-9A38-C543-0174-F0442FF3CDB9}"/>
          </ac:grpSpMkLst>
        </pc:grpChg>
      </pc:sldChg>
      <pc:sldChg chg="addSp delSp modSp mod ord modNotesTx">
        <pc:chgData name="shibariku0623@icloud.com" userId="47b6e960b06a1f92" providerId="LiveId" clId="{3AA44764-EBFF-42AA-8545-2E954FE8870A}" dt="2025-04-04T04:47:28.473" v="11081" actId="14100"/>
        <pc:sldMkLst>
          <pc:docMk/>
          <pc:sldMk cId="427512372" sldId="354"/>
        </pc:sldMkLst>
        <pc:spChg chg="mod">
          <ac:chgData name="shibariku0623@icloud.com" userId="47b6e960b06a1f92" providerId="LiveId" clId="{3AA44764-EBFF-42AA-8545-2E954FE8870A}" dt="2025-04-03T04:23:16.784" v="2226" actId="20577"/>
          <ac:spMkLst>
            <pc:docMk/>
            <pc:sldMk cId="427512372" sldId="354"/>
            <ac:spMk id="3" creationId="{CC63A3F2-F528-F444-0694-96656D4D2EE7}"/>
          </ac:spMkLst>
        </pc:spChg>
        <pc:spChg chg="mod">
          <ac:chgData name="shibariku0623@icloud.com" userId="47b6e960b06a1f92" providerId="LiveId" clId="{3AA44764-EBFF-42AA-8545-2E954FE8870A}" dt="2025-04-03T09:10:24.962" v="2250" actId="20577"/>
          <ac:spMkLst>
            <pc:docMk/>
            <pc:sldMk cId="427512372" sldId="354"/>
            <ac:spMk id="5" creationId="{89DA9620-35F5-7506-B316-5B098D835CDD}"/>
          </ac:spMkLst>
        </pc:spChg>
        <pc:spChg chg="mod">
          <ac:chgData name="shibariku0623@icloud.com" userId="47b6e960b06a1f92" providerId="LiveId" clId="{3AA44764-EBFF-42AA-8545-2E954FE8870A}" dt="2025-04-03T09:10:18.569" v="2230"/>
          <ac:spMkLst>
            <pc:docMk/>
            <pc:sldMk cId="427512372" sldId="354"/>
            <ac:spMk id="6" creationId="{46D3EFAD-2776-343A-E547-6629F341966C}"/>
          </ac:spMkLst>
        </pc:spChg>
        <pc:spChg chg="add mod">
          <ac:chgData name="shibariku0623@icloud.com" userId="47b6e960b06a1f92" providerId="LiveId" clId="{3AA44764-EBFF-42AA-8545-2E954FE8870A}" dt="2025-04-03T09:57:35.145" v="2994" actId="20577"/>
          <ac:spMkLst>
            <pc:docMk/>
            <pc:sldMk cId="427512372" sldId="354"/>
            <ac:spMk id="29" creationId="{B385687C-A5A1-C7D7-FBED-2B243E20E5A5}"/>
          </ac:spMkLst>
        </pc:spChg>
        <pc:spChg chg="add mod">
          <ac:chgData name="shibariku0623@icloud.com" userId="47b6e960b06a1f92" providerId="LiveId" clId="{3AA44764-EBFF-42AA-8545-2E954FE8870A}" dt="2025-04-03T09:55:48.419" v="2953" actId="1076"/>
          <ac:spMkLst>
            <pc:docMk/>
            <pc:sldMk cId="427512372" sldId="354"/>
            <ac:spMk id="33" creationId="{A3F2E362-1805-2E41-3F6E-CD725576E65A}"/>
          </ac:spMkLst>
        </pc:spChg>
        <pc:spChg chg="mod">
          <ac:chgData name="shibariku0623@icloud.com" userId="47b6e960b06a1f92" providerId="LiveId" clId="{3AA44764-EBFF-42AA-8545-2E954FE8870A}" dt="2025-04-03T09:37:40.634" v="2561" actId="20577"/>
          <ac:spMkLst>
            <pc:docMk/>
            <pc:sldMk cId="427512372" sldId="354"/>
            <ac:spMk id="52" creationId="{EE39FA04-1E72-F398-9166-99007664D262}"/>
          </ac:spMkLst>
        </pc:spChg>
        <pc:spChg chg="mod">
          <ac:chgData name="shibariku0623@icloud.com" userId="47b6e960b06a1f92" providerId="LiveId" clId="{3AA44764-EBFF-42AA-8545-2E954FE8870A}" dt="2025-04-03T09:37:21.552" v="2491"/>
          <ac:spMkLst>
            <pc:docMk/>
            <pc:sldMk cId="427512372" sldId="354"/>
            <ac:spMk id="53" creationId="{3441F99F-366A-7909-245D-84582E351E45}"/>
          </ac:spMkLst>
        </pc:spChg>
        <pc:spChg chg="add mod">
          <ac:chgData name="shibariku0623@icloud.com" userId="47b6e960b06a1f92" providerId="LiveId" clId="{3AA44764-EBFF-42AA-8545-2E954FE8870A}" dt="2025-04-03T09:57:46.620" v="2995" actId="1076"/>
          <ac:spMkLst>
            <pc:docMk/>
            <pc:sldMk cId="427512372" sldId="354"/>
            <ac:spMk id="57" creationId="{075F86DD-7139-A10D-7FBE-16931222036F}"/>
          </ac:spMkLst>
        </pc:spChg>
        <pc:spChg chg="add mod">
          <ac:chgData name="shibariku0623@icloud.com" userId="47b6e960b06a1f92" providerId="LiveId" clId="{3AA44764-EBFF-42AA-8545-2E954FE8870A}" dt="2025-04-03T09:57:52.726" v="2996" actId="1076"/>
          <ac:spMkLst>
            <pc:docMk/>
            <pc:sldMk cId="427512372" sldId="354"/>
            <ac:spMk id="58" creationId="{ACE9566A-4093-FD3F-1416-CBFC97E2D4E0}"/>
          </ac:spMkLst>
        </pc:spChg>
        <pc:spChg chg="add mod">
          <ac:chgData name="shibariku0623@icloud.com" userId="47b6e960b06a1f92" providerId="LiveId" clId="{3AA44764-EBFF-42AA-8545-2E954FE8870A}" dt="2025-04-03T09:58:02.241" v="2997" actId="1076"/>
          <ac:spMkLst>
            <pc:docMk/>
            <pc:sldMk cId="427512372" sldId="354"/>
            <ac:spMk id="59" creationId="{E20D55A9-11E0-DDEB-1560-6CC61D628A5B}"/>
          </ac:spMkLst>
        </pc:spChg>
        <pc:spChg chg="add mod">
          <ac:chgData name="shibariku0623@icloud.com" userId="47b6e960b06a1f92" providerId="LiveId" clId="{3AA44764-EBFF-42AA-8545-2E954FE8870A}" dt="2025-04-03T10:45:27.769" v="3573" actId="1076"/>
          <ac:spMkLst>
            <pc:docMk/>
            <pc:sldMk cId="427512372" sldId="354"/>
            <ac:spMk id="60" creationId="{604CA036-83F1-D906-C965-91442065707B}"/>
          </ac:spMkLst>
        </pc:spChg>
        <pc:spChg chg="add mod">
          <ac:chgData name="shibariku0623@icloud.com" userId="47b6e960b06a1f92" providerId="LiveId" clId="{3AA44764-EBFF-42AA-8545-2E954FE8870A}" dt="2025-04-03T11:22:51.693" v="4539" actId="207"/>
          <ac:spMkLst>
            <pc:docMk/>
            <pc:sldMk cId="427512372" sldId="354"/>
            <ac:spMk id="61" creationId="{13362178-C74D-873C-B9DF-8670BAF97714}"/>
          </ac:spMkLst>
        </pc:spChg>
        <pc:spChg chg="add mod">
          <ac:chgData name="shibariku0623@icloud.com" userId="47b6e960b06a1f92" providerId="LiveId" clId="{3AA44764-EBFF-42AA-8545-2E954FE8870A}" dt="2025-04-03T10:43:59.842" v="3459" actId="5793"/>
          <ac:spMkLst>
            <pc:docMk/>
            <pc:sldMk cId="427512372" sldId="354"/>
            <ac:spMk id="65" creationId="{F27D8439-5979-4763-8834-D2F08343AFFF}"/>
          </ac:spMkLst>
        </pc:spChg>
        <pc:spChg chg="add mod ord">
          <ac:chgData name="shibariku0623@icloud.com" userId="47b6e960b06a1f92" providerId="LiveId" clId="{3AA44764-EBFF-42AA-8545-2E954FE8870A}" dt="2025-04-04T04:47:28.473" v="11081" actId="14100"/>
          <ac:spMkLst>
            <pc:docMk/>
            <pc:sldMk cId="427512372" sldId="354"/>
            <ac:spMk id="68" creationId="{E8802026-B6CF-05F5-AD8D-B8AD3412F89E}"/>
          </ac:spMkLst>
        </pc:spChg>
        <pc:grpChg chg="add mod">
          <ac:chgData name="shibariku0623@icloud.com" userId="47b6e960b06a1f92" providerId="LiveId" clId="{3AA44764-EBFF-42AA-8545-2E954FE8870A}" dt="2025-04-03T09:10:18.569" v="2230"/>
          <ac:grpSpMkLst>
            <pc:docMk/>
            <pc:sldMk cId="427512372" sldId="354"/>
            <ac:grpSpMk id="4" creationId="{23611406-EAA9-037E-5B89-7CC85C1CECAF}"/>
          </ac:grpSpMkLst>
        </pc:grpChg>
        <pc:grpChg chg="add mod">
          <ac:chgData name="shibariku0623@icloud.com" userId="47b6e960b06a1f92" providerId="LiveId" clId="{3AA44764-EBFF-42AA-8545-2E954FE8870A}" dt="2025-04-03T09:37:52.144" v="2563" actId="1076"/>
          <ac:grpSpMkLst>
            <pc:docMk/>
            <pc:sldMk cId="427512372" sldId="354"/>
            <ac:grpSpMk id="34" creationId="{BD0363DA-F31E-3A77-935A-FF6D0EC730F9}"/>
          </ac:grpSpMkLst>
        </pc:grpChg>
        <pc:picChg chg="add mod">
          <ac:chgData name="shibariku0623@icloud.com" userId="47b6e960b06a1f92" providerId="LiveId" clId="{3AA44764-EBFF-42AA-8545-2E954FE8870A}" dt="2025-04-03T10:58:13.945" v="4121" actId="1076"/>
          <ac:picMkLst>
            <pc:docMk/>
            <pc:sldMk cId="427512372" sldId="354"/>
            <ac:picMk id="8" creationId="{68555C7A-9A42-1FDE-B14D-B86729770B0B}"/>
          </ac:picMkLst>
        </pc:picChg>
      </pc:sldChg>
      <pc:sldChg chg="del">
        <pc:chgData name="shibariku0623@icloud.com" userId="47b6e960b06a1f92" providerId="LiveId" clId="{3AA44764-EBFF-42AA-8545-2E954FE8870A}" dt="2025-04-03T02:02:26.097" v="124" actId="47"/>
        <pc:sldMkLst>
          <pc:docMk/>
          <pc:sldMk cId="1149079620" sldId="356"/>
        </pc:sldMkLst>
      </pc:sldChg>
      <pc:sldChg chg="del">
        <pc:chgData name="shibariku0623@icloud.com" userId="47b6e960b06a1f92" providerId="LiveId" clId="{3AA44764-EBFF-42AA-8545-2E954FE8870A}" dt="2025-04-03T02:02:28.180" v="125" actId="47"/>
        <pc:sldMkLst>
          <pc:docMk/>
          <pc:sldMk cId="1607868842" sldId="357"/>
        </pc:sldMkLst>
      </pc:sldChg>
      <pc:sldChg chg="del">
        <pc:chgData name="shibariku0623@icloud.com" userId="47b6e960b06a1f92" providerId="LiveId" clId="{3AA44764-EBFF-42AA-8545-2E954FE8870A}" dt="2025-04-03T02:02:29.433" v="126" actId="47"/>
        <pc:sldMkLst>
          <pc:docMk/>
          <pc:sldMk cId="3890046648" sldId="358"/>
        </pc:sldMkLst>
      </pc:sldChg>
      <pc:sldChg chg="addSp delSp modSp add mod">
        <pc:chgData name="shibariku0623@icloud.com" userId="47b6e960b06a1f92" providerId="LiveId" clId="{3AA44764-EBFF-42AA-8545-2E954FE8870A}" dt="2025-04-04T04:41:41.911" v="11079" actId="20577"/>
        <pc:sldMkLst>
          <pc:docMk/>
          <pc:sldMk cId="609340271" sldId="360"/>
        </pc:sldMkLst>
        <pc:spChg chg="add mod">
          <ac:chgData name="shibariku0623@icloud.com" userId="47b6e960b06a1f92" providerId="LiveId" clId="{3AA44764-EBFF-42AA-8545-2E954FE8870A}" dt="2025-04-03T03:38:20.397" v="1164" actId="1076"/>
          <ac:spMkLst>
            <pc:docMk/>
            <pc:sldMk cId="609340271" sldId="360"/>
            <ac:spMk id="40" creationId="{18BCDE0D-5E21-57F1-517E-02D58024D4E0}"/>
          </ac:spMkLst>
        </pc:spChg>
        <pc:spChg chg="add mod">
          <ac:chgData name="shibariku0623@icloud.com" userId="47b6e960b06a1f92" providerId="LiveId" clId="{3AA44764-EBFF-42AA-8545-2E954FE8870A}" dt="2025-04-03T03:38:27.967" v="1166" actId="1076"/>
          <ac:spMkLst>
            <pc:docMk/>
            <pc:sldMk cId="609340271" sldId="360"/>
            <ac:spMk id="43" creationId="{22764255-7606-38C7-6D75-E84944DAEB40}"/>
          </ac:spMkLst>
        </pc:spChg>
        <pc:spChg chg="mod">
          <ac:chgData name="shibariku0623@icloud.com" userId="47b6e960b06a1f92" providerId="LiveId" clId="{3AA44764-EBFF-42AA-8545-2E954FE8870A}" dt="2025-04-03T02:54:35.571" v="401" actId="20577"/>
          <ac:spMkLst>
            <pc:docMk/>
            <pc:sldMk cId="609340271" sldId="360"/>
            <ac:spMk id="45" creationId="{63C1B04C-B4CB-6542-F024-DA825EAAA143}"/>
          </ac:spMkLst>
        </pc:spChg>
        <pc:spChg chg="mod">
          <ac:chgData name="shibariku0623@icloud.com" userId="47b6e960b06a1f92" providerId="LiveId" clId="{3AA44764-EBFF-42AA-8545-2E954FE8870A}" dt="2025-04-03T02:53:50.219" v="334"/>
          <ac:spMkLst>
            <pc:docMk/>
            <pc:sldMk cId="609340271" sldId="360"/>
            <ac:spMk id="46" creationId="{B625E7F0-2BD1-FCC3-A00E-98A23CFC9F05}"/>
          </ac:spMkLst>
        </pc:spChg>
        <pc:spChg chg="add mod">
          <ac:chgData name="shibariku0623@icloud.com" userId="47b6e960b06a1f92" providerId="LiveId" clId="{3AA44764-EBFF-42AA-8545-2E954FE8870A}" dt="2025-04-03T11:23:04.750" v="4540" actId="207"/>
          <ac:spMkLst>
            <pc:docMk/>
            <pc:sldMk cId="609340271" sldId="360"/>
            <ac:spMk id="57" creationId="{C67B1B63-E895-36A2-FADA-3D87D2B968CB}"/>
          </ac:spMkLst>
        </pc:spChg>
        <pc:spChg chg="add mod">
          <ac:chgData name="shibariku0623@icloud.com" userId="47b6e960b06a1f92" providerId="LiveId" clId="{3AA44764-EBFF-42AA-8545-2E954FE8870A}" dt="2025-04-03T03:38:23.444" v="1165" actId="1076"/>
          <ac:spMkLst>
            <pc:docMk/>
            <pc:sldMk cId="609340271" sldId="360"/>
            <ac:spMk id="58" creationId="{72AE648B-7B5C-BC33-26A8-45CC463363C3}"/>
          </ac:spMkLst>
        </pc:spChg>
        <pc:spChg chg="mod">
          <ac:chgData name="shibariku0623@icloud.com" userId="47b6e960b06a1f92" providerId="LiveId" clId="{3AA44764-EBFF-42AA-8545-2E954FE8870A}" dt="2025-04-03T03:01:55.729" v="696" actId="20577"/>
          <ac:spMkLst>
            <pc:docMk/>
            <pc:sldMk cId="609340271" sldId="360"/>
            <ac:spMk id="60" creationId="{CE7860E7-9912-7EB1-D28A-EF86818B1677}"/>
          </ac:spMkLst>
        </pc:spChg>
        <pc:spChg chg="mod">
          <ac:chgData name="shibariku0623@icloud.com" userId="47b6e960b06a1f92" providerId="LiveId" clId="{3AA44764-EBFF-42AA-8545-2E954FE8870A}" dt="2025-04-03T03:01:25.850" v="615"/>
          <ac:spMkLst>
            <pc:docMk/>
            <pc:sldMk cId="609340271" sldId="360"/>
            <ac:spMk id="61" creationId="{B6E01EE2-7990-5523-B076-EF7890D74EDE}"/>
          </ac:spMkLst>
        </pc:spChg>
        <pc:spChg chg="add mod">
          <ac:chgData name="shibariku0623@icloud.com" userId="47b6e960b06a1f92" providerId="LiveId" clId="{3AA44764-EBFF-42AA-8545-2E954FE8870A}" dt="2025-04-03T03:38:13.129" v="1163" actId="1076"/>
          <ac:spMkLst>
            <pc:docMk/>
            <pc:sldMk cId="609340271" sldId="360"/>
            <ac:spMk id="62" creationId="{3B3AD66B-C677-AF27-D231-FB67D7286656}"/>
          </ac:spMkLst>
        </pc:spChg>
        <pc:spChg chg="add mod">
          <ac:chgData name="shibariku0623@icloud.com" userId="47b6e960b06a1f92" providerId="LiveId" clId="{3AA44764-EBFF-42AA-8545-2E954FE8870A}" dt="2025-04-04T04:41:41.911" v="11079" actId="20577"/>
          <ac:spMkLst>
            <pc:docMk/>
            <pc:sldMk cId="609340271" sldId="360"/>
            <ac:spMk id="64" creationId="{AA7B7373-3D9A-E6A6-D263-4BF090ECFEC2}"/>
          </ac:spMkLst>
        </pc:spChg>
        <pc:spChg chg="mod">
          <ac:chgData name="shibariku0623@icloud.com" userId="47b6e960b06a1f92" providerId="LiveId" clId="{3AA44764-EBFF-42AA-8545-2E954FE8870A}" dt="2025-04-03T03:24:04.257" v="958" actId="20577"/>
          <ac:spMkLst>
            <pc:docMk/>
            <pc:sldMk cId="609340271" sldId="360"/>
            <ac:spMk id="67" creationId="{A5E42165-316E-EDAF-737B-8D5240564246}"/>
          </ac:spMkLst>
        </pc:spChg>
        <pc:spChg chg="mod">
          <ac:chgData name="shibariku0623@icloud.com" userId="47b6e960b06a1f92" providerId="LiveId" clId="{3AA44764-EBFF-42AA-8545-2E954FE8870A}" dt="2025-04-03T03:23:43.533" v="896"/>
          <ac:spMkLst>
            <pc:docMk/>
            <pc:sldMk cId="609340271" sldId="360"/>
            <ac:spMk id="68" creationId="{9A88EC85-AA71-FB9B-92BC-94969194A57E}"/>
          </ac:spMkLst>
        </pc:spChg>
        <pc:spChg chg="add mod">
          <ac:chgData name="shibariku0623@icloud.com" userId="47b6e960b06a1f92" providerId="LiveId" clId="{3AA44764-EBFF-42AA-8545-2E954FE8870A}" dt="2025-04-03T03:38:43.366" v="1167" actId="1076"/>
          <ac:spMkLst>
            <pc:docMk/>
            <pc:sldMk cId="609340271" sldId="360"/>
            <ac:spMk id="69" creationId="{5A6EDAFF-02C6-07F6-6A7A-521036718516}"/>
          </ac:spMkLst>
        </pc:spChg>
        <pc:spChg chg="add mod">
          <ac:chgData name="shibariku0623@icloud.com" userId="47b6e960b06a1f92" providerId="LiveId" clId="{3AA44764-EBFF-42AA-8545-2E954FE8870A}" dt="2025-04-03T03:38:43.366" v="1167" actId="1076"/>
          <ac:spMkLst>
            <pc:docMk/>
            <pc:sldMk cId="609340271" sldId="360"/>
            <ac:spMk id="70" creationId="{6960683E-74C7-6A3B-D4CE-32D89BD3A026}"/>
          </ac:spMkLst>
        </pc:spChg>
        <pc:grpChg chg="add mod">
          <ac:chgData name="shibariku0623@icloud.com" userId="47b6e960b06a1f92" providerId="LiveId" clId="{3AA44764-EBFF-42AA-8545-2E954FE8870A}" dt="2025-04-03T03:38:20.397" v="1164" actId="1076"/>
          <ac:grpSpMkLst>
            <pc:docMk/>
            <pc:sldMk cId="609340271" sldId="360"/>
            <ac:grpSpMk id="44" creationId="{8545B1C6-AD44-CAA2-F2D8-7D9E0EE8C615}"/>
          </ac:grpSpMkLst>
        </pc:grpChg>
        <pc:grpChg chg="add mod">
          <ac:chgData name="shibariku0623@icloud.com" userId="47b6e960b06a1f92" providerId="LiveId" clId="{3AA44764-EBFF-42AA-8545-2E954FE8870A}" dt="2025-04-03T03:38:13.129" v="1163" actId="1076"/>
          <ac:grpSpMkLst>
            <pc:docMk/>
            <pc:sldMk cId="609340271" sldId="360"/>
            <ac:grpSpMk id="59" creationId="{CD6020EC-5ACF-D0DF-7BD4-D96F6D67962A}"/>
          </ac:grpSpMkLst>
        </pc:grpChg>
        <pc:grpChg chg="add mod">
          <ac:chgData name="shibariku0623@icloud.com" userId="47b6e960b06a1f92" providerId="LiveId" clId="{3AA44764-EBFF-42AA-8545-2E954FE8870A}" dt="2025-04-03T03:38:43.366" v="1167" actId="1076"/>
          <ac:grpSpMkLst>
            <pc:docMk/>
            <pc:sldMk cId="609340271" sldId="360"/>
            <ac:grpSpMk id="66" creationId="{5D8A99AE-AB03-F0C5-CD0B-198872016830}"/>
          </ac:grpSpMkLst>
        </pc:grpChg>
      </pc:sldChg>
      <pc:sldChg chg="add del ord">
        <pc:chgData name="shibariku0623@icloud.com" userId="47b6e960b06a1f92" providerId="LiveId" clId="{3AA44764-EBFF-42AA-8545-2E954FE8870A}" dt="2025-04-03T14:31:46.016" v="8539" actId="47"/>
        <pc:sldMkLst>
          <pc:docMk/>
          <pc:sldMk cId="3487465139" sldId="361"/>
        </pc:sldMkLst>
      </pc:sldChg>
      <pc:sldChg chg="modSp add del mod">
        <pc:chgData name="shibariku0623@icloud.com" userId="47b6e960b06a1f92" providerId="LiveId" clId="{3AA44764-EBFF-42AA-8545-2E954FE8870A}" dt="2025-04-03T14:31:50.057" v="8542" actId="47"/>
        <pc:sldMkLst>
          <pc:docMk/>
          <pc:sldMk cId="3086621355" sldId="362"/>
        </pc:sldMkLst>
      </pc:sldChg>
      <pc:sldChg chg="add del">
        <pc:chgData name="shibariku0623@icloud.com" userId="47b6e960b06a1f92" providerId="LiveId" clId="{3AA44764-EBFF-42AA-8545-2E954FE8870A}" dt="2025-04-03T14:31:28.136" v="8533" actId="47"/>
        <pc:sldMkLst>
          <pc:docMk/>
          <pc:sldMk cId="3546468599" sldId="363"/>
        </pc:sldMkLst>
      </pc:sldChg>
      <pc:sldChg chg="add del">
        <pc:chgData name="shibariku0623@icloud.com" userId="47b6e960b06a1f92" providerId="LiveId" clId="{3AA44764-EBFF-42AA-8545-2E954FE8870A}" dt="2025-04-03T14:31:26.296" v="8532" actId="47"/>
        <pc:sldMkLst>
          <pc:docMk/>
          <pc:sldMk cId="1406325925" sldId="364"/>
        </pc:sldMkLst>
      </pc:sldChg>
      <pc:sldChg chg="add del">
        <pc:chgData name="shibariku0623@icloud.com" userId="47b6e960b06a1f92" providerId="LiveId" clId="{3AA44764-EBFF-42AA-8545-2E954FE8870A}" dt="2025-04-03T10:45:59.288" v="3575" actId="47"/>
        <pc:sldMkLst>
          <pc:docMk/>
          <pc:sldMk cId="411681765" sldId="365"/>
        </pc:sldMkLst>
      </pc:sldChg>
      <pc:sldChg chg="addSp delSp modSp add mod modNotesTx">
        <pc:chgData name="shibariku0623@icloud.com" userId="47b6e960b06a1f92" providerId="LiveId" clId="{3AA44764-EBFF-42AA-8545-2E954FE8870A}" dt="2025-04-03T12:14:27.655" v="5637" actId="20577"/>
        <pc:sldMkLst>
          <pc:docMk/>
          <pc:sldMk cId="2381476765" sldId="366"/>
        </pc:sldMkLst>
        <pc:spChg chg="add mod">
          <ac:chgData name="shibariku0623@icloud.com" userId="47b6e960b06a1f92" providerId="LiveId" clId="{3AA44764-EBFF-42AA-8545-2E954FE8870A}" dt="2025-04-03T10:56:46.101" v="4094" actId="1076"/>
          <ac:spMkLst>
            <pc:docMk/>
            <pc:sldMk cId="2381476765" sldId="366"/>
            <ac:spMk id="7" creationId="{210F1333-85EC-12D9-7CAF-A54F807A3642}"/>
          </ac:spMkLst>
        </pc:spChg>
        <pc:spChg chg="add mod">
          <ac:chgData name="shibariku0623@icloud.com" userId="47b6e960b06a1f92" providerId="LiveId" clId="{3AA44764-EBFF-42AA-8545-2E954FE8870A}" dt="2025-04-03T10:56:46.101" v="4094" actId="1076"/>
          <ac:spMkLst>
            <pc:docMk/>
            <pc:sldMk cId="2381476765" sldId="366"/>
            <ac:spMk id="9" creationId="{C6F914CE-3F5D-FC93-8BBD-7E90527E263F}"/>
          </ac:spMkLst>
        </pc:spChg>
        <pc:spChg chg="add mod">
          <ac:chgData name="shibariku0623@icloud.com" userId="47b6e960b06a1f92" providerId="LiveId" clId="{3AA44764-EBFF-42AA-8545-2E954FE8870A}" dt="2025-04-03T10:56:46.101" v="4094" actId="1076"/>
          <ac:spMkLst>
            <pc:docMk/>
            <pc:sldMk cId="2381476765" sldId="366"/>
            <ac:spMk id="26" creationId="{9A9DB538-FD2B-2780-9762-5DE2F67FF5F7}"/>
          </ac:spMkLst>
        </pc:spChg>
        <pc:spChg chg="add mod">
          <ac:chgData name="shibariku0623@icloud.com" userId="47b6e960b06a1f92" providerId="LiveId" clId="{3AA44764-EBFF-42AA-8545-2E954FE8870A}" dt="2025-04-03T11:15:42.240" v="4288" actId="20577"/>
          <ac:spMkLst>
            <pc:docMk/>
            <pc:sldMk cId="2381476765" sldId="366"/>
            <ac:spMk id="27" creationId="{9A787584-9EB8-AA59-9945-D701385EE3E6}"/>
          </ac:spMkLst>
        </pc:spChg>
        <pc:spChg chg="add mod">
          <ac:chgData name="shibariku0623@icloud.com" userId="47b6e960b06a1f92" providerId="LiveId" clId="{3AA44764-EBFF-42AA-8545-2E954FE8870A}" dt="2025-04-03T10:58:32.411" v="4125" actId="14100"/>
          <ac:spMkLst>
            <pc:docMk/>
            <pc:sldMk cId="2381476765" sldId="366"/>
            <ac:spMk id="28" creationId="{55BDEFD8-7B10-66E0-5AEC-F61B33FAAB38}"/>
          </ac:spMkLst>
        </pc:spChg>
        <pc:spChg chg="mod">
          <ac:chgData name="shibariku0623@icloud.com" userId="47b6e960b06a1f92" providerId="LiveId" clId="{3AA44764-EBFF-42AA-8545-2E954FE8870A}" dt="2025-04-03T10:56:46.101" v="4094" actId="1076"/>
          <ac:spMkLst>
            <pc:docMk/>
            <pc:sldMk cId="2381476765" sldId="366"/>
            <ac:spMk id="33" creationId="{33553AB8-FD95-5715-5EA3-82490BBCE7AE}"/>
          </ac:spMkLst>
        </pc:spChg>
        <pc:spChg chg="mod">
          <ac:chgData name="shibariku0623@icloud.com" userId="47b6e960b06a1f92" providerId="LiveId" clId="{3AA44764-EBFF-42AA-8545-2E954FE8870A}" dt="2025-04-03T10:46:08.686" v="3589" actId="20577"/>
          <ac:spMkLst>
            <pc:docMk/>
            <pc:sldMk cId="2381476765" sldId="366"/>
            <ac:spMk id="52" creationId="{6B4C49E4-1B28-A39D-405F-821E583DED71}"/>
          </ac:spMkLst>
        </pc:spChg>
        <pc:spChg chg="mod">
          <ac:chgData name="shibariku0623@icloud.com" userId="47b6e960b06a1f92" providerId="LiveId" clId="{3AA44764-EBFF-42AA-8545-2E954FE8870A}" dt="2025-04-03T10:56:46.101" v="4094" actId="1076"/>
          <ac:spMkLst>
            <pc:docMk/>
            <pc:sldMk cId="2381476765" sldId="366"/>
            <ac:spMk id="59" creationId="{38FC4D32-0384-E9C7-80C4-8778DE292818}"/>
          </ac:spMkLst>
        </pc:spChg>
        <pc:spChg chg="mod">
          <ac:chgData name="shibariku0623@icloud.com" userId="47b6e960b06a1f92" providerId="LiveId" clId="{3AA44764-EBFF-42AA-8545-2E954FE8870A}" dt="2025-04-03T11:16:02.034" v="4289" actId="1076"/>
          <ac:spMkLst>
            <pc:docMk/>
            <pc:sldMk cId="2381476765" sldId="366"/>
            <ac:spMk id="60" creationId="{09E64DB6-D42E-8B14-3348-3BE081A550EB}"/>
          </ac:spMkLst>
        </pc:spChg>
        <pc:spChg chg="mod">
          <ac:chgData name="shibariku0623@icloud.com" userId="47b6e960b06a1f92" providerId="LiveId" clId="{3AA44764-EBFF-42AA-8545-2E954FE8870A}" dt="2025-04-03T11:16:05.029" v="4290" actId="1076"/>
          <ac:spMkLst>
            <pc:docMk/>
            <pc:sldMk cId="2381476765" sldId="366"/>
            <ac:spMk id="61" creationId="{E743687D-ACE0-78AC-F891-883F292FB713}"/>
          </ac:spMkLst>
        </pc:spChg>
        <pc:picChg chg="mod">
          <ac:chgData name="shibariku0623@icloud.com" userId="47b6e960b06a1f92" providerId="LiveId" clId="{3AA44764-EBFF-42AA-8545-2E954FE8870A}" dt="2025-04-03T10:56:18.067" v="4091" actId="1076"/>
          <ac:picMkLst>
            <pc:docMk/>
            <pc:sldMk cId="2381476765" sldId="366"/>
            <ac:picMk id="8" creationId="{3740DD69-EDE5-F689-E2FB-27FDA9C654EF}"/>
          </ac:picMkLst>
        </pc:picChg>
      </pc:sldChg>
      <pc:sldChg chg="addSp delSp modSp add mod modNotesTx">
        <pc:chgData name="shibariku0623@icloud.com" userId="47b6e960b06a1f92" providerId="LiveId" clId="{3AA44764-EBFF-42AA-8545-2E954FE8870A}" dt="2025-04-04T05:59:17.984" v="11084" actId="1076"/>
        <pc:sldMkLst>
          <pc:docMk/>
          <pc:sldMk cId="1498123991" sldId="367"/>
        </pc:sldMkLst>
        <pc:spChg chg="mod">
          <ac:chgData name="shibariku0623@icloud.com" userId="47b6e960b06a1f92" providerId="LiveId" clId="{3AA44764-EBFF-42AA-8545-2E954FE8870A}" dt="2025-04-03T11:24:58.248" v="4678" actId="1076"/>
          <ac:spMkLst>
            <pc:docMk/>
            <pc:sldMk cId="1498123991" sldId="367"/>
            <ac:spMk id="7" creationId="{DFC94C7B-96AD-2DDC-0D46-C8926972C6C6}"/>
          </ac:spMkLst>
        </pc:spChg>
        <pc:spChg chg="mod">
          <ac:chgData name="shibariku0623@icloud.com" userId="47b6e960b06a1f92" providerId="LiveId" clId="{3AA44764-EBFF-42AA-8545-2E954FE8870A}" dt="2025-04-03T11:24:58.248" v="4678" actId="1076"/>
          <ac:spMkLst>
            <pc:docMk/>
            <pc:sldMk cId="1498123991" sldId="367"/>
            <ac:spMk id="9" creationId="{5BC167BC-06A2-024B-03BB-72567545A2D7}"/>
          </ac:spMkLst>
        </pc:spChg>
        <pc:spChg chg="mod">
          <ac:chgData name="shibariku0623@icloud.com" userId="47b6e960b06a1f92" providerId="LiveId" clId="{3AA44764-EBFF-42AA-8545-2E954FE8870A}" dt="2025-04-04T05:59:17.984" v="11084" actId="1076"/>
          <ac:spMkLst>
            <pc:docMk/>
            <pc:sldMk cId="1498123991" sldId="367"/>
            <ac:spMk id="26" creationId="{360B7FAF-10C6-62EA-2338-714E12ECC55E}"/>
          </ac:spMkLst>
        </pc:spChg>
        <pc:spChg chg="add mod">
          <ac:chgData name="shibariku0623@icloud.com" userId="47b6e960b06a1f92" providerId="LiveId" clId="{3AA44764-EBFF-42AA-8545-2E954FE8870A}" dt="2025-04-03T11:23:56.484" v="4544" actId="14100"/>
          <ac:spMkLst>
            <pc:docMk/>
            <pc:sldMk cId="1498123991" sldId="367"/>
            <ac:spMk id="28" creationId="{D98501AC-64EB-A90D-1A22-F20075410BBB}"/>
          </ac:spMkLst>
        </pc:spChg>
        <pc:spChg chg="mod">
          <ac:chgData name="shibariku0623@icloud.com" userId="47b6e960b06a1f92" providerId="LiveId" clId="{3AA44764-EBFF-42AA-8545-2E954FE8870A}" dt="2025-04-03T11:24:58.248" v="4678" actId="1076"/>
          <ac:spMkLst>
            <pc:docMk/>
            <pc:sldMk cId="1498123991" sldId="367"/>
            <ac:spMk id="33" creationId="{29A63E33-8225-D837-1149-BBE4B87E9476}"/>
          </ac:spMkLst>
        </pc:spChg>
        <pc:spChg chg="add mod">
          <ac:chgData name="shibariku0623@icloud.com" userId="47b6e960b06a1f92" providerId="LiveId" clId="{3AA44764-EBFF-42AA-8545-2E954FE8870A}" dt="2025-04-04T05:59:17.984" v="11084" actId="1076"/>
          <ac:spMkLst>
            <pc:docMk/>
            <pc:sldMk cId="1498123991" sldId="367"/>
            <ac:spMk id="38" creationId="{94AC527D-0ADA-603F-7ABB-67DDE8CDA4E5}"/>
          </ac:spMkLst>
        </pc:spChg>
        <pc:spChg chg="add mod">
          <ac:chgData name="shibariku0623@icloud.com" userId="47b6e960b06a1f92" providerId="LiveId" clId="{3AA44764-EBFF-42AA-8545-2E954FE8870A}" dt="2025-04-04T05:59:17.984" v="11084" actId="1076"/>
          <ac:spMkLst>
            <pc:docMk/>
            <pc:sldMk cId="1498123991" sldId="367"/>
            <ac:spMk id="39" creationId="{5246C7B0-1FB6-452D-2AF6-38AFBF861F87}"/>
          </ac:spMkLst>
        </pc:spChg>
        <pc:spChg chg="mod">
          <ac:chgData name="shibariku0623@icloud.com" userId="47b6e960b06a1f92" providerId="LiveId" clId="{3AA44764-EBFF-42AA-8545-2E954FE8870A}" dt="2025-04-03T11:24:58.248" v="4678" actId="1076"/>
          <ac:spMkLst>
            <pc:docMk/>
            <pc:sldMk cId="1498123991" sldId="367"/>
            <ac:spMk id="60" creationId="{5B31B7F9-8520-6D31-C85C-DAD0EAF2019A}"/>
          </ac:spMkLst>
        </pc:spChg>
        <pc:picChg chg="mod">
          <ac:chgData name="shibariku0623@icloud.com" userId="47b6e960b06a1f92" providerId="LiveId" clId="{3AA44764-EBFF-42AA-8545-2E954FE8870A}" dt="2025-04-03T11:27:24.763" v="4698" actId="1076"/>
          <ac:picMkLst>
            <pc:docMk/>
            <pc:sldMk cId="1498123991" sldId="367"/>
            <ac:picMk id="8" creationId="{D62E8E23-E13C-008E-87AE-BA972C7F564E}"/>
          </ac:picMkLst>
        </pc:picChg>
        <pc:picChg chg="add mod">
          <ac:chgData name="shibariku0623@icloud.com" userId="47b6e960b06a1f92" providerId="LiveId" clId="{3AA44764-EBFF-42AA-8545-2E954FE8870A}" dt="2025-04-03T11:24:58.248" v="4678" actId="1076"/>
          <ac:picMkLst>
            <pc:docMk/>
            <pc:sldMk cId="1498123991" sldId="367"/>
            <ac:picMk id="30" creationId="{64BA5699-B044-4FFB-198C-716C942D64BD}"/>
          </ac:picMkLst>
        </pc:picChg>
        <pc:picChg chg="add mod">
          <ac:chgData name="shibariku0623@icloud.com" userId="47b6e960b06a1f92" providerId="LiveId" clId="{3AA44764-EBFF-42AA-8545-2E954FE8870A}" dt="2025-04-04T05:59:17.984" v="11084" actId="1076"/>
          <ac:picMkLst>
            <pc:docMk/>
            <pc:sldMk cId="1498123991" sldId="367"/>
            <ac:picMk id="36" creationId="{B5EB1AD0-2F6C-43E1-8C90-6A45B0E93A68}"/>
          </ac:picMkLst>
        </pc:picChg>
      </pc:sldChg>
      <pc:sldChg chg="addSp delSp modSp add mod modNotesTx">
        <pc:chgData name="shibariku0623@icloud.com" userId="47b6e960b06a1f92" providerId="LiveId" clId="{3AA44764-EBFF-42AA-8545-2E954FE8870A}" dt="2025-04-03T14:29:33.015" v="8531" actId="1076"/>
        <pc:sldMkLst>
          <pc:docMk/>
          <pc:sldMk cId="419301762" sldId="368"/>
        </pc:sldMkLst>
        <pc:spChg chg="mod">
          <ac:chgData name="shibariku0623@icloud.com" userId="47b6e960b06a1f92" providerId="LiveId" clId="{3AA44764-EBFF-42AA-8545-2E954FE8870A}" dt="2025-04-03T14:29:11.910" v="8529" actId="1076"/>
          <ac:spMkLst>
            <pc:docMk/>
            <pc:sldMk cId="419301762" sldId="368"/>
            <ac:spMk id="7" creationId="{57E1473B-326D-89EE-F2FF-4112D5EFDFA3}"/>
          </ac:spMkLst>
        </pc:spChg>
        <pc:spChg chg="mod">
          <ac:chgData name="shibariku0623@icloud.com" userId="47b6e960b06a1f92" providerId="LiveId" clId="{3AA44764-EBFF-42AA-8545-2E954FE8870A}" dt="2025-04-03T14:29:11.910" v="8529" actId="1076"/>
          <ac:spMkLst>
            <pc:docMk/>
            <pc:sldMk cId="419301762" sldId="368"/>
            <ac:spMk id="9" creationId="{D2A5D039-B1C0-69E1-7FB5-97D3D823515C}"/>
          </ac:spMkLst>
        </pc:spChg>
        <pc:spChg chg="mod">
          <ac:chgData name="shibariku0623@icloud.com" userId="47b6e960b06a1f92" providerId="LiveId" clId="{3AA44764-EBFF-42AA-8545-2E954FE8870A}" dt="2025-04-03T14:29:29.600" v="8530" actId="1076"/>
          <ac:spMkLst>
            <pc:docMk/>
            <pc:sldMk cId="419301762" sldId="368"/>
            <ac:spMk id="27" creationId="{B3FC3370-B678-2153-A571-7F652C2CD918}"/>
          </ac:spMkLst>
        </pc:spChg>
        <pc:spChg chg="add mod">
          <ac:chgData name="shibariku0623@icloud.com" userId="47b6e960b06a1f92" providerId="LiveId" clId="{3AA44764-EBFF-42AA-8545-2E954FE8870A}" dt="2025-04-03T14:28:51.997" v="8527" actId="14100"/>
          <ac:spMkLst>
            <pc:docMk/>
            <pc:sldMk cId="419301762" sldId="368"/>
            <ac:spMk id="29" creationId="{4CA42DD1-7B8A-6778-9FEB-E10516788780}"/>
          </ac:spMkLst>
        </pc:spChg>
        <pc:spChg chg="mod">
          <ac:chgData name="shibariku0623@icloud.com" userId="47b6e960b06a1f92" providerId="LiveId" clId="{3AA44764-EBFF-42AA-8545-2E954FE8870A}" dt="2025-04-03T14:29:11.910" v="8529" actId="1076"/>
          <ac:spMkLst>
            <pc:docMk/>
            <pc:sldMk cId="419301762" sldId="368"/>
            <ac:spMk id="33" creationId="{2230FB2D-CA9C-EAB1-A80D-8155ADC154C7}"/>
          </ac:spMkLst>
        </pc:spChg>
        <pc:spChg chg="add mod">
          <ac:chgData name="shibariku0623@icloud.com" userId="47b6e960b06a1f92" providerId="LiveId" clId="{3AA44764-EBFF-42AA-8545-2E954FE8870A}" dt="2025-04-03T14:29:29.600" v="8530" actId="1076"/>
          <ac:spMkLst>
            <pc:docMk/>
            <pc:sldMk cId="419301762" sldId="368"/>
            <ac:spMk id="35" creationId="{18299347-D292-A8DF-7A2F-EE2761EDC060}"/>
          </ac:spMkLst>
        </pc:spChg>
        <pc:spChg chg="add mod">
          <ac:chgData name="shibariku0623@icloud.com" userId="47b6e960b06a1f92" providerId="LiveId" clId="{3AA44764-EBFF-42AA-8545-2E954FE8870A}" dt="2025-04-03T14:29:29.600" v="8530" actId="1076"/>
          <ac:spMkLst>
            <pc:docMk/>
            <pc:sldMk cId="419301762" sldId="368"/>
            <ac:spMk id="36" creationId="{FB67E8F8-673C-32A4-59B1-6689A3C9B78A}"/>
          </ac:spMkLst>
        </pc:spChg>
        <pc:spChg chg="add mod">
          <ac:chgData name="shibariku0623@icloud.com" userId="47b6e960b06a1f92" providerId="LiveId" clId="{3AA44764-EBFF-42AA-8545-2E954FE8870A}" dt="2025-04-03T14:29:29.600" v="8530" actId="1076"/>
          <ac:spMkLst>
            <pc:docMk/>
            <pc:sldMk cId="419301762" sldId="368"/>
            <ac:spMk id="38" creationId="{5E3A9329-46A4-A259-499C-D03F48DD8D29}"/>
          </ac:spMkLst>
        </pc:spChg>
        <pc:spChg chg="add mod">
          <ac:chgData name="shibariku0623@icloud.com" userId="47b6e960b06a1f92" providerId="LiveId" clId="{3AA44764-EBFF-42AA-8545-2E954FE8870A}" dt="2025-04-03T14:29:29.600" v="8530" actId="1076"/>
          <ac:spMkLst>
            <pc:docMk/>
            <pc:sldMk cId="419301762" sldId="368"/>
            <ac:spMk id="40" creationId="{9ED8AC60-0C44-9A5C-AE14-58E5093CFA82}"/>
          </ac:spMkLst>
        </pc:spChg>
        <pc:spChg chg="mod">
          <ac:chgData name="shibariku0623@icloud.com" userId="47b6e960b06a1f92" providerId="LiveId" clId="{3AA44764-EBFF-42AA-8545-2E954FE8870A}" dt="2025-04-03T12:15:46.782" v="5665"/>
          <ac:spMkLst>
            <pc:docMk/>
            <pc:sldMk cId="419301762" sldId="368"/>
            <ac:spMk id="42" creationId="{68C52468-C6C9-DAA4-3B25-5B77A41D6C35}"/>
          </ac:spMkLst>
        </pc:spChg>
        <pc:spChg chg="mod">
          <ac:chgData name="shibariku0623@icloud.com" userId="47b6e960b06a1f92" providerId="LiveId" clId="{3AA44764-EBFF-42AA-8545-2E954FE8870A}" dt="2025-04-03T12:15:46.782" v="5665"/>
          <ac:spMkLst>
            <pc:docMk/>
            <pc:sldMk cId="419301762" sldId="368"/>
            <ac:spMk id="43" creationId="{35F3FCB8-0595-C927-BD0C-6A3EC85865AF}"/>
          </ac:spMkLst>
        </pc:spChg>
        <pc:spChg chg="add mod">
          <ac:chgData name="shibariku0623@icloud.com" userId="47b6e960b06a1f92" providerId="LiveId" clId="{3AA44764-EBFF-42AA-8545-2E954FE8870A}" dt="2025-04-03T14:29:29.600" v="8530" actId="1076"/>
          <ac:spMkLst>
            <pc:docMk/>
            <pc:sldMk cId="419301762" sldId="368"/>
            <ac:spMk id="44" creationId="{DD0AD377-55F5-E116-EE17-F54ECEF3747A}"/>
          </ac:spMkLst>
        </pc:spChg>
        <pc:spChg chg="add mod">
          <ac:chgData name="shibariku0623@icloud.com" userId="47b6e960b06a1f92" providerId="LiveId" clId="{3AA44764-EBFF-42AA-8545-2E954FE8870A}" dt="2025-04-03T14:29:29.600" v="8530" actId="1076"/>
          <ac:spMkLst>
            <pc:docMk/>
            <pc:sldMk cId="419301762" sldId="368"/>
            <ac:spMk id="45" creationId="{253E540B-1B26-F5A8-1B88-2E9ECDD1C5B7}"/>
          </ac:spMkLst>
        </pc:spChg>
        <pc:spChg chg="add mod">
          <ac:chgData name="shibariku0623@icloud.com" userId="47b6e960b06a1f92" providerId="LiveId" clId="{3AA44764-EBFF-42AA-8545-2E954FE8870A}" dt="2025-04-03T14:29:29.600" v="8530" actId="1076"/>
          <ac:spMkLst>
            <pc:docMk/>
            <pc:sldMk cId="419301762" sldId="368"/>
            <ac:spMk id="46" creationId="{FA23EB9A-1A90-65BC-9D47-6221851FF60F}"/>
          </ac:spMkLst>
        </pc:spChg>
        <pc:spChg chg="add mod">
          <ac:chgData name="shibariku0623@icloud.com" userId="47b6e960b06a1f92" providerId="LiveId" clId="{3AA44764-EBFF-42AA-8545-2E954FE8870A}" dt="2025-04-03T14:29:29.600" v="8530" actId="1076"/>
          <ac:spMkLst>
            <pc:docMk/>
            <pc:sldMk cId="419301762" sldId="368"/>
            <ac:spMk id="47" creationId="{96BB6E4A-38A8-C891-6EE8-7E91BEA32697}"/>
          </ac:spMkLst>
        </pc:spChg>
        <pc:spChg chg="mod">
          <ac:chgData name="shibariku0623@icloud.com" userId="47b6e960b06a1f92" providerId="LiveId" clId="{3AA44764-EBFF-42AA-8545-2E954FE8870A}" dt="2025-04-03T14:29:11.910" v="8529" actId="1076"/>
          <ac:spMkLst>
            <pc:docMk/>
            <pc:sldMk cId="419301762" sldId="368"/>
            <ac:spMk id="60" creationId="{4EE7BE43-BCC5-2755-C8BF-92C845AD10D8}"/>
          </ac:spMkLst>
        </pc:spChg>
        <pc:grpChg chg="add mod">
          <ac:chgData name="shibariku0623@icloud.com" userId="47b6e960b06a1f92" providerId="LiveId" clId="{3AA44764-EBFF-42AA-8545-2E954FE8870A}" dt="2025-04-03T14:29:11.910" v="8529" actId="1076"/>
          <ac:grpSpMkLst>
            <pc:docMk/>
            <pc:sldMk cId="419301762" sldId="368"/>
            <ac:grpSpMk id="41" creationId="{457CE4C5-B3F8-A282-AC30-B4791105042A}"/>
          </ac:grpSpMkLst>
        </pc:grpChg>
        <pc:picChg chg="mod modCrop">
          <ac:chgData name="shibariku0623@icloud.com" userId="47b6e960b06a1f92" providerId="LiveId" clId="{3AA44764-EBFF-42AA-8545-2E954FE8870A}" dt="2025-04-03T14:28:37.492" v="8524" actId="1076"/>
          <ac:picMkLst>
            <pc:docMk/>
            <pc:sldMk cId="419301762" sldId="368"/>
            <ac:picMk id="8" creationId="{FC28E986-77DF-B0FD-6E57-908B96313ED6}"/>
          </ac:picMkLst>
        </pc:picChg>
        <pc:picChg chg="add mod">
          <ac:chgData name="shibariku0623@icloud.com" userId="47b6e960b06a1f92" providerId="LiveId" clId="{3AA44764-EBFF-42AA-8545-2E954FE8870A}" dt="2025-04-03T14:29:33.015" v="8531" actId="1076"/>
          <ac:picMkLst>
            <pc:docMk/>
            <pc:sldMk cId="419301762" sldId="368"/>
            <ac:picMk id="49" creationId="{4AB7B79F-578B-F949-A4A5-65EE5C3F3507}"/>
          </ac:picMkLst>
        </pc:picChg>
      </pc:sldChg>
      <pc:sldChg chg="addSp delSp modSp add mod modNotesTx">
        <pc:chgData name="shibariku0623@icloud.com" userId="47b6e960b06a1f92" providerId="LiveId" clId="{3AA44764-EBFF-42AA-8545-2E954FE8870A}" dt="2025-04-03T13:04:07.654" v="6654" actId="20577"/>
        <pc:sldMkLst>
          <pc:docMk/>
          <pc:sldMk cId="171453735" sldId="369"/>
        </pc:sldMkLst>
        <pc:spChg chg="mod">
          <ac:chgData name="shibariku0623@icloud.com" userId="47b6e960b06a1f92" providerId="LiveId" clId="{3AA44764-EBFF-42AA-8545-2E954FE8870A}" dt="2025-04-03T12:47:17.959" v="5846" actId="20577"/>
          <ac:spMkLst>
            <pc:docMk/>
            <pc:sldMk cId="171453735" sldId="369"/>
            <ac:spMk id="5" creationId="{4E4778A9-1E6C-78FB-14B4-D74A6EF42FE0}"/>
          </ac:spMkLst>
        </pc:spChg>
        <pc:spChg chg="add del mod">
          <ac:chgData name="shibariku0623@icloud.com" userId="47b6e960b06a1f92" providerId="LiveId" clId="{3AA44764-EBFF-42AA-8545-2E954FE8870A}" dt="2025-04-03T12:56:39.291" v="6246" actId="1076"/>
          <ac:spMkLst>
            <pc:docMk/>
            <pc:sldMk cId="171453735" sldId="369"/>
            <ac:spMk id="26" creationId="{85A01055-1407-2928-367B-499CAAE72BF4}"/>
          </ac:spMkLst>
        </pc:spChg>
        <pc:spChg chg="add mod">
          <ac:chgData name="shibariku0623@icloud.com" userId="47b6e960b06a1f92" providerId="LiveId" clId="{3AA44764-EBFF-42AA-8545-2E954FE8870A}" dt="2025-04-03T12:52:21.049" v="6043" actId="1076"/>
          <ac:spMkLst>
            <pc:docMk/>
            <pc:sldMk cId="171453735" sldId="369"/>
            <ac:spMk id="28" creationId="{FFCDD82E-07D2-35A5-7E01-487AB8BBE917}"/>
          </ac:spMkLst>
        </pc:spChg>
        <pc:spChg chg="add mod">
          <ac:chgData name="shibariku0623@icloud.com" userId="47b6e960b06a1f92" providerId="LiveId" clId="{3AA44764-EBFF-42AA-8545-2E954FE8870A}" dt="2025-04-03T12:53:10.667" v="6050" actId="1076"/>
          <ac:spMkLst>
            <pc:docMk/>
            <pc:sldMk cId="171453735" sldId="369"/>
            <ac:spMk id="30" creationId="{D544A1D5-448F-1CB5-FC1E-EA17A1E3525C}"/>
          </ac:spMkLst>
        </pc:spChg>
        <pc:spChg chg="add mod">
          <ac:chgData name="shibariku0623@icloud.com" userId="47b6e960b06a1f92" providerId="LiveId" clId="{3AA44764-EBFF-42AA-8545-2E954FE8870A}" dt="2025-04-03T12:53:30.545" v="6086" actId="14100"/>
          <ac:spMkLst>
            <pc:docMk/>
            <pc:sldMk cId="171453735" sldId="369"/>
            <ac:spMk id="37" creationId="{E1507C00-E07F-7CB6-D943-44AF8AD91BE4}"/>
          </ac:spMkLst>
        </pc:spChg>
        <pc:spChg chg="add mod">
          <ac:chgData name="shibariku0623@icloud.com" userId="47b6e960b06a1f92" providerId="LiveId" clId="{3AA44764-EBFF-42AA-8545-2E954FE8870A}" dt="2025-04-03T12:55:15.876" v="6194" actId="1076"/>
          <ac:spMkLst>
            <pc:docMk/>
            <pc:sldMk cId="171453735" sldId="369"/>
            <ac:spMk id="39" creationId="{A29DE8B5-B8C1-D31D-A8E8-DB1A92068149}"/>
          </ac:spMkLst>
        </pc:spChg>
        <pc:spChg chg="add mod">
          <ac:chgData name="shibariku0623@icloud.com" userId="47b6e960b06a1f92" providerId="LiveId" clId="{3AA44764-EBFF-42AA-8545-2E954FE8870A}" dt="2025-04-03T12:55:13.056" v="6193" actId="1076"/>
          <ac:spMkLst>
            <pc:docMk/>
            <pc:sldMk cId="171453735" sldId="369"/>
            <ac:spMk id="48" creationId="{5A04B214-3405-52D3-84DC-98D267660C86}"/>
          </ac:spMkLst>
        </pc:spChg>
        <pc:spChg chg="add mod">
          <ac:chgData name="shibariku0623@icloud.com" userId="47b6e960b06a1f92" providerId="LiveId" clId="{3AA44764-EBFF-42AA-8545-2E954FE8870A}" dt="2025-04-03T12:55:03.694" v="6191" actId="1076"/>
          <ac:spMkLst>
            <pc:docMk/>
            <pc:sldMk cId="171453735" sldId="369"/>
            <ac:spMk id="49" creationId="{7FE6226B-D45E-31DF-1BE1-72C331CED3E8}"/>
          </ac:spMkLst>
        </pc:spChg>
        <pc:spChg chg="add mod">
          <ac:chgData name="shibariku0623@icloud.com" userId="47b6e960b06a1f92" providerId="LiveId" clId="{3AA44764-EBFF-42AA-8545-2E954FE8870A}" dt="2025-04-03T12:56:32.616" v="6244" actId="14100"/>
          <ac:spMkLst>
            <pc:docMk/>
            <pc:sldMk cId="171453735" sldId="369"/>
            <ac:spMk id="50" creationId="{1715A2E3-34C3-1FF8-021E-60038E137C2E}"/>
          </ac:spMkLst>
        </pc:spChg>
        <pc:spChg chg="mod">
          <ac:chgData name="shibariku0623@icloud.com" userId="47b6e960b06a1f92" providerId="LiveId" clId="{3AA44764-EBFF-42AA-8545-2E954FE8870A}" dt="2025-04-03T12:56:52.352" v="6270" actId="20577"/>
          <ac:spMkLst>
            <pc:docMk/>
            <pc:sldMk cId="171453735" sldId="369"/>
            <ac:spMk id="52" creationId="{DA7C956B-7871-AA8D-FF9D-1C52B897430B}"/>
          </ac:spMkLst>
        </pc:spChg>
        <pc:spChg chg="mod">
          <ac:chgData name="shibariku0623@icloud.com" userId="47b6e960b06a1f92" providerId="LiveId" clId="{3AA44764-EBFF-42AA-8545-2E954FE8870A}" dt="2025-04-03T12:56:41.938" v="6247"/>
          <ac:spMkLst>
            <pc:docMk/>
            <pc:sldMk cId="171453735" sldId="369"/>
            <ac:spMk id="53" creationId="{F1412DBD-BE74-0570-1A5B-448BD46DFD25}"/>
          </ac:spMkLst>
        </pc:spChg>
        <pc:spChg chg="add mod">
          <ac:chgData name="shibariku0623@icloud.com" userId="47b6e960b06a1f92" providerId="LiveId" clId="{3AA44764-EBFF-42AA-8545-2E954FE8870A}" dt="2025-04-03T12:57:15.642" v="6295" actId="20577"/>
          <ac:spMkLst>
            <pc:docMk/>
            <pc:sldMk cId="171453735" sldId="369"/>
            <ac:spMk id="54" creationId="{1391D99B-D9E9-23E8-518C-2BAE1D09FCDF}"/>
          </ac:spMkLst>
        </pc:spChg>
        <pc:spChg chg="add mod">
          <ac:chgData name="shibariku0623@icloud.com" userId="47b6e960b06a1f92" providerId="LiveId" clId="{3AA44764-EBFF-42AA-8545-2E954FE8870A}" dt="2025-04-03T12:58:25.962" v="6380" actId="1076"/>
          <ac:spMkLst>
            <pc:docMk/>
            <pc:sldMk cId="171453735" sldId="369"/>
            <ac:spMk id="55" creationId="{D5986937-859A-47F0-8B33-18F522AC58E8}"/>
          </ac:spMkLst>
        </pc:spChg>
        <pc:spChg chg="add mod">
          <ac:chgData name="shibariku0623@icloud.com" userId="47b6e960b06a1f92" providerId="LiveId" clId="{3AA44764-EBFF-42AA-8545-2E954FE8870A}" dt="2025-04-03T12:57:28.099" v="6299" actId="1076"/>
          <ac:spMkLst>
            <pc:docMk/>
            <pc:sldMk cId="171453735" sldId="369"/>
            <ac:spMk id="56" creationId="{6BD8394C-B469-28DF-5723-A168D0A85296}"/>
          </ac:spMkLst>
        </pc:spChg>
        <pc:spChg chg="add mod">
          <ac:chgData name="shibariku0623@icloud.com" userId="47b6e960b06a1f92" providerId="LiveId" clId="{3AA44764-EBFF-42AA-8545-2E954FE8870A}" dt="2025-04-03T12:59:51.554" v="6428" actId="14100"/>
          <ac:spMkLst>
            <pc:docMk/>
            <pc:sldMk cId="171453735" sldId="369"/>
            <ac:spMk id="57" creationId="{AF8E6AEB-670D-A708-51EC-36D4D097E5D9}"/>
          </ac:spMkLst>
        </pc:spChg>
        <pc:spChg chg="add mod">
          <ac:chgData name="shibariku0623@icloud.com" userId="47b6e960b06a1f92" providerId="LiveId" clId="{3AA44764-EBFF-42AA-8545-2E954FE8870A}" dt="2025-04-03T13:03:16.546" v="6558" actId="1076"/>
          <ac:spMkLst>
            <pc:docMk/>
            <pc:sldMk cId="171453735" sldId="369"/>
            <ac:spMk id="58" creationId="{3289984E-36C4-71DE-20A2-2F8EA4BDC450}"/>
          </ac:spMkLst>
        </pc:spChg>
        <pc:spChg chg="add mod">
          <ac:chgData name="shibariku0623@icloud.com" userId="47b6e960b06a1f92" providerId="LiveId" clId="{3AA44764-EBFF-42AA-8545-2E954FE8870A}" dt="2025-04-03T13:02:28.417" v="6453" actId="1076"/>
          <ac:spMkLst>
            <pc:docMk/>
            <pc:sldMk cId="171453735" sldId="369"/>
            <ac:spMk id="59" creationId="{6D77B9B1-0935-8473-112E-3AA88A538780}"/>
          </ac:spMkLst>
        </pc:spChg>
        <pc:spChg chg="add mod">
          <ac:chgData name="shibariku0623@icloud.com" userId="47b6e960b06a1f92" providerId="LiveId" clId="{3AA44764-EBFF-42AA-8545-2E954FE8870A}" dt="2025-04-03T13:03:49.113" v="6652" actId="1076"/>
          <ac:spMkLst>
            <pc:docMk/>
            <pc:sldMk cId="171453735" sldId="369"/>
            <ac:spMk id="61" creationId="{9A5B0470-CF90-E63D-90F4-F9BCF0B1CD6A}"/>
          </ac:spMkLst>
        </pc:spChg>
        <pc:spChg chg="add mod">
          <ac:chgData name="shibariku0623@icloud.com" userId="47b6e960b06a1f92" providerId="LiveId" clId="{3AA44764-EBFF-42AA-8545-2E954FE8870A}" dt="2025-04-03T13:04:00.873" v="6653" actId="948"/>
          <ac:spMkLst>
            <pc:docMk/>
            <pc:sldMk cId="171453735" sldId="369"/>
            <ac:spMk id="62" creationId="{4C1DC785-2554-1EA5-7F64-9CAB31A08D91}"/>
          </ac:spMkLst>
        </pc:spChg>
        <pc:spChg chg="add mod">
          <ac:chgData name="shibariku0623@icloud.com" userId="47b6e960b06a1f92" providerId="LiveId" clId="{3AA44764-EBFF-42AA-8545-2E954FE8870A}" dt="2025-04-03T13:03:21.444" v="6559" actId="1076"/>
          <ac:spMkLst>
            <pc:docMk/>
            <pc:sldMk cId="171453735" sldId="369"/>
            <ac:spMk id="63" creationId="{2A102141-A592-F452-4B2E-69A21CB432D9}"/>
          </ac:spMkLst>
        </pc:spChg>
        <pc:grpChg chg="add mod">
          <ac:chgData name="shibariku0623@icloud.com" userId="47b6e960b06a1f92" providerId="LiveId" clId="{3AA44764-EBFF-42AA-8545-2E954FE8870A}" dt="2025-04-03T12:56:46.833" v="6248" actId="1076"/>
          <ac:grpSpMkLst>
            <pc:docMk/>
            <pc:sldMk cId="171453735" sldId="369"/>
            <ac:grpSpMk id="51" creationId="{65A06D3A-6684-A545-DD85-C169AE361C49}"/>
          </ac:grpSpMkLst>
        </pc:grpChg>
      </pc:sldChg>
      <pc:sldChg chg="addSp delSp modSp add mod">
        <pc:chgData name="shibariku0623@icloud.com" userId="47b6e960b06a1f92" providerId="LiveId" clId="{3AA44764-EBFF-42AA-8545-2E954FE8870A}" dt="2025-04-03T13:12:27.336" v="7564" actId="20577"/>
        <pc:sldMkLst>
          <pc:docMk/>
          <pc:sldMk cId="3871128981" sldId="370"/>
        </pc:sldMkLst>
        <pc:spChg chg="mod">
          <ac:chgData name="shibariku0623@icloud.com" userId="47b6e960b06a1f92" providerId="LiveId" clId="{3AA44764-EBFF-42AA-8545-2E954FE8870A}" dt="2025-04-03T13:04:59.886" v="6756" actId="20577"/>
          <ac:spMkLst>
            <pc:docMk/>
            <pc:sldMk cId="3871128981" sldId="370"/>
            <ac:spMk id="5" creationId="{36A9A806-F75F-A85D-D20A-8617167ACE7D}"/>
          </ac:spMkLst>
        </pc:spChg>
        <pc:spChg chg="add mod">
          <ac:chgData name="shibariku0623@icloud.com" userId="47b6e960b06a1f92" providerId="LiveId" clId="{3AA44764-EBFF-42AA-8545-2E954FE8870A}" dt="2025-04-03T13:08:10.700" v="7017" actId="948"/>
          <ac:spMkLst>
            <pc:docMk/>
            <pc:sldMk cId="3871128981" sldId="370"/>
            <ac:spMk id="7" creationId="{909E00BF-F5EC-1766-4EDF-BE9E8BE94C6B}"/>
          </ac:spMkLst>
        </pc:spChg>
        <pc:spChg chg="add mod">
          <ac:chgData name="shibariku0623@icloud.com" userId="47b6e960b06a1f92" providerId="LiveId" clId="{3AA44764-EBFF-42AA-8545-2E954FE8870A}" dt="2025-04-03T13:08:20.508" v="7020" actId="1076"/>
          <ac:spMkLst>
            <pc:docMk/>
            <pc:sldMk cId="3871128981" sldId="370"/>
            <ac:spMk id="8" creationId="{B1873618-6190-9BE0-2A53-F09969DBCF18}"/>
          </ac:spMkLst>
        </pc:spChg>
        <pc:spChg chg="add mod">
          <ac:chgData name="shibariku0623@icloud.com" userId="47b6e960b06a1f92" providerId="LiveId" clId="{3AA44764-EBFF-42AA-8545-2E954FE8870A}" dt="2025-04-03T13:09:27.259" v="7200" actId="14100"/>
          <ac:spMkLst>
            <pc:docMk/>
            <pc:sldMk cId="3871128981" sldId="370"/>
            <ac:spMk id="9" creationId="{27E86DFF-1742-89CC-3058-007BC584F84D}"/>
          </ac:spMkLst>
        </pc:spChg>
        <pc:spChg chg="add mod">
          <ac:chgData name="shibariku0623@icloud.com" userId="47b6e960b06a1f92" providerId="LiveId" clId="{3AA44764-EBFF-42AA-8545-2E954FE8870A}" dt="2025-04-03T13:10:02.731" v="7311" actId="1076"/>
          <ac:spMkLst>
            <pc:docMk/>
            <pc:sldMk cId="3871128981" sldId="370"/>
            <ac:spMk id="27" creationId="{C138AA75-B99C-A103-FAAA-02309EB44612}"/>
          </ac:spMkLst>
        </pc:spChg>
        <pc:spChg chg="mod">
          <ac:chgData name="shibariku0623@icloud.com" userId="47b6e960b06a1f92" providerId="LiveId" clId="{3AA44764-EBFF-42AA-8545-2E954FE8870A}" dt="2025-04-03T13:05:40.488" v="6779" actId="14100"/>
          <ac:spMkLst>
            <pc:docMk/>
            <pc:sldMk cId="3871128981" sldId="370"/>
            <ac:spMk id="28" creationId="{AA39E989-17AF-780C-075B-681861AF78BC}"/>
          </ac:spMkLst>
        </pc:spChg>
        <pc:spChg chg="add mod">
          <ac:chgData name="shibariku0623@icloud.com" userId="47b6e960b06a1f92" providerId="LiveId" clId="{3AA44764-EBFF-42AA-8545-2E954FE8870A}" dt="2025-04-03T13:10:05.782" v="7312" actId="1076"/>
          <ac:spMkLst>
            <pc:docMk/>
            <pc:sldMk cId="3871128981" sldId="370"/>
            <ac:spMk id="29" creationId="{ADCF1162-D46D-BA2A-84D0-A54BF9D6F7CD}"/>
          </ac:spMkLst>
        </pc:spChg>
        <pc:spChg chg="mod">
          <ac:chgData name="shibariku0623@icloud.com" userId="47b6e960b06a1f92" providerId="LiveId" clId="{3AA44764-EBFF-42AA-8545-2E954FE8870A}" dt="2025-04-03T13:08:16.293" v="7018" actId="1076"/>
          <ac:spMkLst>
            <pc:docMk/>
            <pc:sldMk cId="3871128981" sldId="370"/>
            <ac:spMk id="30" creationId="{7D085E27-3011-878A-E95A-6C8F1C99556F}"/>
          </ac:spMkLst>
        </pc:spChg>
        <pc:spChg chg="add mod">
          <ac:chgData name="shibariku0623@icloud.com" userId="47b6e960b06a1f92" providerId="LiveId" clId="{3AA44764-EBFF-42AA-8545-2E954FE8870A}" dt="2025-04-03T13:12:27.336" v="7564" actId="20577"/>
          <ac:spMkLst>
            <pc:docMk/>
            <pc:sldMk cId="3871128981" sldId="370"/>
            <ac:spMk id="31" creationId="{980A8893-E4B2-EB2F-58FC-8B1B0C837F08}"/>
          </ac:spMkLst>
        </pc:spChg>
        <pc:spChg chg="mod">
          <ac:chgData name="shibariku0623@icloud.com" userId="47b6e960b06a1f92" providerId="LiveId" clId="{3AA44764-EBFF-42AA-8545-2E954FE8870A}" dt="2025-04-03T13:07:25.217" v="6885" actId="1076"/>
          <ac:spMkLst>
            <pc:docMk/>
            <pc:sldMk cId="3871128981" sldId="370"/>
            <ac:spMk id="37" creationId="{FC9E049B-8E98-0A0A-4C9F-20AA0A7AB90B}"/>
          </ac:spMkLst>
        </pc:spChg>
        <pc:spChg chg="mod">
          <ac:chgData name="shibariku0623@icloud.com" userId="47b6e960b06a1f92" providerId="LiveId" clId="{3AA44764-EBFF-42AA-8545-2E954FE8870A}" dt="2025-04-03T13:07:17.756" v="6884" actId="1076"/>
          <ac:spMkLst>
            <pc:docMk/>
            <pc:sldMk cId="3871128981" sldId="370"/>
            <ac:spMk id="48" creationId="{E5669F1F-D890-BAF7-D120-F5CE084CF88E}"/>
          </ac:spMkLst>
        </pc:spChg>
        <pc:spChg chg="mod">
          <ac:chgData name="shibariku0623@icloud.com" userId="47b6e960b06a1f92" providerId="LiveId" clId="{3AA44764-EBFF-42AA-8545-2E954FE8870A}" dt="2025-04-03T13:10:22.038" v="7361" actId="20577"/>
          <ac:spMkLst>
            <pc:docMk/>
            <pc:sldMk cId="3871128981" sldId="370"/>
            <ac:spMk id="52" creationId="{08630ED1-75A8-326D-4692-2271549F477B}"/>
          </ac:spMkLst>
        </pc:spChg>
        <pc:spChg chg="mod">
          <ac:chgData name="shibariku0623@icloud.com" userId="47b6e960b06a1f92" providerId="LiveId" clId="{3AA44764-EBFF-42AA-8545-2E954FE8870A}" dt="2025-04-03T13:10:53.537" v="7411" actId="14100"/>
          <ac:spMkLst>
            <pc:docMk/>
            <pc:sldMk cId="3871128981" sldId="370"/>
            <ac:spMk id="54" creationId="{846B2AF2-FD1A-A799-F265-CC4075B91F03}"/>
          </ac:spMkLst>
        </pc:spChg>
        <pc:spChg chg="mod">
          <ac:chgData name="shibariku0623@icloud.com" userId="47b6e960b06a1f92" providerId="LiveId" clId="{3AA44764-EBFF-42AA-8545-2E954FE8870A}" dt="2025-04-03T13:11:17.260" v="7475" actId="14100"/>
          <ac:spMkLst>
            <pc:docMk/>
            <pc:sldMk cId="3871128981" sldId="370"/>
            <ac:spMk id="57" creationId="{338ADBF5-22CC-13FB-67E8-65BA0901A108}"/>
          </ac:spMkLst>
        </pc:spChg>
        <pc:spChg chg="mod">
          <ac:chgData name="shibariku0623@icloud.com" userId="47b6e960b06a1f92" providerId="LiveId" clId="{3AA44764-EBFF-42AA-8545-2E954FE8870A}" dt="2025-04-03T13:11:53.385" v="7520" actId="20577"/>
          <ac:spMkLst>
            <pc:docMk/>
            <pc:sldMk cId="3871128981" sldId="370"/>
            <ac:spMk id="58" creationId="{66293938-0EA0-CD5B-95E0-703B11292B92}"/>
          </ac:spMkLst>
        </pc:spChg>
      </pc:sldChg>
      <pc:sldChg chg="addSp delSp modSp add mod">
        <pc:chgData name="shibariku0623@icloud.com" userId="47b6e960b06a1f92" providerId="LiveId" clId="{3AA44764-EBFF-42AA-8545-2E954FE8870A}" dt="2025-04-03T16:13:43.948" v="11015" actId="1076"/>
        <pc:sldMkLst>
          <pc:docMk/>
          <pc:sldMk cId="776935616" sldId="371"/>
        </pc:sldMkLst>
        <pc:spChg chg="mod">
          <ac:chgData name="shibariku0623@icloud.com" userId="47b6e960b06a1f92" providerId="LiveId" clId="{3AA44764-EBFF-42AA-8545-2E954FE8870A}" dt="2025-04-03T13:29:30.485" v="7610" actId="20577"/>
          <ac:spMkLst>
            <pc:docMk/>
            <pc:sldMk cId="776935616" sldId="371"/>
            <ac:spMk id="3" creationId="{5EECB152-7FF6-E7FF-4AED-B64C4FB0C9EA}"/>
          </ac:spMkLst>
        </pc:spChg>
        <pc:spChg chg="mod">
          <ac:chgData name="shibariku0623@icloud.com" userId="47b6e960b06a1f92" providerId="LiveId" clId="{3AA44764-EBFF-42AA-8545-2E954FE8870A}" dt="2025-04-03T13:34:22.749" v="7626" actId="20577"/>
          <ac:spMkLst>
            <pc:docMk/>
            <pc:sldMk cId="776935616" sldId="371"/>
            <ac:spMk id="5" creationId="{69BA9FAF-FC3F-C484-3614-5B184165B736}"/>
          </ac:spMkLst>
        </pc:spChg>
        <pc:spChg chg="add mod">
          <ac:chgData name="shibariku0623@icloud.com" userId="47b6e960b06a1f92" providerId="LiveId" clId="{3AA44764-EBFF-42AA-8545-2E954FE8870A}" dt="2025-04-03T16:13:43.948" v="11015" actId="1076"/>
          <ac:spMkLst>
            <pc:docMk/>
            <pc:sldMk cId="776935616" sldId="371"/>
            <ac:spMk id="35" creationId="{4E9B6F8F-4409-0CAE-15CC-B110B0D31EE9}"/>
          </ac:spMkLst>
        </pc:spChg>
        <pc:spChg chg="add mod">
          <ac:chgData name="shibariku0623@icloud.com" userId="47b6e960b06a1f92" providerId="LiveId" clId="{3AA44764-EBFF-42AA-8545-2E954FE8870A}" dt="2025-04-03T16:13:43.948" v="11015" actId="1076"/>
          <ac:spMkLst>
            <pc:docMk/>
            <pc:sldMk cId="776935616" sldId="371"/>
            <ac:spMk id="36" creationId="{2AD0E88D-EB32-5444-2C66-41FED6D1ACB3}"/>
          </ac:spMkLst>
        </pc:spChg>
        <pc:picChg chg="add mod">
          <ac:chgData name="shibariku0623@icloud.com" userId="47b6e960b06a1f92" providerId="LiveId" clId="{3AA44764-EBFF-42AA-8545-2E954FE8870A}" dt="2025-04-03T16:13:22.475" v="11010" actId="1076"/>
          <ac:picMkLst>
            <pc:docMk/>
            <pc:sldMk cId="776935616" sldId="371"/>
            <ac:picMk id="33" creationId="{10C1100C-5105-3127-28BC-04719A200E9E}"/>
          </ac:picMkLst>
        </pc:picChg>
      </pc:sldChg>
      <pc:sldChg chg="addSp delSp modSp add mod">
        <pc:chgData name="shibariku0623@icloud.com" userId="47b6e960b06a1f92" providerId="LiveId" clId="{3AA44764-EBFF-42AA-8545-2E954FE8870A}" dt="2025-04-03T14:20:20.801" v="8431" actId="1076"/>
        <pc:sldMkLst>
          <pc:docMk/>
          <pc:sldMk cId="2501506395" sldId="372"/>
        </pc:sldMkLst>
        <pc:spChg chg="add mod">
          <ac:chgData name="shibariku0623@icloud.com" userId="47b6e960b06a1f92" providerId="LiveId" clId="{3AA44764-EBFF-42AA-8545-2E954FE8870A}" dt="2025-04-03T14:20:20.801" v="8431" actId="1076"/>
          <ac:spMkLst>
            <pc:docMk/>
            <pc:sldMk cId="2501506395" sldId="372"/>
            <ac:spMk id="9" creationId="{50CAC297-2844-9F4E-6B65-5FFBB731B5B4}"/>
          </ac:spMkLst>
        </pc:spChg>
        <pc:spChg chg="add mod">
          <ac:chgData name="shibariku0623@icloud.com" userId="47b6e960b06a1f92" providerId="LiveId" clId="{3AA44764-EBFF-42AA-8545-2E954FE8870A}" dt="2025-04-03T14:13:30.255" v="7918" actId="1076"/>
          <ac:spMkLst>
            <pc:docMk/>
            <pc:sldMk cId="2501506395" sldId="372"/>
            <ac:spMk id="26" creationId="{FA44AA86-CC4E-9DCA-3BCA-FB990A938400}"/>
          </ac:spMkLst>
        </pc:spChg>
        <pc:spChg chg="add mod">
          <ac:chgData name="shibariku0623@icloud.com" userId="47b6e960b06a1f92" providerId="LiveId" clId="{3AA44764-EBFF-42AA-8545-2E954FE8870A}" dt="2025-04-03T14:14:55.564" v="8048" actId="1076"/>
          <ac:spMkLst>
            <pc:docMk/>
            <pc:sldMk cId="2501506395" sldId="372"/>
            <ac:spMk id="27" creationId="{81ABA0E8-3737-8390-325D-CEBBBD631BA2}"/>
          </ac:spMkLst>
        </pc:spChg>
        <pc:spChg chg="add mod">
          <ac:chgData name="shibariku0623@icloud.com" userId="47b6e960b06a1f92" providerId="LiveId" clId="{3AA44764-EBFF-42AA-8545-2E954FE8870A}" dt="2025-04-03T14:15:12.789" v="8070" actId="20577"/>
          <ac:spMkLst>
            <pc:docMk/>
            <pc:sldMk cId="2501506395" sldId="372"/>
            <ac:spMk id="28" creationId="{51D6EF32-63E8-E034-A27C-3F70B97AB9B4}"/>
          </ac:spMkLst>
        </pc:spChg>
        <pc:spChg chg="add mod">
          <ac:chgData name="shibariku0623@icloud.com" userId="47b6e960b06a1f92" providerId="LiveId" clId="{3AA44764-EBFF-42AA-8545-2E954FE8870A}" dt="2025-04-03T14:16:48.063" v="8234" actId="207"/>
          <ac:spMkLst>
            <pc:docMk/>
            <pc:sldMk cId="2501506395" sldId="372"/>
            <ac:spMk id="29" creationId="{19D07AA8-F6C4-5F22-808C-5D9D4B008B78}"/>
          </ac:spMkLst>
        </pc:spChg>
        <pc:spChg chg="add mod">
          <ac:chgData name="shibariku0623@icloud.com" userId="47b6e960b06a1f92" providerId="LiveId" clId="{3AA44764-EBFF-42AA-8545-2E954FE8870A}" dt="2025-04-03T14:17:08.415" v="8238" actId="1076"/>
          <ac:spMkLst>
            <pc:docMk/>
            <pc:sldMk cId="2501506395" sldId="372"/>
            <ac:spMk id="30" creationId="{20C92AB9-D93F-BEEE-9DFE-20CAEB37F785}"/>
          </ac:spMkLst>
        </pc:spChg>
        <pc:spChg chg="add mod">
          <ac:chgData name="shibariku0623@icloud.com" userId="47b6e960b06a1f92" providerId="LiveId" clId="{3AA44764-EBFF-42AA-8545-2E954FE8870A}" dt="2025-04-03T14:18:09.607" v="8329" actId="1076"/>
          <ac:spMkLst>
            <pc:docMk/>
            <pc:sldMk cId="2501506395" sldId="372"/>
            <ac:spMk id="31" creationId="{0D74DEEA-512A-51F4-3528-811F27782FAD}"/>
          </ac:spMkLst>
        </pc:spChg>
        <pc:spChg chg="add mod">
          <ac:chgData name="shibariku0623@icloud.com" userId="47b6e960b06a1f92" providerId="LiveId" clId="{3AA44764-EBFF-42AA-8545-2E954FE8870A}" dt="2025-04-03T14:20:02.130" v="8426" actId="1076"/>
          <ac:spMkLst>
            <pc:docMk/>
            <pc:sldMk cId="2501506395" sldId="372"/>
            <ac:spMk id="32" creationId="{E7ED83AF-043F-4A88-E6C8-A642B6683DD8}"/>
          </ac:spMkLst>
        </pc:spChg>
        <pc:spChg chg="add mod ord">
          <ac:chgData name="shibariku0623@icloud.com" userId="47b6e960b06a1f92" providerId="LiveId" clId="{3AA44764-EBFF-42AA-8545-2E954FE8870A}" dt="2025-04-03T14:20:07.809" v="8428" actId="14100"/>
          <ac:spMkLst>
            <pc:docMk/>
            <pc:sldMk cId="2501506395" sldId="372"/>
            <ac:spMk id="34" creationId="{1C4A924E-5DBF-DCBE-B85E-71B6461FEEB3}"/>
          </ac:spMkLst>
        </pc:spChg>
        <pc:picChg chg="add mod">
          <ac:chgData name="shibariku0623@icloud.com" userId="47b6e960b06a1f92" providerId="LiveId" clId="{3AA44764-EBFF-42AA-8545-2E954FE8870A}" dt="2025-04-03T14:12:52.311" v="7913" actId="1076"/>
          <ac:picMkLst>
            <pc:docMk/>
            <pc:sldMk cId="2501506395" sldId="372"/>
            <ac:picMk id="8" creationId="{D4F814B0-CF6E-CB49-C9C8-8A546988A59C}"/>
          </ac:picMkLst>
        </pc:picChg>
      </pc:sldChg>
      <pc:sldChg chg="addSp delSp modSp add mod ord">
        <pc:chgData name="shibariku0623@icloud.com" userId="47b6e960b06a1f92" providerId="LiveId" clId="{3AA44764-EBFF-42AA-8545-2E954FE8870A}" dt="2025-04-03T16:16:42.995" v="11047" actId="1076"/>
        <pc:sldMkLst>
          <pc:docMk/>
          <pc:sldMk cId="3029064412" sldId="373"/>
        </pc:sldMkLst>
        <pc:spChg chg="mod">
          <ac:chgData name="shibariku0623@icloud.com" userId="47b6e960b06a1f92" providerId="LiveId" clId="{3AA44764-EBFF-42AA-8545-2E954FE8870A}" dt="2025-04-03T14:21:09.225" v="8446" actId="20577"/>
          <ac:spMkLst>
            <pc:docMk/>
            <pc:sldMk cId="3029064412" sldId="373"/>
            <ac:spMk id="5" creationId="{66D7ED3A-42E5-B04A-2021-A5A72C313768}"/>
          </ac:spMkLst>
        </pc:spChg>
        <pc:spChg chg="add del mod">
          <ac:chgData name="shibariku0623@icloud.com" userId="47b6e960b06a1f92" providerId="LiveId" clId="{3AA44764-EBFF-42AA-8545-2E954FE8870A}" dt="2025-04-03T16:16:42.995" v="11047" actId="1076"/>
          <ac:spMkLst>
            <pc:docMk/>
            <pc:sldMk cId="3029064412" sldId="373"/>
            <ac:spMk id="8" creationId="{B89DAA68-4148-F088-572F-9ED684EB5AF0}"/>
          </ac:spMkLst>
        </pc:spChg>
      </pc:sldChg>
      <pc:sldChg chg="modSp add mod ord">
        <pc:chgData name="shibariku0623@icloud.com" userId="47b6e960b06a1f92" providerId="LiveId" clId="{3AA44764-EBFF-42AA-8545-2E954FE8870A}" dt="2025-04-03T16:22:40.020" v="11063" actId="207"/>
        <pc:sldMkLst>
          <pc:docMk/>
          <pc:sldMk cId="3977533143" sldId="374"/>
        </pc:sldMkLst>
        <pc:spChg chg="mod">
          <ac:chgData name="shibariku0623@icloud.com" userId="47b6e960b06a1f92" providerId="LiveId" clId="{3AA44764-EBFF-42AA-8545-2E954FE8870A}" dt="2025-04-03T16:22:40.020" v="11063" actId="207"/>
          <ac:spMkLst>
            <pc:docMk/>
            <pc:sldMk cId="3977533143" sldId="374"/>
            <ac:spMk id="515" creationId="{6A224119-1559-9581-364C-52F53EDA8573}"/>
          </ac:spMkLst>
        </pc:spChg>
      </pc:sldChg>
      <pc:sldChg chg="modSp add mod ord">
        <pc:chgData name="shibariku0623@icloud.com" userId="47b6e960b06a1f92" providerId="LiveId" clId="{3AA44764-EBFF-42AA-8545-2E954FE8870A}" dt="2025-04-03T16:22:33.670" v="11062" actId="207"/>
        <pc:sldMkLst>
          <pc:docMk/>
          <pc:sldMk cId="686063565" sldId="375"/>
        </pc:sldMkLst>
        <pc:spChg chg="mod">
          <ac:chgData name="shibariku0623@icloud.com" userId="47b6e960b06a1f92" providerId="LiveId" clId="{3AA44764-EBFF-42AA-8545-2E954FE8870A}" dt="2025-04-03T16:22:33.670" v="11062" actId="207"/>
          <ac:spMkLst>
            <pc:docMk/>
            <pc:sldMk cId="686063565" sldId="375"/>
            <ac:spMk id="515" creationId="{235E1533-E0DD-8C7A-1456-2E669B041196}"/>
          </ac:spMkLst>
        </pc:spChg>
      </pc:sldChg>
      <pc:sldChg chg="modSp add mod ord">
        <pc:chgData name="shibariku0623@icloud.com" userId="47b6e960b06a1f92" providerId="LiveId" clId="{3AA44764-EBFF-42AA-8545-2E954FE8870A}" dt="2025-04-03T16:22:49.614" v="11064" actId="207"/>
        <pc:sldMkLst>
          <pc:docMk/>
          <pc:sldMk cId="4231756051" sldId="376"/>
        </pc:sldMkLst>
        <pc:spChg chg="mod">
          <ac:chgData name="shibariku0623@icloud.com" userId="47b6e960b06a1f92" providerId="LiveId" clId="{3AA44764-EBFF-42AA-8545-2E954FE8870A}" dt="2025-04-03T16:22:49.614" v="11064" actId="207"/>
          <ac:spMkLst>
            <pc:docMk/>
            <pc:sldMk cId="4231756051" sldId="376"/>
            <ac:spMk id="515" creationId="{07B8F09C-2EE2-90F1-9DD9-92A2F8471A1F}"/>
          </ac:spMkLst>
        </pc:spChg>
      </pc:sldChg>
      <pc:sldChg chg="addSp delSp modSp add mod modNotesTx">
        <pc:chgData name="shibariku0623@icloud.com" userId="47b6e960b06a1f92" providerId="LiveId" clId="{3AA44764-EBFF-42AA-8545-2E954FE8870A}" dt="2025-04-03T16:21:24.193" v="11057" actId="20577"/>
        <pc:sldMkLst>
          <pc:docMk/>
          <pc:sldMk cId="1383669691" sldId="377"/>
        </pc:sldMkLst>
        <pc:spChg chg="mod">
          <ac:chgData name="shibariku0623@icloud.com" userId="47b6e960b06a1f92" providerId="LiveId" clId="{3AA44764-EBFF-42AA-8545-2E954FE8870A}" dt="2025-04-03T15:15:33.218" v="8573" actId="20577"/>
          <ac:spMkLst>
            <pc:docMk/>
            <pc:sldMk cId="1383669691" sldId="377"/>
            <ac:spMk id="5" creationId="{A615BA51-1368-89FF-B5E5-C59BC4C38A63}"/>
          </ac:spMkLst>
        </pc:spChg>
        <pc:spChg chg="add mod">
          <ac:chgData name="shibariku0623@icloud.com" userId="47b6e960b06a1f92" providerId="LiveId" clId="{3AA44764-EBFF-42AA-8545-2E954FE8870A}" dt="2025-04-03T15:34:28.098" v="9155" actId="14100"/>
          <ac:spMkLst>
            <pc:docMk/>
            <pc:sldMk cId="1383669691" sldId="377"/>
            <ac:spMk id="7" creationId="{D17FFB7D-A7FC-7113-59F7-797240EDED86}"/>
          </ac:spMkLst>
        </pc:spChg>
        <pc:spChg chg="add mod">
          <ac:chgData name="shibariku0623@icloud.com" userId="47b6e960b06a1f92" providerId="LiveId" clId="{3AA44764-EBFF-42AA-8545-2E954FE8870A}" dt="2025-04-03T15:59:49.269" v="10110" actId="207"/>
          <ac:spMkLst>
            <pc:docMk/>
            <pc:sldMk cId="1383669691" sldId="377"/>
            <ac:spMk id="27" creationId="{D37377BD-E853-BAAB-8D14-77247619EE66}"/>
          </ac:spMkLst>
        </pc:spChg>
        <pc:spChg chg="add mod">
          <ac:chgData name="shibariku0623@icloud.com" userId="47b6e960b06a1f92" providerId="LiveId" clId="{3AA44764-EBFF-42AA-8545-2E954FE8870A}" dt="2025-04-03T16:06:21.552" v="10487" actId="14100"/>
          <ac:spMkLst>
            <pc:docMk/>
            <pc:sldMk cId="1383669691" sldId="377"/>
            <ac:spMk id="39" creationId="{2055948C-74B8-9DCF-10C1-95BA83F9F378}"/>
          </ac:spMkLst>
        </pc:spChg>
        <pc:spChg chg="add mod">
          <ac:chgData name="shibariku0623@icloud.com" userId="47b6e960b06a1f92" providerId="LiveId" clId="{3AA44764-EBFF-42AA-8545-2E954FE8870A}" dt="2025-04-03T16:00:46.063" v="10123" actId="14100"/>
          <ac:spMkLst>
            <pc:docMk/>
            <pc:sldMk cId="1383669691" sldId="377"/>
            <ac:spMk id="41" creationId="{92FD4AE0-F840-8DB4-6978-03ACF81662E6}"/>
          </ac:spMkLst>
        </pc:spChg>
        <pc:spChg chg="mod">
          <ac:chgData name="shibariku0623@icloud.com" userId="47b6e960b06a1f92" providerId="LiveId" clId="{3AA44764-EBFF-42AA-8545-2E954FE8870A}" dt="2025-04-03T16:03:28.712" v="10326" actId="20577"/>
          <ac:spMkLst>
            <pc:docMk/>
            <pc:sldMk cId="1383669691" sldId="377"/>
            <ac:spMk id="43" creationId="{D67D3215-80E2-A98E-7677-A0EF6CEC7210}"/>
          </ac:spMkLst>
        </pc:spChg>
        <pc:spChg chg="mod">
          <ac:chgData name="shibariku0623@icloud.com" userId="47b6e960b06a1f92" providerId="LiveId" clId="{3AA44764-EBFF-42AA-8545-2E954FE8870A}" dt="2025-04-03T16:03:07.387" v="10278"/>
          <ac:spMkLst>
            <pc:docMk/>
            <pc:sldMk cId="1383669691" sldId="377"/>
            <ac:spMk id="44" creationId="{7FB5F77D-8117-F1E3-B466-CDAC67E54F8A}"/>
          </ac:spMkLst>
        </pc:spChg>
        <pc:spChg chg="add mod">
          <ac:chgData name="shibariku0623@icloud.com" userId="47b6e960b06a1f92" providerId="LiveId" clId="{3AA44764-EBFF-42AA-8545-2E954FE8870A}" dt="2025-04-03T16:07:25.784" v="10627" actId="1076"/>
          <ac:spMkLst>
            <pc:docMk/>
            <pc:sldMk cId="1383669691" sldId="377"/>
            <ac:spMk id="47" creationId="{F3036539-1146-5E4C-96AB-1C82F957B44A}"/>
          </ac:spMkLst>
        </pc:spChg>
        <pc:spChg chg="add mod">
          <ac:chgData name="shibariku0623@icloud.com" userId="47b6e960b06a1f92" providerId="LiveId" clId="{3AA44764-EBFF-42AA-8545-2E954FE8870A}" dt="2025-04-03T16:07:28.367" v="10628" actId="207"/>
          <ac:spMkLst>
            <pc:docMk/>
            <pc:sldMk cId="1383669691" sldId="377"/>
            <ac:spMk id="48" creationId="{0615838E-867E-B7F0-B46F-A98FBF18D4C5}"/>
          </ac:spMkLst>
        </pc:spChg>
        <pc:spChg chg="add mod">
          <ac:chgData name="shibariku0623@icloud.com" userId="47b6e960b06a1f92" providerId="LiveId" clId="{3AA44764-EBFF-42AA-8545-2E954FE8870A}" dt="2025-04-03T16:08:54.972" v="10640" actId="14100"/>
          <ac:spMkLst>
            <pc:docMk/>
            <pc:sldMk cId="1383669691" sldId="377"/>
            <ac:spMk id="50" creationId="{9C7B11C5-D96B-FFC7-53FA-8A18D2DDB733}"/>
          </ac:spMkLst>
        </pc:spChg>
        <pc:grpChg chg="add mod">
          <ac:chgData name="shibariku0623@icloud.com" userId="47b6e960b06a1f92" providerId="LiveId" clId="{3AA44764-EBFF-42AA-8545-2E954FE8870A}" dt="2025-04-03T16:03:09.949" v="10279" actId="1076"/>
          <ac:grpSpMkLst>
            <pc:docMk/>
            <pc:sldMk cId="1383669691" sldId="377"/>
            <ac:grpSpMk id="42" creationId="{2F5B25CF-23EE-09FE-156E-FE7E7207315A}"/>
          </ac:grpSpMkLst>
        </pc:grpChg>
        <pc:picChg chg="add mod">
          <ac:chgData name="shibariku0623@icloud.com" userId="47b6e960b06a1f92" providerId="LiveId" clId="{3AA44764-EBFF-42AA-8545-2E954FE8870A}" dt="2025-04-03T15:56:51.715" v="9950" actId="1076"/>
          <ac:picMkLst>
            <pc:docMk/>
            <pc:sldMk cId="1383669691" sldId="377"/>
            <ac:picMk id="26" creationId="{D74674D7-C059-A942-720C-47D152D21454}"/>
          </ac:picMkLst>
        </pc:picChg>
        <pc:picChg chg="add mod">
          <ac:chgData name="shibariku0623@icloud.com" userId="47b6e960b06a1f92" providerId="LiveId" clId="{3AA44764-EBFF-42AA-8545-2E954FE8870A}" dt="2025-04-03T15:34:30.665" v="9156" actId="1076"/>
          <ac:picMkLst>
            <pc:docMk/>
            <pc:sldMk cId="1383669691" sldId="377"/>
            <ac:picMk id="37" creationId="{A65CE4D3-B0D2-A94B-7D70-DB09F0293663}"/>
          </ac:picMkLst>
        </pc:picChg>
        <pc:picChg chg="add mod">
          <ac:chgData name="shibariku0623@icloud.com" userId="47b6e960b06a1f92" providerId="LiveId" clId="{3AA44764-EBFF-42AA-8545-2E954FE8870A}" dt="2025-04-03T16:08:22.769" v="10636" actId="1076"/>
          <ac:picMkLst>
            <pc:docMk/>
            <pc:sldMk cId="1383669691" sldId="377"/>
            <ac:picMk id="49" creationId="{EC77DFA2-9C09-7223-08EC-2FFE36F0DF37}"/>
          </ac:picMkLst>
        </pc:picChg>
      </pc:sldChg>
      <pc:sldChg chg="addSp delSp modSp add mod modNotesTx">
        <pc:chgData name="shibariku0623@icloud.com" userId="47b6e960b06a1f92" providerId="LiveId" clId="{3AA44764-EBFF-42AA-8545-2E954FE8870A}" dt="2025-04-03T16:09:53.505" v="10649" actId="14100"/>
        <pc:sldMkLst>
          <pc:docMk/>
          <pc:sldMk cId="240532122" sldId="378"/>
        </pc:sldMkLst>
        <pc:spChg chg="mod topLvl">
          <ac:chgData name="shibariku0623@icloud.com" userId="47b6e960b06a1f92" providerId="LiveId" clId="{3AA44764-EBFF-42AA-8545-2E954FE8870A}" dt="2025-04-03T15:41:52.924" v="9410" actId="14100"/>
          <ac:spMkLst>
            <pc:docMk/>
            <pc:sldMk cId="240532122" sldId="378"/>
            <ac:spMk id="5" creationId="{FD9EE421-908A-601C-6ACE-84AEE9447AD0}"/>
          </ac:spMkLst>
        </pc:spChg>
        <pc:spChg chg="mod topLvl">
          <ac:chgData name="shibariku0623@icloud.com" userId="47b6e960b06a1f92" providerId="LiveId" clId="{3AA44764-EBFF-42AA-8545-2E954FE8870A}" dt="2025-04-03T15:41:41.093" v="9407" actId="165"/>
          <ac:spMkLst>
            <pc:docMk/>
            <pc:sldMk cId="240532122" sldId="378"/>
            <ac:spMk id="6" creationId="{9751104A-D1E4-8C35-F77C-7358677D5454}"/>
          </ac:spMkLst>
        </pc:spChg>
        <pc:spChg chg="add mod">
          <ac:chgData name="shibariku0623@icloud.com" userId="47b6e960b06a1f92" providerId="LiveId" clId="{3AA44764-EBFF-42AA-8545-2E954FE8870A}" dt="2025-04-03T16:09:53.505" v="10649" actId="14100"/>
          <ac:spMkLst>
            <pc:docMk/>
            <pc:sldMk cId="240532122" sldId="378"/>
            <ac:spMk id="9" creationId="{62ECC498-A0D4-B827-724F-2D738155027B}"/>
          </ac:spMkLst>
        </pc:spChg>
        <pc:spChg chg="add mod">
          <ac:chgData name="shibariku0623@icloud.com" userId="47b6e960b06a1f92" providerId="LiveId" clId="{3AA44764-EBFF-42AA-8545-2E954FE8870A}" dt="2025-04-03T16:09:34.959" v="10645" actId="1076"/>
          <ac:spMkLst>
            <pc:docMk/>
            <pc:sldMk cId="240532122" sldId="378"/>
            <ac:spMk id="29" creationId="{D337A543-421D-3765-CBB4-6A9ABE503619}"/>
          </ac:spMkLst>
        </pc:spChg>
        <pc:spChg chg="mod">
          <ac:chgData name="shibariku0623@icloud.com" userId="47b6e960b06a1f92" providerId="LiveId" clId="{3AA44764-EBFF-42AA-8545-2E954FE8870A}" dt="2025-04-03T16:09:26.702" v="10643" actId="1076"/>
          <ac:spMkLst>
            <pc:docMk/>
            <pc:sldMk cId="240532122" sldId="378"/>
            <ac:spMk id="30" creationId="{5074F002-0217-FBAE-52A7-E2FA9F66AA0A}"/>
          </ac:spMkLst>
        </pc:spChg>
        <pc:spChg chg="mod">
          <ac:chgData name="shibariku0623@icloud.com" userId="47b6e960b06a1f92" providerId="LiveId" clId="{3AA44764-EBFF-42AA-8545-2E954FE8870A}" dt="2025-04-03T16:09:30.311" v="10644" actId="1076"/>
          <ac:spMkLst>
            <pc:docMk/>
            <pc:sldMk cId="240532122" sldId="378"/>
            <ac:spMk id="31" creationId="{06D1DA9F-3013-0EBD-D986-9BE35E85D943}"/>
          </ac:spMkLst>
        </pc:spChg>
        <pc:spChg chg="add mod">
          <ac:chgData name="shibariku0623@icloud.com" userId="47b6e960b06a1f92" providerId="LiveId" clId="{3AA44764-EBFF-42AA-8545-2E954FE8870A}" dt="2025-04-03T15:42:22.843" v="9417" actId="14100"/>
          <ac:spMkLst>
            <pc:docMk/>
            <pc:sldMk cId="240532122" sldId="378"/>
            <ac:spMk id="32" creationId="{592B8EC3-797B-12E4-75F1-DFC57D05A22E}"/>
          </ac:spMkLst>
        </pc:spChg>
        <pc:spChg chg="add mod">
          <ac:chgData name="shibariku0623@icloud.com" userId="47b6e960b06a1f92" providerId="LiveId" clId="{3AA44764-EBFF-42AA-8545-2E954FE8870A}" dt="2025-04-03T15:47:17.503" v="9617" actId="1076"/>
          <ac:spMkLst>
            <pc:docMk/>
            <pc:sldMk cId="240532122" sldId="378"/>
            <ac:spMk id="36" creationId="{197A600A-342B-C025-0D43-448CDE2DF386}"/>
          </ac:spMkLst>
        </pc:spChg>
        <pc:spChg chg="add mod">
          <ac:chgData name="shibariku0623@icloud.com" userId="47b6e960b06a1f92" providerId="LiveId" clId="{3AA44764-EBFF-42AA-8545-2E954FE8870A}" dt="2025-04-03T15:47:29.747" v="9620" actId="1076"/>
          <ac:spMkLst>
            <pc:docMk/>
            <pc:sldMk cId="240532122" sldId="378"/>
            <ac:spMk id="38" creationId="{36B991C8-14F5-8FCF-CB96-A4E2E4C51AA0}"/>
          </ac:spMkLst>
        </pc:spChg>
        <pc:spChg chg="add mod">
          <ac:chgData name="shibariku0623@icloud.com" userId="47b6e960b06a1f92" providerId="LiveId" clId="{3AA44764-EBFF-42AA-8545-2E954FE8870A}" dt="2025-04-03T16:09:41.601" v="10647" actId="1076"/>
          <ac:spMkLst>
            <pc:docMk/>
            <pc:sldMk cId="240532122" sldId="378"/>
            <ac:spMk id="39" creationId="{B80BADAD-EA29-19A4-B136-4D5810745BC6}"/>
          </ac:spMkLst>
        </pc:spChg>
        <pc:spChg chg="add mod">
          <ac:chgData name="shibariku0623@icloud.com" userId="47b6e960b06a1f92" providerId="LiveId" clId="{3AA44764-EBFF-42AA-8545-2E954FE8870A}" dt="2025-04-03T15:53:47.293" v="9934" actId="1076"/>
          <ac:spMkLst>
            <pc:docMk/>
            <pc:sldMk cId="240532122" sldId="378"/>
            <ac:spMk id="42" creationId="{55AE420C-7320-46B7-62AE-D8A698D0B941}"/>
          </ac:spMkLst>
        </pc:spChg>
        <pc:spChg chg="add mod">
          <ac:chgData name="shibariku0623@icloud.com" userId="47b6e960b06a1f92" providerId="LiveId" clId="{3AA44764-EBFF-42AA-8545-2E954FE8870A}" dt="2025-04-03T15:53:40.458" v="9931" actId="1076"/>
          <ac:spMkLst>
            <pc:docMk/>
            <pc:sldMk cId="240532122" sldId="378"/>
            <ac:spMk id="43" creationId="{2A36696C-D4C9-396D-AF52-007E4B65C602}"/>
          </ac:spMkLst>
        </pc:spChg>
        <pc:spChg chg="add mod">
          <ac:chgData name="shibariku0623@icloud.com" userId="47b6e960b06a1f92" providerId="LiveId" clId="{3AA44764-EBFF-42AA-8545-2E954FE8870A}" dt="2025-04-03T16:09:09.163" v="10641"/>
          <ac:spMkLst>
            <pc:docMk/>
            <pc:sldMk cId="240532122" sldId="378"/>
            <ac:spMk id="45" creationId="{56D832C8-C215-3C9A-6CD3-50CBC5266E60}"/>
          </ac:spMkLst>
        </pc:spChg>
        <pc:picChg chg="mod">
          <ac:chgData name="shibariku0623@icloud.com" userId="47b6e960b06a1f92" providerId="LiveId" clId="{3AA44764-EBFF-42AA-8545-2E954FE8870A}" dt="2025-04-03T15:42:06.968" v="9413" actId="1076"/>
          <ac:picMkLst>
            <pc:docMk/>
            <pc:sldMk cId="240532122" sldId="378"/>
            <ac:picMk id="26" creationId="{1413D59C-78C1-098F-4700-0EBBACA7FD6A}"/>
          </ac:picMkLst>
        </pc:picChg>
        <pc:picChg chg="add mod">
          <ac:chgData name="shibariku0623@icloud.com" userId="47b6e960b06a1f92" providerId="LiveId" clId="{3AA44764-EBFF-42AA-8545-2E954FE8870A}" dt="2025-04-03T15:44:12.741" v="9480" actId="1076"/>
          <ac:picMkLst>
            <pc:docMk/>
            <pc:sldMk cId="240532122" sldId="378"/>
            <ac:picMk id="34" creationId="{C3C1E935-0B14-FC90-406B-D503B93EE6A9}"/>
          </ac:picMkLst>
        </pc:picChg>
        <pc:picChg chg="add del mod">
          <ac:chgData name="shibariku0623@icloud.com" userId="47b6e960b06a1f92" providerId="LiveId" clId="{3AA44764-EBFF-42AA-8545-2E954FE8870A}" dt="2025-04-03T16:09:47.009" v="10648" actId="1076"/>
          <ac:picMkLst>
            <pc:docMk/>
            <pc:sldMk cId="240532122" sldId="378"/>
            <ac:picMk id="35" creationId="{1EDEBD58-E7E0-F62C-8415-5D3E8097ED7D}"/>
          </ac:picMkLst>
        </pc:picChg>
        <pc:picChg chg="add mod">
          <ac:chgData name="shibariku0623@icloud.com" userId="47b6e960b06a1f92" providerId="LiveId" clId="{3AA44764-EBFF-42AA-8545-2E954FE8870A}" dt="2025-04-03T15:53:51.149" v="9935" actId="1076"/>
          <ac:picMkLst>
            <pc:docMk/>
            <pc:sldMk cId="240532122" sldId="378"/>
            <ac:picMk id="41" creationId="{40698042-E973-7825-DEA9-AEDB465E467F}"/>
          </ac:picMkLst>
        </pc:picChg>
        <pc:picChg chg="add mod">
          <ac:chgData name="shibariku0623@icloud.com" userId="47b6e960b06a1f92" providerId="LiveId" clId="{3AA44764-EBFF-42AA-8545-2E954FE8870A}" dt="2025-04-03T16:09:09.163" v="10641"/>
          <ac:picMkLst>
            <pc:docMk/>
            <pc:sldMk cId="240532122" sldId="378"/>
            <ac:picMk id="44" creationId="{7BA7A010-0640-9DC6-2784-270930D4A9EB}"/>
          </ac:picMkLst>
        </pc:picChg>
      </pc:sldChg>
      <pc:sldChg chg="modSp add mod">
        <pc:chgData name="shibariku0623@icloud.com" userId="47b6e960b06a1f92" providerId="LiveId" clId="{3AA44764-EBFF-42AA-8545-2E954FE8870A}" dt="2025-04-03T16:22:26.440" v="11061" actId="207"/>
        <pc:sldMkLst>
          <pc:docMk/>
          <pc:sldMk cId="1717196697" sldId="379"/>
        </pc:sldMkLst>
        <pc:spChg chg="mod">
          <ac:chgData name="shibariku0623@icloud.com" userId="47b6e960b06a1f92" providerId="LiveId" clId="{3AA44764-EBFF-42AA-8545-2E954FE8870A}" dt="2025-04-03T16:22:26.440" v="11061" actId="207"/>
          <ac:spMkLst>
            <pc:docMk/>
            <pc:sldMk cId="1717196697" sldId="379"/>
            <ac:spMk id="515" creationId="{1B03E3FA-A621-3E56-B99E-5AC55F09446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2025/5/9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1" dirty="0"/>
              <a:t>正規化（</a:t>
            </a:r>
            <a:r>
              <a:rPr lang="en-US" altLang="ja-JP" b="1" dirty="0"/>
              <a:t>Normalization</a:t>
            </a:r>
            <a:r>
              <a:rPr lang="ja-JP" altLang="en-US" b="1" dirty="0"/>
              <a:t>）</a:t>
            </a:r>
            <a:r>
              <a:rPr lang="ja-JP" altLang="en-US" dirty="0"/>
              <a:t>：データを平均</a:t>
            </a:r>
            <a:r>
              <a:rPr lang="en-US" altLang="ja-JP" dirty="0"/>
              <a:t>0</a:t>
            </a:r>
            <a:r>
              <a:rPr lang="ja-JP" altLang="en-US" dirty="0"/>
              <a:t>、分散</a:t>
            </a:r>
            <a:r>
              <a:rPr lang="en-US" altLang="ja-JP" dirty="0"/>
              <a:t>1</a:t>
            </a:r>
            <a:r>
              <a:rPr lang="ja-JP" altLang="en-US" dirty="0"/>
              <a:t>のスケールに変換．</a:t>
            </a:r>
            <a:endParaRPr lang="en-US" altLang="ja-JP" dirty="0"/>
          </a:p>
          <a:p>
            <a:r>
              <a:rPr lang="ja-JP" altLang="en-US" dirty="0"/>
              <a:t>↓</a:t>
            </a:r>
            <a:endParaRPr lang="en-US" altLang="ja-JP" dirty="0"/>
          </a:p>
          <a:p>
            <a:r>
              <a:rPr lang="ja-JP" altLang="en-US" dirty="0"/>
              <a:t>テスト時にも同じスケーリング</a:t>
            </a:r>
            <a:endParaRPr lang="en-US" altLang="ja-JP" dirty="0"/>
          </a:p>
          <a:p>
            <a:endParaRPr kumimoji="1" lang="en-US" altLang="ja-JP" dirty="0"/>
          </a:p>
          <a:p>
            <a:r>
              <a:rPr kumimoji="1" lang="ja-JP" altLang="en-US" dirty="0"/>
              <a:t>・少ないビット（</a:t>
            </a:r>
            <a:r>
              <a:rPr kumimoji="1" lang="en-US" altLang="ja-JP" dirty="0"/>
              <a:t>8bit</a:t>
            </a:r>
            <a:r>
              <a:rPr kumimoji="1" lang="ja-JP" altLang="en-US" dirty="0"/>
              <a:t>）の場合，</a:t>
            </a:r>
            <a:r>
              <a:rPr kumimoji="1" lang="en-US" altLang="ja-JP" dirty="0"/>
              <a:t>256</a:t>
            </a:r>
            <a:r>
              <a:rPr kumimoji="1" lang="ja-JP" altLang="en-US" dirty="0"/>
              <a:t>クラスに</a:t>
            </a:r>
            <a:r>
              <a:rPr kumimoji="1" lang="en-US" altLang="ja-JP" dirty="0"/>
              <a:t>1-hot</a:t>
            </a:r>
            <a:r>
              <a:rPr kumimoji="1" lang="ja-JP" altLang="en-US" dirty="0"/>
              <a:t>ベクトル化</a:t>
            </a:r>
            <a:endParaRPr kumimoji="1" lang="en-US" altLang="ja-JP" dirty="0"/>
          </a:p>
          <a:p>
            <a:endParaRPr kumimoji="1" lang="en-US" altLang="ja-JP" dirty="0"/>
          </a:p>
          <a:p>
            <a:endParaRPr kumimoji="1" lang="en-US" altLang="ja-JP" dirty="0"/>
          </a:p>
          <a:p>
            <a:endParaRPr kumimoji="1" lang="en-US" altLang="ja-JP" dirty="0"/>
          </a:p>
          <a:p>
            <a:endParaRPr kumimoji="1" lang="en-US" altLang="ja-JP" dirty="0"/>
          </a:p>
          <a:p>
            <a:r>
              <a:rPr lang="ja-JP" altLang="en-US" dirty="0"/>
              <a:t>人間の耳は、小さい音の違いには敏感だが、大きな音の違いには鈍感（</a:t>
            </a:r>
            <a:r>
              <a:rPr lang="ja-JP" altLang="en-US" b="1" dirty="0"/>
              <a:t>対数的な感覚</a:t>
            </a:r>
            <a:r>
              <a:rPr lang="ja-JP" altLang="en-US" dirty="0"/>
              <a:t>）という特性がある</a:t>
            </a:r>
            <a:r>
              <a:rPr kumimoji="1" lang="ja-JP" altLang="en-US" dirty="0"/>
              <a:t>．</a:t>
            </a:r>
            <a:endParaRPr kumimoji="1" lang="en-US" altLang="ja-JP" dirty="0"/>
          </a:p>
          <a:p>
            <a:r>
              <a:rPr lang="ja-JP" altLang="en-US" dirty="0"/>
              <a:t>人間の聴覚感度に近づけた変換をするのは、</a:t>
            </a:r>
            <a:r>
              <a:rPr lang="ja-JP" altLang="en-US" b="1" dirty="0"/>
              <a:t>機械が「人間にとって意味のある音の違い」に注目し、学習しやすくするため．結局，人間の聴覚が特徴をとらえるのに最適ということか</a:t>
            </a:r>
            <a:endParaRPr kumimoji="1" lang="en-US" altLang="ja-JP" dirty="0"/>
          </a:p>
          <a:p>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8</a:t>
            </a:fld>
            <a:endParaRPr kumimoji="1" lang="ja-JP" altLang="en-US"/>
          </a:p>
        </p:txBody>
      </p:sp>
    </p:spTree>
    <p:extLst>
      <p:ext uri="{BB962C8B-B14F-4D97-AF65-F5344CB8AC3E}">
        <p14:creationId xmlns:p14="http://schemas.microsoft.com/office/powerpoint/2010/main" val="307249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EDCA7-2F26-6058-8333-1D771CDCE0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4CAF00-4DA4-792E-EC74-EA6D3182E78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1CBD8A0D-E117-6479-E5CF-7D5B9F6174C5}"/>
                  </a:ext>
                </a:extLst>
              </p:cNvPr>
              <p:cNvSpPr>
                <a:spLocks noGrp="1"/>
              </p:cNvSpPr>
              <p:nvPr>
                <p:ph type="body" idx="1"/>
              </p:nvPr>
            </p:nvSpPr>
            <p:spPr/>
            <p:txBody>
              <a:bodyPr/>
              <a:lstStyle/>
              <a:p>
                <a:r>
                  <a:rPr lang="ja-JP" altLang="en-US" dirty="0"/>
                  <a:t>音声波形 </a:t>
                </a:r>
                <a:r>
                  <a:rPr lang="en-US" altLang="ja-JP" dirty="0"/>
                  <a:t>x </a:t>
                </a:r>
                <a:r>
                  <a:rPr lang="ja-JP" altLang="en-US" dirty="0"/>
                  <a:t>全体の生成確率は、「過去の波形 </a:t>
                </a:r>
                <a:r>
                  <a:rPr lang="en-US" altLang="ja-JP" dirty="0"/>
                  <a:t>x1∼xn−1</a:t>
                </a:r>
                <a:r>
                  <a:rPr lang="ja-JP" altLang="en-US" dirty="0"/>
                  <a:t>」と「補助特徴量 </a:t>
                </a:r>
                <a:r>
                  <a:rPr lang="en-US" altLang="ja-JP" dirty="0"/>
                  <a:t>h</a:t>
                </a:r>
                <a:r>
                  <a:rPr lang="ja-JP" altLang="en-US" dirty="0"/>
                  <a:t>」</a:t>
                </a:r>
                <a:r>
                  <a:rPr lang="en-US" altLang="ja-JP" dirty="0"/>
                  <a:t> </a:t>
                </a:r>
                <a:r>
                  <a:rPr lang="ja-JP" altLang="en-US" dirty="0"/>
                  <a:t>（今回はログメルフィルタバンク）に基づいて逐次的にモデル化。</a:t>
                </a:r>
                <a:endParaRPr lang="en-US" altLang="ja-JP" dirty="0"/>
              </a:p>
              <a:p>
                <a:pPr/>
                <a14:m>
                  <m:oMathPara xmlns:m="http://schemas.openxmlformats.org/officeDocument/2006/math">
                    <m:oMathParaPr>
                      <m:jc m:val="centerGroup"/>
                    </m:oMathParaPr>
                    <m:oMath xmlns:m="http://schemas.openxmlformats.org/officeDocument/2006/math">
                      <m:r>
                        <a:rPr lang="en-US" altLang="ja-JP" sz="1200" i="1" smtClean="0">
                          <a:latin typeface="Cambria Math" panose="02040503050406030204" pitchFamily="18" charset="0"/>
                          <a:ea typeface="Cambria Math" panose="02040503050406030204" pitchFamily="18" charset="0"/>
                          <a:cs typeface="Source Han Sans JP Medium"/>
                          <a:sym typeface="Source Han Sans JP Medium"/>
                        </a:rPr>
                        <m:t>𝜇</m:t>
                      </m:r>
                    </m:oMath>
                  </m:oMathPara>
                </a14:m>
                <a:endParaRPr lang="en-US" altLang="ja-JP" dirty="0"/>
              </a:p>
              <a:p>
                <a:r>
                  <a:rPr lang="ja-JP" altLang="en-US" dirty="0"/>
                  <a:t>・受容野</a:t>
                </a:r>
                <a:r>
                  <a:rPr lang="en-US" altLang="ja-JP" dirty="0"/>
                  <a:t>R</a:t>
                </a:r>
                <a:r>
                  <a:rPr lang="ja-JP" altLang="en-US" dirty="0"/>
                  <a:t>：過去１</a:t>
                </a:r>
                <a:r>
                  <a:rPr lang="en-US" altLang="ja-JP" dirty="0"/>
                  <a:t>R</a:t>
                </a:r>
                <a:r>
                  <a:rPr lang="ja-JP" altLang="en-US" dirty="0"/>
                  <a:t>サンプルしか参照しない</a:t>
                </a:r>
                <a:endParaRPr lang="en-US" altLang="ja-JP" dirty="0"/>
              </a:p>
              <a:p>
                <a:r>
                  <a:rPr kumimoji="1" lang="ja-JP" altLang="en-US" dirty="0"/>
                  <a:t>・</a:t>
                </a:r>
                <a:r>
                  <a:rPr lang="ja-JP" altLang="en-US" b="1" dirty="0"/>
                  <a:t>文脈や環境、音源の追加情報</a:t>
                </a:r>
                <a:r>
                  <a:rPr lang="ja-JP" altLang="en-US" dirty="0"/>
                  <a:t>を与えることで、</a:t>
                </a:r>
                <a:r>
                  <a:rPr lang="en-US" altLang="ja-JP" dirty="0"/>
                  <a:t>WaveNet</a:t>
                </a:r>
                <a:r>
                  <a:rPr lang="ja-JP" altLang="en-US" dirty="0"/>
                  <a:t>がより良い予測をできるようにする。</a:t>
                </a:r>
                <a:endParaRPr lang="en-US" altLang="ja-JP" dirty="0"/>
              </a:p>
              <a:p>
                <a:pPr>
                  <a:buNone/>
                </a:pPr>
                <a:r>
                  <a:rPr kumimoji="1" lang="ja-JP" altLang="en-US" dirty="0"/>
                  <a:t>・</a:t>
                </a:r>
                <a:r>
                  <a:rPr lang="ja-JP" altLang="en-US" b="1" dirty="0"/>
                  <a:t>条件付きを使う理由：</a:t>
                </a:r>
                <a:r>
                  <a:rPr lang="ja-JP" altLang="en-US" dirty="0"/>
                  <a:t>実際には、</a:t>
                </a:r>
                <a:r>
                  <a:rPr lang="en-US" altLang="ja-JP" dirty="0"/>
                  <a:t>log </a:t>
                </a:r>
                <a:r>
                  <a:rPr lang="en-US" altLang="ja-JP" dirty="0" err="1"/>
                  <a:t>mel</a:t>
                </a:r>
                <a:r>
                  <a:rPr lang="ja-JP" altLang="en-US" dirty="0"/>
                  <a:t>などの「視覚的・聴覚的に意味のある特徴量」を条件として使うことで、</a:t>
                </a:r>
                <a:r>
                  <a:rPr lang="ja-JP" altLang="en-US" b="1" dirty="0"/>
                  <a:t>予測の安定性や学習の早さが向上</a:t>
                </a:r>
                <a:r>
                  <a:rPr lang="ja-JP" altLang="en-US" dirty="0"/>
                  <a:t>するため、併用されることが多い。</a:t>
                </a:r>
              </a:p>
              <a:p>
                <a:endParaRPr kumimoji="1" lang="en-US" altLang="ja-JP" dirty="0"/>
              </a:p>
              <a:p>
                <a:endParaRPr kumimoji="1" lang="en-US" altLang="ja-JP" dirty="0"/>
              </a:p>
              <a:p>
                <a:r>
                  <a:rPr lang="ja-JP" altLang="en-US"/>
                  <a:t>・</a:t>
                </a:r>
                <a:r>
                  <a:rPr lang="en-US" altLang="ja-JP"/>
                  <a:t>WaveNet</a:t>
                </a:r>
                <a:r>
                  <a:rPr lang="ja-JP" altLang="en-US" dirty="0"/>
                  <a:t>における特徴量 </a:t>
                </a:r>
                <a:r>
                  <a:rPr lang="en-US" altLang="ja-JP" dirty="0"/>
                  <a:t>h</a:t>
                </a:r>
                <a:r>
                  <a:rPr lang="ja-JP" altLang="en-US" dirty="0"/>
                  <a:t>（</a:t>
                </a:r>
                <a:r>
                  <a:rPr lang="en-US" altLang="ja-JP" dirty="0"/>
                  <a:t>log Mel filter bank</a:t>
                </a:r>
                <a:r>
                  <a:rPr lang="ja-JP" altLang="en-US" dirty="0"/>
                  <a:t>）は、通常、音声波形より</a:t>
                </a:r>
                <a:r>
                  <a:rPr lang="ja-JP" altLang="en-US" b="1" dirty="0"/>
                  <a:t>低い時間解像度</a:t>
                </a:r>
                <a:r>
                  <a:rPr lang="ja-JP" altLang="en-US" dirty="0"/>
                  <a:t>（例：</a:t>
                </a:r>
                <a:r>
                  <a:rPr lang="en-US" altLang="ja-JP" dirty="0"/>
                  <a:t>10ms</a:t>
                </a:r>
                <a:r>
                  <a:rPr lang="ja-JP" altLang="en-US" dirty="0"/>
                  <a:t>ごと）で抽出されます。しかし、</a:t>
                </a:r>
                <a:r>
                  <a:rPr lang="en-US" altLang="ja-JP" dirty="0"/>
                  <a:t>WaveNet</a:t>
                </a:r>
                <a:r>
                  <a:rPr lang="ja-JP" altLang="en-US" dirty="0"/>
                  <a:t>は波形の</a:t>
                </a:r>
                <a:r>
                  <a:rPr lang="en-US" altLang="ja-JP" b="1" dirty="0"/>
                  <a:t>1</a:t>
                </a:r>
                <a:r>
                  <a:rPr lang="ja-JP" altLang="en-US" b="1" dirty="0"/>
                  <a:t>サンプルごと</a:t>
                </a:r>
                <a:r>
                  <a:rPr lang="ja-JP" altLang="en-US" dirty="0"/>
                  <a:t>を予測するため、特徴量の時間分解能もそれに合わせる必要があります。</a:t>
                </a:r>
                <a:endParaRPr kumimoji="1" lang="en-US" altLang="ja-JP" dirty="0"/>
              </a:p>
              <a:p>
                <a:endParaRPr kumimoji="1" lang="ja-JP" altLang="en-US" dirty="0"/>
              </a:p>
            </p:txBody>
          </p:sp>
        </mc:Choice>
        <mc:Fallback xmlns="">
          <p:sp>
            <p:nvSpPr>
              <p:cNvPr id="3" name="ノート プレースホルダー 2">
                <a:extLst>
                  <a:ext uri="{FF2B5EF4-FFF2-40B4-BE49-F238E27FC236}">
                    <a16:creationId xmlns:a16="http://schemas.microsoft.com/office/drawing/2014/main" id="{1CBD8A0D-E117-6479-E5CF-7D5B9F6174C5}"/>
                  </a:ext>
                </a:extLst>
              </p:cNvPr>
              <p:cNvSpPr>
                <a:spLocks noGrp="1"/>
              </p:cNvSpPr>
              <p:nvPr>
                <p:ph type="body" idx="1"/>
              </p:nvPr>
            </p:nvSpPr>
            <p:spPr/>
            <p:txBody>
              <a:bodyPr/>
              <a:lstStyle/>
              <a:p>
                <a:r>
                  <a:rPr lang="ja-JP" altLang="en-US" dirty="0"/>
                  <a:t>音声波形 </a:t>
                </a:r>
                <a:r>
                  <a:rPr lang="en-US" altLang="ja-JP" dirty="0"/>
                  <a:t>x </a:t>
                </a:r>
                <a:r>
                  <a:rPr lang="ja-JP" altLang="en-US" dirty="0"/>
                  <a:t>全体の生成確率は、「過去の波形 </a:t>
                </a:r>
                <a:r>
                  <a:rPr lang="en-US" altLang="ja-JP" dirty="0"/>
                  <a:t>x1∼xn−1</a:t>
                </a:r>
                <a:r>
                  <a:rPr lang="ja-JP" altLang="en-US" dirty="0"/>
                  <a:t>」と「補助特徴量 </a:t>
                </a:r>
                <a:r>
                  <a:rPr lang="en-US" altLang="ja-JP" dirty="0"/>
                  <a:t>h</a:t>
                </a:r>
                <a:r>
                  <a:rPr lang="ja-JP" altLang="en-US" dirty="0"/>
                  <a:t>」</a:t>
                </a:r>
                <a:r>
                  <a:rPr lang="en-US" altLang="ja-JP" dirty="0"/>
                  <a:t> </a:t>
                </a:r>
                <a:r>
                  <a:rPr lang="ja-JP" altLang="en-US" dirty="0"/>
                  <a:t>（今回はログメルフィルタバンク）に基づいて逐次的にモデル化。</a:t>
                </a:r>
                <a:endParaRPr lang="en-US" altLang="ja-JP" dirty="0"/>
              </a:p>
              <a:p>
                <a:r>
                  <a:rPr lang="en-US" altLang="ja-JP" sz="1200" i="0">
                    <a:latin typeface="Cambria Math" panose="02040503050406030204" pitchFamily="18" charset="0"/>
                    <a:ea typeface="Cambria Math" panose="02040503050406030204" pitchFamily="18" charset="0"/>
                    <a:cs typeface="Source Han Sans JP Medium"/>
                    <a:sym typeface="Source Han Sans JP Medium"/>
                  </a:rPr>
                  <a:t>𝜇</a:t>
                </a:r>
                <a:endParaRPr lang="en-US" altLang="ja-JP" dirty="0"/>
              </a:p>
              <a:p>
                <a:r>
                  <a:rPr lang="ja-JP" altLang="en-US" dirty="0"/>
                  <a:t>・受容野</a:t>
                </a:r>
                <a:r>
                  <a:rPr lang="en-US" altLang="ja-JP" dirty="0"/>
                  <a:t>R</a:t>
                </a:r>
                <a:r>
                  <a:rPr lang="ja-JP" altLang="en-US" dirty="0"/>
                  <a:t>：過去１</a:t>
                </a:r>
                <a:r>
                  <a:rPr lang="en-US" altLang="ja-JP" dirty="0"/>
                  <a:t>R</a:t>
                </a:r>
                <a:r>
                  <a:rPr lang="ja-JP" altLang="en-US" dirty="0"/>
                  <a:t>サンプルしか参照しない</a:t>
                </a:r>
                <a:endParaRPr lang="en-US" altLang="ja-JP" dirty="0"/>
              </a:p>
              <a:p>
                <a:r>
                  <a:rPr kumimoji="1" lang="ja-JP" altLang="en-US" dirty="0"/>
                  <a:t>・</a:t>
                </a:r>
                <a:r>
                  <a:rPr lang="ja-JP" altLang="en-US" b="1" dirty="0"/>
                  <a:t>文脈や環境、音源の追加情報</a:t>
                </a:r>
                <a:r>
                  <a:rPr lang="ja-JP" altLang="en-US" dirty="0"/>
                  <a:t>を与えることで、</a:t>
                </a:r>
                <a:r>
                  <a:rPr lang="en-US" altLang="ja-JP" dirty="0"/>
                  <a:t>WaveNet</a:t>
                </a:r>
                <a:r>
                  <a:rPr lang="ja-JP" altLang="en-US" dirty="0"/>
                  <a:t>がより良い予測をできるようにする。</a:t>
                </a:r>
                <a:endParaRPr lang="en-US" altLang="ja-JP" dirty="0"/>
              </a:p>
              <a:p>
                <a:pPr>
                  <a:buNone/>
                </a:pPr>
                <a:r>
                  <a:rPr kumimoji="1" lang="ja-JP" altLang="en-US" dirty="0"/>
                  <a:t>・</a:t>
                </a:r>
                <a:r>
                  <a:rPr lang="ja-JP" altLang="en-US" b="1" dirty="0"/>
                  <a:t>条件付きを使う理由：</a:t>
                </a:r>
                <a:r>
                  <a:rPr lang="ja-JP" altLang="en-US" dirty="0"/>
                  <a:t>実際には、</a:t>
                </a:r>
                <a:r>
                  <a:rPr lang="en-US" altLang="ja-JP" dirty="0"/>
                  <a:t>log </a:t>
                </a:r>
                <a:r>
                  <a:rPr lang="en-US" altLang="ja-JP" dirty="0" err="1"/>
                  <a:t>mel</a:t>
                </a:r>
                <a:r>
                  <a:rPr lang="ja-JP" altLang="en-US" dirty="0"/>
                  <a:t>などの「視覚的・聴覚的に意味のある特徴量」を条件として使うことで、</a:t>
                </a:r>
                <a:r>
                  <a:rPr lang="ja-JP" altLang="en-US" b="1" dirty="0"/>
                  <a:t>予測の安定性や学習の早さが向上</a:t>
                </a:r>
                <a:r>
                  <a:rPr lang="ja-JP" altLang="en-US" dirty="0"/>
                  <a:t>するため、併用されることが多い。</a:t>
                </a:r>
              </a:p>
              <a:p>
                <a:endParaRPr kumimoji="1" lang="en-US" altLang="ja-JP" dirty="0"/>
              </a:p>
              <a:p>
                <a:endParaRPr kumimoji="1" lang="en-US" altLang="ja-JP" dirty="0"/>
              </a:p>
              <a:p>
                <a:r>
                  <a:rPr lang="ja-JP" altLang="en-US"/>
                  <a:t>・</a:t>
                </a:r>
                <a:r>
                  <a:rPr lang="en-US" altLang="ja-JP"/>
                  <a:t>WaveNet</a:t>
                </a:r>
                <a:r>
                  <a:rPr lang="ja-JP" altLang="en-US" dirty="0"/>
                  <a:t>における特徴量 </a:t>
                </a:r>
                <a:r>
                  <a:rPr lang="en-US" altLang="ja-JP" dirty="0"/>
                  <a:t>h</a:t>
                </a:r>
                <a:r>
                  <a:rPr lang="ja-JP" altLang="en-US" dirty="0"/>
                  <a:t>（</a:t>
                </a:r>
                <a:r>
                  <a:rPr lang="en-US" altLang="ja-JP" dirty="0"/>
                  <a:t>log Mel filter bank</a:t>
                </a:r>
                <a:r>
                  <a:rPr lang="ja-JP" altLang="en-US" dirty="0"/>
                  <a:t>）は、通常、音声波形より</a:t>
                </a:r>
                <a:r>
                  <a:rPr lang="ja-JP" altLang="en-US" b="1" dirty="0"/>
                  <a:t>低い時間解像度</a:t>
                </a:r>
                <a:r>
                  <a:rPr lang="ja-JP" altLang="en-US" dirty="0"/>
                  <a:t>（例：</a:t>
                </a:r>
                <a:r>
                  <a:rPr lang="en-US" altLang="ja-JP" dirty="0"/>
                  <a:t>10ms</a:t>
                </a:r>
                <a:r>
                  <a:rPr lang="ja-JP" altLang="en-US" dirty="0"/>
                  <a:t>ごと）で抽出されます。しかし、</a:t>
                </a:r>
                <a:r>
                  <a:rPr lang="en-US" altLang="ja-JP" dirty="0"/>
                  <a:t>WaveNet</a:t>
                </a:r>
                <a:r>
                  <a:rPr lang="ja-JP" altLang="en-US" dirty="0"/>
                  <a:t>は波形の</a:t>
                </a:r>
                <a:r>
                  <a:rPr lang="en-US" altLang="ja-JP" b="1" dirty="0"/>
                  <a:t>1</a:t>
                </a:r>
                <a:r>
                  <a:rPr lang="ja-JP" altLang="en-US" b="1" dirty="0"/>
                  <a:t>サンプルごと</a:t>
                </a:r>
                <a:r>
                  <a:rPr lang="ja-JP" altLang="en-US" dirty="0"/>
                  <a:t>を予測するため、特徴量の時間分解能もそれに合わせる必要があります。</a:t>
                </a:r>
                <a:endParaRPr kumimoji="1" lang="en-US" altLang="ja-JP" dirty="0"/>
              </a:p>
              <a:p>
                <a:endParaRPr kumimoji="1" lang="ja-JP" altLang="en-US" dirty="0"/>
              </a:p>
            </p:txBody>
          </p:sp>
        </mc:Fallback>
      </mc:AlternateContent>
      <p:sp>
        <p:nvSpPr>
          <p:cNvPr id="4" name="スライド番号プレースホルダー 3">
            <a:extLst>
              <a:ext uri="{FF2B5EF4-FFF2-40B4-BE49-F238E27FC236}">
                <a16:creationId xmlns:a16="http://schemas.microsoft.com/office/drawing/2014/main" id="{4DD5AB52-8ED5-55A9-C97F-B5B501085E34}"/>
              </a:ext>
            </a:extLst>
          </p:cNvPr>
          <p:cNvSpPr>
            <a:spLocks noGrp="1"/>
          </p:cNvSpPr>
          <p:nvPr>
            <p:ph type="sldNum" sz="quarter" idx="5"/>
          </p:nvPr>
        </p:nvSpPr>
        <p:spPr/>
        <p:txBody>
          <a:bodyPr/>
          <a:lstStyle/>
          <a:p>
            <a:fld id="{43558F7A-9C9F-42E9-83A4-0C372CE5784D}" type="slidenum">
              <a:rPr kumimoji="1" lang="ja-JP" altLang="en-US" smtClean="0"/>
              <a:t>9</a:t>
            </a:fld>
            <a:endParaRPr kumimoji="1" lang="ja-JP" altLang="en-US"/>
          </a:p>
        </p:txBody>
      </p:sp>
    </p:spTree>
    <p:extLst>
      <p:ext uri="{BB962C8B-B14F-4D97-AF65-F5344CB8AC3E}">
        <p14:creationId xmlns:p14="http://schemas.microsoft.com/office/powerpoint/2010/main" val="974120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9AAD2-28B5-02FE-5632-891372EB07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05791A7-40A9-155D-0272-884D3C7C26C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57329D07-9E5B-9DFA-7DC7-91AA946BE6DA}"/>
                  </a:ext>
                </a:extLst>
              </p:cNvPr>
              <p:cNvSpPr>
                <a:spLocks noGrp="1"/>
              </p:cNvSpPr>
              <p:nvPr>
                <p:ph type="body" idx="1"/>
              </p:nvPr>
            </p:nvSpPr>
            <p:spPr/>
            <p:txBody>
              <a:bodyPr/>
              <a:lstStyle/>
              <a:p>
                <a:r>
                  <a:rPr lang="ja-JP" altLang="en-US" dirty="0"/>
                  <a:t>音声波形 </a:t>
                </a:r>
                <a:r>
                  <a:rPr lang="en-US" altLang="ja-JP" dirty="0"/>
                  <a:t>x </a:t>
                </a:r>
                <a:r>
                  <a:rPr lang="ja-JP" altLang="en-US" dirty="0"/>
                  <a:t>全体の生成確率は、「過去の波形 </a:t>
                </a:r>
                <a:r>
                  <a:rPr lang="en-US" altLang="ja-JP" dirty="0"/>
                  <a:t>x1∼xn−1</a:t>
                </a:r>
                <a:r>
                  <a:rPr lang="ja-JP" altLang="en-US" dirty="0"/>
                  <a:t>」と「補助特徴量 </a:t>
                </a:r>
                <a:r>
                  <a:rPr lang="en-US" altLang="ja-JP" dirty="0"/>
                  <a:t>h</a:t>
                </a:r>
                <a:r>
                  <a:rPr lang="ja-JP" altLang="en-US" dirty="0"/>
                  <a:t>」</a:t>
                </a:r>
                <a:r>
                  <a:rPr lang="en-US" altLang="ja-JP" dirty="0"/>
                  <a:t> </a:t>
                </a:r>
                <a:r>
                  <a:rPr lang="ja-JP" altLang="en-US" dirty="0"/>
                  <a:t>（今回はログメルフィルタバンク）に基づいて逐次的にモデル化。</a:t>
                </a:r>
                <a:endParaRPr lang="en-US" altLang="ja-JP" dirty="0"/>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a:t>
                </a:r>
                <a:r>
                  <a:rPr lang="ja-JP" altLang="en-US" sz="1200" dirty="0">
                    <a:latin typeface="Source Han Sans JP Medium" panose="020B0600070205080204" charset="-128"/>
                    <a:ea typeface="Source Han Sans JP Medium" panose="020B0600070205080204" charset="-128"/>
                    <a:cs typeface="Source Han Sans JP Medium"/>
                    <a:sym typeface="Source Han Sans JP Medium"/>
                  </a:rPr>
                  <a:t>ゲート付き活性化関数：</a:t>
                </a:r>
                <a:r>
                  <a:rPr lang="ja-JP" altLang="en-US" dirty="0"/>
                  <a:t>「何を通し、何を抑えるか」を学習できる。</a:t>
                </a:r>
                <a:endParaRPr lang="en-US" altLang="ja-JP" dirty="0"/>
              </a:p>
              <a:p>
                <a:r>
                  <a:rPr lang="ja-JP" altLang="en-US" dirty="0"/>
                  <a:t>・</a:t>
                </a:r>
                <a14:m>
                  <m:oMath xmlns:m="http://schemas.openxmlformats.org/officeDocument/2006/math">
                    <m:r>
                      <a:rPr kumimoji="1" lang="en-US" altLang="ja-JP" sz="1200" b="0" i="0" smtClean="0">
                        <a:latin typeface="Cambria Math" panose="02040503050406030204" pitchFamily="18" charset="0"/>
                      </a:rPr>
                      <m:t>1</m:t>
                    </m:r>
                    <m:r>
                      <a:rPr kumimoji="1" lang="en-US" altLang="ja-JP" sz="1200" i="1">
                        <a:latin typeface="Cambria Math" panose="02040503050406030204" pitchFamily="18" charset="0"/>
                      </a:rPr>
                      <m:t>×</m:t>
                    </m:r>
                    <m:r>
                      <a:rPr kumimoji="1" lang="en-US" altLang="ja-JP" sz="1200" b="0" i="0" smtClean="0">
                        <a:latin typeface="Cambria Math" panose="02040503050406030204" pitchFamily="18" charset="0"/>
                      </a:rPr>
                      <m:t>1 </m:t>
                    </m:r>
                  </m:oMath>
                </a14:m>
                <a:r>
                  <a:rPr lang="en-US" altLang="ja-JP" dirty="0"/>
                  <a:t>convolution</a:t>
                </a:r>
                <a:r>
                  <a:rPr lang="ja-JP" altLang="en-US" dirty="0"/>
                  <a:t>：チャネル方向の情報を集約し、ネットワーク全体を深くしても学習が安定するようにする。</a:t>
                </a:r>
                <a:endParaRPr lang="en-US" altLang="ja-JP" dirty="0"/>
              </a:p>
              <a:p>
                <a:endParaRPr lang="en-US" altLang="ja-JP" dirty="0"/>
              </a:p>
              <a:p>
                <a:endParaRPr lang="en-US" altLang="ja-JP" dirty="0"/>
              </a:p>
              <a:p>
                <a:r>
                  <a:rPr lang="ja-JP" altLang="en-US" dirty="0"/>
                  <a:t>・受容野</a:t>
                </a:r>
                <a:r>
                  <a:rPr lang="en-US" altLang="ja-JP" dirty="0"/>
                  <a:t>R</a:t>
                </a:r>
                <a:r>
                  <a:rPr lang="ja-JP" altLang="en-US" dirty="0"/>
                  <a:t>：過去１</a:t>
                </a:r>
                <a:r>
                  <a:rPr lang="en-US" altLang="ja-JP" dirty="0"/>
                  <a:t>R</a:t>
                </a:r>
                <a:r>
                  <a:rPr lang="ja-JP" altLang="en-US" dirty="0"/>
                  <a:t>サンプルしか参照しない</a:t>
                </a:r>
                <a:endParaRPr lang="en-US" altLang="ja-JP" dirty="0"/>
              </a:p>
              <a:p>
                <a:r>
                  <a:rPr kumimoji="1" lang="ja-JP" altLang="en-US" dirty="0"/>
                  <a:t>・</a:t>
                </a:r>
                <a:r>
                  <a:rPr lang="ja-JP" altLang="en-US" b="1" dirty="0"/>
                  <a:t>文脈や環境、音源の追加情報</a:t>
                </a:r>
                <a:r>
                  <a:rPr lang="ja-JP" altLang="en-US" dirty="0"/>
                  <a:t>を与えることで、</a:t>
                </a:r>
                <a:r>
                  <a:rPr lang="en-US" altLang="ja-JP" dirty="0"/>
                  <a:t>WaveNet</a:t>
                </a:r>
                <a:r>
                  <a:rPr lang="ja-JP" altLang="en-US" dirty="0"/>
                  <a:t>がより良い予測をできるようにする。</a:t>
                </a:r>
                <a:endParaRPr lang="en-US" altLang="ja-JP" dirty="0"/>
              </a:p>
              <a:p>
                <a:pPr>
                  <a:buNone/>
                </a:pPr>
                <a:r>
                  <a:rPr kumimoji="1" lang="ja-JP" altLang="en-US" dirty="0"/>
                  <a:t>・</a:t>
                </a:r>
                <a:r>
                  <a:rPr lang="ja-JP" altLang="en-US" b="1" dirty="0"/>
                  <a:t>条件付きを使う理由：</a:t>
                </a:r>
                <a:r>
                  <a:rPr lang="ja-JP" altLang="en-US" dirty="0"/>
                  <a:t>実際には、</a:t>
                </a:r>
                <a:r>
                  <a:rPr lang="en-US" altLang="ja-JP" dirty="0"/>
                  <a:t>log </a:t>
                </a:r>
                <a:r>
                  <a:rPr lang="en-US" altLang="ja-JP" dirty="0" err="1"/>
                  <a:t>mel</a:t>
                </a:r>
                <a:r>
                  <a:rPr lang="ja-JP" altLang="en-US" dirty="0"/>
                  <a:t>などの「視覚的・聴覚的に意味のある特徴量」を条件として使うことで、</a:t>
                </a:r>
                <a:r>
                  <a:rPr lang="ja-JP" altLang="en-US" b="1" dirty="0"/>
                  <a:t>予測の安定性や学習の早さが向上</a:t>
                </a:r>
                <a:r>
                  <a:rPr lang="ja-JP" altLang="en-US" dirty="0"/>
                  <a:t>するため、併用されることが多い。</a:t>
                </a:r>
              </a:p>
              <a:p>
                <a:endParaRPr kumimoji="1" lang="en-US" altLang="ja-JP" dirty="0"/>
              </a:p>
              <a:p>
                <a:endParaRPr kumimoji="1" lang="en-US" altLang="ja-JP" dirty="0"/>
              </a:p>
              <a:p>
                <a:endParaRPr kumimoji="1" lang="ja-JP" altLang="en-US" dirty="0"/>
              </a:p>
            </p:txBody>
          </p:sp>
        </mc:Choice>
        <mc:Fallback xmlns="">
          <p:sp>
            <p:nvSpPr>
              <p:cNvPr id="3" name="ノート プレースホルダー 2">
                <a:extLst>
                  <a:ext uri="{FF2B5EF4-FFF2-40B4-BE49-F238E27FC236}">
                    <a16:creationId xmlns:a16="http://schemas.microsoft.com/office/drawing/2014/main" id="{57329D07-9E5B-9DFA-7DC7-91AA946BE6DA}"/>
                  </a:ext>
                </a:extLst>
              </p:cNvPr>
              <p:cNvSpPr>
                <a:spLocks noGrp="1"/>
              </p:cNvSpPr>
              <p:nvPr>
                <p:ph type="body" idx="1"/>
              </p:nvPr>
            </p:nvSpPr>
            <p:spPr/>
            <p:txBody>
              <a:bodyPr/>
              <a:lstStyle/>
              <a:p>
                <a:r>
                  <a:rPr lang="ja-JP" altLang="en-US" dirty="0"/>
                  <a:t>音声波形 </a:t>
                </a:r>
                <a:r>
                  <a:rPr lang="en-US" altLang="ja-JP" dirty="0"/>
                  <a:t>x </a:t>
                </a:r>
                <a:r>
                  <a:rPr lang="ja-JP" altLang="en-US" dirty="0"/>
                  <a:t>全体の生成確率は、「過去の波形 </a:t>
                </a:r>
                <a:r>
                  <a:rPr lang="en-US" altLang="ja-JP" dirty="0"/>
                  <a:t>x1∼xn−1</a:t>
                </a:r>
                <a:r>
                  <a:rPr lang="ja-JP" altLang="en-US" dirty="0"/>
                  <a:t>」と「補助特徴量 </a:t>
                </a:r>
                <a:r>
                  <a:rPr lang="en-US" altLang="ja-JP" dirty="0"/>
                  <a:t>h</a:t>
                </a:r>
                <a:r>
                  <a:rPr lang="ja-JP" altLang="en-US" dirty="0"/>
                  <a:t>」</a:t>
                </a:r>
                <a:r>
                  <a:rPr lang="en-US" altLang="ja-JP" dirty="0"/>
                  <a:t> </a:t>
                </a:r>
                <a:r>
                  <a:rPr lang="ja-JP" altLang="en-US" dirty="0"/>
                  <a:t>（今回はログメルフィルタバンク）に基づいて逐次的にモデル化。</a:t>
                </a:r>
                <a:endParaRPr lang="en-US" altLang="ja-JP" dirty="0"/>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a:t>
                </a:r>
                <a:r>
                  <a:rPr lang="ja-JP" altLang="en-US" sz="1200" dirty="0">
                    <a:latin typeface="Source Han Sans JP Medium" panose="020B0600070205080204" charset="-128"/>
                    <a:ea typeface="Source Han Sans JP Medium" panose="020B0600070205080204" charset="-128"/>
                    <a:cs typeface="Source Han Sans JP Medium"/>
                    <a:sym typeface="Source Han Sans JP Medium"/>
                  </a:rPr>
                  <a:t>ゲート付き活性化関数：</a:t>
                </a:r>
                <a:r>
                  <a:rPr lang="ja-JP" altLang="en-US" dirty="0"/>
                  <a:t>「何を通し、何を抑えるか」を学習できる。</a:t>
                </a:r>
                <a:endParaRPr lang="en-US" altLang="ja-JP" dirty="0"/>
              </a:p>
              <a:p>
                <a:r>
                  <a:rPr lang="ja-JP" altLang="en-US" dirty="0"/>
                  <a:t>・</a:t>
                </a:r>
                <a:r>
                  <a:rPr kumimoji="1" lang="en-US" altLang="ja-JP" sz="1200" b="0" i="0">
                    <a:latin typeface="Cambria Math" panose="02040503050406030204" pitchFamily="18" charset="0"/>
                  </a:rPr>
                  <a:t>1</a:t>
                </a:r>
                <a:r>
                  <a:rPr kumimoji="1" lang="en-US" altLang="ja-JP" sz="1200" i="0">
                    <a:latin typeface="Cambria Math" panose="02040503050406030204" pitchFamily="18" charset="0"/>
                  </a:rPr>
                  <a:t>×</a:t>
                </a:r>
                <a:r>
                  <a:rPr kumimoji="1" lang="en-US" altLang="ja-JP" sz="1200" b="0" i="0">
                    <a:latin typeface="Cambria Math" panose="02040503050406030204" pitchFamily="18" charset="0"/>
                  </a:rPr>
                  <a:t>1 </a:t>
                </a:r>
                <a:r>
                  <a:rPr lang="en-US" altLang="ja-JP" dirty="0"/>
                  <a:t>convolution</a:t>
                </a:r>
                <a:r>
                  <a:rPr lang="ja-JP" altLang="en-US" dirty="0"/>
                  <a:t>：チャネル方向の情報を集約し、ネットワーク全体を深くしても学習が安定するようにする。</a:t>
                </a:r>
                <a:endParaRPr lang="en-US" altLang="ja-JP" dirty="0"/>
              </a:p>
              <a:p>
                <a:endParaRPr lang="en-US" altLang="ja-JP" dirty="0"/>
              </a:p>
              <a:p>
                <a:endParaRPr lang="en-US" altLang="ja-JP" dirty="0"/>
              </a:p>
              <a:p>
                <a:r>
                  <a:rPr lang="ja-JP" altLang="en-US" dirty="0"/>
                  <a:t>・受容野</a:t>
                </a:r>
                <a:r>
                  <a:rPr lang="en-US" altLang="ja-JP" dirty="0"/>
                  <a:t>R</a:t>
                </a:r>
                <a:r>
                  <a:rPr lang="ja-JP" altLang="en-US" dirty="0"/>
                  <a:t>：過去１</a:t>
                </a:r>
                <a:r>
                  <a:rPr lang="en-US" altLang="ja-JP" dirty="0"/>
                  <a:t>R</a:t>
                </a:r>
                <a:r>
                  <a:rPr lang="ja-JP" altLang="en-US" dirty="0"/>
                  <a:t>サンプルしか参照しない</a:t>
                </a:r>
                <a:endParaRPr lang="en-US" altLang="ja-JP" dirty="0"/>
              </a:p>
              <a:p>
                <a:r>
                  <a:rPr kumimoji="1" lang="ja-JP" altLang="en-US" dirty="0"/>
                  <a:t>・</a:t>
                </a:r>
                <a:r>
                  <a:rPr lang="ja-JP" altLang="en-US" b="1" dirty="0"/>
                  <a:t>文脈や環境、音源の追加情報</a:t>
                </a:r>
                <a:r>
                  <a:rPr lang="ja-JP" altLang="en-US" dirty="0"/>
                  <a:t>を与えることで、</a:t>
                </a:r>
                <a:r>
                  <a:rPr lang="en-US" altLang="ja-JP" dirty="0"/>
                  <a:t>WaveNet</a:t>
                </a:r>
                <a:r>
                  <a:rPr lang="ja-JP" altLang="en-US" dirty="0"/>
                  <a:t>がより良い予測をできるようにする。</a:t>
                </a:r>
                <a:endParaRPr lang="en-US" altLang="ja-JP" dirty="0"/>
              </a:p>
              <a:p>
                <a:pPr>
                  <a:buNone/>
                </a:pPr>
                <a:r>
                  <a:rPr kumimoji="1" lang="ja-JP" altLang="en-US" dirty="0"/>
                  <a:t>・</a:t>
                </a:r>
                <a:r>
                  <a:rPr lang="ja-JP" altLang="en-US" b="1" dirty="0"/>
                  <a:t>条件付きを使う理由：</a:t>
                </a:r>
                <a:r>
                  <a:rPr lang="ja-JP" altLang="en-US" dirty="0"/>
                  <a:t>実際には、</a:t>
                </a:r>
                <a:r>
                  <a:rPr lang="en-US" altLang="ja-JP" dirty="0"/>
                  <a:t>log </a:t>
                </a:r>
                <a:r>
                  <a:rPr lang="en-US" altLang="ja-JP" dirty="0" err="1"/>
                  <a:t>mel</a:t>
                </a:r>
                <a:r>
                  <a:rPr lang="ja-JP" altLang="en-US" dirty="0"/>
                  <a:t>などの「視覚的・聴覚的に意味のある特徴量」を条件として使うことで、</a:t>
                </a:r>
                <a:r>
                  <a:rPr lang="ja-JP" altLang="en-US" b="1" dirty="0"/>
                  <a:t>予測の安定性や学習の早さが向上</a:t>
                </a:r>
                <a:r>
                  <a:rPr lang="ja-JP" altLang="en-US" dirty="0"/>
                  <a:t>するため、併用されることが多い。</a:t>
                </a:r>
              </a:p>
              <a:p>
                <a:endParaRPr kumimoji="1" lang="en-US" altLang="ja-JP" dirty="0"/>
              </a:p>
              <a:p>
                <a:endParaRPr kumimoji="1" lang="en-US" altLang="ja-JP" dirty="0"/>
              </a:p>
              <a:p>
                <a:endParaRPr kumimoji="1" lang="ja-JP" altLang="en-US" dirty="0"/>
              </a:p>
            </p:txBody>
          </p:sp>
        </mc:Fallback>
      </mc:AlternateContent>
      <p:sp>
        <p:nvSpPr>
          <p:cNvPr id="4" name="スライド番号プレースホルダー 3">
            <a:extLst>
              <a:ext uri="{FF2B5EF4-FFF2-40B4-BE49-F238E27FC236}">
                <a16:creationId xmlns:a16="http://schemas.microsoft.com/office/drawing/2014/main" id="{CD9C65D1-0FEF-BB3F-A67F-E01E00BE8C43}"/>
              </a:ext>
            </a:extLst>
          </p:cNvPr>
          <p:cNvSpPr>
            <a:spLocks noGrp="1"/>
          </p:cNvSpPr>
          <p:nvPr>
            <p:ph type="sldNum" sz="quarter" idx="5"/>
          </p:nvPr>
        </p:nvSpPr>
        <p:spPr/>
        <p:txBody>
          <a:bodyPr/>
          <a:lstStyle/>
          <a:p>
            <a:fld id="{43558F7A-9C9F-42E9-83A4-0C372CE5784D}" type="slidenum">
              <a:rPr kumimoji="1" lang="ja-JP" altLang="en-US" smtClean="0"/>
              <a:t>10</a:t>
            </a:fld>
            <a:endParaRPr kumimoji="1" lang="ja-JP" altLang="en-US"/>
          </a:p>
        </p:txBody>
      </p:sp>
    </p:spTree>
    <p:extLst>
      <p:ext uri="{BB962C8B-B14F-4D97-AF65-F5344CB8AC3E}">
        <p14:creationId xmlns:p14="http://schemas.microsoft.com/office/powerpoint/2010/main" val="1892735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3F0DD-CCE9-DB25-7987-DBA58781FBA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616E2A5-BB20-6996-2324-7B4BCED28D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34F0E63-FD4E-9AEB-3228-06D55B2115DF}"/>
              </a:ext>
            </a:extLst>
          </p:cNvPr>
          <p:cNvSpPr>
            <a:spLocks noGrp="1"/>
          </p:cNvSpPr>
          <p:nvPr>
            <p:ph type="body" idx="1"/>
          </p:nvPr>
        </p:nvSpPr>
        <p:spPr/>
        <p:txBody>
          <a:bodyPr/>
          <a:lstStyle/>
          <a:p>
            <a:r>
              <a:rPr lang="ja-JP" altLang="en-US" dirty="0"/>
              <a:t>人間の耳は、小さい音の違いには敏感だが、大きな音の違いには鈍感（</a:t>
            </a:r>
            <a:r>
              <a:rPr lang="ja-JP" altLang="en-US" b="1" dirty="0"/>
              <a:t>対数的な感覚</a:t>
            </a:r>
            <a:r>
              <a:rPr lang="ja-JP" altLang="en-US" dirty="0"/>
              <a:t>）という特性がある</a:t>
            </a:r>
            <a:r>
              <a:rPr kumimoji="1" lang="ja-JP" altLang="en-US" dirty="0"/>
              <a:t>．</a:t>
            </a:r>
            <a:endParaRPr kumimoji="1" lang="en-US" altLang="ja-JP" dirty="0"/>
          </a:p>
          <a:p>
            <a:r>
              <a:rPr lang="ja-JP" altLang="en-US" dirty="0"/>
              <a:t>人間の聴覚感度に近づけた変換をするのは、</a:t>
            </a:r>
            <a:r>
              <a:rPr lang="ja-JP" altLang="en-US" b="1" dirty="0"/>
              <a:t>機械が「人間にとって意味のある音の違い」に注目し、学習しやすくするため．結局，人間の聴覚が特徴をとらえるのに最適ということか</a:t>
            </a:r>
            <a:endParaRPr kumimoji="1" lang="en-US" altLang="ja-JP" dirty="0"/>
          </a:p>
          <a:p>
            <a:endParaRPr kumimoji="1" lang="en-US" altLang="ja-JP" dirty="0"/>
          </a:p>
          <a:p>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F7643BA6-3379-262E-83E1-5085DF59E81E}"/>
              </a:ext>
            </a:extLst>
          </p:cNvPr>
          <p:cNvSpPr>
            <a:spLocks noGrp="1"/>
          </p:cNvSpPr>
          <p:nvPr>
            <p:ph type="sldNum" sz="quarter" idx="5"/>
          </p:nvPr>
        </p:nvSpPr>
        <p:spPr/>
        <p:txBody>
          <a:bodyPr/>
          <a:lstStyle/>
          <a:p>
            <a:fld id="{43558F7A-9C9F-42E9-83A4-0C372CE5784D}" type="slidenum">
              <a:rPr kumimoji="1" lang="ja-JP" altLang="en-US" smtClean="0"/>
              <a:t>11</a:t>
            </a:fld>
            <a:endParaRPr kumimoji="1" lang="ja-JP" altLang="en-US"/>
          </a:p>
        </p:txBody>
      </p:sp>
    </p:spTree>
    <p:extLst>
      <p:ext uri="{BB962C8B-B14F-4D97-AF65-F5344CB8AC3E}">
        <p14:creationId xmlns:p14="http://schemas.microsoft.com/office/powerpoint/2010/main" val="1778129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A2283-8920-53D7-DF30-F19322D11B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5A90D6-4844-1415-799C-29A1BFD8E9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B4E683-F73D-6502-F9E4-B1D34AA5D9A2}"/>
              </a:ext>
            </a:extLst>
          </p:cNvPr>
          <p:cNvSpPr>
            <a:spLocks noGrp="1"/>
          </p:cNvSpPr>
          <p:nvPr>
            <p:ph type="body" idx="1"/>
          </p:nvPr>
        </p:nvSpPr>
        <p:spPr/>
        <p:txBody>
          <a:bodyPr/>
          <a:lstStyle/>
          <a:p>
            <a:r>
              <a:rPr kumimoji="1" lang="ja-JP" altLang="en-US" dirty="0"/>
              <a:t>・</a:t>
            </a:r>
            <a:r>
              <a:rPr lang="ja-JP" altLang="en-US" dirty="0"/>
              <a:t>ポステリオグラム ≒ 「</a:t>
            </a:r>
            <a:r>
              <a:rPr lang="en-US" altLang="ja-JP" dirty="0"/>
              <a:t>WaveNet</a:t>
            </a:r>
            <a:r>
              <a:rPr lang="ja-JP" altLang="en-US" dirty="0"/>
              <a:t>がどのくらい確信を持って予測しているか」を時系列で示す。</a:t>
            </a:r>
            <a:endParaRPr kumimoji="1" lang="en-US" altLang="ja-JP" dirty="0"/>
          </a:p>
          <a:p>
            <a:r>
              <a:rPr lang="en-US" altLang="ja-JP" dirty="0"/>
              <a:t>WaveNet</a:t>
            </a:r>
            <a:r>
              <a:rPr lang="ja-JP" altLang="en-US" dirty="0"/>
              <a:t>が音の次の値を「どのくらい自信を持って予測できたか」を可視化するのがポステリオグラム。</a:t>
            </a:r>
            <a:br>
              <a:rPr lang="ja-JP" altLang="en-US" dirty="0"/>
            </a:br>
            <a:r>
              <a:rPr lang="ja-JP" altLang="en-US" dirty="0"/>
              <a:t>その出力分布を使って </a:t>
            </a:r>
            <a:r>
              <a:rPr lang="ja-JP" altLang="en-US" b="1" dirty="0"/>
              <a:t>「不確かさ（＝エントロピー）」</a:t>
            </a:r>
            <a:r>
              <a:rPr lang="ja-JP" altLang="en-US" dirty="0"/>
              <a:t> を計算することで、</a:t>
            </a:r>
            <a:r>
              <a:rPr lang="ja-JP" altLang="en-US" b="1" dirty="0"/>
              <a:t>未知の音（異常）に対して揺らぎの大きい予測を検出</a:t>
            </a:r>
            <a:r>
              <a:rPr lang="ja-JP" altLang="en-US" dirty="0"/>
              <a:t>できるようになる。</a:t>
            </a:r>
            <a:endParaRPr kumimoji="1" lang="en-US" altLang="ja-JP" dirty="0"/>
          </a:p>
          <a:p>
            <a:endParaRPr kumimoji="1" lang="en-US" altLang="ja-JP" dirty="0"/>
          </a:p>
          <a:p>
            <a:pPr>
              <a:buNone/>
            </a:pPr>
            <a:r>
              <a:rPr kumimoji="1" lang="ja-JP" altLang="en-US" dirty="0"/>
              <a:t>・</a:t>
            </a:r>
            <a:r>
              <a:rPr lang="ja-JP" altLang="en-US" b="1" dirty="0"/>
              <a:t>なぜこの方法が良いのか？</a:t>
            </a:r>
          </a:p>
          <a:p>
            <a:pPr>
              <a:buFont typeface="Arial" panose="020B0604020202020204" pitchFamily="34" charset="0"/>
              <a:buChar char="•"/>
            </a:pPr>
            <a:r>
              <a:rPr lang="ja-JP" altLang="en-US" b="1" dirty="0"/>
              <a:t>予測精度だけではなく「不確かさ」も考慮できる</a:t>
            </a:r>
            <a:br>
              <a:rPr lang="ja-JP" altLang="en-US" dirty="0"/>
            </a:br>
            <a:r>
              <a:rPr lang="ja-JP" altLang="en-US" dirty="0"/>
              <a:t>　→ たとえば</a:t>
            </a:r>
            <a:r>
              <a:rPr lang="en-US" altLang="ja-JP" dirty="0"/>
              <a:t>WaveNet</a:t>
            </a:r>
            <a:r>
              <a:rPr lang="ja-JP" altLang="en-US" dirty="0"/>
              <a:t>が「どれでもありそう」と答える音は、未学習の異常音である可能性が高い。</a:t>
            </a:r>
          </a:p>
          <a:p>
            <a:pPr>
              <a:buFont typeface="Arial" panose="020B0604020202020204" pitchFamily="34" charset="0"/>
              <a:buChar char="•"/>
            </a:pPr>
            <a:r>
              <a:rPr lang="ja-JP" altLang="en-US" b="1" dirty="0"/>
              <a:t>確率モデルならではの“分布の形”を活かした異常判定が可能</a:t>
            </a:r>
            <a:endParaRPr lang="en-US" altLang="ja-JP" b="1" dirty="0"/>
          </a:p>
          <a:p>
            <a:pPr>
              <a:buFont typeface="Arial" panose="020B0604020202020204" pitchFamily="34" charset="0"/>
              <a:buNone/>
            </a:pPr>
            <a:endParaRPr lang="en-US" altLang="ja-JP" b="1" dirty="0"/>
          </a:p>
          <a:p>
            <a:pPr>
              <a:buFont typeface="Arial" panose="020B0604020202020204" pitchFamily="34" charset="0"/>
              <a:buNone/>
            </a:pPr>
            <a:r>
              <a:rPr lang="ja-JP" altLang="en-US" b="1" dirty="0"/>
              <a:t>・</a:t>
            </a:r>
            <a:r>
              <a:rPr lang="ja-JP" altLang="en-US" dirty="0"/>
              <a:t>「正常なときの“当たり前の不確かさ”」を数値として把握し、</a:t>
            </a:r>
            <a:br>
              <a:rPr lang="ja-JP" altLang="en-US" dirty="0"/>
            </a:br>
            <a:r>
              <a:rPr lang="ja-JP" altLang="en-US" dirty="0"/>
              <a:t>それを**ベースライン（</a:t>
            </a:r>
            <a:r>
              <a:rPr lang="en-US" altLang="ja-JP" dirty="0"/>
              <a:t>μ</a:t>
            </a:r>
            <a:r>
              <a:rPr lang="ja-JP" altLang="en-US" dirty="0"/>
              <a:t>）**として異常判断のしきい値に使う。</a:t>
            </a:r>
          </a:p>
          <a:p>
            <a:endParaRPr kumimoji="1" lang="en-US" altLang="ja-JP" dirty="0"/>
          </a:p>
          <a:p>
            <a:endParaRPr kumimoji="1" lang="en-US" altLang="ja-JP" dirty="0"/>
          </a:p>
          <a:p>
            <a:endParaRPr kumimoji="1" lang="en-US" altLang="ja-JP" dirty="0"/>
          </a:p>
          <a:p>
            <a:r>
              <a:rPr lang="ja-JP" altLang="en-US" dirty="0"/>
              <a:t>人間の耳は、小さい音の違いには敏感だが、大きな音の違いには鈍感（</a:t>
            </a:r>
            <a:r>
              <a:rPr lang="ja-JP" altLang="en-US" b="1" dirty="0"/>
              <a:t>対数的な感覚</a:t>
            </a:r>
            <a:r>
              <a:rPr lang="ja-JP" altLang="en-US" dirty="0"/>
              <a:t>）という特性がある</a:t>
            </a:r>
            <a:r>
              <a:rPr kumimoji="1" lang="ja-JP" altLang="en-US" dirty="0"/>
              <a:t>．</a:t>
            </a:r>
            <a:endParaRPr kumimoji="1" lang="en-US" altLang="ja-JP" dirty="0"/>
          </a:p>
          <a:p>
            <a:r>
              <a:rPr lang="ja-JP" altLang="en-US" dirty="0"/>
              <a:t>人間の聴覚感度に近づけた変換をするのは、</a:t>
            </a:r>
            <a:r>
              <a:rPr lang="ja-JP" altLang="en-US" b="1" dirty="0"/>
              <a:t>機械が「人間にとって意味のある音の違い」に注目し、学習しやすくするため．結局，人間の聴覚が特徴をとらえるのに最適ということか</a:t>
            </a:r>
            <a:endParaRPr kumimoji="1" lang="en-US" altLang="ja-JP" dirty="0"/>
          </a:p>
          <a:p>
            <a:endParaRPr kumimoji="1" lang="en-US" altLang="ja-JP" dirty="0"/>
          </a:p>
          <a:p>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7DD279EC-06D0-57C5-F604-E18902F0A61E}"/>
              </a:ext>
            </a:extLst>
          </p:cNvPr>
          <p:cNvSpPr>
            <a:spLocks noGrp="1"/>
          </p:cNvSpPr>
          <p:nvPr>
            <p:ph type="sldNum" sz="quarter" idx="5"/>
          </p:nvPr>
        </p:nvSpPr>
        <p:spPr/>
        <p:txBody>
          <a:bodyPr/>
          <a:lstStyle/>
          <a:p>
            <a:fld id="{43558F7A-9C9F-42E9-83A4-0C372CE5784D}" type="slidenum">
              <a:rPr kumimoji="1" lang="ja-JP" altLang="en-US" smtClean="0"/>
              <a:t>12</a:t>
            </a:fld>
            <a:endParaRPr kumimoji="1" lang="ja-JP" altLang="en-US"/>
          </a:p>
        </p:txBody>
      </p:sp>
    </p:spTree>
    <p:extLst>
      <p:ext uri="{BB962C8B-B14F-4D97-AF65-F5344CB8AC3E}">
        <p14:creationId xmlns:p14="http://schemas.microsoft.com/office/powerpoint/2010/main" val="2059927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543D7-ECDE-1939-D1D9-6D96BB2BB2F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6BDEBA-34FD-C82B-B465-9BD996A4997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8A8592-1A3F-5553-BC1D-3834B10C34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・中央値フィルタ</a:t>
            </a:r>
            <a:r>
              <a:rPr lang="ja-JP" altLang="en-US" sz="1200" dirty="0">
                <a:latin typeface="Source Han Sans JP Medium" panose="020B0600070205080204" charset="-128"/>
                <a:ea typeface="Source Han Sans JP Medium" panose="020B0600070205080204" charset="-128"/>
                <a:cs typeface="Source Han Sans JP Medium"/>
                <a:sym typeface="Source Han Sans JP Medium"/>
              </a:rPr>
              <a:t>：ウィンドウサイズを決め，各時刻のラベルをその前後のラベルと多数決</a:t>
            </a:r>
            <a:endParaRPr lang="en-US" altLang="ja-JP" sz="1200" dirty="0">
              <a:latin typeface="Source Han Sans JP Medium" panose="020B0600070205080204" charset="-128"/>
              <a:ea typeface="Source Han Sans JP Medium" panose="020B0600070205080204" charset="-128"/>
              <a:cs typeface="Source Han Sans JP Medium"/>
              <a:sym typeface="Source Han Sans JP Mediu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・ギャップ補間</a:t>
            </a:r>
            <a:r>
              <a:rPr lang="ja-JP" altLang="en-US" sz="1200" dirty="0">
                <a:latin typeface="Source Han Sans JP Medium" panose="020B0600070205080204" charset="-128"/>
                <a:ea typeface="Source Han Sans JP Medium" panose="020B0600070205080204" charset="-128"/>
                <a:cs typeface="Source Han Sans JP Medium"/>
                <a:sym typeface="Source Han Sans JP Medium"/>
              </a:rPr>
              <a:t>：</a:t>
            </a:r>
            <a:r>
              <a:rPr lang="ja-JP" altLang="en-US" dirty="0"/>
              <a:t>異常ラベル（</a:t>
            </a:r>
            <a:r>
              <a:rPr lang="en-US" altLang="ja-JP" dirty="0"/>
              <a:t>1</a:t>
            </a:r>
            <a:r>
              <a:rPr lang="ja-JP" altLang="en-US" dirty="0"/>
              <a:t>）の間に、</a:t>
            </a:r>
            <a:r>
              <a:rPr lang="ja-JP" altLang="en-US" b="1" dirty="0"/>
              <a:t>一定以下の長さ</a:t>
            </a:r>
            <a:r>
              <a:rPr lang="ja-JP" altLang="en-US" dirty="0"/>
              <a:t>で挟まれた正常ラベル（</a:t>
            </a:r>
            <a:r>
              <a:rPr lang="en-US" altLang="ja-JP" dirty="0"/>
              <a:t>0</a:t>
            </a:r>
            <a:r>
              <a:rPr lang="ja-JP" altLang="en-US" dirty="0"/>
              <a:t>）を</a:t>
            </a:r>
            <a:r>
              <a:rPr lang="en-US" altLang="ja-JP" dirty="0"/>
              <a:t>1</a:t>
            </a:r>
            <a:r>
              <a:rPr lang="ja-JP" altLang="en-US" dirty="0"/>
              <a:t>に変える。</a:t>
            </a:r>
            <a:r>
              <a:rPr kumimoji="1" lang="ja-JP" altLang="en-US" dirty="0"/>
              <a:t>・</a:t>
            </a:r>
            <a:endParaRPr kumimoji="1" lang="en-US" altLang="ja-JP" dirty="0"/>
          </a:p>
          <a:p>
            <a:r>
              <a:rPr kumimoji="1" lang="ja-JP" altLang="en-US" dirty="0"/>
              <a:t>・短時間イベントの削除：</a:t>
            </a:r>
            <a:r>
              <a:rPr lang="ja-JP" altLang="en-US" dirty="0"/>
              <a:t>一定以下の長さの「異常ラベルの連続列（</a:t>
            </a:r>
            <a:r>
              <a:rPr lang="en-US" altLang="ja-JP" dirty="0"/>
              <a:t>1</a:t>
            </a:r>
            <a:r>
              <a:rPr lang="ja-JP" altLang="en-US" dirty="0"/>
              <a:t>のかたまり）」をゼロに変える。</a:t>
            </a:r>
            <a:endParaRPr kumimoji="1" lang="ja-JP" altLang="en-US" dirty="0"/>
          </a:p>
        </p:txBody>
      </p:sp>
      <p:sp>
        <p:nvSpPr>
          <p:cNvPr id="4" name="スライド番号プレースホルダー 3">
            <a:extLst>
              <a:ext uri="{FF2B5EF4-FFF2-40B4-BE49-F238E27FC236}">
                <a16:creationId xmlns:a16="http://schemas.microsoft.com/office/drawing/2014/main" id="{6827A813-E47F-3B12-8C7C-65B228291860}"/>
              </a:ext>
            </a:extLst>
          </p:cNvPr>
          <p:cNvSpPr>
            <a:spLocks noGrp="1"/>
          </p:cNvSpPr>
          <p:nvPr>
            <p:ph type="sldNum" sz="quarter" idx="5"/>
          </p:nvPr>
        </p:nvSpPr>
        <p:spPr/>
        <p:txBody>
          <a:bodyPr/>
          <a:lstStyle/>
          <a:p>
            <a:fld id="{43558F7A-9C9F-42E9-83A4-0C372CE5784D}" type="slidenum">
              <a:rPr kumimoji="1" lang="ja-JP" altLang="en-US" smtClean="0"/>
              <a:t>13</a:t>
            </a:fld>
            <a:endParaRPr kumimoji="1" lang="ja-JP" altLang="en-US"/>
          </a:p>
        </p:txBody>
      </p:sp>
    </p:spTree>
    <p:extLst>
      <p:ext uri="{BB962C8B-B14F-4D97-AF65-F5344CB8AC3E}">
        <p14:creationId xmlns:p14="http://schemas.microsoft.com/office/powerpoint/2010/main" val="1325999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FDF51-3492-9FFD-E657-246AB0D428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310D961-A973-88CA-AB4B-08B222E724B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1D32E64-9C70-2C13-4997-6BA39757024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D0B0194-3632-6709-56D6-F91AF0F90098}"/>
              </a:ext>
            </a:extLst>
          </p:cNvPr>
          <p:cNvSpPr>
            <a:spLocks noGrp="1"/>
          </p:cNvSpPr>
          <p:nvPr>
            <p:ph type="sldNum" sz="quarter" idx="5"/>
          </p:nvPr>
        </p:nvSpPr>
        <p:spPr/>
        <p:txBody>
          <a:bodyPr/>
          <a:lstStyle/>
          <a:p>
            <a:fld id="{43558F7A-9C9F-42E9-83A4-0C372CE5784D}" type="slidenum">
              <a:rPr kumimoji="1" lang="ja-JP" altLang="en-US" smtClean="0"/>
              <a:t>14</a:t>
            </a:fld>
            <a:endParaRPr kumimoji="1" lang="ja-JP" altLang="en-US"/>
          </a:p>
        </p:txBody>
      </p:sp>
    </p:spTree>
    <p:extLst>
      <p:ext uri="{BB962C8B-B14F-4D97-AF65-F5344CB8AC3E}">
        <p14:creationId xmlns:p14="http://schemas.microsoft.com/office/powerpoint/2010/main" val="3104089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05D35-4C33-5AF9-4447-21DCECD83A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E7FD33C-DBA2-523D-4AE3-FA6DD4B7470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BFDB587-543D-EE6B-A1A4-D9E2CF4FAC4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24B7C64-9341-6405-FE3F-CDA96CA69A9E}"/>
              </a:ext>
            </a:extLst>
          </p:cNvPr>
          <p:cNvSpPr>
            <a:spLocks noGrp="1"/>
          </p:cNvSpPr>
          <p:nvPr>
            <p:ph type="sldNum" sz="quarter" idx="5"/>
          </p:nvPr>
        </p:nvSpPr>
        <p:spPr/>
        <p:txBody>
          <a:bodyPr/>
          <a:lstStyle/>
          <a:p>
            <a:fld id="{43558F7A-9C9F-42E9-83A4-0C372CE5784D}" type="slidenum">
              <a:rPr kumimoji="1" lang="ja-JP" altLang="en-US" smtClean="0"/>
              <a:t>15</a:t>
            </a:fld>
            <a:endParaRPr kumimoji="1" lang="ja-JP" altLang="en-US"/>
          </a:p>
        </p:txBody>
      </p:sp>
    </p:spTree>
    <p:extLst>
      <p:ext uri="{BB962C8B-B14F-4D97-AF65-F5344CB8AC3E}">
        <p14:creationId xmlns:p14="http://schemas.microsoft.com/office/powerpoint/2010/main" val="14158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72D9A-45CA-132E-FD91-C12C3E36AD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5A460D-B4DB-7B4C-3701-389BD8ED84B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AD5E78-64D9-5BE2-6D3E-F6A5B62F848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242B7-073B-014E-3C61-393DCED5F0C0}"/>
              </a:ext>
            </a:extLst>
          </p:cNvPr>
          <p:cNvSpPr>
            <a:spLocks noGrp="1"/>
          </p:cNvSpPr>
          <p:nvPr>
            <p:ph type="sldNum" sz="quarter" idx="5"/>
          </p:nvPr>
        </p:nvSpPr>
        <p:spPr/>
        <p:txBody>
          <a:bodyPr/>
          <a:lstStyle/>
          <a:p>
            <a:fld id="{43558F7A-9C9F-42E9-83A4-0C372CE5784D}" type="slidenum">
              <a:rPr kumimoji="1" lang="ja-JP" altLang="en-US" smtClean="0"/>
              <a:t>17</a:t>
            </a:fld>
            <a:endParaRPr kumimoji="1" lang="ja-JP" altLang="en-US"/>
          </a:p>
        </p:txBody>
      </p:sp>
    </p:spTree>
    <p:extLst>
      <p:ext uri="{BB962C8B-B14F-4D97-AF65-F5344CB8AC3E}">
        <p14:creationId xmlns:p14="http://schemas.microsoft.com/office/powerpoint/2010/main" val="3774563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DCD78-E7DC-8965-09A9-61C7316531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869628-BDEB-07AB-A0D8-2A53AC8F5C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907736-B3B0-1A0C-3815-F4214574633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025EB39-8471-2646-2BBB-1C6836B759B3}"/>
              </a:ext>
            </a:extLst>
          </p:cNvPr>
          <p:cNvSpPr>
            <a:spLocks noGrp="1"/>
          </p:cNvSpPr>
          <p:nvPr>
            <p:ph type="sldNum" sz="quarter" idx="5"/>
          </p:nvPr>
        </p:nvSpPr>
        <p:spPr/>
        <p:txBody>
          <a:bodyPr/>
          <a:lstStyle/>
          <a:p>
            <a:fld id="{43558F7A-9C9F-42E9-83A4-0C372CE5784D}" type="slidenum">
              <a:rPr kumimoji="1" lang="ja-JP" altLang="en-US" smtClean="0"/>
              <a:t>18</a:t>
            </a:fld>
            <a:endParaRPr kumimoji="1" lang="ja-JP" altLang="en-US"/>
          </a:p>
        </p:txBody>
      </p:sp>
    </p:spTree>
    <p:extLst>
      <p:ext uri="{BB962C8B-B14F-4D97-AF65-F5344CB8AC3E}">
        <p14:creationId xmlns:p14="http://schemas.microsoft.com/office/powerpoint/2010/main" val="32083712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FBE17-908B-B1DB-5ECD-F1E0A628EB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8F5CDB6-D321-B862-C6A6-BF6B67C0B3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C34059-2740-E866-4237-C0745203096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45F06CB-3360-EF67-7382-9EA626305E03}"/>
              </a:ext>
            </a:extLst>
          </p:cNvPr>
          <p:cNvSpPr>
            <a:spLocks noGrp="1"/>
          </p:cNvSpPr>
          <p:nvPr>
            <p:ph type="sldNum" sz="quarter" idx="5"/>
          </p:nvPr>
        </p:nvSpPr>
        <p:spPr/>
        <p:txBody>
          <a:bodyPr/>
          <a:lstStyle/>
          <a:p>
            <a:fld id="{43558F7A-9C9F-42E9-83A4-0C372CE5784D}" type="slidenum">
              <a:rPr kumimoji="1" lang="ja-JP" altLang="en-US" smtClean="0"/>
              <a:t>19</a:t>
            </a:fld>
            <a:endParaRPr kumimoji="1" lang="ja-JP" altLang="en-US"/>
          </a:p>
        </p:txBody>
      </p:sp>
    </p:spTree>
    <p:extLst>
      <p:ext uri="{BB962C8B-B14F-4D97-AF65-F5344CB8AC3E}">
        <p14:creationId xmlns:p14="http://schemas.microsoft.com/office/powerpoint/2010/main" val="363205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5/9/2025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5/9/2025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5/9/2025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パラグラフスライド">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838200" y="1523999"/>
            <a:ext cx="16649700" cy="1407239"/>
          </a:xfrm>
        </p:spPr>
        <p:txBody>
          <a:bodyPr>
            <a:noAutofit/>
          </a:bodyPr>
          <a:lstStyle>
            <a:lvl1pPr>
              <a:defRPr sz="54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話題について伝えるべきメッセージ（問いの答え）</a:t>
            </a:r>
          </a:p>
        </p:txBody>
      </p:sp>
      <p:sp>
        <p:nvSpPr>
          <p:cNvPr id="3" name="コンテンツ プレースホルダー 2"/>
          <p:cNvSpPr>
            <a:spLocks noGrp="1"/>
          </p:cNvSpPr>
          <p:nvPr>
            <p:ph idx="1" hasCustomPrompt="1"/>
          </p:nvPr>
        </p:nvSpPr>
        <p:spPr>
          <a:xfrm>
            <a:off x="838200" y="3019733"/>
            <a:ext cx="16649700" cy="6858000"/>
          </a:xfrm>
        </p:spPr>
        <p:txBody>
          <a:bodyPr/>
          <a:lstStyle>
            <a:lvl1pPr marL="685800" indent="-685800">
              <a:buFont typeface="Wingdings" panose="05000000000000000000" pitchFamily="2" charset="2"/>
              <a:buChar char="l"/>
              <a:defRPr>
                <a:solidFill>
                  <a:schemeClr val="tx1"/>
                </a:solidFill>
                <a:latin typeface="游ゴシック" panose="020B0400000000000000" pitchFamily="50" charset="-128"/>
                <a:ea typeface="游ゴシック" panose="020B0400000000000000" pitchFamily="50" charset="-128"/>
              </a:defRPr>
            </a:lvl1pPr>
            <a:lvl2pPr marL="1200150" marR="0" indent="-514350" algn="l" defTabSz="1371600" rtl="0" eaLnBrk="1" fontAlgn="auto" latinLnBrk="0" hangingPunct="1">
              <a:lnSpc>
                <a:spcPct val="110000"/>
              </a:lnSpc>
              <a:spcBef>
                <a:spcPts val="0"/>
              </a:spcBef>
              <a:spcAft>
                <a:spcPts val="0"/>
              </a:spcAft>
              <a:buClrTx/>
              <a:buSzTx/>
              <a:buFont typeface="Wingdings" panose="05000000000000000000" pitchFamily="2" charset="2"/>
              <a:buChar char="l"/>
              <a:tabLst/>
              <a:defRPr>
                <a:latin typeface="游ゴシック Medium" panose="020B0500000000000000" pitchFamily="50" charset="-128"/>
                <a:ea typeface="游ゴシック Medium" panose="020B0500000000000000" pitchFamily="50" charset="-128"/>
              </a:defRPr>
            </a:lvl2pPr>
          </a:lstStyle>
          <a:p>
            <a:pPr lvl="0"/>
            <a:r>
              <a:rPr kumimoji="1" lang="ja-JP" altLang="en-US" dirty="0"/>
              <a:t>メッセージの補足説明（根拠／解説／具体例）</a:t>
            </a:r>
            <a:endParaRPr kumimoji="1" lang="en-US" altLang="ja-JP" dirty="0"/>
          </a:p>
          <a:p>
            <a:pPr lvl="1"/>
            <a:r>
              <a:rPr kumimoji="1" lang="ja-JP" altLang="en-US" dirty="0"/>
              <a:t>第２段</a:t>
            </a:r>
            <a:endParaRPr kumimoji="1" lang="en-US" altLang="ja-JP" dirty="0"/>
          </a:p>
          <a:p>
            <a:pPr lvl="2"/>
            <a:r>
              <a:rPr kumimoji="1" lang="ja-JP" altLang="en-US" dirty="0"/>
              <a:t>第３段</a:t>
            </a:r>
            <a:endParaRPr kumimoji="1" lang="en-US" altLang="ja-JP" dirty="0"/>
          </a:p>
          <a:p>
            <a:pPr lvl="3"/>
            <a:r>
              <a:rPr kumimoji="1" lang="ja-JP" altLang="en-US" dirty="0"/>
              <a:t>第４段</a:t>
            </a:r>
            <a:endParaRPr kumimoji="1" lang="en-US" altLang="ja-JP" dirty="0"/>
          </a:p>
          <a:p>
            <a:pPr lvl="4"/>
            <a:r>
              <a:rPr kumimoji="1" lang="ja-JP" altLang="en-US" dirty="0"/>
              <a:t>第５弾</a:t>
            </a:r>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315861" y="522339"/>
            <a:ext cx="17183100" cy="704850"/>
          </a:xfrm>
        </p:spPr>
        <p:txBody>
          <a:bodyPr/>
          <a:lstStyle>
            <a:lvl1pPr marL="0" indent="0">
              <a:buNone/>
              <a:defRPr b="0">
                <a:latin typeface="游ゴシック Medium" panose="020B0500000000000000" pitchFamily="50" charset="-128"/>
                <a:ea typeface="游ゴシック Medium" panose="020B0500000000000000" pitchFamily="50" charset="-128"/>
              </a:defRPr>
            </a:lvl1pPr>
            <a:lvl2pPr marL="685800" indent="0">
              <a:buNone/>
              <a:defRPr/>
            </a:lvl2pPr>
            <a:lvl3pPr marL="1371600" indent="0">
              <a:buNone/>
              <a:defRPr/>
            </a:lvl3pPr>
            <a:lvl4pPr marL="2057400" indent="0">
              <a:buNone/>
              <a:defRPr/>
            </a:lvl4pPr>
            <a:lvl5pPr marL="2743200" indent="0">
              <a:buNone/>
              <a:defRPr/>
            </a:lvl5pPr>
          </a:lstStyle>
          <a:p>
            <a:pPr lvl="0"/>
            <a:r>
              <a:rPr kumimoji="1" lang="ja-JP" altLang="en-US" dirty="0"/>
              <a:t>スライドの話題＝問い</a:t>
            </a:r>
            <a:r>
              <a:rPr kumimoji="1" lang="en-US" altLang="ja-JP" dirty="0"/>
              <a:t>=</a:t>
            </a:r>
            <a:r>
              <a:rPr kumimoji="1" lang="ja-JP" altLang="en-US" dirty="0"/>
              <a:t>論点</a:t>
            </a:r>
            <a:endParaRPr kumimoji="1" lang="en-US" altLang="ja-JP" dirty="0"/>
          </a:p>
        </p:txBody>
      </p:sp>
      <p:sp>
        <p:nvSpPr>
          <p:cNvPr id="23" name="テキスト ボックス 22"/>
          <p:cNvSpPr txBox="1"/>
          <p:nvPr userDrawn="1"/>
        </p:nvSpPr>
        <p:spPr>
          <a:xfrm>
            <a:off x="17240250" y="473473"/>
            <a:ext cx="728084" cy="646331"/>
          </a:xfrm>
          <a:prstGeom prst="rect">
            <a:avLst/>
          </a:prstGeom>
          <a:noFill/>
        </p:spPr>
        <p:txBody>
          <a:bodyPr wrap="none" rtlCol="0">
            <a:spAutoFit/>
          </a:bodyPr>
          <a:lstStyle/>
          <a:p>
            <a:fld id="{86695743-78A6-41C5-8EC9-B94E39B9B94D}" type="slidenum">
              <a:rPr kumimoji="1" lang="ja-JP" altLang="en-US" sz="3600" smtClean="0">
                <a:solidFill>
                  <a:schemeClr val="tx1"/>
                </a:solidFill>
                <a:latin typeface="+mn-lt"/>
                <a:ea typeface="游ゴシック Medium" panose="020B0500000000000000" pitchFamily="50" charset="-128"/>
              </a:rPr>
              <a:t>‹#›</a:t>
            </a:fld>
            <a:endParaRPr kumimoji="1" lang="ja-JP" altLang="en-US" sz="36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1238250"/>
            <a:ext cx="18288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537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5/9/2025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12"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5.png"/><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7126736" y="1575825"/>
            <a:ext cx="4034525" cy="830997"/>
          </a:xfrm>
          <a:prstGeom prst="rect">
            <a:avLst/>
          </a:prstGeom>
        </p:spPr>
        <p:txBody>
          <a:bodyPr wrap="square" lIns="0" tIns="0" rIns="0" bIns="0" rtlCol="0" anchor="t">
            <a:spAutoFit/>
          </a:bodyPr>
          <a:lstStyle/>
          <a:p>
            <a:pPr algn="ctr">
              <a:spcBef>
                <a:spcPct val="0"/>
              </a:spcBef>
            </a:pPr>
            <a:r>
              <a:rPr lang="ja-JP" altLang="en-US" sz="5400" dirty="0">
                <a:solidFill>
                  <a:srgbClr val="292B2B"/>
                </a:solidFill>
                <a:latin typeface="Source Han Sans JP Bold"/>
                <a:ea typeface="Source Han Sans JP Bold"/>
                <a:cs typeface="Source Han Sans JP Bold"/>
                <a:sym typeface="Source Han Sans JP Bold"/>
              </a:rPr>
              <a:t>論文輪講</a:t>
            </a:r>
            <a:endParaRPr lang="en-US" sz="5400" dirty="0">
              <a:solidFill>
                <a:srgbClr val="292B2B"/>
              </a:solidFill>
              <a:latin typeface="Source Han Sans JP Bold"/>
              <a:ea typeface="Source Han Sans JP Bold"/>
              <a:cs typeface="Source Han Sans JP Bold"/>
              <a:sym typeface="Source Han Sans JP Bold"/>
            </a:endParaRPr>
          </a:p>
        </p:txBody>
      </p:sp>
      <p:sp>
        <p:nvSpPr>
          <p:cNvPr id="19" name="TextBox 19"/>
          <p:cNvSpPr txBox="1"/>
          <p:nvPr/>
        </p:nvSpPr>
        <p:spPr>
          <a:xfrm>
            <a:off x="885825" y="8124237"/>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latin typeface="Source Han Sans JP" panose="020B0600070205080204" charset="-128"/>
                <a:ea typeface="Source Han Sans JP" panose="020B0600070205080204" charset="-128"/>
              </a:rPr>
              <a:t>植木研究室　　</a:t>
            </a:r>
            <a:r>
              <a:rPr lang="en-US" altLang="ja-JP" sz="4000" dirty="0">
                <a:latin typeface="Source Han Sans JP" panose="020B0600070205080204" charset="-128"/>
                <a:ea typeface="Source Han Sans JP" panose="020B0600070205080204" charset="-128"/>
              </a:rPr>
              <a:t>8125517</a:t>
            </a:r>
            <a:r>
              <a:rPr lang="ja-JP" altLang="en-US" sz="4000" dirty="0">
                <a:latin typeface="Source Han Sans JP" panose="020B0600070205080204" charset="-128"/>
                <a:ea typeface="Source Han Sans JP" panose="020B0600070205080204" charset="-128"/>
              </a:rPr>
              <a:t>　　</a:t>
            </a:r>
            <a:r>
              <a:rPr lang="ja-JP" altLang="en-US" sz="4000" dirty="0">
                <a:solidFill>
                  <a:srgbClr val="292B2B"/>
                </a:solidFill>
                <a:latin typeface="Source Han Sans JP" panose="020B0600070205080204" charset="-128"/>
                <a:ea typeface="Source Han Sans JP" panose="020B0600070205080204" charset="-128"/>
                <a:cs typeface="Source Han Sans JP"/>
                <a:sym typeface="Source Han Sans JP"/>
              </a:rPr>
              <a:t>柴崎陸</a:t>
            </a:r>
            <a:endParaRPr lang="en-US" sz="4000" dirty="0">
              <a:solidFill>
                <a:srgbClr val="292B2B"/>
              </a:solidFill>
              <a:latin typeface="Source Han Sans JP" panose="020B0600070205080204" charset="-128"/>
              <a:ea typeface="Source Han Sans JP" panose="020B0600070205080204" charset="-128"/>
              <a:cs typeface="Source Han Sans JP"/>
              <a:sym typeface="Source Han Sans JP"/>
            </a:endParaRPr>
          </a:p>
        </p:txBody>
      </p:sp>
      <p:sp>
        <p:nvSpPr>
          <p:cNvPr id="20" name="TextBox 20"/>
          <p:cNvSpPr txBox="1"/>
          <p:nvPr/>
        </p:nvSpPr>
        <p:spPr>
          <a:xfrm>
            <a:off x="6111044" y="7187206"/>
            <a:ext cx="5785681" cy="514251"/>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Source Han Sans JP" panose="020B0600070205080204" charset="-128"/>
                <a:ea typeface="Source Han Sans JP" panose="020B0600070205080204" charset="-128"/>
                <a:cs typeface="Century Gothic Paneuropean"/>
                <a:sym typeface="Century Gothic Paneuropean"/>
              </a:rPr>
              <a:t>2025年4月4日</a:t>
            </a: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TextBox 24">
            <a:extLst>
              <a:ext uri="{FF2B5EF4-FFF2-40B4-BE49-F238E27FC236}">
                <a16:creationId xmlns:a16="http://schemas.microsoft.com/office/drawing/2014/main" id="{9E46055B-DA28-1F66-CD59-78CAAB0910E0}"/>
              </a:ext>
            </a:extLst>
          </p:cNvPr>
          <p:cNvSpPr txBox="1"/>
          <p:nvPr/>
        </p:nvSpPr>
        <p:spPr>
          <a:xfrm>
            <a:off x="3492291" y="5202661"/>
            <a:ext cx="11303417" cy="713850"/>
          </a:xfrm>
          <a:prstGeom prst="rect">
            <a:avLst/>
          </a:prstGeom>
        </p:spPr>
        <p:txBody>
          <a:bodyPr wrap="square" lIns="0" tIns="0" rIns="0" bIns="0" rtlCol="0" anchor="t">
            <a:spAutoFit/>
          </a:bodyPr>
          <a:lstStyle/>
          <a:p>
            <a:pPr algn="l">
              <a:lnSpc>
                <a:spcPts val="5880"/>
              </a:lnSpc>
              <a:spcBef>
                <a:spcPct val="0"/>
              </a:spcBef>
            </a:pPr>
            <a:r>
              <a:rPr lang="ja-JP" altLang="en-US" sz="4400" dirty="0">
                <a:solidFill>
                  <a:srgbClr val="292B2B"/>
                </a:solidFill>
                <a:latin typeface="Source Han Sans JP Medium"/>
                <a:ea typeface="Source Han Sans JP Medium"/>
                <a:cs typeface="Source Han Sans JP Medium"/>
                <a:sym typeface="Source Han Sans JP Medium"/>
              </a:rPr>
              <a:t>ー</a:t>
            </a:r>
            <a:r>
              <a:rPr lang="en-US" altLang="ja-JP" sz="4400" dirty="0">
                <a:solidFill>
                  <a:srgbClr val="292B2B"/>
                </a:solidFill>
                <a:latin typeface="Source Han Sans JP Medium"/>
                <a:ea typeface="Source Han Sans JP Medium"/>
                <a:cs typeface="Source Han Sans JP Medium"/>
                <a:sym typeface="Source Han Sans JP Medium"/>
              </a:rPr>
              <a:t>WaveNet</a:t>
            </a:r>
            <a:r>
              <a:rPr lang="ja-JP" altLang="en-US" sz="4400" dirty="0">
                <a:solidFill>
                  <a:srgbClr val="292B2B"/>
                </a:solidFill>
                <a:latin typeface="Source Han Sans JP Medium"/>
                <a:ea typeface="Source Han Sans JP Medium"/>
                <a:cs typeface="Source Han Sans JP Medium"/>
                <a:sym typeface="Source Han Sans JP Medium"/>
              </a:rPr>
              <a:t>に基づく異常音イベント検出ー</a:t>
            </a:r>
            <a:endParaRPr lang="en-US" sz="4400" dirty="0">
              <a:solidFill>
                <a:srgbClr val="292B2B"/>
              </a:solidFill>
              <a:latin typeface="Source Han Sans JP Medium"/>
              <a:ea typeface="Source Han Sans JP Medium"/>
              <a:cs typeface="Source Han Sans JP Medium"/>
              <a:sym typeface="Source Han Sans JP Medium"/>
            </a:endParaRPr>
          </a:p>
        </p:txBody>
      </p:sp>
      <p:sp>
        <p:nvSpPr>
          <p:cNvPr id="14" name="TextBox 24">
            <a:extLst>
              <a:ext uri="{FF2B5EF4-FFF2-40B4-BE49-F238E27FC236}">
                <a16:creationId xmlns:a16="http://schemas.microsoft.com/office/drawing/2014/main" id="{5A851D26-D12C-C610-35D6-4EE88EAAA3D9}"/>
              </a:ext>
            </a:extLst>
          </p:cNvPr>
          <p:cNvSpPr txBox="1"/>
          <p:nvPr/>
        </p:nvSpPr>
        <p:spPr>
          <a:xfrm>
            <a:off x="2743200" y="3244912"/>
            <a:ext cx="13077825" cy="1877822"/>
          </a:xfrm>
          <a:prstGeom prst="rect">
            <a:avLst/>
          </a:prstGeom>
        </p:spPr>
        <p:txBody>
          <a:bodyPr wrap="square" lIns="0" tIns="0" rIns="0" bIns="0" rtlCol="0" anchor="t">
            <a:spAutoFit/>
          </a:bodyPr>
          <a:lstStyle/>
          <a:p>
            <a:pPr algn="l">
              <a:lnSpc>
                <a:spcPts val="7300"/>
              </a:lnSpc>
              <a:spcBef>
                <a:spcPct val="0"/>
              </a:spcBef>
            </a:pPr>
            <a:r>
              <a:rPr lang="en-US" altLang="ja-JP" sz="7200" dirty="0">
                <a:latin typeface="Source Han Sans JP Bold" panose="020B0600070205080204" charset="-128"/>
                <a:ea typeface="Source Han Sans JP Bold" panose="020B0600070205080204" charset="-128"/>
              </a:rPr>
              <a:t>Anomalous Sound Event Detection Based on WaveNet</a:t>
            </a:r>
            <a:endParaRPr lang="en-US" sz="72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B37C-964B-AC11-EDB7-CB194CC0E9D0}"/>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1E877648-141E-2FED-599C-AC5E92A13D55}"/>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A00AF81C-D86D-C07A-3F1F-78B9E44DF21D}"/>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2787A3FF-958C-EBE9-52DF-D247C70AB5E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FD83F56E-025F-21B4-21B5-7CE1068CF5A3}"/>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F30B28B0-361D-0A34-B344-0CF7B75C2C1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7BFE15D1-B194-B181-AC41-0EC9DAC01C9D}"/>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E19D6CF3-783B-2BEB-000A-8FCFFFCD1886}"/>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25183898-DA7F-FAA5-6C4A-BF13209DA88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AF9DE793-621A-3BDA-ABCC-4984981079F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2E54EF43-91FF-6E0F-058B-14050230655B}"/>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8BA66A8F-9866-DC4A-98C9-37EE0066000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16A319B7-D50F-ED65-AF6B-DF2231064C4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BE997E21-DD0B-1294-5BF3-75ACAF7CA261}"/>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1A0D9D66-A21B-66AC-D788-D1C54AAAEFE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1D02DA1C-0B30-93CB-EEA0-B2BC98F0CE7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D09164D7-2F1A-4555-1BC2-B2D96C3AC3AE}"/>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2</a:t>
            </a:fld>
            <a:endParaRPr lang="en-US" sz="2400" dirty="0">
              <a:solidFill>
                <a:schemeClr val="bg1"/>
              </a:solidFill>
            </a:endParaRPr>
          </a:p>
        </p:txBody>
      </p:sp>
      <p:sp>
        <p:nvSpPr>
          <p:cNvPr id="513" name="TextBox 24">
            <a:extLst>
              <a:ext uri="{FF2B5EF4-FFF2-40B4-BE49-F238E27FC236}">
                <a16:creationId xmlns:a16="http://schemas.microsoft.com/office/drawing/2014/main" id="{2A0635B8-BCCD-4E74-98AE-0624FFDD6BD6}"/>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B62302C4-E809-FCAB-957F-A716CD8F0562}"/>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A243EAE5-356B-1894-75BE-66367ECE2D1E}"/>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ED03FC3B-8BEB-F105-968D-F000DB9D8CCD}"/>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1242965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1E125-58AC-5DB3-9454-F1522E0E834A}"/>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61B68936-4085-C672-25E2-539DE5B542E0}"/>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ABF79094-BE17-55A2-79EE-75FD7D60DCCE}"/>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2A2129EB-6C03-1B60-2FF2-EC811E6BF53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589DBABA-638B-2DE2-719E-567A3A2FB6D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0153E037-F316-82ED-9485-58B93F6367CE}"/>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D224E675-FAF1-AA8E-F2C8-0BADF0AB9B67}"/>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FFDFBD60-FDBE-A2CC-0936-7FD327C13203}"/>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B37BF935-8EC0-8CFF-6563-826DD5D88CA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AD324464-3D06-1A37-708D-F0A0D8C339A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770630FB-6B9E-1993-6D39-F78DCF3709B2}"/>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5668E232-42C5-3F54-DDA9-E4A84408A37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6D49311F-513E-F236-470A-E416FE5B22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C5EE9B9C-8F0E-5177-1679-008930E7BD7D}"/>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4604F13E-B615-BFD5-F7D8-D1AD5B63A82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30B52B35-5EEE-2B3C-191D-0772C5F79AD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7395413D-1C3A-7562-FC68-021F1C242622}"/>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3</a:t>
            </a:fld>
            <a:endParaRPr lang="en-US" sz="2400" dirty="0">
              <a:solidFill>
                <a:schemeClr val="bg1"/>
              </a:solidFill>
            </a:endParaRPr>
          </a:p>
        </p:txBody>
      </p:sp>
      <p:sp>
        <p:nvSpPr>
          <p:cNvPr id="513" name="TextBox 24">
            <a:extLst>
              <a:ext uri="{FF2B5EF4-FFF2-40B4-BE49-F238E27FC236}">
                <a16:creationId xmlns:a16="http://schemas.microsoft.com/office/drawing/2014/main" id="{5CCE43B6-B4C5-333A-576C-7C1C222C9DC9}"/>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2DFE006F-89AC-86A8-36C3-00A12FC3D324}"/>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1B03E3FA-A621-3E56-B99E-5AC55F094467}"/>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F836DBF-7A24-6DDB-F4C0-A708A45916F4}"/>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1717196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23B2F-43BD-3FDC-9A52-A3EA57EB462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8A5558E-A446-1DD9-AFE3-4208FF0E097E}"/>
              </a:ext>
            </a:extLst>
          </p:cNvPr>
          <p:cNvSpPr>
            <a:spLocks noGrp="1"/>
          </p:cNvSpPr>
          <p:nvPr>
            <p:ph type="sldNum" sz="quarter" idx="12"/>
          </p:nvPr>
        </p:nvSpPr>
        <p:spPr/>
        <p:txBody>
          <a:bodyPr/>
          <a:lstStyle/>
          <a:p>
            <a:fld id="{B6F15528-21DE-4FAA-801E-634DDDAF4B2B}" type="slidenum">
              <a:rPr lang="en-US" smtClean="0"/>
              <a:pPr/>
              <a:t>4</a:t>
            </a:fld>
            <a:endParaRPr lang="en-US"/>
          </a:p>
        </p:txBody>
      </p:sp>
      <p:grpSp>
        <p:nvGrpSpPr>
          <p:cNvPr id="10" name="グループ化 9">
            <a:extLst>
              <a:ext uri="{FF2B5EF4-FFF2-40B4-BE49-F238E27FC236}">
                <a16:creationId xmlns:a16="http://schemas.microsoft.com/office/drawing/2014/main" id="{12090164-6B0A-4E27-6B0C-FBAFDE60F85B}"/>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3481D39E-081B-36BA-D1C6-ECA6050FE4C1}"/>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2543D728-E890-92F7-D3EF-163706A13526}"/>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8D183FE0-B5A8-C0D0-095C-96F001DF25F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0D166528-B1A4-2464-753B-E9FCE2367A2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8E6D42BB-303C-D5A5-FC53-D6F0D69BA10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C239CE6-827C-AD68-DAF4-2A74EE7BE4D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EE221804-E222-6227-A456-103DE17EA6B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68DAED29-4C24-5A6C-DBDE-E7C4A652470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EF8B016B-BB39-0129-1334-B9838377B9D7}"/>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21C2BD47-2123-FA61-C0CE-B3DA20B9974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9D7DAA3C-8727-EE89-1AD2-FDD764BB52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0CA5FDE-A678-4415-F02E-3CC120450DDD}"/>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7F430480-BFB2-28B6-5E6B-B12AD2C6C8C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879BC0B9-1557-D27E-0046-31E6A64464A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B1A1F485-B6A3-1DA2-225E-333B83F3F492}"/>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4</a:t>
            </a:fld>
            <a:endParaRPr lang="en-US" sz="2400" dirty="0"/>
          </a:p>
        </p:txBody>
      </p:sp>
      <p:sp>
        <p:nvSpPr>
          <p:cNvPr id="5" name="TextBox 24">
            <a:extLst>
              <a:ext uri="{FF2B5EF4-FFF2-40B4-BE49-F238E27FC236}">
                <a16:creationId xmlns:a16="http://schemas.microsoft.com/office/drawing/2014/main" id="{30E6FC3A-F563-6BED-77CD-E9A2AECFFCD8}"/>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論文を選んだ理由</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0" name="TextBox 24">
            <a:extLst>
              <a:ext uri="{FF2B5EF4-FFF2-40B4-BE49-F238E27FC236}">
                <a16:creationId xmlns:a16="http://schemas.microsoft.com/office/drawing/2014/main" id="{18BCDE0D-5E21-57F1-517E-02D58024D4E0}"/>
              </a:ext>
            </a:extLst>
          </p:cNvPr>
          <p:cNvSpPr txBox="1"/>
          <p:nvPr/>
        </p:nvSpPr>
        <p:spPr>
          <a:xfrm>
            <a:off x="1605553" y="2772800"/>
            <a:ext cx="10459013"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自分：</a:t>
            </a:r>
            <a:r>
              <a:rPr 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CNN</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アンサンブル学習による</a:t>
            </a:r>
            <a:r>
              <a:rPr lang="ja-JP" altLang="en-US"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rPr>
              <a:t>沸騰音の発生検知</a:t>
            </a:r>
            <a:endParaRPr lang="en-US"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3" name="TextBox 24">
            <a:extLst>
              <a:ext uri="{FF2B5EF4-FFF2-40B4-BE49-F238E27FC236}">
                <a16:creationId xmlns:a16="http://schemas.microsoft.com/office/drawing/2014/main" id="{22764255-7606-38C7-6D75-E84944DAEB40}"/>
              </a:ext>
            </a:extLst>
          </p:cNvPr>
          <p:cNvSpPr txBox="1"/>
          <p:nvPr/>
        </p:nvSpPr>
        <p:spPr>
          <a:xfrm>
            <a:off x="13729388" y="2564286"/>
            <a:ext cx="4103361" cy="1457194"/>
          </a:xfrm>
          <a:prstGeom prst="rect">
            <a:avLst/>
          </a:prstGeom>
        </p:spPr>
        <p:txBody>
          <a:bodyPr wrap="square" lIns="0" tIns="0" rIns="0" bIns="0" rtlCol="0" anchor="t">
            <a:spAutoFit/>
          </a:bodyPr>
          <a:lstStyle/>
          <a:p>
            <a:pPr algn="l">
              <a:lnSpc>
                <a:spcPts val="5880"/>
              </a:lnSpc>
              <a:spcBef>
                <a:spcPct val="0"/>
              </a:spcBef>
              <a:buClr>
                <a:srgbClr val="64A4A3"/>
              </a:buClr>
            </a:pPr>
            <a:r>
              <a:rPr lang="ja-JP" altLang="en-US" sz="4000" dirty="0">
                <a:solidFill>
                  <a:srgbClr val="292B2B"/>
                </a:solidFill>
                <a:latin typeface="Source Han Sans JP Medium"/>
                <a:ea typeface="Source Han Sans JP Medium"/>
                <a:cs typeface="Source Han Sans JP Medium"/>
                <a:sym typeface="Source Han Sans JP Medium"/>
              </a:rPr>
              <a:t>音響信号を通じた異常検出</a:t>
            </a:r>
            <a:endParaRPr lang="en-US" altLang="ja-JP" sz="4000" dirty="0">
              <a:solidFill>
                <a:srgbClr val="292B2B"/>
              </a:solidFill>
              <a:latin typeface="Source Han Sans JP Medium"/>
              <a:ea typeface="Source Han Sans JP Medium"/>
              <a:cs typeface="Source Han Sans JP Medium"/>
              <a:sym typeface="Source Han Sans JP Medium"/>
            </a:endParaRPr>
          </a:p>
        </p:txBody>
      </p:sp>
      <p:grpSp>
        <p:nvGrpSpPr>
          <p:cNvPr id="44" name="グループ化 43">
            <a:extLst>
              <a:ext uri="{FF2B5EF4-FFF2-40B4-BE49-F238E27FC236}">
                <a16:creationId xmlns:a16="http://schemas.microsoft.com/office/drawing/2014/main" id="{8545B1C6-AD44-CAA2-F2D8-7D9E0EE8C615}"/>
              </a:ext>
            </a:extLst>
          </p:cNvPr>
          <p:cNvGrpSpPr/>
          <p:nvPr/>
        </p:nvGrpSpPr>
        <p:grpSpPr>
          <a:xfrm>
            <a:off x="1493520" y="1994694"/>
            <a:ext cx="7086600" cy="552410"/>
            <a:chOff x="1535808" y="1451163"/>
            <a:chExt cx="8639037" cy="552410"/>
          </a:xfrm>
        </p:grpSpPr>
        <p:sp>
          <p:nvSpPr>
            <p:cNvPr id="45" name="TextBox 26">
              <a:extLst>
                <a:ext uri="{FF2B5EF4-FFF2-40B4-BE49-F238E27FC236}">
                  <a16:creationId xmlns:a16="http://schemas.microsoft.com/office/drawing/2014/main" id="{63C1B04C-B4CB-6542-F024-DA825EAAA143}"/>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自分の研究との関連性</a:t>
              </a:r>
              <a:endParaRPr lang="en-US" altLang="ja-JP" sz="32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B625E7F0-2BD1-FCC3-A00E-98A23CFC9F05}"/>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7" name="TextBox 24">
            <a:extLst>
              <a:ext uri="{FF2B5EF4-FFF2-40B4-BE49-F238E27FC236}">
                <a16:creationId xmlns:a16="http://schemas.microsoft.com/office/drawing/2014/main" id="{C67B1B63-E895-36A2-FADA-3D87D2B968CB}"/>
              </a:ext>
            </a:extLst>
          </p:cNvPr>
          <p:cNvSpPr txBox="1"/>
          <p:nvPr/>
        </p:nvSpPr>
        <p:spPr>
          <a:xfrm>
            <a:off x="1605553" y="3451394"/>
            <a:ext cx="11073693"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発表論文：</a:t>
            </a:r>
            <a:r>
              <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WaveNet</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による公共空間における</a:t>
            </a:r>
            <a:r>
              <a:rPr lang="ja-JP" altLang="en-US"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rPr>
              <a:t>異常音検出</a:t>
            </a:r>
            <a:endParaRPr lang="en-US"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8" name="矢印: 下 57">
            <a:extLst>
              <a:ext uri="{FF2B5EF4-FFF2-40B4-BE49-F238E27FC236}">
                <a16:creationId xmlns:a16="http://schemas.microsoft.com/office/drawing/2014/main" id="{72AE648B-7B5C-BC33-26A8-45CC463363C3}"/>
              </a:ext>
            </a:extLst>
          </p:cNvPr>
          <p:cNvSpPr/>
          <p:nvPr/>
        </p:nvSpPr>
        <p:spPr>
          <a:xfrm rot="16200000">
            <a:off x="12586293" y="3067302"/>
            <a:ext cx="779803" cy="451163"/>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9" name="グループ化 58">
            <a:extLst>
              <a:ext uri="{FF2B5EF4-FFF2-40B4-BE49-F238E27FC236}">
                <a16:creationId xmlns:a16="http://schemas.microsoft.com/office/drawing/2014/main" id="{CD6020EC-5ACF-D0DF-7BD4-D96F6D67962A}"/>
              </a:ext>
            </a:extLst>
          </p:cNvPr>
          <p:cNvGrpSpPr/>
          <p:nvPr/>
        </p:nvGrpSpPr>
        <p:grpSpPr>
          <a:xfrm>
            <a:off x="1498601" y="4587008"/>
            <a:ext cx="7086600" cy="552410"/>
            <a:chOff x="1535808" y="1451163"/>
            <a:chExt cx="8639037" cy="552410"/>
          </a:xfrm>
        </p:grpSpPr>
        <p:sp>
          <p:nvSpPr>
            <p:cNvPr id="60" name="TextBox 26">
              <a:extLst>
                <a:ext uri="{FF2B5EF4-FFF2-40B4-BE49-F238E27FC236}">
                  <a16:creationId xmlns:a16="http://schemas.microsoft.com/office/drawing/2014/main" id="{CE7860E7-9912-7EB1-D28A-EF86818B1677}"/>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研究的・技術的に優れている</a:t>
              </a:r>
              <a:endParaRPr lang="en-US" altLang="ja-JP" sz="3200" dirty="0">
                <a:solidFill>
                  <a:srgbClr val="292B2B"/>
                </a:solidFill>
                <a:latin typeface="Source Han Sans JP Medium"/>
                <a:ea typeface="Source Han Sans JP Medium"/>
                <a:cs typeface="Source Han Sans JP Medium"/>
                <a:sym typeface="Source Han Sans JP Medium"/>
              </a:endParaRPr>
            </a:p>
          </p:txBody>
        </p:sp>
        <p:sp>
          <p:nvSpPr>
            <p:cNvPr id="61" name="Freeform 5">
              <a:extLst>
                <a:ext uri="{FF2B5EF4-FFF2-40B4-BE49-F238E27FC236}">
                  <a16:creationId xmlns:a16="http://schemas.microsoft.com/office/drawing/2014/main" id="{B6E01EE2-7990-5523-B076-EF7890D74EDE}"/>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62" name="TextBox 24">
            <a:extLst>
              <a:ext uri="{FF2B5EF4-FFF2-40B4-BE49-F238E27FC236}">
                <a16:creationId xmlns:a16="http://schemas.microsoft.com/office/drawing/2014/main" id="{3B3AD66B-C677-AF27-D231-FB67D7286656}"/>
              </a:ext>
            </a:extLst>
          </p:cNvPr>
          <p:cNvSpPr txBox="1"/>
          <p:nvPr/>
        </p:nvSpPr>
        <p:spPr>
          <a:xfrm>
            <a:off x="1610633" y="5505105"/>
            <a:ext cx="10459013"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従来の特徴量に依存しない</a:t>
            </a:r>
            <a:endParaRPr lang="en-US"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64" name="TextBox 24">
            <a:extLst>
              <a:ext uri="{FF2B5EF4-FFF2-40B4-BE49-F238E27FC236}">
                <a16:creationId xmlns:a16="http://schemas.microsoft.com/office/drawing/2014/main" id="{AA7B7373-3D9A-E6A6-D263-4BF090ECFEC2}"/>
              </a:ext>
            </a:extLst>
          </p:cNvPr>
          <p:cNvSpPr txBox="1"/>
          <p:nvPr/>
        </p:nvSpPr>
        <p:spPr>
          <a:xfrm>
            <a:off x="1617499" y="6170605"/>
            <a:ext cx="12225498"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WaveNet</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による高精度を達成</a:t>
            </a:r>
            <a:endParaRPr lang="en-US"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66" name="グループ化 65">
            <a:extLst>
              <a:ext uri="{FF2B5EF4-FFF2-40B4-BE49-F238E27FC236}">
                <a16:creationId xmlns:a16="http://schemas.microsoft.com/office/drawing/2014/main" id="{5D8A99AE-AB03-F0C5-CD0B-198872016830}"/>
              </a:ext>
            </a:extLst>
          </p:cNvPr>
          <p:cNvGrpSpPr/>
          <p:nvPr/>
        </p:nvGrpSpPr>
        <p:grpSpPr>
          <a:xfrm>
            <a:off x="1553241" y="7340582"/>
            <a:ext cx="7086600" cy="552410"/>
            <a:chOff x="1535808" y="1451163"/>
            <a:chExt cx="8639037" cy="552410"/>
          </a:xfrm>
        </p:grpSpPr>
        <p:sp>
          <p:nvSpPr>
            <p:cNvPr id="67" name="TextBox 26">
              <a:extLst>
                <a:ext uri="{FF2B5EF4-FFF2-40B4-BE49-F238E27FC236}">
                  <a16:creationId xmlns:a16="http://schemas.microsoft.com/office/drawing/2014/main" id="{A5E42165-316E-EDAF-737B-8D5240564246}"/>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自分の研究への活用可能性</a:t>
              </a:r>
              <a:endParaRPr lang="en-US" altLang="ja-JP" sz="3200" dirty="0">
                <a:solidFill>
                  <a:srgbClr val="292B2B"/>
                </a:solidFill>
                <a:latin typeface="Source Han Sans JP Medium"/>
                <a:ea typeface="Source Han Sans JP Medium"/>
                <a:cs typeface="Source Han Sans JP Medium"/>
                <a:sym typeface="Source Han Sans JP Medium"/>
              </a:endParaRPr>
            </a:p>
          </p:txBody>
        </p:sp>
        <p:sp>
          <p:nvSpPr>
            <p:cNvPr id="68" name="Freeform 5">
              <a:extLst>
                <a:ext uri="{FF2B5EF4-FFF2-40B4-BE49-F238E27FC236}">
                  <a16:creationId xmlns:a16="http://schemas.microsoft.com/office/drawing/2014/main" id="{9A88EC85-AA71-FB9B-92BC-94969194A57E}"/>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69" name="TextBox 24">
            <a:extLst>
              <a:ext uri="{FF2B5EF4-FFF2-40B4-BE49-F238E27FC236}">
                <a16:creationId xmlns:a16="http://schemas.microsoft.com/office/drawing/2014/main" id="{5A6EDAFF-02C6-07F6-6A7A-521036718516}"/>
              </a:ext>
            </a:extLst>
          </p:cNvPr>
          <p:cNvSpPr txBox="1"/>
          <p:nvPr/>
        </p:nvSpPr>
        <p:spPr>
          <a:xfrm>
            <a:off x="1677220" y="8267856"/>
            <a:ext cx="10459013"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WaveNet</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で時系列信号から直接異常を予測</a:t>
            </a:r>
            <a:endParaRPr lang="en-US"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70" name="TextBox 24">
            <a:extLst>
              <a:ext uri="{FF2B5EF4-FFF2-40B4-BE49-F238E27FC236}">
                <a16:creationId xmlns:a16="http://schemas.microsoft.com/office/drawing/2014/main" id="{6960683E-74C7-6A3B-D4CE-32D89BD3A026}"/>
              </a:ext>
            </a:extLst>
          </p:cNvPr>
          <p:cNvSpPr txBox="1"/>
          <p:nvPr/>
        </p:nvSpPr>
        <p:spPr>
          <a:xfrm>
            <a:off x="1684086" y="8933356"/>
            <a:ext cx="6808431"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教師なし学習の枠組みで異常検知</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609340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7F6FF-E64A-0E30-BB57-6F79A2A7FE5F}"/>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ED809F81-7402-5608-B71E-400EBA9C8822}"/>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5CD0C97D-12EA-EBA5-13F7-89C044669B73}"/>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6AE2C3AF-DB1F-130B-FBCE-9414E01E16F7}"/>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E7D9D820-F98A-673F-8DFB-F865BF16953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0241A302-C0AB-5A92-2362-19764F296D87}"/>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831B35BF-3950-EBC7-0B8D-F1E56E3CE792}"/>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D8CF483F-4F08-2AA9-782B-A4E984BFDD97}"/>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108E7FE9-7101-9F27-A860-60271BB7456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20256BC5-F422-2BB1-97F2-0166EF485BE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581B487A-9701-C2F4-288B-918464EA84B8}"/>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C32D928D-E790-F8A2-6570-86A3635B722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4C21A52C-F212-32F2-BCB8-102EEA1D92F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826BB833-4A2F-39B5-F92F-28E9D5E70953}"/>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EDC6E3BF-2E96-BBFF-E84E-372480B90CC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D0EBAE59-F5E8-E94B-8E3E-0A4879358A0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37E88FC0-A95F-3507-90E8-3FFAE4BE7FD3}"/>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5</a:t>
            </a:fld>
            <a:endParaRPr lang="en-US" sz="2400" dirty="0">
              <a:solidFill>
                <a:schemeClr val="bg1"/>
              </a:solidFill>
            </a:endParaRPr>
          </a:p>
        </p:txBody>
      </p:sp>
      <p:sp>
        <p:nvSpPr>
          <p:cNvPr id="513" name="TextBox 24">
            <a:extLst>
              <a:ext uri="{FF2B5EF4-FFF2-40B4-BE49-F238E27FC236}">
                <a16:creationId xmlns:a16="http://schemas.microsoft.com/office/drawing/2014/main" id="{4D7CCE9F-D69E-C6FB-51CB-452F6BCE2F5F}"/>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B34EB459-B0E2-92A0-B7D1-236294A6ED1B}"/>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235E1533-E0DD-8C7A-1456-2E669B041196}"/>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F7CDA781-8B69-AA28-0726-999848452A13}"/>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686063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D241A-C9FC-FF15-3966-AAEA80CC1911}"/>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FA1AE13-BB24-F776-672F-0480F6753BB5}"/>
              </a:ext>
            </a:extLst>
          </p:cNvPr>
          <p:cNvSpPr>
            <a:spLocks noGrp="1"/>
          </p:cNvSpPr>
          <p:nvPr>
            <p:ph type="sldNum" sz="quarter" idx="12"/>
          </p:nvPr>
        </p:nvSpPr>
        <p:spPr/>
        <p:txBody>
          <a:bodyPr/>
          <a:lstStyle/>
          <a:p>
            <a:fld id="{B6F15528-21DE-4FAA-801E-634DDDAF4B2B}" type="slidenum">
              <a:rPr lang="en-US" smtClean="0"/>
              <a:pPr/>
              <a:t>6</a:t>
            </a:fld>
            <a:endParaRPr lang="en-US"/>
          </a:p>
        </p:txBody>
      </p:sp>
      <p:grpSp>
        <p:nvGrpSpPr>
          <p:cNvPr id="10" name="グループ化 9">
            <a:extLst>
              <a:ext uri="{FF2B5EF4-FFF2-40B4-BE49-F238E27FC236}">
                <a16:creationId xmlns:a16="http://schemas.microsoft.com/office/drawing/2014/main" id="{37B588F8-D1F9-A7CB-7907-D079845B8A5B}"/>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B531EF3E-8726-0237-E35D-3957828D1F35}"/>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86286439-0A2D-6434-0473-D5C48760162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0E6D59ED-7DF4-275C-4BDE-606D258867C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2030A6D4-F810-D3A2-C445-08B1FD4E12E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79D9877D-6650-4197-B730-0B54C1BD818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5A2A5BD0-F660-7AC7-7241-FF963A7B3DD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0E3039CB-E991-5B2A-CEA9-89E6384A18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F33ACF9-7C4A-E330-5505-51E00FAC235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CB57FE4-A55C-3206-1173-9546E7018A30}"/>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D81D15F9-4298-1A4A-CDF4-00D94FF1053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C249ED53-69BF-2B50-97CA-38FA6538142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6B1CFBC1-307E-481A-9800-861D29E310E4}"/>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13A1C20-1CAE-E8FA-9E54-AAAE2951307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1D0245B8-0F77-418E-D6F2-F1B08E58601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47B3D34-4759-4E95-4DFA-E27801C70E57}"/>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6</a:t>
            </a:fld>
            <a:endParaRPr lang="en-US" sz="2400" dirty="0"/>
          </a:p>
        </p:txBody>
      </p:sp>
      <p:sp>
        <p:nvSpPr>
          <p:cNvPr id="5" name="TextBox 24">
            <a:extLst>
              <a:ext uri="{FF2B5EF4-FFF2-40B4-BE49-F238E27FC236}">
                <a16:creationId xmlns:a16="http://schemas.microsoft.com/office/drawing/2014/main" id="{E4738322-4920-5653-9CB1-4917B1597833}"/>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研究背景・目的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6" name="グループ化 5">
            <a:extLst>
              <a:ext uri="{FF2B5EF4-FFF2-40B4-BE49-F238E27FC236}">
                <a16:creationId xmlns:a16="http://schemas.microsoft.com/office/drawing/2014/main" id="{88135447-EB53-39BA-9B68-8D184AA5DCD2}"/>
              </a:ext>
            </a:extLst>
          </p:cNvPr>
          <p:cNvGrpSpPr/>
          <p:nvPr/>
        </p:nvGrpSpPr>
        <p:grpSpPr>
          <a:xfrm>
            <a:off x="1524000" y="1555698"/>
            <a:ext cx="7086600" cy="552410"/>
            <a:chOff x="1535808" y="1451163"/>
            <a:chExt cx="8639037" cy="552410"/>
          </a:xfrm>
        </p:grpSpPr>
        <p:sp>
          <p:nvSpPr>
            <p:cNvPr id="7" name="TextBox 26">
              <a:extLst>
                <a:ext uri="{FF2B5EF4-FFF2-40B4-BE49-F238E27FC236}">
                  <a16:creationId xmlns:a16="http://schemas.microsoft.com/office/drawing/2014/main" id="{8E958BA2-8BAD-ECEC-7518-D511C10CDC84}"/>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背景</a:t>
              </a:r>
              <a:endParaRPr lang="en-US" altLang="ja-JP" sz="3200" dirty="0">
                <a:latin typeface="Source Han Sans JP Medium"/>
                <a:ea typeface="Source Han Sans JP Medium"/>
                <a:cs typeface="Source Han Sans JP Medium"/>
                <a:sym typeface="Source Han Sans JP Medium"/>
              </a:endParaRPr>
            </a:p>
          </p:txBody>
        </p:sp>
        <p:sp>
          <p:nvSpPr>
            <p:cNvPr id="28" name="Freeform 5">
              <a:extLst>
                <a:ext uri="{FF2B5EF4-FFF2-40B4-BE49-F238E27FC236}">
                  <a16:creationId xmlns:a16="http://schemas.microsoft.com/office/drawing/2014/main" id="{99730284-7A70-F206-1EBB-D3F7DD9D76BF}"/>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40" name="TextBox 24">
            <a:extLst>
              <a:ext uri="{FF2B5EF4-FFF2-40B4-BE49-F238E27FC236}">
                <a16:creationId xmlns:a16="http://schemas.microsoft.com/office/drawing/2014/main" id="{2E361B5C-CFB1-8AAC-7296-520CE6FBC6A1}"/>
              </a:ext>
            </a:extLst>
          </p:cNvPr>
          <p:cNvSpPr txBox="1"/>
          <p:nvPr/>
        </p:nvSpPr>
        <p:spPr>
          <a:xfrm>
            <a:off x="1793835" y="2455745"/>
            <a:ext cx="5597565" cy="448839"/>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テロ対策，公共の安全確保</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3" name="矢印: 下 42">
            <a:extLst>
              <a:ext uri="{FF2B5EF4-FFF2-40B4-BE49-F238E27FC236}">
                <a16:creationId xmlns:a16="http://schemas.microsoft.com/office/drawing/2014/main" id="{74585E40-6879-A927-7878-CF1F76350B6C}"/>
              </a:ext>
            </a:extLst>
          </p:cNvPr>
          <p:cNvSpPr/>
          <p:nvPr/>
        </p:nvSpPr>
        <p:spPr>
          <a:xfrm rot="16200000">
            <a:off x="7763498" y="2388140"/>
            <a:ext cx="779803" cy="451163"/>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TextBox 24">
            <a:extLst>
              <a:ext uri="{FF2B5EF4-FFF2-40B4-BE49-F238E27FC236}">
                <a16:creationId xmlns:a16="http://schemas.microsoft.com/office/drawing/2014/main" id="{53293F32-7C79-2C44-6DA9-2EE50325217A}"/>
              </a:ext>
            </a:extLst>
          </p:cNvPr>
          <p:cNvSpPr txBox="1"/>
          <p:nvPr/>
        </p:nvSpPr>
        <p:spPr>
          <a:xfrm>
            <a:off x="9120290" y="2446002"/>
            <a:ext cx="7110310" cy="469744"/>
          </a:xfrm>
          <a:prstGeom prst="rect">
            <a:avLst/>
          </a:prstGeom>
        </p:spPr>
        <p:txBody>
          <a:bodyPr wrap="square" lIns="0" tIns="0" rIns="0" bIns="0" rtlCol="0" anchor="t">
            <a:spAutoFit/>
          </a:bodyPr>
          <a:lstStyle/>
          <a:p>
            <a:pPr algn="l">
              <a:lnSpc>
                <a:spcPts val="3500"/>
              </a:lnSpc>
              <a:spcBef>
                <a:spcPct val="0"/>
              </a:spcBef>
              <a:buClr>
                <a:srgbClr val="64A4A3"/>
              </a:buClr>
            </a:pPr>
            <a:r>
              <a:rPr lang="ja-JP" altLang="en-US" sz="40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rPr>
              <a:t>死角のない音響監視</a:t>
            </a:r>
            <a:r>
              <a:rPr lang="ja-JP" altLang="en-US" sz="4000" dirty="0">
                <a:latin typeface="Source Han Sans JP Medium" panose="020B0600070205080204" charset="-128"/>
                <a:ea typeface="Source Han Sans JP Medium" panose="020B0600070205080204" charset="-128"/>
                <a:cs typeface="Source Han Sans JP Medium"/>
                <a:sym typeface="Source Han Sans JP Medium"/>
              </a:rPr>
              <a:t>の重要性</a:t>
            </a:r>
            <a:endParaRPr lang="en-US" sz="40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5" name="TextBox 24">
            <a:extLst>
              <a:ext uri="{FF2B5EF4-FFF2-40B4-BE49-F238E27FC236}">
                <a16:creationId xmlns:a16="http://schemas.microsoft.com/office/drawing/2014/main" id="{E9C36849-A082-11E7-2684-5B557E7897FE}"/>
              </a:ext>
            </a:extLst>
          </p:cNvPr>
          <p:cNvSpPr txBox="1"/>
          <p:nvPr/>
        </p:nvSpPr>
        <p:spPr>
          <a:xfrm>
            <a:off x="2057400" y="3090279"/>
            <a:ext cx="5638800" cy="448841"/>
          </a:xfrm>
          <a:prstGeom prst="rect">
            <a:avLst/>
          </a:prstGeom>
        </p:spPr>
        <p:txBody>
          <a:bodyPr wrap="square" lIns="0" tIns="0" rIns="0" bIns="0" rtlCol="0" anchor="t">
            <a:spAutoFit/>
          </a:bodyPr>
          <a:lstStyle/>
          <a:p>
            <a:pPr algn="l">
              <a:lnSpc>
                <a:spcPts val="3500"/>
              </a:lnSpc>
              <a:spcBef>
                <a:spcPct val="0"/>
              </a:spcBef>
              <a:buClr>
                <a:srgbClr val="64A4A3"/>
              </a:buClr>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ex</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）カメラでは視野に限界</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6" name="TextBox 24">
            <a:extLst>
              <a:ext uri="{FF2B5EF4-FFF2-40B4-BE49-F238E27FC236}">
                <a16:creationId xmlns:a16="http://schemas.microsoft.com/office/drawing/2014/main" id="{066A62D8-A21F-9B61-8968-DA5E5C0EAB8E}"/>
              </a:ext>
            </a:extLst>
          </p:cNvPr>
          <p:cNvSpPr txBox="1"/>
          <p:nvPr/>
        </p:nvSpPr>
        <p:spPr>
          <a:xfrm>
            <a:off x="1806796" y="4042199"/>
            <a:ext cx="6435764"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従来の教師なし学習手法の限界</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7" name="TextBox 24">
            <a:extLst>
              <a:ext uri="{FF2B5EF4-FFF2-40B4-BE49-F238E27FC236}">
                <a16:creationId xmlns:a16="http://schemas.microsoft.com/office/drawing/2014/main" id="{315FDC59-A583-706F-CEBD-F5636377D836}"/>
              </a:ext>
            </a:extLst>
          </p:cNvPr>
          <p:cNvSpPr txBox="1"/>
          <p:nvPr/>
        </p:nvSpPr>
        <p:spPr>
          <a:xfrm>
            <a:off x="2673641" y="4769792"/>
            <a:ext cx="6435764"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Ø"/>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多くの手法は</a:t>
            </a:r>
            <a:r>
              <a:rPr lang="ja-JP" altLang="en-US"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rPr>
              <a:t>特徴量</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ベース</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8" name="TextBox 24">
            <a:extLst>
              <a:ext uri="{FF2B5EF4-FFF2-40B4-BE49-F238E27FC236}">
                <a16:creationId xmlns:a16="http://schemas.microsoft.com/office/drawing/2014/main" id="{85B93FD5-7B19-401F-37AC-6A75B7FC3AFB}"/>
              </a:ext>
            </a:extLst>
          </p:cNvPr>
          <p:cNvSpPr txBox="1"/>
          <p:nvPr/>
        </p:nvSpPr>
        <p:spPr>
          <a:xfrm>
            <a:off x="2719122" y="5445418"/>
            <a:ext cx="9168078" cy="492443"/>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Ø"/>
            </a:pPr>
            <a:r>
              <a:rPr lang="ja-JP" altLang="en-US" sz="3200" b="1" dirty="0">
                <a:latin typeface="Source Han Sans JP" panose="020B0600070205080204" charset="-128"/>
                <a:ea typeface="Source Han Sans JP" panose="020B0600070205080204" charset="-128"/>
              </a:rPr>
              <a:t>時間領域の波形を</a:t>
            </a:r>
            <a:r>
              <a:rPr lang="ja-JP" altLang="en-US" sz="3200" b="1" dirty="0">
                <a:solidFill>
                  <a:srgbClr val="5276F8"/>
                </a:solidFill>
                <a:latin typeface="Source Han Sans JP" panose="020B0600070205080204" charset="-128"/>
                <a:ea typeface="Source Han Sans JP" panose="020B0600070205080204" charset="-128"/>
              </a:rPr>
              <a:t>直接</a:t>
            </a:r>
            <a:r>
              <a:rPr lang="ja-JP" altLang="en-US" sz="3200" b="1" dirty="0">
                <a:latin typeface="Source Han Sans JP" panose="020B0600070205080204" charset="-128"/>
                <a:ea typeface="Source Han Sans JP" panose="020B0600070205080204" charset="-128"/>
              </a:rPr>
              <a:t>扱う手法は少なかった</a:t>
            </a:r>
            <a:endParaRPr lang="ja-JP" altLang="en-US" sz="3200" dirty="0">
              <a:latin typeface="Source Han Sans JP" panose="020B0600070205080204" charset="-128"/>
              <a:ea typeface="Source Han Sans JP" panose="020B0600070205080204" charset="-128"/>
            </a:endParaRPr>
          </a:p>
        </p:txBody>
      </p:sp>
      <p:sp>
        <p:nvSpPr>
          <p:cNvPr id="49" name="TextBox 24">
            <a:extLst>
              <a:ext uri="{FF2B5EF4-FFF2-40B4-BE49-F238E27FC236}">
                <a16:creationId xmlns:a16="http://schemas.microsoft.com/office/drawing/2014/main" id="{A80152A7-3EAC-1160-3259-404A789A2E15}"/>
              </a:ext>
            </a:extLst>
          </p:cNvPr>
          <p:cNvSpPr txBox="1"/>
          <p:nvPr/>
        </p:nvSpPr>
        <p:spPr>
          <a:xfrm>
            <a:off x="2719122" y="6164646"/>
            <a:ext cx="5659859" cy="492443"/>
          </a:xfrm>
          <a:prstGeom prst="rect">
            <a:avLst/>
          </a:prstGeom>
        </p:spPr>
        <p:txBody>
          <a:bodyPr wrap="square" lIns="0" tIns="0" rIns="0" bIns="0" rtlCol="0" anchor="t">
            <a:spAutoFit/>
          </a:bodyPr>
          <a:lstStyle/>
          <a:p>
            <a:pPr marL="457200" indent="-457200">
              <a:buClr>
                <a:srgbClr val="76AEAD"/>
              </a:buClr>
              <a:buFont typeface="Wingdings" panose="05000000000000000000" pitchFamily="2" charset="2"/>
              <a:buChar char="Ø"/>
            </a:pPr>
            <a:r>
              <a:rPr lang="ja-JP" altLang="en-US" sz="3200" b="1" dirty="0">
                <a:latin typeface="Source Han Sans JP" panose="020B0600070205080204" charset="-128"/>
                <a:ea typeface="Source Han Sans JP" panose="020B0600070205080204" charset="-128"/>
              </a:rPr>
              <a:t>音響信号は非定常で高次元</a:t>
            </a:r>
            <a:endParaRPr lang="ja-JP" altLang="en-US" sz="3200" dirty="0">
              <a:latin typeface="Source Han Sans JP" panose="020B0600070205080204" charset="-128"/>
              <a:ea typeface="Source Han Sans JP" panose="020B0600070205080204" charset="-128"/>
            </a:endParaRPr>
          </a:p>
        </p:txBody>
      </p:sp>
      <p:sp>
        <p:nvSpPr>
          <p:cNvPr id="50" name="矢印: 下 49">
            <a:extLst>
              <a:ext uri="{FF2B5EF4-FFF2-40B4-BE49-F238E27FC236}">
                <a16:creationId xmlns:a16="http://schemas.microsoft.com/office/drawing/2014/main" id="{FCAACAFF-5AC5-1F2B-F85F-41A758A29CBC}"/>
              </a:ext>
            </a:extLst>
          </p:cNvPr>
          <p:cNvSpPr/>
          <p:nvPr/>
        </p:nvSpPr>
        <p:spPr>
          <a:xfrm rot="16200000">
            <a:off x="8519589" y="6142656"/>
            <a:ext cx="712405" cy="536420"/>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TextBox 24">
            <a:extLst>
              <a:ext uri="{FF2B5EF4-FFF2-40B4-BE49-F238E27FC236}">
                <a16:creationId xmlns:a16="http://schemas.microsoft.com/office/drawing/2014/main" id="{29E3C41A-F012-9B1C-4124-36FE752EF7B9}"/>
              </a:ext>
            </a:extLst>
          </p:cNvPr>
          <p:cNvSpPr txBox="1"/>
          <p:nvPr/>
        </p:nvSpPr>
        <p:spPr>
          <a:xfrm>
            <a:off x="9577492" y="6164646"/>
            <a:ext cx="5181599" cy="492443"/>
          </a:xfrm>
          <a:prstGeom prst="rect">
            <a:avLst/>
          </a:prstGeom>
        </p:spPr>
        <p:txBody>
          <a:bodyPr wrap="square" lIns="0" tIns="0" rIns="0" bIns="0" rtlCol="0" anchor="t">
            <a:spAutoFit/>
          </a:bodyPr>
          <a:lstStyle/>
          <a:p>
            <a:pPr>
              <a:buClr>
                <a:srgbClr val="76AEAD"/>
              </a:buClr>
            </a:pPr>
            <a:r>
              <a:rPr lang="ja-JP" altLang="en-US" sz="3200" b="1" dirty="0">
                <a:latin typeface="Source Han Sans JP" panose="020B0600070205080204" charset="-128"/>
                <a:ea typeface="Source Han Sans JP" panose="020B0600070205080204" charset="-128"/>
              </a:rPr>
              <a:t>直接モデリングが難しい</a:t>
            </a:r>
            <a:endParaRPr lang="ja-JP" altLang="en-US" sz="3200" dirty="0">
              <a:latin typeface="Source Han Sans JP" panose="020B0600070205080204" charset="-128"/>
              <a:ea typeface="Source Han Sans JP" panose="020B0600070205080204" charset="-128"/>
            </a:endParaRPr>
          </a:p>
        </p:txBody>
      </p:sp>
      <p:sp>
        <p:nvSpPr>
          <p:cNvPr id="52" name="四角形: 角を丸くする 51">
            <a:extLst>
              <a:ext uri="{FF2B5EF4-FFF2-40B4-BE49-F238E27FC236}">
                <a16:creationId xmlns:a16="http://schemas.microsoft.com/office/drawing/2014/main" id="{82EDB9AC-CB59-BEFD-B5DC-46020D7D6414}"/>
              </a:ext>
            </a:extLst>
          </p:cNvPr>
          <p:cNvSpPr/>
          <p:nvPr/>
        </p:nvSpPr>
        <p:spPr>
          <a:xfrm>
            <a:off x="2257485" y="7445251"/>
            <a:ext cx="13395104" cy="2592482"/>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3" name="グループ化 52">
            <a:extLst>
              <a:ext uri="{FF2B5EF4-FFF2-40B4-BE49-F238E27FC236}">
                <a16:creationId xmlns:a16="http://schemas.microsoft.com/office/drawing/2014/main" id="{833B8A1F-9A38-C543-0174-F0442FF3CDB9}"/>
              </a:ext>
            </a:extLst>
          </p:cNvPr>
          <p:cNvGrpSpPr/>
          <p:nvPr/>
        </p:nvGrpSpPr>
        <p:grpSpPr>
          <a:xfrm>
            <a:off x="1520981" y="6776922"/>
            <a:ext cx="7086600" cy="552410"/>
            <a:chOff x="1535808" y="1451163"/>
            <a:chExt cx="8639037" cy="552410"/>
          </a:xfrm>
        </p:grpSpPr>
        <p:sp>
          <p:nvSpPr>
            <p:cNvPr id="54" name="TextBox 26">
              <a:extLst>
                <a:ext uri="{FF2B5EF4-FFF2-40B4-BE49-F238E27FC236}">
                  <a16:creationId xmlns:a16="http://schemas.microsoft.com/office/drawing/2014/main" id="{D8C8E0BB-E256-4214-DDC8-8CADBD436EF4}"/>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目的</a:t>
              </a:r>
              <a:endParaRPr lang="en-US" altLang="ja-JP" sz="3200" dirty="0">
                <a:latin typeface="Source Han Sans JP Medium"/>
                <a:ea typeface="Source Han Sans JP Medium"/>
                <a:cs typeface="Source Han Sans JP Medium"/>
                <a:sym typeface="Source Han Sans JP Medium"/>
              </a:endParaRPr>
            </a:p>
          </p:txBody>
        </p:sp>
        <p:sp>
          <p:nvSpPr>
            <p:cNvPr id="55" name="Freeform 5">
              <a:extLst>
                <a:ext uri="{FF2B5EF4-FFF2-40B4-BE49-F238E27FC236}">
                  <a16:creationId xmlns:a16="http://schemas.microsoft.com/office/drawing/2014/main" id="{73D49ADC-86C7-8FC4-8321-66E0E95C56C3}"/>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6" name="TextBox 24">
            <a:extLst>
              <a:ext uri="{FF2B5EF4-FFF2-40B4-BE49-F238E27FC236}">
                <a16:creationId xmlns:a16="http://schemas.microsoft.com/office/drawing/2014/main" id="{9CAA9BC2-A211-526C-F842-BB79298AA7F4}"/>
              </a:ext>
            </a:extLst>
          </p:cNvPr>
          <p:cNvSpPr txBox="1"/>
          <p:nvPr/>
        </p:nvSpPr>
        <p:spPr>
          <a:xfrm>
            <a:off x="2681870" y="7710414"/>
            <a:ext cx="13395105"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WaveNet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を用いて音の波形を直接モデリングし，異常音を検出</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7" name="TextBox 24">
            <a:extLst>
              <a:ext uri="{FF2B5EF4-FFF2-40B4-BE49-F238E27FC236}">
                <a16:creationId xmlns:a16="http://schemas.microsoft.com/office/drawing/2014/main" id="{F86D2A80-5BB7-F7C3-8498-2B3EE911EAE4}"/>
              </a:ext>
            </a:extLst>
          </p:cNvPr>
          <p:cNvSpPr txBox="1"/>
          <p:nvPr/>
        </p:nvSpPr>
        <p:spPr>
          <a:xfrm>
            <a:off x="2681869" y="8199997"/>
            <a:ext cx="13395105"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WaveNet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を予測器として用い，以下を異常とする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8" name="TextBox 24">
            <a:extLst>
              <a:ext uri="{FF2B5EF4-FFF2-40B4-BE49-F238E27FC236}">
                <a16:creationId xmlns:a16="http://schemas.microsoft.com/office/drawing/2014/main" id="{D6F5C67B-3294-3200-9A38-9D5569CB5BB8}"/>
              </a:ext>
            </a:extLst>
          </p:cNvPr>
          <p:cNvSpPr txBox="1"/>
          <p:nvPr/>
        </p:nvSpPr>
        <p:spPr>
          <a:xfrm>
            <a:off x="3277552" y="8693701"/>
            <a:ext cx="6435764" cy="1116396"/>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大きな予測誤差</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Ø"/>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高エントロピーな出力</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9" name="矢印: 下 58">
            <a:extLst>
              <a:ext uri="{FF2B5EF4-FFF2-40B4-BE49-F238E27FC236}">
                <a16:creationId xmlns:a16="http://schemas.microsoft.com/office/drawing/2014/main" id="{5767C3FC-4AB0-717C-B0E4-8EE3A0DCBDE3}"/>
              </a:ext>
            </a:extLst>
          </p:cNvPr>
          <p:cNvSpPr/>
          <p:nvPr/>
        </p:nvSpPr>
        <p:spPr>
          <a:xfrm rot="16200000">
            <a:off x="8421667" y="9001993"/>
            <a:ext cx="712405" cy="536420"/>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0" name="TextBox 24">
            <a:extLst>
              <a:ext uri="{FF2B5EF4-FFF2-40B4-BE49-F238E27FC236}">
                <a16:creationId xmlns:a16="http://schemas.microsoft.com/office/drawing/2014/main" id="{18518D61-03D3-08FB-2B35-67678CDA7C2A}"/>
              </a:ext>
            </a:extLst>
          </p:cNvPr>
          <p:cNvSpPr txBox="1"/>
          <p:nvPr/>
        </p:nvSpPr>
        <p:spPr>
          <a:xfrm>
            <a:off x="9644863" y="9037104"/>
            <a:ext cx="6557663" cy="492443"/>
          </a:xfrm>
          <a:prstGeom prst="rect">
            <a:avLst/>
          </a:prstGeom>
        </p:spPr>
        <p:txBody>
          <a:bodyPr wrap="square" lIns="0" tIns="0" rIns="0" bIns="0" rtlCol="0" anchor="t">
            <a:spAutoFit/>
          </a:bodyPr>
          <a:lstStyle/>
          <a:p>
            <a:pPr>
              <a:buClr>
                <a:srgbClr val="76AEAD"/>
              </a:buClr>
            </a:pPr>
            <a:r>
              <a:rPr lang="ja-JP" altLang="en-US" sz="3200" b="1" dirty="0">
                <a:latin typeface="Source Han Sans JP" panose="020B0600070205080204" charset="-128"/>
                <a:ea typeface="Source Han Sans JP" panose="020B0600070205080204" charset="-128"/>
              </a:rPr>
              <a:t>提案手法の</a:t>
            </a:r>
            <a:r>
              <a:rPr lang="ja-JP" altLang="en-US" sz="3200" b="1" dirty="0">
                <a:solidFill>
                  <a:srgbClr val="F79646"/>
                </a:solidFill>
                <a:latin typeface="Source Han Sans JP Bold" panose="020B0600070205080204" charset="-128"/>
                <a:ea typeface="Source Han Sans JP Bold" panose="020B0600070205080204" charset="-128"/>
              </a:rPr>
              <a:t>有意性</a:t>
            </a:r>
            <a:r>
              <a:rPr lang="ja-JP" altLang="en-US" sz="3200" b="1" dirty="0">
                <a:latin typeface="Source Han Sans JP" panose="020B0600070205080204" charset="-128"/>
                <a:ea typeface="Source Han Sans JP" panose="020B0600070205080204" charset="-128"/>
              </a:rPr>
              <a:t>を明らかに</a:t>
            </a:r>
            <a:endParaRPr lang="en-US" altLang="ja-JP" sz="3200" b="1" dirty="0">
              <a:latin typeface="Source Han Sans JP" panose="020B0600070205080204" charset="-128"/>
              <a:ea typeface="Source Han Sans JP" panose="020B0600070205080204" charset="-128"/>
            </a:endParaRPr>
          </a:p>
        </p:txBody>
      </p:sp>
    </p:spTree>
    <p:extLst>
      <p:ext uri="{BB962C8B-B14F-4D97-AF65-F5344CB8AC3E}">
        <p14:creationId xmlns:p14="http://schemas.microsoft.com/office/powerpoint/2010/main" val="1839823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0BADB-0A71-FCB8-758D-0A0D63EDE966}"/>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C8D758A5-6900-E8EF-CF82-C47B3CC67392}"/>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BF90F6DB-7038-F6C4-5019-AED9186E26D8}"/>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694CB179-1ED7-D800-A15D-4C99F077D1E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8586F637-995B-62DC-5283-6B815288FC6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7C112C2D-6975-E2A9-8639-08239707380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63036BA8-1FB6-4AA6-937B-1628F47E9221}"/>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5E4BD615-F4E6-1A41-3AB8-77E9CC8E3BD6}"/>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81CBD77B-66CC-20A7-5556-3021548C0DD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77C30B07-2E68-8434-798A-14FE95BB5B9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4CDBA3D9-19B3-631F-CD42-02BA469DEE87}"/>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E139A825-D12D-BF40-2E41-BA550581F63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885AFC63-82BB-9F89-EB10-B6E3328E2D6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D0A66AB7-5A05-F451-6D05-29E98A40BE0F}"/>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032EF71A-A6D1-39CB-DDA8-A2FA28A955F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D2EEB4AC-B5C3-C8DC-2D64-B93B0C69DC2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59CDCBFC-D1EA-8DBE-229B-23A6E61BDA05}"/>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7</a:t>
            </a:fld>
            <a:endParaRPr lang="en-US" sz="2400" dirty="0">
              <a:solidFill>
                <a:schemeClr val="bg1"/>
              </a:solidFill>
            </a:endParaRPr>
          </a:p>
        </p:txBody>
      </p:sp>
      <p:sp>
        <p:nvSpPr>
          <p:cNvPr id="513" name="TextBox 24">
            <a:extLst>
              <a:ext uri="{FF2B5EF4-FFF2-40B4-BE49-F238E27FC236}">
                <a16:creationId xmlns:a16="http://schemas.microsoft.com/office/drawing/2014/main" id="{D55322E3-18F4-E67A-2369-600AC1A15C30}"/>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49ADF53D-A738-00D1-ABD5-6FD7C9F9E50F}"/>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6A224119-1559-9581-364C-52F53EDA8573}"/>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EE4186A-9132-3C6D-6FAB-D7AE09DFB017}"/>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3977533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EBCF2-66FE-50AD-430A-AE796CEA7864}"/>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F47781F-16B9-83C0-EDF8-E2DFABA86C29}"/>
              </a:ext>
            </a:extLst>
          </p:cNvPr>
          <p:cNvSpPr>
            <a:spLocks noGrp="1"/>
          </p:cNvSpPr>
          <p:nvPr>
            <p:ph type="sldNum" sz="quarter" idx="12"/>
          </p:nvPr>
        </p:nvSpPr>
        <p:spPr/>
        <p:txBody>
          <a:bodyPr/>
          <a:lstStyle/>
          <a:p>
            <a:fld id="{B6F15528-21DE-4FAA-801E-634DDDAF4B2B}" type="slidenum">
              <a:rPr lang="en-US" smtClean="0"/>
              <a:pPr/>
              <a:t>8</a:t>
            </a:fld>
            <a:endParaRPr lang="en-US"/>
          </a:p>
        </p:txBody>
      </p:sp>
      <p:grpSp>
        <p:nvGrpSpPr>
          <p:cNvPr id="10" name="グループ化 9">
            <a:extLst>
              <a:ext uri="{FF2B5EF4-FFF2-40B4-BE49-F238E27FC236}">
                <a16:creationId xmlns:a16="http://schemas.microsoft.com/office/drawing/2014/main" id="{DC8DE4F2-467D-CAAF-17CF-1467033D3C73}"/>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768CA480-91D9-6E59-B5C3-FFF3F604E5B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242EE9D9-4155-C45D-D9F1-D468905E99E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8109078D-CDEE-5133-6EDF-C6DD41D9E6AE}"/>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52A209A-2B60-5BF4-E526-711F653E187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A5F636E9-9FDE-C6A8-7993-72FCF9C8C8DD}"/>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4BD9DE42-F188-DE83-E120-93DA70AD904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C675EFD7-04B0-4A71-887F-C2655C3A7AB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67E599D1-C474-5D2C-90AC-AC21D723B38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C16FD54-9A02-0E75-5377-882BF2C74C32}"/>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08D7559D-2A3B-D635-0AD4-F99324F608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D01229B-F32C-A13C-35E0-139E9A3F7F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502F4A2B-4C3D-2B19-20EC-72897CCAF2F5}"/>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72D99A4-97E6-46F7-9C36-663C8638CFA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86D770E4-E924-C831-8000-D9EDBA168EA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F91BE15-7A6C-4D4B-A801-40A996F917F4}"/>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8</a:t>
            </a:fld>
            <a:endParaRPr lang="en-US" sz="2400" dirty="0"/>
          </a:p>
        </p:txBody>
      </p:sp>
      <p:sp>
        <p:nvSpPr>
          <p:cNvPr id="3" name="TextBox 24">
            <a:extLst>
              <a:ext uri="{FF2B5EF4-FFF2-40B4-BE49-F238E27FC236}">
                <a16:creationId xmlns:a16="http://schemas.microsoft.com/office/drawing/2014/main" id="{CC63A3F2-F528-F444-0694-96656D4D2EE7}"/>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 name="グループ化 3">
            <a:extLst>
              <a:ext uri="{FF2B5EF4-FFF2-40B4-BE49-F238E27FC236}">
                <a16:creationId xmlns:a16="http://schemas.microsoft.com/office/drawing/2014/main" id="{23611406-EAA9-037E-5B89-7CC85C1CECAF}"/>
              </a:ext>
            </a:extLst>
          </p:cNvPr>
          <p:cNvGrpSpPr/>
          <p:nvPr/>
        </p:nvGrpSpPr>
        <p:grpSpPr>
          <a:xfrm>
            <a:off x="1524000" y="1555698"/>
            <a:ext cx="7086600" cy="552410"/>
            <a:chOff x="1535808" y="1451163"/>
            <a:chExt cx="8639037" cy="552410"/>
          </a:xfrm>
        </p:grpSpPr>
        <p:sp>
          <p:nvSpPr>
            <p:cNvPr id="5" name="TextBox 26">
              <a:extLst>
                <a:ext uri="{FF2B5EF4-FFF2-40B4-BE49-F238E27FC236}">
                  <a16:creationId xmlns:a16="http://schemas.microsoft.com/office/drawing/2014/main" id="{89DA9620-35F5-7506-B316-5B098D835CDD}"/>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システム概要</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46D3EFAD-2776-343A-E547-6629F341966C}"/>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pic>
        <p:nvPicPr>
          <p:cNvPr id="8" name="図 7" descr="ダイアグラム, 概略図&#10;&#10;AI によって生成されたコンテンツは間違っている可能性があります。">
            <a:extLst>
              <a:ext uri="{FF2B5EF4-FFF2-40B4-BE49-F238E27FC236}">
                <a16:creationId xmlns:a16="http://schemas.microsoft.com/office/drawing/2014/main" id="{68555C7A-9A42-1FDE-B14D-B86729770B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2469" y="2385537"/>
            <a:ext cx="7207601" cy="6832205"/>
          </a:xfrm>
          <a:prstGeom prst="rect">
            <a:avLst/>
          </a:prstGeom>
        </p:spPr>
      </p:pic>
      <p:sp>
        <p:nvSpPr>
          <p:cNvPr id="29" name="TextBox 24">
            <a:extLst>
              <a:ext uri="{FF2B5EF4-FFF2-40B4-BE49-F238E27FC236}">
                <a16:creationId xmlns:a16="http://schemas.microsoft.com/office/drawing/2014/main" id="{B385687C-A5A1-C7D7-FBED-2B243E20E5A5}"/>
              </a:ext>
            </a:extLst>
          </p:cNvPr>
          <p:cNvSpPr txBox="1"/>
          <p:nvPr/>
        </p:nvSpPr>
        <p:spPr>
          <a:xfrm>
            <a:off x="9143999" y="3513094"/>
            <a:ext cx="7989769" cy="1103059"/>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en-US" sz="2800" dirty="0">
                <a:latin typeface="Source Han Sans JP Medium" panose="020B0600070205080204" charset="-128"/>
                <a:ea typeface="Source Han Sans JP Medium" panose="020B0600070205080204" charset="-128"/>
                <a:cs typeface="Source Han Sans JP Medium"/>
                <a:sym typeface="Source Han Sans JP Medium"/>
              </a:rPr>
              <a:t>25ms</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刻みで分割（オーバーラップ率</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4%</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Ø"/>
            </a:pP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40</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次元のログメルフィルタバンク</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3" name="TextBox 24">
            <a:extLst>
              <a:ext uri="{FF2B5EF4-FFF2-40B4-BE49-F238E27FC236}">
                <a16:creationId xmlns:a16="http://schemas.microsoft.com/office/drawing/2014/main" id="{A3F2E362-1805-2E41-3F6E-CD725576E65A}"/>
              </a:ext>
            </a:extLst>
          </p:cNvPr>
          <p:cNvSpPr txBox="1"/>
          <p:nvPr/>
        </p:nvSpPr>
        <p:spPr>
          <a:xfrm>
            <a:off x="8842794" y="3035530"/>
            <a:ext cx="5597565" cy="429798"/>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特徴量抽出</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34" name="グループ化 33">
            <a:extLst>
              <a:ext uri="{FF2B5EF4-FFF2-40B4-BE49-F238E27FC236}">
                <a16:creationId xmlns:a16="http://schemas.microsoft.com/office/drawing/2014/main" id="{BD0363DA-F31E-3A77-935A-FF6D0EC730F9}"/>
              </a:ext>
            </a:extLst>
          </p:cNvPr>
          <p:cNvGrpSpPr/>
          <p:nvPr/>
        </p:nvGrpSpPr>
        <p:grpSpPr>
          <a:xfrm>
            <a:off x="8494732" y="2330445"/>
            <a:ext cx="8639037" cy="552410"/>
            <a:chOff x="1535808" y="1451163"/>
            <a:chExt cx="8639037" cy="552410"/>
          </a:xfrm>
        </p:grpSpPr>
        <p:sp>
          <p:nvSpPr>
            <p:cNvPr id="52" name="TextBox 26">
              <a:extLst>
                <a:ext uri="{FF2B5EF4-FFF2-40B4-BE49-F238E27FC236}">
                  <a16:creationId xmlns:a16="http://schemas.microsoft.com/office/drawing/2014/main" id="{EE39FA04-1E72-F398-9166-99007664D262}"/>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トレーニングフェーズ</a:t>
              </a:r>
              <a:endParaRPr lang="en-US" altLang="ja-JP"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53" name="Freeform 5">
              <a:extLst>
                <a:ext uri="{FF2B5EF4-FFF2-40B4-BE49-F238E27FC236}">
                  <a16:creationId xmlns:a16="http://schemas.microsoft.com/office/drawing/2014/main" id="{3441F99F-366A-7909-245D-84582E351E45}"/>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7" name="TextBox 24">
            <a:extLst>
              <a:ext uri="{FF2B5EF4-FFF2-40B4-BE49-F238E27FC236}">
                <a16:creationId xmlns:a16="http://schemas.microsoft.com/office/drawing/2014/main" id="{075F86DD-7139-A10D-7FBE-16931222036F}"/>
              </a:ext>
            </a:extLst>
          </p:cNvPr>
          <p:cNvSpPr txBox="1"/>
          <p:nvPr/>
        </p:nvSpPr>
        <p:spPr>
          <a:xfrm>
            <a:off x="8821717" y="4938424"/>
            <a:ext cx="5597565" cy="429798"/>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統計量の計算</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8" name="TextBox 24">
            <a:extLst>
              <a:ext uri="{FF2B5EF4-FFF2-40B4-BE49-F238E27FC236}">
                <a16:creationId xmlns:a16="http://schemas.microsoft.com/office/drawing/2014/main" id="{ACE9566A-4093-FD3F-1416-CBFC97E2D4E0}"/>
              </a:ext>
            </a:extLst>
          </p:cNvPr>
          <p:cNvSpPr txBox="1"/>
          <p:nvPr/>
        </p:nvSpPr>
        <p:spPr>
          <a:xfrm>
            <a:off x="9142147" y="5487869"/>
            <a:ext cx="5181600" cy="539315"/>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en-US" sz="2800" dirty="0">
                <a:latin typeface="Source Han Sans JP Medium" panose="020B0600070205080204" charset="-128"/>
                <a:ea typeface="Source Han Sans JP Medium" panose="020B0600070205080204" charset="-128"/>
                <a:cs typeface="Source Han Sans JP Medium"/>
                <a:sym typeface="Source Han Sans JP Medium"/>
              </a:rPr>
              <a:t>Global</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 </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normalization</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mc:AlternateContent xmlns:mc="http://schemas.openxmlformats.org/markup-compatibility/2006" xmlns:a14="http://schemas.microsoft.com/office/drawing/2010/main">
        <mc:Choice Requires="a14">
          <p:sp>
            <p:nvSpPr>
              <p:cNvPr id="59" name="TextBox 24">
                <a:extLst>
                  <a:ext uri="{FF2B5EF4-FFF2-40B4-BE49-F238E27FC236}">
                    <a16:creationId xmlns:a16="http://schemas.microsoft.com/office/drawing/2014/main" id="{E20D55A9-11E0-DDEB-1560-6CC61D628A5B}"/>
                  </a:ext>
                </a:extLst>
              </p:cNvPr>
              <p:cNvSpPr txBox="1"/>
              <p:nvPr/>
            </p:nvSpPr>
            <p:spPr>
              <a:xfrm>
                <a:off x="8842793" y="6503558"/>
                <a:ext cx="5597565" cy="429798"/>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14:m>
                  <m:oMath xmlns:m="http://schemas.openxmlformats.org/officeDocument/2006/math">
                    <m:r>
                      <a:rPr lang="en-US" sz="2800" i="1" smtClean="0">
                        <a:latin typeface="Cambria Math" panose="02040503050406030204" pitchFamily="18" charset="0"/>
                        <a:ea typeface="Cambria Math" panose="02040503050406030204" pitchFamily="18" charset="0"/>
                        <a:cs typeface="Source Han Sans JP Medium"/>
                        <a:sym typeface="Source Han Sans JP Medium"/>
                      </a:rPr>
                      <m:t>𝜇</m:t>
                    </m:r>
                  </m:oMath>
                </a14:m>
                <a:r>
                  <a:rPr lang="en-US" sz="2800" dirty="0">
                    <a:latin typeface="Source Han Sans JP Medium" panose="020B0600070205080204" charset="-128"/>
                    <a:ea typeface="Source Han Sans JP Medium" panose="020B0600070205080204" charset="-128"/>
                    <a:cs typeface="Source Han Sans JP Medium"/>
                    <a:sym typeface="Source Han Sans JP Medium"/>
                  </a:rPr>
                  <a:t>-law</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圧縮して</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1-hot</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ベクトル化</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mc:Choice>
        <mc:Fallback xmlns="">
          <p:sp>
            <p:nvSpPr>
              <p:cNvPr id="59" name="TextBox 24">
                <a:extLst>
                  <a:ext uri="{FF2B5EF4-FFF2-40B4-BE49-F238E27FC236}">
                    <a16:creationId xmlns:a16="http://schemas.microsoft.com/office/drawing/2014/main" id="{E20D55A9-11E0-DDEB-1560-6CC61D628A5B}"/>
                  </a:ext>
                </a:extLst>
              </p:cNvPr>
              <p:cNvSpPr txBox="1">
                <a:spLocks noRot="1" noChangeAspect="1" noMove="1" noResize="1" noEditPoints="1" noAdjustHandles="1" noChangeArrowheads="1" noChangeShapeType="1" noTextEdit="1"/>
              </p:cNvSpPr>
              <p:nvPr/>
            </p:nvSpPr>
            <p:spPr>
              <a:xfrm>
                <a:off x="8842793" y="6503558"/>
                <a:ext cx="5597565" cy="429798"/>
              </a:xfrm>
              <a:prstGeom prst="rect">
                <a:avLst/>
              </a:prstGeom>
              <a:blipFill>
                <a:blip r:embed="rId5"/>
                <a:stretch>
                  <a:fillRect t="-25714" r="-1634" b="-50000"/>
                </a:stretch>
              </a:blipFill>
            </p:spPr>
            <p:txBody>
              <a:bodyPr/>
              <a:lstStyle/>
              <a:p>
                <a:r>
                  <a:rPr lang="ja-JP" altLang="en-US">
                    <a:noFill/>
                  </a:rPr>
                  <a:t> </a:t>
                </a:r>
              </a:p>
            </p:txBody>
          </p:sp>
        </mc:Fallback>
      </mc:AlternateContent>
      <p:sp>
        <p:nvSpPr>
          <p:cNvPr id="60" name="矢印: 下 59">
            <a:extLst>
              <a:ext uri="{FF2B5EF4-FFF2-40B4-BE49-F238E27FC236}">
                <a16:creationId xmlns:a16="http://schemas.microsoft.com/office/drawing/2014/main" id="{604CA036-83F1-D906-C965-91442065707B}"/>
              </a:ext>
            </a:extLst>
          </p:cNvPr>
          <p:cNvSpPr/>
          <p:nvPr/>
        </p:nvSpPr>
        <p:spPr>
          <a:xfrm rot="16200000">
            <a:off x="8565022" y="9200288"/>
            <a:ext cx="712405" cy="536420"/>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1" name="TextBox 24">
            <a:extLst>
              <a:ext uri="{FF2B5EF4-FFF2-40B4-BE49-F238E27FC236}">
                <a16:creationId xmlns:a16="http://schemas.microsoft.com/office/drawing/2014/main" id="{13362178-C74D-873C-B9DF-8670BAF97714}"/>
              </a:ext>
            </a:extLst>
          </p:cNvPr>
          <p:cNvSpPr txBox="1"/>
          <p:nvPr/>
        </p:nvSpPr>
        <p:spPr>
          <a:xfrm>
            <a:off x="9542379" y="8880657"/>
            <a:ext cx="7580040" cy="1255215"/>
          </a:xfrm>
          <a:prstGeom prst="rect">
            <a:avLst/>
          </a:prstGeom>
        </p:spPr>
        <p:txBody>
          <a:bodyPr wrap="square" lIns="0" tIns="0" rIns="0" bIns="0" rtlCol="0" anchor="t">
            <a:spAutoFit/>
          </a:bodyPr>
          <a:lstStyle/>
          <a:p>
            <a:pPr>
              <a:lnSpc>
                <a:spcPts val="5000"/>
              </a:lnSpc>
              <a:spcBef>
                <a:spcPct val="0"/>
              </a:spcBef>
              <a:buClr>
                <a:srgbClr val="64A4A3"/>
              </a:buClr>
            </a:pPr>
            <a:r>
              <a:rPr lang="ja-JP" altLang="en-US" sz="4000" dirty="0">
                <a:solidFill>
                  <a:srgbClr val="F79646"/>
                </a:solidFill>
                <a:latin typeface="Source Han Sans JP Bold" panose="020B0600070205080204" charset="-128"/>
                <a:ea typeface="Source Han Sans JP Bold" panose="020B0600070205080204" charset="-128"/>
                <a:cs typeface="Source Han Sans JP Medium"/>
                <a:sym typeface="Source Han Sans JP Medium"/>
              </a:rPr>
              <a:t>補助特徴量</a:t>
            </a:r>
            <a:r>
              <a:rPr lang="ja-JP" altLang="en-US" sz="4000" dirty="0">
                <a:latin typeface="Source Han Sans JP Medium" panose="020B0600070205080204" charset="-128"/>
                <a:ea typeface="Source Han Sans JP Medium" panose="020B0600070205080204" charset="-128"/>
                <a:cs typeface="Source Han Sans JP Medium"/>
                <a:sym typeface="Source Han Sans JP Medium"/>
              </a:rPr>
              <a:t>＋</a:t>
            </a:r>
            <a:r>
              <a:rPr lang="ja-JP" altLang="en-US" sz="4000" dirty="0">
                <a:solidFill>
                  <a:srgbClr val="F79646"/>
                </a:solidFill>
                <a:latin typeface="Source Han Sans JP Bold" panose="020B0600070205080204" charset="-128"/>
                <a:ea typeface="Source Han Sans JP Bold" panose="020B0600070205080204" charset="-128"/>
                <a:cs typeface="Source Han Sans JP Medium"/>
                <a:sym typeface="Source Han Sans JP Medium"/>
              </a:rPr>
              <a:t>波形</a:t>
            </a:r>
            <a:r>
              <a:rPr lang="ja-JP" altLang="en-US" sz="4000" dirty="0">
                <a:latin typeface="Source Han Sans JP Medium" panose="020B0600070205080204" charset="-128"/>
                <a:ea typeface="Source Han Sans JP Medium" panose="020B0600070205080204" charset="-128"/>
                <a:cs typeface="Source Han Sans JP Medium"/>
                <a:sym typeface="Source Han Sans JP Medium"/>
              </a:rPr>
              <a:t>を入力として</a:t>
            </a:r>
            <a:r>
              <a:rPr lang="en-US" altLang="ja-JP" sz="4000" dirty="0">
                <a:latin typeface="Source Han Sans JP Medium" panose="020B0600070205080204" charset="-128"/>
                <a:ea typeface="Source Han Sans JP Medium" panose="020B0600070205080204" charset="-128"/>
                <a:cs typeface="Source Han Sans JP Medium"/>
                <a:sym typeface="Source Han Sans JP Medium"/>
              </a:rPr>
              <a:t>WaveNet</a:t>
            </a:r>
            <a:r>
              <a:rPr lang="ja-JP" altLang="en-US" sz="4000" dirty="0">
                <a:latin typeface="Source Han Sans JP Medium" panose="020B0600070205080204" charset="-128"/>
                <a:ea typeface="Source Han Sans JP Medium" panose="020B0600070205080204" charset="-128"/>
                <a:cs typeface="Source Han Sans JP Medium"/>
                <a:sym typeface="Source Han Sans JP Medium"/>
              </a:rPr>
              <a:t>学習</a:t>
            </a:r>
            <a:endParaRPr lang="en-US" altLang="ja-JP" sz="4000" dirty="0">
              <a:latin typeface="Source Han Sans JP Medium" panose="020B0600070205080204" charset="-128"/>
              <a:ea typeface="Source Han Sans JP Medium" panose="020B0600070205080204" charset="-128"/>
              <a:cs typeface="Source Han Sans JP Medium"/>
              <a:sym typeface="Source Han Sans JP Medium"/>
            </a:endParaRPr>
          </a:p>
        </p:txBody>
      </p:sp>
      <mc:AlternateContent xmlns:mc="http://schemas.openxmlformats.org/markup-compatibility/2006" xmlns:a14="http://schemas.microsoft.com/office/drawing/2010/main">
        <mc:Choice Requires="a14">
          <p:sp>
            <p:nvSpPr>
              <p:cNvPr id="65" name="TextBox 24">
                <a:extLst>
                  <a:ext uri="{FF2B5EF4-FFF2-40B4-BE49-F238E27FC236}">
                    <a16:creationId xmlns:a16="http://schemas.microsoft.com/office/drawing/2014/main" id="{F27D8439-5979-4763-8834-D2F08343AFFF}"/>
                  </a:ext>
                </a:extLst>
              </p:cNvPr>
              <p:cNvSpPr txBox="1"/>
              <p:nvPr/>
            </p:nvSpPr>
            <p:spPr>
              <a:xfrm>
                <a:off x="9142146" y="7059020"/>
                <a:ext cx="9145853" cy="1503810"/>
              </a:xfrm>
              <a:prstGeom prst="rect">
                <a:avLst/>
              </a:prstGeom>
            </p:spPr>
            <p:txBody>
              <a:bodyPr wrap="square" lIns="0" tIns="0" rIns="0" bIns="0" rtlCol="0" anchor="t">
                <a:spAutoFit/>
              </a:bodyPr>
              <a:lstStyle/>
              <a:p>
                <a:pPr marL="457200" indent="-457200">
                  <a:lnSpc>
                    <a:spcPts val="4000"/>
                  </a:lnSpc>
                  <a:spcBef>
                    <a:spcPct val="0"/>
                  </a:spcBef>
                  <a:buClr>
                    <a:srgbClr val="64A4A3"/>
                  </a:buClr>
                  <a:buFont typeface="Wingdings" panose="05000000000000000000" pitchFamily="2" charset="2"/>
                  <a:buChar char="Ø"/>
                </a:pPr>
                <a14:m>
                  <m:oMath xmlns:m="http://schemas.openxmlformats.org/officeDocument/2006/math">
                    <m:r>
                      <a:rPr lang="en-US" altLang="ja-JP" sz="2800" i="1" smtClean="0">
                        <a:latin typeface="Cambria Math" panose="02040503050406030204" pitchFamily="18" charset="0"/>
                        <a:ea typeface="Cambria Math" panose="02040503050406030204" pitchFamily="18" charset="0"/>
                        <a:cs typeface="Source Han Sans JP Medium"/>
                        <a:sym typeface="Source Han Sans JP Medium"/>
                      </a:rPr>
                      <m:t>𝜇</m:t>
                    </m:r>
                  </m:oMath>
                </a14:m>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-law</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圧縮：音声信号の振幅を対数スケールに変換．少ないビットで音の細かい違いを表現し，分類モデルとして学習させる</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p:txBody>
          </p:sp>
        </mc:Choice>
        <mc:Fallback xmlns="">
          <p:sp>
            <p:nvSpPr>
              <p:cNvPr id="65" name="TextBox 24">
                <a:extLst>
                  <a:ext uri="{FF2B5EF4-FFF2-40B4-BE49-F238E27FC236}">
                    <a16:creationId xmlns:a16="http://schemas.microsoft.com/office/drawing/2014/main" id="{F27D8439-5979-4763-8834-D2F08343AFFF}"/>
                  </a:ext>
                </a:extLst>
              </p:cNvPr>
              <p:cNvSpPr txBox="1">
                <a:spLocks noRot="1" noChangeAspect="1" noMove="1" noResize="1" noEditPoints="1" noAdjustHandles="1" noChangeArrowheads="1" noChangeShapeType="1" noTextEdit="1"/>
              </p:cNvSpPr>
              <p:nvPr/>
            </p:nvSpPr>
            <p:spPr>
              <a:xfrm>
                <a:off x="9142146" y="7059020"/>
                <a:ext cx="9145853" cy="1503810"/>
              </a:xfrm>
              <a:prstGeom prst="rect">
                <a:avLst/>
              </a:prstGeom>
              <a:blipFill>
                <a:blip r:embed="rId6"/>
                <a:stretch>
                  <a:fillRect t="-4049" r="-333" b="-12955"/>
                </a:stretch>
              </a:blipFill>
            </p:spPr>
            <p:txBody>
              <a:bodyPr/>
              <a:lstStyle/>
              <a:p>
                <a:r>
                  <a:rPr lang="ja-JP" altLang="en-US">
                    <a:noFill/>
                  </a:rPr>
                  <a:t> </a:t>
                </a:r>
              </a:p>
            </p:txBody>
          </p:sp>
        </mc:Fallback>
      </mc:AlternateContent>
      <p:sp>
        <p:nvSpPr>
          <p:cNvPr id="68" name="正方形/長方形 67">
            <a:extLst>
              <a:ext uri="{FF2B5EF4-FFF2-40B4-BE49-F238E27FC236}">
                <a16:creationId xmlns:a16="http://schemas.microsoft.com/office/drawing/2014/main" id="{E8802026-B6CF-05F5-AD8D-B8AD3412F89E}"/>
              </a:ext>
            </a:extLst>
          </p:cNvPr>
          <p:cNvSpPr/>
          <p:nvPr/>
        </p:nvSpPr>
        <p:spPr>
          <a:xfrm>
            <a:off x="1131248" y="2398631"/>
            <a:ext cx="3708126" cy="4192669"/>
          </a:xfrm>
          <a:prstGeom prst="rect">
            <a:avLst/>
          </a:prstGeom>
          <a:noFill/>
          <a:ln w="825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7512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649DC-1DCA-5B87-D0C5-C84F4DD07B83}"/>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02B1200-CDE2-13FB-5DD9-FFA5D1E3E292}"/>
              </a:ext>
            </a:extLst>
          </p:cNvPr>
          <p:cNvSpPr>
            <a:spLocks noGrp="1"/>
          </p:cNvSpPr>
          <p:nvPr>
            <p:ph type="sldNum" sz="quarter" idx="12"/>
          </p:nvPr>
        </p:nvSpPr>
        <p:spPr/>
        <p:txBody>
          <a:bodyPr/>
          <a:lstStyle/>
          <a:p>
            <a:fld id="{B6F15528-21DE-4FAA-801E-634DDDAF4B2B}" type="slidenum">
              <a:rPr lang="en-US" smtClean="0"/>
              <a:pPr/>
              <a:t>9</a:t>
            </a:fld>
            <a:endParaRPr lang="en-US"/>
          </a:p>
        </p:txBody>
      </p:sp>
      <p:grpSp>
        <p:nvGrpSpPr>
          <p:cNvPr id="10" name="グループ化 9">
            <a:extLst>
              <a:ext uri="{FF2B5EF4-FFF2-40B4-BE49-F238E27FC236}">
                <a16:creationId xmlns:a16="http://schemas.microsoft.com/office/drawing/2014/main" id="{06D5514C-A91A-FE4A-912D-8FFAD7F7A07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E990AE33-90B4-45E8-DAC7-72C3C062F90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E3AE0009-7FD1-EBC7-D911-45C0AE70210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8ACA62CD-DC4A-A8CA-ACC9-B6C2F972B07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D011D110-AFD5-B260-2C75-F95DA38FEE7A}"/>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DBC9775-8FC0-FB2C-2386-446D986EEB3F}"/>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8CEB1B3E-F551-6193-A722-DEBADCABDAE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0480B0CF-FDE6-39A6-F58A-13C97E2AC91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B68515CC-B415-ED43-485C-EEBD201E47B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7882D3C-3CAE-7F25-2DBB-1398E61B95EF}"/>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A2211F3C-1FC5-39A3-1FB3-D2FE11CA8FD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BCBEC83A-0A9B-706E-A05C-FB82925EA00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5ACD33FE-22B8-3919-DECE-469717913594}"/>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4146FFA-E8EA-FD1B-EF8C-67638D7F4B6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5E9DB048-BE6D-3F5A-9C5A-F5BB192A24F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6701F57D-C9C1-C797-D793-20829A74DD4A}"/>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9</a:t>
            </a:fld>
            <a:endParaRPr lang="en-US" sz="2400" dirty="0"/>
          </a:p>
        </p:txBody>
      </p:sp>
      <p:sp>
        <p:nvSpPr>
          <p:cNvPr id="3" name="TextBox 24">
            <a:extLst>
              <a:ext uri="{FF2B5EF4-FFF2-40B4-BE49-F238E27FC236}">
                <a16:creationId xmlns:a16="http://schemas.microsoft.com/office/drawing/2014/main" id="{9D599FFE-DAD9-DF47-D92C-44DF437EC617}"/>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 name="グループ化 3">
            <a:extLst>
              <a:ext uri="{FF2B5EF4-FFF2-40B4-BE49-F238E27FC236}">
                <a16:creationId xmlns:a16="http://schemas.microsoft.com/office/drawing/2014/main" id="{D2D17043-60B5-BC84-33A9-43FAC39249EF}"/>
              </a:ext>
            </a:extLst>
          </p:cNvPr>
          <p:cNvGrpSpPr/>
          <p:nvPr/>
        </p:nvGrpSpPr>
        <p:grpSpPr>
          <a:xfrm>
            <a:off x="1524000" y="1555698"/>
            <a:ext cx="7086600" cy="552410"/>
            <a:chOff x="1535808" y="1451163"/>
            <a:chExt cx="8639037" cy="552410"/>
          </a:xfrm>
        </p:grpSpPr>
        <p:sp>
          <p:nvSpPr>
            <p:cNvPr id="5" name="TextBox 26">
              <a:extLst>
                <a:ext uri="{FF2B5EF4-FFF2-40B4-BE49-F238E27FC236}">
                  <a16:creationId xmlns:a16="http://schemas.microsoft.com/office/drawing/2014/main" id="{A615BA51-1368-89FF-B5E5-C59BC4C38A63}"/>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WaveNet</a:t>
              </a:r>
              <a:r>
                <a:rPr lang="ja-JP" altLang="en-US" sz="3200" dirty="0">
                  <a:latin typeface="Source Han Sans JP Medium"/>
                  <a:ea typeface="Source Han Sans JP Medium"/>
                  <a:cs typeface="Source Han Sans JP Medium"/>
                  <a:sym typeface="Source Han Sans JP Medium"/>
                </a:rPr>
                <a:t>の構造</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81C6B91B-E88F-430D-AE26-A5CD9100C9AD}"/>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 name="TextBox 24">
            <a:extLst>
              <a:ext uri="{FF2B5EF4-FFF2-40B4-BE49-F238E27FC236}">
                <a16:creationId xmlns:a16="http://schemas.microsoft.com/office/drawing/2014/main" id="{D17FFB7D-A7FC-7113-59F7-797240EDED86}"/>
              </a:ext>
            </a:extLst>
          </p:cNvPr>
          <p:cNvSpPr txBox="1"/>
          <p:nvPr/>
        </p:nvSpPr>
        <p:spPr>
          <a:xfrm>
            <a:off x="1876514" y="2240846"/>
            <a:ext cx="13134886" cy="878638"/>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sz="2800" dirty="0">
                <a:latin typeface="Source Han Sans JP Medium" panose="020B0600070205080204" charset="-128"/>
                <a:ea typeface="Source Han Sans JP Medium" panose="020B0600070205080204" charset="-128"/>
                <a:cs typeface="Source Han Sans JP Medium"/>
                <a:sym typeface="Source Han Sans JP Medium"/>
              </a:rPr>
              <a:t>WaveNet</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：音声波形を</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1</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サンプルずつ時系列予測することで音をモデル化する深層畳み込みニューラルネットワーク</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26" name="図 25" descr="ダイアグラム, 概略図&#10;&#10;AI によって生成されたコンテンツは間違っている可能性があります。">
            <a:extLst>
              <a:ext uri="{FF2B5EF4-FFF2-40B4-BE49-F238E27FC236}">
                <a16:creationId xmlns:a16="http://schemas.microsoft.com/office/drawing/2014/main" id="{D74674D7-C059-A942-720C-47D152D214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605" y="3862464"/>
            <a:ext cx="7983835" cy="5355278"/>
          </a:xfrm>
          <a:prstGeom prst="rect">
            <a:avLst/>
          </a:prstGeom>
        </p:spPr>
      </p:pic>
      <p:sp>
        <p:nvSpPr>
          <p:cNvPr id="27" name="TextBox 24">
            <a:extLst>
              <a:ext uri="{FF2B5EF4-FFF2-40B4-BE49-F238E27FC236}">
                <a16:creationId xmlns:a16="http://schemas.microsoft.com/office/drawing/2014/main" id="{D37377BD-E853-BAAB-8D14-77247619EE66}"/>
              </a:ext>
            </a:extLst>
          </p:cNvPr>
          <p:cNvSpPr txBox="1"/>
          <p:nvPr/>
        </p:nvSpPr>
        <p:spPr>
          <a:xfrm>
            <a:off x="9831828" y="4410206"/>
            <a:ext cx="7543800" cy="878638"/>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音声波形全体の生成確率は，</a:t>
            </a:r>
            <a:r>
              <a:rPr lang="ja-JP" altLang="en-US" sz="28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過去の波形</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と</a:t>
            </a:r>
            <a:r>
              <a:rPr lang="ja-JP" altLang="en-US" sz="28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補助特徴量</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に基づいて逐次的にモデル化</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37" name="図 36" descr="ロゴ&#10;&#10;AI によって生成されたコンテンツは間違っている可能性があります。">
            <a:extLst>
              <a:ext uri="{FF2B5EF4-FFF2-40B4-BE49-F238E27FC236}">
                <a16:creationId xmlns:a16="http://schemas.microsoft.com/office/drawing/2014/main" id="{A65CE4D3-B0D2-A94B-7D70-DB09F02936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31828" y="2821743"/>
            <a:ext cx="7298448" cy="1446885"/>
          </a:xfrm>
          <a:prstGeom prst="rect">
            <a:avLst/>
          </a:prstGeom>
        </p:spPr>
      </p:pic>
      <p:sp>
        <p:nvSpPr>
          <p:cNvPr id="39" name="TextBox 24">
            <a:extLst>
              <a:ext uri="{FF2B5EF4-FFF2-40B4-BE49-F238E27FC236}">
                <a16:creationId xmlns:a16="http://schemas.microsoft.com/office/drawing/2014/main" id="{2055948C-74B8-9DCF-10C1-95BA83F9F378}"/>
              </a:ext>
            </a:extLst>
          </p:cNvPr>
          <p:cNvSpPr txBox="1"/>
          <p:nvPr/>
        </p:nvSpPr>
        <p:spPr>
          <a:xfrm>
            <a:off x="9857228" y="6355257"/>
            <a:ext cx="6870475" cy="2257221"/>
          </a:xfrm>
          <a:prstGeom prst="rect">
            <a:avLst/>
          </a:prstGeom>
        </p:spPr>
        <p:txBody>
          <a:bodyPr wrap="square" lIns="0" tIns="0" rIns="0" bIns="0" rtlCol="0" anchor="t">
            <a:spAutoFit/>
          </a:bodyPr>
          <a:lstStyle/>
          <a:p>
            <a:pPr marL="514350" indent="-514350" algn="l">
              <a:lnSpc>
                <a:spcPts val="4500"/>
              </a:lnSpc>
              <a:spcBef>
                <a:spcPct val="0"/>
              </a:spcBef>
              <a:buClr>
                <a:srgbClr val="64A4A3"/>
              </a:buClr>
              <a:buFont typeface="+mj-lt"/>
              <a:buAutoNum type="arabicPeriod"/>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音声波形を量子化</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mj-lt"/>
              <a:buAutoNum type="arabicPeriod"/>
            </a:pPr>
            <a:r>
              <a:rPr lang="en-US" sz="2800" dirty="0">
                <a:latin typeface="Source Han Sans JP Medium" panose="020B0600070205080204" charset="-128"/>
                <a:ea typeface="Source Han Sans JP Medium" panose="020B0600070205080204" charset="-128"/>
                <a:cs typeface="Source Han Sans JP Medium"/>
                <a:sym typeface="Source Han Sans JP Medium"/>
              </a:rPr>
              <a:t>256</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次元の</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one-hot</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ベクトル化（入力）</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mj-lt"/>
              <a:buAutoNum type="arabicPeriod"/>
            </a:pPr>
            <a:r>
              <a:rPr lang="en-US" sz="28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Residual block</a:t>
            </a:r>
            <a:r>
              <a:rPr lang="ja-JP" altLang="en-US" sz="28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 </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 </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N</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層</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a:p>
            <a:pPr marL="514350" indent="-514350" algn="l">
              <a:lnSpc>
                <a:spcPts val="4500"/>
              </a:lnSpc>
              <a:spcBef>
                <a:spcPct val="0"/>
              </a:spcBef>
              <a:buClr>
                <a:srgbClr val="64A4A3"/>
              </a:buClr>
              <a:buFont typeface="+mj-lt"/>
              <a:buAutoNum type="arabicPeriod"/>
            </a:pPr>
            <a:r>
              <a:rPr lang="en-US" sz="2800" dirty="0" err="1">
                <a:latin typeface="Source Han Sans JP Medium" panose="020B0600070205080204" charset="-128"/>
                <a:ea typeface="Source Han Sans JP Medium" panose="020B0600070205080204" charset="-128"/>
                <a:cs typeface="Source Han Sans JP Medium"/>
                <a:sym typeface="Source Han Sans JP Medium"/>
              </a:rPr>
              <a:t>Softmax</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出力</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1" name="正方形/長方形 40">
            <a:extLst>
              <a:ext uri="{FF2B5EF4-FFF2-40B4-BE49-F238E27FC236}">
                <a16:creationId xmlns:a16="http://schemas.microsoft.com/office/drawing/2014/main" id="{92FD4AE0-F840-8DB4-6978-03ACF81662E6}"/>
              </a:ext>
            </a:extLst>
          </p:cNvPr>
          <p:cNvSpPr/>
          <p:nvPr/>
        </p:nvSpPr>
        <p:spPr>
          <a:xfrm>
            <a:off x="1001974" y="3545185"/>
            <a:ext cx="4103419" cy="5355278"/>
          </a:xfrm>
          <a:prstGeom prst="rect">
            <a:avLst/>
          </a:prstGeom>
          <a:noFill/>
          <a:ln w="825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2" name="グループ化 41">
            <a:extLst>
              <a:ext uri="{FF2B5EF4-FFF2-40B4-BE49-F238E27FC236}">
                <a16:creationId xmlns:a16="http://schemas.microsoft.com/office/drawing/2014/main" id="{2F5B25CF-23EE-09FE-156E-FE7E7207315A}"/>
              </a:ext>
            </a:extLst>
          </p:cNvPr>
          <p:cNvGrpSpPr/>
          <p:nvPr/>
        </p:nvGrpSpPr>
        <p:grpSpPr>
          <a:xfrm>
            <a:off x="9641103" y="5512041"/>
            <a:ext cx="7086600" cy="552410"/>
            <a:chOff x="1535808" y="1451163"/>
            <a:chExt cx="8639037" cy="552410"/>
          </a:xfrm>
        </p:grpSpPr>
        <p:sp>
          <p:nvSpPr>
            <p:cNvPr id="43" name="TextBox 26">
              <a:extLst>
                <a:ext uri="{FF2B5EF4-FFF2-40B4-BE49-F238E27FC236}">
                  <a16:creationId xmlns:a16="http://schemas.microsoft.com/office/drawing/2014/main" id="{D67D3215-80E2-A98E-7677-A0EF6CEC7210}"/>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全体構造</a:t>
              </a:r>
              <a:endParaRPr lang="en-US" altLang="ja-JP" sz="3200" dirty="0">
                <a:latin typeface="Source Han Sans JP Medium"/>
                <a:ea typeface="Source Han Sans JP Medium"/>
                <a:cs typeface="Source Han Sans JP Medium"/>
                <a:sym typeface="Source Han Sans JP Medium"/>
              </a:endParaRPr>
            </a:p>
          </p:txBody>
        </p:sp>
        <p:sp>
          <p:nvSpPr>
            <p:cNvPr id="44" name="Freeform 5">
              <a:extLst>
                <a:ext uri="{FF2B5EF4-FFF2-40B4-BE49-F238E27FC236}">
                  <a16:creationId xmlns:a16="http://schemas.microsoft.com/office/drawing/2014/main" id="{7FB5F77D-8117-F1E3-B466-CDAC67E54F8A}"/>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47" name="矢印: 下 46">
            <a:extLst>
              <a:ext uri="{FF2B5EF4-FFF2-40B4-BE49-F238E27FC236}">
                <a16:creationId xmlns:a16="http://schemas.microsoft.com/office/drawing/2014/main" id="{F3036539-1146-5E4C-96AB-1C82F957B44A}"/>
              </a:ext>
            </a:extLst>
          </p:cNvPr>
          <p:cNvSpPr/>
          <p:nvPr/>
        </p:nvSpPr>
        <p:spPr>
          <a:xfrm rot="16200000">
            <a:off x="10031310" y="9047019"/>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8" name="TextBox 24">
            <a:extLst>
              <a:ext uri="{FF2B5EF4-FFF2-40B4-BE49-F238E27FC236}">
                <a16:creationId xmlns:a16="http://schemas.microsoft.com/office/drawing/2014/main" id="{0615838E-867E-B7F0-B46F-A98FBF18D4C5}"/>
              </a:ext>
            </a:extLst>
          </p:cNvPr>
          <p:cNvSpPr txBox="1"/>
          <p:nvPr/>
        </p:nvSpPr>
        <p:spPr>
          <a:xfrm>
            <a:off x="11014693" y="8881902"/>
            <a:ext cx="7044707" cy="897682"/>
          </a:xfrm>
          <a:prstGeom prst="rect">
            <a:avLst/>
          </a:prstGeom>
        </p:spPr>
        <p:txBody>
          <a:bodyPr wrap="square" lIns="0" tIns="0" rIns="0" bIns="0" rtlCol="0" anchor="t">
            <a:spAutoFit/>
          </a:bodyPr>
          <a:lstStyle/>
          <a:p>
            <a:pPr algn="l">
              <a:lnSpc>
                <a:spcPts val="3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次に出力される音声サンプルがどの値になるかの</a:t>
            </a:r>
            <a:r>
              <a:rPr lang="ja-JP" altLang="en-US" sz="32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確率分布</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256</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クラス）</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49" name="図 48" descr="ダイアグラム, 概略図&#10;&#10;AI によって生成されたコンテンツは間違っている可能性があります。">
            <a:extLst>
              <a:ext uri="{FF2B5EF4-FFF2-40B4-BE49-F238E27FC236}">
                <a16:creationId xmlns:a16="http://schemas.microsoft.com/office/drawing/2014/main" id="{EC77DFA2-9C09-7223-08EC-2FFE36F0DF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793942" y="100863"/>
            <a:ext cx="3320246" cy="3147317"/>
          </a:xfrm>
          <a:prstGeom prst="rect">
            <a:avLst/>
          </a:prstGeom>
        </p:spPr>
      </p:pic>
      <p:sp>
        <p:nvSpPr>
          <p:cNvPr id="50" name="正方形/長方形 49">
            <a:extLst>
              <a:ext uri="{FF2B5EF4-FFF2-40B4-BE49-F238E27FC236}">
                <a16:creationId xmlns:a16="http://schemas.microsoft.com/office/drawing/2014/main" id="{9C7B11C5-D96B-FFC7-53FA-8A18D2DDB733}"/>
              </a:ext>
            </a:extLst>
          </p:cNvPr>
          <p:cNvSpPr/>
          <p:nvPr/>
        </p:nvSpPr>
        <p:spPr>
          <a:xfrm>
            <a:off x="14793942" y="2036082"/>
            <a:ext cx="1771972" cy="454411"/>
          </a:xfrm>
          <a:prstGeom prst="rect">
            <a:avLst/>
          </a:prstGeom>
          <a:noFill/>
          <a:ln w="825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83669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B3E38-3053-2566-E011-944B21231E2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30B95F8-A839-5068-2EF6-FF30F6B37ECA}"/>
              </a:ext>
            </a:extLst>
          </p:cNvPr>
          <p:cNvSpPr>
            <a:spLocks noGrp="1"/>
          </p:cNvSpPr>
          <p:nvPr>
            <p:ph type="sldNum" sz="quarter" idx="12"/>
          </p:nvPr>
        </p:nvSpPr>
        <p:spPr/>
        <p:txBody>
          <a:bodyPr/>
          <a:lstStyle/>
          <a:p>
            <a:fld id="{B6F15528-21DE-4FAA-801E-634DDDAF4B2B}" type="slidenum">
              <a:rPr lang="en-US" smtClean="0"/>
              <a:pPr/>
              <a:t>10</a:t>
            </a:fld>
            <a:endParaRPr lang="en-US"/>
          </a:p>
        </p:txBody>
      </p:sp>
      <p:grpSp>
        <p:nvGrpSpPr>
          <p:cNvPr id="10" name="グループ化 9">
            <a:extLst>
              <a:ext uri="{FF2B5EF4-FFF2-40B4-BE49-F238E27FC236}">
                <a16:creationId xmlns:a16="http://schemas.microsoft.com/office/drawing/2014/main" id="{CC8EACE5-FFE5-8958-69CE-0C416E259E99}"/>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DBD9D605-2F1A-295B-14EF-2A15DFD448B8}"/>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2957C48D-F0CA-AC2D-689F-8A00958CDF0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FBD3A9E9-4C48-32AB-199C-0750B48BD87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BCAE4591-2066-8815-4950-06B94CE7A0B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87CF2716-1A4E-DD7F-C6B1-B80C44B3FEE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85AF52FE-609E-BE8E-7344-2A5D4E496282}"/>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31A3C7C4-5933-9D02-33A2-810C5E1DE2D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A45165A-44D2-492A-B589-9AC4E674D96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2C2A5E60-C7B9-7E65-3A0E-523901E11E2B}"/>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D5E07C74-AB71-759F-FF39-42521E7390A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9AFAE4E2-1603-32AC-5496-F8526025419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EAEBF1B9-C63E-4950-1A47-5E3D35E46C46}"/>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1DB0BEE9-77E7-DEF9-D000-17B5EFA26B3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AB1EEBF3-1620-932B-5EF4-D43C485FC75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5399BBF7-5440-9201-6A65-DCB9F84FEF49}"/>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10</a:t>
            </a:fld>
            <a:endParaRPr lang="en-US" sz="2400" dirty="0"/>
          </a:p>
        </p:txBody>
      </p:sp>
      <p:sp>
        <p:nvSpPr>
          <p:cNvPr id="3" name="TextBox 24">
            <a:extLst>
              <a:ext uri="{FF2B5EF4-FFF2-40B4-BE49-F238E27FC236}">
                <a16:creationId xmlns:a16="http://schemas.microsoft.com/office/drawing/2014/main" id="{22F5385E-881D-16FF-49FE-B81BE7F7133D}"/>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5" name="TextBox 26">
            <a:extLst>
              <a:ext uri="{FF2B5EF4-FFF2-40B4-BE49-F238E27FC236}">
                <a16:creationId xmlns:a16="http://schemas.microsoft.com/office/drawing/2014/main" id="{FD9EE421-908A-601C-6ACE-84AEE9447AD0}"/>
              </a:ext>
            </a:extLst>
          </p:cNvPr>
          <p:cNvSpPr txBox="1"/>
          <p:nvPr/>
        </p:nvSpPr>
        <p:spPr>
          <a:xfrm>
            <a:off x="1836275" y="1555698"/>
            <a:ext cx="7482873" cy="539315"/>
          </a:xfrm>
          <a:prstGeom prst="rect">
            <a:avLst/>
          </a:prstGeom>
        </p:spPr>
        <p:txBody>
          <a:bodyPr wrap="square" lIns="0" tIns="0" rIns="0" bIns="0" rtlCol="0" anchor="t">
            <a:spAutoFit/>
          </a:bodyPr>
          <a:lstStyle/>
          <a:p>
            <a:pPr>
              <a:lnSpc>
                <a:spcPts val="4480"/>
              </a:lnSpc>
              <a:spcBef>
                <a:spcPct val="0"/>
              </a:spcBef>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Residual Block</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（残差ブロック）</a:t>
            </a:r>
            <a:r>
              <a:rPr lang="ja-JP" altLang="en-US" sz="3200" dirty="0">
                <a:latin typeface="Source Han Sans JP Medium"/>
                <a:ea typeface="Source Han Sans JP Medium"/>
                <a:cs typeface="Source Han Sans JP Medium"/>
                <a:sym typeface="Source Han Sans JP Medium"/>
              </a:rPr>
              <a:t>の構造</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9751104A-D1E4-8C35-F77C-7358677D5454}"/>
              </a:ext>
            </a:extLst>
          </p:cNvPr>
          <p:cNvSpPr/>
          <p:nvPr/>
        </p:nvSpPr>
        <p:spPr>
          <a:xfrm rot="5400000">
            <a:off x="1325838" y="1780292"/>
            <a:ext cx="525978" cy="12965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pic>
        <p:nvPicPr>
          <p:cNvPr id="26" name="図 25" descr="ダイアグラム, 概略図&#10;&#10;AI によって生成されたコンテンツは間違っている可能性があります。">
            <a:extLst>
              <a:ext uri="{FF2B5EF4-FFF2-40B4-BE49-F238E27FC236}">
                <a16:creationId xmlns:a16="http://schemas.microsoft.com/office/drawing/2014/main" id="{1413D59C-78C1-098F-4700-0EBBACA7FD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6640" y="2375104"/>
            <a:ext cx="7983835" cy="5355278"/>
          </a:xfrm>
          <a:prstGeom prst="rect">
            <a:avLst/>
          </a:prstGeom>
        </p:spPr>
      </p:pic>
      <p:sp>
        <p:nvSpPr>
          <p:cNvPr id="30" name="TextBox 24">
            <a:extLst>
              <a:ext uri="{FF2B5EF4-FFF2-40B4-BE49-F238E27FC236}">
                <a16:creationId xmlns:a16="http://schemas.microsoft.com/office/drawing/2014/main" id="{5074F002-0217-FBAE-52A7-E2FA9F66AA0A}"/>
              </a:ext>
            </a:extLst>
          </p:cNvPr>
          <p:cNvSpPr txBox="1"/>
          <p:nvPr/>
        </p:nvSpPr>
        <p:spPr>
          <a:xfrm>
            <a:off x="9487514" y="5835575"/>
            <a:ext cx="7370009" cy="525978"/>
          </a:xfrm>
          <a:prstGeom prst="rect">
            <a:avLst/>
          </a:prstGeom>
        </p:spPr>
        <p:txBody>
          <a:bodyPr wrap="square" lIns="0" tIns="0" rIns="0" bIns="0" rtlCol="0" anchor="t">
            <a:spAutoFit/>
          </a:bodyPr>
          <a:lstStyle/>
          <a:p>
            <a:pPr marL="514350" indent="-514350" algn="l">
              <a:lnSpc>
                <a:spcPts val="4500"/>
              </a:lnSpc>
              <a:spcBef>
                <a:spcPct val="0"/>
              </a:spcBef>
              <a:buClr>
                <a:srgbClr val="64A4A3"/>
              </a:buClr>
              <a:buFont typeface="+mj-lt"/>
              <a:buAutoNum type="arabicPeriod" startAt="2"/>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ゲート付き活性化関数</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mc:AlternateContent xmlns:mc="http://schemas.openxmlformats.org/markup-compatibility/2006" xmlns:a14="http://schemas.microsoft.com/office/drawing/2010/main">
        <mc:Choice Requires="a14">
          <p:sp>
            <p:nvSpPr>
              <p:cNvPr id="31" name="TextBox 24">
                <a:extLst>
                  <a:ext uri="{FF2B5EF4-FFF2-40B4-BE49-F238E27FC236}">
                    <a16:creationId xmlns:a16="http://schemas.microsoft.com/office/drawing/2014/main" id="{06D1DA9F-3013-0EBD-D986-9BE35E85D943}"/>
                  </a:ext>
                </a:extLst>
              </p:cNvPr>
              <p:cNvSpPr txBox="1"/>
              <p:nvPr/>
            </p:nvSpPr>
            <p:spPr>
              <a:xfrm>
                <a:off x="9954107" y="6377535"/>
                <a:ext cx="7066595" cy="525978"/>
              </a:xfrm>
              <a:prstGeom prst="rect">
                <a:avLst/>
              </a:prstGeom>
            </p:spPr>
            <p:txBody>
              <a:bodyPr wrap="square" lIns="0" tIns="0" rIns="0" bIns="0" rtlCol="0" anchor="t">
                <a:spAutoFit/>
              </a:bodyPr>
              <a:lstStyle/>
              <a:p>
                <a:pPr marL="457200" indent="-457200">
                  <a:lnSpc>
                    <a:spcPts val="4500"/>
                  </a:lnSpc>
                  <a:spcBef>
                    <a:spcPct val="0"/>
                  </a:spcBef>
                  <a:buClr>
                    <a:srgbClr val="64A4A3"/>
                  </a:buClr>
                  <a:buFont typeface="Wingdings" panose="05000000000000000000" pitchFamily="2" charset="2"/>
                  <a:buChar char="Ø"/>
                </a:pPr>
                <a14:m>
                  <m:oMath xmlns:m="http://schemas.openxmlformats.org/officeDocument/2006/math">
                    <m:r>
                      <a:rPr kumimoji="1" lang="en-US" altLang="ja-JP" sz="2800" b="0" i="1" smtClean="0">
                        <a:latin typeface="Cambria Math" panose="02040503050406030204" pitchFamily="18" charset="0"/>
                      </a:rPr>
                      <m:t>𝑡𝑎𝑛h</m:t>
                    </m:r>
                  </m:oMath>
                </a14:m>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出力</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a:t>
                </a:r>
                <a:r>
                  <a:rPr kumimoji="1" lang="en-US" altLang="ja-JP" sz="2800" dirty="0"/>
                  <a:t> </a:t>
                </a:r>
                <a14:m>
                  <m:oMath xmlns:m="http://schemas.openxmlformats.org/officeDocument/2006/math">
                    <m:r>
                      <a:rPr kumimoji="1" lang="en-US" altLang="ja-JP" sz="2800" b="0" i="1" smtClean="0">
                        <a:latin typeface="Cambria Math" panose="02040503050406030204" pitchFamily="18" charset="0"/>
                      </a:rPr>
                      <m:t>𝑠𝑖𝑔𝑚𝑜𝑖𝑑</m:t>
                    </m:r>
                  </m:oMath>
                </a14:m>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出力</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p:txBody>
          </p:sp>
        </mc:Choice>
        <mc:Fallback xmlns="">
          <p:sp>
            <p:nvSpPr>
              <p:cNvPr id="31" name="TextBox 24">
                <a:extLst>
                  <a:ext uri="{FF2B5EF4-FFF2-40B4-BE49-F238E27FC236}">
                    <a16:creationId xmlns:a16="http://schemas.microsoft.com/office/drawing/2014/main" id="{06D1DA9F-3013-0EBD-D986-9BE35E85D943}"/>
                  </a:ext>
                </a:extLst>
              </p:cNvPr>
              <p:cNvSpPr txBox="1">
                <a:spLocks noRot="1" noChangeAspect="1" noMove="1" noResize="1" noEditPoints="1" noAdjustHandles="1" noChangeArrowheads="1" noChangeShapeType="1" noTextEdit="1"/>
              </p:cNvSpPr>
              <p:nvPr/>
            </p:nvSpPr>
            <p:spPr>
              <a:xfrm>
                <a:off x="9954107" y="6377535"/>
                <a:ext cx="7066595" cy="525978"/>
              </a:xfrm>
              <a:prstGeom prst="rect">
                <a:avLst/>
              </a:prstGeom>
              <a:blipFill>
                <a:blip r:embed="rId5"/>
                <a:stretch>
                  <a:fillRect t="-3488" b="-40698"/>
                </a:stretch>
              </a:blipFill>
            </p:spPr>
            <p:txBody>
              <a:bodyPr/>
              <a:lstStyle/>
              <a:p>
                <a:r>
                  <a:rPr lang="ja-JP" altLang="en-US">
                    <a:noFill/>
                  </a:rPr>
                  <a:t> </a:t>
                </a:r>
              </a:p>
            </p:txBody>
          </p:sp>
        </mc:Fallback>
      </mc:AlternateContent>
      <p:pic>
        <p:nvPicPr>
          <p:cNvPr id="35" name="図 34">
            <a:extLst>
              <a:ext uri="{FF2B5EF4-FFF2-40B4-BE49-F238E27FC236}">
                <a16:creationId xmlns:a16="http://schemas.microsoft.com/office/drawing/2014/main" id="{1EDEBD58-E7E0-F62C-8415-5D3E8097ED7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24228" y="5086203"/>
            <a:ext cx="8742700" cy="566329"/>
          </a:xfrm>
          <a:prstGeom prst="rect">
            <a:avLst/>
          </a:prstGeom>
        </p:spPr>
      </p:pic>
      <p:sp>
        <p:nvSpPr>
          <p:cNvPr id="9" name="TextBox 24">
            <a:extLst>
              <a:ext uri="{FF2B5EF4-FFF2-40B4-BE49-F238E27FC236}">
                <a16:creationId xmlns:a16="http://schemas.microsoft.com/office/drawing/2014/main" id="{62ECC498-A0D4-B827-724F-2D738155027B}"/>
              </a:ext>
            </a:extLst>
          </p:cNvPr>
          <p:cNvSpPr txBox="1"/>
          <p:nvPr/>
        </p:nvSpPr>
        <p:spPr>
          <a:xfrm>
            <a:off x="9487515" y="2183195"/>
            <a:ext cx="5306428" cy="525978"/>
          </a:xfrm>
          <a:prstGeom prst="rect">
            <a:avLst/>
          </a:prstGeom>
        </p:spPr>
        <p:txBody>
          <a:bodyPr wrap="square" lIns="0" tIns="0" rIns="0" bIns="0" rtlCol="0" anchor="t">
            <a:spAutoFit/>
          </a:bodyPr>
          <a:lstStyle/>
          <a:p>
            <a:pPr marL="514350" indent="-514350" algn="l">
              <a:lnSpc>
                <a:spcPts val="4500"/>
              </a:lnSpc>
              <a:spcBef>
                <a:spcPct val="0"/>
              </a:spcBef>
              <a:buClr>
                <a:srgbClr val="64A4A3"/>
              </a:buClr>
              <a:buFont typeface="+mj-lt"/>
              <a:buAutoNum type="arabicPeriod"/>
            </a:pPr>
            <a:r>
              <a:rPr lang="en-US" sz="2800" dirty="0">
                <a:latin typeface="Source Han Sans JP Medium" panose="020B0600070205080204" charset="-128"/>
                <a:ea typeface="Source Han Sans JP Medium" panose="020B0600070205080204" charset="-128"/>
                <a:cs typeface="Source Han Sans JP Medium"/>
                <a:sym typeface="Source Han Sans JP Medium"/>
              </a:rPr>
              <a:t>Dilated</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 </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Causal Convolution</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mc:AlternateContent xmlns:mc="http://schemas.openxmlformats.org/markup-compatibility/2006" xmlns:a14="http://schemas.microsoft.com/office/drawing/2010/main">
        <mc:Choice Requires="a14">
          <p:sp>
            <p:nvSpPr>
              <p:cNvPr id="29" name="TextBox 24">
                <a:extLst>
                  <a:ext uri="{FF2B5EF4-FFF2-40B4-BE49-F238E27FC236}">
                    <a16:creationId xmlns:a16="http://schemas.microsoft.com/office/drawing/2014/main" id="{D337A543-421D-3765-CBB4-6A9ABE503619}"/>
                  </a:ext>
                </a:extLst>
              </p:cNvPr>
              <p:cNvSpPr txBox="1"/>
              <p:nvPr/>
            </p:nvSpPr>
            <p:spPr>
              <a:xfrm>
                <a:off x="9877911" y="2795062"/>
                <a:ext cx="7066595" cy="2257221"/>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通常の畳み込みに「間引き（</a:t>
                </a:r>
                <a:r>
                  <a:rPr lang="en-US" altLang="ja-JP" sz="2800" dirty="0" err="1">
                    <a:latin typeface="Source Han Sans JP Medium" panose="020B0600070205080204" charset="-128"/>
                    <a:ea typeface="Source Han Sans JP Medium" panose="020B0600070205080204" charset="-128"/>
                    <a:cs typeface="Source Han Sans JP Medium"/>
                    <a:sym typeface="Source Han Sans JP Medium"/>
                  </a:rPr>
                  <a:t>dulation</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）」を追加したもの</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有限長の受容野 </a:t>
                </a:r>
                <a14:m>
                  <m:oMath xmlns:m="http://schemas.openxmlformats.org/officeDocument/2006/math">
                    <m:r>
                      <a:rPr lang="en-US" altLang="ja-JP" sz="2800" b="0" i="1" smtClean="0">
                        <a:latin typeface="Cambria Math" panose="02040503050406030204" pitchFamily="18" charset="0"/>
                        <a:ea typeface="Cambria Math" panose="02040503050406030204" pitchFamily="18" charset="0"/>
                        <a:cs typeface="Source Han Sans JP Medium"/>
                        <a:sym typeface="Source Han Sans JP Medium"/>
                      </a:rPr>
                      <m:t>𝑅</m:t>
                    </m:r>
                  </m:oMath>
                </a14:m>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Ø"/>
                </a:pP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Causal</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：時間的に前向きのみ見る</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p:txBody>
          </p:sp>
        </mc:Choice>
        <mc:Fallback xmlns="">
          <p:sp>
            <p:nvSpPr>
              <p:cNvPr id="29" name="TextBox 24">
                <a:extLst>
                  <a:ext uri="{FF2B5EF4-FFF2-40B4-BE49-F238E27FC236}">
                    <a16:creationId xmlns:a16="http://schemas.microsoft.com/office/drawing/2014/main" id="{D337A543-421D-3765-CBB4-6A9ABE503619}"/>
                  </a:ext>
                </a:extLst>
              </p:cNvPr>
              <p:cNvSpPr txBox="1">
                <a:spLocks noRot="1" noChangeAspect="1" noMove="1" noResize="1" noEditPoints="1" noAdjustHandles="1" noChangeArrowheads="1" noChangeShapeType="1" noTextEdit="1"/>
              </p:cNvSpPr>
              <p:nvPr/>
            </p:nvSpPr>
            <p:spPr>
              <a:xfrm>
                <a:off x="9877911" y="2795062"/>
                <a:ext cx="7066595" cy="2257221"/>
              </a:xfrm>
              <a:prstGeom prst="rect">
                <a:avLst/>
              </a:prstGeom>
              <a:blipFill>
                <a:blip r:embed="rId7"/>
                <a:stretch>
                  <a:fillRect l="-2759" t="-811" b="-8649"/>
                </a:stretch>
              </a:blipFill>
            </p:spPr>
            <p:txBody>
              <a:bodyPr/>
              <a:lstStyle/>
              <a:p>
                <a:r>
                  <a:rPr lang="ja-JP" altLang="en-US">
                    <a:noFill/>
                  </a:rPr>
                  <a:t> </a:t>
                </a:r>
              </a:p>
            </p:txBody>
          </p:sp>
        </mc:Fallback>
      </mc:AlternateContent>
      <p:sp>
        <p:nvSpPr>
          <p:cNvPr id="32" name="正方形/長方形 31">
            <a:extLst>
              <a:ext uri="{FF2B5EF4-FFF2-40B4-BE49-F238E27FC236}">
                <a16:creationId xmlns:a16="http://schemas.microsoft.com/office/drawing/2014/main" id="{592B8EC3-797B-12E4-75F1-DFC57D05A22E}"/>
              </a:ext>
            </a:extLst>
          </p:cNvPr>
          <p:cNvSpPr/>
          <p:nvPr/>
        </p:nvSpPr>
        <p:spPr>
          <a:xfrm>
            <a:off x="4724402" y="4206595"/>
            <a:ext cx="4316072" cy="3705301"/>
          </a:xfrm>
          <a:prstGeom prst="rect">
            <a:avLst/>
          </a:prstGeom>
          <a:noFill/>
          <a:ln w="825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4" name="図 33" descr="文字が書かれている&#10;&#10;AI によって生成されたコンテンツは間違っている可能性があります。">
            <a:extLst>
              <a:ext uri="{FF2B5EF4-FFF2-40B4-BE49-F238E27FC236}">
                <a16:creationId xmlns:a16="http://schemas.microsoft.com/office/drawing/2014/main" id="{C3C1E935-0B14-FC90-406B-D503B93EE6A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59784" y="7140740"/>
            <a:ext cx="6296904" cy="1009791"/>
          </a:xfrm>
          <a:prstGeom prst="rect">
            <a:avLst/>
          </a:prstGeom>
        </p:spPr>
      </p:pic>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197A600A-342B-C025-0D43-448CDE2DF386}"/>
                  </a:ext>
                </a:extLst>
              </p:cNvPr>
              <p:cNvSpPr txBox="1"/>
              <p:nvPr/>
            </p:nvSpPr>
            <p:spPr>
              <a:xfrm>
                <a:off x="16334772" y="7230136"/>
                <a:ext cx="1953228" cy="83099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1" lang="en-US" altLang="ja-JP" sz="2400" b="0" i="1" smtClean="0">
                          <a:latin typeface="Cambria Math" panose="02040503050406030204" pitchFamily="18" charset="0"/>
                        </a:rPr>
                        <m:t>𝑊</m:t>
                      </m:r>
                      <m:r>
                        <a:rPr kumimoji="1" lang="ja-JP" altLang="en-US" sz="2400" i="1">
                          <a:latin typeface="Cambria Math" panose="02040503050406030204" pitchFamily="18" charset="0"/>
                        </a:rPr>
                        <m:t>：</m:t>
                      </m:r>
                      <m:r>
                        <m:rPr>
                          <m:sty m:val="p"/>
                        </m:rPr>
                        <a:rPr kumimoji="1" lang="en-US" altLang="ja-JP" sz="2400" b="0" i="0" smtClean="0">
                          <a:latin typeface="Cambria Math" panose="02040503050406030204" pitchFamily="18" charset="0"/>
                        </a:rPr>
                        <m:t>DCC</m:t>
                      </m:r>
                    </m:oMath>
                  </m:oMathPara>
                </a14:m>
                <a:endParaRPr kumimoji="1" lang="en-US" altLang="ja-JP" sz="24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𝑉</m:t>
                      </m:r>
                      <m:r>
                        <a:rPr kumimoji="1" lang="ja-JP" altLang="en-US" sz="2400" i="1">
                          <a:latin typeface="Cambria Math" panose="02040503050406030204" pitchFamily="18" charset="0"/>
                        </a:rPr>
                        <m:t>：</m:t>
                      </m:r>
                      <m:r>
                        <a:rPr kumimoji="1" lang="en-US" altLang="ja-JP" sz="2400" b="0" i="0" smtClean="0">
                          <a:latin typeface="Cambria Math" panose="02040503050406030204" pitchFamily="18" charset="0"/>
                        </a:rPr>
                        <m:t>1</m:t>
                      </m:r>
                      <m:r>
                        <a:rPr kumimoji="1" lang="en-US" altLang="ja-JP" sz="2400" i="1">
                          <a:latin typeface="Cambria Math" panose="02040503050406030204" pitchFamily="18" charset="0"/>
                        </a:rPr>
                        <m:t>×</m:t>
                      </m:r>
                      <m:r>
                        <a:rPr kumimoji="1" lang="en-US" altLang="ja-JP" sz="2400" b="0" i="0" smtClean="0">
                          <a:latin typeface="Cambria Math" panose="02040503050406030204" pitchFamily="18" charset="0"/>
                        </a:rPr>
                        <m:t>1 </m:t>
                      </m:r>
                      <m:r>
                        <m:rPr>
                          <m:sty m:val="p"/>
                        </m:rPr>
                        <a:rPr kumimoji="1" lang="en-US" altLang="ja-JP" sz="2400" b="0" i="0" smtClean="0">
                          <a:latin typeface="Cambria Math" panose="02040503050406030204" pitchFamily="18" charset="0"/>
                        </a:rPr>
                        <m:t>conv</m:t>
                      </m:r>
                    </m:oMath>
                  </m:oMathPara>
                </a14:m>
                <a:endParaRPr kumimoji="1" lang="en-US" altLang="ja-JP" sz="2400" dirty="0">
                  <a:latin typeface="Source Han Sans JP Medium" panose="020B0600070205080204" charset="-128"/>
                  <a:ea typeface="Source Han Sans JP Medium" panose="020B0600070205080204" charset="-128"/>
                </a:endParaRPr>
              </a:p>
            </p:txBody>
          </p:sp>
        </mc:Choice>
        <mc:Fallback xmlns="">
          <p:sp>
            <p:nvSpPr>
              <p:cNvPr id="36" name="テキスト ボックス 35">
                <a:extLst>
                  <a:ext uri="{FF2B5EF4-FFF2-40B4-BE49-F238E27FC236}">
                    <a16:creationId xmlns:a16="http://schemas.microsoft.com/office/drawing/2014/main" id="{197A600A-342B-C025-0D43-448CDE2DF386}"/>
                  </a:ext>
                </a:extLst>
              </p:cNvPr>
              <p:cNvSpPr txBox="1">
                <a:spLocks noRot="1" noChangeAspect="1" noMove="1" noResize="1" noEditPoints="1" noAdjustHandles="1" noChangeArrowheads="1" noChangeShapeType="1" noTextEdit="1"/>
              </p:cNvSpPr>
              <p:nvPr/>
            </p:nvSpPr>
            <p:spPr>
              <a:xfrm>
                <a:off x="16334772" y="7230136"/>
                <a:ext cx="1953228" cy="830997"/>
              </a:xfrm>
              <a:prstGeom prst="rect">
                <a:avLst/>
              </a:prstGeom>
              <a:blipFill>
                <a:blip r:embed="rId9"/>
                <a:stretch>
                  <a:fillRect l="-938"/>
                </a:stretch>
              </a:blipFill>
            </p:spPr>
            <p:txBody>
              <a:bodyPr/>
              <a:lstStyle/>
              <a:p>
                <a:r>
                  <a:rPr lang="ja-JP" altLang="en-US">
                    <a:noFill/>
                  </a:rPr>
                  <a:t> </a:t>
                </a:r>
              </a:p>
            </p:txBody>
          </p:sp>
        </mc:Fallback>
      </mc:AlternateContent>
      <p:sp>
        <p:nvSpPr>
          <p:cNvPr id="38" name="Freeform 5">
            <a:extLst>
              <a:ext uri="{FF2B5EF4-FFF2-40B4-BE49-F238E27FC236}">
                <a16:creationId xmlns:a16="http://schemas.microsoft.com/office/drawing/2014/main" id="{36B991C8-14F5-8FCF-CB96-A4E2E4C51AA0}"/>
              </a:ext>
            </a:extLst>
          </p:cNvPr>
          <p:cNvSpPr/>
          <p:nvPr/>
        </p:nvSpPr>
        <p:spPr>
          <a:xfrm rot="5400000">
            <a:off x="15735195" y="7594879"/>
            <a:ext cx="830997" cy="122408"/>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sp>
        <p:nvSpPr>
          <p:cNvPr id="39" name="TextBox 24">
            <a:extLst>
              <a:ext uri="{FF2B5EF4-FFF2-40B4-BE49-F238E27FC236}">
                <a16:creationId xmlns:a16="http://schemas.microsoft.com/office/drawing/2014/main" id="{B80BADAD-EA29-19A4-B136-4D5810745BC6}"/>
              </a:ext>
            </a:extLst>
          </p:cNvPr>
          <p:cNvSpPr txBox="1"/>
          <p:nvPr/>
        </p:nvSpPr>
        <p:spPr>
          <a:xfrm>
            <a:off x="9409174" y="8179953"/>
            <a:ext cx="3850818" cy="546789"/>
          </a:xfrm>
          <a:prstGeom prst="rect">
            <a:avLst/>
          </a:prstGeom>
        </p:spPr>
        <p:txBody>
          <a:bodyPr wrap="square" lIns="0" tIns="0" rIns="0" bIns="0" rtlCol="0" anchor="t">
            <a:spAutoFit/>
          </a:bodyPr>
          <a:lstStyle/>
          <a:p>
            <a:pPr marL="514350" indent="-514350" algn="l">
              <a:lnSpc>
                <a:spcPts val="4500"/>
              </a:lnSpc>
              <a:spcBef>
                <a:spcPct val="0"/>
              </a:spcBef>
              <a:buClr>
                <a:srgbClr val="64A4A3"/>
              </a:buClr>
              <a:buFont typeface="+mj-lt"/>
              <a:buAutoNum type="arabicPeriod" startAt="3"/>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学習時の損失関数</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41" name="図 40" descr="時計 が含まれている画像&#10;&#10;AI によって生成されたコンテンツは間違っている可能性があります。">
            <a:extLst>
              <a:ext uri="{FF2B5EF4-FFF2-40B4-BE49-F238E27FC236}">
                <a16:creationId xmlns:a16="http://schemas.microsoft.com/office/drawing/2014/main" id="{40698042-E973-7825-DEA9-AEDB465E467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839028" y="8763914"/>
            <a:ext cx="4477375" cy="1162212"/>
          </a:xfrm>
          <a:prstGeom prst="rect">
            <a:avLst/>
          </a:prstGeom>
        </p:spPr>
      </p:pic>
      <p:sp>
        <p:nvSpPr>
          <p:cNvPr id="42" name="Freeform 5">
            <a:extLst>
              <a:ext uri="{FF2B5EF4-FFF2-40B4-BE49-F238E27FC236}">
                <a16:creationId xmlns:a16="http://schemas.microsoft.com/office/drawing/2014/main" id="{55AE420C-7320-46B7-62AE-D8A698D0B941}"/>
              </a:ext>
            </a:extLst>
          </p:cNvPr>
          <p:cNvSpPr/>
          <p:nvPr/>
        </p:nvSpPr>
        <p:spPr>
          <a:xfrm rot="5400000">
            <a:off x="12744989" y="9305194"/>
            <a:ext cx="1484832" cy="152391"/>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2A36696C-D4C9-396D-AF52-007E4B65C602}"/>
                  </a:ext>
                </a:extLst>
              </p:cNvPr>
              <p:cNvSpPr txBox="1"/>
              <p:nvPr/>
            </p:nvSpPr>
            <p:spPr>
              <a:xfrm>
                <a:off x="13753213" y="8561349"/>
                <a:ext cx="4672551" cy="1602105"/>
              </a:xfrm>
              <a:prstGeom prst="rect">
                <a:avLst/>
              </a:prstGeom>
              <a:noFill/>
            </p:spPr>
            <p:txBody>
              <a:bodyPr wrap="square" rtlCol="0">
                <a:spAutoFit/>
              </a:bodyPr>
              <a:lstStyle/>
              <a:p>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𝑦</m:t>
                        </m:r>
                      </m:e>
                      <m:sub>
                        <m:r>
                          <a:rPr kumimoji="1" lang="en-US" altLang="ja-JP" sz="2400" b="0" i="1" smtClean="0">
                            <a:latin typeface="Cambria Math" panose="02040503050406030204" pitchFamily="18" charset="0"/>
                          </a:rPr>
                          <m:t>𝑡</m:t>
                        </m:r>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𝑐</m:t>
                        </m:r>
                      </m:sub>
                    </m:sSub>
                    <m:r>
                      <a:rPr kumimoji="1" lang="ja-JP" altLang="en-US" sz="2400" i="1">
                        <a:latin typeface="Cambria Math" panose="02040503050406030204" pitchFamily="18" charset="0"/>
                      </a:rPr>
                      <m:t>：</m:t>
                    </m:r>
                  </m:oMath>
                </a14:m>
                <a:r>
                  <a:rPr kumimoji="1" lang="ja-JP" altLang="en-US" sz="2400" dirty="0">
                    <a:latin typeface="Source Han Sans JP Medium" panose="020B0600070205080204" charset="-128"/>
                    <a:ea typeface="Source Han Sans JP Medium" panose="020B0600070205080204" charset="-128"/>
                  </a:rPr>
                  <a:t>正解（</a:t>
                </a:r>
                <a:r>
                  <a:rPr kumimoji="1" lang="en-US" altLang="ja-JP" sz="2400" dirty="0">
                    <a:latin typeface="Source Han Sans JP Medium" panose="020B0600070205080204" charset="-128"/>
                    <a:ea typeface="Source Han Sans JP Medium" panose="020B0600070205080204" charset="-128"/>
                  </a:rPr>
                  <a:t>1-hot</a:t>
                </a:r>
                <a:r>
                  <a:rPr kumimoji="1" lang="ja-JP" altLang="en-US" sz="2400" dirty="0">
                    <a:latin typeface="Source Han Sans JP Medium" panose="020B0600070205080204" charset="-128"/>
                    <a:ea typeface="Source Han Sans JP Medium" panose="020B0600070205080204" charset="-128"/>
                  </a:rPr>
                  <a:t>）</a:t>
                </a:r>
                <a14:m>
                  <m:oMath xmlns:m="http://schemas.openxmlformats.org/officeDocument/2006/math">
                    <m:sSub>
                      <m:sSubPr>
                        <m:ctrlPr>
                          <a:rPr kumimoji="1" lang="en-US" altLang="ja-JP" sz="2400" i="1">
                            <a:latin typeface="Cambria Math" panose="02040503050406030204" pitchFamily="18" charset="0"/>
                          </a:rPr>
                        </m:ctrlPr>
                      </m:sSubPr>
                      <m:e>
                        <m:acc>
                          <m:accPr>
                            <m:chr m:val="̂"/>
                            <m:ctrlPr>
                              <a:rPr kumimoji="1" lang="en-US" altLang="ja-JP" sz="2400" i="1" smtClean="0">
                                <a:latin typeface="Cambria Math" panose="02040503050406030204" pitchFamily="18" charset="0"/>
                              </a:rPr>
                            </m:ctrlPr>
                          </m:accPr>
                          <m:e>
                            <m:r>
                              <a:rPr kumimoji="1" lang="en-US" altLang="ja-JP" sz="2400" b="0" i="1" smtClean="0">
                                <a:latin typeface="Cambria Math" panose="02040503050406030204" pitchFamily="18" charset="0"/>
                              </a:rPr>
                              <m:t>𝑦</m:t>
                            </m:r>
                          </m:e>
                        </m:acc>
                      </m:e>
                      <m:sub>
                        <m:r>
                          <a:rPr kumimoji="1" lang="en-US" altLang="ja-JP" sz="2400" b="0" i="1" smtClean="0">
                            <a:latin typeface="Cambria Math" panose="02040503050406030204" pitchFamily="18" charset="0"/>
                          </a:rPr>
                          <m:t>𝑡</m:t>
                        </m:r>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𝑐</m:t>
                        </m:r>
                      </m:sub>
                    </m:sSub>
                    <m:r>
                      <a:rPr kumimoji="1" lang="en-US" altLang="ja-JP" sz="2400" i="1">
                        <a:latin typeface="Cambria Math" panose="02040503050406030204" pitchFamily="18" charset="0"/>
                      </a:rPr>
                      <m:t> </m:t>
                    </m:r>
                    <m:r>
                      <a:rPr kumimoji="1" lang="ja-JP" altLang="en-US" sz="2400" i="1">
                        <a:latin typeface="Cambria Math" panose="02040503050406030204" pitchFamily="18" charset="0"/>
                      </a:rPr>
                      <m:t>：</m:t>
                    </m:r>
                  </m:oMath>
                </a14:m>
                <a:r>
                  <a:rPr kumimoji="1" lang="en-US" altLang="ja-JP" sz="2400" b="0" dirty="0">
                    <a:latin typeface="Source Han Sans JP Medium" panose="020B0600070205080204" charset="-128"/>
                  </a:rPr>
                  <a:t>WaveNet</a:t>
                </a:r>
                <a:r>
                  <a:rPr kumimoji="1" lang="ja-JP" altLang="en-US" sz="2400" b="0" dirty="0">
                    <a:latin typeface="Source Han Sans JP Medium" panose="020B0600070205080204" charset="-128"/>
                    <a:ea typeface="Source Han Sans JP Medium" panose="020B0600070205080204" charset="-128"/>
                  </a:rPr>
                  <a:t>の出力確率</a:t>
                </a:r>
                <a:r>
                  <a:rPr kumimoji="1" lang="ja-JP" altLang="en-US" sz="2400" b="0" dirty="0">
                    <a:latin typeface="Source Han Sans JP Medium" panose="020B0600070205080204" charset="-128"/>
                  </a:rPr>
                  <a:t>（</a:t>
                </a:r>
                <a:r>
                  <a:rPr kumimoji="1" lang="en-US" altLang="ja-JP" sz="2400" b="0" dirty="0" err="1">
                    <a:latin typeface="Source Han Sans JP Medium" panose="020B0600070205080204" charset="-128"/>
                  </a:rPr>
                  <a:t>softmax</a:t>
                </a:r>
                <a:r>
                  <a:rPr kumimoji="1" lang="ja-JP" altLang="en-US" sz="2400" b="0" dirty="0">
                    <a:latin typeface="Source Han Sans JP Medium" panose="020B0600070205080204" charset="-128"/>
                  </a:rPr>
                  <a:t>）</a:t>
                </a:r>
                <a:endParaRPr kumimoji="1" lang="en-US" altLang="ja-JP" sz="2400" dirty="0">
                  <a:latin typeface="Source Han Sans JP Medium" panose="020B0600070205080204" charset="-128"/>
                </a:endParaRPr>
              </a:p>
              <a:p>
                <a:r>
                  <a:rPr kumimoji="1" lang="ja-JP" altLang="en-US" sz="2400" b="0" dirty="0">
                    <a:latin typeface="Source Han Sans JP Medium" panose="020B0600070205080204" charset="-128"/>
                    <a:ea typeface="Source Han Sans JP Medium" panose="020B0600070205080204" charset="-128"/>
                  </a:rPr>
                  <a:t>クラス数</a:t>
                </a:r>
                <a14:m>
                  <m:oMath xmlns:m="http://schemas.openxmlformats.org/officeDocument/2006/math">
                    <m:r>
                      <a:rPr kumimoji="1" lang="en-US" altLang="ja-JP" sz="2400" b="0" i="0" smtClean="0">
                        <a:latin typeface="Cambria Math" panose="02040503050406030204" pitchFamily="18" charset="0"/>
                      </a:rPr>
                      <m:t> </m:t>
                    </m:r>
                    <m:r>
                      <a:rPr kumimoji="1" lang="en-US" altLang="ja-JP" sz="2400" b="0" i="1" smtClean="0">
                        <a:latin typeface="Cambria Math" panose="02040503050406030204" pitchFamily="18" charset="0"/>
                      </a:rPr>
                      <m:t>𝐶</m:t>
                    </m:r>
                    <m:r>
                      <a:rPr kumimoji="1" lang="en-US" altLang="ja-JP" sz="2400" b="0" i="1" smtClean="0">
                        <a:latin typeface="Cambria Math" panose="02040503050406030204" pitchFamily="18" charset="0"/>
                      </a:rPr>
                      <m:t>=256</m:t>
                    </m:r>
                  </m:oMath>
                </a14:m>
                <a:r>
                  <a:rPr kumimoji="1" lang="ja-JP" altLang="en-US" sz="2400" dirty="0">
                    <a:latin typeface="Source Han Sans JP Medium" panose="020B0600070205080204" charset="-128"/>
                    <a:ea typeface="Source Han Sans JP Medium" panose="020B0600070205080204" charset="-128"/>
                  </a:rPr>
                  <a:t>（</a:t>
                </a:r>
                <a:r>
                  <a:rPr kumimoji="1" lang="en-US" altLang="ja-JP" sz="2400" dirty="0">
                    <a:latin typeface="Source Han Sans JP Medium" panose="020B0600070205080204" charset="-128"/>
                    <a:ea typeface="Source Han Sans JP Medium" panose="020B0600070205080204" charset="-128"/>
                  </a:rPr>
                  <a:t>8bit</a:t>
                </a:r>
                <a:r>
                  <a:rPr kumimoji="1" lang="ja-JP" altLang="en-US" sz="2400" dirty="0">
                    <a:latin typeface="Source Han Sans JP Medium" panose="020B0600070205080204" charset="-128"/>
                    <a:ea typeface="Source Han Sans JP Medium" panose="020B0600070205080204" charset="-128"/>
                  </a:rPr>
                  <a:t>量子化）</a:t>
                </a:r>
                <a:endParaRPr kumimoji="1" lang="en-US" altLang="ja-JP" sz="2400" dirty="0">
                  <a:latin typeface="Source Han Sans JP Medium" panose="020B0600070205080204" charset="-128"/>
                  <a:ea typeface="Source Han Sans JP Medium" panose="020B0600070205080204" charset="-128"/>
                </a:endParaRPr>
              </a:p>
            </p:txBody>
          </p:sp>
        </mc:Choice>
        <mc:Fallback xmlns="">
          <p:sp>
            <p:nvSpPr>
              <p:cNvPr id="43" name="テキスト ボックス 42">
                <a:extLst>
                  <a:ext uri="{FF2B5EF4-FFF2-40B4-BE49-F238E27FC236}">
                    <a16:creationId xmlns:a16="http://schemas.microsoft.com/office/drawing/2014/main" id="{2A36696C-D4C9-396D-AF52-007E4B65C602}"/>
                  </a:ext>
                </a:extLst>
              </p:cNvPr>
              <p:cNvSpPr txBox="1">
                <a:spLocks noRot="1" noChangeAspect="1" noMove="1" noResize="1" noEditPoints="1" noAdjustHandles="1" noChangeArrowheads="1" noChangeShapeType="1" noTextEdit="1"/>
              </p:cNvSpPr>
              <p:nvPr/>
            </p:nvSpPr>
            <p:spPr>
              <a:xfrm>
                <a:off x="13753213" y="8561349"/>
                <a:ext cx="4672551" cy="1602105"/>
              </a:xfrm>
              <a:prstGeom prst="rect">
                <a:avLst/>
              </a:prstGeom>
              <a:blipFill>
                <a:blip r:embed="rId11"/>
                <a:stretch>
                  <a:fillRect l="-1956" t="-2662" r="-1825" b="-7605"/>
                </a:stretch>
              </a:blipFill>
            </p:spPr>
            <p:txBody>
              <a:bodyPr/>
              <a:lstStyle/>
              <a:p>
                <a:r>
                  <a:rPr lang="ja-JP" altLang="en-US">
                    <a:noFill/>
                  </a:rPr>
                  <a:t> </a:t>
                </a:r>
              </a:p>
            </p:txBody>
          </p:sp>
        </mc:Fallback>
      </mc:AlternateContent>
      <p:pic>
        <p:nvPicPr>
          <p:cNvPr id="44" name="図 43" descr="ダイアグラム, 概略図&#10;&#10;AI によって生成されたコンテンツは間違っている可能性があります。">
            <a:extLst>
              <a:ext uri="{FF2B5EF4-FFF2-40B4-BE49-F238E27FC236}">
                <a16:creationId xmlns:a16="http://schemas.microsoft.com/office/drawing/2014/main" id="{7BA7A010-0640-9DC6-2784-270930D4A9E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793942" y="100863"/>
            <a:ext cx="3320246" cy="3147317"/>
          </a:xfrm>
          <a:prstGeom prst="rect">
            <a:avLst/>
          </a:prstGeom>
        </p:spPr>
      </p:pic>
      <p:sp>
        <p:nvSpPr>
          <p:cNvPr id="45" name="正方形/長方形 44">
            <a:extLst>
              <a:ext uri="{FF2B5EF4-FFF2-40B4-BE49-F238E27FC236}">
                <a16:creationId xmlns:a16="http://schemas.microsoft.com/office/drawing/2014/main" id="{56D832C8-C215-3C9A-6CD3-50CBC5266E60}"/>
              </a:ext>
            </a:extLst>
          </p:cNvPr>
          <p:cNvSpPr/>
          <p:nvPr/>
        </p:nvSpPr>
        <p:spPr>
          <a:xfrm>
            <a:off x="14793942" y="2036082"/>
            <a:ext cx="1771972" cy="454411"/>
          </a:xfrm>
          <a:prstGeom prst="rect">
            <a:avLst/>
          </a:prstGeom>
          <a:noFill/>
          <a:ln w="825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0532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00587-0439-8C20-933E-C5D441B61BD2}"/>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FFBCAB5-A251-DB4C-FD5F-8A63583EA5CB}"/>
              </a:ext>
            </a:extLst>
          </p:cNvPr>
          <p:cNvSpPr>
            <a:spLocks noGrp="1"/>
          </p:cNvSpPr>
          <p:nvPr>
            <p:ph type="sldNum" sz="quarter" idx="12"/>
          </p:nvPr>
        </p:nvSpPr>
        <p:spPr/>
        <p:txBody>
          <a:bodyPr/>
          <a:lstStyle/>
          <a:p>
            <a:fld id="{B6F15528-21DE-4FAA-801E-634DDDAF4B2B}" type="slidenum">
              <a:rPr lang="en-US" smtClean="0"/>
              <a:pPr/>
              <a:t>11</a:t>
            </a:fld>
            <a:endParaRPr lang="en-US"/>
          </a:p>
        </p:txBody>
      </p:sp>
      <p:grpSp>
        <p:nvGrpSpPr>
          <p:cNvPr id="10" name="グループ化 9">
            <a:extLst>
              <a:ext uri="{FF2B5EF4-FFF2-40B4-BE49-F238E27FC236}">
                <a16:creationId xmlns:a16="http://schemas.microsoft.com/office/drawing/2014/main" id="{92A73680-E4B4-402A-2706-1A8F151193C8}"/>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880B180D-3CD1-0BBF-EC9E-0EF7094974AD}"/>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CF976FE-2AEE-89C0-9B5A-FC9E44D6F65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92C02E1E-257B-8A52-CD7E-2C4A69CA3E0E}"/>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FEF2E058-FD3B-822C-B67C-773DDD1F267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CBD466EA-00FF-207E-13D6-074E0F01D0F6}"/>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64962FDB-CF0F-EC46-1F5D-0BB8987A09C4}"/>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94656E86-BEC6-AF0A-673A-27CC148910F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28E70197-EDAF-BA6A-C947-2DCA4EDDA13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316CB1E8-192E-6955-FCEA-C4EE5C36E2BA}"/>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87D01C4E-70EE-81FE-B800-60141BBF09D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D65B727F-93AB-D6EA-282F-C0B3125E58D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7DB211B9-ADAD-8A4E-725A-F15BBEC14801}"/>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B006FD5-F02F-1064-5663-B4739300EA2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2B7E83DF-D357-6C5C-1FC5-168F2C9F0A5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4B1BA141-DF42-2BA7-7741-B2D4065F041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11</a:t>
            </a:fld>
            <a:endParaRPr lang="en-US" sz="2400" dirty="0"/>
          </a:p>
        </p:txBody>
      </p:sp>
      <p:sp>
        <p:nvSpPr>
          <p:cNvPr id="3" name="TextBox 24">
            <a:extLst>
              <a:ext uri="{FF2B5EF4-FFF2-40B4-BE49-F238E27FC236}">
                <a16:creationId xmlns:a16="http://schemas.microsoft.com/office/drawing/2014/main" id="{99F0D146-A40A-491B-E7C8-0D6F3101F8ED}"/>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 name="グループ化 3">
            <a:extLst>
              <a:ext uri="{FF2B5EF4-FFF2-40B4-BE49-F238E27FC236}">
                <a16:creationId xmlns:a16="http://schemas.microsoft.com/office/drawing/2014/main" id="{3417F41F-F4DC-0BCB-1332-276C70E6012D}"/>
              </a:ext>
            </a:extLst>
          </p:cNvPr>
          <p:cNvGrpSpPr/>
          <p:nvPr/>
        </p:nvGrpSpPr>
        <p:grpSpPr>
          <a:xfrm>
            <a:off x="1524000" y="1555698"/>
            <a:ext cx="7086600" cy="552410"/>
            <a:chOff x="1535808" y="1451163"/>
            <a:chExt cx="8639037" cy="552410"/>
          </a:xfrm>
        </p:grpSpPr>
        <p:sp>
          <p:nvSpPr>
            <p:cNvPr id="5" name="TextBox 26">
              <a:extLst>
                <a:ext uri="{FF2B5EF4-FFF2-40B4-BE49-F238E27FC236}">
                  <a16:creationId xmlns:a16="http://schemas.microsoft.com/office/drawing/2014/main" id="{1D0F00B6-53C7-BB84-FE1A-CAF020EBC9C1}"/>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システム概要</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B218E11D-59A0-241D-899A-0D614A49E1F7}"/>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pic>
        <p:nvPicPr>
          <p:cNvPr id="8" name="図 7" descr="ダイアグラム, 概略図&#10;&#10;AI によって生成されたコンテンツは間違っている可能性があります。">
            <a:extLst>
              <a:ext uri="{FF2B5EF4-FFF2-40B4-BE49-F238E27FC236}">
                <a16:creationId xmlns:a16="http://schemas.microsoft.com/office/drawing/2014/main" id="{3740DD69-EDE5-F689-E2FB-27FDA9C654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2469" y="2385537"/>
            <a:ext cx="7207601" cy="6832205"/>
          </a:xfrm>
          <a:prstGeom prst="rect">
            <a:avLst/>
          </a:prstGeom>
        </p:spPr>
      </p:pic>
      <p:sp>
        <p:nvSpPr>
          <p:cNvPr id="33" name="TextBox 24">
            <a:extLst>
              <a:ext uri="{FF2B5EF4-FFF2-40B4-BE49-F238E27FC236}">
                <a16:creationId xmlns:a16="http://schemas.microsoft.com/office/drawing/2014/main" id="{33553AB8-FD95-5715-5EA3-82490BBCE7AE}"/>
              </a:ext>
            </a:extLst>
          </p:cNvPr>
          <p:cNvSpPr txBox="1"/>
          <p:nvPr/>
        </p:nvSpPr>
        <p:spPr>
          <a:xfrm>
            <a:off x="8859360" y="3247058"/>
            <a:ext cx="5597565" cy="429798"/>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特徴量抽出＋統計量の計算</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34" name="グループ化 33">
            <a:extLst>
              <a:ext uri="{FF2B5EF4-FFF2-40B4-BE49-F238E27FC236}">
                <a16:creationId xmlns:a16="http://schemas.microsoft.com/office/drawing/2014/main" id="{1E7A9FD6-5DE1-61E0-D03C-BA63C46BF26C}"/>
              </a:ext>
            </a:extLst>
          </p:cNvPr>
          <p:cNvGrpSpPr/>
          <p:nvPr/>
        </p:nvGrpSpPr>
        <p:grpSpPr>
          <a:xfrm>
            <a:off x="8494732" y="2330445"/>
            <a:ext cx="8639037" cy="552410"/>
            <a:chOff x="1535808" y="1451163"/>
            <a:chExt cx="8639037" cy="552410"/>
          </a:xfrm>
        </p:grpSpPr>
        <p:sp>
          <p:nvSpPr>
            <p:cNvPr id="52" name="TextBox 26">
              <a:extLst>
                <a:ext uri="{FF2B5EF4-FFF2-40B4-BE49-F238E27FC236}">
                  <a16:creationId xmlns:a16="http://schemas.microsoft.com/office/drawing/2014/main" id="{6B4C49E4-1B28-A39D-405F-821E583DED71}"/>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テストフェーズ</a:t>
              </a:r>
              <a:endParaRPr lang="en-US" altLang="ja-JP"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53" name="Freeform 5">
              <a:extLst>
                <a:ext uri="{FF2B5EF4-FFF2-40B4-BE49-F238E27FC236}">
                  <a16:creationId xmlns:a16="http://schemas.microsoft.com/office/drawing/2014/main" id="{19E554A1-99A4-37D8-52C6-5DD7B5009680}"/>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mc:AlternateContent xmlns:mc="http://schemas.openxmlformats.org/markup-compatibility/2006" xmlns:a14="http://schemas.microsoft.com/office/drawing/2010/main">
        <mc:Choice Requires="a14">
          <p:sp>
            <p:nvSpPr>
              <p:cNvPr id="59" name="TextBox 24">
                <a:extLst>
                  <a:ext uri="{FF2B5EF4-FFF2-40B4-BE49-F238E27FC236}">
                    <a16:creationId xmlns:a16="http://schemas.microsoft.com/office/drawing/2014/main" id="{38FC4D32-0384-E9C7-80C4-8778DE292818}"/>
                  </a:ext>
                </a:extLst>
              </p:cNvPr>
              <p:cNvSpPr txBox="1"/>
              <p:nvPr/>
            </p:nvSpPr>
            <p:spPr>
              <a:xfrm>
                <a:off x="8859360" y="4649898"/>
                <a:ext cx="5597565" cy="429798"/>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14:m>
                  <m:oMath xmlns:m="http://schemas.openxmlformats.org/officeDocument/2006/math">
                    <m:r>
                      <a:rPr lang="ja-JP" altLang="en-US" sz="2800" i="1">
                        <a:latin typeface="Cambria Math" panose="02040503050406030204" pitchFamily="18" charset="0"/>
                        <a:ea typeface="Source Han Sans JP Medium" panose="020B0600070205080204" charset="-128"/>
                        <a:cs typeface="Source Han Sans JP Medium"/>
                        <a:sym typeface="Source Han Sans JP Medium"/>
                      </a:rPr>
                      <m:t>予測</m:t>
                    </m:r>
                    <m:r>
                      <a:rPr lang="ja-JP" altLang="en-US" sz="2800" i="1" smtClean="0">
                        <a:latin typeface="Cambria Math" panose="02040503050406030204" pitchFamily="18" charset="0"/>
                        <a:ea typeface="Source Han Sans JP Medium" panose="020B0600070205080204" charset="-128"/>
                        <a:cs typeface="Source Han Sans JP Medium"/>
                        <a:sym typeface="Source Han Sans JP Medium"/>
                      </a:rPr>
                      <m:t>処</m:t>
                    </m:r>
                    <m:r>
                      <a:rPr lang="ja-JP" altLang="en-US" sz="2800" i="1">
                        <a:latin typeface="Cambria Math" panose="02040503050406030204" pitchFamily="18" charset="0"/>
                        <a:ea typeface="Source Han Sans JP Medium" panose="020B0600070205080204" charset="-128"/>
                        <a:cs typeface="Source Han Sans JP Medium"/>
                        <a:sym typeface="Source Han Sans JP Medium"/>
                      </a:rPr>
                      <m:t>理</m:t>
                    </m:r>
                  </m:oMath>
                </a14:m>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mc:Choice>
        <mc:Fallback xmlns="">
          <p:sp>
            <p:nvSpPr>
              <p:cNvPr id="59" name="TextBox 24">
                <a:extLst>
                  <a:ext uri="{FF2B5EF4-FFF2-40B4-BE49-F238E27FC236}">
                    <a16:creationId xmlns:a16="http://schemas.microsoft.com/office/drawing/2014/main" id="{38FC4D32-0384-E9C7-80C4-8778DE292818}"/>
                  </a:ext>
                </a:extLst>
              </p:cNvPr>
              <p:cNvSpPr txBox="1">
                <a:spLocks noRot="1" noChangeAspect="1" noMove="1" noResize="1" noEditPoints="1" noAdjustHandles="1" noChangeArrowheads="1" noChangeShapeType="1" noTextEdit="1"/>
              </p:cNvSpPr>
              <p:nvPr/>
            </p:nvSpPr>
            <p:spPr>
              <a:xfrm>
                <a:off x="8859360" y="4649898"/>
                <a:ext cx="5597565" cy="429798"/>
              </a:xfrm>
              <a:prstGeom prst="rect">
                <a:avLst/>
              </a:prstGeom>
              <a:blipFill>
                <a:blip r:embed="rId5"/>
                <a:stretch>
                  <a:fillRect/>
                </a:stretch>
              </a:blipFill>
            </p:spPr>
            <p:txBody>
              <a:bodyPr/>
              <a:lstStyle/>
              <a:p>
                <a:r>
                  <a:rPr lang="ja-JP" altLang="en-US">
                    <a:noFill/>
                  </a:rPr>
                  <a:t> </a:t>
                </a:r>
              </a:p>
            </p:txBody>
          </p:sp>
        </mc:Fallback>
      </mc:AlternateContent>
      <p:sp>
        <p:nvSpPr>
          <p:cNvPr id="60" name="矢印: 下 59">
            <a:extLst>
              <a:ext uri="{FF2B5EF4-FFF2-40B4-BE49-F238E27FC236}">
                <a16:creationId xmlns:a16="http://schemas.microsoft.com/office/drawing/2014/main" id="{09E64DB6-D42E-8B14-3348-3BE081A550EB}"/>
              </a:ext>
            </a:extLst>
          </p:cNvPr>
          <p:cNvSpPr/>
          <p:nvPr/>
        </p:nvSpPr>
        <p:spPr>
          <a:xfrm rot="16200000">
            <a:off x="9316102" y="8324218"/>
            <a:ext cx="712405" cy="536420"/>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1" name="TextBox 24">
            <a:extLst>
              <a:ext uri="{FF2B5EF4-FFF2-40B4-BE49-F238E27FC236}">
                <a16:creationId xmlns:a16="http://schemas.microsoft.com/office/drawing/2014/main" id="{E743687D-ACE0-78AC-F891-883F292FB713}"/>
              </a:ext>
            </a:extLst>
          </p:cNvPr>
          <p:cNvSpPr txBox="1"/>
          <p:nvPr/>
        </p:nvSpPr>
        <p:spPr>
          <a:xfrm>
            <a:off x="10439398" y="8290992"/>
            <a:ext cx="5078652" cy="614014"/>
          </a:xfrm>
          <a:prstGeom prst="rect">
            <a:avLst/>
          </a:prstGeom>
        </p:spPr>
        <p:txBody>
          <a:bodyPr wrap="square" lIns="0" tIns="0" rIns="0" bIns="0" rtlCol="0" anchor="t">
            <a:spAutoFit/>
          </a:bodyPr>
          <a:lstStyle/>
          <a:p>
            <a:pPr>
              <a:lnSpc>
                <a:spcPts val="5000"/>
              </a:lnSpc>
              <a:spcBef>
                <a:spcPct val="0"/>
              </a:spcBef>
              <a:buClr>
                <a:srgbClr val="64A4A3"/>
              </a:buClr>
            </a:pPr>
            <a:r>
              <a:rPr lang="ja-JP" altLang="en-US" sz="4000" dirty="0">
                <a:latin typeface="Source Han Sans JP Medium" panose="020B0600070205080204" charset="-128"/>
                <a:ea typeface="Source Han Sans JP Medium" panose="020B0600070205080204" charset="-128"/>
                <a:cs typeface="Source Han Sans JP Medium"/>
                <a:sym typeface="Source Han Sans JP Medium"/>
              </a:rPr>
              <a:t>時系列の予測確信度</a:t>
            </a:r>
            <a:endParaRPr lang="en-US" altLang="ja-JP" sz="40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7" name="TextBox 24">
            <a:extLst>
              <a:ext uri="{FF2B5EF4-FFF2-40B4-BE49-F238E27FC236}">
                <a16:creationId xmlns:a16="http://schemas.microsoft.com/office/drawing/2014/main" id="{210F1333-85EC-12D9-7CAF-A54F807A3642}"/>
              </a:ext>
            </a:extLst>
          </p:cNvPr>
          <p:cNvSpPr txBox="1"/>
          <p:nvPr/>
        </p:nvSpPr>
        <p:spPr>
          <a:xfrm>
            <a:off x="9160565" y="3724622"/>
            <a:ext cx="7989769" cy="525978"/>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学習時と同じ平均，標準偏差</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9" name="TextBox 24">
            <a:extLst>
              <a:ext uri="{FF2B5EF4-FFF2-40B4-BE49-F238E27FC236}">
                <a16:creationId xmlns:a16="http://schemas.microsoft.com/office/drawing/2014/main" id="{C6F914CE-3F5D-FC93-8BBD-7E90527E263F}"/>
              </a:ext>
            </a:extLst>
          </p:cNvPr>
          <p:cNvSpPr txBox="1"/>
          <p:nvPr/>
        </p:nvSpPr>
        <p:spPr>
          <a:xfrm>
            <a:off x="9160565" y="5124643"/>
            <a:ext cx="7989769" cy="525978"/>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次のサンプルの確率分布を出力</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mc:AlternateContent xmlns:mc="http://schemas.openxmlformats.org/markup-compatibility/2006" xmlns:a14="http://schemas.microsoft.com/office/drawing/2010/main">
        <mc:Choice Requires="a14">
          <p:sp>
            <p:nvSpPr>
              <p:cNvPr id="26" name="TextBox 24">
                <a:extLst>
                  <a:ext uri="{FF2B5EF4-FFF2-40B4-BE49-F238E27FC236}">
                    <a16:creationId xmlns:a16="http://schemas.microsoft.com/office/drawing/2014/main" id="{9A9DB538-FD2B-2780-9762-5DE2F67FF5F7}"/>
                  </a:ext>
                </a:extLst>
              </p:cNvPr>
              <p:cNvSpPr txBox="1"/>
              <p:nvPr/>
            </p:nvSpPr>
            <p:spPr>
              <a:xfrm>
                <a:off x="8859360" y="6052738"/>
                <a:ext cx="5597565" cy="427040"/>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14:m>
                  <m:oMath xmlns:m="http://schemas.openxmlformats.org/officeDocument/2006/math">
                    <m:r>
                      <a:rPr lang="ja-JP" altLang="en-US" sz="2800" i="1" smtClean="0">
                        <a:latin typeface="Cambria Math" panose="02040503050406030204" pitchFamily="18" charset="0"/>
                        <a:ea typeface="Source Han Sans JP Medium" panose="020B0600070205080204" charset="-128"/>
                        <a:cs typeface="Source Han Sans JP Medium"/>
                        <a:sym typeface="Source Han Sans JP Medium"/>
                      </a:rPr>
                      <m:t>ポステリオグラム</m:t>
                    </m:r>
                  </m:oMath>
                </a14:m>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の取得</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mc:Choice>
        <mc:Fallback xmlns="">
          <p:sp>
            <p:nvSpPr>
              <p:cNvPr id="26" name="TextBox 24">
                <a:extLst>
                  <a:ext uri="{FF2B5EF4-FFF2-40B4-BE49-F238E27FC236}">
                    <a16:creationId xmlns:a16="http://schemas.microsoft.com/office/drawing/2014/main" id="{9A9DB538-FD2B-2780-9762-5DE2F67FF5F7}"/>
                  </a:ext>
                </a:extLst>
              </p:cNvPr>
              <p:cNvSpPr txBox="1">
                <a:spLocks noRot="1" noChangeAspect="1" noMove="1" noResize="1" noEditPoints="1" noAdjustHandles="1" noChangeArrowheads="1" noChangeShapeType="1" noTextEdit="1"/>
              </p:cNvSpPr>
              <p:nvPr/>
            </p:nvSpPr>
            <p:spPr>
              <a:xfrm>
                <a:off x="8859360" y="6052738"/>
                <a:ext cx="5597565" cy="427040"/>
              </a:xfrm>
              <a:prstGeom prst="rect">
                <a:avLst/>
              </a:prstGeom>
              <a:blipFill>
                <a:blip r:embed="rId6"/>
                <a:stretch>
                  <a:fillRect t="-25714" b="-50000"/>
                </a:stretch>
              </a:blipFill>
            </p:spPr>
            <p:txBody>
              <a:bodyPr/>
              <a:lstStyle/>
              <a:p>
                <a:r>
                  <a:rPr lang="ja-JP" altLang="en-US">
                    <a:noFill/>
                  </a:rPr>
                  <a:t> </a:t>
                </a:r>
              </a:p>
            </p:txBody>
          </p:sp>
        </mc:Fallback>
      </mc:AlternateContent>
      <p:sp>
        <p:nvSpPr>
          <p:cNvPr id="27" name="TextBox 24">
            <a:extLst>
              <a:ext uri="{FF2B5EF4-FFF2-40B4-BE49-F238E27FC236}">
                <a16:creationId xmlns:a16="http://schemas.microsoft.com/office/drawing/2014/main" id="{9A787584-9EB8-AA59-9945-D701385EE3E6}"/>
              </a:ext>
            </a:extLst>
          </p:cNvPr>
          <p:cNvSpPr txBox="1"/>
          <p:nvPr/>
        </p:nvSpPr>
        <p:spPr>
          <a:xfrm>
            <a:off x="9160565" y="6623663"/>
            <a:ext cx="7989769" cy="1103059"/>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各時刻における出力分布（</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256</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クラスの</a:t>
            </a:r>
            <a:r>
              <a:rPr lang="en-US" altLang="ja-JP" sz="2800" dirty="0" err="1">
                <a:latin typeface="Source Han Sans JP Medium" panose="020B0600070205080204" charset="-128"/>
                <a:ea typeface="Source Han Sans JP Medium" panose="020B0600070205080204" charset="-128"/>
                <a:cs typeface="Source Han Sans JP Medium"/>
                <a:sym typeface="Source Han Sans JP Medium"/>
              </a:rPr>
              <a:t>Softmax</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結果）を連続的に全て並べたもの</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8" name="正方形/長方形 27">
            <a:extLst>
              <a:ext uri="{FF2B5EF4-FFF2-40B4-BE49-F238E27FC236}">
                <a16:creationId xmlns:a16="http://schemas.microsoft.com/office/drawing/2014/main" id="{55BDEFD8-7B10-66E0-5AEC-F61B33FAAB38}"/>
              </a:ext>
            </a:extLst>
          </p:cNvPr>
          <p:cNvSpPr/>
          <p:nvPr/>
        </p:nvSpPr>
        <p:spPr>
          <a:xfrm>
            <a:off x="4506960" y="2376509"/>
            <a:ext cx="3793109" cy="4247154"/>
          </a:xfrm>
          <a:prstGeom prst="rect">
            <a:avLst/>
          </a:prstGeom>
          <a:noFill/>
          <a:ln w="825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81476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C9B76-985E-9AA9-0AB6-5A626AB719A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BEC1C7A-0D99-B06C-4768-4380F02B4959}"/>
              </a:ext>
            </a:extLst>
          </p:cNvPr>
          <p:cNvSpPr>
            <a:spLocks noGrp="1"/>
          </p:cNvSpPr>
          <p:nvPr>
            <p:ph type="sldNum" sz="quarter" idx="12"/>
          </p:nvPr>
        </p:nvSpPr>
        <p:spPr/>
        <p:txBody>
          <a:bodyPr/>
          <a:lstStyle/>
          <a:p>
            <a:fld id="{B6F15528-21DE-4FAA-801E-634DDDAF4B2B}" type="slidenum">
              <a:rPr lang="en-US" smtClean="0"/>
              <a:pPr/>
              <a:t>12</a:t>
            </a:fld>
            <a:endParaRPr lang="en-US"/>
          </a:p>
        </p:txBody>
      </p:sp>
      <p:grpSp>
        <p:nvGrpSpPr>
          <p:cNvPr id="10" name="グループ化 9">
            <a:extLst>
              <a:ext uri="{FF2B5EF4-FFF2-40B4-BE49-F238E27FC236}">
                <a16:creationId xmlns:a16="http://schemas.microsoft.com/office/drawing/2014/main" id="{CCA04927-CF76-F0C0-51A1-30FA7655FA00}"/>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AC6C5E6C-7CC1-968E-ABAE-822FA636DD08}"/>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9375D562-DBEB-0B8F-12C4-8BFE4A92B58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2014F671-4360-49C6-1ABA-C91EC354E51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9B3358A9-C01F-BF9B-D63C-25B3E27D0C5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B71C312D-4729-D19F-BA69-3582473B84FE}"/>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60DB8567-604B-5C42-AD62-B8F0563D448E}"/>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7A357F2-495B-C979-15D2-6B812FC5B63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98492013-C433-95BD-63A9-23FB934A1A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479774B-E0DF-015F-C53E-288425E259CD}"/>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8D52E6D7-C907-4A0C-C6E9-FA16366EF3F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B88CE565-C149-BCD9-25D7-2FEEF0D3D93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BC18B75-5C63-8EA0-C2CD-4AA0FF36F207}"/>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D1E8A12F-CFE9-0441-6B95-0DC096AC0B1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96DF964A-35A4-8E97-7167-E4403609AF2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49DD5DDB-B9CB-C37F-932D-0305D7BE5BCB}"/>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12</a:t>
            </a:fld>
            <a:endParaRPr lang="en-US" sz="2400" dirty="0"/>
          </a:p>
        </p:txBody>
      </p:sp>
      <p:sp>
        <p:nvSpPr>
          <p:cNvPr id="3" name="TextBox 24">
            <a:extLst>
              <a:ext uri="{FF2B5EF4-FFF2-40B4-BE49-F238E27FC236}">
                <a16:creationId xmlns:a16="http://schemas.microsoft.com/office/drawing/2014/main" id="{08ED5234-0177-85AC-C2B4-93A061664757}"/>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 name="グループ化 3">
            <a:extLst>
              <a:ext uri="{FF2B5EF4-FFF2-40B4-BE49-F238E27FC236}">
                <a16:creationId xmlns:a16="http://schemas.microsoft.com/office/drawing/2014/main" id="{5AF77E64-7B73-EDC6-3446-49B4D937BA88}"/>
              </a:ext>
            </a:extLst>
          </p:cNvPr>
          <p:cNvGrpSpPr/>
          <p:nvPr/>
        </p:nvGrpSpPr>
        <p:grpSpPr>
          <a:xfrm>
            <a:off x="1524000" y="1555698"/>
            <a:ext cx="7086600" cy="552410"/>
            <a:chOff x="1535808" y="1451163"/>
            <a:chExt cx="8639037" cy="552410"/>
          </a:xfrm>
        </p:grpSpPr>
        <p:sp>
          <p:nvSpPr>
            <p:cNvPr id="5" name="TextBox 26">
              <a:extLst>
                <a:ext uri="{FF2B5EF4-FFF2-40B4-BE49-F238E27FC236}">
                  <a16:creationId xmlns:a16="http://schemas.microsoft.com/office/drawing/2014/main" id="{4D36B0D3-76B2-137D-7834-B8A8C70C31EE}"/>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システム概要</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0E129481-63F4-96EA-2296-762607B57646}"/>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pic>
        <p:nvPicPr>
          <p:cNvPr id="8" name="図 7" descr="ダイアグラム, 概略図&#10;&#10;AI によって生成されたコンテンツは間違っている可能性があります。">
            <a:extLst>
              <a:ext uri="{FF2B5EF4-FFF2-40B4-BE49-F238E27FC236}">
                <a16:creationId xmlns:a16="http://schemas.microsoft.com/office/drawing/2014/main" id="{D62E8E23-E13C-008E-87AE-BA972C7F56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2469" y="2385537"/>
            <a:ext cx="7207601" cy="6832205"/>
          </a:xfrm>
          <a:prstGeom prst="rect">
            <a:avLst/>
          </a:prstGeom>
        </p:spPr>
      </p:pic>
      <p:sp>
        <p:nvSpPr>
          <p:cNvPr id="33" name="TextBox 24">
            <a:extLst>
              <a:ext uri="{FF2B5EF4-FFF2-40B4-BE49-F238E27FC236}">
                <a16:creationId xmlns:a16="http://schemas.microsoft.com/office/drawing/2014/main" id="{29A63E33-8225-D837-1149-BBE4B87E9476}"/>
              </a:ext>
            </a:extLst>
          </p:cNvPr>
          <p:cNvSpPr txBox="1"/>
          <p:nvPr/>
        </p:nvSpPr>
        <p:spPr>
          <a:xfrm>
            <a:off x="8846870" y="3114293"/>
            <a:ext cx="5597565" cy="429798"/>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スコアリング</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34" name="グループ化 33">
            <a:extLst>
              <a:ext uri="{FF2B5EF4-FFF2-40B4-BE49-F238E27FC236}">
                <a16:creationId xmlns:a16="http://schemas.microsoft.com/office/drawing/2014/main" id="{9716B35A-D63F-CA5C-E6A2-DA49FC0B9A03}"/>
              </a:ext>
            </a:extLst>
          </p:cNvPr>
          <p:cNvGrpSpPr/>
          <p:nvPr/>
        </p:nvGrpSpPr>
        <p:grpSpPr>
          <a:xfrm>
            <a:off x="8494732" y="2330445"/>
            <a:ext cx="8639037" cy="552410"/>
            <a:chOff x="1535808" y="1451163"/>
            <a:chExt cx="8639037" cy="552410"/>
          </a:xfrm>
        </p:grpSpPr>
        <p:sp>
          <p:nvSpPr>
            <p:cNvPr id="52" name="TextBox 26">
              <a:extLst>
                <a:ext uri="{FF2B5EF4-FFF2-40B4-BE49-F238E27FC236}">
                  <a16:creationId xmlns:a16="http://schemas.microsoft.com/office/drawing/2014/main" id="{692178CD-0A27-D915-B313-BBE36B080421}"/>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テストフェーズ</a:t>
              </a:r>
              <a:endParaRPr lang="en-US" altLang="ja-JP"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53" name="Freeform 5">
              <a:extLst>
                <a:ext uri="{FF2B5EF4-FFF2-40B4-BE49-F238E27FC236}">
                  <a16:creationId xmlns:a16="http://schemas.microsoft.com/office/drawing/2014/main" id="{1E17743F-DCCB-8989-150A-2D2141898A2A}"/>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60" name="矢印: 下 59">
            <a:extLst>
              <a:ext uri="{FF2B5EF4-FFF2-40B4-BE49-F238E27FC236}">
                <a16:creationId xmlns:a16="http://schemas.microsoft.com/office/drawing/2014/main" id="{5B31B7F9-8520-6D31-C85C-DAD0EAF2019A}"/>
              </a:ext>
            </a:extLst>
          </p:cNvPr>
          <p:cNvSpPr/>
          <p:nvPr/>
        </p:nvSpPr>
        <p:spPr>
          <a:xfrm rot="16200000">
            <a:off x="8840138" y="5679229"/>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TextBox 24">
            <a:extLst>
              <a:ext uri="{FF2B5EF4-FFF2-40B4-BE49-F238E27FC236}">
                <a16:creationId xmlns:a16="http://schemas.microsoft.com/office/drawing/2014/main" id="{DFC94C7B-96AD-2DDC-0D46-C8926972C6C6}"/>
              </a:ext>
            </a:extLst>
          </p:cNvPr>
          <p:cNvSpPr txBox="1"/>
          <p:nvPr/>
        </p:nvSpPr>
        <p:spPr>
          <a:xfrm>
            <a:off x="9148075" y="3591857"/>
            <a:ext cx="8324104" cy="1103059"/>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ポステリオグラムからエントロピー（不確かさ）計算</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9" name="TextBox 24">
            <a:extLst>
              <a:ext uri="{FF2B5EF4-FFF2-40B4-BE49-F238E27FC236}">
                <a16:creationId xmlns:a16="http://schemas.microsoft.com/office/drawing/2014/main" id="{5BC167BC-06A2-024B-03BB-72567545A2D7}"/>
              </a:ext>
            </a:extLst>
          </p:cNvPr>
          <p:cNvSpPr txBox="1"/>
          <p:nvPr/>
        </p:nvSpPr>
        <p:spPr>
          <a:xfrm>
            <a:off x="9716096" y="5378412"/>
            <a:ext cx="8559414" cy="1103059"/>
          </a:xfrm>
          <a:prstGeom prst="rect">
            <a:avLst/>
          </a:prstGeom>
        </p:spPr>
        <p:txBody>
          <a:bodyPr wrap="square" lIns="0" tIns="0" rIns="0" bIns="0" rtlCol="0" anchor="t">
            <a:spAutoFit/>
          </a:bodyPr>
          <a:lstStyle/>
          <a:p>
            <a:pPr algn="l">
              <a:lnSpc>
                <a:spcPts val="4500"/>
              </a:lnSpc>
              <a:spcBef>
                <a:spcPct val="0"/>
              </a:spcBef>
              <a:buClr>
                <a:srgbClr val="64A4A3"/>
              </a:buClr>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正常音→シャープな分布→エントロピー小</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a:p>
            <a:pPr algn="l">
              <a:lnSpc>
                <a:spcPts val="4500"/>
              </a:lnSpc>
              <a:spcBef>
                <a:spcPct val="0"/>
              </a:spcBef>
              <a:buClr>
                <a:srgbClr val="64A4A3"/>
              </a:buClr>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異常音→フラットな分布→</a:t>
            </a:r>
            <a:r>
              <a:rPr lang="ja-JP" altLang="en-US" sz="28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エントロピー大</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（≒異常）</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mc:AlternateContent xmlns:mc="http://schemas.openxmlformats.org/markup-compatibility/2006" xmlns:a14="http://schemas.microsoft.com/office/drawing/2010/main">
        <mc:Choice Requires="a14">
          <p:sp>
            <p:nvSpPr>
              <p:cNvPr id="26" name="TextBox 24">
                <a:extLst>
                  <a:ext uri="{FF2B5EF4-FFF2-40B4-BE49-F238E27FC236}">
                    <a16:creationId xmlns:a16="http://schemas.microsoft.com/office/drawing/2014/main" id="{360B7FAF-10C6-62EA-2338-714E12ECC55E}"/>
                  </a:ext>
                </a:extLst>
              </p:cNvPr>
              <p:cNvSpPr txBox="1"/>
              <p:nvPr/>
            </p:nvSpPr>
            <p:spPr>
              <a:xfrm>
                <a:off x="8782938" y="7199762"/>
                <a:ext cx="6880430" cy="426976"/>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14:m>
                  <m:oMath xmlns:m="http://schemas.openxmlformats.org/officeDocument/2006/math">
                    <m:r>
                      <a:rPr lang="ja-JP" altLang="en-US" sz="2800" i="1">
                        <a:latin typeface="Cambria Math" panose="02040503050406030204" pitchFamily="18" charset="0"/>
                        <a:ea typeface="Source Han Sans JP Medium" panose="020B0600070205080204" charset="-128"/>
                        <a:cs typeface="Source Han Sans JP Medium"/>
                        <a:sym typeface="Source Han Sans JP Medium"/>
                      </a:rPr>
                      <m:t>異常と</m:t>
                    </m:r>
                    <m:r>
                      <a:rPr lang="ja-JP" altLang="en-US" sz="2800" i="1" smtClean="0">
                        <a:latin typeface="Cambria Math" panose="02040503050406030204" pitchFamily="18" charset="0"/>
                        <a:ea typeface="Source Han Sans JP Medium" panose="020B0600070205080204" charset="-128"/>
                        <a:cs typeface="Source Han Sans JP Medium"/>
                        <a:sym typeface="Source Han Sans JP Medium"/>
                      </a:rPr>
                      <m:t>みなすか</m:t>
                    </m:r>
                    <m:r>
                      <a:rPr lang="ja-JP" altLang="en-US" sz="2800" i="1">
                        <a:latin typeface="Cambria Math" panose="02040503050406030204" pitchFamily="18" charset="0"/>
                        <a:ea typeface="Source Han Sans JP Medium" panose="020B0600070205080204" charset="-128"/>
                        <a:cs typeface="Source Han Sans JP Medium"/>
                        <a:sym typeface="Source Han Sans JP Medium"/>
                      </a:rPr>
                      <m:t>どうか</m:t>
                    </m:r>
                  </m:oMath>
                </a14:m>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の判断（閾値）</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mc:Choice>
        <mc:Fallback xmlns="">
          <p:sp>
            <p:nvSpPr>
              <p:cNvPr id="26" name="TextBox 24">
                <a:extLst>
                  <a:ext uri="{FF2B5EF4-FFF2-40B4-BE49-F238E27FC236}">
                    <a16:creationId xmlns:a16="http://schemas.microsoft.com/office/drawing/2014/main" id="{360B7FAF-10C6-62EA-2338-714E12ECC55E}"/>
                  </a:ext>
                </a:extLst>
              </p:cNvPr>
              <p:cNvSpPr txBox="1">
                <a:spLocks noRot="1" noChangeAspect="1" noMove="1" noResize="1" noEditPoints="1" noAdjustHandles="1" noChangeArrowheads="1" noChangeShapeType="1" noTextEdit="1"/>
              </p:cNvSpPr>
              <p:nvPr/>
            </p:nvSpPr>
            <p:spPr>
              <a:xfrm>
                <a:off x="8782938" y="7199762"/>
                <a:ext cx="6880430" cy="426976"/>
              </a:xfrm>
              <a:prstGeom prst="rect">
                <a:avLst/>
              </a:prstGeom>
              <a:blipFill>
                <a:blip r:embed="rId5"/>
                <a:stretch>
                  <a:fillRect t="-25714" b="-51429"/>
                </a:stretch>
              </a:blipFill>
            </p:spPr>
            <p:txBody>
              <a:bodyPr/>
              <a:lstStyle/>
              <a:p>
                <a:r>
                  <a:rPr lang="ja-JP" altLang="en-US">
                    <a:noFill/>
                  </a:rPr>
                  <a:t> </a:t>
                </a:r>
              </a:p>
            </p:txBody>
          </p:sp>
        </mc:Fallback>
      </mc:AlternateContent>
      <p:sp>
        <p:nvSpPr>
          <p:cNvPr id="28" name="正方形/長方形 27">
            <a:extLst>
              <a:ext uri="{FF2B5EF4-FFF2-40B4-BE49-F238E27FC236}">
                <a16:creationId xmlns:a16="http://schemas.microsoft.com/office/drawing/2014/main" id="{D98501AC-64EB-A90D-1A22-F20075410BBB}"/>
              </a:ext>
            </a:extLst>
          </p:cNvPr>
          <p:cNvSpPr/>
          <p:nvPr/>
        </p:nvSpPr>
        <p:spPr>
          <a:xfrm>
            <a:off x="4489348" y="6607725"/>
            <a:ext cx="3810722" cy="745575"/>
          </a:xfrm>
          <a:prstGeom prst="rect">
            <a:avLst/>
          </a:prstGeom>
          <a:noFill/>
          <a:ln w="825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 name="図 29" descr="時計 が含まれている画像&#10;&#10;AI によって生成されたコンテンツは間違っている可能性があります。">
            <a:extLst>
              <a:ext uri="{FF2B5EF4-FFF2-40B4-BE49-F238E27FC236}">
                <a16:creationId xmlns:a16="http://schemas.microsoft.com/office/drawing/2014/main" id="{64BA5699-B044-4FFB-198C-716C942D64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645652" y="4198039"/>
            <a:ext cx="3446869" cy="1201782"/>
          </a:xfrm>
          <a:prstGeom prst="rect">
            <a:avLst/>
          </a:prstGeom>
        </p:spPr>
      </p:pic>
      <p:pic>
        <p:nvPicPr>
          <p:cNvPr id="36" name="図 35">
            <a:extLst>
              <a:ext uri="{FF2B5EF4-FFF2-40B4-BE49-F238E27FC236}">
                <a16:creationId xmlns:a16="http://schemas.microsoft.com/office/drawing/2014/main" id="{B5EB1AD0-2F6C-43E1-8C90-6A45B0E93A6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46052" y="8185758"/>
            <a:ext cx="3305128" cy="516852"/>
          </a:xfrm>
          <a:prstGeom prst="rect">
            <a:avLst/>
          </a:prstGeom>
        </p:spPr>
      </p:pic>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94AC527D-0ADA-603F-7ABB-67DDE8CDA4E5}"/>
                  </a:ext>
                </a:extLst>
              </p:cNvPr>
              <p:cNvSpPr txBox="1"/>
              <p:nvPr/>
            </p:nvSpPr>
            <p:spPr>
              <a:xfrm>
                <a:off x="13146640" y="7974789"/>
                <a:ext cx="4806934" cy="1200329"/>
              </a:xfrm>
              <a:prstGeom prst="rect">
                <a:avLst/>
              </a:prstGeom>
              <a:noFill/>
            </p:spPr>
            <p:txBody>
              <a:bodyPr wrap="square" rtlCol="0">
                <a:spAutoFit/>
              </a:bodyPr>
              <a:lstStyle/>
              <a:p>
                <a14:m>
                  <m:oMath xmlns:m="http://schemas.openxmlformats.org/officeDocument/2006/math">
                    <m:r>
                      <a:rPr kumimoji="1" lang="ja-JP" altLang="en-US" sz="2400" b="0" i="1" smtClean="0">
                        <a:latin typeface="Cambria Math" panose="02040503050406030204" pitchFamily="18" charset="0"/>
                      </a:rPr>
                      <m:t>𝜇</m:t>
                    </m:r>
                    <m:r>
                      <a:rPr kumimoji="1" lang="ja-JP" altLang="en-US" sz="2400" i="1">
                        <a:latin typeface="Cambria Math" panose="02040503050406030204" pitchFamily="18" charset="0"/>
                      </a:rPr>
                      <m:t>：</m:t>
                    </m:r>
                  </m:oMath>
                </a14:m>
                <a:r>
                  <a:rPr kumimoji="1" lang="ja-JP" altLang="en-US" sz="2400" dirty="0">
                    <a:latin typeface="Source Han Sans JP Medium" panose="020B0600070205080204" charset="-128"/>
                    <a:ea typeface="Source Han Sans JP Medium" panose="020B0600070205080204" charset="-128"/>
                  </a:rPr>
                  <a:t>訓練データの平均エントロピー</a:t>
                </a:r>
                <a14:m>
                  <m:oMath xmlns:m="http://schemas.openxmlformats.org/officeDocument/2006/math">
                    <m:r>
                      <a:rPr kumimoji="1" lang="ja-JP" altLang="en-US" sz="2400" b="0" i="1" smtClean="0">
                        <a:latin typeface="Cambria Math" panose="02040503050406030204" pitchFamily="18" charset="0"/>
                      </a:rPr>
                      <m:t>𝛽</m:t>
                    </m:r>
                    <m:r>
                      <a:rPr kumimoji="1" lang="ja-JP" altLang="en-US" sz="2400" i="1">
                        <a:latin typeface="Cambria Math" panose="02040503050406030204" pitchFamily="18" charset="0"/>
                      </a:rPr>
                      <m:t>：</m:t>
                    </m:r>
                  </m:oMath>
                </a14:m>
                <a:r>
                  <a:rPr kumimoji="1" lang="ja-JP" altLang="en-US" sz="2400" dirty="0">
                    <a:latin typeface="Source Han Sans JP Medium" panose="020B0600070205080204" charset="-128"/>
                    <a:ea typeface="Source Han Sans JP Medium" panose="020B0600070205080204" charset="-128"/>
                  </a:rPr>
                  <a:t>標準偏差</a:t>
                </a:r>
                <a:endParaRPr kumimoji="1" lang="en-US" altLang="ja-JP" sz="2400" dirty="0">
                  <a:latin typeface="Source Han Sans JP Medium" panose="020B0600070205080204" charset="-128"/>
                  <a:ea typeface="Source Han Sans JP Medium" panose="020B0600070205080204" charset="-128"/>
                </a:endParaRPr>
              </a:p>
              <a:p>
                <a14:m>
                  <m:oMath xmlns:m="http://schemas.openxmlformats.org/officeDocument/2006/math">
                    <m:r>
                      <a:rPr kumimoji="1" lang="ja-JP" altLang="en-US" sz="2400" i="1">
                        <a:latin typeface="Cambria Math" panose="02040503050406030204" pitchFamily="18" charset="0"/>
                      </a:rPr>
                      <m:t>𝜎</m:t>
                    </m:r>
                    <m:r>
                      <a:rPr kumimoji="1" lang="ja-JP" altLang="en-US" sz="2400" i="1">
                        <a:latin typeface="Cambria Math" panose="02040503050406030204" pitchFamily="18" charset="0"/>
                      </a:rPr>
                      <m:t>：</m:t>
                    </m:r>
                  </m:oMath>
                </a14:m>
                <a:r>
                  <a:rPr kumimoji="1" lang="ja-JP" altLang="en-US" sz="2400" dirty="0">
                    <a:latin typeface="Source Han Sans JP Medium" panose="020B0600070205080204" charset="-128"/>
                    <a:ea typeface="Source Han Sans JP Medium" panose="020B0600070205080204" charset="-128"/>
                  </a:rPr>
                  <a:t>調整パラメータ</a:t>
                </a:r>
                <a:endParaRPr kumimoji="1" lang="en-US" altLang="ja-JP" sz="2400" dirty="0">
                  <a:latin typeface="Source Han Sans JP Medium" panose="020B0600070205080204" charset="-128"/>
                  <a:ea typeface="Source Han Sans JP Medium" panose="020B0600070205080204" charset="-128"/>
                </a:endParaRPr>
              </a:p>
            </p:txBody>
          </p:sp>
        </mc:Choice>
        <mc:Fallback xmlns="">
          <p:sp>
            <p:nvSpPr>
              <p:cNvPr id="38" name="テキスト ボックス 37">
                <a:extLst>
                  <a:ext uri="{FF2B5EF4-FFF2-40B4-BE49-F238E27FC236}">
                    <a16:creationId xmlns:a16="http://schemas.microsoft.com/office/drawing/2014/main" id="{94AC527D-0ADA-603F-7ABB-67DDE8CDA4E5}"/>
                  </a:ext>
                </a:extLst>
              </p:cNvPr>
              <p:cNvSpPr txBox="1">
                <a:spLocks noRot="1" noChangeAspect="1" noMove="1" noResize="1" noEditPoints="1" noAdjustHandles="1" noChangeArrowheads="1" noChangeShapeType="1" noTextEdit="1"/>
              </p:cNvSpPr>
              <p:nvPr/>
            </p:nvSpPr>
            <p:spPr>
              <a:xfrm>
                <a:off x="13146640" y="7974789"/>
                <a:ext cx="4806934" cy="1200329"/>
              </a:xfrm>
              <a:prstGeom prst="rect">
                <a:avLst/>
              </a:prstGeom>
              <a:blipFill>
                <a:blip r:embed="rId8"/>
                <a:stretch>
                  <a:fillRect l="-1142" t="-4061" r="-1142" b="-10660"/>
                </a:stretch>
              </a:blipFill>
            </p:spPr>
            <p:txBody>
              <a:bodyPr/>
              <a:lstStyle/>
              <a:p>
                <a:r>
                  <a:rPr lang="ja-JP" altLang="en-US">
                    <a:noFill/>
                  </a:rPr>
                  <a:t> </a:t>
                </a:r>
              </a:p>
            </p:txBody>
          </p:sp>
        </mc:Fallback>
      </mc:AlternateContent>
      <p:sp>
        <p:nvSpPr>
          <p:cNvPr id="39" name="Freeform 5">
            <a:extLst>
              <a:ext uri="{FF2B5EF4-FFF2-40B4-BE49-F238E27FC236}">
                <a16:creationId xmlns:a16="http://schemas.microsoft.com/office/drawing/2014/main" id="{5246C7B0-1FB6-452D-2AF6-38AFBF861F87}"/>
              </a:ext>
            </a:extLst>
          </p:cNvPr>
          <p:cNvSpPr/>
          <p:nvPr/>
        </p:nvSpPr>
        <p:spPr>
          <a:xfrm rot="5400000">
            <a:off x="12304772" y="8480195"/>
            <a:ext cx="1262370" cy="127476"/>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spTree>
    <p:extLst>
      <p:ext uri="{BB962C8B-B14F-4D97-AF65-F5344CB8AC3E}">
        <p14:creationId xmlns:p14="http://schemas.microsoft.com/office/powerpoint/2010/main" val="1498123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50BCC-6176-ADA6-69BD-BEE1298CF33C}"/>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32BBF1D-0DBF-7DFD-86DD-C7B87D3A1FE1}"/>
              </a:ext>
            </a:extLst>
          </p:cNvPr>
          <p:cNvSpPr>
            <a:spLocks noGrp="1"/>
          </p:cNvSpPr>
          <p:nvPr>
            <p:ph type="sldNum" sz="quarter" idx="12"/>
          </p:nvPr>
        </p:nvSpPr>
        <p:spPr/>
        <p:txBody>
          <a:bodyPr/>
          <a:lstStyle/>
          <a:p>
            <a:fld id="{B6F15528-21DE-4FAA-801E-634DDDAF4B2B}" type="slidenum">
              <a:rPr lang="en-US" smtClean="0"/>
              <a:pPr/>
              <a:t>13</a:t>
            </a:fld>
            <a:endParaRPr lang="en-US"/>
          </a:p>
        </p:txBody>
      </p:sp>
      <p:grpSp>
        <p:nvGrpSpPr>
          <p:cNvPr id="10" name="グループ化 9">
            <a:extLst>
              <a:ext uri="{FF2B5EF4-FFF2-40B4-BE49-F238E27FC236}">
                <a16:creationId xmlns:a16="http://schemas.microsoft.com/office/drawing/2014/main" id="{DE238E7C-6E28-240C-93D3-B3F788B6801F}"/>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F4AEB12A-2C58-D0EA-EF08-F94E83A04078}"/>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E65693C4-1737-75A8-020D-F36938B41F13}"/>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F9109EF0-877F-49D2-3EA3-6A3E20B433E6}"/>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02D2D784-9222-4EC6-7621-143681892417}"/>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AA5B0702-68BC-3E1D-D5AF-1008E54344BE}"/>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7622E05C-CE12-7F9E-177D-6BA0EFC785A3}"/>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4CC942C-02A6-0841-BEE2-6404F66E931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418C5FD8-A6F3-087E-1CB0-E64A008FCCF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B2EF540C-A45E-63BE-385D-C2101F8B01A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2522DF7B-3132-3816-E6FB-4320DB0BC9C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76DE925B-E7E9-A66A-2D24-C481049908C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DC19E2CC-1B6C-2C9A-106A-0E9DF312C1BB}"/>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6CE8A3B8-7C4B-014F-C043-9E834E61509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0F8FB950-4543-6090-F4DD-03CA731987C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7D8322D-B66E-9CED-2B8B-A662486CC84D}"/>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13</a:t>
            </a:fld>
            <a:endParaRPr lang="en-US" sz="2400" dirty="0"/>
          </a:p>
        </p:txBody>
      </p:sp>
      <p:sp>
        <p:nvSpPr>
          <p:cNvPr id="3" name="TextBox 24">
            <a:extLst>
              <a:ext uri="{FF2B5EF4-FFF2-40B4-BE49-F238E27FC236}">
                <a16:creationId xmlns:a16="http://schemas.microsoft.com/office/drawing/2014/main" id="{D94A743C-A7B6-C19E-3A29-C7DFE24E483E}"/>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a:t>
            </a:r>
            <a:endParaRPr lang="en-US" sz="4000" dirty="0">
              <a:solidFill>
                <a:srgbClr val="292B2B"/>
              </a:solidFill>
              <a:latin typeface="Source Han Sans JP Medium"/>
              <a:ea typeface="Source Han Sans JP Medium"/>
              <a:cs typeface="Source Han Sans JP Medium"/>
              <a:sym typeface="Source Han Sans JP Medium"/>
            </a:endParaRPr>
          </a:p>
        </p:txBody>
      </p:sp>
      <p:pic>
        <p:nvPicPr>
          <p:cNvPr id="8" name="図 7" descr="ダイアグラム, 概略図&#10;&#10;AI によって生成されたコンテンツは間違っている可能性があります。">
            <a:extLst>
              <a:ext uri="{FF2B5EF4-FFF2-40B4-BE49-F238E27FC236}">
                <a16:creationId xmlns:a16="http://schemas.microsoft.com/office/drawing/2014/main" id="{FC28E986-77DF-B0FD-6E57-908B96313ED6}"/>
              </a:ext>
            </a:extLst>
          </p:cNvPr>
          <p:cNvPicPr>
            <a:picLocks noChangeAspect="1"/>
          </p:cNvPicPr>
          <p:nvPr/>
        </p:nvPicPr>
        <p:blipFill>
          <a:blip r:embed="rId4">
            <a:extLst>
              <a:ext uri="{28A0092B-C50C-407E-A947-70E740481C1C}">
                <a14:useLocalDpi xmlns:a14="http://schemas.microsoft.com/office/drawing/2010/main" val="0"/>
              </a:ext>
            </a:extLst>
          </a:blip>
          <a:srcRect b="7620"/>
          <a:stretch/>
        </p:blipFill>
        <p:spPr>
          <a:xfrm>
            <a:off x="11566127" y="1175228"/>
            <a:ext cx="4331812" cy="3793309"/>
          </a:xfrm>
          <a:prstGeom prst="rect">
            <a:avLst/>
          </a:prstGeom>
        </p:spPr>
      </p:pic>
      <p:sp>
        <p:nvSpPr>
          <p:cNvPr id="33" name="TextBox 24">
            <a:extLst>
              <a:ext uri="{FF2B5EF4-FFF2-40B4-BE49-F238E27FC236}">
                <a16:creationId xmlns:a16="http://schemas.microsoft.com/office/drawing/2014/main" id="{2230FB2D-CA9C-EAB1-A80D-8155ADC154C7}"/>
              </a:ext>
            </a:extLst>
          </p:cNvPr>
          <p:cNvSpPr txBox="1"/>
          <p:nvPr/>
        </p:nvSpPr>
        <p:spPr>
          <a:xfrm>
            <a:off x="1846473" y="2590314"/>
            <a:ext cx="5597565" cy="429798"/>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後処理</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60" name="矢印: 下 59">
            <a:extLst>
              <a:ext uri="{FF2B5EF4-FFF2-40B4-BE49-F238E27FC236}">
                <a16:creationId xmlns:a16="http://schemas.microsoft.com/office/drawing/2014/main" id="{4EE7BE43-BCC5-2755-C8BF-92C845AD10D8}"/>
              </a:ext>
            </a:extLst>
          </p:cNvPr>
          <p:cNvSpPr/>
          <p:nvPr/>
        </p:nvSpPr>
        <p:spPr>
          <a:xfrm rot="16200000">
            <a:off x="2481005" y="3843111"/>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TextBox 24">
            <a:extLst>
              <a:ext uri="{FF2B5EF4-FFF2-40B4-BE49-F238E27FC236}">
                <a16:creationId xmlns:a16="http://schemas.microsoft.com/office/drawing/2014/main" id="{57E1473B-326D-89EE-F2FF-4112D5EFDFA3}"/>
              </a:ext>
            </a:extLst>
          </p:cNvPr>
          <p:cNvSpPr txBox="1"/>
          <p:nvPr/>
        </p:nvSpPr>
        <p:spPr>
          <a:xfrm>
            <a:off x="2218913" y="3113201"/>
            <a:ext cx="5815282" cy="525978"/>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エントロピーベースの異常検知</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9" name="TextBox 24">
            <a:extLst>
              <a:ext uri="{FF2B5EF4-FFF2-40B4-BE49-F238E27FC236}">
                <a16:creationId xmlns:a16="http://schemas.microsoft.com/office/drawing/2014/main" id="{D2A5D039-B1C0-69E1-7FB5-97D3D823515C}"/>
              </a:ext>
            </a:extLst>
          </p:cNvPr>
          <p:cNvSpPr txBox="1"/>
          <p:nvPr/>
        </p:nvSpPr>
        <p:spPr>
          <a:xfrm>
            <a:off x="3417846" y="3804413"/>
            <a:ext cx="4997348" cy="525978"/>
          </a:xfrm>
          <a:prstGeom prst="rect">
            <a:avLst/>
          </a:prstGeom>
        </p:spPr>
        <p:txBody>
          <a:bodyPr wrap="square" lIns="0" tIns="0" rIns="0" bIns="0" rtlCol="0" anchor="t">
            <a:spAutoFit/>
          </a:bodyPr>
          <a:lstStyle/>
          <a:p>
            <a:pPr algn="l">
              <a:lnSpc>
                <a:spcPts val="4500"/>
              </a:lnSpc>
              <a:spcBef>
                <a:spcPct val="0"/>
              </a:spcBef>
              <a:buClr>
                <a:srgbClr val="64A4A3"/>
              </a:buClr>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誤検出やノイズが残る可能性</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7" name="TextBox 24">
            <a:extLst>
              <a:ext uri="{FF2B5EF4-FFF2-40B4-BE49-F238E27FC236}">
                <a16:creationId xmlns:a16="http://schemas.microsoft.com/office/drawing/2014/main" id="{B3FC3370-B678-2153-A571-7F652C2CD918}"/>
              </a:ext>
            </a:extLst>
          </p:cNvPr>
          <p:cNvSpPr txBox="1"/>
          <p:nvPr/>
        </p:nvSpPr>
        <p:spPr>
          <a:xfrm>
            <a:off x="2187168" y="5082556"/>
            <a:ext cx="3986482" cy="525978"/>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一瞬だけ異常が立つ</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9" name="正方形/長方形 28">
            <a:extLst>
              <a:ext uri="{FF2B5EF4-FFF2-40B4-BE49-F238E27FC236}">
                <a16:creationId xmlns:a16="http://schemas.microsoft.com/office/drawing/2014/main" id="{4CA42DD1-7B8A-6778-9FEB-E10516788780}"/>
              </a:ext>
            </a:extLst>
          </p:cNvPr>
          <p:cNvSpPr/>
          <p:nvPr/>
        </p:nvSpPr>
        <p:spPr>
          <a:xfrm>
            <a:off x="13639800" y="4054278"/>
            <a:ext cx="2209800" cy="555822"/>
          </a:xfrm>
          <a:prstGeom prst="rect">
            <a:avLst/>
          </a:prstGeom>
          <a:noFill/>
          <a:ln w="666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TextBox 24">
            <a:extLst>
              <a:ext uri="{FF2B5EF4-FFF2-40B4-BE49-F238E27FC236}">
                <a16:creationId xmlns:a16="http://schemas.microsoft.com/office/drawing/2014/main" id="{18299347-D292-A8DF-7A2F-EE2761EDC060}"/>
              </a:ext>
            </a:extLst>
          </p:cNvPr>
          <p:cNvSpPr txBox="1"/>
          <p:nvPr/>
        </p:nvSpPr>
        <p:spPr>
          <a:xfrm>
            <a:off x="2187167" y="6083356"/>
            <a:ext cx="7335149" cy="1103059"/>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本来</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1</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つの異常イベントだが途中が正常と判断され</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2</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つに分離</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6" name="TextBox 24">
            <a:extLst>
              <a:ext uri="{FF2B5EF4-FFF2-40B4-BE49-F238E27FC236}">
                <a16:creationId xmlns:a16="http://schemas.microsoft.com/office/drawing/2014/main" id="{FB67E8F8-673C-32A4-59B1-6689A3C9B78A}"/>
              </a:ext>
            </a:extLst>
          </p:cNvPr>
          <p:cNvSpPr txBox="1"/>
          <p:nvPr/>
        </p:nvSpPr>
        <p:spPr>
          <a:xfrm>
            <a:off x="2187167" y="7785951"/>
            <a:ext cx="7335149" cy="1103059"/>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本来は異常ではないが一瞬正常と判断する短時間誤検出</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8" name="TextBox 24">
            <a:extLst>
              <a:ext uri="{FF2B5EF4-FFF2-40B4-BE49-F238E27FC236}">
                <a16:creationId xmlns:a16="http://schemas.microsoft.com/office/drawing/2014/main" id="{5E3A9329-46A4-A259-499C-D03F48DD8D29}"/>
              </a:ext>
            </a:extLst>
          </p:cNvPr>
          <p:cNvSpPr txBox="1"/>
          <p:nvPr/>
        </p:nvSpPr>
        <p:spPr>
          <a:xfrm>
            <a:off x="7223176" y="6975303"/>
            <a:ext cx="3066473" cy="500843"/>
          </a:xfrm>
          <a:prstGeom prst="rect">
            <a:avLst/>
          </a:prstGeom>
        </p:spPr>
        <p:txBody>
          <a:bodyPr wrap="square" lIns="0" tIns="0" rIns="0" bIns="0" rtlCol="0" anchor="t">
            <a:spAutoFit/>
          </a:bodyPr>
          <a:lstStyle/>
          <a:p>
            <a:pPr algn="l">
              <a:lnSpc>
                <a:spcPts val="4100"/>
              </a:lnSpc>
              <a:spcBef>
                <a:spcPct val="0"/>
              </a:spcBef>
              <a:buClr>
                <a:srgbClr val="64A4A3"/>
              </a:buClr>
            </a:pPr>
            <a:r>
              <a:rPr lang="ja-JP" altLang="en-US" sz="32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中央値フィルタ</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0" name="TextBox 24">
            <a:extLst>
              <a:ext uri="{FF2B5EF4-FFF2-40B4-BE49-F238E27FC236}">
                <a16:creationId xmlns:a16="http://schemas.microsoft.com/office/drawing/2014/main" id="{9ED8AC60-0C44-9A5C-AE14-58E5093CFA82}"/>
              </a:ext>
            </a:extLst>
          </p:cNvPr>
          <p:cNvSpPr txBox="1"/>
          <p:nvPr/>
        </p:nvSpPr>
        <p:spPr>
          <a:xfrm>
            <a:off x="7204583" y="5121028"/>
            <a:ext cx="2659450" cy="500843"/>
          </a:xfrm>
          <a:prstGeom prst="rect">
            <a:avLst/>
          </a:prstGeom>
        </p:spPr>
        <p:txBody>
          <a:bodyPr wrap="square" lIns="0" tIns="0" rIns="0" bIns="0" rtlCol="0" anchor="t">
            <a:spAutoFit/>
          </a:bodyPr>
          <a:lstStyle/>
          <a:p>
            <a:pPr algn="l">
              <a:lnSpc>
                <a:spcPts val="4100"/>
              </a:lnSpc>
              <a:spcBef>
                <a:spcPct val="0"/>
              </a:spcBef>
              <a:buClr>
                <a:srgbClr val="64A4A3"/>
              </a:buClr>
            </a:pPr>
            <a:r>
              <a:rPr lang="ja-JP" altLang="en-US" sz="32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ギャップ補間</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41" name="グループ化 40">
            <a:extLst>
              <a:ext uri="{FF2B5EF4-FFF2-40B4-BE49-F238E27FC236}">
                <a16:creationId xmlns:a16="http://schemas.microsoft.com/office/drawing/2014/main" id="{457CE4C5-B3F8-A282-AC30-B4791105042A}"/>
              </a:ext>
            </a:extLst>
          </p:cNvPr>
          <p:cNvGrpSpPr/>
          <p:nvPr/>
        </p:nvGrpSpPr>
        <p:grpSpPr>
          <a:xfrm>
            <a:off x="1517527" y="1840752"/>
            <a:ext cx="8375540" cy="552410"/>
            <a:chOff x="1535808" y="1451163"/>
            <a:chExt cx="8639037" cy="552410"/>
          </a:xfrm>
        </p:grpSpPr>
        <p:sp>
          <p:nvSpPr>
            <p:cNvPr id="42" name="TextBox 26">
              <a:extLst>
                <a:ext uri="{FF2B5EF4-FFF2-40B4-BE49-F238E27FC236}">
                  <a16:creationId xmlns:a16="http://schemas.microsoft.com/office/drawing/2014/main" id="{68C52468-C6C9-DAA4-3B25-5B77A41D6C35}"/>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rPr>
                <a:t>テストフェーズ</a:t>
              </a:r>
              <a:endParaRPr lang="en-US" altLang="ja-JP" sz="28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
          <p:nvSpPr>
            <p:cNvPr id="43" name="Freeform 5">
              <a:extLst>
                <a:ext uri="{FF2B5EF4-FFF2-40B4-BE49-F238E27FC236}">
                  <a16:creationId xmlns:a16="http://schemas.microsoft.com/office/drawing/2014/main" id="{35F3FCB8-0595-C927-BD0C-6A3EC85865AF}"/>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44" name="矢印: 下 43">
            <a:extLst>
              <a:ext uri="{FF2B5EF4-FFF2-40B4-BE49-F238E27FC236}">
                <a16:creationId xmlns:a16="http://schemas.microsoft.com/office/drawing/2014/main" id="{DD0AD377-55F5-E116-EE17-F54ECEF3747A}"/>
              </a:ext>
            </a:extLst>
          </p:cNvPr>
          <p:cNvSpPr/>
          <p:nvPr/>
        </p:nvSpPr>
        <p:spPr>
          <a:xfrm rot="16200000">
            <a:off x="6182276" y="5178264"/>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5" name="矢印: 下 44">
            <a:extLst>
              <a:ext uri="{FF2B5EF4-FFF2-40B4-BE49-F238E27FC236}">
                <a16:creationId xmlns:a16="http://schemas.microsoft.com/office/drawing/2014/main" id="{253E540B-1B26-F5A8-1B88-2E9ECDD1C5B7}"/>
              </a:ext>
            </a:extLst>
          </p:cNvPr>
          <p:cNvSpPr/>
          <p:nvPr/>
        </p:nvSpPr>
        <p:spPr>
          <a:xfrm rot="16200000">
            <a:off x="6182277" y="6996004"/>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矢印: 下 45">
            <a:extLst>
              <a:ext uri="{FF2B5EF4-FFF2-40B4-BE49-F238E27FC236}">
                <a16:creationId xmlns:a16="http://schemas.microsoft.com/office/drawing/2014/main" id="{FA23EB9A-1A90-65BC-9D47-6221851FF60F}"/>
              </a:ext>
            </a:extLst>
          </p:cNvPr>
          <p:cNvSpPr/>
          <p:nvPr/>
        </p:nvSpPr>
        <p:spPr>
          <a:xfrm rot="16200000">
            <a:off x="6182277" y="8608971"/>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TextBox 24">
            <a:extLst>
              <a:ext uri="{FF2B5EF4-FFF2-40B4-BE49-F238E27FC236}">
                <a16:creationId xmlns:a16="http://schemas.microsoft.com/office/drawing/2014/main" id="{96BB6E4A-38A8-C891-6EE8-7E91BEA32697}"/>
              </a:ext>
            </a:extLst>
          </p:cNvPr>
          <p:cNvSpPr txBox="1"/>
          <p:nvPr/>
        </p:nvSpPr>
        <p:spPr>
          <a:xfrm>
            <a:off x="7204583" y="8479491"/>
            <a:ext cx="3066473" cy="1026628"/>
          </a:xfrm>
          <a:prstGeom prst="rect">
            <a:avLst/>
          </a:prstGeom>
        </p:spPr>
        <p:txBody>
          <a:bodyPr wrap="square" lIns="0" tIns="0" rIns="0" bIns="0" rtlCol="0" anchor="t">
            <a:spAutoFit/>
          </a:bodyPr>
          <a:lstStyle/>
          <a:p>
            <a:pPr algn="l">
              <a:lnSpc>
                <a:spcPts val="4100"/>
              </a:lnSpc>
              <a:spcBef>
                <a:spcPct val="0"/>
              </a:spcBef>
              <a:buClr>
                <a:srgbClr val="64A4A3"/>
              </a:buClr>
            </a:pPr>
            <a:r>
              <a:rPr lang="ja-JP" altLang="en-US" sz="32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短時間イベントの削除</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49" name="図 48" descr="ダイアグラム&#10;&#10;AI によって生成されたコンテンツは間違っている可能性があります。">
            <a:extLst>
              <a:ext uri="{FF2B5EF4-FFF2-40B4-BE49-F238E27FC236}">
                <a16:creationId xmlns:a16="http://schemas.microsoft.com/office/drawing/2014/main" id="{4AB7B79F-578B-F949-A4A5-65EE5C3F35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36324" y="5015863"/>
            <a:ext cx="7620173" cy="4920565"/>
          </a:xfrm>
          <a:prstGeom prst="rect">
            <a:avLst/>
          </a:prstGeom>
        </p:spPr>
      </p:pic>
    </p:spTree>
    <p:extLst>
      <p:ext uri="{BB962C8B-B14F-4D97-AF65-F5344CB8AC3E}">
        <p14:creationId xmlns:p14="http://schemas.microsoft.com/office/powerpoint/2010/main" val="419301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C8130-6620-2C22-9F09-F4E9694CF5FB}"/>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F85EB7D-CFBC-9621-2456-4608D0C1391E}"/>
              </a:ext>
            </a:extLst>
          </p:cNvPr>
          <p:cNvSpPr>
            <a:spLocks noGrp="1"/>
          </p:cNvSpPr>
          <p:nvPr>
            <p:ph type="sldNum" sz="quarter" idx="12"/>
          </p:nvPr>
        </p:nvSpPr>
        <p:spPr/>
        <p:txBody>
          <a:bodyPr/>
          <a:lstStyle/>
          <a:p>
            <a:fld id="{B6F15528-21DE-4FAA-801E-634DDDAF4B2B}" type="slidenum">
              <a:rPr lang="en-US" smtClean="0"/>
              <a:pPr/>
              <a:t>14</a:t>
            </a:fld>
            <a:endParaRPr lang="en-US"/>
          </a:p>
        </p:txBody>
      </p:sp>
      <p:grpSp>
        <p:nvGrpSpPr>
          <p:cNvPr id="10" name="グループ化 9">
            <a:extLst>
              <a:ext uri="{FF2B5EF4-FFF2-40B4-BE49-F238E27FC236}">
                <a16:creationId xmlns:a16="http://schemas.microsoft.com/office/drawing/2014/main" id="{D77550C7-4613-5114-9184-81BBA071A8DC}"/>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1B545738-EDBF-E85D-814D-EED5B2EC38B7}"/>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8D8AD7A5-3B1D-EE6C-A7A9-95147217F54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8DB66A27-08E8-F93D-4D7B-539365D6698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3C1EECF-1951-FACF-3B8F-4FFA6F4B235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1A9248A-F074-5669-A905-81870E2DEB3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ACBE84D6-3E95-7B60-304B-38AEEF94F3D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97C7002C-66B5-1FDB-878F-CEAE4C96AEE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E3E755B7-0EE7-86FE-3E8F-0C69549F887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7662BBB-1617-03D1-A812-14671F24CF5B}"/>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754381C2-EDAB-4893-B4C3-B2081A59199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8BFE0FEA-5DA2-AAA5-548D-2EF0E78F185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D52BC119-155E-F103-3437-B7B48E7E8A43}"/>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C6E5402-61CB-79C6-68B5-0209AB72E6C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2BEB3101-B016-0683-3808-F5869AAD19F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4F273F9F-615D-22C5-8AC3-2888BB739D2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14</a:t>
            </a:fld>
            <a:endParaRPr lang="en-US" sz="2400" dirty="0"/>
          </a:p>
        </p:txBody>
      </p:sp>
      <p:sp>
        <p:nvSpPr>
          <p:cNvPr id="3" name="TextBox 24">
            <a:extLst>
              <a:ext uri="{FF2B5EF4-FFF2-40B4-BE49-F238E27FC236}">
                <a16:creationId xmlns:a16="http://schemas.microsoft.com/office/drawing/2014/main" id="{9E3A7676-400D-C4DF-D37E-687CAC6FA950}"/>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 name="グループ化 3">
            <a:extLst>
              <a:ext uri="{FF2B5EF4-FFF2-40B4-BE49-F238E27FC236}">
                <a16:creationId xmlns:a16="http://schemas.microsoft.com/office/drawing/2014/main" id="{BBCA8065-0505-429B-D461-714A2438706F}"/>
              </a:ext>
            </a:extLst>
          </p:cNvPr>
          <p:cNvGrpSpPr/>
          <p:nvPr/>
        </p:nvGrpSpPr>
        <p:grpSpPr>
          <a:xfrm>
            <a:off x="1524000" y="1555698"/>
            <a:ext cx="7086600" cy="552410"/>
            <a:chOff x="1535808" y="1451163"/>
            <a:chExt cx="8639037" cy="552410"/>
          </a:xfrm>
        </p:grpSpPr>
        <p:sp>
          <p:nvSpPr>
            <p:cNvPr id="5" name="TextBox 26">
              <a:extLst>
                <a:ext uri="{FF2B5EF4-FFF2-40B4-BE49-F238E27FC236}">
                  <a16:creationId xmlns:a16="http://schemas.microsoft.com/office/drawing/2014/main" id="{4E4778A9-1E6C-78FB-14B4-D74A6EF42FE0}"/>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データセット</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0EC85D69-EDF8-8B72-E857-C7FA92DC0E48}"/>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26" name="四角形: 角を丸くする 25">
            <a:extLst>
              <a:ext uri="{FF2B5EF4-FFF2-40B4-BE49-F238E27FC236}">
                <a16:creationId xmlns:a16="http://schemas.microsoft.com/office/drawing/2014/main" id="{85A01055-1407-2928-367B-499CAAE72BF4}"/>
              </a:ext>
            </a:extLst>
          </p:cNvPr>
          <p:cNvSpPr/>
          <p:nvPr/>
        </p:nvSpPr>
        <p:spPr>
          <a:xfrm>
            <a:off x="1636033" y="2379545"/>
            <a:ext cx="15204155" cy="4061488"/>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TextBox 24">
            <a:extLst>
              <a:ext uri="{FF2B5EF4-FFF2-40B4-BE49-F238E27FC236}">
                <a16:creationId xmlns:a16="http://schemas.microsoft.com/office/drawing/2014/main" id="{FFCDD82E-07D2-35A5-7E01-487AB8BBE917}"/>
              </a:ext>
            </a:extLst>
          </p:cNvPr>
          <p:cNvSpPr txBox="1"/>
          <p:nvPr/>
        </p:nvSpPr>
        <p:spPr>
          <a:xfrm>
            <a:off x="2133601" y="2655412"/>
            <a:ext cx="9753600" cy="447160"/>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地下鉄駅構内で</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2</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週間連続で録音した実環境音声</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0" name="TextBox 24">
            <a:extLst>
              <a:ext uri="{FF2B5EF4-FFF2-40B4-BE49-F238E27FC236}">
                <a16:creationId xmlns:a16="http://schemas.microsoft.com/office/drawing/2014/main" id="{D544A1D5-448F-1CB5-FC1E-EA17A1E3525C}"/>
              </a:ext>
            </a:extLst>
          </p:cNvPr>
          <p:cNvSpPr txBox="1"/>
          <p:nvPr/>
        </p:nvSpPr>
        <p:spPr>
          <a:xfrm>
            <a:off x="2133601" y="3395264"/>
            <a:ext cx="10363200"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録音データを</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30</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秒単位のセグメントに分割して管理</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7" name="TextBox 24">
            <a:extLst>
              <a:ext uri="{FF2B5EF4-FFF2-40B4-BE49-F238E27FC236}">
                <a16:creationId xmlns:a16="http://schemas.microsoft.com/office/drawing/2014/main" id="{E1507C00-E07F-7CB6-D943-44AF8AD91BE4}"/>
              </a:ext>
            </a:extLst>
          </p:cNvPr>
          <p:cNvSpPr txBox="1"/>
          <p:nvPr/>
        </p:nvSpPr>
        <p:spPr>
          <a:xfrm>
            <a:off x="2133601" y="4136797"/>
            <a:ext cx="3581399"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異常音の合成</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9" name="TextBox 24">
            <a:extLst>
              <a:ext uri="{FF2B5EF4-FFF2-40B4-BE49-F238E27FC236}">
                <a16:creationId xmlns:a16="http://schemas.microsoft.com/office/drawing/2014/main" id="{A29DE8B5-B8C1-D31D-A8E8-DB1A92068149}"/>
              </a:ext>
            </a:extLst>
          </p:cNvPr>
          <p:cNvSpPr txBox="1"/>
          <p:nvPr/>
        </p:nvSpPr>
        <p:spPr>
          <a:xfrm>
            <a:off x="8991593" y="4310772"/>
            <a:ext cx="3733800" cy="1680140"/>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ガラスの割れる音</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悲鳴</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唸り声</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8" name="矢印: 下 47">
            <a:extLst>
              <a:ext uri="{FF2B5EF4-FFF2-40B4-BE49-F238E27FC236}">
                <a16:creationId xmlns:a16="http://schemas.microsoft.com/office/drawing/2014/main" id="{5A04B214-3405-52D3-84DC-98D267660C86}"/>
              </a:ext>
            </a:extLst>
          </p:cNvPr>
          <p:cNvSpPr/>
          <p:nvPr/>
        </p:nvSpPr>
        <p:spPr>
          <a:xfrm rot="16200000">
            <a:off x="7970019" y="4918184"/>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TextBox 24">
            <a:extLst>
              <a:ext uri="{FF2B5EF4-FFF2-40B4-BE49-F238E27FC236}">
                <a16:creationId xmlns:a16="http://schemas.microsoft.com/office/drawing/2014/main" id="{7FE6226B-D45E-31DF-1BE1-72C331CED3E8}"/>
              </a:ext>
            </a:extLst>
          </p:cNvPr>
          <p:cNvSpPr txBox="1"/>
          <p:nvPr/>
        </p:nvSpPr>
        <p:spPr>
          <a:xfrm>
            <a:off x="2306996" y="5011990"/>
            <a:ext cx="6303604" cy="448841"/>
          </a:xfrm>
          <a:prstGeom prst="rect">
            <a:avLst/>
          </a:prstGeom>
        </p:spPr>
        <p:txBody>
          <a:bodyPr wrap="square" lIns="0" tIns="0" rIns="0" bIns="0" rtlCol="0" anchor="t">
            <a:spAutoFit/>
          </a:bodyPr>
          <a:lstStyle/>
          <a:p>
            <a:pPr algn="l">
              <a:lnSpc>
                <a:spcPts val="3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sz="3200" dirty="0">
                <a:latin typeface="Source Han Sans JP Medium" panose="020B0600070205080204" charset="-128"/>
                <a:ea typeface="Source Han Sans JP Medium" panose="020B0600070205080204" charset="-128"/>
                <a:cs typeface="Source Han Sans JP Medium"/>
                <a:sym typeface="Source Han Sans JP Medium"/>
              </a:rPr>
              <a:t>Sound</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 </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Ideas</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 </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Series</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 </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6000</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0" name="TextBox 24">
            <a:extLst>
              <a:ext uri="{FF2B5EF4-FFF2-40B4-BE49-F238E27FC236}">
                <a16:creationId xmlns:a16="http://schemas.microsoft.com/office/drawing/2014/main" id="{1715A2E3-34C3-1FF8-021E-60038E137C2E}"/>
              </a:ext>
            </a:extLst>
          </p:cNvPr>
          <p:cNvSpPr txBox="1"/>
          <p:nvPr/>
        </p:nvSpPr>
        <p:spPr>
          <a:xfrm>
            <a:off x="2133601" y="5745048"/>
            <a:ext cx="5410199"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SNR</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0</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10</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20dB</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に設定</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51" name="グループ化 50">
            <a:extLst>
              <a:ext uri="{FF2B5EF4-FFF2-40B4-BE49-F238E27FC236}">
                <a16:creationId xmlns:a16="http://schemas.microsoft.com/office/drawing/2014/main" id="{65A06D3A-6684-A545-DD85-C169AE361C49}"/>
              </a:ext>
            </a:extLst>
          </p:cNvPr>
          <p:cNvGrpSpPr/>
          <p:nvPr/>
        </p:nvGrpSpPr>
        <p:grpSpPr>
          <a:xfrm>
            <a:off x="1524000" y="6853009"/>
            <a:ext cx="7086600" cy="552410"/>
            <a:chOff x="1535808" y="1451163"/>
            <a:chExt cx="8639037" cy="552410"/>
          </a:xfrm>
        </p:grpSpPr>
        <p:sp>
          <p:nvSpPr>
            <p:cNvPr id="52" name="TextBox 26">
              <a:extLst>
                <a:ext uri="{FF2B5EF4-FFF2-40B4-BE49-F238E27FC236}">
                  <a16:creationId xmlns:a16="http://schemas.microsoft.com/office/drawing/2014/main" id="{DA7C956B-7871-AA8D-FF9D-1C52B897430B}"/>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評価指標</a:t>
              </a:r>
              <a:endParaRPr lang="en-US" altLang="ja-JP" sz="3200" dirty="0">
                <a:latin typeface="Source Han Sans JP Medium"/>
                <a:ea typeface="Source Han Sans JP Medium"/>
                <a:cs typeface="Source Han Sans JP Medium"/>
                <a:sym typeface="Source Han Sans JP Medium"/>
              </a:endParaRPr>
            </a:p>
          </p:txBody>
        </p:sp>
        <p:sp>
          <p:nvSpPr>
            <p:cNvPr id="53" name="Freeform 5">
              <a:extLst>
                <a:ext uri="{FF2B5EF4-FFF2-40B4-BE49-F238E27FC236}">
                  <a16:creationId xmlns:a16="http://schemas.microsoft.com/office/drawing/2014/main" id="{F1412DBD-BE74-0570-1A5B-448BD46DFD25}"/>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4" name="TextBox 24">
            <a:extLst>
              <a:ext uri="{FF2B5EF4-FFF2-40B4-BE49-F238E27FC236}">
                <a16:creationId xmlns:a16="http://schemas.microsoft.com/office/drawing/2014/main" id="{1391D99B-D9E9-23E8-518C-2BAE1D09FCDF}"/>
              </a:ext>
            </a:extLst>
          </p:cNvPr>
          <p:cNvSpPr txBox="1"/>
          <p:nvPr/>
        </p:nvSpPr>
        <p:spPr>
          <a:xfrm>
            <a:off x="2133601" y="7683875"/>
            <a:ext cx="9753600" cy="447160"/>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F1</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スコア</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5" name="TextBox 24">
            <a:extLst>
              <a:ext uri="{FF2B5EF4-FFF2-40B4-BE49-F238E27FC236}">
                <a16:creationId xmlns:a16="http://schemas.microsoft.com/office/drawing/2014/main" id="{D5986937-859A-47F0-8B33-18F522AC58E8}"/>
              </a:ext>
            </a:extLst>
          </p:cNvPr>
          <p:cNvSpPr txBox="1"/>
          <p:nvPr/>
        </p:nvSpPr>
        <p:spPr>
          <a:xfrm>
            <a:off x="5715000" y="7582692"/>
            <a:ext cx="9486565" cy="525978"/>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en-US" sz="2800" dirty="0">
                <a:latin typeface="Source Han Sans JP Medium" panose="020B0600070205080204" charset="-128"/>
                <a:ea typeface="Source Han Sans JP Medium" panose="020B0600070205080204" charset="-128"/>
                <a:cs typeface="Source Han Sans JP Medium"/>
                <a:sym typeface="Source Han Sans JP Medium"/>
              </a:rPr>
              <a:t>Precision</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（適合率）と</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Recall</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（再現率）の調和平均</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6" name="矢印: 下 55">
            <a:extLst>
              <a:ext uri="{FF2B5EF4-FFF2-40B4-BE49-F238E27FC236}">
                <a16:creationId xmlns:a16="http://schemas.microsoft.com/office/drawing/2014/main" id="{6BD8394C-B469-28DF-5723-A168D0A85296}"/>
              </a:ext>
            </a:extLst>
          </p:cNvPr>
          <p:cNvSpPr/>
          <p:nvPr/>
        </p:nvSpPr>
        <p:spPr>
          <a:xfrm rot="16200000">
            <a:off x="4579118" y="7674796"/>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7" name="TextBox 24">
            <a:extLst>
              <a:ext uri="{FF2B5EF4-FFF2-40B4-BE49-F238E27FC236}">
                <a16:creationId xmlns:a16="http://schemas.microsoft.com/office/drawing/2014/main" id="{AF8E6AEB-670D-A708-51EC-36D4D097E5D9}"/>
              </a:ext>
            </a:extLst>
          </p:cNvPr>
          <p:cNvSpPr txBox="1"/>
          <p:nvPr/>
        </p:nvSpPr>
        <p:spPr>
          <a:xfrm>
            <a:off x="2133599" y="8433772"/>
            <a:ext cx="5714997"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イベントベース評価（</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EB</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8" name="TextBox 24">
            <a:extLst>
              <a:ext uri="{FF2B5EF4-FFF2-40B4-BE49-F238E27FC236}">
                <a16:creationId xmlns:a16="http://schemas.microsoft.com/office/drawing/2014/main" id="{3289984E-36C4-71DE-20A2-2F8EA4BDC450}"/>
              </a:ext>
            </a:extLst>
          </p:cNvPr>
          <p:cNvSpPr txBox="1"/>
          <p:nvPr/>
        </p:nvSpPr>
        <p:spPr>
          <a:xfrm>
            <a:off x="2133599" y="9250329"/>
            <a:ext cx="6629401"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セグメントベース評価（</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SB</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9" name="矢印: 下 58">
            <a:extLst>
              <a:ext uri="{FF2B5EF4-FFF2-40B4-BE49-F238E27FC236}">
                <a16:creationId xmlns:a16="http://schemas.microsoft.com/office/drawing/2014/main" id="{6D77B9B1-0935-8473-112E-3AA88A538780}"/>
              </a:ext>
            </a:extLst>
          </p:cNvPr>
          <p:cNvSpPr/>
          <p:nvPr/>
        </p:nvSpPr>
        <p:spPr>
          <a:xfrm rot="16200000">
            <a:off x="7749532" y="8419102"/>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1" name="TextBox 24">
            <a:extLst>
              <a:ext uri="{FF2B5EF4-FFF2-40B4-BE49-F238E27FC236}">
                <a16:creationId xmlns:a16="http://schemas.microsoft.com/office/drawing/2014/main" id="{9A5B0470-CF90-E63D-90F4-F9BCF0B1CD6A}"/>
              </a:ext>
            </a:extLst>
          </p:cNvPr>
          <p:cNvSpPr txBox="1"/>
          <p:nvPr/>
        </p:nvSpPr>
        <p:spPr>
          <a:xfrm>
            <a:off x="8763000" y="8364473"/>
            <a:ext cx="9048750" cy="525978"/>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異常音の発生タイミングが正しく検出されたか</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62" name="TextBox 24">
            <a:extLst>
              <a:ext uri="{FF2B5EF4-FFF2-40B4-BE49-F238E27FC236}">
                <a16:creationId xmlns:a16="http://schemas.microsoft.com/office/drawing/2014/main" id="{4C1DC785-2554-1EA5-7F64-9CAB31A08D91}"/>
              </a:ext>
            </a:extLst>
          </p:cNvPr>
          <p:cNvSpPr txBox="1"/>
          <p:nvPr/>
        </p:nvSpPr>
        <p:spPr>
          <a:xfrm>
            <a:off x="9067794" y="9187629"/>
            <a:ext cx="9048750" cy="990849"/>
          </a:xfrm>
          <a:prstGeom prst="rect">
            <a:avLst/>
          </a:prstGeom>
        </p:spPr>
        <p:txBody>
          <a:bodyPr wrap="square" lIns="0" tIns="0" rIns="0" bIns="0" rtlCol="0" anchor="t">
            <a:spAutoFit/>
          </a:bodyPr>
          <a:lstStyle/>
          <a:p>
            <a:pPr marL="457200" indent="-457200" algn="l">
              <a:lnSpc>
                <a:spcPts val="40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音声を固定長の区間に分け，その区間内で異常があったか</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63" name="矢印: 下 62">
            <a:extLst>
              <a:ext uri="{FF2B5EF4-FFF2-40B4-BE49-F238E27FC236}">
                <a16:creationId xmlns:a16="http://schemas.microsoft.com/office/drawing/2014/main" id="{2A102141-A592-F452-4B2E-69A21CB432D9}"/>
              </a:ext>
            </a:extLst>
          </p:cNvPr>
          <p:cNvSpPr/>
          <p:nvPr/>
        </p:nvSpPr>
        <p:spPr>
          <a:xfrm rot="16200000">
            <a:off x="8061044" y="9227181"/>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171453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285D9-ACC4-BA5B-4431-CD2ED8C75352}"/>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DA6697D-2688-F203-0505-89C3182A3E4C}"/>
              </a:ext>
            </a:extLst>
          </p:cNvPr>
          <p:cNvSpPr>
            <a:spLocks noGrp="1"/>
          </p:cNvSpPr>
          <p:nvPr>
            <p:ph type="sldNum" sz="quarter" idx="12"/>
          </p:nvPr>
        </p:nvSpPr>
        <p:spPr/>
        <p:txBody>
          <a:bodyPr/>
          <a:lstStyle/>
          <a:p>
            <a:fld id="{B6F15528-21DE-4FAA-801E-634DDDAF4B2B}" type="slidenum">
              <a:rPr lang="en-US" smtClean="0"/>
              <a:pPr/>
              <a:t>15</a:t>
            </a:fld>
            <a:endParaRPr lang="en-US"/>
          </a:p>
        </p:txBody>
      </p:sp>
      <p:grpSp>
        <p:nvGrpSpPr>
          <p:cNvPr id="10" name="グループ化 9">
            <a:extLst>
              <a:ext uri="{FF2B5EF4-FFF2-40B4-BE49-F238E27FC236}">
                <a16:creationId xmlns:a16="http://schemas.microsoft.com/office/drawing/2014/main" id="{440B46D8-BE23-D1B0-0182-7C463E458F53}"/>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BCA2B2C4-A425-9648-EB60-0AD403F6016E}"/>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48884FCE-681A-DF48-581B-7FB883C6881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ED4584ED-BBBA-5E73-05B7-F599478DFB9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AE2FF234-1262-F502-C3ED-E39C983FB9F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BF4DD25F-C369-15AB-EE47-38EFB7D1EACF}"/>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2045BC84-D7C6-470B-D8A5-3D5F5191F3F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ED28C972-5B08-A99C-3904-C20C7F10922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2F80836B-11C5-B4E6-FD3A-C38F23316A9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EB7B4286-1574-668E-85C5-AEFBEC4B94D9}"/>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9AAAD1B2-81FD-7941-4D7D-26797ECA96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95CA0EB4-A5D0-51EE-F7F3-CC3FE82FBDE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6B7776C-A8BA-5600-550B-846B71B14B27}"/>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90C67618-CD6E-0C46-AE88-1F79B9F8BCC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B8F1ED69-3C28-D99F-EC6C-19E7D1E7AF2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FCCC86F6-D50C-BD6D-EC92-A688B5EFE766}"/>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15</a:t>
            </a:fld>
            <a:endParaRPr lang="en-US" sz="2400" dirty="0"/>
          </a:p>
        </p:txBody>
      </p:sp>
      <p:sp>
        <p:nvSpPr>
          <p:cNvPr id="3" name="TextBox 24">
            <a:extLst>
              <a:ext uri="{FF2B5EF4-FFF2-40B4-BE49-F238E27FC236}">
                <a16:creationId xmlns:a16="http://schemas.microsoft.com/office/drawing/2014/main" id="{BA962593-8CE5-2618-64E0-2EFCFB1D5155}"/>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4" name="グループ化 3">
            <a:extLst>
              <a:ext uri="{FF2B5EF4-FFF2-40B4-BE49-F238E27FC236}">
                <a16:creationId xmlns:a16="http://schemas.microsoft.com/office/drawing/2014/main" id="{C3915058-024D-2A71-2A08-8EA4B154F561}"/>
              </a:ext>
            </a:extLst>
          </p:cNvPr>
          <p:cNvGrpSpPr/>
          <p:nvPr/>
        </p:nvGrpSpPr>
        <p:grpSpPr>
          <a:xfrm>
            <a:off x="1524000" y="1555698"/>
            <a:ext cx="7086600" cy="552410"/>
            <a:chOff x="1535808" y="1451163"/>
            <a:chExt cx="8639037" cy="552410"/>
          </a:xfrm>
        </p:grpSpPr>
        <p:sp>
          <p:nvSpPr>
            <p:cNvPr id="5" name="TextBox 26">
              <a:extLst>
                <a:ext uri="{FF2B5EF4-FFF2-40B4-BE49-F238E27FC236}">
                  <a16:creationId xmlns:a16="http://schemas.microsoft.com/office/drawing/2014/main" id="{36A9A806-F75F-A85D-D20A-8617167ACE7D}"/>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比較対象のモデル</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CBA97D22-2408-B27C-7E1D-3626DF8568C0}"/>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26" name="四角形: 角を丸くする 25">
            <a:extLst>
              <a:ext uri="{FF2B5EF4-FFF2-40B4-BE49-F238E27FC236}">
                <a16:creationId xmlns:a16="http://schemas.microsoft.com/office/drawing/2014/main" id="{FB337275-9DF8-A97C-073D-B7E4C00E765F}"/>
              </a:ext>
            </a:extLst>
          </p:cNvPr>
          <p:cNvSpPr/>
          <p:nvPr/>
        </p:nvSpPr>
        <p:spPr>
          <a:xfrm>
            <a:off x="1636033" y="2379545"/>
            <a:ext cx="15204155" cy="4061488"/>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TextBox 24">
            <a:extLst>
              <a:ext uri="{FF2B5EF4-FFF2-40B4-BE49-F238E27FC236}">
                <a16:creationId xmlns:a16="http://schemas.microsoft.com/office/drawing/2014/main" id="{AA39E989-17AF-780C-075B-681861AF78BC}"/>
              </a:ext>
            </a:extLst>
          </p:cNvPr>
          <p:cNvSpPr txBox="1"/>
          <p:nvPr/>
        </p:nvSpPr>
        <p:spPr>
          <a:xfrm>
            <a:off x="2133601" y="2655412"/>
            <a:ext cx="4592995"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Auto</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 </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Encoder</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0" name="TextBox 24">
            <a:extLst>
              <a:ext uri="{FF2B5EF4-FFF2-40B4-BE49-F238E27FC236}">
                <a16:creationId xmlns:a16="http://schemas.microsoft.com/office/drawing/2014/main" id="{7D085E27-3011-878A-E95A-6C8F1C99556F}"/>
              </a:ext>
            </a:extLst>
          </p:cNvPr>
          <p:cNvSpPr txBox="1"/>
          <p:nvPr/>
        </p:nvSpPr>
        <p:spPr>
          <a:xfrm>
            <a:off x="2133599" y="3682194"/>
            <a:ext cx="7467599"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Auto-regressive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 </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LSTM</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AR-LSTM</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7" name="TextBox 24">
            <a:extLst>
              <a:ext uri="{FF2B5EF4-FFF2-40B4-BE49-F238E27FC236}">
                <a16:creationId xmlns:a16="http://schemas.microsoft.com/office/drawing/2014/main" id="{FC9E049B-8E98-0A0A-4C9F-20AA0A7AB90B}"/>
              </a:ext>
            </a:extLst>
          </p:cNvPr>
          <p:cNvSpPr txBox="1"/>
          <p:nvPr/>
        </p:nvSpPr>
        <p:spPr>
          <a:xfrm>
            <a:off x="2133599" y="4514558"/>
            <a:ext cx="8000999" cy="897682"/>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Bidirectional LSTM Auto Encoder</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BLSTM-AE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8" name="矢印: 下 47">
            <a:extLst>
              <a:ext uri="{FF2B5EF4-FFF2-40B4-BE49-F238E27FC236}">
                <a16:creationId xmlns:a16="http://schemas.microsoft.com/office/drawing/2014/main" id="{E5669F1F-D890-BAF7-D120-F5CE084CF88E}"/>
              </a:ext>
            </a:extLst>
          </p:cNvPr>
          <p:cNvSpPr/>
          <p:nvPr/>
        </p:nvSpPr>
        <p:spPr>
          <a:xfrm rot="16200000">
            <a:off x="6441794" y="2593218"/>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51" name="グループ化 50">
            <a:extLst>
              <a:ext uri="{FF2B5EF4-FFF2-40B4-BE49-F238E27FC236}">
                <a16:creationId xmlns:a16="http://schemas.microsoft.com/office/drawing/2014/main" id="{FA5009C8-53E1-E154-577E-6D3238476299}"/>
              </a:ext>
            </a:extLst>
          </p:cNvPr>
          <p:cNvGrpSpPr/>
          <p:nvPr/>
        </p:nvGrpSpPr>
        <p:grpSpPr>
          <a:xfrm>
            <a:off x="1524000" y="6853009"/>
            <a:ext cx="7086600" cy="552410"/>
            <a:chOff x="1535808" y="1451163"/>
            <a:chExt cx="8639037" cy="552410"/>
          </a:xfrm>
        </p:grpSpPr>
        <p:sp>
          <p:nvSpPr>
            <p:cNvPr id="52" name="TextBox 26">
              <a:extLst>
                <a:ext uri="{FF2B5EF4-FFF2-40B4-BE49-F238E27FC236}">
                  <a16:creationId xmlns:a16="http://schemas.microsoft.com/office/drawing/2014/main" id="{08630ED1-75A8-326D-4692-2271549F477B}"/>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モデルの共通仕様</a:t>
              </a:r>
              <a:endParaRPr lang="en-US" altLang="ja-JP" sz="3200" dirty="0">
                <a:latin typeface="Source Han Sans JP Medium"/>
                <a:ea typeface="Source Han Sans JP Medium"/>
                <a:cs typeface="Source Han Sans JP Medium"/>
                <a:sym typeface="Source Han Sans JP Medium"/>
              </a:endParaRPr>
            </a:p>
          </p:txBody>
        </p:sp>
        <p:sp>
          <p:nvSpPr>
            <p:cNvPr id="53" name="Freeform 5">
              <a:extLst>
                <a:ext uri="{FF2B5EF4-FFF2-40B4-BE49-F238E27FC236}">
                  <a16:creationId xmlns:a16="http://schemas.microsoft.com/office/drawing/2014/main" id="{45B78145-FE3C-D83C-ABEB-7FEC8CF5D79F}"/>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4" name="TextBox 24">
            <a:extLst>
              <a:ext uri="{FF2B5EF4-FFF2-40B4-BE49-F238E27FC236}">
                <a16:creationId xmlns:a16="http://schemas.microsoft.com/office/drawing/2014/main" id="{846B2AF2-FD1A-A799-F265-CC4075B91F03}"/>
              </a:ext>
            </a:extLst>
          </p:cNvPr>
          <p:cNvSpPr txBox="1"/>
          <p:nvPr/>
        </p:nvSpPr>
        <p:spPr>
          <a:xfrm>
            <a:off x="1871978" y="7573492"/>
            <a:ext cx="5633722"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3</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層構成（各</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256</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ユニット）</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7" name="TextBox 24">
            <a:extLst>
              <a:ext uri="{FF2B5EF4-FFF2-40B4-BE49-F238E27FC236}">
                <a16:creationId xmlns:a16="http://schemas.microsoft.com/office/drawing/2014/main" id="{338ADBF5-22CC-13FB-67E8-65BA0901A108}"/>
              </a:ext>
            </a:extLst>
          </p:cNvPr>
          <p:cNvSpPr txBox="1"/>
          <p:nvPr/>
        </p:nvSpPr>
        <p:spPr>
          <a:xfrm>
            <a:off x="1871978" y="8203501"/>
            <a:ext cx="7831450"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入力は</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40</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次元のログメルフィルタバンク</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8" name="TextBox 24">
            <a:extLst>
              <a:ext uri="{FF2B5EF4-FFF2-40B4-BE49-F238E27FC236}">
                <a16:creationId xmlns:a16="http://schemas.microsoft.com/office/drawing/2014/main" id="{66293938-0EA0-CD5B-95E0-703B11292B92}"/>
              </a:ext>
            </a:extLst>
          </p:cNvPr>
          <p:cNvSpPr txBox="1"/>
          <p:nvPr/>
        </p:nvSpPr>
        <p:spPr>
          <a:xfrm>
            <a:off x="1871978" y="8828897"/>
            <a:ext cx="6629401"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最適化手法：</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Adam</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7" name="TextBox 24">
            <a:extLst>
              <a:ext uri="{FF2B5EF4-FFF2-40B4-BE49-F238E27FC236}">
                <a16:creationId xmlns:a16="http://schemas.microsoft.com/office/drawing/2014/main" id="{909E00BF-F5EC-1766-4EDF-BE9E8BE94C6B}"/>
              </a:ext>
            </a:extLst>
          </p:cNvPr>
          <p:cNvSpPr txBox="1"/>
          <p:nvPr/>
        </p:nvSpPr>
        <p:spPr>
          <a:xfrm>
            <a:off x="7505700" y="2518442"/>
            <a:ext cx="7467599" cy="974626"/>
          </a:xfrm>
          <a:prstGeom prst="rect">
            <a:avLst/>
          </a:prstGeom>
        </p:spPr>
        <p:txBody>
          <a:bodyPr wrap="square" lIns="0" tIns="0" rIns="0" bIns="0" rtlCol="0" anchor="t">
            <a:spAutoFit/>
          </a:bodyPr>
          <a:lstStyle/>
          <a:p>
            <a:pPr algn="l">
              <a:lnSpc>
                <a:spcPts val="38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入力＝出力となるように再構成学習→再構成誤差が大きければ異常</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8" name="矢印: 下 7">
            <a:extLst>
              <a:ext uri="{FF2B5EF4-FFF2-40B4-BE49-F238E27FC236}">
                <a16:creationId xmlns:a16="http://schemas.microsoft.com/office/drawing/2014/main" id="{B1873618-6190-9BE0-2A53-F09969DBCF18}"/>
              </a:ext>
            </a:extLst>
          </p:cNvPr>
          <p:cNvSpPr/>
          <p:nvPr/>
        </p:nvSpPr>
        <p:spPr>
          <a:xfrm rot="16200000">
            <a:off x="9134820" y="3643213"/>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TextBox 24">
            <a:extLst>
              <a:ext uri="{FF2B5EF4-FFF2-40B4-BE49-F238E27FC236}">
                <a16:creationId xmlns:a16="http://schemas.microsoft.com/office/drawing/2014/main" id="{27E86DFF-1742-89CC-3058-007BC584F84D}"/>
              </a:ext>
            </a:extLst>
          </p:cNvPr>
          <p:cNvSpPr txBox="1"/>
          <p:nvPr/>
        </p:nvSpPr>
        <p:spPr>
          <a:xfrm>
            <a:off x="9968990" y="3480161"/>
            <a:ext cx="6490209" cy="974626"/>
          </a:xfrm>
          <a:prstGeom prst="rect">
            <a:avLst/>
          </a:prstGeom>
        </p:spPr>
        <p:txBody>
          <a:bodyPr wrap="square" lIns="0" tIns="0" rIns="0" bIns="0" rtlCol="0" anchor="t">
            <a:spAutoFit/>
          </a:bodyPr>
          <a:lstStyle/>
          <a:p>
            <a:pPr algn="l">
              <a:lnSpc>
                <a:spcPts val="38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過去の系列から次フレームを予測→予測誤差が異常指標</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7" name="TextBox 24">
            <a:extLst>
              <a:ext uri="{FF2B5EF4-FFF2-40B4-BE49-F238E27FC236}">
                <a16:creationId xmlns:a16="http://schemas.microsoft.com/office/drawing/2014/main" id="{C138AA75-B99C-A103-FAAA-02309EB44612}"/>
              </a:ext>
            </a:extLst>
          </p:cNvPr>
          <p:cNvSpPr txBox="1"/>
          <p:nvPr/>
        </p:nvSpPr>
        <p:spPr>
          <a:xfrm>
            <a:off x="7415528" y="5198298"/>
            <a:ext cx="8420100" cy="974626"/>
          </a:xfrm>
          <a:prstGeom prst="rect">
            <a:avLst/>
          </a:prstGeom>
        </p:spPr>
        <p:txBody>
          <a:bodyPr wrap="square" lIns="0" tIns="0" rIns="0" bIns="0" rtlCol="0" anchor="t">
            <a:spAutoFit/>
          </a:bodyPr>
          <a:lstStyle/>
          <a:p>
            <a:pPr algn="l">
              <a:lnSpc>
                <a:spcPts val="38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入力を前後から同時に処理→より文脈に強い再構成型</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AE</a:t>
            </a:r>
          </a:p>
        </p:txBody>
      </p:sp>
      <p:sp>
        <p:nvSpPr>
          <p:cNvPr id="29" name="矢印: 下 28">
            <a:extLst>
              <a:ext uri="{FF2B5EF4-FFF2-40B4-BE49-F238E27FC236}">
                <a16:creationId xmlns:a16="http://schemas.microsoft.com/office/drawing/2014/main" id="{ADCF1162-D46D-BA2A-84D0-A54BF9D6F7CD}"/>
              </a:ext>
            </a:extLst>
          </p:cNvPr>
          <p:cNvSpPr/>
          <p:nvPr/>
        </p:nvSpPr>
        <p:spPr>
          <a:xfrm rot="16200000">
            <a:off x="6624175" y="5414461"/>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TextBox 24">
            <a:extLst>
              <a:ext uri="{FF2B5EF4-FFF2-40B4-BE49-F238E27FC236}">
                <a16:creationId xmlns:a16="http://schemas.microsoft.com/office/drawing/2014/main" id="{980A8893-E4B2-EB2F-58FC-8B1B0C837F08}"/>
              </a:ext>
            </a:extLst>
          </p:cNvPr>
          <p:cNvSpPr txBox="1"/>
          <p:nvPr/>
        </p:nvSpPr>
        <p:spPr>
          <a:xfrm>
            <a:off x="1871977" y="9463519"/>
            <a:ext cx="6629401"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実装環境：</a:t>
            </a:r>
            <a:r>
              <a:rPr lang="en-US" altLang="ja-JP" sz="3200" dirty="0" err="1">
                <a:latin typeface="Source Han Sans JP Medium" panose="020B0600070205080204" charset="-128"/>
                <a:ea typeface="Source Han Sans JP Medium" panose="020B0600070205080204" charset="-128"/>
                <a:cs typeface="Source Han Sans JP Medium"/>
                <a:sym typeface="Source Han Sans JP Medium"/>
              </a:rPr>
              <a:t>Keras</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TensorFlow</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3871128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523E0-693C-13F2-4D12-BC4073F25902}"/>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027F4519-5428-05A9-7DDC-53560951D60E}"/>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094C272F-1CC9-BEC2-7228-96B3FF53881B}"/>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D23713B2-DDEA-E827-9BB3-5F47B88586C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D6D9FBC5-10B8-FB71-0CF8-A80C95559BB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20A0C3FA-CD61-2101-172C-FD66A8B0CAB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28208141-1A5D-C1D1-A657-8CFFEAD8CE81}"/>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182F8F1E-5C36-CDB8-1CFB-E4FFEB6AC508}"/>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7687B30A-6C7A-A6C6-C530-CA1696EF3A1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C1FB8423-67D5-6CF3-E2D5-01B192F4EE5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A8EB9041-7B54-7D7F-7A10-68C82A9714A0}"/>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A6817CB0-0751-8AFE-571D-9157B8B000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2FE1740F-A2F6-681D-464D-5D8B7D80378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E1E6DD2D-D3F6-5C18-1405-D3CE810CE3DE}"/>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0FB7977C-286D-62F9-E3FA-917B3F325BA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A474F29D-D7C7-129B-CA56-A326E998CF0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E32908F6-5BD3-4C34-5035-397E4992CBD5}"/>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16</a:t>
            </a:fld>
            <a:endParaRPr lang="en-US" sz="2400" dirty="0">
              <a:solidFill>
                <a:schemeClr val="bg1"/>
              </a:solidFill>
            </a:endParaRPr>
          </a:p>
        </p:txBody>
      </p:sp>
      <p:sp>
        <p:nvSpPr>
          <p:cNvPr id="513" name="TextBox 24">
            <a:extLst>
              <a:ext uri="{FF2B5EF4-FFF2-40B4-BE49-F238E27FC236}">
                <a16:creationId xmlns:a16="http://schemas.microsoft.com/office/drawing/2014/main" id="{860E8E2F-75FB-866D-383B-D8AA7FF726FE}"/>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6E2AF555-67A5-FEDA-771A-CDAEEE6DBCA0}"/>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07B8F09C-2EE2-90F1-9DD9-92A2F8471A1F}"/>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DC954948-0E43-1FBE-EC37-E15DD52C0AB6}"/>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4231756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23CC-92CD-E3D7-DE4F-F976D8E50FC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E0C187E-F4DE-79AC-6F44-0D7ADC5875CB}"/>
              </a:ext>
            </a:extLst>
          </p:cNvPr>
          <p:cNvSpPr>
            <a:spLocks noGrp="1"/>
          </p:cNvSpPr>
          <p:nvPr>
            <p:ph type="sldNum" sz="quarter" idx="12"/>
          </p:nvPr>
        </p:nvSpPr>
        <p:spPr/>
        <p:txBody>
          <a:bodyPr/>
          <a:lstStyle/>
          <a:p>
            <a:fld id="{B6F15528-21DE-4FAA-801E-634DDDAF4B2B}" type="slidenum">
              <a:rPr lang="en-US" smtClean="0"/>
              <a:pPr/>
              <a:t>17</a:t>
            </a:fld>
            <a:endParaRPr lang="en-US"/>
          </a:p>
        </p:txBody>
      </p:sp>
      <p:grpSp>
        <p:nvGrpSpPr>
          <p:cNvPr id="10" name="グループ化 9">
            <a:extLst>
              <a:ext uri="{FF2B5EF4-FFF2-40B4-BE49-F238E27FC236}">
                <a16:creationId xmlns:a16="http://schemas.microsoft.com/office/drawing/2014/main" id="{3467EF4E-FD20-9605-1041-6EB36180E9AC}"/>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41DDF56B-41E1-47EC-FC3D-F2DB32D500D3}"/>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D0AF60C4-3E1B-2B12-41C2-BE2FB8EDF03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ED3FBDD-AF4A-C364-8AD9-2F73118D35C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B9ACD04E-39ED-D3FE-4B58-947898EFDCAA}"/>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9799362-E248-ACC6-A213-739BAD431B6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EB69E09-B430-ED8C-5C53-39F976849714}"/>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6D5CA655-44B0-F7F9-0B48-3B678B7341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4FB5AA83-19CD-126D-3E53-043EE06514D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0220C8D-B392-350F-E2A4-ED5E507CCD81}"/>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AD9D1135-453C-C783-00D6-5100C5D4A85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D17CD3E-EF6F-DCFB-0E0E-F968A25DA9A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C638C22E-64DF-0FE6-4FAC-A42BBB63AEAF}"/>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0EBEF53-F527-01B1-6405-2E488837F3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3704EF96-A5C0-BBBD-2F82-7879FB6D4A5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DA0758AE-9CAE-1B50-D0D1-FFDA8EF7F6F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17</a:t>
            </a:fld>
            <a:endParaRPr lang="en-US" sz="2400" dirty="0"/>
          </a:p>
        </p:txBody>
      </p:sp>
      <p:sp>
        <p:nvSpPr>
          <p:cNvPr id="3" name="TextBox 24">
            <a:extLst>
              <a:ext uri="{FF2B5EF4-FFF2-40B4-BE49-F238E27FC236}">
                <a16:creationId xmlns:a16="http://schemas.microsoft.com/office/drawing/2014/main" id="{5EECB152-7FF6-E7FF-4AED-B64C4FB0C9EA}"/>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結果・結論</a:t>
            </a:r>
            <a:endParaRPr lang="en-US" altLang="ja-JP" sz="4000" dirty="0">
              <a:solidFill>
                <a:srgbClr val="292B2B"/>
              </a:solidFill>
              <a:latin typeface="Source Han Sans JP Medium"/>
              <a:ea typeface="Source Han Sans JP Medium"/>
              <a:cs typeface="Source Han Sans JP Medium"/>
              <a:sym typeface="Source Han Sans JP Medium"/>
            </a:endParaRPr>
          </a:p>
        </p:txBody>
      </p:sp>
      <p:grpSp>
        <p:nvGrpSpPr>
          <p:cNvPr id="4" name="グループ化 3">
            <a:extLst>
              <a:ext uri="{FF2B5EF4-FFF2-40B4-BE49-F238E27FC236}">
                <a16:creationId xmlns:a16="http://schemas.microsoft.com/office/drawing/2014/main" id="{236D53AE-1A73-0450-EA89-76FC7FA3C1BC}"/>
              </a:ext>
            </a:extLst>
          </p:cNvPr>
          <p:cNvGrpSpPr/>
          <p:nvPr/>
        </p:nvGrpSpPr>
        <p:grpSpPr>
          <a:xfrm>
            <a:off x="1524000" y="1555698"/>
            <a:ext cx="7086600" cy="552410"/>
            <a:chOff x="1535808" y="1451163"/>
            <a:chExt cx="8639037" cy="552410"/>
          </a:xfrm>
        </p:grpSpPr>
        <p:sp>
          <p:nvSpPr>
            <p:cNvPr id="5" name="TextBox 26">
              <a:extLst>
                <a:ext uri="{FF2B5EF4-FFF2-40B4-BE49-F238E27FC236}">
                  <a16:creationId xmlns:a16="http://schemas.microsoft.com/office/drawing/2014/main" id="{69BA9FAF-FC3F-C484-3614-5B184165B736}"/>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結果</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856C2BBD-77CE-7CC7-7EC6-789862740868}"/>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pic>
        <p:nvPicPr>
          <p:cNvPr id="33" name="図 32" descr="テーブル&#10;&#10;AI によって生成されたコンテンツは間違っている可能性があります。">
            <a:extLst>
              <a:ext uri="{FF2B5EF4-FFF2-40B4-BE49-F238E27FC236}">
                <a16:creationId xmlns:a16="http://schemas.microsoft.com/office/drawing/2014/main" id="{10C1100C-5105-3127-28BC-04719A200E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3709" y="2168052"/>
            <a:ext cx="12100770" cy="4592755"/>
          </a:xfrm>
          <a:prstGeom prst="rect">
            <a:avLst/>
          </a:prstGeom>
        </p:spPr>
      </p:pic>
      <p:sp>
        <p:nvSpPr>
          <p:cNvPr id="35" name="四角形: 角を丸くする 34">
            <a:extLst>
              <a:ext uri="{FF2B5EF4-FFF2-40B4-BE49-F238E27FC236}">
                <a16:creationId xmlns:a16="http://schemas.microsoft.com/office/drawing/2014/main" id="{4E9B6F8F-4409-0CAE-15CC-B110B0D31EE9}"/>
              </a:ext>
            </a:extLst>
          </p:cNvPr>
          <p:cNvSpPr/>
          <p:nvPr/>
        </p:nvSpPr>
        <p:spPr>
          <a:xfrm>
            <a:off x="3338469" y="6992191"/>
            <a:ext cx="12648400" cy="2761633"/>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TextBox 24">
            <a:extLst>
              <a:ext uri="{FF2B5EF4-FFF2-40B4-BE49-F238E27FC236}">
                <a16:creationId xmlns:a16="http://schemas.microsoft.com/office/drawing/2014/main" id="{2AD0E88D-EB32-5444-2C66-41FED6D1ACB3}"/>
              </a:ext>
            </a:extLst>
          </p:cNvPr>
          <p:cNvSpPr txBox="1"/>
          <p:nvPr/>
        </p:nvSpPr>
        <p:spPr>
          <a:xfrm>
            <a:off x="3598818" y="7181538"/>
            <a:ext cx="12415492" cy="2359620"/>
          </a:xfrm>
          <a:prstGeom prst="rect">
            <a:avLst/>
          </a:prstGeom>
        </p:spPr>
        <p:txBody>
          <a:bodyPr wrap="square" lIns="0" tIns="0" rIns="0" bIns="0" rtlCol="0" anchor="t">
            <a:spAutoFit/>
          </a:bodyPr>
          <a:lstStyle/>
          <a:p>
            <a:pPr marL="571500" indent="-571500" algn="l">
              <a:lnSpc>
                <a:spcPts val="4600"/>
              </a:lnSpc>
              <a:spcBef>
                <a:spcPct val="0"/>
              </a:spcBef>
              <a:buClr>
                <a:srgbClr val="64A4A3"/>
              </a:buClr>
              <a:buFont typeface="Wingdings" panose="05000000000000000000" pitchFamily="2" charset="2"/>
              <a:buChar char="l"/>
            </a:pPr>
            <a:r>
              <a:rPr lang="ja-JP" altLang="en-US" sz="4000" dirty="0">
                <a:latin typeface="Source Han Sans JP Medium" panose="020B0600070205080204" charset="-128"/>
                <a:ea typeface="Source Han Sans JP Medium" panose="020B0600070205080204" charset="-128"/>
                <a:cs typeface="Source Han Sans JP Medium"/>
                <a:sym typeface="Source Han Sans JP Medium"/>
              </a:rPr>
              <a:t>実際の公共空間で</a:t>
            </a:r>
            <a:r>
              <a:rPr lang="ja-JP" altLang="en-US" sz="40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高精度</a:t>
            </a:r>
            <a:r>
              <a:rPr lang="ja-JP" altLang="en-US" sz="4000" dirty="0">
                <a:latin typeface="Source Han Sans JP Medium" panose="020B0600070205080204" charset="-128"/>
                <a:ea typeface="Source Han Sans JP Medium" panose="020B0600070205080204" charset="-128"/>
                <a:cs typeface="Source Han Sans JP Medium"/>
                <a:sym typeface="Source Han Sans JP Medium"/>
              </a:rPr>
              <a:t>の検出に成功</a:t>
            </a:r>
            <a:endParaRPr lang="en-US" altLang="ja-JP" sz="4000" dirty="0">
              <a:latin typeface="Source Han Sans JP Medium" panose="020B0600070205080204" charset="-128"/>
              <a:ea typeface="Source Han Sans JP Medium" panose="020B0600070205080204" charset="-128"/>
              <a:cs typeface="Source Han Sans JP Medium"/>
              <a:sym typeface="Source Han Sans JP Medium"/>
            </a:endParaRPr>
          </a:p>
          <a:p>
            <a:pPr marL="571500" indent="-571500" algn="l">
              <a:lnSpc>
                <a:spcPts val="4600"/>
              </a:lnSpc>
              <a:spcBef>
                <a:spcPct val="0"/>
              </a:spcBef>
              <a:buClr>
                <a:srgbClr val="64A4A3"/>
              </a:buClr>
              <a:buFont typeface="Wingdings" panose="05000000000000000000" pitchFamily="2" charset="2"/>
              <a:buChar char="l"/>
            </a:pPr>
            <a:r>
              <a:rPr lang="ja-JP" altLang="en-US" sz="4000" dirty="0">
                <a:latin typeface="Source Han Sans JP Medium" panose="020B0600070205080204" charset="-128"/>
                <a:ea typeface="Source Han Sans JP Medium" panose="020B0600070205080204" charset="-128"/>
                <a:cs typeface="Source Han Sans JP Medium"/>
                <a:sym typeface="Source Han Sans JP Medium"/>
              </a:rPr>
              <a:t>従来手法と比較して，</a:t>
            </a:r>
            <a:r>
              <a:rPr lang="ja-JP" altLang="en-US" sz="40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全ての評価指標</a:t>
            </a:r>
            <a:r>
              <a:rPr lang="ja-JP" altLang="en-US" sz="4000" dirty="0">
                <a:latin typeface="Source Han Sans JP Medium" panose="020B0600070205080204" charset="-128"/>
                <a:ea typeface="Source Han Sans JP Medium" panose="020B0600070205080204" charset="-128"/>
                <a:cs typeface="Source Han Sans JP Medium"/>
                <a:sym typeface="Source Han Sans JP Medium"/>
              </a:rPr>
              <a:t>で上回った</a:t>
            </a:r>
            <a:endParaRPr lang="en-US" altLang="ja-JP" sz="4000" dirty="0">
              <a:latin typeface="Source Han Sans JP Medium" panose="020B0600070205080204" charset="-128"/>
              <a:ea typeface="Source Han Sans JP Medium" panose="020B0600070205080204" charset="-128"/>
              <a:cs typeface="Source Han Sans JP Medium"/>
              <a:sym typeface="Source Han Sans JP Medium"/>
            </a:endParaRPr>
          </a:p>
          <a:p>
            <a:pPr marL="571500" indent="-571500" algn="l">
              <a:lnSpc>
                <a:spcPts val="4600"/>
              </a:lnSpc>
              <a:spcBef>
                <a:spcPct val="0"/>
              </a:spcBef>
              <a:buClr>
                <a:srgbClr val="64A4A3"/>
              </a:buClr>
              <a:buFont typeface="Wingdings" panose="05000000000000000000" pitchFamily="2" charset="2"/>
              <a:buChar char="l"/>
            </a:pPr>
            <a:r>
              <a:rPr lang="ja-JP" altLang="en-US" sz="4000" dirty="0">
                <a:latin typeface="Source Han Sans JP Medium" panose="020B0600070205080204" charset="-128"/>
                <a:ea typeface="Source Han Sans JP Medium" panose="020B0600070205080204" charset="-128"/>
                <a:cs typeface="Source Han Sans JP Medium"/>
                <a:sym typeface="Source Han Sans JP Medium"/>
              </a:rPr>
              <a:t>雑音や多様な環境音の中でも安定した性能を示し，</a:t>
            </a:r>
            <a:r>
              <a:rPr lang="ja-JP" altLang="en-US" sz="40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実用性の高さ</a:t>
            </a:r>
            <a:r>
              <a:rPr lang="ja-JP" altLang="en-US" sz="4000" dirty="0">
                <a:latin typeface="Source Han Sans JP Medium" panose="020B0600070205080204" charset="-128"/>
                <a:ea typeface="Source Han Sans JP Medium" panose="020B0600070205080204" charset="-128"/>
                <a:cs typeface="Source Han Sans JP Medium"/>
                <a:sym typeface="Source Han Sans JP Medium"/>
              </a:rPr>
              <a:t>を実証</a:t>
            </a:r>
            <a:endParaRPr lang="en-US" sz="40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776935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F546B-F521-023C-B313-6CA442538F6B}"/>
            </a:ext>
          </a:extLst>
        </p:cNvPr>
        <p:cNvGrpSpPr/>
        <p:nvPr/>
      </p:nvGrpSpPr>
      <p:grpSpPr>
        <a:xfrm>
          <a:off x="0" y="0"/>
          <a:ext cx="0" cy="0"/>
          <a:chOff x="0" y="0"/>
          <a:chExt cx="0" cy="0"/>
        </a:xfrm>
      </p:grpSpPr>
      <p:sp>
        <p:nvSpPr>
          <p:cNvPr id="34" name="四角形: 角を丸くする 33">
            <a:extLst>
              <a:ext uri="{FF2B5EF4-FFF2-40B4-BE49-F238E27FC236}">
                <a16:creationId xmlns:a16="http://schemas.microsoft.com/office/drawing/2014/main" id="{1C4A924E-5DBF-DCBE-B85E-71B6461FEEB3}"/>
              </a:ext>
            </a:extLst>
          </p:cNvPr>
          <p:cNvSpPr/>
          <p:nvPr/>
        </p:nvSpPr>
        <p:spPr>
          <a:xfrm>
            <a:off x="9632275" y="7979392"/>
            <a:ext cx="8070869" cy="1402805"/>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AB4077F7-8F75-EEC3-90B3-BF1C5554AFCC}"/>
              </a:ext>
            </a:extLst>
          </p:cNvPr>
          <p:cNvSpPr>
            <a:spLocks noGrp="1"/>
          </p:cNvSpPr>
          <p:nvPr>
            <p:ph type="sldNum" sz="quarter" idx="12"/>
          </p:nvPr>
        </p:nvSpPr>
        <p:spPr/>
        <p:txBody>
          <a:bodyPr/>
          <a:lstStyle/>
          <a:p>
            <a:fld id="{B6F15528-21DE-4FAA-801E-634DDDAF4B2B}" type="slidenum">
              <a:rPr lang="en-US" smtClean="0"/>
              <a:pPr/>
              <a:t>18</a:t>
            </a:fld>
            <a:endParaRPr lang="en-US"/>
          </a:p>
        </p:txBody>
      </p:sp>
      <p:grpSp>
        <p:nvGrpSpPr>
          <p:cNvPr id="10" name="グループ化 9">
            <a:extLst>
              <a:ext uri="{FF2B5EF4-FFF2-40B4-BE49-F238E27FC236}">
                <a16:creationId xmlns:a16="http://schemas.microsoft.com/office/drawing/2014/main" id="{F1582A94-2708-787D-6EF4-23359B1E1BCF}"/>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0133119-4501-0931-00B8-19EE0D6F792D}"/>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AFEE2BF-F120-8E42-A48C-3960EDCC2B4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6C365473-FDC8-1566-CD25-FB74CDB9064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BEEF1B04-AA63-4B24-1E6A-7FE46997100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02B754E3-B7FE-A168-B071-D92F3159C6E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C2D3ED34-6D33-FF4D-D807-857B16540E1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6B0E77B-276E-3659-13C9-106EBE0FC93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BD3BCF0B-7FA7-01D0-047E-58D8DFEE779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2AB69B6-C2ED-31BC-6C84-1512C6AFB7C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1DA298ED-67AA-E6B2-5547-46DC7A45D81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4EAAEB49-7459-76A3-B7FD-615282F290C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53AB2C1C-5192-D1C0-A071-52D5689FA3D6}"/>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49973AB2-B153-A28B-45C2-C31EE85AA21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FF7BD949-824A-9812-9C7D-7B34F2C429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EE40155E-7726-4812-5822-71B801539AF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18</a:t>
            </a:fld>
            <a:endParaRPr lang="en-US" sz="2400" dirty="0"/>
          </a:p>
        </p:txBody>
      </p:sp>
      <p:sp>
        <p:nvSpPr>
          <p:cNvPr id="3" name="TextBox 24">
            <a:extLst>
              <a:ext uri="{FF2B5EF4-FFF2-40B4-BE49-F238E27FC236}">
                <a16:creationId xmlns:a16="http://schemas.microsoft.com/office/drawing/2014/main" id="{47C59F46-929A-5313-7A47-8A2B5F2DD145}"/>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結果・結論</a:t>
            </a:r>
            <a:endParaRPr lang="en-US" altLang="ja-JP" sz="4000" dirty="0">
              <a:solidFill>
                <a:srgbClr val="292B2B"/>
              </a:solidFill>
              <a:latin typeface="Source Han Sans JP Medium"/>
              <a:ea typeface="Source Han Sans JP Medium"/>
              <a:cs typeface="Source Han Sans JP Medium"/>
              <a:sym typeface="Source Han Sans JP Medium"/>
            </a:endParaRPr>
          </a:p>
        </p:txBody>
      </p:sp>
      <p:grpSp>
        <p:nvGrpSpPr>
          <p:cNvPr id="4" name="グループ化 3">
            <a:extLst>
              <a:ext uri="{FF2B5EF4-FFF2-40B4-BE49-F238E27FC236}">
                <a16:creationId xmlns:a16="http://schemas.microsoft.com/office/drawing/2014/main" id="{AF75046B-34BD-EC57-D8CA-E92700DCBC3D}"/>
              </a:ext>
            </a:extLst>
          </p:cNvPr>
          <p:cNvGrpSpPr/>
          <p:nvPr/>
        </p:nvGrpSpPr>
        <p:grpSpPr>
          <a:xfrm>
            <a:off x="1524000" y="1555698"/>
            <a:ext cx="7086600" cy="552410"/>
            <a:chOff x="1535808" y="1451163"/>
            <a:chExt cx="8639037" cy="552410"/>
          </a:xfrm>
        </p:grpSpPr>
        <p:sp>
          <p:nvSpPr>
            <p:cNvPr id="5" name="TextBox 26">
              <a:extLst>
                <a:ext uri="{FF2B5EF4-FFF2-40B4-BE49-F238E27FC236}">
                  <a16:creationId xmlns:a16="http://schemas.microsoft.com/office/drawing/2014/main" id="{FEAD58D1-804C-51EF-F40E-1625782265D5}"/>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結果</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C60E117C-8D75-AF49-037B-E556E90E6FAB}"/>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pic>
        <p:nvPicPr>
          <p:cNvPr id="8" name="図 7" descr="ダイアグラム が含まれている画像&#10;&#10;AI によって生成されたコンテンツは間違っている可能性があります。">
            <a:extLst>
              <a:ext uri="{FF2B5EF4-FFF2-40B4-BE49-F238E27FC236}">
                <a16:creationId xmlns:a16="http://schemas.microsoft.com/office/drawing/2014/main" id="{D4F814B0-CF6E-CB49-C9C8-8A546988A5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5205" y="2173853"/>
            <a:ext cx="7407783" cy="7046429"/>
          </a:xfrm>
          <a:prstGeom prst="rect">
            <a:avLst/>
          </a:prstGeom>
        </p:spPr>
      </p:pic>
      <p:sp>
        <p:nvSpPr>
          <p:cNvPr id="9" name="TextBox 24">
            <a:extLst>
              <a:ext uri="{FF2B5EF4-FFF2-40B4-BE49-F238E27FC236}">
                <a16:creationId xmlns:a16="http://schemas.microsoft.com/office/drawing/2014/main" id="{50CAC297-2844-9F4E-6B65-5FFBB731B5B4}"/>
              </a:ext>
            </a:extLst>
          </p:cNvPr>
          <p:cNvSpPr txBox="1"/>
          <p:nvPr/>
        </p:nvSpPr>
        <p:spPr>
          <a:xfrm>
            <a:off x="1244301" y="9182943"/>
            <a:ext cx="7746497" cy="897682"/>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スペクトログラムと</a:t>
            </a:r>
            <a:r>
              <a:rPr lang="en-US" altLang="ja-JP" sz="2800" dirty="0">
                <a:latin typeface="Source Han Sans JP Medium" panose="020B0600070205080204" charset="-128"/>
                <a:ea typeface="Source Han Sans JP Medium" panose="020B0600070205080204" charset="-128"/>
                <a:cs typeface="Source Han Sans JP Medium"/>
                <a:sym typeface="Source Han Sans JP Medium"/>
              </a:rPr>
              <a:t>WaveNet</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による異常音（ガラスの割れた音）の検出比較</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6" name="TextBox 24">
            <a:extLst>
              <a:ext uri="{FF2B5EF4-FFF2-40B4-BE49-F238E27FC236}">
                <a16:creationId xmlns:a16="http://schemas.microsoft.com/office/drawing/2014/main" id="{FA44AA86-CC4E-9DCA-3BCA-FB990A938400}"/>
              </a:ext>
            </a:extLst>
          </p:cNvPr>
          <p:cNvSpPr txBox="1"/>
          <p:nvPr/>
        </p:nvSpPr>
        <p:spPr>
          <a:xfrm>
            <a:off x="8828999" y="2552700"/>
            <a:ext cx="8323068"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スペクトログラム</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7" name="TextBox 24">
            <a:extLst>
              <a:ext uri="{FF2B5EF4-FFF2-40B4-BE49-F238E27FC236}">
                <a16:creationId xmlns:a16="http://schemas.microsoft.com/office/drawing/2014/main" id="{81ABA0E8-3737-8390-325D-CEBBBD631BA2}"/>
              </a:ext>
            </a:extLst>
          </p:cNvPr>
          <p:cNvSpPr txBox="1"/>
          <p:nvPr/>
        </p:nvSpPr>
        <p:spPr>
          <a:xfrm>
            <a:off x="9144000" y="3065698"/>
            <a:ext cx="8324104" cy="525978"/>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足音とガラスの割れた音の差が見えにくい</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8" name="TextBox 24">
            <a:extLst>
              <a:ext uri="{FF2B5EF4-FFF2-40B4-BE49-F238E27FC236}">
                <a16:creationId xmlns:a16="http://schemas.microsoft.com/office/drawing/2014/main" id="{51D6EF32-63E8-E034-A27C-3F70B97AB9B4}"/>
              </a:ext>
            </a:extLst>
          </p:cNvPr>
          <p:cNvSpPr txBox="1"/>
          <p:nvPr/>
        </p:nvSpPr>
        <p:spPr>
          <a:xfrm>
            <a:off x="8823832" y="4096286"/>
            <a:ext cx="8323068"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エントロピー</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9" name="TextBox 24">
            <a:extLst>
              <a:ext uri="{FF2B5EF4-FFF2-40B4-BE49-F238E27FC236}">
                <a16:creationId xmlns:a16="http://schemas.microsoft.com/office/drawing/2014/main" id="{19D07AA8-F6C4-5F22-808C-5D9D4B008B78}"/>
              </a:ext>
            </a:extLst>
          </p:cNvPr>
          <p:cNvSpPr txBox="1"/>
          <p:nvPr/>
        </p:nvSpPr>
        <p:spPr>
          <a:xfrm>
            <a:off x="9138833" y="4609284"/>
            <a:ext cx="8324104" cy="1680140"/>
          </a:xfrm>
          <a:prstGeom prst="rect">
            <a:avLst/>
          </a:prstGeom>
        </p:spPr>
        <p:txBody>
          <a:bodyPr wrap="square" lIns="0" tIns="0" rIns="0" bIns="0" rtlCol="0" anchor="t">
            <a:spAutoFit/>
          </a:bodyPr>
          <a:lstStyle/>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オレンジ直線：閾値</a:t>
            </a:r>
            <a:endParaRPr lang="en-US" altLang="ja-JP" sz="28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4500"/>
              </a:lnSpc>
              <a:spcBef>
                <a:spcPct val="0"/>
              </a:spcBef>
              <a:buClr>
                <a:srgbClr val="64A4A3"/>
              </a:buClr>
              <a:buFont typeface="Wingdings" panose="05000000000000000000" pitchFamily="2" charset="2"/>
              <a:buChar char="Ø"/>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ガラスの割れた音が「予測できない＝</a:t>
            </a:r>
            <a:r>
              <a:rPr lang="ja-JP" altLang="en-US" sz="28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未知の音</a:t>
            </a: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」なので高くなった</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0" name="矢印: 下 29">
            <a:extLst>
              <a:ext uri="{FF2B5EF4-FFF2-40B4-BE49-F238E27FC236}">
                <a16:creationId xmlns:a16="http://schemas.microsoft.com/office/drawing/2014/main" id="{20C92AB9-D93F-BEEE-9DFE-20CAEB37F785}"/>
              </a:ext>
            </a:extLst>
          </p:cNvPr>
          <p:cNvSpPr/>
          <p:nvPr/>
        </p:nvSpPr>
        <p:spPr>
          <a:xfrm>
            <a:off x="12628987" y="6348448"/>
            <a:ext cx="671898" cy="4653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TextBox 24">
            <a:extLst>
              <a:ext uri="{FF2B5EF4-FFF2-40B4-BE49-F238E27FC236}">
                <a16:creationId xmlns:a16="http://schemas.microsoft.com/office/drawing/2014/main" id="{0D74DEEA-512A-51F4-3528-811F27782FAD}"/>
              </a:ext>
            </a:extLst>
          </p:cNvPr>
          <p:cNvSpPr txBox="1"/>
          <p:nvPr/>
        </p:nvSpPr>
        <p:spPr>
          <a:xfrm>
            <a:off x="8759692" y="6934106"/>
            <a:ext cx="8992636" cy="525978"/>
          </a:xfrm>
          <a:prstGeom prst="rect">
            <a:avLst/>
          </a:prstGeom>
        </p:spPr>
        <p:txBody>
          <a:bodyPr wrap="square" lIns="0" tIns="0" rIns="0" bIns="0" rtlCol="0" anchor="t">
            <a:spAutoFit/>
          </a:bodyPr>
          <a:lstStyle/>
          <a:p>
            <a:pPr algn="l">
              <a:lnSpc>
                <a:spcPts val="4500"/>
              </a:lnSpc>
              <a:spcBef>
                <a:spcPct val="0"/>
              </a:spcBef>
              <a:buClr>
                <a:srgbClr val="64A4A3"/>
              </a:buClr>
            </a:pPr>
            <a:r>
              <a:rPr lang="ja-JP" altLang="en-US" sz="2800" dirty="0">
                <a:latin typeface="Source Han Sans JP Medium" panose="020B0600070205080204" charset="-128"/>
                <a:ea typeface="Source Han Sans JP Medium" panose="020B0600070205080204" charset="-128"/>
                <a:cs typeface="Source Han Sans JP Medium"/>
                <a:sym typeface="Source Han Sans JP Medium"/>
              </a:rPr>
              <a:t>異常の最終予測ではガラスが割れたタイミングのみ反応</a:t>
            </a:r>
            <a:endParaRPr lang="en-US" sz="28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2" name="TextBox 24">
            <a:extLst>
              <a:ext uri="{FF2B5EF4-FFF2-40B4-BE49-F238E27FC236}">
                <a16:creationId xmlns:a16="http://schemas.microsoft.com/office/drawing/2014/main" id="{E7ED83AF-043F-4A88-E6C8-A642B6683DD8}"/>
              </a:ext>
            </a:extLst>
          </p:cNvPr>
          <p:cNvSpPr txBox="1"/>
          <p:nvPr/>
        </p:nvSpPr>
        <p:spPr>
          <a:xfrm>
            <a:off x="9899758" y="8214062"/>
            <a:ext cx="7852570" cy="1053237"/>
          </a:xfrm>
          <a:prstGeom prst="rect">
            <a:avLst/>
          </a:prstGeom>
        </p:spPr>
        <p:txBody>
          <a:bodyPr wrap="square" lIns="0" tIns="0" rIns="0" bIns="0" rtlCol="0" anchor="t">
            <a:spAutoFit/>
          </a:bodyPr>
          <a:lstStyle/>
          <a:p>
            <a:pPr algn="l">
              <a:lnSpc>
                <a:spcPts val="4100"/>
              </a:lnSpc>
              <a:spcBef>
                <a:spcPct val="0"/>
              </a:spcBef>
              <a:buClr>
                <a:srgbClr val="64A4A3"/>
              </a:buClr>
            </a:pPr>
            <a:r>
              <a:rPr lang="ja-JP" altLang="en-US" sz="4000" dirty="0">
                <a:solidFill>
                  <a:srgbClr val="F79646"/>
                </a:solidFill>
                <a:latin typeface="Source Han Sans JP Medium" panose="020B0600070205080204" charset="-128"/>
                <a:ea typeface="Source Han Sans JP Medium" panose="020B0600070205080204" charset="-128"/>
                <a:cs typeface="Source Han Sans JP Medium"/>
                <a:sym typeface="Source Han Sans JP Medium"/>
              </a:rPr>
              <a:t>スペクトログラムでは見えにくい異常音</a:t>
            </a:r>
            <a:r>
              <a:rPr lang="ja-JP" altLang="en-US" sz="4000" dirty="0">
                <a:latin typeface="Source Han Sans JP Medium" panose="020B0600070205080204" charset="-128"/>
                <a:ea typeface="Source Han Sans JP Medium" panose="020B0600070205080204" charset="-128"/>
                <a:cs typeface="Source Han Sans JP Medium"/>
                <a:sym typeface="Source Han Sans JP Medium"/>
              </a:rPr>
              <a:t>も高精度で検出できる</a:t>
            </a:r>
            <a:endParaRPr lang="en-US" sz="40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2501506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F55C0-1095-E5FC-EB34-4E89E7302443}"/>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D7BB2D8-D735-9C8B-3A01-E48DA37C1A1E}"/>
              </a:ext>
            </a:extLst>
          </p:cNvPr>
          <p:cNvSpPr>
            <a:spLocks noGrp="1"/>
          </p:cNvSpPr>
          <p:nvPr>
            <p:ph type="sldNum" sz="quarter" idx="12"/>
          </p:nvPr>
        </p:nvSpPr>
        <p:spPr/>
        <p:txBody>
          <a:bodyPr/>
          <a:lstStyle/>
          <a:p>
            <a:fld id="{B6F15528-21DE-4FAA-801E-634DDDAF4B2B}" type="slidenum">
              <a:rPr lang="en-US" smtClean="0"/>
              <a:pPr/>
              <a:t>19</a:t>
            </a:fld>
            <a:endParaRPr lang="en-US"/>
          </a:p>
        </p:txBody>
      </p:sp>
      <p:grpSp>
        <p:nvGrpSpPr>
          <p:cNvPr id="10" name="グループ化 9">
            <a:extLst>
              <a:ext uri="{FF2B5EF4-FFF2-40B4-BE49-F238E27FC236}">
                <a16:creationId xmlns:a16="http://schemas.microsoft.com/office/drawing/2014/main" id="{5078EAF9-330E-1B1D-8A5F-0323F35FA515}"/>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61A7768-5882-90B6-BDBE-B5915A3DE726}"/>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B76C7389-B463-5920-A5DC-FA5598D3CD2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96AC9FDD-AA0B-7118-83C5-AF6AEE95174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73C7273C-7949-D59A-4BAA-CBA3C9781FF8}"/>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3EB98CB-0826-A4F2-1BDA-1F6AC59CF99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8C2B0A5A-7E67-434E-EBF8-CC78C7D166EE}"/>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A3270CA-2523-2C51-B677-8F731714394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9CA96FD7-53AC-9151-F36F-C876B176B1B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4FDE41E7-C4AB-AC8F-EA31-C77D601EB53E}"/>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0C02B212-0F2B-FC4F-C4B2-A5D40300CA4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D95E33DE-D36B-E331-8C13-923A64F8337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3FFB16CF-FBBE-B354-8E6B-6B1170CD866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A24F5A5-3FC7-B5ED-4707-CD2F545A667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30FA6B54-C48B-86F9-208D-00CAEA9275E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BB0D12CA-91E1-16D6-FAB9-28B2B1FEE74A}"/>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19</a:t>
            </a:fld>
            <a:endParaRPr lang="en-US" sz="2400" dirty="0"/>
          </a:p>
        </p:txBody>
      </p:sp>
      <p:sp>
        <p:nvSpPr>
          <p:cNvPr id="3" name="TextBox 24">
            <a:extLst>
              <a:ext uri="{FF2B5EF4-FFF2-40B4-BE49-F238E27FC236}">
                <a16:creationId xmlns:a16="http://schemas.microsoft.com/office/drawing/2014/main" id="{28EF2D4D-08E5-3592-3EE1-02E9943A7CF9}"/>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結果・結論</a:t>
            </a:r>
            <a:endParaRPr lang="en-US" altLang="ja-JP" sz="4000" dirty="0">
              <a:solidFill>
                <a:srgbClr val="292B2B"/>
              </a:solidFill>
              <a:latin typeface="Source Han Sans JP Medium"/>
              <a:ea typeface="Source Han Sans JP Medium"/>
              <a:cs typeface="Source Han Sans JP Medium"/>
              <a:sym typeface="Source Han Sans JP Medium"/>
            </a:endParaRPr>
          </a:p>
        </p:txBody>
      </p:sp>
      <p:grpSp>
        <p:nvGrpSpPr>
          <p:cNvPr id="4" name="グループ化 3">
            <a:extLst>
              <a:ext uri="{FF2B5EF4-FFF2-40B4-BE49-F238E27FC236}">
                <a16:creationId xmlns:a16="http://schemas.microsoft.com/office/drawing/2014/main" id="{B6A2AE1C-786F-4506-913C-8E0E90D16897}"/>
              </a:ext>
            </a:extLst>
          </p:cNvPr>
          <p:cNvGrpSpPr/>
          <p:nvPr/>
        </p:nvGrpSpPr>
        <p:grpSpPr>
          <a:xfrm>
            <a:off x="1524000" y="1555698"/>
            <a:ext cx="7086600" cy="552410"/>
            <a:chOff x="1535808" y="1451163"/>
            <a:chExt cx="8639037" cy="552410"/>
          </a:xfrm>
        </p:grpSpPr>
        <p:sp>
          <p:nvSpPr>
            <p:cNvPr id="5" name="TextBox 26">
              <a:extLst>
                <a:ext uri="{FF2B5EF4-FFF2-40B4-BE49-F238E27FC236}">
                  <a16:creationId xmlns:a16="http://schemas.microsoft.com/office/drawing/2014/main" id="{66D7ED3A-42E5-B04A-2021-A5A72C313768}"/>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結論</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CC96F3EB-8ED9-E149-6BA1-C190324ADB2B}"/>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8" name="Rectangle 1">
            <a:extLst>
              <a:ext uri="{FF2B5EF4-FFF2-40B4-BE49-F238E27FC236}">
                <a16:creationId xmlns:a16="http://schemas.microsoft.com/office/drawing/2014/main" id="{B89DAA68-4148-F088-572F-9ED684EB5AF0}"/>
              </a:ext>
            </a:extLst>
          </p:cNvPr>
          <p:cNvSpPr>
            <a:spLocks noChangeArrowheads="1"/>
          </p:cNvSpPr>
          <p:nvPr/>
        </p:nvSpPr>
        <p:spPr bwMode="auto">
          <a:xfrm>
            <a:off x="1899587" y="4152900"/>
            <a:ext cx="1539239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pPr>
            <a:r>
              <a:rPr kumimoji="0" lang="ja-JP" altLang="ja-JP" sz="36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WaveNetを用いた</a:t>
            </a:r>
            <a:r>
              <a:rPr kumimoji="0" lang="ja-JP" altLang="ja-JP" sz="3600" i="0" u="none" strike="noStrike" cap="none" normalizeH="0" baseline="0" dirty="0">
                <a:ln>
                  <a:noFill/>
                </a:ln>
                <a:effectLst/>
                <a:latin typeface="Source Han Sans JP Medium" panose="020B0600070205080204" charset="-128"/>
                <a:ea typeface="Source Han Sans JP Medium" panose="020B0600070205080204" charset="-128"/>
              </a:rPr>
              <a:t>「波形ベース」の異常音検出</a:t>
            </a:r>
            <a:r>
              <a:rPr kumimoji="0" lang="ja-JP" altLang="ja-JP" sz="36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は、</a:t>
            </a:r>
            <a:r>
              <a:rPr kumimoji="0" lang="ja-JP" altLang="ja-JP" sz="3600" i="0" u="none" strike="noStrike" cap="none" normalizeH="0" baseline="0" dirty="0">
                <a:ln>
                  <a:noFill/>
                </a:ln>
                <a:solidFill>
                  <a:srgbClr val="F79646"/>
                </a:solidFill>
                <a:effectLst/>
                <a:latin typeface="Source Han Sans JP Medium" panose="020B0600070205080204" charset="-128"/>
                <a:ea typeface="Source Han Sans JP Medium" panose="020B0600070205080204" charset="-128"/>
              </a:rPr>
              <a:t>特徴量ベースの限界を超える</a:t>
            </a:r>
            <a:r>
              <a:rPr kumimoji="0" lang="ja-JP" altLang="ja-JP" sz="36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革新的な手法</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pPr>
            <a:r>
              <a:rPr kumimoji="0" lang="ja-JP" altLang="ja-JP" sz="36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音を直接扱うことで、</a:t>
            </a:r>
            <a:r>
              <a:rPr kumimoji="0" lang="ja-JP" altLang="ja-JP" sz="3600" i="0" u="none" strike="noStrike" cap="none" normalizeH="0" baseline="0" dirty="0">
                <a:ln>
                  <a:noFill/>
                </a:ln>
                <a:solidFill>
                  <a:srgbClr val="F79646"/>
                </a:solidFill>
                <a:effectLst/>
                <a:latin typeface="Source Han Sans JP Medium" panose="020B0600070205080204" charset="-128"/>
                <a:ea typeface="Source Han Sans JP Medium" panose="020B0600070205080204" charset="-128"/>
              </a:rPr>
              <a:t>より繊細で確実</a:t>
            </a:r>
            <a:r>
              <a:rPr kumimoji="0" lang="ja-JP" altLang="ja-JP" sz="36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な異常検出が可能になった</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pPr>
            <a:r>
              <a:rPr kumimoji="0" lang="ja-JP" altLang="ja-JP" sz="36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今後の研究や実用化に向けて、</a:t>
            </a:r>
            <a:r>
              <a:rPr kumimoji="0" lang="ja-JP" altLang="ja-JP" sz="3600" i="0" u="none" strike="noStrike" cap="none" normalizeH="0" baseline="0" dirty="0">
                <a:ln>
                  <a:noFill/>
                </a:ln>
                <a:solidFill>
                  <a:srgbClr val="F79646"/>
                </a:solidFill>
                <a:effectLst/>
                <a:latin typeface="Source Han Sans JP Medium" panose="020B0600070205080204" charset="-128"/>
                <a:ea typeface="Source Han Sans JP Medium" panose="020B0600070205080204" charset="-128"/>
              </a:rPr>
              <a:t>柔軟なしきい値設定</a:t>
            </a:r>
            <a:r>
              <a:rPr kumimoji="0" lang="ja-JP" altLang="ja-JP" sz="36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や</a:t>
            </a:r>
            <a:r>
              <a:rPr kumimoji="0" lang="ja-JP" altLang="ja-JP" sz="3600" i="0" u="none" strike="noStrike" cap="none" normalizeH="0" baseline="0" dirty="0">
                <a:ln>
                  <a:noFill/>
                </a:ln>
                <a:solidFill>
                  <a:srgbClr val="F79646"/>
                </a:solidFill>
                <a:effectLst/>
                <a:latin typeface="Source Han Sans JP Medium" panose="020B0600070205080204" charset="-128"/>
                <a:ea typeface="Source Han Sans JP Medium" panose="020B0600070205080204" charset="-128"/>
              </a:rPr>
              <a:t>応用範囲の拡大</a:t>
            </a:r>
            <a:r>
              <a:rPr kumimoji="0" lang="ja-JP" altLang="ja-JP" sz="36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rPr>
              <a:t>が期待される</a:t>
            </a:r>
          </a:p>
        </p:txBody>
      </p:sp>
    </p:spTree>
    <p:extLst>
      <p:ext uri="{BB962C8B-B14F-4D97-AF65-F5344CB8AC3E}">
        <p14:creationId xmlns:p14="http://schemas.microsoft.com/office/powerpoint/2010/main" val="3029064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AF64734-8985-81E7-F02C-1F029A1E5BD9}"/>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27A156E-8575-6B69-3622-E39FE025C99A}"/>
              </a:ext>
            </a:extLst>
          </p:cNvPr>
          <p:cNvSpPr>
            <a:spLocks noGrp="1"/>
          </p:cNvSpPr>
          <p:nvPr>
            <p:ph type="sldNum" sz="quarter" idx="12"/>
          </p:nvPr>
        </p:nvSpPr>
        <p:spPr/>
        <p:txBody>
          <a:bodyPr/>
          <a:lstStyle/>
          <a:p>
            <a:fld id="{B6F15528-21DE-4FAA-801E-634DDDAF4B2B}" type="slidenum">
              <a:rPr lang="en-US" smtClean="0"/>
              <a:pPr/>
              <a:t>20</a:t>
            </a:fld>
            <a:endParaRPr lang="en-US"/>
          </a:p>
        </p:txBody>
      </p:sp>
      <p:grpSp>
        <p:nvGrpSpPr>
          <p:cNvPr id="10" name="グループ化 9">
            <a:extLst>
              <a:ext uri="{FF2B5EF4-FFF2-40B4-BE49-F238E27FC236}">
                <a16:creationId xmlns:a16="http://schemas.microsoft.com/office/drawing/2014/main" id="{66CE293C-5E1F-D18B-FDB5-65D38221484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6966F3BC-CA96-088C-0BC0-9F1CDC571DAC}"/>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1E1E0F52-8445-CFF5-E8F5-1DA3652875F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AA7B44FE-C6D6-E641-E877-AB39157888C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457E236-8E0F-A1E6-C866-D08525F305F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2CFB77E1-55B9-6DAC-DAC7-0D6224378FD5}"/>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1568253F-8C4A-AFC2-A164-FCDDA21278C1}"/>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59406484-643D-B43D-711B-AC121845886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DD767C6C-9D45-CD83-BA9D-1CC1FE433EB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DE2EB27D-B1FA-DA25-C3AC-2C33F8BBF004}"/>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1FCDB979-A4B9-F2C9-C274-5A66996D55F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585D3DC2-05F1-9758-61E0-7252AB0F9C6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74041AA0-9856-2EDC-4DBC-3C6BDCB952D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D4C95E30-A392-7B8E-DA75-5129C342B65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8D2236D4-6E05-37AF-0079-3422FEB9A0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C72CE283-7FFF-5153-2645-DD8BA021BED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20</a:t>
            </a:fld>
            <a:endParaRPr lang="en-US" sz="2400" dirty="0"/>
          </a:p>
        </p:txBody>
      </p:sp>
    </p:spTree>
    <p:extLst>
      <p:ext uri="{BB962C8B-B14F-4D97-AF65-F5344CB8AC3E}">
        <p14:creationId xmlns:p14="http://schemas.microsoft.com/office/powerpoint/2010/main" val="2561804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F31921-B9FC-3DA2-B765-8A0BBA4C40E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BF47597-5171-166F-315A-BD02F0932D6D}"/>
              </a:ext>
            </a:extLst>
          </p:cNvPr>
          <p:cNvSpPr>
            <a:spLocks noGrp="1"/>
          </p:cNvSpPr>
          <p:nvPr>
            <p:ph type="sldNum" sz="quarter" idx="12"/>
          </p:nvPr>
        </p:nvSpPr>
        <p:spPr/>
        <p:txBody>
          <a:bodyPr/>
          <a:lstStyle/>
          <a:p>
            <a:fld id="{B6F15528-21DE-4FAA-801E-634DDDAF4B2B}" type="slidenum">
              <a:rPr lang="en-US" smtClean="0"/>
              <a:pPr/>
              <a:t>21</a:t>
            </a:fld>
            <a:endParaRPr lang="en-US"/>
          </a:p>
        </p:txBody>
      </p:sp>
      <p:grpSp>
        <p:nvGrpSpPr>
          <p:cNvPr id="10" name="グループ化 9">
            <a:extLst>
              <a:ext uri="{FF2B5EF4-FFF2-40B4-BE49-F238E27FC236}">
                <a16:creationId xmlns:a16="http://schemas.microsoft.com/office/drawing/2014/main" id="{9193738A-DFDC-3E1B-8EA4-1C5A472B367C}"/>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F169EBC2-5E7B-3555-E436-A4172F48134F}"/>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7F4CBB17-4D36-FE32-2C0C-11836061C7E3}"/>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AB79A041-70A5-4B0B-BBF7-7696516B362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A29C6B5-A687-2034-B604-03DB0845CB9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465CA50-DCD9-E6D1-DF50-26EDD12BCA4E}"/>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577A288C-1C2E-C07C-1C06-8422BC8B08F1}"/>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F8588DBA-4A30-EC6C-9035-85D6BA240FE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2003900-3796-3F86-EB96-0E0E66E3B8D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B350E013-3D70-3E7F-C4B6-8517EC5CB7F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C173C1D9-4CE9-93FC-FD61-9710D738325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3D772C60-8A47-7764-F787-8B2B9E186C9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F4F462E7-CE58-683B-75EC-F8D7FAF42AC4}"/>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5B63D461-705B-0407-0394-EF8CF7C3C69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D5024502-93C6-2444-B0F5-CC3F5A4C43C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C410EC24-8FBF-330D-E681-616ADBCF2827}"/>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21</a:t>
            </a:fld>
            <a:endParaRPr lang="en-US" sz="2400" dirty="0"/>
          </a:p>
        </p:txBody>
      </p:sp>
      <p:sp>
        <p:nvSpPr>
          <p:cNvPr id="40" name="四角形: 角を丸くする 39">
            <a:extLst>
              <a:ext uri="{FF2B5EF4-FFF2-40B4-BE49-F238E27FC236}">
                <a16:creationId xmlns:a16="http://schemas.microsoft.com/office/drawing/2014/main" id="{FBA93A78-E2A3-2B8A-54F0-862FD69A2B5D}"/>
              </a:ext>
            </a:extLst>
          </p:cNvPr>
          <p:cNvSpPr/>
          <p:nvPr/>
        </p:nvSpPr>
        <p:spPr>
          <a:xfrm>
            <a:off x="4505864" y="3248630"/>
            <a:ext cx="9796460" cy="4374019"/>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03406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CDA979A-2232-B18F-94AD-CE522D420D99}"/>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A7B271B-5ABC-22CA-D17A-37FB9584E521}"/>
              </a:ext>
            </a:extLst>
          </p:cNvPr>
          <p:cNvSpPr>
            <a:spLocks noGrp="1"/>
          </p:cNvSpPr>
          <p:nvPr>
            <p:ph type="sldNum" sz="quarter" idx="12"/>
          </p:nvPr>
        </p:nvSpPr>
        <p:spPr/>
        <p:txBody>
          <a:bodyPr/>
          <a:lstStyle/>
          <a:p>
            <a:fld id="{B6F15528-21DE-4FAA-801E-634DDDAF4B2B}" type="slidenum">
              <a:rPr lang="en-US" smtClean="0"/>
              <a:pPr/>
              <a:t>22</a:t>
            </a:fld>
            <a:endParaRPr lang="en-US"/>
          </a:p>
        </p:txBody>
      </p:sp>
      <p:grpSp>
        <p:nvGrpSpPr>
          <p:cNvPr id="10" name="グループ化 9">
            <a:extLst>
              <a:ext uri="{FF2B5EF4-FFF2-40B4-BE49-F238E27FC236}">
                <a16:creationId xmlns:a16="http://schemas.microsoft.com/office/drawing/2014/main" id="{B6907253-5DFE-D856-0578-347D8EC8EC25}"/>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BAAC7754-86CA-3FFF-3BD1-1D68547A52FB}"/>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2DCDF5B-E11A-7623-CE80-751974F6E98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726FDD1-E140-7398-6DE0-FABEA317E5C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56E3F16A-16C7-EEAC-22BC-F6A786BB677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2CAB03A1-094E-D0F2-240D-924E676976D8}"/>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DAB48B91-42CE-B23B-D329-E6CEAB4AB32A}"/>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A38163E-472D-88F0-5AC0-909456E2C3F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E776157F-3EFE-B90B-9B16-25C6CA7AC94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1970744D-84EB-1F9D-AE65-A4498CA8C995}"/>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CCD00C64-A0C9-C0D9-22C9-569C9AF08EF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77CCE5B6-F293-4F0A-A78D-2D2957C1E7F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EA5147E1-4B27-A80D-AD07-8BA0AC1C610F}"/>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D7F44DCD-7218-FCF2-EAF1-9F860830478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B8FDF732-E1E1-3DFA-DA38-E3EE41D46AF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FB2592BE-DC5F-84A8-CD14-1E93CBEC8EA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22</a:t>
            </a:fld>
            <a:endParaRPr lang="en-US" sz="2400" dirty="0"/>
          </a:p>
        </p:txBody>
      </p:sp>
      <p:grpSp>
        <p:nvGrpSpPr>
          <p:cNvPr id="3" name="グループ化 2">
            <a:extLst>
              <a:ext uri="{FF2B5EF4-FFF2-40B4-BE49-F238E27FC236}">
                <a16:creationId xmlns:a16="http://schemas.microsoft.com/office/drawing/2014/main" id="{23564E9A-48F7-A2BF-BDB9-894FE932ACB4}"/>
              </a:ext>
            </a:extLst>
          </p:cNvPr>
          <p:cNvGrpSpPr/>
          <p:nvPr/>
        </p:nvGrpSpPr>
        <p:grpSpPr>
          <a:xfrm>
            <a:off x="1418285" y="2853056"/>
            <a:ext cx="2109371" cy="6698440"/>
            <a:chOff x="1418285" y="2853056"/>
            <a:chExt cx="2109371" cy="6698440"/>
          </a:xfrm>
        </p:grpSpPr>
        <p:grpSp>
          <p:nvGrpSpPr>
            <p:cNvPr id="4" name="グループ化 3">
              <a:extLst>
                <a:ext uri="{FF2B5EF4-FFF2-40B4-BE49-F238E27FC236}">
                  <a16:creationId xmlns:a16="http://schemas.microsoft.com/office/drawing/2014/main" id="{CB7EBC46-835F-0297-30D3-0E98C64C6C35}"/>
                </a:ext>
              </a:extLst>
            </p:cNvPr>
            <p:cNvGrpSpPr/>
            <p:nvPr/>
          </p:nvGrpSpPr>
          <p:grpSpPr>
            <a:xfrm>
              <a:off x="1418285" y="2853056"/>
              <a:ext cx="2109371" cy="1008000"/>
              <a:chOff x="1656058" y="3294906"/>
              <a:chExt cx="2109371" cy="1008000"/>
            </a:xfrm>
          </p:grpSpPr>
          <p:sp>
            <p:nvSpPr>
              <p:cNvPr id="36" name="楕円 35">
                <a:extLst>
                  <a:ext uri="{FF2B5EF4-FFF2-40B4-BE49-F238E27FC236}">
                    <a16:creationId xmlns:a16="http://schemas.microsoft.com/office/drawing/2014/main" id="{6E348C05-9A1A-D122-EEAB-CFD55EE6D88D}"/>
                  </a:ext>
                </a:extLst>
              </p:cNvPr>
              <p:cNvSpPr/>
              <p:nvPr/>
            </p:nvSpPr>
            <p:spPr>
              <a:xfrm>
                <a:off x="2757429" y="3294906"/>
                <a:ext cx="1008000" cy="1008000"/>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latin typeface="Source Han Sans JP Bold" panose="020B0600070205080204" charset="-128"/>
                    <a:ea typeface="Source Han Sans JP Bold" panose="020B0600070205080204" charset="-128"/>
                  </a:rPr>
                  <a:t>1</a:t>
                </a:r>
                <a:endParaRPr kumimoji="1" lang="ja-JP" altLang="en-US" sz="2800" dirty="0">
                  <a:latin typeface="Source Han Sans JP Bold" panose="020B0600070205080204" charset="-128"/>
                  <a:ea typeface="Source Han Sans JP Bold" panose="020B0600070205080204" charset="-128"/>
                </a:endParaRPr>
              </a:p>
            </p:txBody>
          </p:sp>
          <p:cxnSp>
            <p:nvCxnSpPr>
              <p:cNvPr id="37" name="直線コネクタ 36">
                <a:extLst>
                  <a:ext uri="{FF2B5EF4-FFF2-40B4-BE49-F238E27FC236}">
                    <a16:creationId xmlns:a16="http://schemas.microsoft.com/office/drawing/2014/main" id="{2CF08CEB-2BAA-6612-C602-A26369FE46A4}"/>
                  </a:ext>
                </a:extLst>
              </p:cNvPr>
              <p:cNvCxnSpPr>
                <a:cxnSpLocks/>
                <a:endCxn id="36" idx="2"/>
              </p:cNvCxnSpPr>
              <p:nvPr/>
            </p:nvCxnSpPr>
            <p:spPr>
              <a:xfrm>
                <a:off x="1656058" y="3798906"/>
                <a:ext cx="1101371" cy="0"/>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458AB4EF-9178-D10F-2B7E-AB53EFC60FC1}"/>
                  </a:ext>
                </a:extLst>
              </p:cNvPr>
              <p:cNvSpPr txBox="1"/>
              <p:nvPr/>
            </p:nvSpPr>
            <p:spPr>
              <a:xfrm>
                <a:off x="1806795" y="3437700"/>
                <a:ext cx="1007999" cy="369332"/>
              </a:xfrm>
              <a:prstGeom prst="rect">
                <a:avLst/>
              </a:prstGeom>
              <a:noFill/>
            </p:spPr>
            <p:txBody>
              <a:bodyPr wrap="square" rtlCol="0">
                <a:spAutoFit/>
              </a:bodyPr>
              <a:lstStyle/>
              <a:p>
                <a:r>
                  <a:rPr kumimoji="1" lang="en-US" altLang="ja-JP" spc="300" dirty="0">
                    <a:solidFill>
                      <a:srgbClr val="64A4A3"/>
                    </a:solidFill>
                    <a:latin typeface="Source Han Sans JP" panose="020B0600070205080204" charset="-128"/>
                    <a:ea typeface="Source Han Sans JP" panose="020B0600070205080204" charset="-128"/>
                  </a:rPr>
                  <a:t>Step</a:t>
                </a:r>
                <a:endParaRPr kumimoji="1" lang="ja-JP" altLang="en-US" spc="300" dirty="0">
                  <a:solidFill>
                    <a:srgbClr val="64A4A3"/>
                  </a:solidFill>
                  <a:latin typeface="Source Han Sans JP" panose="020B0600070205080204" charset="-128"/>
                  <a:ea typeface="Source Han Sans JP" panose="020B0600070205080204" charset="-128"/>
                </a:endParaRPr>
              </a:p>
            </p:txBody>
          </p:sp>
        </p:grpSp>
        <p:sp>
          <p:nvSpPr>
            <p:cNvPr id="5" name="矢印: 下 4">
              <a:extLst>
                <a:ext uri="{FF2B5EF4-FFF2-40B4-BE49-F238E27FC236}">
                  <a16:creationId xmlns:a16="http://schemas.microsoft.com/office/drawing/2014/main" id="{882C9F4E-2EAE-5AFA-4E98-427F2C9D9585}"/>
                </a:ext>
              </a:extLst>
            </p:cNvPr>
            <p:cNvSpPr/>
            <p:nvPr/>
          </p:nvSpPr>
          <p:spPr>
            <a:xfrm>
              <a:off x="2977323" y="3850839"/>
              <a:ext cx="92666" cy="8758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619C0457-BFA4-617F-B1B5-7BB08C4AEE88}"/>
                </a:ext>
              </a:extLst>
            </p:cNvPr>
            <p:cNvGrpSpPr/>
            <p:nvPr/>
          </p:nvGrpSpPr>
          <p:grpSpPr>
            <a:xfrm>
              <a:off x="1418285" y="4750923"/>
              <a:ext cx="2109371" cy="1008000"/>
              <a:chOff x="1656058" y="3294906"/>
              <a:chExt cx="2109371" cy="1008000"/>
            </a:xfrm>
          </p:grpSpPr>
          <p:sp>
            <p:nvSpPr>
              <p:cNvPr id="33" name="楕円 32">
                <a:extLst>
                  <a:ext uri="{FF2B5EF4-FFF2-40B4-BE49-F238E27FC236}">
                    <a16:creationId xmlns:a16="http://schemas.microsoft.com/office/drawing/2014/main" id="{814483B7-FC9A-09AE-F50F-576B0C8F9494}"/>
                  </a:ext>
                </a:extLst>
              </p:cNvPr>
              <p:cNvSpPr/>
              <p:nvPr/>
            </p:nvSpPr>
            <p:spPr>
              <a:xfrm>
                <a:off x="2757429" y="3294906"/>
                <a:ext cx="1008000" cy="1008000"/>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latin typeface="Source Han Sans JP Bold" panose="020B0600070205080204" charset="-128"/>
                    <a:ea typeface="Source Han Sans JP Bold" panose="020B0600070205080204" charset="-128"/>
                  </a:rPr>
                  <a:t>2</a:t>
                </a:r>
                <a:endParaRPr kumimoji="1" lang="ja-JP" altLang="en-US" sz="2800" dirty="0">
                  <a:latin typeface="Source Han Sans JP Bold" panose="020B0600070205080204" charset="-128"/>
                  <a:ea typeface="Source Han Sans JP Bold" panose="020B0600070205080204" charset="-128"/>
                </a:endParaRPr>
              </a:p>
            </p:txBody>
          </p:sp>
          <p:cxnSp>
            <p:nvCxnSpPr>
              <p:cNvPr id="34" name="直線コネクタ 33">
                <a:extLst>
                  <a:ext uri="{FF2B5EF4-FFF2-40B4-BE49-F238E27FC236}">
                    <a16:creationId xmlns:a16="http://schemas.microsoft.com/office/drawing/2014/main" id="{A560ABD3-2469-2242-0899-4B910D99EE21}"/>
                  </a:ext>
                </a:extLst>
              </p:cNvPr>
              <p:cNvCxnSpPr>
                <a:cxnSpLocks/>
                <a:endCxn id="33" idx="2"/>
              </p:cNvCxnSpPr>
              <p:nvPr/>
            </p:nvCxnSpPr>
            <p:spPr>
              <a:xfrm>
                <a:off x="1656058" y="3798906"/>
                <a:ext cx="1101371" cy="0"/>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E10A100C-A7EF-4A15-07CB-FD95148FC385}"/>
                  </a:ext>
                </a:extLst>
              </p:cNvPr>
              <p:cNvSpPr txBox="1"/>
              <p:nvPr/>
            </p:nvSpPr>
            <p:spPr>
              <a:xfrm>
                <a:off x="1806795" y="3437700"/>
                <a:ext cx="1007999" cy="369332"/>
              </a:xfrm>
              <a:prstGeom prst="rect">
                <a:avLst/>
              </a:prstGeom>
              <a:noFill/>
            </p:spPr>
            <p:txBody>
              <a:bodyPr wrap="square" rtlCol="0">
                <a:spAutoFit/>
              </a:bodyPr>
              <a:lstStyle/>
              <a:p>
                <a:r>
                  <a:rPr kumimoji="1" lang="en-US" altLang="ja-JP" spc="300" dirty="0">
                    <a:solidFill>
                      <a:srgbClr val="64A4A3"/>
                    </a:solidFill>
                    <a:latin typeface="Source Han Sans JP" panose="020B0600070205080204" charset="-128"/>
                    <a:ea typeface="Source Han Sans JP" panose="020B0600070205080204" charset="-128"/>
                  </a:rPr>
                  <a:t>Step</a:t>
                </a:r>
                <a:endParaRPr kumimoji="1" lang="ja-JP" altLang="en-US" spc="300" dirty="0">
                  <a:solidFill>
                    <a:srgbClr val="64A4A3"/>
                  </a:solidFill>
                  <a:latin typeface="Source Han Sans JP" panose="020B0600070205080204" charset="-128"/>
                  <a:ea typeface="Source Han Sans JP" panose="020B0600070205080204" charset="-128"/>
                </a:endParaRPr>
              </a:p>
            </p:txBody>
          </p:sp>
        </p:grpSp>
        <p:grpSp>
          <p:nvGrpSpPr>
            <p:cNvPr id="7" name="グループ化 6">
              <a:extLst>
                <a:ext uri="{FF2B5EF4-FFF2-40B4-BE49-F238E27FC236}">
                  <a16:creationId xmlns:a16="http://schemas.microsoft.com/office/drawing/2014/main" id="{08CAE8D0-EC04-A256-96D0-EC12F4DE1F94}"/>
                </a:ext>
              </a:extLst>
            </p:cNvPr>
            <p:cNvGrpSpPr/>
            <p:nvPr/>
          </p:nvGrpSpPr>
          <p:grpSpPr>
            <a:xfrm>
              <a:off x="1418285" y="6648790"/>
              <a:ext cx="2109371" cy="1008000"/>
              <a:chOff x="1656058" y="3294906"/>
              <a:chExt cx="2109371" cy="1008000"/>
            </a:xfrm>
          </p:grpSpPr>
          <p:sp>
            <p:nvSpPr>
              <p:cNvPr id="30" name="楕円 29">
                <a:extLst>
                  <a:ext uri="{FF2B5EF4-FFF2-40B4-BE49-F238E27FC236}">
                    <a16:creationId xmlns:a16="http://schemas.microsoft.com/office/drawing/2014/main" id="{D57DB331-D7A3-4F3B-1225-AF1B51264791}"/>
                  </a:ext>
                </a:extLst>
              </p:cNvPr>
              <p:cNvSpPr/>
              <p:nvPr/>
            </p:nvSpPr>
            <p:spPr>
              <a:xfrm>
                <a:off x="2757429" y="3294906"/>
                <a:ext cx="1008000" cy="1008000"/>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latin typeface="Source Han Sans JP Bold" panose="020B0600070205080204" charset="-128"/>
                    <a:ea typeface="Source Han Sans JP Bold" panose="020B0600070205080204" charset="-128"/>
                  </a:rPr>
                  <a:t>3</a:t>
                </a:r>
                <a:endParaRPr kumimoji="1" lang="ja-JP" altLang="en-US" sz="2800" dirty="0">
                  <a:latin typeface="Source Han Sans JP Bold" panose="020B0600070205080204" charset="-128"/>
                  <a:ea typeface="Source Han Sans JP Bold" panose="020B0600070205080204" charset="-128"/>
                </a:endParaRPr>
              </a:p>
            </p:txBody>
          </p:sp>
          <p:cxnSp>
            <p:nvCxnSpPr>
              <p:cNvPr id="31" name="直線コネクタ 30">
                <a:extLst>
                  <a:ext uri="{FF2B5EF4-FFF2-40B4-BE49-F238E27FC236}">
                    <a16:creationId xmlns:a16="http://schemas.microsoft.com/office/drawing/2014/main" id="{BC242994-3810-F8C3-F5A0-585E4A64B43E}"/>
                  </a:ext>
                </a:extLst>
              </p:cNvPr>
              <p:cNvCxnSpPr>
                <a:cxnSpLocks/>
                <a:endCxn id="30" idx="2"/>
              </p:cNvCxnSpPr>
              <p:nvPr/>
            </p:nvCxnSpPr>
            <p:spPr>
              <a:xfrm>
                <a:off x="1656058" y="3798906"/>
                <a:ext cx="1101371" cy="0"/>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C9D61664-2954-9D78-9C5E-BF923A0CE8FC}"/>
                  </a:ext>
                </a:extLst>
              </p:cNvPr>
              <p:cNvSpPr txBox="1"/>
              <p:nvPr/>
            </p:nvSpPr>
            <p:spPr>
              <a:xfrm>
                <a:off x="1806795" y="3437700"/>
                <a:ext cx="1007999" cy="369332"/>
              </a:xfrm>
              <a:prstGeom prst="rect">
                <a:avLst/>
              </a:prstGeom>
              <a:noFill/>
            </p:spPr>
            <p:txBody>
              <a:bodyPr wrap="square" rtlCol="0">
                <a:spAutoFit/>
              </a:bodyPr>
              <a:lstStyle/>
              <a:p>
                <a:r>
                  <a:rPr kumimoji="1" lang="en-US" altLang="ja-JP" spc="300" dirty="0">
                    <a:solidFill>
                      <a:srgbClr val="64A4A3"/>
                    </a:solidFill>
                    <a:latin typeface="Source Han Sans JP" panose="020B0600070205080204" charset="-128"/>
                    <a:ea typeface="Source Han Sans JP" panose="020B0600070205080204" charset="-128"/>
                  </a:rPr>
                  <a:t>Step</a:t>
                </a:r>
                <a:endParaRPr kumimoji="1" lang="ja-JP" altLang="en-US" spc="300" dirty="0">
                  <a:solidFill>
                    <a:srgbClr val="64A4A3"/>
                  </a:solidFill>
                  <a:latin typeface="Source Han Sans JP" panose="020B0600070205080204" charset="-128"/>
                  <a:ea typeface="Source Han Sans JP" panose="020B0600070205080204" charset="-128"/>
                </a:endParaRPr>
              </a:p>
            </p:txBody>
          </p:sp>
        </p:grpSp>
        <p:grpSp>
          <p:nvGrpSpPr>
            <p:cNvPr id="8" name="グループ化 7">
              <a:extLst>
                <a:ext uri="{FF2B5EF4-FFF2-40B4-BE49-F238E27FC236}">
                  <a16:creationId xmlns:a16="http://schemas.microsoft.com/office/drawing/2014/main" id="{B3C7638F-6F35-F7EC-7F78-BAEAE0F27CF9}"/>
                </a:ext>
              </a:extLst>
            </p:cNvPr>
            <p:cNvGrpSpPr/>
            <p:nvPr/>
          </p:nvGrpSpPr>
          <p:grpSpPr>
            <a:xfrm>
              <a:off x="1418285" y="8543496"/>
              <a:ext cx="2109371" cy="1008000"/>
              <a:chOff x="1656058" y="3294906"/>
              <a:chExt cx="2109371" cy="1008000"/>
            </a:xfrm>
          </p:grpSpPr>
          <p:sp>
            <p:nvSpPr>
              <p:cNvPr id="27" name="楕円 26">
                <a:extLst>
                  <a:ext uri="{FF2B5EF4-FFF2-40B4-BE49-F238E27FC236}">
                    <a16:creationId xmlns:a16="http://schemas.microsoft.com/office/drawing/2014/main" id="{6ED34ABB-271D-19B8-B07C-9B8099631699}"/>
                  </a:ext>
                </a:extLst>
              </p:cNvPr>
              <p:cNvSpPr/>
              <p:nvPr/>
            </p:nvSpPr>
            <p:spPr>
              <a:xfrm>
                <a:off x="2757429" y="3294906"/>
                <a:ext cx="1008000" cy="1008000"/>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latin typeface="Source Han Sans JP Bold" panose="020B0600070205080204" charset="-128"/>
                    <a:ea typeface="Source Han Sans JP Bold" panose="020B0600070205080204" charset="-128"/>
                  </a:rPr>
                  <a:t>4</a:t>
                </a:r>
                <a:endParaRPr kumimoji="1" lang="ja-JP" altLang="en-US" sz="2800" dirty="0">
                  <a:latin typeface="Source Han Sans JP Bold" panose="020B0600070205080204" charset="-128"/>
                  <a:ea typeface="Source Han Sans JP Bold" panose="020B0600070205080204" charset="-128"/>
                </a:endParaRPr>
              </a:p>
            </p:txBody>
          </p:sp>
          <p:cxnSp>
            <p:nvCxnSpPr>
              <p:cNvPr id="28" name="直線コネクタ 27">
                <a:extLst>
                  <a:ext uri="{FF2B5EF4-FFF2-40B4-BE49-F238E27FC236}">
                    <a16:creationId xmlns:a16="http://schemas.microsoft.com/office/drawing/2014/main" id="{F02B6CEA-3828-54E2-4DEA-AC913B84DB1E}"/>
                  </a:ext>
                </a:extLst>
              </p:cNvPr>
              <p:cNvCxnSpPr>
                <a:cxnSpLocks/>
                <a:endCxn id="27" idx="2"/>
              </p:cNvCxnSpPr>
              <p:nvPr/>
            </p:nvCxnSpPr>
            <p:spPr>
              <a:xfrm>
                <a:off x="1656058" y="3798906"/>
                <a:ext cx="1101371" cy="0"/>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9EAF984D-8798-2A72-8CF7-6E0AC1D81912}"/>
                  </a:ext>
                </a:extLst>
              </p:cNvPr>
              <p:cNvSpPr txBox="1"/>
              <p:nvPr/>
            </p:nvSpPr>
            <p:spPr>
              <a:xfrm>
                <a:off x="1806795" y="3437700"/>
                <a:ext cx="1007999" cy="369332"/>
              </a:xfrm>
              <a:prstGeom prst="rect">
                <a:avLst/>
              </a:prstGeom>
              <a:noFill/>
            </p:spPr>
            <p:txBody>
              <a:bodyPr wrap="square" rtlCol="0">
                <a:spAutoFit/>
              </a:bodyPr>
              <a:lstStyle/>
              <a:p>
                <a:r>
                  <a:rPr kumimoji="1" lang="en-US" altLang="ja-JP" spc="300" dirty="0">
                    <a:solidFill>
                      <a:srgbClr val="64A4A3"/>
                    </a:solidFill>
                    <a:latin typeface="Source Han Sans JP" panose="020B0600070205080204" charset="-128"/>
                    <a:ea typeface="Source Han Sans JP" panose="020B0600070205080204" charset="-128"/>
                  </a:rPr>
                  <a:t>Step</a:t>
                </a:r>
                <a:endParaRPr kumimoji="1" lang="ja-JP" altLang="en-US" spc="300" dirty="0">
                  <a:solidFill>
                    <a:srgbClr val="64A4A3"/>
                  </a:solidFill>
                  <a:latin typeface="Source Han Sans JP" panose="020B0600070205080204" charset="-128"/>
                  <a:ea typeface="Source Han Sans JP" panose="020B0600070205080204" charset="-128"/>
                </a:endParaRPr>
              </a:p>
            </p:txBody>
          </p:sp>
        </p:grpSp>
        <p:sp>
          <p:nvSpPr>
            <p:cNvPr id="9" name="矢印: 下 8">
              <a:extLst>
                <a:ext uri="{FF2B5EF4-FFF2-40B4-BE49-F238E27FC236}">
                  <a16:creationId xmlns:a16="http://schemas.microsoft.com/office/drawing/2014/main" id="{74F26521-2F7F-1B87-CB57-1D58BFF65561}"/>
                </a:ext>
              </a:extLst>
            </p:cNvPr>
            <p:cNvSpPr/>
            <p:nvPr/>
          </p:nvSpPr>
          <p:spPr>
            <a:xfrm>
              <a:off x="2975459" y="5765948"/>
              <a:ext cx="92666" cy="8758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矢印: 下 25">
              <a:extLst>
                <a:ext uri="{FF2B5EF4-FFF2-40B4-BE49-F238E27FC236}">
                  <a16:creationId xmlns:a16="http://schemas.microsoft.com/office/drawing/2014/main" id="{9AE6FACA-FE53-AB50-3856-ED5455A3D375}"/>
                </a:ext>
              </a:extLst>
            </p:cNvPr>
            <p:cNvSpPr/>
            <p:nvPr/>
          </p:nvSpPr>
          <p:spPr>
            <a:xfrm>
              <a:off x="2975459" y="7663815"/>
              <a:ext cx="92666" cy="8758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000279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BAE509-1F5F-44D7-895B-AADA5EB0124C}"/>
              </a:ext>
            </a:extLst>
          </p:cNvPr>
          <p:cNvSpPr>
            <a:spLocks noGrp="1"/>
          </p:cNvSpPr>
          <p:nvPr>
            <p:ph type="title"/>
          </p:nvPr>
        </p:nvSpPr>
        <p:spPr/>
        <p:txBody>
          <a:bodyPr/>
          <a:lstStyle/>
          <a:p>
            <a:r>
              <a:rPr kumimoji="1" lang="ja-JP" altLang="en-US" dirty="0"/>
              <a:t>寸法や色は場合に応じて調整しましょう</a:t>
            </a:r>
          </a:p>
        </p:txBody>
      </p:sp>
      <p:sp>
        <p:nvSpPr>
          <p:cNvPr id="4" name="テキスト プレースホルダー 3">
            <a:extLst>
              <a:ext uri="{FF2B5EF4-FFF2-40B4-BE49-F238E27FC236}">
                <a16:creationId xmlns:a16="http://schemas.microsoft.com/office/drawing/2014/main" id="{5DCA4200-D082-429B-A7B9-20EDE7036BD0}"/>
              </a:ext>
            </a:extLst>
          </p:cNvPr>
          <p:cNvSpPr>
            <a:spLocks noGrp="1"/>
          </p:cNvSpPr>
          <p:nvPr>
            <p:ph type="body" sz="quarter" idx="11"/>
          </p:nvPr>
        </p:nvSpPr>
        <p:spPr/>
        <p:txBody>
          <a:bodyPr>
            <a:normAutofit/>
          </a:bodyPr>
          <a:lstStyle/>
          <a:p>
            <a:r>
              <a:rPr kumimoji="1" lang="ja-JP" altLang="en-US" dirty="0"/>
              <a:t>よく使う図形のパターン</a:t>
            </a:r>
          </a:p>
        </p:txBody>
      </p:sp>
      <p:grpSp>
        <p:nvGrpSpPr>
          <p:cNvPr id="11" name="グループ化 10">
            <a:extLst>
              <a:ext uri="{FF2B5EF4-FFF2-40B4-BE49-F238E27FC236}">
                <a16:creationId xmlns:a16="http://schemas.microsoft.com/office/drawing/2014/main" id="{1600F27F-842D-4A09-9876-4F4D6FED49D4}"/>
              </a:ext>
            </a:extLst>
          </p:cNvPr>
          <p:cNvGrpSpPr/>
          <p:nvPr/>
        </p:nvGrpSpPr>
        <p:grpSpPr>
          <a:xfrm rot="3516666">
            <a:off x="1625500" y="4280081"/>
            <a:ext cx="1802963" cy="2351474"/>
            <a:chOff x="2664127" y="3374455"/>
            <a:chExt cx="1201975" cy="1567649"/>
          </a:xfrm>
          <a:solidFill>
            <a:srgbClr val="64A4A3"/>
          </a:solidFill>
        </p:grpSpPr>
        <p:sp>
          <p:nvSpPr>
            <p:cNvPr id="5" name="二等辺三角形 4">
              <a:extLst>
                <a:ext uri="{FF2B5EF4-FFF2-40B4-BE49-F238E27FC236}">
                  <a16:creationId xmlns:a16="http://schemas.microsoft.com/office/drawing/2014/main" id="{031DCB67-E3C0-40A6-82FC-F3A99614C50C}"/>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0" name="フリーフォーム: 図形 9">
              <a:extLst>
                <a:ext uri="{FF2B5EF4-FFF2-40B4-BE49-F238E27FC236}">
                  <a16:creationId xmlns:a16="http://schemas.microsoft.com/office/drawing/2014/main" id="{8F1F7A27-5455-4318-B9EB-F5DC2E371C80}"/>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grpSp>
      <p:grpSp>
        <p:nvGrpSpPr>
          <p:cNvPr id="19" name="グループ化 18">
            <a:extLst>
              <a:ext uri="{FF2B5EF4-FFF2-40B4-BE49-F238E27FC236}">
                <a16:creationId xmlns:a16="http://schemas.microsoft.com/office/drawing/2014/main" id="{A84CB4AB-8E74-474F-8F79-B603B9235B46}"/>
              </a:ext>
            </a:extLst>
          </p:cNvPr>
          <p:cNvGrpSpPr/>
          <p:nvPr/>
        </p:nvGrpSpPr>
        <p:grpSpPr>
          <a:xfrm>
            <a:off x="5644050" y="3680489"/>
            <a:ext cx="1277850" cy="3301794"/>
            <a:chOff x="4004187" y="2684206"/>
            <a:chExt cx="851900" cy="2201196"/>
          </a:xfrm>
          <a:solidFill>
            <a:srgbClr val="64A4A3"/>
          </a:solidFill>
        </p:grpSpPr>
        <p:sp>
          <p:nvSpPr>
            <p:cNvPr id="16" name="二等辺三角形 15">
              <a:extLst>
                <a:ext uri="{FF2B5EF4-FFF2-40B4-BE49-F238E27FC236}">
                  <a16:creationId xmlns:a16="http://schemas.microsoft.com/office/drawing/2014/main" id="{77F25128-43F7-4D7B-A506-7861040EA63C}"/>
                </a:ext>
              </a:extLst>
            </p:cNvPr>
            <p:cNvSpPr/>
            <p:nvPr/>
          </p:nvSpPr>
          <p:spPr>
            <a:xfrm>
              <a:off x="4004187" y="2684206"/>
              <a:ext cx="851900" cy="405581"/>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7" name="二等辺三角形 16">
              <a:extLst>
                <a:ext uri="{FF2B5EF4-FFF2-40B4-BE49-F238E27FC236}">
                  <a16:creationId xmlns:a16="http://schemas.microsoft.com/office/drawing/2014/main" id="{425DA271-AEFA-45AB-AD52-737DB7EF67C8}"/>
                </a:ext>
              </a:extLst>
            </p:cNvPr>
            <p:cNvSpPr/>
            <p:nvPr/>
          </p:nvSpPr>
          <p:spPr>
            <a:xfrm rot="10800000">
              <a:off x="4172039" y="4653111"/>
              <a:ext cx="516194" cy="232291"/>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8" name="台形 17">
              <a:extLst>
                <a:ext uri="{FF2B5EF4-FFF2-40B4-BE49-F238E27FC236}">
                  <a16:creationId xmlns:a16="http://schemas.microsoft.com/office/drawing/2014/main" id="{0BE03671-A77A-4398-9395-69D34E2C8634}"/>
                </a:ext>
              </a:extLst>
            </p:cNvPr>
            <p:cNvSpPr/>
            <p:nvPr/>
          </p:nvSpPr>
          <p:spPr>
            <a:xfrm rot="10800000">
              <a:off x="4274402" y="3082408"/>
              <a:ext cx="311469" cy="1570703"/>
            </a:xfrm>
            <a:prstGeom prst="trapezoid">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grpSp>
        <p:nvGrpSpPr>
          <p:cNvPr id="23" name="グループ化 22">
            <a:extLst>
              <a:ext uri="{FF2B5EF4-FFF2-40B4-BE49-F238E27FC236}">
                <a16:creationId xmlns:a16="http://schemas.microsoft.com/office/drawing/2014/main" id="{53DA5DF4-9734-4A8B-B3F2-EB432821614A}"/>
              </a:ext>
            </a:extLst>
          </p:cNvPr>
          <p:cNvGrpSpPr/>
          <p:nvPr/>
        </p:nvGrpSpPr>
        <p:grpSpPr>
          <a:xfrm>
            <a:off x="7894115" y="4814048"/>
            <a:ext cx="3539613" cy="2168237"/>
            <a:chOff x="4837472" y="2490841"/>
            <a:chExt cx="2359742" cy="1445491"/>
          </a:xfrm>
          <a:solidFill>
            <a:srgbClr val="64A4A3"/>
          </a:solidFill>
        </p:grpSpPr>
        <p:sp>
          <p:nvSpPr>
            <p:cNvPr id="20" name="四角形: 角を丸くする 19">
              <a:extLst>
                <a:ext uri="{FF2B5EF4-FFF2-40B4-BE49-F238E27FC236}">
                  <a16:creationId xmlns:a16="http://schemas.microsoft.com/office/drawing/2014/main" id="{161AF5DB-A2D8-495C-B795-7003573DFCCF}"/>
                </a:ext>
              </a:extLst>
            </p:cNvPr>
            <p:cNvSpPr/>
            <p:nvPr/>
          </p:nvSpPr>
          <p:spPr>
            <a:xfrm>
              <a:off x="4837472" y="2490841"/>
              <a:ext cx="2359742" cy="938159"/>
            </a:xfrm>
            <a:prstGeom prst="roundRect">
              <a:avLst>
                <a:gd name="adj" fmla="val 10379"/>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22" name="二等辺三角形 21">
              <a:extLst>
                <a:ext uri="{FF2B5EF4-FFF2-40B4-BE49-F238E27FC236}">
                  <a16:creationId xmlns:a16="http://schemas.microsoft.com/office/drawing/2014/main" id="{C811F06F-2D36-4904-A2A9-7CD991856DA0}"/>
                </a:ext>
              </a:extLst>
            </p:cNvPr>
            <p:cNvSpPr/>
            <p:nvPr/>
          </p:nvSpPr>
          <p:spPr>
            <a:xfrm rot="11901755">
              <a:off x="4948538" y="3335420"/>
              <a:ext cx="213186" cy="600912"/>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grpSp>
        <p:nvGrpSpPr>
          <p:cNvPr id="26" name="グループ化 25">
            <a:extLst>
              <a:ext uri="{FF2B5EF4-FFF2-40B4-BE49-F238E27FC236}">
                <a16:creationId xmlns:a16="http://schemas.microsoft.com/office/drawing/2014/main" id="{12B12945-4562-4CBA-BD30-EF9F8726FCD9}"/>
              </a:ext>
            </a:extLst>
          </p:cNvPr>
          <p:cNvGrpSpPr/>
          <p:nvPr/>
        </p:nvGrpSpPr>
        <p:grpSpPr>
          <a:xfrm>
            <a:off x="3950372" y="3529255"/>
            <a:ext cx="1260987" cy="3738716"/>
            <a:chOff x="7800489" y="2818451"/>
            <a:chExt cx="840658" cy="2492477"/>
          </a:xfrm>
          <a:solidFill>
            <a:srgbClr val="64A4A3"/>
          </a:solidFill>
        </p:grpSpPr>
        <p:sp>
          <p:nvSpPr>
            <p:cNvPr id="24" name="二等辺三角形 23">
              <a:extLst>
                <a:ext uri="{FF2B5EF4-FFF2-40B4-BE49-F238E27FC236}">
                  <a16:creationId xmlns:a16="http://schemas.microsoft.com/office/drawing/2014/main" id="{5972915F-3F25-4048-8F16-22D7D6656CAA}"/>
                </a:ext>
              </a:extLst>
            </p:cNvPr>
            <p:cNvSpPr/>
            <p:nvPr/>
          </p:nvSpPr>
          <p:spPr>
            <a:xfrm>
              <a:off x="7800489" y="2818451"/>
              <a:ext cx="840658" cy="412955"/>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5" name="二等辺三角形 24">
              <a:extLst>
                <a:ext uri="{FF2B5EF4-FFF2-40B4-BE49-F238E27FC236}">
                  <a16:creationId xmlns:a16="http://schemas.microsoft.com/office/drawing/2014/main" id="{FC3592AF-4DD9-481B-AE7D-C444443CA44E}"/>
                </a:ext>
              </a:extLst>
            </p:cNvPr>
            <p:cNvSpPr/>
            <p:nvPr/>
          </p:nvSpPr>
          <p:spPr>
            <a:xfrm rot="10800000">
              <a:off x="8070268" y="3224031"/>
              <a:ext cx="274331" cy="2086897"/>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cxnSp>
        <p:nvCxnSpPr>
          <p:cNvPr id="31" name="直線コネクタ 30">
            <a:extLst>
              <a:ext uri="{FF2B5EF4-FFF2-40B4-BE49-F238E27FC236}">
                <a16:creationId xmlns:a16="http://schemas.microsoft.com/office/drawing/2014/main" id="{E692BBDB-6806-49B7-9241-7D2B547F185E}"/>
              </a:ext>
            </a:extLst>
          </p:cNvPr>
          <p:cNvCxnSpPr>
            <a:cxnSpLocks/>
          </p:cNvCxnSpPr>
          <p:nvPr/>
        </p:nvCxnSpPr>
        <p:spPr>
          <a:xfrm flipV="1">
            <a:off x="11199965" y="4025627"/>
            <a:ext cx="788670" cy="1187847"/>
          </a:xfrm>
          <a:prstGeom prst="line">
            <a:avLst/>
          </a:prstGeom>
          <a:ln>
            <a:solidFill>
              <a:srgbClr val="64A4A3"/>
            </a:solidFill>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29" name="楕円 28">
            <a:extLst>
              <a:ext uri="{FF2B5EF4-FFF2-40B4-BE49-F238E27FC236}">
                <a16:creationId xmlns:a16="http://schemas.microsoft.com/office/drawing/2014/main" id="{602DA899-F613-4B35-A569-DACF6D76EEA5}"/>
              </a:ext>
            </a:extLst>
          </p:cNvPr>
          <p:cNvSpPr/>
          <p:nvPr/>
        </p:nvSpPr>
        <p:spPr>
          <a:xfrm>
            <a:off x="11746932" y="3180362"/>
            <a:ext cx="972000" cy="972000"/>
          </a:xfrm>
          <a:prstGeom prst="ellipse">
            <a:avLst/>
          </a:prstGeom>
          <a:solidFill>
            <a:srgbClr val="64A4A3"/>
          </a:solid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200" b="1" dirty="0">
                <a:latin typeface="游ゴシック" panose="020B0400000000000000" pitchFamily="50" charset="-128"/>
                <a:ea typeface="游ゴシック" panose="020B0400000000000000" pitchFamily="50" charset="-128"/>
              </a:rPr>
              <a:t>1</a:t>
            </a:r>
            <a:endParaRPr kumimoji="1" lang="ja-JP" altLang="en-US" sz="4200" b="1" dirty="0">
              <a:latin typeface="游ゴシック" panose="020B0400000000000000" pitchFamily="50" charset="-128"/>
              <a:ea typeface="游ゴシック" panose="020B0400000000000000" pitchFamily="50" charset="-128"/>
            </a:endParaRPr>
          </a:p>
        </p:txBody>
      </p:sp>
      <p:grpSp>
        <p:nvGrpSpPr>
          <p:cNvPr id="6" name="グループ化 5">
            <a:extLst>
              <a:ext uri="{FF2B5EF4-FFF2-40B4-BE49-F238E27FC236}">
                <a16:creationId xmlns:a16="http://schemas.microsoft.com/office/drawing/2014/main" id="{D97239CB-D2F7-464C-85F9-58EE17B7D302}"/>
              </a:ext>
            </a:extLst>
          </p:cNvPr>
          <p:cNvGrpSpPr/>
          <p:nvPr/>
        </p:nvGrpSpPr>
        <p:grpSpPr>
          <a:xfrm>
            <a:off x="1962177" y="6982284"/>
            <a:ext cx="1407456" cy="1260987"/>
            <a:chOff x="1572269" y="4816089"/>
            <a:chExt cx="938304" cy="840658"/>
          </a:xfrm>
          <a:solidFill>
            <a:srgbClr val="64A4A3"/>
          </a:solidFill>
        </p:grpSpPr>
        <p:sp>
          <p:nvSpPr>
            <p:cNvPr id="27" name="二等辺三角形 26">
              <a:extLst>
                <a:ext uri="{FF2B5EF4-FFF2-40B4-BE49-F238E27FC236}">
                  <a16:creationId xmlns:a16="http://schemas.microsoft.com/office/drawing/2014/main" id="{3B6F705D-F04B-4DBD-8C41-9BCBF909BE34}"/>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30" name="フリーフォーム: 図形 29">
              <a:extLst>
                <a:ext uri="{FF2B5EF4-FFF2-40B4-BE49-F238E27FC236}">
                  <a16:creationId xmlns:a16="http://schemas.microsoft.com/office/drawing/2014/main" id="{3076F6E7-0F39-40A8-B28D-938F6D40299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sp>
        <p:nvSpPr>
          <p:cNvPr id="7" name="フリーフォーム: 図形 6">
            <a:extLst>
              <a:ext uri="{FF2B5EF4-FFF2-40B4-BE49-F238E27FC236}">
                <a16:creationId xmlns:a16="http://schemas.microsoft.com/office/drawing/2014/main" id="{5183F042-B05B-8313-D916-4D435BA05131}"/>
              </a:ext>
            </a:extLst>
          </p:cNvPr>
          <p:cNvSpPr/>
          <p:nvPr/>
        </p:nvSpPr>
        <p:spPr>
          <a:xfrm>
            <a:off x="1884582" y="9529028"/>
            <a:ext cx="2070099" cy="303300"/>
          </a:xfrm>
          <a:custGeom>
            <a:avLst/>
            <a:gdLst>
              <a:gd name="connsiteX0" fmla="*/ 0 w 2070099"/>
              <a:gd name="connsiteY0" fmla="*/ 303300 h 303300"/>
              <a:gd name="connsiteX1" fmla="*/ 2070099 w 2070099"/>
              <a:gd name="connsiteY1" fmla="*/ 0 h 303300"/>
            </a:gdLst>
            <a:ahLst/>
            <a:cxnLst>
              <a:cxn ang="0">
                <a:pos x="connsiteX0" y="connsiteY0"/>
              </a:cxn>
              <a:cxn ang="0">
                <a:pos x="connsiteX1" y="connsiteY1"/>
              </a:cxn>
            </a:cxnLst>
            <a:rect l="l" t="t" r="r" b="b"/>
            <a:pathLst>
              <a:path w="2070099" h="303300" extrusionOk="0">
                <a:moveTo>
                  <a:pt x="0" y="303300"/>
                </a:moveTo>
                <a:cubicBezTo>
                  <a:pt x="665539" y="251203"/>
                  <a:pt x="1437177" y="72383"/>
                  <a:pt x="2070099" y="0"/>
                </a:cubicBezTo>
              </a:path>
            </a:pathLst>
          </a:custGeom>
          <a:noFill/>
          <a:ln cap="rnd">
            <a:solidFill>
              <a:srgbClr val="64A4A3"/>
            </a:solidFill>
            <a:round/>
            <a:headEnd type="none" w="med" len="med"/>
            <a:tailEnd type="arrow" w="lg" len="lg"/>
            <a:extLst>
              <a:ext uri="{C807C97D-BFC1-408E-A445-0C87EB9F89A2}">
                <ask:lineSketchStyleProps xmlns:ask="http://schemas.microsoft.com/office/drawing/2018/sketchyshapes" sd="697022472">
                  <a:custGeom>
                    <a:avLst/>
                    <a:gdLst>
                      <a:gd name="connsiteX0" fmla="*/ 0 w 2709333"/>
                      <a:gd name="connsiteY0" fmla="*/ 321732 h 321733"/>
                      <a:gd name="connsiteX1" fmla="*/ 1245419 w 2709333"/>
                      <a:gd name="connsiteY1" fmla="*/ 105712 h 321733"/>
                      <a:gd name="connsiteX2" fmla="*/ 2709333 w 2709333"/>
                      <a:gd name="connsiteY2" fmla="*/ 0 h 321733"/>
                      <a:gd name="connsiteX0" fmla="*/ 0 w 2709333"/>
                      <a:gd name="connsiteY0" fmla="*/ 321732 h 321732"/>
                      <a:gd name="connsiteX1" fmla="*/ 2709333 w 2709333"/>
                      <a:gd name="connsiteY1" fmla="*/ 0 h 321732"/>
                    </a:gdLst>
                    <a:ahLst/>
                    <a:cxnLst>
                      <a:cxn ang="0">
                        <a:pos x="connsiteX0" y="connsiteY0"/>
                      </a:cxn>
                      <a:cxn ang="0">
                        <a:pos x="connsiteX1" y="connsiteY1"/>
                      </a:cxn>
                    </a:cxnLst>
                    <a:rect l="l" t="t" r="r" b="b"/>
                    <a:pathLst>
                      <a:path w="2709333" h="321732" extrusionOk="0">
                        <a:moveTo>
                          <a:pt x="0" y="321732"/>
                        </a:moveTo>
                        <a:lnTo>
                          <a:pt x="2709333" y="0"/>
                        </a:ln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8" name="右大かっこ 7">
            <a:extLst>
              <a:ext uri="{FF2B5EF4-FFF2-40B4-BE49-F238E27FC236}">
                <a16:creationId xmlns:a16="http://schemas.microsoft.com/office/drawing/2014/main" id="{B56DB7F2-BBFC-B498-CF1C-E6E32288AFD5}"/>
              </a:ext>
            </a:extLst>
          </p:cNvPr>
          <p:cNvSpPr/>
          <p:nvPr/>
        </p:nvSpPr>
        <p:spPr>
          <a:xfrm>
            <a:off x="16312828" y="5143500"/>
            <a:ext cx="113813" cy="3216954"/>
          </a:xfrm>
          <a:custGeom>
            <a:avLst/>
            <a:gdLst>
              <a:gd name="connsiteX0" fmla="*/ 0 w 113813"/>
              <a:gd name="connsiteY0" fmla="*/ 0 h 3216954"/>
              <a:gd name="connsiteX1" fmla="*/ 113813 w 113813"/>
              <a:gd name="connsiteY1" fmla="*/ 9484 h 3216954"/>
              <a:gd name="connsiteX2" fmla="*/ 113813 w 113813"/>
              <a:gd name="connsiteY2" fmla="*/ 3207470 h 3216954"/>
              <a:gd name="connsiteX3" fmla="*/ 0 w 113813"/>
              <a:gd name="connsiteY3" fmla="*/ 3216954 h 3216954"/>
              <a:gd name="connsiteX4" fmla="*/ 0 w 113813"/>
              <a:gd name="connsiteY4" fmla="*/ 0 h 3216954"/>
              <a:gd name="connsiteX0" fmla="*/ 0 w 113813"/>
              <a:gd name="connsiteY0" fmla="*/ 0 h 3216954"/>
              <a:gd name="connsiteX1" fmla="*/ 113813 w 113813"/>
              <a:gd name="connsiteY1" fmla="*/ 9484 h 3216954"/>
              <a:gd name="connsiteX2" fmla="*/ 113813 w 113813"/>
              <a:gd name="connsiteY2" fmla="*/ 3207470 h 3216954"/>
              <a:gd name="connsiteX3" fmla="*/ 0 w 113813"/>
              <a:gd name="connsiteY3" fmla="*/ 3216954 h 3216954"/>
            </a:gdLst>
            <a:ahLst/>
            <a:cxnLst>
              <a:cxn ang="0">
                <a:pos x="connsiteX0" y="connsiteY0"/>
              </a:cxn>
              <a:cxn ang="0">
                <a:pos x="connsiteX1" y="connsiteY1"/>
              </a:cxn>
              <a:cxn ang="0">
                <a:pos x="connsiteX2" y="connsiteY2"/>
              </a:cxn>
              <a:cxn ang="0">
                <a:pos x="connsiteX3" y="connsiteY3"/>
              </a:cxn>
            </a:cxnLst>
            <a:rect l="l" t="t" r="r" b="b"/>
            <a:pathLst>
              <a:path w="113813" h="3216954" stroke="0" extrusionOk="0">
                <a:moveTo>
                  <a:pt x="0" y="0"/>
                </a:moveTo>
                <a:cubicBezTo>
                  <a:pt x="62916" y="47"/>
                  <a:pt x="113694" y="4668"/>
                  <a:pt x="113813" y="9484"/>
                </a:cubicBezTo>
                <a:cubicBezTo>
                  <a:pt x="73971" y="492516"/>
                  <a:pt x="155502" y="2426519"/>
                  <a:pt x="113813" y="3207470"/>
                </a:cubicBezTo>
                <a:cubicBezTo>
                  <a:pt x="109639" y="3210082"/>
                  <a:pt x="61642" y="3216009"/>
                  <a:pt x="0" y="3216954"/>
                </a:cubicBezTo>
                <a:cubicBezTo>
                  <a:pt x="132240" y="1817127"/>
                  <a:pt x="-92512" y="858553"/>
                  <a:pt x="0" y="0"/>
                </a:cubicBezTo>
                <a:close/>
              </a:path>
              <a:path w="113813" h="3216954" fill="none" extrusionOk="0">
                <a:moveTo>
                  <a:pt x="0" y="0"/>
                </a:moveTo>
                <a:cubicBezTo>
                  <a:pt x="63532" y="114"/>
                  <a:pt x="114293" y="4747"/>
                  <a:pt x="113813" y="9484"/>
                </a:cubicBezTo>
                <a:cubicBezTo>
                  <a:pt x="13846" y="1049752"/>
                  <a:pt x="21762" y="1612197"/>
                  <a:pt x="113813" y="3207470"/>
                </a:cubicBezTo>
                <a:cubicBezTo>
                  <a:pt x="112898" y="3213012"/>
                  <a:pt x="68013" y="3217462"/>
                  <a:pt x="0" y="3216954"/>
                </a:cubicBezTo>
              </a:path>
              <a:path w="113813" h="3216954" fill="none" stroke="0" extrusionOk="0">
                <a:moveTo>
                  <a:pt x="0" y="0"/>
                </a:moveTo>
                <a:cubicBezTo>
                  <a:pt x="63573" y="-666"/>
                  <a:pt x="114514" y="4859"/>
                  <a:pt x="113813" y="9484"/>
                </a:cubicBezTo>
                <a:cubicBezTo>
                  <a:pt x="271694" y="1262670"/>
                  <a:pt x="182013" y="2163840"/>
                  <a:pt x="113813" y="3207470"/>
                </a:cubicBezTo>
                <a:cubicBezTo>
                  <a:pt x="118347" y="3212067"/>
                  <a:pt x="63843" y="3215482"/>
                  <a:pt x="0" y="3216954"/>
                </a:cubicBezTo>
              </a:path>
            </a:pathLst>
          </a:custGeom>
          <a:ln w="19050">
            <a:solidFill>
              <a:srgbClr val="64A4A3"/>
            </a:solidFill>
            <a:extLst>
              <a:ext uri="{C807C97D-BFC1-408E-A445-0C87EB9F89A2}">
                <ask:lineSketchStyleProps xmlns:ask="http://schemas.microsoft.com/office/drawing/2018/sketchyshapes" sd="43512134">
                  <a:prstGeom prst="rightBracket">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700"/>
          </a:p>
        </p:txBody>
      </p:sp>
      <p:sp>
        <p:nvSpPr>
          <p:cNvPr id="34" name="テキスト ボックス 33">
            <a:extLst>
              <a:ext uri="{FF2B5EF4-FFF2-40B4-BE49-F238E27FC236}">
                <a16:creationId xmlns:a16="http://schemas.microsoft.com/office/drawing/2014/main" id="{379F5105-2867-CCBC-D635-B09EBEC74DE8}"/>
              </a:ext>
            </a:extLst>
          </p:cNvPr>
          <p:cNvSpPr txBox="1"/>
          <p:nvPr/>
        </p:nvSpPr>
        <p:spPr>
          <a:xfrm>
            <a:off x="12920096" y="5980866"/>
            <a:ext cx="2574021" cy="507831"/>
          </a:xfrm>
          <a:prstGeom prst="rect">
            <a:avLst/>
          </a:prstGeom>
          <a:solidFill>
            <a:srgbClr val="46877B"/>
          </a:solidFill>
        </p:spPr>
        <p:txBody>
          <a:bodyPr wrap="square">
            <a:spAutoFit/>
          </a:bodyPr>
          <a:lstStyle/>
          <a:p>
            <a:r>
              <a:rPr lang="en-US" altLang="ja-JP" sz="2700" b="1" dirty="0">
                <a:solidFill>
                  <a:schemeClr val="bg1"/>
                </a:solidFill>
                <a:latin typeface="游ゴシック" panose="020B0400000000000000" pitchFamily="50" charset="-128"/>
                <a:ea typeface="游ゴシック" panose="020B0400000000000000" pitchFamily="50" charset="-128"/>
              </a:rPr>
              <a:t> </a:t>
            </a:r>
            <a:r>
              <a:rPr lang="ja-JP" altLang="en-US" sz="2700" b="1" dirty="0">
                <a:solidFill>
                  <a:schemeClr val="bg1"/>
                </a:solidFill>
                <a:latin typeface="游ゴシック" panose="020B0400000000000000" pitchFamily="50" charset="-128"/>
                <a:ea typeface="游ゴシック" panose="020B0400000000000000" pitchFamily="50" charset="-128"/>
              </a:rPr>
              <a:t>何かの見出し</a:t>
            </a:r>
          </a:p>
        </p:txBody>
      </p:sp>
      <p:sp>
        <p:nvSpPr>
          <p:cNvPr id="36" name="フリーフォーム: 図形 35">
            <a:extLst>
              <a:ext uri="{FF2B5EF4-FFF2-40B4-BE49-F238E27FC236}">
                <a16:creationId xmlns:a16="http://schemas.microsoft.com/office/drawing/2014/main" id="{EFD584C9-55DF-601C-DC7A-86517FFDB48C}"/>
              </a:ext>
            </a:extLst>
          </p:cNvPr>
          <p:cNvSpPr/>
          <p:nvPr/>
        </p:nvSpPr>
        <p:spPr>
          <a:xfrm rot="2149832">
            <a:off x="1849420" y="8034742"/>
            <a:ext cx="1674323" cy="1872653"/>
          </a:xfrm>
          <a:custGeom>
            <a:avLst/>
            <a:gdLst>
              <a:gd name="connsiteX0" fmla="*/ 0 w 6381750"/>
              <a:gd name="connsiteY0" fmla="*/ 87460 h 350919"/>
              <a:gd name="connsiteX1" fmla="*/ 508000 w 6381750"/>
              <a:gd name="connsiteY1" fmla="*/ 258910 h 350919"/>
              <a:gd name="connsiteX2" fmla="*/ 908050 w 6381750"/>
              <a:gd name="connsiteY2" fmla="*/ 125560 h 350919"/>
              <a:gd name="connsiteX3" fmla="*/ 1314450 w 6381750"/>
              <a:gd name="connsiteY3" fmla="*/ 252560 h 350919"/>
              <a:gd name="connsiteX4" fmla="*/ 2032000 w 6381750"/>
              <a:gd name="connsiteY4" fmla="*/ 4910 h 350919"/>
              <a:gd name="connsiteX5" fmla="*/ 2635250 w 6381750"/>
              <a:gd name="connsiteY5" fmla="*/ 100160 h 350919"/>
              <a:gd name="connsiteX6" fmla="*/ 3943350 w 6381750"/>
              <a:gd name="connsiteY6" fmla="*/ 252560 h 350919"/>
              <a:gd name="connsiteX7" fmla="*/ 4648200 w 6381750"/>
              <a:gd name="connsiteY7" fmla="*/ 347810 h 350919"/>
              <a:gd name="connsiteX8" fmla="*/ 5308600 w 6381750"/>
              <a:gd name="connsiteY8" fmla="*/ 138260 h 350919"/>
              <a:gd name="connsiteX9" fmla="*/ 6381750 w 6381750"/>
              <a:gd name="connsiteY9" fmla="*/ 87460 h 350919"/>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84727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908050 w 6381750"/>
              <a:gd name="connsiteY1" fmla="*/ 122827 h 347987"/>
              <a:gd name="connsiteX2" fmla="*/ 1314450 w 6381750"/>
              <a:gd name="connsiteY2" fmla="*/ 249827 h 347987"/>
              <a:gd name="connsiteX3" fmla="*/ 2032000 w 6381750"/>
              <a:gd name="connsiteY3" fmla="*/ 2177 h 347987"/>
              <a:gd name="connsiteX4" fmla="*/ 2876550 w 6381750"/>
              <a:gd name="connsiteY4" fmla="*/ 135527 h 347987"/>
              <a:gd name="connsiteX5" fmla="*/ 3943350 w 6381750"/>
              <a:gd name="connsiteY5" fmla="*/ 249827 h 347987"/>
              <a:gd name="connsiteX6" fmla="*/ 4648200 w 6381750"/>
              <a:gd name="connsiteY6" fmla="*/ 345077 h 347987"/>
              <a:gd name="connsiteX7" fmla="*/ 5308600 w 6381750"/>
              <a:gd name="connsiteY7" fmla="*/ 135527 h 347987"/>
              <a:gd name="connsiteX8" fmla="*/ 6381750 w 6381750"/>
              <a:gd name="connsiteY8" fmla="*/ 143994 h 347987"/>
              <a:gd name="connsiteX0" fmla="*/ 0 w 6381750"/>
              <a:gd name="connsiteY0" fmla="*/ 84727 h 347987"/>
              <a:gd name="connsiteX1" fmla="*/ 1314450 w 6381750"/>
              <a:gd name="connsiteY1" fmla="*/ 249827 h 347987"/>
              <a:gd name="connsiteX2" fmla="*/ 2032000 w 6381750"/>
              <a:gd name="connsiteY2" fmla="*/ 2177 h 347987"/>
              <a:gd name="connsiteX3" fmla="*/ 2876550 w 6381750"/>
              <a:gd name="connsiteY3" fmla="*/ 135527 h 347987"/>
              <a:gd name="connsiteX4" fmla="*/ 3943350 w 6381750"/>
              <a:gd name="connsiteY4" fmla="*/ 249827 h 347987"/>
              <a:gd name="connsiteX5" fmla="*/ 4648200 w 6381750"/>
              <a:gd name="connsiteY5" fmla="*/ 345077 h 347987"/>
              <a:gd name="connsiteX6" fmla="*/ 5308600 w 6381750"/>
              <a:gd name="connsiteY6" fmla="*/ 135527 h 347987"/>
              <a:gd name="connsiteX7" fmla="*/ 6381750 w 6381750"/>
              <a:gd name="connsiteY7" fmla="*/ 143994 h 347987"/>
              <a:gd name="connsiteX0" fmla="*/ 0 w 6381750"/>
              <a:gd name="connsiteY0" fmla="*/ 83224 h 346484"/>
              <a:gd name="connsiteX1" fmla="*/ 2032000 w 6381750"/>
              <a:gd name="connsiteY1" fmla="*/ 674 h 346484"/>
              <a:gd name="connsiteX2" fmla="*/ 2876550 w 6381750"/>
              <a:gd name="connsiteY2" fmla="*/ 134024 h 346484"/>
              <a:gd name="connsiteX3" fmla="*/ 3943350 w 6381750"/>
              <a:gd name="connsiteY3" fmla="*/ 248324 h 346484"/>
              <a:gd name="connsiteX4" fmla="*/ 4648200 w 6381750"/>
              <a:gd name="connsiteY4" fmla="*/ 343574 h 346484"/>
              <a:gd name="connsiteX5" fmla="*/ 5308600 w 6381750"/>
              <a:gd name="connsiteY5" fmla="*/ 134024 h 346484"/>
              <a:gd name="connsiteX6" fmla="*/ 6381750 w 6381750"/>
              <a:gd name="connsiteY6" fmla="*/ 142491 h 346484"/>
              <a:gd name="connsiteX0" fmla="*/ 0 w 6381750"/>
              <a:gd name="connsiteY0" fmla="*/ 0 h 263260"/>
              <a:gd name="connsiteX1" fmla="*/ 2876550 w 6381750"/>
              <a:gd name="connsiteY1" fmla="*/ 50800 h 263260"/>
              <a:gd name="connsiteX2" fmla="*/ 3943350 w 6381750"/>
              <a:gd name="connsiteY2" fmla="*/ 165100 h 263260"/>
              <a:gd name="connsiteX3" fmla="*/ 4648200 w 6381750"/>
              <a:gd name="connsiteY3" fmla="*/ 260350 h 263260"/>
              <a:gd name="connsiteX4" fmla="*/ 5308600 w 6381750"/>
              <a:gd name="connsiteY4" fmla="*/ 50800 h 263260"/>
              <a:gd name="connsiteX5" fmla="*/ 6381750 w 6381750"/>
              <a:gd name="connsiteY5" fmla="*/ 59267 h 263260"/>
              <a:gd name="connsiteX0" fmla="*/ 0 w 6381750"/>
              <a:gd name="connsiteY0" fmla="*/ 0 h 263260"/>
              <a:gd name="connsiteX1" fmla="*/ 3943350 w 6381750"/>
              <a:gd name="connsiteY1" fmla="*/ 165100 h 263260"/>
              <a:gd name="connsiteX2" fmla="*/ 4648200 w 6381750"/>
              <a:gd name="connsiteY2" fmla="*/ 260350 h 263260"/>
              <a:gd name="connsiteX3" fmla="*/ 5308600 w 6381750"/>
              <a:gd name="connsiteY3" fmla="*/ 50800 h 263260"/>
              <a:gd name="connsiteX4" fmla="*/ 6381750 w 6381750"/>
              <a:gd name="connsiteY4" fmla="*/ 59267 h 263260"/>
              <a:gd name="connsiteX0" fmla="*/ 0 w 6381750"/>
              <a:gd name="connsiteY0" fmla="*/ 0 h 260350"/>
              <a:gd name="connsiteX1" fmla="*/ 4648200 w 6381750"/>
              <a:gd name="connsiteY1" fmla="*/ 260350 h 260350"/>
              <a:gd name="connsiteX2" fmla="*/ 5308600 w 6381750"/>
              <a:gd name="connsiteY2" fmla="*/ 50800 h 260350"/>
              <a:gd name="connsiteX3" fmla="*/ 6381750 w 6381750"/>
              <a:gd name="connsiteY3" fmla="*/ 59267 h 260350"/>
              <a:gd name="connsiteX0" fmla="*/ 0 w 6381750"/>
              <a:gd name="connsiteY0" fmla="*/ 0 h 59267"/>
              <a:gd name="connsiteX1" fmla="*/ 5308600 w 6381750"/>
              <a:gd name="connsiteY1" fmla="*/ 50800 h 59267"/>
              <a:gd name="connsiteX2" fmla="*/ 6381750 w 6381750"/>
              <a:gd name="connsiteY2" fmla="*/ 59267 h 59267"/>
              <a:gd name="connsiteX0" fmla="*/ 0 w 6381750"/>
              <a:gd name="connsiteY0" fmla="*/ 0 h 1124584"/>
              <a:gd name="connsiteX1" fmla="*/ 4528057 w 6381750"/>
              <a:gd name="connsiteY1" fmla="*/ 1124584 h 1124584"/>
              <a:gd name="connsiteX2" fmla="*/ 6381750 w 6381750"/>
              <a:gd name="connsiteY2" fmla="*/ 59267 h 1124584"/>
              <a:gd name="connsiteX0" fmla="*/ 0 w 3161177"/>
              <a:gd name="connsiteY0" fmla="*/ 2112889 h 2112889"/>
              <a:gd name="connsiteX1" fmla="*/ 1307484 w 3161177"/>
              <a:gd name="connsiteY1" fmla="*/ 1067394 h 2112889"/>
              <a:gd name="connsiteX2" fmla="*/ 3161177 w 3161177"/>
              <a:gd name="connsiteY2" fmla="*/ 2077 h 2112889"/>
              <a:gd name="connsiteX0" fmla="*/ 0 w 3161177"/>
              <a:gd name="connsiteY0" fmla="*/ 2110812 h 2110812"/>
              <a:gd name="connsiteX1" fmla="*/ 3161177 w 3161177"/>
              <a:gd name="connsiteY1" fmla="*/ 0 h 2110812"/>
              <a:gd name="connsiteX0" fmla="*/ 0 w 1482258"/>
              <a:gd name="connsiteY0" fmla="*/ 903680 h 903680"/>
              <a:gd name="connsiteX1" fmla="*/ 1482258 w 1482258"/>
              <a:gd name="connsiteY1" fmla="*/ 0 h 903680"/>
            </a:gdLst>
            <a:ahLst/>
            <a:cxnLst>
              <a:cxn ang="0">
                <a:pos x="connsiteX0" y="connsiteY0"/>
              </a:cxn>
              <a:cxn ang="0">
                <a:pos x="connsiteX1" y="connsiteY1"/>
              </a:cxn>
            </a:cxnLst>
            <a:rect l="l" t="t" r="r" b="b"/>
            <a:pathLst>
              <a:path w="1482258" h="903680">
                <a:moveTo>
                  <a:pt x="0" y="903680"/>
                </a:moveTo>
                <a:lnTo>
                  <a:pt x="1482258" y="0"/>
                </a:lnTo>
              </a:path>
            </a:pathLst>
          </a:custGeom>
          <a:noFill/>
          <a:ln w="57150">
            <a:solidFill>
              <a:schemeClr val="accent2"/>
            </a:solidFill>
            <a:tailEnd type="triangle"/>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4" name="矢印: 右 43">
            <a:extLst>
              <a:ext uri="{FF2B5EF4-FFF2-40B4-BE49-F238E27FC236}">
                <a16:creationId xmlns:a16="http://schemas.microsoft.com/office/drawing/2014/main" id="{0A2734DE-E047-CC2D-F3E2-E701DEBB69AE}"/>
              </a:ext>
            </a:extLst>
          </p:cNvPr>
          <p:cNvSpPr/>
          <p:nvPr/>
        </p:nvSpPr>
        <p:spPr>
          <a:xfrm>
            <a:off x="5586608" y="7965593"/>
            <a:ext cx="2696796" cy="1689941"/>
          </a:xfrm>
          <a:custGeom>
            <a:avLst/>
            <a:gdLst>
              <a:gd name="connsiteX0" fmla="*/ 0 w 2696796"/>
              <a:gd name="connsiteY0" fmla="*/ 422485 h 1689941"/>
              <a:gd name="connsiteX1" fmla="*/ 1851826 w 2696796"/>
              <a:gd name="connsiteY1" fmla="*/ 422485 h 1689941"/>
              <a:gd name="connsiteX2" fmla="*/ 1851826 w 2696796"/>
              <a:gd name="connsiteY2" fmla="*/ 0 h 1689941"/>
              <a:gd name="connsiteX3" fmla="*/ 2696796 w 2696796"/>
              <a:gd name="connsiteY3" fmla="*/ 844971 h 1689941"/>
              <a:gd name="connsiteX4" fmla="*/ 1851826 w 2696796"/>
              <a:gd name="connsiteY4" fmla="*/ 1689941 h 1689941"/>
              <a:gd name="connsiteX5" fmla="*/ 1851826 w 2696796"/>
              <a:gd name="connsiteY5" fmla="*/ 1267456 h 1689941"/>
              <a:gd name="connsiteX6" fmla="*/ 0 w 2696796"/>
              <a:gd name="connsiteY6" fmla="*/ 1267456 h 1689941"/>
              <a:gd name="connsiteX7" fmla="*/ 0 w 2696796"/>
              <a:gd name="connsiteY7" fmla="*/ 422485 h 168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6796" h="1689941" fill="none" extrusionOk="0">
                <a:moveTo>
                  <a:pt x="0" y="422485"/>
                </a:moveTo>
                <a:cubicBezTo>
                  <a:pt x="750059" y="538289"/>
                  <a:pt x="1374274" y="509958"/>
                  <a:pt x="1851826" y="422485"/>
                </a:cubicBezTo>
                <a:cubicBezTo>
                  <a:pt x="1837742" y="317939"/>
                  <a:pt x="1819521" y="86815"/>
                  <a:pt x="1851826" y="0"/>
                </a:cubicBezTo>
                <a:cubicBezTo>
                  <a:pt x="2055125" y="337359"/>
                  <a:pt x="2355223" y="517283"/>
                  <a:pt x="2696796" y="844971"/>
                </a:cubicBezTo>
                <a:cubicBezTo>
                  <a:pt x="2529130" y="935746"/>
                  <a:pt x="1941185" y="1523172"/>
                  <a:pt x="1851826" y="1689941"/>
                </a:cubicBezTo>
                <a:cubicBezTo>
                  <a:pt x="1860372" y="1627371"/>
                  <a:pt x="1879261" y="1353147"/>
                  <a:pt x="1851826" y="1267456"/>
                </a:cubicBezTo>
                <a:cubicBezTo>
                  <a:pt x="933186" y="1162485"/>
                  <a:pt x="808602" y="1165236"/>
                  <a:pt x="0" y="1267456"/>
                </a:cubicBezTo>
                <a:cubicBezTo>
                  <a:pt x="31610" y="880851"/>
                  <a:pt x="-14985" y="712018"/>
                  <a:pt x="0" y="422485"/>
                </a:cubicBezTo>
                <a:close/>
              </a:path>
              <a:path w="2696796" h="1689941" stroke="0" extrusionOk="0">
                <a:moveTo>
                  <a:pt x="0" y="422485"/>
                </a:moveTo>
                <a:cubicBezTo>
                  <a:pt x="813686" y="377686"/>
                  <a:pt x="1468457" y="388744"/>
                  <a:pt x="1851826" y="422485"/>
                </a:cubicBezTo>
                <a:cubicBezTo>
                  <a:pt x="1875898" y="270205"/>
                  <a:pt x="1879465" y="54995"/>
                  <a:pt x="1851826" y="0"/>
                </a:cubicBezTo>
                <a:cubicBezTo>
                  <a:pt x="2253481" y="267547"/>
                  <a:pt x="2577189" y="613101"/>
                  <a:pt x="2696796" y="844971"/>
                </a:cubicBezTo>
                <a:cubicBezTo>
                  <a:pt x="2387423" y="1230962"/>
                  <a:pt x="2048119" y="1445984"/>
                  <a:pt x="1851826" y="1689941"/>
                </a:cubicBezTo>
                <a:cubicBezTo>
                  <a:pt x="1878023" y="1627206"/>
                  <a:pt x="1880690" y="1324605"/>
                  <a:pt x="1851826" y="1267456"/>
                </a:cubicBezTo>
                <a:cubicBezTo>
                  <a:pt x="1381968" y="1101894"/>
                  <a:pt x="725925" y="1125102"/>
                  <a:pt x="0" y="1267456"/>
                </a:cubicBezTo>
                <a:cubicBezTo>
                  <a:pt x="-29062" y="886853"/>
                  <a:pt x="-43012" y="569395"/>
                  <a:pt x="0" y="422485"/>
                </a:cubicBezTo>
                <a:close/>
              </a:path>
            </a:pathLst>
          </a:custGeom>
          <a:solidFill>
            <a:srgbClr val="64A4A3"/>
          </a:solidFill>
          <a:ln>
            <a:solidFill>
              <a:srgbClr val="64A4A3"/>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46" name="フリーフォーム: 図形 45">
            <a:extLst>
              <a:ext uri="{FF2B5EF4-FFF2-40B4-BE49-F238E27FC236}">
                <a16:creationId xmlns:a16="http://schemas.microsoft.com/office/drawing/2014/main" id="{6C0FD5AB-5B5F-7AA0-6FBC-206214218608}"/>
              </a:ext>
            </a:extLst>
          </p:cNvPr>
          <p:cNvSpPr/>
          <p:nvPr/>
        </p:nvSpPr>
        <p:spPr>
          <a:xfrm>
            <a:off x="793952" y="4466906"/>
            <a:ext cx="3686175" cy="830102"/>
          </a:xfrm>
          <a:custGeom>
            <a:avLst/>
            <a:gdLst>
              <a:gd name="connsiteX0" fmla="*/ 0 w 2457450"/>
              <a:gd name="connsiteY0" fmla="*/ 553401 h 553401"/>
              <a:gd name="connsiteX1" fmla="*/ 1066800 w 2457450"/>
              <a:gd name="connsiteY1" fmla="*/ 48576 h 553401"/>
              <a:gd name="connsiteX2" fmla="*/ 2457450 w 2457450"/>
              <a:gd name="connsiteY2" fmla="*/ 48576 h 553401"/>
            </a:gdLst>
            <a:ahLst/>
            <a:cxnLst>
              <a:cxn ang="0">
                <a:pos x="connsiteX0" y="connsiteY0"/>
              </a:cxn>
              <a:cxn ang="0">
                <a:pos x="connsiteX1" y="connsiteY1"/>
              </a:cxn>
              <a:cxn ang="0">
                <a:pos x="connsiteX2" y="connsiteY2"/>
              </a:cxn>
            </a:cxnLst>
            <a:rect l="l" t="t" r="r" b="b"/>
            <a:pathLst>
              <a:path w="2457450" h="553401">
                <a:moveTo>
                  <a:pt x="0" y="553401"/>
                </a:moveTo>
                <a:cubicBezTo>
                  <a:pt x="328612" y="343057"/>
                  <a:pt x="657225" y="132713"/>
                  <a:pt x="1066800" y="48576"/>
                </a:cubicBezTo>
                <a:cubicBezTo>
                  <a:pt x="1476375" y="-35561"/>
                  <a:pt x="1966912" y="6507"/>
                  <a:pt x="2457450" y="48576"/>
                </a:cubicBezTo>
              </a:path>
            </a:pathLst>
          </a:custGeom>
          <a:solidFill>
            <a:srgbClr val="64A4A3"/>
          </a:solidFill>
          <a:ln w="38100">
            <a:solidFill>
              <a:srgbClr val="64A4A3"/>
            </a:solidFill>
            <a:headEnd type="none" w="med" len="med"/>
            <a:tailEnd type="triangle" w="med" len="med"/>
          </a:ln>
          <a:effectLst>
            <a:glow rad="152400">
              <a:schemeClr val="bg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nvGrpSpPr>
          <p:cNvPr id="9" name="グループ化 8">
            <a:extLst>
              <a:ext uri="{FF2B5EF4-FFF2-40B4-BE49-F238E27FC236}">
                <a16:creationId xmlns:a16="http://schemas.microsoft.com/office/drawing/2014/main" id="{79366D17-C6F6-2F7E-0C8E-D7CA4265F094}"/>
              </a:ext>
            </a:extLst>
          </p:cNvPr>
          <p:cNvGrpSpPr/>
          <p:nvPr/>
        </p:nvGrpSpPr>
        <p:grpSpPr>
          <a:xfrm>
            <a:off x="11620311" y="7721874"/>
            <a:ext cx="1299785" cy="1384718"/>
            <a:chOff x="5897144" y="3284788"/>
            <a:chExt cx="866523" cy="923145"/>
          </a:xfrm>
          <a:solidFill>
            <a:srgbClr val="64A4A3"/>
          </a:solidFill>
        </p:grpSpPr>
        <p:sp>
          <p:nvSpPr>
            <p:cNvPr id="47" name="フリーフォーム: 図形 46">
              <a:extLst>
                <a:ext uri="{FF2B5EF4-FFF2-40B4-BE49-F238E27FC236}">
                  <a16:creationId xmlns:a16="http://schemas.microsoft.com/office/drawing/2014/main" id="{128A1380-4083-A4AF-A9AF-53345AAABDF1}"/>
                </a:ext>
              </a:extLst>
            </p:cNvPr>
            <p:cNvSpPr/>
            <p:nvPr/>
          </p:nvSpPr>
          <p:spPr>
            <a:xfrm>
              <a:off x="5897698" y="3332166"/>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48" name="フリーフォーム: 図形 47">
              <a:extLst>
                <a:ext uri="{FF2B5EF4-FFF2-40B4-BE49-F238E27FC236}">
                  <a16:creationId xmlns:a16="http://schemas.microsoft.com/office/drawing/2014/main" id="{0F60FF85-8B94-7CA7-28BD-EE9A8905975E}"/>
                </a:ext>
              </a:extLst>
            </p:cNvPr>
            <p:cNvSpPr/>
            <p:nvPr/>
          </p:nvSpPr>
          <p:spPr>
            <a:xfrm rot="4964407">
              <a:off x="5961743" y="3402000"/>
              <a:ext cx="777334" cy="542909"/>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49" name="フリーフォーム: 図形 48">
              <a:extLst>
                <a:ext uri="{FF2B5EF4-FFF2-40B4-BE49-F238E27FC236}">
                  <a16:creationId xmlns:a16="http://schemas.microsoft.com/office/drawing/2014/main" id="{C44C3672-6F4A-8A28-B2E1-FDAAD4B9653C}"/>
                </a:ext>
              </a:extLst>
            </p:cNvPr>
            <p:cNvSpPr/>
            <p:nvPr/>
          </p:nvSpPr>
          <p:spPr>
            <a:xfrm rot="8884375">
              <a:off x="5897144" y="3395723"/>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50" name="フリーフォーム: 図形 49">
              <a:extLst>
                <a:ext uri="{FF2B5EF4-FFF2-40B4-BE49-F238E27FC236}">
                  <a16:creationId xmlns:a16="http://schemas.microsoft.com/office/drawing/2014/main" id="{21E955EA-67B5-7ECC-CB8F-3C3E4686AE8A}"/>
                </a:ext>
              </a:extLst>
            </p:cNvPr>
            <p:cNvSpPr/>
            <p:nvPr/>
          </p:nvSpPr>
          <p:spPr>
            <a:xfrm rot="12451915">
              <a:off x="5920913" y="3415024"/>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51" name="フリーフォーム: 図形 50">
              <a:extLst>
                <a:ext uri="{FF2B5EF4-FFF2-40B4-BE49-F238E27FC236}">
                  <a16:creationId xmlns:a16="http://schemas.microsoft.com/office/drawing/2014/main" id="{BDF494D2-1DAE-AEB3-A146-38DB5558CB4C}"/>
                </a:ext>
              </a:extLst>
            </p:cNvPr>
            <p:cNvSpPr/>
            <p:nvPr/>
          </p:nvSpPr>
          <p:spPr>
            <a:xfrm rot="15479593">
              <a:off x="5960037" y="3712865"/>
              <a:ext cx="777334" cy="212802"/>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spTree>
    <p:extLst>
      <p:ext uri="{BB962C8B-B14F-4D97-AF65-F5344CB8AC3E}">
        <p14:creationId xmlns:p14="http://schemas.microsoft.com/office/powerpoint/2010/main" val="1799079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DA62966E-E008-9DDC-DD95-31FEDECDAB7B}"/>
              </a:ext>
            </a:extLst>
          </p:cNvPr>
          <p:cNvSpPr>
            <a:spLocks noGrp="1"/>
          </p:cNvSpPr>
          <p:nvPr>
            <p:ph type="body" sz="quarter" idx="11"/>
          </p:nvPr>
        </p:nvSpPr>
        <p:spPr/>
        <p:txBody>
          <a:bodyPr>
            <a:normAutofit/>
          </a:bodyPr>
          <a:lstStyle/>
          <a:p>
            <a:r>
              <a:rPr kumimoji="1" lang="ja-JP" altLang="en-US" dirty="0"/>
              <a:t>良く使う図形パターン</a:t>
            </a:r>
          </a:p>
        </p:txBody>
      </p:sp>
      <p:sp>
        <p:nvSpPr>
          <p:cNvPr id="5" name="楕円 4">
            <a:extLst>
              <a:ext uri="{FF2B5EF4-FFF2-40B4-BE49-F238E27FC236}">
                <a16:creationId xmlns:a16="http://schemas.microsoft.com/office/drawing/2014/main" id="{A0811D00-B639-7D58-D363-8290AD29E62C}"/>
              </a:ext>
            </a:extLst>
          </p:cNvPr>
          <p:cNvSpPr/>
          <p:nvPr/>
        </p:nvSpPr>
        <p:spPr>
          <a:xfrm>
            <a:off x="4184884" y="2022403"/>
            <a:ext cx="3348000" cy="3348000"/>
          </a:xfrm>
          <a:prstGeom prst="ellipse">
            <a:avLst/>
          </a:prstGeom>
          <a:solidFill>
            <a:srgbClr val="64A4A3"/>
          </a:solidFill>
          <a:ln>
            <a:solidFill>
              <a:srgbClr val="64A4A3"/>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6" name="テキスト ボックス 5">
            <a:extLst>
              <a:ext uri="{FF2B5EF4-FFF2-40B4-BE49-F238E27FC236}">
                <a16:creationId xmlns:a16="http://schemas.microsoft.com/office/drawing/2014/main" id="{CEE3C2FA-C4E2-9188-98AB-D6750654E01E}"/>
              </a:ext>
            </a:extLst>
          </p:cNvPr>
          <p:cNvSpPr txBox="1"/>
          <p:nvPr/>
        </p:nvSpPr>
        <p:spPr>
          <a:xfrm>
            <a:off x="4133428" y="2845245"/>
            <a:ext cx="3595037" cy="1384995"/>
          </a:xfrm>
          <a:prstGeom prst="rect">
            <a:avLst/>
          </a:prstGeom>
          <a:noFill/>
        </p:spPr>
        <p:txBody>
          <a:bodyPr wrap="square" rtlCol="0">
            <a:spAutoFit/>
          </a:bodyPr>
          <a:lstStyle/>
          <a:p>
            <a:pPr algn="ctr"/>
            <a:r>
              <a:rPr lang="ja-JP" altLang="en-US" sz="4200" b="1" dirty="0">
                <a:solidFill>
                  <a:schemeClr val="bg1"/>
                </a:solidFill>
                <a:latin typeface="游ゴシック" panose="020B0400000000000000" pitchFamily="50" charset="-128"/>
                <a:ea typeface="游ゴシック" panose="020B0400000000000000" pitchFamily="50" charset="-128"/>
              </a:rPr>
              <a:t>①</a:t>
            </a:r>
            <a:endParaRPr lang="en-US" altLang="ja-JP" sz="4200" b="1" dirty="0">
              <a:solidFill>
                <a:schemeClr val="bg1"/>
              </a:solidFill>
              <a:latin typeface="游ゴシック" panose="020B0400000000000000" pitchFamily="50" charset="-128"/>
              <a:ea typeface="游ゴシック" panose="020B0400000000000000" pitchFamily="50" charset="-128"/>
            </a:endParaRPr>
          </a:p>
          <a:p>
            <a:pPr algn="ctr"/>
            <a:r>
              <a:rPr lang="ja-JP" altLang="en-US" sz="4200" b="1" dirty="0">
                <a:solidFill>
                  <a:schemeClr val="bg1"/>
                </a:solidFill>
                <a:latin typeface="游ゴシック" panose="020B0400000000000000" pitchFamily="50" charset="-128"/>
                <a:ea typeface="游ゴシック" panose="020B0400000000000000" pitchFamily="50" charset="-128"/>
              </a:rPr>
              <a:t>ひとつめ</a:t>
            </a:r>
            <a:endParaRPr kumimoji="1" lang="ja-JP" altLang="en-US" sz="4200" b="1" dirty="0">
              <a:solidFill>
                <a:schemeClr val="bg1"/>
              </a:solidFill>
              <a:latin typeface="游ゴシック" panose="020B0400000000000000" pitchFamily="50" charset="-128"/>
              <a:ea typeface="游ゴシック" panose="020B0400000000000000" pitchFamily="50" charset="-128"/>
            </a:endParaRPr>
          </a:p>
        </p:txBody>
      </p:sp>
      <p:sp>
        <p:nvSpPr>
          <p:cNvPr id="7" name="楕円 6">
            <a:extLst>
              <a:ext uri="{FF2B5EF4-FFF2-40B4-BE49-F238E27FC236}">
                <a16:creationId xmlns:a16="http://schemas.microsoft.com/office/drawing/2014/main" id="{F600B182-1E03-FE3F-38CF-BE77E0F38AC6}"/>
              </a:ext>
            </a:extLst>
          </p:cNvPr>
          <p:cNvSpPr/>
          <p:nvPr/>
        </p:nvSpPr>
        <p:spPr>
          <a:xfrm>
            <a:off x="2147695" y="5427553"/>
            <a:ext cx="3348000" cy="3348000"/>
          </a:xfrm>
          <a:prstGeom prst="ellipse">
            <a:avLst/>
          </a:prstGeom>
          <a:solidFill>
            <a:srgbClr val="64A4A3"/>
          </a:solidFill>
          <a:ln>
            <a:solidFill>
              <a:srgbClr val="64A4A3"/>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8" name="テキスト ボックス 7">
            <a:extLst>
              <a:ext uri="{FF2B5EF4-FFF2-40B4-BE49-F238E27FC236}">
                <a16:creationId xmlns:a16="http://schemas.microsoft.com/office/drawing/2014/main" id="{80636C0C-4196-FBC8-E6B1-2A2B6B9C99B7}"/>
              </a:ext>
            </a:extLst>
          </p:cNvPr>
          <p:cNvSpPr txBox="1"/>
          <p:nvPr/>
        </p:nvSpPr>
        <p:spPr>
          <a:xfrm>
            <a:off x="2024176" y="6275208"/>
            <a:ext cx="3595037" cy="1384995"/>
          </a:xfrm>
          <a:prstGeom prst="rect">
            <a:avLst/>
          </a:prstGeom>
          <a:noFill/>
        </p:spPr>
        <p:txBody>
          <a:bodyPr wrap="square" rtlCol="0">
            <a:spAutoFit/>
          </a:bodyPr>
          <a:lstStyle/>
          <a:p>
            <a:pPr algn="ctr"/>
            <a:r>
              <a:rPr lang="ja-JP" altLang="en-US" sz="4200" b="1" dirty="0">
                <a:solidFill>
                  <a:schemeClr val="bg1"/>
                </a:solidFill>
                <a:latin typeface="游ゴシック" panose="020B0400000000000000" pitchFamily="50" charset="-128"/>
                <a:ea typeface="游ゴシック" panose="020B0400000000000000" pitchFamily="50" charset="-128"/>
              </a:rPr>
              <a:t>③</a:t>
            </a:r>
            <a:endParaRPr lang="en-US" altLang="ja-JP" sz="4200" b="1" dirty="0">
              <a:solidFill>
                <a:schemeClr val="bg1"/>
              </a:solidFill>
              <a:latin typeface="游ゴシック" panose="020B0400000000000000" pitchFamily="50" charset="-128"/>
              <a:ea typeface="游ゴシック" panose="020B0400000000000000" pitchFamily="50" charset="-128"/>
            </a:endParaRPr>
          </a:p>
          <a:p>
            <a:pPr algn="ctr"/>
            <a:r>
              <a:rPr lang="ja-JP" altLang="en-US" sz="4200" b="1" dirty="0">
                <a:solidFill>
                  <a:schemeClr val="bg1"/>
                </a:solidFill>
                <a:latin typeface="游ゴシック" panose="020B0400000000000000" pitchFamily="50" charset="-128"/>
                <a:ea typeface="游ゴシック" panose="020B0400000000000000" pitchFamily="50" charset="-128"/>
              </a:rPr>
              <a:t>みっつめ</a:t>
            </a:r>
            <a:endParaRPr kumimoji="1" lang="ja-JP" altLang="en-US" sz="4200" b="1" dirty="0">
              <a:solidFill>
                <a:schemeClr val="bg1"/>
              </a:solidFill>
              <a:latin typeface="游ゴシック" panose="020B0400000000000000" pitchFamily="50" charset="-128"/>
              <a:ea typeface="游ゴシック" panose="020B0400000000000000" pitchFamily="50" charset="-128"/>
            </a:endParaRPr>
          </a:p>
        </p:txBody>
      </p:sp>
      <p:sp>
        <p:nvSpPr>
          <p:cNvPr id="9" name="楕円 8">
            <a:extLst>
              <a:ext uri="{FF2B5EF4-FFF2-40B4-BE49-F238E27FC236}">
                <a16:creationId xmlns:a16="http://schemas.microsoft.com/office/drawing/2014/main" id="{11B58024-0DF9-700C-3393-339C7F03622C}"/>
              </a:ext>
            </a:extLst>
          </p:cNvPr>
          <p:cNvSpPr/>
          <p:nvPr/>
        </p:nvSpPr>
        <p:spPr>
          <a:xfrm>
            <a:off x="6272491" y="5408503"/>
            <a:ext cx="3348000" cy="3348000"/>
          </a:xfrm>
          <a:prstGeom prst="ellipse">
            <a:avLst/>
          </a:prstGeom>
          <a:solidFill>
            <a:srgbClr val="64A4A3"/>
          </a:solidFill>
          <a:ln>
            <a:solidFill>
              <a:srgbClr val="64A4A3"/>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0" name="テキスト ボックス 9">
            <a:extLst>
              <a:ext uri="{FF2B5EF4-FFF2-40B4-BE49-F238E27FC236}">
                <a16:creationId xmlns:a16="http://schemas.microsoft.com/office/drawing/2014/main" id="{7E243A9B-ED86-339C-E2EB-EFDFA00CF9EF}"/>
              </a:ext>
            </a:extLst>
          </p:cNvPr>
          <p:cNvSpPr txBox="1"/>
          <p:nvPr/>
        </p:nvSpPr>
        <p:spPr>
          <a:xfrm>
            <a:off x="6191896" y="6261975"/>
            <a:ext cx="3595037" cy="1384995"/>
          </a:xfrm>
          <a:prstGeom prst="rect">
            <a:avLst/>
          </a:prstGeom>
          <a:noFill/>
        </p:spPr>
        <p:txBody>
          <a:bodyPr wrap="square" rtlCol="0">
            <a:spAutoFit/>
          </a:bodyPr>
          <a:lstStyle/>
          <a:p>
            <a:pPr algn="ctr"/>
            <a:r>
              <a:rPr lang="ja-JP" altLang="en-US" sz="4200" b="1" dirty="0">
                <a:solidFill>
                  <a:schemeClr val="bg1"/>
                </a:solidFill>
                <a:latin typeface="游ゴシック" panose="020B0400000000000000" pitchFamily="50" charset="-128"/>
                <a:ea typeface="游ゴシック" panose="020B0400000000000000" pitchFamily="50" charset="-128"/>
              </a:rPr>
              <a:t>➁</a:t>
            </a:r>
            <a:endParaRPr lang="en-US" altLang="ja-JP" sz="4200" b="1" dirty="0">
              <a:solidFill>
                <a:schemeClr val="bg1"/>
              </a:solidFill>
              <a:latin typeface="游ゴシック" panose="020B0400000000000000" pitchFamily="50" charset="-128"/>
              <a:ea typeface="游ゴシック" panose="020B0400000000000000" pitchFamily="50" charset="-128"/>
            </a:endParaRPr>
          </a:p>
          <a:p>
            <a:pPr algn="ctr"/>
            <a:r>
              <a:rPr lang="ja-JP" altLang="en-US" sz="4200" b="1" dirty="0">
                <a:solidFill>
                  <a:schemeClr val="bg1"/>
                </a:solidFill>
                <a:latin typeface="游ゴシック" panose="020B0400000000000000" pitchFamily="50" charset="-128"/>
                <a:ea typeface="游ゴシック" panose="020B0400000000000000" pitchFamily="50" charset="-128"/>
              </a:rPr>
              <a:t>ふたつめ</a:t>
            </a:r>
            <a:endParaRPr kumimoji="1" lang="ja-JP" altLang="en-US" sz="4200" b="1" dirty="0">
              <a:solidFill>
                <a:schemeClr val="bg1"/>
              </a:solidFill>
              <a:latin typeface="游ゴシック" panose="020B0400000000000000" pitchFamily="50" charset="-128"/>
              <a:ea typeface="游ゴシック" panose="020B0400000000000000" pitchFamily="50" charset="-128"/>
            </a:endParaRPr>
          </a:p>
        </p:txBody>
      </p:sp>
      <p:grpSp>
        <p:nvGrpSpPr>
          <p:cNvPr id="11" name="グループ化 10">
            <a:extLst>
              <a:ext uri="{FF2B5EF4-FFF2-40B4-BE49-F238E27FC236}">
                <a16:creationId xmlns:a16="http://schemas.microsoft.com/office/drawing/2014/main" id="{27510278-8BCC-2772-B7D4-6900CC651828}"/>
              </a:ext>
            </a:extLst>
          </p:cNvPr>
          <p:cNvGrpSpPr/>
          <p:nvPr/>
        </p:nvGrpSpPr>
        <p:grpSpPr>
          <a:xfrm flipV="1">
            <a:off x="7656401" y="3988125"/>
            <a:ext cx="1200356" cy="1439429"/>
            <a:chOff x="2664127" y="3374455"/>
            <a:chExt cx="1201975" cy="1567649"/>
          </a:xfrm>
          <a:solidFill>
            <a:srgbClr val="64A4A3"/>
          </a:solidFill>
        </p:grpSpPr>
        <p:sp>
          <p:nvSpPr>
            <p:cNvPr id="12" name="二等辺三角形 11">
              <a:extLst>
                <a:ext uri="{FF2B5EF4-FFF2-40B4-BE49-F238E27FC236}">
                  <a16:creationId xmlns:a16="http://schemas.microsoft.com/office/drawing/2014/main" id="{88C38720-FF04-C2D5-1BFB-D6E04C389897}"/>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3" name="フリーフォーム: 図形 12">
              <a:extLst>
                <a:ext uri="{FF2B5EF4-FFF2-40B4-BE49-F238E27FC236}">
                  <a16:creationId xmlns:a16="http://schemas.microsoft.com/office/drawing/2014/main" id="{DCA25AA5-6EC2-3A91-C987-1FA6D6720F6A}"/>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grpSp>
      <p:grpSp>
        <p:nvGrpSpPr>
          <p:cNvPr id="14" name="グループ化 13">
            <a:extLst>
              <a:ext uri="{FF2B5EF4-FFF2-40B4-BE49-F238E27FC236}">
                <a16:creationId xmlns:a16="http://schemas.microsoft.com/office/drawing/2014/main" id="{39545FA0-67FF-9A70-C888-13A69A398782}"/>
              </a:ext>
            </a:extLst>
          </p:cNvPr>
          <p:cNvGrpSpPr/>
          <p:nvPr/>
        </p:nvGrpSpPr>
        <p:grpSpPr>
          <a:xfrm rot="7241964" flipV="1">
            <a:off x="5188908" y="7778500"/>
            <a:ext cx="1200356" cy="1439429"/>
            <a:chOff x="2664127" y="3374455"/>
            <a:chExt cx="1201975" cy="1567649"/>
          </a:xfrm>
          <a:solidFill>
            <a:srgbClr val="64A4A3"/>
          </a:solidFill>
        </p:grpSpPr>
        <p:sp>
          <p:nvSpPr>
            <p:cNvPr id="15" name="二等辺三角形 14">
              <a:extLst>
                <a:ext uri="{FF2B5EF4-FFF2-40B4-BE49-F238E27FC236}">
                  <a16:creationId xmlns:a16="http://schemas.microsoft.com/office/drawing/2014/main" id="{3767BD8E-FB78-2A44-9179-41A94C34D17A}"/>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6" name="フリーフォーム: 図形 15">
              <a:extLst>
                <a:ext uri="{FF2B5EF4-FFF2-40B4-BE49-F238E27FC236}">
                  <a16:creationId xmlns:a16="http://schemas.microsoft.com/office/drawing/2014/main" id="{55A6798D-20C7-E00B-7A02-153B6F17D077}"/>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grpSp>
      <p:grpSp>
        <p:nvGrpSpPr>
          <p:cNvPr id="17" name="グループ化 16">
            <a:extLst>
              <a:ext uri="{FF2B5EF4-FFF2-40B4-BE49-F238E27FC236}">
                <a16:creationId xmlns:a16="http://schemas.microsoft.com/office/drawing/2014/main" id="{1CC218CC-EEBC-1865-D9BB-837546C65874}"/>
              </a:ext>
            </a:extLst>
          </p:cNvPr>
          <p:cNvGrpSpPr/>
          <p:nvPr/>
        </p:nvGrpSpPr>
        <p:grpSpPr>
          <a:xfrm rot="14081671" flipV="1">
            <a:off x="3008535" y="3805423"/>
            <a:ext cx="1200356" cy="1439429"/>
            <a:chOff x="2664127" y="3374455"/>
            <a:chExt cx="1201975" cy="1567649"/>
          </a:xfrm>
          <a:solidFill>
            <a:srgbClr val="64A4A3"/>
          </a:solidFill>
        </p:grpSpPr>
        <p:sp>
          <p:nvSpPr>
            <p:cNvPr id="18" name="二等辺三角形 17">
              <a:extLst>
                <a:ext uri="{FF2B5EF4-FFF2-40B4-BE49-F238E27FC236}">
                  <a16:creationId xmlns:a16="http://schemas.microsoft.com/office/drawing/2014/main" id="{F2F7520D-B9C9-EE46-43C0-1974C9EE110E}"/>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9" name="フリーフォーム: 図形 18">
              <a:extLst>
                <a:ext uri="{FF2B5EF4-FFF2-40B4-BE49-F238E27FC236}">
                  <a16:creationId xmlns:a16="http://schemas.microsoft.com/office/drawing/2014/main" id="{91521E69-6981-7659-CD42-1242DA646433}"/>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grpSp>
      <p:sp>
        <p:nvSpPr>
          <p:cNvPr id="21" name="テキスト ボックス 20">
            <a:extLst>
              <a:ext uri="{FF2B5EF4-FFF2-40B4-BE49-F238E27FC236}">
                <a16:creationId xmlns:a16="http://schemas.microsoft.com/office/drawing/2014/main" id="{DBABD0C2-66B5-256B-4604-E348FEFAC56D}"/>
              </a:ext>
            </a:extLst>
          </p:cNvPr>
          <p:cNvSpPr txBox="1"/>
          <p:nvPr/>
        </p:nvSpPr>
        <p:spPr>
          <a:xfrm>
            <a:off x="8172533" y="4335169"/>
            <a:ext cx="2551173" cy="553998"/>
          </a:xfrm>
          <a:prstGeom prst="rect">
            <a:avLst/>
          </a:prstGeom>
          <a:noFill/>
        </p:spPr>
        <p:txBody>
          <a:bodyPr wrap="square" rtlCol="0">
            <a:spAutoFit/>
          </a:bodyPr>
          <a:lstStyle/>
          <a:p>
            <a:pPr algn="ctr"/>
            <a:r>
              <a:rPr lang="ja-JP" altLang="en-US" sz="3000" b="1" dirty="0">
                <a:solidFill>
                  <a:srgbClr val="64A4A3"/>
                </a:solidFill>
                <a:latin typeface="游ゴシック" panose="020B0400000000000000" pitchFamily="50" charset="-128"/>
                <a:ea typeface="游ゴシック" panose="020B0400000000000000" pitchFamily="50" charset="-128"/>
              </a:rPr>
              <a:t>変化</a:t>
            </a:r>
            <a:endParaRPr lang="en-US" altLang="ja-JP" sz="3000" b="1" dirty="0">
              <a:solidFill>
                <a:srgbClr val="64A4A3"/>
              </a:solidFill>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D3D28F20-D312-FC56-A45A-9A9DD0F018F0}"/>
              </a:ext>
            </a:extLst>
          </p:cNvPr>
          <p:cNvSpPr txBox="1"/>
          <p:nvPr/>
        </p:nvSpPr>
        <p:spPr>
          <a:xfrm>
            <a:off x="4750090" y="8830626"/>
            <a:ext cx="2551173" cy="553998"/>
          </a:xfrm>
          <a:prstGeom prst="rect">
            <a:avLst/>
          </a:prstGeom>
          <a:noFill/>
        </p:spPr>
        <p:txBody>
          <a:bodyPr wrap="square" rtlCol="0">
            <a:spAutoFit/>
          </a:bodyPr>
          <a:lstStyle/>
          <a:p>
            <a:pPr algn="ctr"/>
            <a:r>
              <a:rPr lang="ja-JP" altLang="en-US" sz="3000" b="1" dirty="0">
                <a:solidFill>
                  <a:srgbClr val="64A4A3"/>
                </a:solidFill>
                <a:latin typeface="游ゴシック" panose="020B0400000000000000" pitchFamily="50" charset="-128"/>
                <a:ea typeface="游ゴシック" panose="020B0400000000000000" pitchFamily="50" charset="-128"/>
              </a:rPr>
              <a:t>変化</a:t>
            </a:r>
            <a:endParaRPr lang="en-US" altLang="ja-JP" sz="3000" b="1" dirty="0">
              <a:solidFill>
                <a:srgbClr val="64A4A3"/>
              </a:solidFill>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032857B8-91F1-CA95-91BD-24CB159AB079}"/>
              </a:ext>
            </a:extLst>
          </p:cNvPr>
          <p:cNvSpPr txBox="1"/>
          <p:nvPr/>
        </p:nvSpPr>
        <p:spPr>
          <a:xfrm>
            <a:off x="924026" y="4403562"/>
            <a:ext cx="2551173" cy="553998"/>
          </a:xfrm>
          <a:prstGeom prst="rect">
            <a:avLst/>
          </a:prstGeom>
          <a:noFill/>
        </p:spPr>
        <p:txBody>
          <a:bodyPr wrap="square" rtlCol="0">
            <a:spAutoFit/>
          </a:bodyPr>
          <a:lstStyle/>
          <a:p>
            <a:pPr algn="ctr"/>
            <a:r>
              <a:rPr lang="ja-JP" altLang="en-US" sz="3000" b="1" dirty="0">
                <a:solidFill>
                  <a:srgbClr val="64A4A3"/>
                </a:solidFill>
                <a:latin typeface="游ゴシック" panose="020B0400000000000000" pitchFamily="50" charset="-128"/>
                <a:ea typeface="游ゴシック" panose="020B0400000000000000" pitchFamily="50" charset="-128"/>
              </a:rPr>
              <a:t>変化</a:t>
            </a:r>
            <a:endParaRPr lang="en-US" altLang="ja-JP" sz="3000" b="1" dirty="0">
              <a:solidFill>
                <a:srgbClr val="64A4A3"/>
              </a:solidFill>
              <a:latin typeface="游ゴシック" panose="020B0400000000000000" pitchFamily="50" charset="-128"/>
              <a:ea typeface="游ゴシック" panose="020B0400000000000000" pitchFamily="50" charset="-128"/>
            </a:endParaRPr>
          </a:p>
        </p:txBody>
      </p:sp>
      <p:sp>
        <p:nvSpPr>
          <p:cNvPr id="25" name="楕円 24">
            <a:extLst>
              <a:ext uri="{FF2B5EF4-FFF2-40B4-BE49-F238E27FC236}">
                <a16:creationId xmlns:a16="http://schemas.microsoft.com/office/drawing/2014/main" id="{FA69373F-043A-BD62-065E-9238200A2914}"/>
              </a:ext>
            </a:extLst>
          </p:cNvPr>
          <p:cNvSpPr/>
          <p:nvPr/>
        </p:nvSpPr>
        <p:spPr>
          <a:xfrm>
            <a:off x="11193983" y="2476893"/>
            <a:ext cx="485775" cy="485775"/>
          </a:xfrm>
          <a:prstGeom prst="ellipse">
            <a:avLst/>
          </a:prstGeom>
          <a:solidFill>
            <a:schemeClr val="accent2"/>
          </a:solidFill>
          <a:ln>
            <a:solidFill>
              <a:schemeClr val="accent2"/>
            </a:solidFill>
          </a:ln>
          <a:effectLst>
            <a:glow rad="1016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6" name="楕円 25">
            <a:extLst>
              <a:ext uri="{FF2B5EF4-FFF2-40B4-BE49-F238E27FC236}">
                <a16:creationId xmlns:a16="http://schemas.microsoft.com/office/drawing/2014/main" id="{47A74F06-9B64-1B4A-43BA-C938BE525936}"/>
              </a:ext>
            </a:extLst>
          </p:cNvPr>
          <p:cNvSpPr/>
          <p:nvPr/>
        </p:nvSpPr>
        <p:spPr>
          <a:xfrm>
            <a:off x="12162225" y="2476668"/>
            <a:ext cx="486000" cy="486000"/>
          </a:xfrm>
          <a:prstGeom prst="ellipse">
            <a:avLst/>
          </a:prstGeom>
          <a:solidFill>
            <a:srgbClr val="46877B"/>
          </a:solidFill>
          <a:ln>
            <a:solidFill>
              <a:srgbClr val="46877B"/>
            </a:solidFill>
          </a:ln>
          <a:effectLst>
            <a:glow rad="101600">
              <a:srgbClr val="46877B">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27" name="楕円 26">
            <a:extLst>
              <a:ext uri="{FF2B5EF4-FFF2-40B4-BE49-F238E27FC236}">
                <a16:creationId xmlns:a16="http://schemas.microsoft.com/office/drawing/2014/main" id="{804C8D84-DF1A-9E36-6B35-4F08C09A0AEE}"/>
              </a:ext>
            </a:extLst>
          </p:cNvPr>
          <p:cNvSpPr/>
          <p:nvPr/>
        </p:nvSpPr>
        <p:spPr>
          <a:xfrm>
            <a:off x="11595549" y="3247604"/>
            <a:ext cx="514350" cy="499901"/>
          </a:xfrm>
          <a:prstGeom prst="ellipse">
            <a:avLst/>
          </a:prstGeom>
          <a:solidFill>
            <a:schemeClr val="accent2"/>
          </a:solidFill>
          <a:ln>
            <a:solidFill>
              <a:schemeClr val="accent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8" name="楕円 27">
            <a:extLst>
              <a:ext uri="{FF2B5EF4-FFF2-40B4-BE49-F238E27FC236}">
                <a16:creationId xmlns:a16="http://schemas.microsoft.com/office/drawing/2014/main" id="{57C0E608-BA74-F485-BAE3-702170BC32CC}"/>
              </a:ext>
            </a:extLst>
          </p:cNvPr>
          <p:cNvSpPr/>
          <p:nvPr/>
        </p:nvSpPr>
        <p:spPr>
          <a:xfrm>
            <a:off x="12792395" y="4590541"/>
            <a:ext cx="4352231" cy="1854809"/>
          </a:xfrm>
          <a:custGeom>
            <a:avLst/>
            <a:gdLst>
              <a:gd name="connsiteX0" fmla="*/ 0 w 4352231"/>
              <a:gd name="connsiteY0" fmla="*/ 927405 h 1854809"/>
              <a:gd name="connsiteX1" fmla="*/ 2176116 w 4352231"/>
              <a:gd name="connsiteY1" fmla="*/ 0 h 1854809"/>
              <a:gd name="connsiteX2" fmla="*/ 4352232 w 4352231"/>
              <a:gd name="connsiteY2" fmla="*/ 927405 h 1854809"/>
              <a:gd name="connsiteX3" fmla="*/ 2176116 w 4352231"/>
              <a:gd name="connsiteY3" fmla="*/ 1854810 h 1854809"/>
              <a:gd name="connsiteX4" fmla="*/ 0 w 4352231"/>
              <a:gd name="connsiteY4" fmla="*/ 927405 h 185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2231" h="1854809" fill="none" extrusionOk="0">
                <a:moveTo>
                  <a:pt x="0" y="927405"/>
                </a:moveTo>
                <a:cubicBezTo>
                  <a:pt x="88957" y="330664"/>
                  <a:pt x="1036204" y="4086"/>
                  <a:pt x="2176116" y="0"/>
                </a:cubicBezTo>
                <a:cubicBezTo>
                  <a:pt x="3424330" y="79274"/>
                  <a:pt x="4334726" y="414837"/>
                  <a:pt x="4352232" y="927405"/>
                </a:cubicBezTo>
                <a:cubicBezTo>
                  <a:pt x="4538447" y="1466601"/>
                  <a:pt x="3219053" y="1782293"/>
                  <a:pt x="2176116" y="1854810"/>
                </a:cubicBezTo>
                <a:cubicBezTo>
                  <a:pt x="964531" y="1857719"/>
                  <a:pt x="57048" y="1362262"/>
                  <a:pt x="0" y="927405"/>
                </a:cubicBezTo>
                <a:close/>
              </a:path>
              <a:path w="4352231" h="1854809" stroke="0" extrusionOk="0">
                <a:moveTo>
                  <a:pt x="0" y="927405"/>
                </a:moveTo>
                <a:cubicBezTo>
                  <a:pt x="-13236" y="438434"/>
                  <a:pt x="897001" y="-31912"/>
                  <a:pt x="2176116" y="0"/>
                </a:cubicBezTo>
                <a:cubicBezTo>
                  <a:pt x="3410746" y="-4841"/>
                  <a:pt x="4332356" y="451413"/>
                  <a:pt x="4352232" y="927405"/>
                </a:cubicBezTo>
                <a:cubicBezTo>
                  <a:pt x="4293016" y="1459389"/>
                  <a:pt x="3346187" y="1892372"/>
                  <a:pt x="2176116" y="1854810"/>
                </a:cubicBezTo>
                <a:cubicBezTo>
                  <a:pt x="1017127" y="1827082"/>
                  <a:pt x="-51413" y="1451390"/>
                  <a:pt x="0" y="927405"/>
                </a:cubicBezTo>
                <a:close/>
              </a:path>
            </a:pathLst>
          </a:custGeom>
          <a:solidFill>
            <a:srgbClr val="D3E9E5"/>
          </a:solidFill>
          <a:ln>
            <a:solidFill>
              <a:srgbClr val="D3E9E5"/>
            </a:solidFill>
            <a:extLst>
              <a:ext uri="{C807C97D-BFC1-408E-A445-0C87EB9F89A2}">
                <ask:lineSketchStyleProps xmlns:ask="http://schemas.microsoft.com/office/drawing/2018/sketchyshapes" sd="981765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9" name="楕円 28">
            <a:extLst>
              <a:ext uri="{FF2B5EF4-FFF2-40B4-BE49-F238E27FC236}">
                <a16:creationId xmlns:a16="http://schemas.microsoft.com/office/drawing/2014/main" id="{11994F12-90A6-E96A-5BE6-5E9F08D17B74}"/>
              </a:ext>
            </a:extLst>
          </p:cNvPr>
          <p:cNvSpPr/>
          <p:nvPr/>
        </p:nvSpPr>
        <p:spPr>
          <a:xfrm>
            <a:off x="14277877" y="2351718"/>
            <a:ext cx="3352691" cy="3265911"/>
          </a:xfrm>
          <a:custGeom>
            <a:avLst/>
            <a:gdLst>
              <a:gd name="connsiteX0" fmla="*/ 0 w 3352691"/>
              <a:gd name="connsiteY0" fmla="*/ 1632956 h 3265911"/>
              <a:gd name="connsiteX1" fmla="*/ 1676346 w 3352691"/>
              <a:gd name="connsiteY1" fmla="*/ 0 h 3265911"/>
              <a:gd name="connsiteX2" fmla="*/ 3352692 w 3352691"/>
              <a:gd name="connsiteY2" fmla="*/ 1632956 h 3265911"/>
              <a:gd name="connsiteX3" fmla="*/ 1676346 w 3352691"/>
              <a:gd name="connsiteY3" fmla="*/ 3265912 h 3265911"/>
              <a:gd name="connsiteX4" fmla="*/ 0 w 3352691"/>
              <a:gd name="connsiteY4" fmla="*/ 1632956 h 3265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691" h="3265911" fill="none" extrusionOk="0">
                <a:moveTo>
                  <a:pt x="0" y="1632956"/>
                </a:moveTo>
                <a:cubicBezTo>
                  <a:pt x="-97699" y="748535"/>
                  <a:pt x="738675" y="32818"/>
                  <a:pt x="1676346" y="0"/>
                </a:cubicBezTo>
                <a:cubicBezTo>
                  <a:pt x="2462672" y="-52220"/>
                  <a:pt x="3428322" y="768244"/>
                  <a:pt x="3352692" y="1632956"/>
                </a:cubicBezTo>
                <a:cubicBezTo>
                  <a:pt x="3420273" y="2363079"/>
                  <a:pt x="2615245" y="3285864"/>
                  <a:pt x="1676346" y="3265912"/>
                </a:cubicBezTo>
                <a:cubicBezTo>
                  <a:pt x="769438" y="3282794"/>
                  <a:pt x="48290" y="2512588"/>
                  <a:pt x="0" y="1632956"/>
                </a:cubicBezTo>
                <a:close/>
              </a:path>
              <a:path w="3352691" h="3265911" stroke="0" extrusionOk="0">
                <a:moveTo>
                  <a:pt x="0" y="1632956"/>
                </a:moveTo>
                <a:cubicBezTo>
                  <a:pt x="46380" y="805402"/>
                  <a:pt x="750896" y="-39621"/>
                  <a:pt x="1676346" y="0"/>
                </a:cubicBezTo>
                <a:cubicBezTo>
                  <a:pt x="2634870" y="157129"/>
                  <a:pt x="3332799" y="717393"/>
                  <a:pt x="3352692" y="1632956"/>
                </a:cubicBezTo>
                <a:cubicBezTo>
                  <a:pt x="3359065" y="2487079"/>
                  <a:pt x="2599756" y="3181794"/>
                  <a:pt x="1676346" y="3265912"/>
                </a:cubicBezTo>
                <a:cubicBezTo>
                  <a:pt x="754001" y="3248309"/>
                  <a:pt x="16605" y="2464779"/>
                  <a:pt x="0" y="1632956"/>
                </a:cubicBezTo>
                <a:close/>
              </a:path>
            </a:pathLst>
          </a:custGeom>
          <a:solidFill>
            <a:srgbClr val="64A4A3"/>
          </a:solidFill>
          <a:ln>
            <a:solidFill>
              <a:srgbClr val="64A4A3"/>
            </a:solidFill>
            <a:extLst>
              <a:ext uri="{C807C97D-BFC1-408E-A445-0C87EB9F89A2}">
                <ask:lineSketchStyleProps xmlns:ask="http://schemas.microsoft.com/office/drawing/2018/sketchyshapes" sd="3669468432">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700" b="1" dirty="0">
                <a:solidFill>
                  <a:schemeClr val="bg1"/>
                </a:solidFill>
                <a:latin typeface="游ゴシック" panose="020B0400000000000000" pitchFamily="50" charset="-128"/>
                <a:ea typeface="游ゴシック" panose="020B0400000000000000" pitchFamily="50" charset="-128"/>
              </a:rPr>
              <a:t> </a:t>
            </a:r>
            <a:r>
              <a:rPr lang="ja-JP" altLang="en-US" sz="4200" b="1" dirty="0">
                <a:solidFill>
                  <a:schemeClr val="bg1"/>
                </a:solidFill>
                <a:latin typeface="游ゴシック" panose="020B0400000000000000" pitchFamily="50" charset="-128"/>
                <a:ea typeface="游ゴシック" panose="020B0400000000000000" pitchFamily="50" charset="-128"/>
              </a:rPr>
              <a:t>何か</a:t>
            </a:r>
            <a:endParaRPr lang="en-US" altLang="ja-JP" sz="4200" b="1" dirty="0">
              <a:solidFill>
                <a:schemeClr val="bg1"/>
              </a:solidFill>
              <a:latin typeface="游ゴシック" panose="020B0400000000000000" pitchFamily="50" charset="-128"/>
              <a:ea typeface="游ゴシック" panose="020B0400000000000000" pitchFamily="50" charset="-128"/>
            </a:endParaRPr>
          </a:p>
          <a:p>
            <a:pPr algn="ctr"/>
            <a:r>
              <a:rPr lang="ja-JP" altLang="en-US" sz="2700" dirty="0">
                <a:solidFill>
                  <a:schemeClr val="bg1"/>
                </a:solidFill>
                <a:latin typeface="+mn-ea"/>
              </a:rPr>
              <a:t>メッセージ</a:t>
            </a:r>
            <a:endParaRPr lang="ja-JP" altLang="en-US" dirty="0">
              <a:solidFill>
                <a:schemeClr val="bg1"/>
              </a:solidFill>
              <a:latin typeface="+mn-ea"/>
            </a:endParaRPr>
          </a:p>
        </p:txBody>
      </p:sp>
      <p:sp>
        <p:nvSpPr>
          <p:cNvPr id="30" name="正方形/長方形 29">
            <a:extLst>
              <a:ext uri="{FF2B5EF4-FFF2-40B4-BE49-F238E27FC236}">
                <a16:creationId xmlns:a16="http://schemas.microsoft.com/office/drawing/2014/main" id="{9B369ACC-5757-B80B-61BF-EC839E501C38}"/>
              </a:ext>
            </a:extLst>
          </p:cNvPr>
          <p:cNvSpPr/>
          <p:nvPr/>
        </p:nvSpPr>
        <p:spPr>
          <a:xfrm rot="20169432">
            <a:off x="13193370" y="5255011"/>
            <a:ext cx="4740048" cy="251132"/>
          </a:xfrm>
          <a:custGeom>
            <a:avLst/>
            <a:gdLst>
              <a:gd name="connsiteX0" fmla="*/ 0 w 4740048"/>
              <a:gd name="connsiteY0" fmla="*/ 0 h 251132"/>
              <a:gd name="connsiteX1" fmla="*/ 4740048 w 4740048"/>
              <a:gd name="connsiteY1" fmla="*/ 0 h 251132"/>
              <a:gd name="connsiteX2" fmla="*/ 4740048 w 4740048"/>
              <a:gd name="connsiteY2" fmla="*/ 251132 h 251132"/>
              <a:gd name="connsiteX3" fmla="*/ 0 w 4740048"/>
              <a:gd name="connsiteY3" fmla="*/ 251132 h 251132"/>
              <a:gd name="connsiteX4" fmla="*/ 0 w 4740048"/>
              <a:gd name="connsiteY4" fmla="*/ 0 h 251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0048" h="251132" fill="none" extrusionOk="0">
                <a:moveTo>
                  <a:pt x="0" y="0"/>
                </a:moveTo>
                <a:cubicBezTo>
                  <a:pt x="1734634" y="-130857"/>
                  <a:pt x="3117599" y="63250"/>
                  <a:pt x="4740048" y="0"/>
                </a:cubicBezTo>
                <a:cubicBezTo>
                  <a:pt x="4755970" y="41621"/>
                  <a:pt x="4740267" y="197754"/>
                  <a:pt x="4740048" y="251132"/>
                </a:cubicBezTo>
                <a:cubicBezTo>
                  <a:pt x="3980916" y="305796"/>
                  <a:pt x="1888052" y="299234"/>
                  <a:pt x="0" y="251132"/>
                </a:cubicBezTo>
                <a:cubicBezTo>
                  <a:pt x="4336" y="213336"/>
                  <a:pt x="-10589" y="59554"/>
                  <a:pt x="0" y="0"/>
                </a:cubicBezTo>
                <a:close/>
              </a:path>
              <a:path w="4740048" h="251132" stroke="0" extrusionOk="0">
                <a:moveTo>
                  <a:pt x="0" y="0"/>
                </a:moveTo>
                <a:cubicBezTo>
                  <a:pt x="1979577" y="93023"/>
                  <a:pt x="3628114" y="111448"/>
                  <a:pt x="4740048" y="0"/>
                </a:cubicBezTo>
                <a:cubicBezTo>
                  <a:pt x="4752646" y="86854"/>
                  <a:pt x="4755007" y="191159"/>
                  <a:pt x="4740048" y="251132"/>
                </a:cubicBezTo>
                <a:cubicBezTo>
                  <a:pt x="4207713" y="249248"/>
                  <a:pt x="2324524" y="327263"/>
                  <a:pt x="0" y="251132"/>
                </a:cubicBezTo>
                <a:cubicBezTo>
                  <a:pt x="-18793" y="149885"/>
                  <a:pt x="-20569" y="84404"/>
                  <a:pt x="0" y="0"/>
                </a:cubicBezTo>
                <a:close/>
              </a:path>
            </a:pathLst>
          </a:custGeom>
          <a:solidFill>
            <a:schemeClr val="bg1"/>
          </a:solidFill>
          <a:ln>
            <a:solidFill>
              <a:schemeClr val="bg1"/>
            </a:solidFill>
            <a:extLst>
              <a:ext uri="{C807C97D-BFC1-408E-A445-0C87EB9F89A2}">
                <ask:lineSketchStyleProps xmlns:ask="http://schemas.microsoft.com/office/drawing/2018/sketchyshapes" sd="1001808606">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31" name="十字形 30">
            <a:extLst>
              <a:ext uri="{FF2B5EF4-FFF2-40B4-BE49-F238E27FC236}">
                <a16:creationId xmlns:a16="http://schemas.microsoft.com/office/drawing/2014/main" id="{AE6B2308-93E3-CE3B-D6A4-F65B8B44608F}"/>
              </a:ext>
            </a:extLst>
          </p:cNvPr>
          <p:cNvSpPr/>
          <p:nvPr/>
        </p:nvSpPr>
        <p:spPr>
          <a:xfrm rot="2590055">
            <a:off x="12398882" y="6619589"/>
            <a:ext cx="2804579" cy="2829827"/>
          </a:xfrm>
          <a:custGeom>
            <a:avLst/>
            <a:gdLst>
              <a:gd name="connsiteX0" fmla="*/ 0 w 2804579"/>
              <a:gd name="connsiteY0" fmla="*/ 1307523 h 2829827"/>
              <a:gd name="connsiteX1" fmla="*/ 1307523 w 2804579"/>
              <a:gd name="connsiteY1" fmla="*/ 1307523 h 2829827"/>
              <a:gd name="connsiteX2" fmla="*/ 1307523 w 2804579"/>
              <a:gd name="connsiteY2" fmla="*/ 0 h 2829827"/>
              <a:gd name="connsiteX3" fmla="*/ 1497056 w 2804579"/>
              <a:gd name="connsiteY3" fmla="*/ 0 h 2829827"/>
              <a:gd name="connsiteX4" fmla="*/ 1497056 w 2804579"/>
              <a:gd name="connsiteY4" fmla="*/ 1307523 h 2829827"/>
              <a:gd name="connsiteX5" fmla="*/ 2804579 w 2804579"/>
              <a:gd name="connsiteY5" fmla="*/ 1307523 h 2829827"/>
              <a:gd name="connsiteX6" fmla="*/ 2804579 w 2804579"/>
              <a:gd name="connsiteY6" fmla="*/ 1522304 h 2829827"/>
              <a:gd name="connsiteX7" fmla="*/ 1497056 w 2804579"/>
              <a:gd name="connsiteY7" fmla="*/ 1522304 h 2829827"/>
              <a:gd name="connsiteX8" fmla="*/ 1497056 w 2804579"/>
              <a:gd name="connsiteY8" fmla="*/ 2829827 h 2829827"/>
              <a:gd name="connsiteX9" fmla="*/ 1307523 w 2804579"/>
              <a:gd name="connsiteY9" fmla="*/ 2829827 h 2829827"/>
              <a:gd name="connsiteX10" fmla="*/ 1307523 w 2804579"/>
              <a:gd name="connsiteY10" fmla="*/ 1522304 h 2829827"/>
              <a:gd name="connsiteX11" fmla="*/ 0 w 2804579"/>
              <a:gd name="connsiteY11" fmla="*/ 1522304 h 2829827"/>
              <a:gd name="connsiteX12" fmla="*/ 0 w 2804579"/>
              <a:gd name="connsiteY12" fmla="*/ 1307523 h 282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04579" h="2829827" fill="none" extrusionOk="0">
                <a:moveTo>
                  <a:pt x="0" y="1307523"/>
                </a:moveTo>
                <a:cubicBezTo>
                  <a:pt x="546129" y="1353204"/>
                  <a:pt x="911528" y="1222900"/>
                  <a:pt x="1307523" y="1307523"/>
                </a:cubicBezTo>
                <a:cubicBezTo>
                  <a:pt x="1341216" y="1088394"/>
                  <a:pt x="1342035" y="206473"/>
                  <a:pt x="1307523" y="0"/>
                </a:cubicBezTo>
                <a:cubicBezTo>
                  <a:pt x="1369576" y="12874"/>
                  <a:pt x="1417781" y="10368"/>
                  <a:pt x="1497056" y="0"/>
                </a:cubicBezTo>
                <a:cubicBezTo>
                  <a:pt x="1415750" y="252949"/>
                  <a:pt x="1496548" y="1114016"/>
                  <a:pt x="1497056" y="1307523"/>
                </a:cubicBezTo>
                <a:cubicBezTo>
                  <a:pt x="1775166" y="1237105"/>
                  <a:pt x="2311653" y="1292227"/>
                  <a:pt x="2804579" y="1307523"/>
                </a:cubicBezTo>
                <a:cubicBezTo>
                  <a:pt x="2807269" y="1352914"/>
                  <a:pt x="2785612" y="1478252"/>
                  <a:pt x="2804579" y="1522304"/>
                </a:cubicBezTo>
                <a:cubicBezTo>
                  <a:pt x="2613178" y="1487643"/>
                  <a:pt x="1694709" y="1488030"/>
                  <a:pt x="1497056" y="1522304"/>
                </a:cubicBezTo>
                <a:cubicBezTo>
                  <a:pt x="1419620" y="1858364"/>
                  <a:pt x="1386465" y="2356596"/>
                  <a:pt x="1497056" y="2829827"/>
                </a:cubicBezTo>
                <a:cubicBezTo>
                  <a:pt x="1423672" y="2826318"/>
                  <a:pt x="1377315" y="2846623"/>
                  <a:pt x="1307523" y="2829827"/>
                </a:cubicBezTo>
                <a:cubicBezTo>
                  <a:pt x="1218376" y="2194120"/>
                  <a:pt x="1360294" y="1756082"/>
                  <a:pt x="1307523" y="1522304"/>
                </a:cubicBezTo>
                <a:cubicBezTo>
                  <a:pt x="718539" y="1520958"/>
                  <a:pt x="586764" y="1507087"/>
                  <a:pt x="0" y="1522304"/>
                </a:cubicBezTo>
                <a:cubicBezTo>
                  <a:pt x="-17792" y="1448935"/>
                  <a:pt x="-15342" y="1329404"/>
                  <a:pt x="0" y="1307523"/>
                </a:cubicBezTo>
                <a:close/>
              </a:path>
              <a:path w="2804579" h="2829827" stroke="0" extrusionOk="0">
                <a:moveTo>
                  <a:pt x="0" y="1307523"/>
                </a:moveTo>
                <a:cubicBezTo>
                  <a:pt x="563140" y="1203224"/>
                  <a:pt x="995196" y="1223847"/>
                  <a:pt x="1307523" y="1307523"/>
                </a:cubicBezTo>
                <a:cubicBezTo>
                  <a:pt x="1250057" y="671566"/>
                  <a:pt x="1261814" y="237231"/>
                  <a:pt x="1307523" y="0"/>
                </a:cubicBezTo>
                <a:cubicBezTo>
                  <a:pt x="1347624" y="13670"/>
                  <a:pt x="1426167" y="5277"/>
                  <a:pt x="1497056" y="0"/>
                </a:cubicBezTo>
                <a:cubicBezTo>
                  <a:pt x="1451848" y="379705"/>
                  <a:pt x="1471064" y="751305"/>
                  <a:pt x="1497056" y="1307523"/>
                </a:cubicBezTo>
                <a:cubicBezTo>
                  <a:pt x="1901207" y="1374512"/>
                  <a:pt x="2231359" y="1302522"/>
                  <a:pt x="2804579" y="1307523"/>
                </a:cubicBezTo>
                <a:cubicBezTo>
                  <a:pt x="2805706" y="1370535"/>
                  <a:pt x="2804669" y="1481285"/>
                  <a:pt x="2804579" y="1522304"/>
                </a:cubicBezTo>
                <a:cubicBezTo>
                  <a:pt x="2480120" y="1629485"/>
                  <a:pt x="1655909" y="1425656"/>
                  <a:pt x="1497056" y="1522304"/>
                </a:cubicBezTo>
                <a:cubicBezTo>
                  <a:pt x="1435266" y="1676934"/>
                  <a:pt x="1552363" y="2510066"/>
                  <a:pt x="1497056" y="2829827"/>
                </a:cubicBezTo>
                <a:cubicBezTo>
                  <a:pt x="1423552" y="2816915"/>
                  <a:pt x="1354516" y="2844796"/>
                  <a:pt x="1307523" y="2829827"/>
                </a:cubicBezTo>
                <a:cubicBezTo>
                  <a:pt x="1371595" y="2453642"/>
                  <a:pt x="1334464" y="1679310"/>
                  <a:pt x="1307523" y="1522304"/>
                </a:cubicBezTo>
                <a:cubicBezTo>
                  <a:pt x="826046" y="1499581"/>
                  <a:pt x="347693" y="1473210"/>
                  <a:pt x="0" y="1522304"/>
                </a:cubicBezTo>
                <a:cubicBezTo>
                  <a:pt x="592" y="1489249"/>
                  <a:pt x="615" y="1357665"/>
                  <a:pt x="0" y="1307523"/>
                </a:cubicBezTo>
                <a:close/>
              </a:path>
            </a:pathLst>
          </a:custGeom>
          <a:solidFill>
            <a:srgbClr val="64A4A3"/>
          </a:solidFill>
          <a:ln>
            <a:solidFill>
              <a:srgbClr val="64A4A3"/>
            </a:solidFill>
            <a:extLst>
              <a:ext uri="{C807C97D-BFC1-408E-A445-0C87EB9F89A2}">
                <ask:lineSketchStyleProps xmlns:ask="http://schemas.microsoft.com/office/drawing/2018/sketchyshapes" sd="3129110413">
                  <a:prstGeom prst="plus">
                    <a:avLst>
                      <a:gd name="adj" fmla="val 46621"/>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32" name="楕円 31">
            <a:extLst>
              <a:ext uri="{FF2B5EF4-FFF2-40B4-BE49-F238E27FC236}">
                <a16:creationId xmlns:a16="http://schemas.microsoft.com/office/drawing/2014/main" id="{4548D72B-CA5C-59FC-584F-E0EF5BBB25BA}"/>
              </a:ext>
            </a:extLst>
          </p:cNvPr>
          <p:cNvSpPr/>
          <p:nvPr/>
        </p:nvSpPr>
        <p:spPr>
          <a:xfrm>
            <a:off x="10636382" y="7189093"/>
            <a:ext cx="1880229" cy="1854809"/>
          </a:xfrm>
          <a:custGeom>
            <a:avLst/>
            <a:gdLst>
              <a:gd name="connsiteX0" fmla="*/ 0 w 1880229"/>
              <a:gd name="connsiteY0" fmla="*/ 927405 h 1854809"/>
              <a:gd name="connsiteX1" fmla="*/ 940115 w 1880229"/>
              <a:gd name="connsiteY1" fmla="*/ 0 h 1854809"/>
              <a:gd name="connsiteX2" fmla="*/ 1880230 w 1880229"/>
              <a:gd name="connsiteY2" fmla="*/ 927405 h 1854809"/>
              <a:gd name="connsiteX3" fmla="*/ 940115 w 1880229"/>
              <a:gd name="connsiteY3" fmla="*/ 1854810 h 1854809"/>
              <a:gd name="connsiteX4" fmla="*/ 0 w 1880229"/>
              <a:gd name="connsiteY4" fmla="*/ 927405 h 185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0229" h="1854809" fill="none" extrusionOk="0">
                <a:moveTo>
                  <a:pt x="0" y="927405"/>
                </a:moveTo>
                <a:cubicBezTo>
                  <a:pt x="-31656" y="465265"/>
                  <a:pt x="380975" y="23539"/>
                  <a:pt x="940115" y="0"/>
                </a:cubicBezTo>
                <a:cubicBezTo>
                  <a:pt x="1409338" y="81906"/>
                  <a:pt x="1945919" y="359550"/>
                  <a:pt x="1880230" y="927405"/>
                </a:cubicBezTo>
                <a:cubicBezTo>
                  <a:pt x="1897146" y="1424287"/>
                  <a:pt x="1513839" y="1852201"/>
                  <a:pt x="940115" y="1854810"/>
                </a:cubicBezTo>
                <a:cubicBezTo>
                  <a:pt x="380899" y="1927985"/>
                  <a:pt x="37518" y="1380507"/>
                  <a:pt x="0" y="927405"/>
                </a:cubicBezTo>
                <a:close/>
              </a:path>
              <a:path w="1880229" h="1854809" stroke="0" extrusionOk="0">
                <a:moveTo>
                  <a:pt x="0" y="927405"/>
                </a:moveTo>
                <a:cubicBezTo>
                  <a:pt x="13242" y="429430"/>
                  <a:pt x="374410" y="60284"/>
                  <a:pt x="940115" y="0"/>
                </a:cubicBezTo>
                <a:cubicBezTo>
                  <a:pt x="1447961" y="-60579"/>
                  <a:pt x="1833167" y="413132"/>
                  <a:pt x="1880230" y="927405"/>
                </a:cubicBezTo>
                <a:cubicBezTo>
                  <a:pt x="1889290" y="1508620"/>
                  <a:pt x="1497226" y="1859062"/>
                  <a:pt x="940115" y="1854810"/>
                </a:cubicBezTo>
                <a:cubicBezTo>
                  <a:pt x="423948" y="1868344"/>
                  <a:pt x="75426" y="1470206"/>
                  <a:pt x="0" y="927405"/>
                </a:cubicBezTo>
                <a:close/>
              </a:path>
            </a:pathLst>
          </a:custGeom>
          <a:solidFill>
            <a:srgbClr val="64A4A3"/>
          </a:solidFill>
          <a:ln w="76200">
            <a:solidFill>
              <a:srgbClr val="64A4A3"/>
            </a:solidFill>
            <a:extLst>
              <a:ext uri="{C807C97D-BFC1-408E-A445-0C87EB9F89A2}">
                <ask:lineSketchStyleProps xmlns:ask="http://schemas.microsoft.com/office/drawing/2018/sketchyshapes" sd="1678478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Tree>
    <p:extLst>
      <p:ext uri="{BB962C8B-B14F-4D97-AF65-F5344CB8AC3E}">
        <p14:creationId xmlns:p14="http://schemas.microsoft.com/office/powerpoint/2010/main" val="2731234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838199" y="1523999"/>
            <a:ext cx="17036846" cy="1407239"/>
          </a:xfrm>
        </p:spPr>
        <p:txBody>
          <a:bodyPr/>
          <a:lstStyle/>
          <a:p>
            <a:r>
              <a:rPr lang="ja-JP" altLang="en-US" dirty="0"/>
              <a:t>３つあることが一目でわかる</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lang="ja-JP" altLang="en-US" dirty="0"/>
              <a:t>３</a:t>
            </a:r>
            <a:r>
              <a:rPr kumimoji="1" lang="ja-JP" altLang="en-US" dirty="0"/>
              <a:t>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706907" y="2991765"/>
            <a:ext cx="5474010" cy="6933285"/>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solidFill>
                <a:srgbClr val="64A4A3"/>
              </a:solidFill>
            </a:endParaRPr>
          </a:p>
        </p:txBody>
      </p:sp>
      <p:sp>
        <p:nvSpPr>
          <p:cNvPr id="6" name="正方形/長方形 5">
            <a:extLst>
              <a:ext uri="{FF2B5EF4-FFF2-40B4-BE49-F238E27FC236}">
                <a16:creationId xmlns:a16="http://schemas.microsoft.com/office/drawing/2014/main" id="{A6B3703F-3442-4C13-A424-26EDC78FA83C}"/>
              </a:ext>
            </a:extLst>
          </p:cNvPr>
          <p:cNvSpPr/>
          <p:nvPr/>
        </p:nvSpPr>
        <p:spPr>
          <a:xfrm>
            <a:off x="6472065" y="2981670"/>
            <a:ext cx="5474010" cy="6933285"/>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solidFill>
                <a:srgbClr val="64A4A3"/>
              </a:solidFill>
            </a:endParaRPr>
          </a:p>
        </p:txBody>
      </p:sp>
      <p:sp>
        <p:nvSpPr>
          <p:cNvPr id="7" name="正方形/長方形 6">
            <a:extLst>
              <a:ext uri="{FF2B5EF4-FFF2-40B4-BE49-F238E27FC236}">
                <a16:creationId xmlns:a16="http://schemas.microsoft.com/office/drawing/2014/main" id="{12938DBA-3C61-44F9-B40C-5EE6E7382AD8}"/>
              </a:ext>
            </a:extLst>
          </p:cNvPr>
          <p:cNvSpPr/>
          <p:nvPr/>
        </p:nvSpPr>
        <p:spPr>
          <a:xfrm>
            <a:off x="12197907" y="2991765"/>
            <a:ext cx="5474010" cy="6933285"/>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solidFill>
                <a:srgbClr val="64A4A3"/>
              </a:solidFill>
            </a:endParaRPr>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96889"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6537153" y="3005557"/>
            <a:ext cx="1338828" cy="507831"/>
          </a:xfrm>
          <a:prstGeom prst="rect">
            <a:avLst/>
          </a:prstGeom>
          <a:noFill/>
        </p:spPr>
        <p:txBody>
          <a:bodyPr wrap="none" rtlCol="0">
            <a:spAutoFit/>
          </a:bodyPr>
          <a:lstStyle/>
          <a:p>
            <a:r>
              <a:rPr kumimoji="1"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719551"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6499666" y="3420558"/>
            <a:ext cx="3954929" cy="738664"/>
          </a:xfrm>
          <a:prstGeom prst="rect">
            <a:avLst/>
          </a:prstGeom>
          <a:noFill/>
        </p:spPr>
        <p:txBody>
          <a:bodyPr wrap="none" rtlCol="0">
            <a:spAutoFit/>
          </a:bodyPr>
          <a:lstStyle/>
          <a:p>
            <a:r>
              <a:rPr lang="ja-JP" altLang="en-US" sz="4200" b="1" dirty="0">
                <a:solidFill>
                  <a:srgbClr val="64A4A3"/>
                </a:solidFill>
                <a:latin typeface="游ゴシック" panose="020B0400000000000000" pitchFamily="50" charset="-128"/>
                <a:ea typeface="游ゴシック" panose="020B0400000000000000" pitchFamily="50" charset="-128"/>
              </a:rPr>
              <a:t>カードの見出し</a:t>
            </a:r>
            <a:endParaRPr kumimoji="1" lang="ja-JP" altLang="en-US" sz="4200" b="1" dirty="0">
              <a:solidFill>
                <a:srgbClr val="64A4A3"/>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12304028" y="3005557"/>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12222295"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1352494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838199" y="1523999"/>
            <a:ext cx="17036846" cy="1407239"/>
          </a:xfrm>
        </p:spPr>
        <p:txBody>
          <a:bodyPr/>
          <a:lstStyle/>
          <a:p>
            <a:r>
              <a:rPr lang="ja-JP" altLang="en-US" dirty="0"/>
              <a:t>順序関係がある場合は並列よりこちらが良い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lang="ja-JP" altLang="en-US" dirty="0"/>
              <a:t>３</a:t>
            </a:r>
            <a:r>
              <a:rPr kumimoji="1" lang="ja-JP" altLang="en-US" dirty="0"/>
              <a:t>カードのレイアウトテンプレートのアレンジ</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706906" y="2991765"/>
            <a:ext cx="6500603" cy="5179002"/>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6" name="正方形/長方形 5">
            <a:extLst>
              <a:ext uri="{FF2B5EF4-FFF2-40B4-BE49-F238E27FC236}">
                <a16:creationId xmlns:a16="http://schemas.microsoft.com/office/drawing/2014/main" id="{A6B3703F-3442-4C13-A424-26EDC78FA83C}"/>
              </a:ext>
            </a:extLst>
          </p:cNvPr>
          <p:cNvSpPr/>
          <p:nvPr/>
        </p:nvSpPr>
        <p:spPr>
          <a:xfrm>
            <a:off x="5963245" y="3711716"/>
            <a:ext cx="6500603" cy="5191656"/>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7" name="正方形/長方形 6">
            <a:extLst>
              <a:ext uri="{FF2B5EF4-FFF2-40B4-BE49-F238E27FC236}">
                <a16:creationId xmlns:a16="http://schemas.microsoft.com/office/drawing/2014/main" id="{12938DBA-3C61-44F9-B40C-5EE6E7382AD8}"/>
              </a:ext>
            </a:extLst>
          </p:cNvPr>
          <p:cNvSpPr/>
          <p:nvPr/>
        </p:nvSpPr>
        <p:spPr>
          <a:xfrm>
            <a:off x="11219584" y="4444320"/>
            <a:ext cx="6500603" cy="5191656"/>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96889"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6028334" y="3735602"/>
            <a:ext cx="1338828" cy="507831"/>
          </a:xfrm>
          <a:prstGeom prst="rect">
            <a:avLst/>
          </a:prstGeom>
          <a:noFill/>
        </p:spPr>
        <p:txBody>
          <a:bodyPr wrap="none" rtlCol="0">
            <a:spAutoFit/>
          </a:bodyPr>
          <a:lstStyle/>
          <a:p>
            <a:r>
              <a:rPr kumimoji="1"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719551"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5990846" y="4150604"/>
            <a:ext cx="3954929" cy="738664"/>
          </a:xfrm>
          <a:prstGeom prst="rect">
            <a:avLst/>
          </a:prstGeom>
          <a:noFill/>
        </p:spPr>
        <p:txBody>
          <a:bodyPr wrap="none" rtlCol="0">
            <a:spAutoFit/>
          </a:bodyPr>
          <a:lstStyle/>
          <a:p>
            <a:r>
              <a:rPr lang="ja-JP" altLang="en-US" sz="4200" b="1" dirty="0">
                <a:solidFill>
                  <a:srgbClr val="64A4A3"/>
                </a:solidFill>
                <a:latin typeface="游ゴシック" panose="020B0400000000000000" pitchFamily="50" charset="-128"/>
                <a:ea typeface="游ゴシック" panose="020B0400000000000000" pitchFamily="50" charset="-128"/>
              </a:rPr>
              <a:t>カードの見出し</a:t>
            </a:r>
            <a:endParaRPr kumimoji="1" lang="ja-JP" altLang="en-US" sz="4200" b="1" dirty="0">
              <a:solidFill>
                <a:srgbClr val="64A4A3"/>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11325705" y="4458112"/>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11243972" y="4873113"/>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grpSp>
        <p:nvGrpSpPr>
          <p:cNvPr id="14" name="グループ化 13">
            <a:extLst>
              <a:ext uri="{FF2B5EF4-FFF2-40B4-BE49-F238E27FC236}">
                <a16:creationId xmlns:a16="http://schemas.microsoft.com/office/drawing/2014/main" id="{17F509DC-624C-49A3-87E6-BBEE33EDEF3D}"/>
              </a:ext>
            </a:extLst>
          </p:cNvPr>
          <p:cNvGrpSpPr/>
          <p:nvPr/>
        </p:nvGrpSpPr>
        <p:grpSpPr>
          <a:xfrm rot="19356426" flipV="1">
            <a:off x="7018232" y="2852777"/>
            <a:ext cx="957501" cy="1422230"/>
            <a:chOff x="2664127" y="3374455"/>
            <a:chExt cx="1201975" cy="1567649"/>
          </a:xfrm>
          <a:solidFill>
            <a:srgbClr val="64A4A3"/>
          </a:solidFill>
        </p:grpSpPr>
        <p:sp>
          <p:nvSpPr>
            <p:cNvPr id="15" name="二等辺三角形 14">
              <a:extLst>
                <a:ext uri="{FF2B5EF4-FFF2-40B4-BE49-F238E27FC236}">
                  <a16:creationId xmlns:a16="http://schemas.microsoft.com/office/drawing/2014/main" id="{9EEC710F-D694-4533-BCFA-E134D0A97020}"/>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solidFill>
                  <a:srgbClr val="64A4A3"/>
                </a:solidFill>
              </a:endParaRPr>
            </a:p>
          </p:txBody>
        </p:sp>
        <p:sp>
          <p:nvSpPr>
            <p:cNvPr id="16" name="フリーフォーム: 図形 15">
              <a:extLst>
                <a:ext uri="{FF2B5EF4-FFF2-40B4-BE49-F238E27FC236}">
                  <a16:creationId xmlns:a16="http://schemas.microsoft.com/office/drawing/2014/main" id="{15C81248-34D7-4734-9365-7AF9C9D6CE4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solidFill>
                  <a:srgbClr val="64A4A3"/>
                </a:solidFill>
              </a:endParaRPr>
            </a:p>
          </p:txBody>
        </p:sp>
      </p:grpSp>
      <p:grpSp>
        <p:nvGrpSpPr>
          <p:cNvPr id="17" name="グループ化 16">
            <a:extLst>
              <a:ext uri="{FF2B5EF4-FFF2-40B4-BE49-F238E27FC236}">
                <a16:creationId xmlns:a16="http://schemas.microsoft.com/office/drawing/2014/main" id="{62916356-7E2D-4DCC-AB30-31745E58C8A8}"/>
              </a:ext>
            </a:extLst>
          </p:cNvPr>
          <p:cNvGrpSpPr/>
          <p:nvPr/>
        </p:nvGrpSpPr>
        <p:grpSpPr>
          <a:xfrm rot="19356426" flipV="1">
            <a:off x="12264131" y="3530297"/>
            <a:ext cx="957501" cy="1422230"/>
            <a:chOff x="2664127" y="3374455"/>
            <a:chExt cx="1201975" cy="1567649"/>
          </a:xfrm>
          <a:solidFill>
            <a:srgbClr val="64A4A3"/>
          </a:solidFill>
        </p:grpSpPr>
        <p:sp>
          <p:nvSpPr>
            <p:cNvPr id="18" name="二等辺三角形 17">
              <a:extLst>
                <a:ext uri="{FF2B5EF4-FFF2-40B4-BE49-F238E27FC236}">
                  <a16:creationId xmlns:a16="http://schemas.microsoft.com/office/drawing/2014/main" id="{C87AD141-B943-4BC4-BD07-C571A6486C27}"/>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solidFill>
                  <a:srgbClr val="64A4A3"/>
                </a:solidFill>
              </a:endParaRPr>
            </a:p>
          </p:txBody>
        </p:sp>
        <p:sp>
          <p:nvSpPr>
            <p:cNvPr id="19" name="フリーフォーム: 図形 18">
              <a:extLst>
                <a:ext uri="{FF2B5EF4-FFF2-40B4-BE49-F238E27FC236}">
                  <a16:creationId xmlns:a16="http://schemas.microsoft.com/office/drawing/2014/main" id="{7964E781-5C13-4DB8-8006-A03F3223597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solidFill>
                  <a:srgbClr val="64A4A3"/>
                </a:solidFill>
              </a:endParaRPr>
            </a:p>
          </p:txBody>
        </p:sp>
      </p:grpSp>
    </p:spTree>
    <p:extLst>
      <p:ext uri="{BB962C8B-B14F-4D97-AF65-F5344CB8AC3E}">
        <p14:creationId xmlns:p14="http://schemas.microsoft.com/office/powerpoint/2010/main" val="3435325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838199" y="1523999"/>
            <a:ext cx="17036846" cy="1407239"/>
          </a:xfrm>
        </p:spPr>
        <p:txBody>
          <a:bodyPr/>
          <a:lstStyle/>
          <a:p>
            <a:r>
              <a:rPr lang="ja-JP" altLang="en-US" dirty="0"/>
              <a:t>カードの間隔やアスペクト比は適宜調整</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kumimoji="1" lang="ja-JP" altLang="en-US" dirty="0"/>
              <a:t>４カードのレイアウトテンプレート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961314" y="299176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1051298"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973960"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4" name="正方形/長方形 13">
            <a:extLst>
              <a:ext uri="{FF2B5EF4-FFF2-40B4-BE49-F238E27FC236}">
                <a16:creationId xmlns:a16="http://schemas.microsoft.com/office/drawing/2014/main" id="{5232DDF0-95D5-460E-AA94-DC8D8DD0F064}"/>
              </a:ext>
            </a:extLst>
          </p:cNvPr>
          <p:cNvSpPr/>
          <p:nvPr/>
        </p:nvSpPr>
        <p:spPr>
          <a:xfrm>
            <a:off x="961314" y="658668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1051298" y="660481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lang="ja-JP" altLang="en-US" sz="2700" b="1" dirty="0">
                <a:solidFill>
                  <a:srgbClr val="64A4A3"/>
                </a:solidFill>
                <a:latin typeface="游ゴシック" panose="020B0400000000000000" pitchFamily="50" charset="-128"/>
                <a:ea typeface="游ゴシック" panose="020B0400000000000000" pitchFamily="50" charset="-128"/>
              </a:rPr>
              <a:t>②</a:t>
            </a:r>
            <a:endParaRPr kumimoji="1" lang="ja-JP" altLang="en-US" sz="2700" b="1" dirty="0">
              <a:solidFill>
                <a:srgbClr val="64A4A3"/>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973960" y="701547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7" name="正方形/長方形 16">
            <a:extLst>
              <a:ext uri="{FF2B5EF4-FFF2-40B4-BE49-F238E27FC236}">
                <a16:creationId xmlns:a16="http://schemas.microsoft.com/office/drawing/2014/main" id="{9F1A11E8-9C9F-4A77-8B31-57D3139B4012}"/>
              </a:ext>
            </a:extLst>
          </p:cNvPr>
          <p:cNvSpPr/>
          <p:nvPr/>
        </p:nvSpPr>
        <p:spPr>
          <a:xfrm>
            <a:off x="9301527" y="299176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9391511"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9314173"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20" name="正方形/長方形 19">
            <a:extLst>
              <a:ext uri="{FF2B5EF4-FFF2-40B4-BE49-F238E27FC236}">
                <a16:creationId xmlns:a16="http://schemas.microsoft.com/office/drawing/2014/main" id="{4ACBC013-96B2-409F-A562-B589C1D0B1BD}"/>
              </a:ext>
            </a:extLst>
          </p:cNvPr>
          <p:cNvSpPr/>
          <p:nvPr/>
        </p:nvSpPr>
        <p:spPr>
          <a:xfrm>
            <a:off x="9301527" y="658668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9391511" y="660481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9314173" y="701547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3838289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9F1A11E8-9C9F-4A77-8B31-57D3139B4012}"/>
              </a:ext>
            </a:extLst>
          </p:cNvPr>
          <p:cNvSpPr/>
          <p:nvPr/>
        </p:nvSpPr>
        <p:spPr>
          <a:xfrm>
            <a:off x="9301527" y="299176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0" name="正方形/長方形 19">
            <a:extLst>
              <a:ext uri="{FF2B5EF4-FFF2-40B4-BE49-F238E27FC236}">
                <a16:creationId xmlns:a16="http://schemas.microsoft.com/office/drawing/2014/main" id="{4ACBC013-96B2-409F-A562-B589C1D0B1BD}"/>
              </a:ext>
            </a:extLst>
          </p:cNvPr>
          <p:cNvSpPr/>
          <p:nvPr/>
        </p:nvSpPr>
        <p:spPr>
          <a:xfrm>
            <a:off x="9301527" y="658668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4" name="正方形/長方形 13">
            <a:extLst>
              <a:ext uri="{FF2B5EF4-FFF2-40B4-BE49-F238E27FC236}">
                <a16:creationId xmlns:a16="http://schemas.microsoft.com/office/drawing/2014/main" id="{5232DDF0-95D5-460E-AA94-DC8D8DD0F064}"/>
              </a:ext>
            </a:extLst>
          </p:cNvPr>
          <p:cNvSpPr/>
          <p:nvPr/>
        </p:nvSpPr>
        <p:spPr>
          <a:xfrm>
            <a:off x="961314" y="658668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5" name="正方形/長方形 4">
            <a:extLst>
              <a:ext uri="{FF2B5EF4-FFF2-40B4-BE49-F238E27FC236}">
                <a16:creationId xmlns:a16="http://schemas.microsoft.com/office/drawing/2014/main" id="{39C0D132-2F4B-4006-8549-232F72C8420E}"/>
              </a:ext>
            </a:extLst>
          </p:cNvPr>
          <p:cNvSpPr/>
          <p:nvPr/>
        </p:nvSpPr>
        <p:spPr>
          <a:xfrm>
            <a:off x="961314" y="299176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838199" y="1523999"/>
            <a:ext cx="17036846" cy="1407239"/>
          </a:xfrm>
        </p:spPr>
        <p:txBody>
          <a:bodyPr/>
          <a:lstStyle/>
          <a:p>
            <a:r>
              <a:rPr lang="ja-JP" altLang="en-US" dirty="0"/>
              <a:t>循環がある場合はこんな感じが良い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kumimoji="1" lang="ja-JP" altLang="en-US" dirty="0"/>
              <a:t>４カードのレイアウトテンプレートのアレンジ</a:t>
            </a:r>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1051298"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973960"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1051298" y="660481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lang="ja-JP" altLang="en-US" sz="2700" b="1" dirty="0">
                <a:solidFill>
                  <a:srgbClr val="64A4A3"/>
                </a:solidFill>
                <a:latin typeface="游ゴシック" panose="020B0400000000000000" pitchFamily="50" charset="-128"/>
                <a:ea typeface="游ゴシック" panose="020B0400000000000000" pitchFamily="50" charset="-128"/>
              </a:rPr>
              <a:t>②</a:t>
            </a:r>
            <a:endParaRPr kumimoji="1" lang="ja-JP" altLang="en-US" sz="2700" b="1" dirty="0">
              <a:solidFill>
                <a:srgbClr val="64A4A3"/>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973960" y="701547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9391511"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9314173"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9391511" y="660481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9314173" y="701547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grpSp>
        <p:nvGrpSpPr>
          <p:cNvPr id="38" name="グループ化 37">
            <a:extLst>
              <a:ext uri="{FF2B5EF4-FFF2-40B4-BE49-F238E27FC236}">
                <a16:creationId xmlns:a16="http://schemas.microsoft.com/office/drawing/2014/main" id="{F763E3EA-C838-48BF-92C8-FD155CD72C61}"/>
              </a:ext>
            </a:extLst>
          </p:cNvPr>
          <p:cNvGrpSpPr/>
          <p:nvPr/>
        </p:nvGrpSpPr>
        <p:grpSpPr>
          <a:xfrm>
            <a:off x="8945065" y="7587607"/>
            <a:ext cx="892892" cy="784832"/>
            <a:chOff x="1572269" y="4816089"/>
            <a:chExt cx="938304" cy="840658"/>
          </a:xfrm>
          <a:solidFill>
            <a:srgbClr val="64A4A3"/>
          </a:solidFill>
        </p:grpSpPr>
        <p:sp>
          <p:nvSpPr>
            <p:cNvPr id="39" name="二等辺三角形 38">
              <a:extLst>
                <a:ext uri="{FF2B5EF4-FFF2-40B4-BE49-F238E27FC236}">
                  <a16:creationId xmlns:a16="http://schemas.microsoft.com/office/drawing/2014/main" id="{857E573D-CBEA-4840-BB8D-12A43C05AF2C}"/>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0" name="フリーフォーム: 図形 39">
              <a:extLst>
                <a:ext uri="{FF2B5EF4-FFF2-40B4-BE49-F238E27FC236}">
                  <a16:creationId xmlns:a16="http://schemas.microsoft.com/office/drawing/2014/main" id="{5EF6E50A-F8C0-4A0B-828C-3A1574F01379}"/>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grpSp>
        <p:nvGrpSpPr>
          <p:cNvPr id="41" name="グループ化 40">
            <a:extLst>
              <a:ext uri="{FF2B5EF4-FFF2-40B4-BE49-F238E27FC236}">
                <a16:creationId xmlns:a16="http://schemas.microsoft.com/office/drawing/2014/main" id="{98959377-C979-4DBC-91B0-EE8A4B495524}"/>
              </a:ext>
            </a:extLst>
          </p:cNvPr>
          <p:cNvGrpSpPr/>
          <p:nvPr/>
        </p:nvGrpSpPr>
        <p:grpSpPr>
          <a:xfrm rot="16200000">
            <a:off x="10306592" y="5778655"/>
            <a:ext cx="892892" cy="784832"/>
            <a:chOff x="1572269" y="4816089"/>
            <a:chExt cx="938304" cy="840658"/>
          </a:xfrm>
          <a:solidFill>
            <a:srgbClr val="64A4A3"/>
          </a:solidFill>
        </p:grpSpPr>
        <p:sp>
          <p:nvSpPr>
            <p:cNvPr id="42" name="二等辺三角形 41">
              <a:extLst>
                <a:ext uri="{FF2B5EF4-FFF2-40B4-BE49-F238E27FC236}">
                  <a16:creationId xmlns:a16="http://schemas.microsoft.com/office/drawing/2014/main" id="{D24E386F-2924-40CC-9E36-E7C432F87F61}"/>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3" name="フリーフォーム: 図形 42">
              <a:extLst>
                <a:ext uri="{FF2B5EF4-FFF2-40B4-BE49-F238E27FC236}">
                  <a16:creationId xmlns:a16="http://schemas.microsoft.com/office/drawing/2014/main" id="{01947CE4-9925-438C-87B9-4BD670E28BB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grpSp>
        <p:nvGrpSpPr>
          <p:cNvPr id="44" name="グループ化 43">
            <a:extLst>
              <a:ext uri="{FF2B5EF4-FFF2-40B4-BE49-F238E27FC236}">
                <a16:creationId xmlns:a16="http://schemas.microsoft.com/office/drawing/2014/main" id="{3F72FAD5-5227-424C-B040-A021696E413C}"/>
              </a:ext>
            </a:extLst>
          </p:cNvPr>
          <p:cNvGrpSpPr/>
          <p:nvPr/>
        </p:nvGrpSpPr>
        <p:grpSpPr>
          <a:xfrm rot="10800000">
            <a:off x="8433982" y="4615708"/>
            <a:ext cx="892892" cy="784832"/>
            <a:chOff x="1572269" y="4816089"/>
            <a:chExt cx="938304" cy="840658"/>
          </a:xfrm>
          <a:solidFill>
            <a:srgbClr val="64A4A3"/>
          </a:solidFill>
        </p:grpSpPr>
        <p:sp>
          <p:nvSpPr>
            <p:cNvPr id="45" name="二等辺三角形 44">
              <a:extLst>
                <a:ext uri="{FF2B5EF4-FFF2-40B4-BE49-F238E27FC236}">
                  <a16:creationId xmlns:a16="http://schemas.microsoft.com/office/drawing/2014/main" id="{CC9CF80C-33A0-4CD9-A492-0F5FE96D7E9F}"/>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6" name="フリーフォーム: 図形 45">
              <a:extLst>
                <a:ext uri="{FF2B5EF4-FFF2-40B4-BE49-F238E27FC236}">
                  <a16:creationId xmlns:a16="http://schemas.microsoft.com/office/drawing/2014/main" id="{464BB2E2-722B-44B5-98C5-2E999D1E52E1}"/>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grpSp>
        <p:nvGrpSpPr>
          <p:cNvPr id="47" name="グループ化 46">
            <a:extLst>
              <a:ext uri="{FF2B5EF4-FFF2-40B4-BE49-F238E27FC236}">
                <a16:creationId xmlns:a16="http://schemas.microsoft.com/office/drawing/2014/main" id="{DF776DC2-B0C8-4C4B-870E-11E5094A648C}"/>
              </a:ext>
            </a:extLst>
          </p:cNvPr>
          <p:cNvGrpSpPr/>
          <p:nvPr/>
        </p:nvGrpSpPr>
        <p:grpSpPr>
          <a:xfrm rot="5400000">
            <a:off x="7198267" y="6321241"/>
            <a:ext cx="892892" cy="784832"/>
            <a:chOff x="1572269" y="4816089"/>
            <a:chExt cx="938304" cy="840658"/>
          </a:xfrm>
          <a:solidFill>
            <a:srgbClr val="64A4A3"/>
          </a:solidFill>
        </p:grpSpPr>
        <p:sp>
          <p:nvSpPr>
            <p:cNvPr id="48" name="二等辺三角形 47">
              <a:extLst>
                <a:ext uri="{FF2B5EF4-FFF2-40B4-BE49-F238E27FC236}">
                  <a16:creationId xmlns:a16="http://schemas.microsoft.com/office/drawing/2014/main" id="{B73EA7B5-2C86-4BC2-927B-676AE8EE2F83}"/>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9" name="フリーフォーム: 図形 48">
              <a:extLst>
                <a:ext uri="{FF2B5EF4-FFF2-40B4-BE49-F238E27FC236}">
                  <a16:creationId xmlns:a16="http://schemas.microsoft.com/office/drawing/2014/main" id="{6394FB25-B87E-4AD3-80ED-6FD1473CADC2}"/>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spTree>
    <p:extLst>
      <p:ext uri="{BB962C8B-B14F-4D97-AF65-F5344CB8AC3E}">
        <p14:creationId xmlns:p14="http://schemas.microsoft.com/office/powerpoint/2010/main" val="1994194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26533</TotalTime>
  <Words>2291</Words>
  <Application>Microsoft Office PowerPoint</Application>
  <PresentationFormat>ユーザー設定</PresentationFormat>
  <Paragraphs>373</Paragraphs>
  <Slides>28</Slides>
  <Notes>12</Notes>
  <HiddenSlides>9</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28</vt:i4>
      </vt:variant>
    </vt:vector>
  </HeadingPairs>
  <TitlesOfParts>
    <vt:vector size="39" baseType="lpstr">
      <vt:lpstr>Source Han Sans JP Bold</vt:lpstr>
      <vt:lpstr>Wingdings</vt:lpstr>
      <vt:lpstr>Cambria Math</vt:lpstr>
      <vt:lpstr>Source Han Sans JP Medium</vt:lpstr>
      <vt:lpstr>Source Han Sans JP</vt:lpstr>
      <vt:lpstr>Arial</vt:lpstr>
      <vt:lpstr>Calibri</vt:lpstr>
      <vt:lpstr>Now</vt:lpstr>
      <vt:lpstr>游ゴシック Medium</vt:lpstr>
      <vt:lpstr>游ゴシック</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寸法や色は場合に応じて調整しましょう</vt:lpstr>
      <vt:lpstr>PowerPoint プレゼンテーション</vt:lpstr>
      <vt:lpstr>３つあることが一目でわかる</vt:lpstr>
      <vt:lpstr>順序関係がある場合は並列よりこちらが良い</vt:lpstr>
      <vt:lpstr>カードの間隔やアスペクト比は適宜調整</vt:lpstr>
      <vt:lpstr>循環がある場合はこんな感じが良い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dc:creator>shiba</dc:creator>
  <cp:lastModifiedBy>shibariku0623@icloud.com</cp:lastModifiedBy>
  <cp:revision>6</cp:revision>
  <dcterms:created xsi:type="dcterms:W3CDTF">2006-08-16T00:00:00Z</dcterms:created>
  <dcterms:modified xsi:type="dcterms:W3CDTF">2025-05-08T20:11:16Z</dcterms:modified>
  <dc:identifier>DAGKJCfN4aw</dc:identifier>
</cp:coreProperties>
</file>
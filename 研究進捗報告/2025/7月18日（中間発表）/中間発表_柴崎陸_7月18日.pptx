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2"/>
  </p:notesMasterIdLst>
  <p:sldIdLst>
    <p:sldId id="256" r:id="rId2"/>
    <p:sldId id="372" r:id="rId3"/>
    <p:sldId id="379" r:id="rId4"/>
    <p:sldId id="316" r:id="rId5"/>
    <p:sldId id="300" r:id="rId6"/>
    <p:sldId id="385" r:id="rId7"/>
    <p:sldId id="380" r:id="rId8"/>
    <p:sldId id="365" r:id="rId9"/>
    <p:sldId id="381" r:id="rId10"/>
    <p:sldId id="378" r:id="rId11"/>
    <p:sldId id="386" r:id="rId12"/>
    <p:sldId id="387" r:id="rId13"/>
    <p:sldId id="388" r:id="rId14"/>
    <p:sldId id="390" r:id="rId15"/>
    <p:sldId id="391" r:id="rId16"/>
    <p:sldId id="383" r:id="rId17"/>
    <p:sldId id="393" r:id="rId18"/>
    <p:sldId id="382" r:id="rId19"/>
    <p:sldId id="362" r:id="rId20"/>
    <p:sldId id="392" r:id="rId21"/>
    <p:sldId id="364" r:id="rId22"/>
    <p:sldId id="352" r:id="rId23"/>
    <p:sldId id="350" r:id="rId24"/>
    <p:sldId id="359" r:id="rId25"/>
    <p:sldId id="298" r:id="rId26"/>
    <p:sldId id="342" r:id="rId27"/>
    <p:sldId id="343" r:id="rId28"/>
    <p:sldId id="302" r:id="rId29"/>
    <p:sldId id="344" r:id="rId30"/>
    <p:sldId id="303" r:id="rId31"/>
  </p:sldIdLst>
  <p:sldSz cx="18288000" cy="10287000"/>
  <p:notesSz cx="6858000" cy="9144000"/>
  <p:embeddedFontLst>
    <p:embeddedFont>
      <p:font typeface="Source Han Sans JP" panose="020B0600070205080204" charset="-128"/>
      <p:regular r:id="rId33"/>
    </p:embeddedFont>
    <p:embeddedFont>
      <p:font typeface="Source Han Sans JP Bold" panose="020B0600070205080204" charset="-128"/>
      <p:regular r:id="rId34"/>
    </p:embeddedFont>
    <p:embeddedFont>
      <p:font typeface="Source Han Sans JP Medium" panose="020B0600070205080204" charset="-128"/>
      <p:regular r:id="rId35"/>
    </p:embeddedFont>
    <p:embeddedFont>
      <p:font typeface="Meiryo UI" panose="020B0604030504040204" pitchFamily="50" charset="-128"/>
      <p:regular r:id="rId36"/>
      <p:bold r:id="rId37"/>
      <p:italic r:id="rId38"/>
      <p:boldItalic r:id="rId39"/>
    </p:embeddedFont>
    <p:embeddedFont>
      <p:font typeface="Now" panose="020B0600070205080204" charset="0"/>
      <p:regular r:id="rId40"/>
    </p:embeddedFont>
    <p:embeddedFont>
      <p:font typeface="游ゴシック" panose="020B0400000000000000" pitchFamily="50" charset="-128"/>
      <p:regular r:id="rId41"/>
      <p:bold r:id="rId42"/>
    </p:embeddedFont>
    <p:embeddedFont>
      <p:font typeface="游ゴシック Medium" panose="020B0500000000000000" pitchFamily="50" charset="-128"/>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4FD809A-16E9-4A61-A3AB-0BA26E6F3F4C}">
          <p14:sldIdLst>
            <p14:sldId id="256"/>
            <p14:sldId id="372"/>
            <p14:sldId id="379"/>
            <p14:sldId id="316"/>
            <p14:sldId id="300"/>
            <p14:sldId id="385"/>
            <p14:sldId id="380"/>
            <p14:sldId id="365"/>
            <p14:sldId id="381"/>
            <p14:sldId id="378"/>
            <p14:sldId id="386"/>
            <p14:sldId id="387"/>
            <p14:sldId id="388"/>
            <p14:sldId id="390"/>
            <p14:sldId id="391"/>
            <p14:sldId id="383"/>
            <p14:sldId id="393"/>
            <p14:sldId id="382"/>
            <p14:sldId id="362"/>
            <p14:sldId id="392"/>
            <p14:sldId id="364"/>
          </p14:sldIdLst>
        </p14:section>
        <p14:section name="テンプレート" id="{8EC063C3-38F5-405D-BD10-6AC59FF97235}">
          <p14:sldIdLst>
            <p14:sldId id="352"/>
            <p14:sldId id="350"/>
            <p14:sldId id="359"/>
            <p14:sldId id="298"/>
            <p14:sldId id="342"/>
            <p14:sldId id="343"/>
            <p14:sldId id="302"/>
            <p14:sldId id="344"/>
            <p14:sldId id="30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6F8"/>
    <a:srgbClr val="F79646"/>
    <a:srgbClr val="ECF1F1"/>
    <a:srgbClr val="86B8B7"/>
    <a:srgbClr val="DBE9E8"/>
    <a:srgbClr val="C8DEDD"/>
    <a:srgbClr val="93BFBE"/>
    <a:srgbClr val="76AEAD"/>
    <a:srgbClr val="5DC77B"/>
    <a:srgbClr val="64A4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DE14EF-5880-4C8A-B42E-ED7DB25E18A6}" v="72" dt="2025-07-18T04:00:08.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91" autoAdjust="0"/>
    <p:restoredTop sz="80364" autoAdjust="0"/>
  </p:normalViewPr>
  <p:slideViewPr>
    <p:cSldViewPr>
      <p:cViewPr varScale="1">
        <p:scale>
          <a:sx n="40" d="100"/>
          <a:sy n="40" d="100"/>
        </p:scale>
        <p:origin x="792" y="4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bariku0623@icloud.com" userId="47b6e960b06a1f92" providerId="LiveId" clId="{6ADE14EF-5880-4C8A-B42E-ED7DB25E18A6}"/>
    <pc:docChg chg="undo custSel addSld delSld modSld sldOrd modSection">
      <pc:chgData name="shibariku0623@icloud.com" userId="47b6e960b06a1f92" providerId="LiveId" clId="{6ADE14EF-5880-4C8A-B42E-ED7DB25E18A6}" dt="2025-07-18T04:00:15.774" v="3414" actId="1076"/>
      <pc:docMkLst>
        <pc:docMk/>
      </pc:docMkLst>
      <pc:sldChg chg="modSp mod">
        <pc:chgData name="shibariku0623@icloud.com" userId="47b6e960b06a1f92" providerId="LiveId" clId="{6ADE14EF-5880-4C8A-B42E-ED7DB25E18A6}" dt="2025-07-16T04:21:33.117" v="26" actId="20577"/>
        <pc:sldMkLst>
          <pc:docMk/>
          <pc:sldMk cId="0" sldId="256"/>
        </pc:sldMkLst>
        <pc:spChg chg="mod">
          <ac:chgData name="shibariku0623@icloud.com" userId="47b6e960b06a1f92" providerId="LiveId" clId="{6ADE14EF-5880-4C8A-B42E-ED7DB25E18A6}" dt="2025-07-16T04:21:27.707" v="22" actId="20577"/>
          <ac:spMkLst>
            <pc:docMk/>
            <pc:sldMk cId="0" sldId="256"/>
            <ac:spMk id="17" creationId="{00000000-0000-0000-0000-000000000000}"/>
          </ac:spMkLst>
        </pc:spChg>
        <pc:spChg chg="mod">
          <ac:chgData name="shibariku0623@icloud.com" userId="47b6e960b06a1f92" providerId="LiveId" clId="{6ADE14EF-5880-4C8A-B42E-ED7DB25E18A6}" dt="2025-07-16T04:21:33.117" v="26" actId="20577"/>
          <ac:spMkLst>
            <pc:docMk/>
            <pc:sldMk cId="0" sldId="256"/>
            <ac:spMk id="20" creationId="{00000000-0000-0000-0000-000000000000}"/>
          </ac:spMkLst>
        </pc:spChg>
      </pc:sldChg>
      <pc:sldChg chg="modSp del mod">
        <pc:chgData name="shibariku0623@icloud.com" userId="47b6e960b06a1f92" providerId="LiveId" clId="{6ADE14EF-5880-4C8A-B42E-ED7DB25E18A6}" dt="2025-07-17T11:38:13.715" v="149" actId="47"/>
        <pc:sldMkLst>
          <pc:docMk/>
          <pc:sldMk cId="1242965381" sldId="299"/>
        </pc:sldMkLst>
        <pc:spChg chg="mod">
          <ac:chgData name="shibariku0623@icloud.com" userId="47b6e960b06a1f92" providerId="LiveId" clId="{6ADE14EF-5880-4C8A-B42E-ED7DB25E18A6}" dt="2025-07-17T11:04:30.376" v="37" actId="20577"/>
          <ac:spMkLst>
            <pc:docMk/>
            <pc:sldMk cId="1242965381" sldId="299"/>
            <ac:spMk id="515" creationId="{A243EAE5-356B-1894-75BE-66367ECE2D1E}"/>
          </ac:spMkLst>
        </pc:spChg>
      </pc:sldChg>
      <pc:sldChg chg="add">
        <pc:chgData name="shibariku0623@icloud.com" userId="47b6e960b06a1f92" providerId="LiveId" clId="{6ADE14EF-5880-4C8A-B42E-ED7DB25E18A6}" dt="2025-07-17T17:26:46.130" v="784"/>
        <pc:sldMkLst>
          <pc:docMk/>
          <pc:sldMk cId="3577459148" sldId="300"/>
        </pc:sldMkLst>
      </pc:sldChg>
      <pc:sldChg chg="delSp modSp add mod ord">
        <pc:chgData name="shibariku0623@icloud.com" userId="47b6e960b06a1f92" providerId="LiveId" clId="{6ADE14EF-5880-4C8A-B42E-ED7DB25E18A6}" dt="2025-07-17T17:29:00.735" v="859"/>
        <pc:sldMkLst>
          <pc:docMk/>
          <pc:sldMk cId="2998499187" sldId="316"/>
        </pc:sldMkLst>
        <pc:spChg chg="del">
          <ac:chgData name="shibariku0623@icloud.com" userId="47b6e960b06a1f92" providerId="LiveId" clId="{6ADE14EF-5880-4C8A-B42E-ED7DB25E18A6}" dt="2025-07-17T17:28:50.214" v="856" actId="478"/>
          <ac:spMkLst>
            <pc:docMk/>
            <pc:sldMk cId="2998499187" sldId="316"/>
            <ac:spMk id="45" creationId="{C3DA2579-B96C-746F-C4A8-76968FD8F2B4}"/>
          </ac:spMkLst>
        </pc:spChg>
        <pc:spChg chg="mod">
          <ac:chgData name="shibariku0623@icloud.com" userId="47b6e960b06a1f92" providerId="LiveId" clId="{6ADE14EF-5880-4C8A-B42E-ED7DB25E18A6}" dt="2025-07-17T17:28:57.770" v="857" actId="1076"/>
          <ac:spMkLst>
            <pc:docMk/>
            <pc:sldMk cId="2998499187" sldId="316"/>
            <ac:spMk id="76" creationId="{307E3487-55DC-3941-9A00-D43A990FC671}"/>
          </ac:spMkLst>
        </pc:spChg>
        <pc:spChg chg="mod">
          <ac:chgData name="shibariku0623@icloud.com" userId="47b6e960b06a1f92" providerId="LiveId" clId="{6ADE14EF-5880-4C8A-B42E-ED7DB25E18A6}" dt="2025-07-17T17:28:57.770" v="857" actId="1076"/>
          <ac:spMkLst>
            <pc:docMk/>
            <pc:sldMk cId="2998499187" sldId="316"/>
            <ac:spMk id="77" creationId="{0201A2CA-7020-CF85-CF73-FAB6DCD1E1EC}"/>
          </ac:spMkLst>
        </pc:spChg>
        <pc:spChg chg="mod">
          <ac:chgData name="shibariku0623@icloud.com" userId="47b6e960b06a1f92" providerId="LiveId" clId="{6ADE14EF-5880-4C8A-B42E-ED7DB25E18A6}" dt="2025-07-17T17:28:57.770" v="857" actId="1076"/>
          <ac:spMkLst>
            <pc:docMk/>
            <pc:sldMk cId="2998499187" sldId="316"/>
            <ac:spMk id="78" creationId="{3061763A-FF14-38D9-515C-8221056416E0}"/>
          </ac:spMkLst>
        </pc:spChg>
        <pc:spChg chg="mod">
          <ac:chgData name="shibariku0623@icloud.com" userId="47b6e960b06a1f92" providerId="LiveId" clId="{6ADE14EF-5880-4C8A-B42E-ED7DB25E18A6}" dt="2025-07-17T17:28:57.770" v="857" actId="1076"/>
          <ac:spMkLst>
            <pc:docMk/>
            <pc:sldMk cId="2998499187" sldId="316"/>
            <ac:spMk id="79" creationId="{AB969C07-9487-9574-3DB3-9C04F8F688ED}"/>
          </ac:spMkLst>
        </pc:spChg>
        <pc:spChg chg="mod">
          <ac:chgData name="shibariku0623@icloud.com" userId="47b6e960b06a1f92" providerId="LiveId" clId="{6ADE14EF-5880-4C8A-B42E-ED7DB25E18A6}" dt="2025-07-17T17:28:57.770" v="857" actId="1076"/>
          <ac:spMkLst>
            <pc:docMk/>
            <pc:sldMk cId="2998499187" sldId="316"/>
            <ac:spMk id="80" creationId="{105BA408-8F26-DF39-BC89-56BDB44C1DC0}"/>
          </ac:spMkLst>
        </pc:spChg>
        <pc:spChg chg="mod">
          <ac:chgData name="shibariku0623@icloud.com" userId="47b6e960b06a1f92" providerId="LiveId" clId="{6ADE14EF-5880-4C8A-B42E-ED7DB25E18A6}" dt="2025-07-17T17:28:57.770" v="857" actId="1076"/>
          <ac:spMkLst>
            <pc:docMk/>
            <pc:sldMk cId="2998499187" sldId="316"/>
            <ac:spMk id="81" creationId="{D594AE58-9CA6-C07F-4765-F845846B3845}"/>
          </ac:spMkLst>
        </pc:spChg>
        <pc:spChg chg="mod">
          <ac:chgData name="shibariku0623@icloud.com" userId="47b6e960b06a1f92" providerId="LiveId" clId="{6ADE14EF-5880-4C8A-B42E-ED7DB25E18A6}" dt="2025-07-17T17:28:57.770" v="857" actId="1076"/>
          <ac:spMkLst>
            <pc:docMk/>
            <pc:sldMk cId="2998499187" sldId="316"/>
            <ac:spMk id="82" creationId="{536B2F91-E0CF-A76B-9451-29559C92A8C7}"/>
          </ac:spMkLst>
        </pc:spChg>
        <pc:grpChg chg="mod">
          <ac:chgData name="shibariku0623@icloud.com" userId="47b6e960b06a1f92" providerId="LiveId" clId="{6ADE14EF-5880-4C8A-B42E-ED7DB25E18A6}" dt="2025-07-17T17:28:57.770" v="857" actId="1076"/>
          <ac:grpSpMkLst>
            <pc:docMk/>
            <pc:sldMk cId="2998499187" sldId="316"/>
            <ac:grpSpMk id="73" creationId="{9E244770-E027-057C-C786-4CC36A26092A}"/>
          </ac:grpSpMkLst>
        </pc:grpChg>
      </pc:sldChg>
      <pc:sldChg chg="del">
        <pc:chgData name="shibariku0623@icloud.com" userId="47b6e960b06a1f92" providerId="LiveId" clId="{6ADE14EF-5880-4C8A-B42E-ED7DB25E18A6}" dt="2025-07-18T00:09:16.853" v="3298" actId="47"/>
        <pc:sldMkLst>
          <pc:docMk/>
          <pc:sldMk cId="1839823296" sldId="353"/>
        </pc:sldMkLst>
      </pc:sldChg>
      <pc:sldChg chg="del">
        <pc:chgData name="shibariku0623@icloud.com" userId="47b6e960b06a1f92" providerId="LiveId" clId="{6ADE14EF-5880-4C8A-B42E-ED7DB25E18A6}" dt="2025-07-18T00:09:15.457" v="3297" actId="47"/>
        <pc:sldMkLst>
          <pc:docMk/>
          <pc:sldMk cId="427512372" sldId="354"/>
        </pc:sldMkLst>
      </pc:sldChg>
      <pc:sldChg chg="del">
        <pc:chgData name="shibariku0623@icloud.com" userId="47b6e960b06a1f92" providerId="LiveId" clId="{6ADE14EF-5880-4C8A-B42E-ED7DB25E18A6}" dt="2025-07-17T11:04:35.807" v="38" actId="47"/>
        <pc:sldMkLst>
          <pc:docMk/>
          <pc:sldMk cId="391639119" sldId="360"/>
        </pc:sldMkLst>
      </pc:sldChg>
      <pc:sldChg chg="del">
        <pc:chgData name="shibariku0623@icloud.com" userId="47b6e960b06a1f92" providerId="LiveId" clId="{6ADE14EF-5880-4C8A-B42E-ED7DB25E18A6}" dt="2025-07-17T11:04:55.296" v="41" actId="47"/>
        <pc:sldMkLst>
          <pc:docMk/>
          <pc:sldMk cId="884789461" sldId="361"/>
        </pc:sldMkLst>
      </pc:sldChg>
      <pc:sldChg chg="delSp mod">
        <pc:chgData name="shibariku0623@icloud.com" userId="47b6e960b06a1f92" providerId="LiveId" clId="{6ADE14EF-5880-4C8A-B42E-ED7DB25E18A6}" dt="2025-07-17T21:23:20.655" v="2654" actId="478"/>
        <pc:sldMkLst>
          <pc:docMk/>
          <pc:sldMk cId="953242606" sldId="362"/>
        </pc:sldMkLst>
        <pc:cxnChg chg="del">
          <ac:chgData name="shibariku0623@icloud.com" userId="47b6e960b06a1f92" providerId="LiveId" clId="{6ADE14EF-5880-4C8A-B42E-ED7DB25E18A6}" dt="2025-07-17T21:23:16.387" v="2650" actId="478"/>
          <ac:cxnSpMkLst>
            <pc:docMk/>
            <pc:sldMk cId="953242606" sldId="362"/>
            <ac:cxnSpMk id="66" creationId="{598EDCB1-FFF3-5A52-A644-55976191A447}"/>
          </ac:cxnSpMkLst>
        </pc:cxnChg>
        <pc:cxnChg chg="del">
          <ac:chgData name="shibariku0623@icloud.com" userId="47b6e960b06a1f92" providerId="LiveId" clId="{6ADE14EF-5880-4C8A-B42E-ED7DB25E18A6}" dt="2025-07-17T21:23:17.731" v="2651" actId="478"/>
          <ac:cxnSpMkLst>
            <pc:docMk/>
            <pc:sldMk cId="953242606" sldId="362"/>
            <ac:cxnSpMk id="68" creationId="{E37EE498-64D0-7E1D-0F26-5D015B8EDBFD}"/>
          </ac:cxnSpMkLst>
        </pc:cxnChg>
        <pc:cxnChg chg="del">
          <ac:chgData name="shibariku0623@icloud.com" userId="47b6e960b06a1f92" providerId="LiveId" clId="{6ADE14EF-5880-4C8A-B42E-ED7DB25E18A6}" dt="2025-07-17T21:23:18.720" v="2652" actId="478"/>
          <ac:cxnSpMkLst>
            <pc:docMk/>
            <pc:sldMk cId="953242606" sldId="362"/>
            <ac:cxnSpMk id="70" creationId="{632C3475-130B-6B0C-082A-60E65AE118AA}"/>
          </ac:cxnSpMkLst>
        </pc:cxnChg>
        <pc:cxnChg chg="del">
          <ac:chgData name="shibariku0623@icloud.com" userId="47b6e960b06a1f92" providerId="LiveId" clId="{6ADE14EF-5880-4C8A-B42E-ED7DB25E18A6}" dt="2025-07-17T21:23:19.766" v="2653" actId="478"/>
          <ac:cxnSpMkLst>
            <pc:docMk/>
            <pc:sldMk cId="953242606" sldId="362"/>
            <ac:cxnSpMk id="75" creationId="{20BAED29-BFAC-F152-6E4B-899CE76EBB00}"/>
          </ac:cxnSpMkLst>
        </pc:cxnChg>
        <pc:cxnChg chg="del">
          <ac:chgData name="shibariku0623@icloud.com" userId="47b6e960b06a1f92" providerId="LiveId" clId="{6ADE14EF-5880-4C8A-B42E-ED7DB25E18A6}" dt="2025-07-17T21:23:20.655" v="2654" actId="478"/>
          <ac:cxnSpMkLst>
            <pc:docMk/>
            <pc:sldMk cId="953242606" sldId="362"/>
            <ac:cxnSpMk id="76" creationId="{843A9429-66BF-D880-EEF1-2A18E562DA6A}"/>
          </ac:cxnSpMkLst>
        </pc:cxnChg>
      </pc:sldChg>
      <pc:sldChg chg="addSp delSp modSp mod">
        <pc:chgData name="shibariku0623@icloud.com" userId="47b6e960b06a1f92" providerId="LiveId" clId="{6ADE14EF-5880-4C8A-B42E-ED7DB25E18A6}" dt="2025-07-17T21:30:38.341" v="3083" actId="1076"/>
        <pc:sldMkLst>
          <pc:docMk/>
          <pc:sldMk cId="2694686129" sldId="364"/>
        </pc:sldMkLst>
        <pc:spChg chg="add mod">
          <ac:chgData name="shibariku0623@icloud.com" userId="47b6e960b06a1f92" providerId="LiveId" clId="{6ADE14EF-5880-4C8A-B42E-ED7DB25E18A6}" dt="2025-07-17T21:27:49.613" v="2671" actId="1076"/>
          <ac:spMkLst>
            <pc:docMk/>
            <pc:sldMk cId="2694686129" sldId="364"/>
            <ac:spMk id="4" creationId="{F5BA5E4D-3857-60D8-9D55-19FAFB6D9EC3}"/>
          </ac:spMkLst>
        </pc:spChg>
        <pc:spChg chg="del">
          <ac:chgData name="shibariku0623@icloud.com" userId="47b6e960b06a1f92" providerId="LiveId" clId="{6ADE14EF-5880-4C8A-B42E-ED7DB25E18A6}" dt="2025-07-17T21:27:27.581" v="2664" actId="478"/>
          <ac:spMkLst>
            <pc:docMk/>
            <pc:sldMk cId="2694686129" sldId="364"/>
            <ac:spMk id="5" creationId="{04444B0F-1DCD-6631-B1EB-3378EF78239E}"/>
          </ac:spMkLst>
        </pc:spChg>
        <pc:spChg chg="del mod">
          <ac:chgData name="shibariku0623@icloud.com" userId="47b6e960b06a1f92" providerId="LiveId" clId="{6ADE14EF-5880-4C8A-B42E-ED7DB25E18A6}" dt="2025-07-17T21:29:03.858" v="2806" actId="478"/>
          <ac:spMkLst>
            <pc:docMk/>
            <pc:sldMk cId="2694686129" sldId="364"/>
            <ac:spMk id="6" creationId="{D9F4DAB0-25B3-269D-CB53-29264928E265}"/>
          </ac:spMkLst>
        </pc:spChg>
        <pc:spChg chg="del">
          <ac:chgData name="shibariku0623@icloud.com" userId="47b6e960b06a1f92" providerId="LiveId" clId="{6ADE14EF-5880-4C8A-B42E-ED7DB25E18A6}" dt="2025-07-17T21:28:12.381" v="2681" actId="478"/>
          <ac:spMkLst>
            <pc:docMk/>
            <pc:sldMk cId="2694686129" sldId="364"/>
            <ac:spMk id="7" creationId="{ED303B90-3795-D140-B5D3-136929347A27}"/>
          </ac:spMkLst>
        </pc:spChg>
        <pc:spChg chg="del">
          <ac:chgData name="shibariku0623@icloud.com" userId="47b6e960b06a1f92" providerId="LiveId" clId="{6ADE14EF-5880-4C8A-B42E-ED7DB25E18A6}" dt="2025-07-17T21:27:30.442" v="2666" actId="478"/>
          <ac:spMkLst>
            <pc:docMk/>
            <pc:sldMk cId="2694686129" sldId="364"/>
            <ac:spMk id="27" creationId="{713EAAC7-A111-8A32-6D9E-DABEEC8AE587}"/>
          </ac:spMkLst>
        </pc:spChg>
        <pc:spChg chg="mod">
          <ac:chgData name="shibariku0623@icloud.com" userId="47b6e960b06a1f92" providerId="LiveId" clId="{6ADE14EF-5880-4C8A-B42E-ED7DB25E18A6}" dt="2025-07-17T21:27:45.876" v="2670" actId="1076"/>
          <ac:spMkLst>
            <pc:docMk/>
            <pc:sldMk cId="2694686129" sldId="364"/>
            <ac:spMk id="28" creationId="{B98C093E-B56D-B61A-7762-7AC7D9AE580E}"/>
          </ac:spMkLst>
        </pc:spChg>
        <pc:spChg chg="mod">
          <ac:chgData name="shibariku0623@icloud.com" userId="47b6e960b06a1f92" providerId="LiveId" clId="{6ADE14EF-5880-4C8A-B42E-ED7DB25E18A6}" dt="2025-07-17T21:30:38.341" v="3083" actId="1076"/>
          <ac:spMkLst>
            <pc:docMk/>
            <pc:sldMk cId="2694686129" sldId="364"/>
            <ac:spMk id="35" creationId="{37E7B577-1053-1411-4C84-15CE3559CB40}"/>
          </ac:spMkLst>
        </pc:spChg>
        <pc:spChg chg="mod">
          <ac:chgData name="shibariku0623@icloud.com" userId="47b6e960b06a1f92" providerId="LiveId" clId="{6ADE14EF-5880-4C8A-B42E-ED7DB25E18A6}" dt="2025-07-17T21:28:05.851" v="2680" actId="20577"/>
          <ac:spMkLst>
            <pc:docMk/>
            <pc:sldMk cId="2694686129" sldId="364"/>
            <ac:spMk id="37" creationId="{57AA8263-2BC9-8894-CEDD-D8B08D194ABD}"/>
          </ac:spMkLst>
        </pc:spChg>
        <pc:spChg chg="del mod">
          <ac:chgData name="shibariku0623@icloud.com" userId="47b6e960b06a1f92" providerId="LiveId" clId="{6ADE14EF-5880-4C8A-B42E-ED7DB25E18A6}" dt="2025-07-17T21:29:04.955" v="2807" actId="478"/>
          <ac:spMkLst>
            <pc:docMk/>
            <pc:sldMk cId="2694686129" sldId="364"/>
            <ac:spMk id="40" creationId="{F64ED059-D4EF-493C-5610-03B1ED6DEFF6}"/>
          </ac:spMkLst>
        </pc:spChg>
        <pc:spChg chg="del">
          <ac:chgData name="shibariku0623@icloud.com" userId="47b6e960b06a1f92" providerId="LiveId" clId="{6ADE14EF-5880-4C8A-B42E-ED7DB25E18A6}" dt="2025-07-17T21:27:28.911" v="2665" actId="478"/>
          <ac:spMkLst>
            <pc:docMk/>
            <pc:sldMk cId="2694686129" sldId="364"/>
            <ac:spMk id="41" creationId="{91038B84-745A-001C-05C5-43DFA359236D}"/>
          </ac:spMkLst>
        </pc:spChg>
        <pc:grpChg chg="mod">
          <ac:chgData name="shibariku0623@icloud.com" userId="47b6e960b06a1f92" providerId="LiveId" clId="{6ADE14EF-5880-4C8A-B42E-ED7DB25E18A6}" dt="2025-07-17T21:27:58.701" v="2672" actId="1076"/>
          <ac:grpSpMkLst>
            <pc:docMk/>
            <pc:sldMk cId="2694686129" sldId="364"/>
            <ac:grpSpMk id="36" creationId="{32233F6B-EBD5-E4F8-74EA-64E0471467D6}"/>
          </ac:grpSpMkLst>
        </pc:grpChg>
      </pc:sldChg>
      <pc:sldChg chg="addSp delSp modSp mod">
        <pc:chgData name="shibariku0623@icloud.com" userId="47b6e960b06a1f92" providerId="LiveId" clId="{6ADE14EF-5880-4C8A-B42E-ED7DB25E18A6}" dt="2025-07-17T14:14:30.583" v="758" actId="14100"/>
        <pc:sldMkLst>
          <pc:docMk/>
          <pc:sldMk cId="4083647255" sldId="365"/>
        </pc:sldMkLst>
        <pc:spChg chg="mod">
          <ac:chgData name="shibariku0623@icloud.com" userId="47b6e960b06a1f92" providerId="LiveId" clId="{6ADE14EF-5880-4C8A-B42E-ED7DB25E18A6}" dt="2025-07-17T14:14:30.583" v="758" actId="14100"/>
          <ac:spMkLst>
            <pc:docMk/>
            <pc:sldMk cId="4083647255" sldId="365"/>
            <ac:spMk id="3" creationId="{C666EE45-64D5-EC2F-2370-8F2980800896}"/>
          </ac:spMkLst>
        </pc:spChg>
        <pc:spChg chg="add mod">
          <ac:chgData name="shibariku0623@icloud.com" userId="47b6e960b06a1f92" providerId="LiveId" clId="{6ADE14EF-5880-4C8A-B42E-ED7DB25E18A6}" dt="2025-07-17T14:08:24.899" v="543" actId="1076"/>
          <ac:spMkLst>
            <pc:docMk/>
            <pc:sldMk cId="4083647255" sldId="365"/>
            <ac:spMk id="4" creationId="{862D27BF-DABC-B7A1-3EED-4C4994374A9E}"/>
          </ac:spMkLst>
        </pc:spChg>
        <pc:spChg chg="add mod">
          <ac:chgData name="shibariku0623@icloud.com" userId="47b6e960b06a1f92" providerId="LiveId" clId="{6ADE14EF-5880-4C8A-B42E-ED7DB25E18A6}" dt="2025-07-17T14:08:18.137" v="542" actId="1076"/>
          <ac:spMkLst>
            <pc:docMk/>
            <pc:sldMk cId="4083647255" sldId="365"/>
            <ac:spMk id="5" creationId="{8CDA23A2-6B11-2609-9825-DB9A155F454C}"/>
          </ac:spMkLst>
        </pc:spChg>
        <pc:spChg chg="mod">
          <ac:chgData name="shibariku0623@icloud.com" userId="47b6e960b06a1f92" providerId="LiveId" clId="{6ADE14EF-5880-4C8A-B42E-ED7DB25E18A6}" dt="2025-07-17T14:09:37.694" v="640" actId="14100"/>
          <ac:spMkLst>
            <pc:docMk/>
            <pc:sldMk cId="4083647255" sldId="365"/>
            <ac:spMk id="7" creationId="{6FC4A3EE-923B-E3F0-63D2-01414DDA3535}"/>
          </ac:spMkLst>
        </pc:spChg>
        <pc:spChg chg="mod">
          <ac:chgData name="shibariku0623@icloud.com" userId="47b6e960b06a1f92" providerId="LiveId" clId="{6ADE14EF-5880-4C8A-B42E-ED7DB25E18A6}" dt="2025-07-17T14:02:27.838" v="250" actId="20577"/>
          <ac:spMkLst>
            <pc:docMk/>
            <pc:sldMk cId="4083647255" sldId="365"/>
            <ac:spMk id="9" creationId="{6D68DE7A-4E02-1BAB-8600-265A9B52A517}"/>
          </ac:spMkLst>
        </pc:spChg>
        <pc:spChg chg="add mod">
          <ac:chgData name="shibariku0623@icloud.com" userId="47b6e960b06a1f92" providerId="LiveId" clId="{6ADE14EF-5880-4C8A-B42E-ED7DB25E18A6}" dt="2025-07-17T14:13:36.136" v="741" actId="1076"/>
          <ac:spMkLst>
            <pc:docMk/>
            <pc:sldMk cId="4083647255" sldId="365"/>
            <ac:spMk id="29" creationId="{4AF78726-7A3A-3DE0-0D51-704E049569A6}"/>
          </ac:spMkLst>
        </pc:spChg>
        <pc:spChg chg="del">
          <ac:chgData name="shibariku0623@icloud.com" userId="47b6e960b06a1f92" providerId="LiveId" clId="{6ADE14EF-5880-4C8A-B42E-ED7DB25E18A6}" dt="2025-07-17T14:01:22.978" v="167" actId="478"/>
          <ac:spMkLst>
            <pc:docMk/>
            <pc:sldMk cId="4083647255" sldId="365"/>
            <ac:spMk id="30" creationId="{A00CD72C-F42C-C174-4DE9-054DD8D9479D}"/>
          </ac:spMkLst>
        </pc:spChg>
        <pc:grpChg chg="mod">
          <ac:chgData name="shibariku0623@icloud.com" userId="47b6e960b06a1f92" providerId="LiveId" clId="{6ADE14EF-5880-4C8A-B42E-ED7DB25E18A6}" dt="2025-07-17T14:02:32.921" v="251" actId="14100"/>
          <ac:grpSpMkLst>
            <pc:docMk/>
            <pc:sldMk cId="4083647255" sldId="365"/>
            <ac:grpSpMk id="8" creationId="{873CC8C1-83F1-C2F4-0757-DDB3FC534B46}"/>
          </ac:grpSpMkLst>
        </pc:grpChg>
        <pc:picChg chg="add mod">
          <ac:chgData name="shibariku0623@icloud.com" userId="47b6e960b06a1f92" providerId="LiveId" clId="{6ADE14EF-5880-4C8A-B42E-ED7DB25E18A6}" dt="2025-07-17T14:13:11.277" v="733" actId="1076"/>
          <ac:picMkLst>
            <pc:docMk/>
            <pc:sldMk cId="4083647255" sldId="365"/>
            <ac:picMk id="27" creationId="{5DDAF505-5E84-A309-2409-77F3462EB81D}"/>
          </ac:picMkLst>
        </pc:picChg>
        <pc:picChg chg="del">
          <ac:chgData name="shibariku0623@icloud.com" userId="47b6e960b06a1f92" providerId="LiveId" clId="{6ADE14EF-5880-4C8A-B42E-ED7DB25E18A6}" dt="2025-07-17T14:01:19.831" v="166" actId="478"/>
          <ac:picMkLst>
            <pc:docMk/>
            <pc:sldMk cId="4083647255" sldId="365"/>
            <ac:picMk id="28" creationId="{3454060E-6A2A-D493-A053-1E93CF13A11A}"/>
          </ac:picMkLst>
        </pc:picChg>
        <pc:picChg chg="mod">
          <ac:chgData name="shibariku0623@icloud.com" userId="47b6e960b06a1f92" providerId="LiveId" clId="{6ADE14EF-5880-4C8A-B42E-ED7DB25E18A6}" dt="2025-07-17T14:13:48.083" v="744" actId="1076"/>
          <ac:picMkLst>
            <pc:docMk/>
            <pc:sldMk cId="4083647255" sldId="365"/>
            <ac:picMk id="32" creationId="{FFF9E507-674E-EFB7-A629-61D24B4A1D22}"/>
          </ac:picMkLst>
        </pc:picChg>
      </pc:sldChg>
      <pc:sldChg chg="del">
        <pc:chgData name="shibariku0623@icloud.com" userId="47b6e960b06a1f92" providerId="LiveId" clId="{6ADE14EF-5880-4C8A-B42E-ED7DB25E18A6}" dt="2025-07-17T14:14:09.997" v="745" actId="47"/>
        <pc:sldMkLst>
          <pc:docMk/>
          <pc:sldMk cId="2734874408" sldId="369"/>
        </pc:sldMkLst>
      </pc:sldChg>
      <pc:sldChg chg="del">
        <pc:chgData name="shibariku0623@icloud.com" userId="47b6e960b06a1f92" providerId="LiveId" clId="{6ADE14EF-5880-4C8A-B42E-ED7DB25E18A6}" dt="2025-07-17T14:01:17.079" v="165" actId="47"/>
        <pc:sldMkLst>
          <pc:docMk/>
          <pc:sldMk cId="1262852738" sldId="370"/>
        </pc:sldMkLst>
      </pc:sldChg>
      <pc:sldChg chg="del">
        <pc:chgData name="shibariku0623@icloud.com" userId="47b6e960b06a1f92" providerId="LiveId" clId="{6ADE14EF-5880-4C8A-B42E-ED7DB25E18A6}" dt="2025-07-17T14:01:16.200" v="164" actId="47"/>
        <pc:sldMkLst>
          <pc:docMk/>
          <pc:sldMk cId="3799685991" sldId="371"/>
        </pc:sldMkLst>
      </pc:sldChg>
      <pc:sldChg chg="addSp modSp add mod">
        <pc:chgData name="shibariku0623@icloud.com" userId="47b6e960b06a1f92" providerId="LiveId" clId="{6ADE14EF-5880-4C8A-B42E-ED7DB25E18A6}" dt="2025-07-17T17:27:40.723" v="840" actId="1076"/>
        <pc:sldMkLst>
          <pc:docMk/>
          <pc:sldMk cId="1968163187" sldId="372"/>
        </pc:sldMkLst>
        <pc:spChg chg="add mod">
          <ac:chgData name="shibariku0623@icloud.com" userId="47b6e960b06a1f92" providerId="LiveId" clId="{6ADE14EF-5880-4C8A-B42E-ED7DB25E18A6}" dt="2025-07-17T17:27:40.723" v="840" actId="1076"/>
          <ac:spMkLst>
            <pc:docMk/>
            <pc:sldMk cId="1968163187" sldId="372"/>
            <ac:spMk id="2" creationId="{55837EBA-2992-7A64-EE4E-C92F5ABE2334}"/>
          </ac:spMkLst>
        </pc:spChg>
        <pc:spChg chg="mod">
          <ac:chgData name="shibariku0623@icloud.com" userId="47b6e960b06a1f92" providerId="LiveId" clId="{6ADE14EF-5880-4C8A-B42E-ED7DB25E18A6}" dt="2025-07-17T17:27:27.109" v="834" actId="20577"/>
          <ac:spMkLst>
            <pc:docMk/>
            <pc:sldMk cId="1968163187" sldId="372"/>
            <ac:spMk id="515" creationId="{EB6BD76A-8CD1-34D3-3764-B72293607F64}"/>
          </ac:spMkLst>
        </pc:spChg>
        <pc:spChg chg="mod">
          <ac:chgData name="shibariku0623@icloud.com" userId="47b6e960b06a1f92" providerId="LiveId" clId="{6ADE14EF-5880-4C8A-B42E-ED7DB25E18A6}" dt="2025-07-17T17:27:32.119" v="838" actId="20577"/>
          <ac:spMkLst>
            <pc:docMk/>
            <pc:sldMk cId="1968163187" sldId="372"/>
            <ac:spMk id="516" creationId="{1E7EDF5A-7742-F25D-A31F-7BB6CC6E34E0}"/>
          </ac:spMkLst>
        </pc:spChg>
        <pc:grpChg chg="mod">
          <ac:chgData name="shibariku0623@icloud.com" userId="47b6e960b06a1f92" providerId="LiveId" clId="{6ADE14EF-5880-4C8A-B42E-ED7DB25E18A6}" dt="2025-07-17T17:27:35.200" v="839" actId="1076"/>
          <ac:grpSpMkLst>
            <pc:docMk/>
            <pc:sldMk cId="1968163187" sldId="372"/>
            <ac:grpSpMk id="514" creationId="{D8DDFBAA-A91D-3BA9-9418-87FADB33F478}"/>
          </ac:grpSpMkLst>
        </pc:grpChg>
      </pc:sldChg>
      <pc:sldChg chg="modSp add del mod">
        <pc:chgData name="shibariku0623@icloud.com" userId="47b6e960b06a1f92" providerId="LiveId" clId="{6ADE14EF-5880-4C8A-B42E-ED7DB25E18A6}" dt="2025-07-17T11:38:40.799" v="152" actId="47"/>
        <pc:sldMkLst>
          <pc:docMk/>
          <pc:sldMk cId="1130593129" sldId="373"/>
        </pc:sldMkLst>
        <pc:spChg chg="mod">
          <ac:chgData name="shibariku0623@icloud.com" userId="47b6e960b06a1f92" providerId="LiveId" clId="{6ADE14EF-5880-4C8A-B42E-ED7DB25E18A6}" dt="2025-07-17T11:05:04.299" v="43" actId="207"/>
          <ac:spMkLst>
            <pc:docMk/>
            <pc:sldMk cId="1130593129" sldId="373"/>
            <ac:spMk id="515" creationId="{7950DCCC-96C5-9112-C611-3E20B2D6EB1E}"/>
          </ac:spMkLst>
        </pc:spChg>
      </pc:sldChg>
      <pc:sldChg chg="modSp add del mod ord">
        <pc:chgData name="shibariku0623@icloud.com" userId="47b6e960b06a1f92" providerId="LiveId" clId="{6ADE14EF-5880-4C8A-B42E-ED7DB25E18A6}" dt="2025-07-17T17:26:54.398" v="787" actId="47"/>
        <pc:sldMkLst>
          <pc:docMk/>
          <pc:sldMk cId="1676767016" sldId="374"/>
        </pc:sldMkLst>
        <pc:spChg chg="mod">
          <ac:chgData name="shibariku0623@icloud.com" userId="47b6e960b06a1f92" providerId="LiveId" clId="{6ADE14EF-5880-4C8A-B42E-ED7DB25E18A6}" dt="2025-07-17T11:39:07.072" v="156" actId="207"/>
          <ac:spMkLst>
            <pc:docMk/>
            <pc:sldMk cId="1676767016" sldId="374"/>
            <ac:spMk id="2" creationId="{924A3222-429E-A0C6-6FD5-9DC4A6A3841C}"/>
          </ac:spMkLst>
        </pc:spChg>
      </pc:sldChg>
      <pc:sldChg chg="modSp add del mod">
        <pc:chgData name="shibariku0623@icloud.com" userId="47b6e960b06a1f92" providerId="LiveId" clId="{6ADE14EF-5880-4C8A-B42E-ED7DB25E18A6}" dt="2025-07-17T17:29:11.054" v="860" actId="47"/>
        <pc:sldMkLst>
          <pc:docMk/>
          <pc:sldMk cId="1600010171" sldId="375"/>
        </pc:sldMkLst>
        <pc:spChg chg="mod">
          <ac:chgData name="shibariku0623@icloud.com" userId="47b6e960b06a1f92" providerId="LiveId" clId="{6ADE14EF-5880-4C8A-B42E-ED7DB25E18A6}" dt="2025-07-17T11:38:55.432" v="155" actId="207"/>
          <ac:spMkLst>
            <pc:docMk/>
            <pc:sldMk cId="1600010171" sldId="375"/>
            <ac:spMk id="2" creationId="{5C04D662-CFCD-9376-A645-94218BA6D313}"/>
          </ac:spMkLst>
        </pc:spChg>
        <pc:spChg chg="mod">
          <ac:chgData name="shibariku0623@icloud.com" userId="47b6e960b06a1f92" providerId="LiveId" clId="{6ADE14EF-5880-4C8A-B42E-ED7DB25E18A6}" dt="2025-07-17T11:38:51.625" v="154" actId="207"/>
          <ac:spMkLst>
            <pc:docMk/>
            <pc:sldMk cId="1600010171" sldId="375"/>
            <ac:spMk id="515" creationId="{CE1AED43-FB66-A906-6B4E-671E79D0DC39}"/>
          </ac:spMkLst>
        </pc:spChg>
      </pc:sldChg>
      <pc:sldChg chg="modSp add del mod ord">
        <pc:chgData name="shibariku0623@icloud.com" userId="47b6e960b06a1f92" providerId="LiveId" clId="{6ADE14EF-5880-4C8A-B42E-ED7DB25E18A6}" dt="2025-07-17T17:27:50.050" v="846" actId="47"/>
        <pc:sldMkLst>
          <pc:docMk/>
          <pc:sldMk cId="3269861655" sldId="376"/>
        </pc:sldMkLst>
        <pc:spChg chg="mod">
          <ac:chgData name="shibariku0623@icloud.com" userId="47b6e960b06a1f92" providerId="LiveId" clId="{6ADE14EF-5880-4C8A-B42E-ED7DB25E18A6}" dt="2025-07-17T11:39:27.653" v="163" actId="207"/>
          <ac:spMkLst>
            <pc:docMk/>
            <pc:sldMk cId="3269861655" sldId="376"/>
            <ac:spMk id="2" creationId="{FD40198F-ABC5-D5A9-0E85-24BC46367C02}"/>
          </ac:spMkLst>
        </pc:spChg>
      </pc:sldChg>
      <pc:sldChg chg="add del ord">
        <pc:chgData name="shibariku0623@icloud.com" userId="47b6e960b06a1f92" providerId="LiveId" clId="{6ADE14EF-5880-4C8A-B42E-ED7DB25E18A6}" dt="2025-07-17T21:21:53.085" v="2642" actId="47"/>
        <pc:sldMkLst>
          <pc:docMk/>
          <pc:sldMk cId="1253543212" sldId="377"/>
        </pc:sldMkLst>
      </pc:sldChg>
      <pc:sldChg chg="addSp delSp modSp add mod">
        <pc:chgData name="shibariku0623@icloud.com" userId="47b6e960b06a1f92" providerId="LiveId" clId="{6ADE14EF-5880-4C8A-B42E-ED7DB25E18A6}" dt="2025-07-18T00:27:57.567" v="3385" actId="15"/>
        <pc:sldMkLst>
          <pc:docMk/>
          <pc:sldMk cId="795502513" sldId="378"/>
        </pc:sldMkLst>
        <pc:spChg chg="mod">
          <ac:chgData name="shibariku0623@icloud.com" userId="47b6e960b06a1f92" providerId="LiveId" clId="{6ADE14EF-5880-4C8A-B42E-ED7DB25E18A6}" dt="2025-07-17T14:14:41.819" v="781" actId="14100"/>
          <ac:spMkLst>
            <pc:docMk/>
            <pc:sldMk cId="795502513" sldId="378"/>
            <ac:spMk id="3" creationId="{D31DD205-E9B0-16D8-9558-423800A47027}"/>
          </ac:spMkLst>
        </pc:spChg>
        <pc:spChg chg="del">
          <ac:chgData name="shibariku0623@icloud.com" userId="47b6e960b06a1f92" providerId="LiveId" clId="{6ADE14EF-5880-4C8A-B42E-ED7DB25E18A6}" dt="2025-07-17T17:58:33.408" v="870" actId="478"/>
          <ac:spMkLst>
            <pc:docMk/>
            <pc:sldMk cId="795502513" sldId="378"/>
            <ac:spMk id="4" creationId="{25BF6973-E8AA-F775-E3A1-7E21633360EB}"/>
          </ac:spMkLst>
        </pc:spChg>
        <pc:spChg chg="mod">
          <ac:chgData name="shibariku0623@icloud.com" userId="47b6e960b06a1f92" providerId="LiveId" clId="{6ADE14EF-5880-4C8A-B42E-ED7DB25E18A6}" dt="2025-07-18T00:27:57.567" v="3385" actId="15"/>
          <ac:spMkLst>
            <pc:docMk/>
            <pc:sldMk cId="795502513" sldId="378"/>
            <ac:spMk id="5" creationId="{6BD27631-6379-5A4C-FC57-F11C7C7305A9}"/>
          </ac:spMkLst>
        </pc:spChg>
        <pc:spChg chg="del">
          <ac:chgData name="shibariku0623@icloud.com" userId="47b6e960b06a1f92" providerId="LiveId" clId="{6ADE14EF-5880-4C8A-B42E-ED7DB25E18A6}" dt="2025-07-17T17:58:32.805" v="869" actId="478"/>
          <ac:spMkLst>
            <pc:docMk/>
            <pc:sldMk cId="795502513" sldId="378"/>
            <ac:spMk id="7" creationId="{E0C00C32-3A52-881E-DBAF-602DEC6FB67B}"/>
          </ac:spMkLst>
        </pc:spChg>
        <pc:spChg chg="mod">
          <ac:chgData name="shibariku0623@icloud.com" userId="47b6e960b06a1f92" providerId="LiveId" clId="{6ADE14EF-5880-4C8A-B42E-ED7DB25E18A6}" dt="2025-07-17T18:57:53.520" v="1502" actId="20577"/>
          <ac:spMkLst>
            <pc:docMk/>
            <pc:sldMk cId="795502513" sldId="378"/>
            <ac:spMk id="9" creationId="{3F045873-EC2C-6D48-8E64-8B1797DBC157}"/>
          </ac:spMkLst>
        </pc:spChg>
        <pc:spChg chg="del mod">
          <ac:chgData name="shibariku0623@icloud.com" userId="47b6e960b06a1f92" providerId="LiveId" clId="{6ADE14EF-5880-4C8A-B42E-ED7DB25E18A6}" dt="2025-07-17T17:58:31.742" v="868" actId="478"/>
          <ac:spMkLst>
            <pc:docMk/>
            <pc:sldMk cId="795502513" sldId="378"/>
            <ac:spMk id="29" creationId="{15BB684F-A948-3D1D-CE69-D846BC69088F}"/>
          </ac:spMkLst>
        </pc:spChg>
        <pc:picChg chg="del">
          <ac:chgData name="shibariku0623@icloud.com" userId="47b6e960b06a1f92" providerId="LiveId" clId="{6ADE14EF-5880-4C8A-B42E-ED7DB25E18A6}" dt="2025-07-17T14:14:22.394" v="748" actId="478"/>
          <ac:picMkLst>
            <pc:docMk/>
            <pc:sldMk cId="795502513" sldId="378"/>
            <ac:picMk id="27" creationId="{65FCED9A-BE20-F6D5-EF05-65967AAA5E7E}"/>
          </ac:picMkLst>
        </pc:picChg>
        <pc:picChg chg="add del mod">
          <ac:chgData name="shibariku0623@icloud.com" userId="47b6e960b06a1f92" providerId="LiveId" clId="{6ADE14EF-5880-4C8A-B42E-ED7DB25E18A6}" dt="2025-07-17T18:59:15.757" v="1514" actId="478"/>
          <ac:picMkLst>
            <pc:docMk/>
            <pc:sldMk cId="795502513" sldId="378"/>
            <ac:picMk id="28" creationId="{038D9158-9EF9-34E2-1E2E-3F7A09578DFB}"/>
          </ac:picMkLst>
        </pc:picChg>
        <pc:picChg chg="del">
          <ac:chgData name="shibariku0623@icloud.com" userId="47b6e960b06a1f92" providerId="LiveId" clId="{6ADE14EF-5880-4C8A-B42E-ED7DB25E18A6}" dt="2025-07-17T14:14:21.607" v="747" actId="478"/>
          <ac:picMkLst>
            <pc:docMk/>
            <pc:sldMk cId="795502513" sldId="378"/>
            <ac:picMk id="32" creationId="{402A4223-995B-5C23-282A-50AD2687C186}"/>
          </ac:picMkLst>
        </pc:picChg>
      </pc:sldChg>
      <pc:sldChg chg="modSp add mod">
        <pc:chgData name="shibariku0623@icloud.com" userId="47b6e960b06a1f92" providerId="LiveId" clId="{6ADE14EF-5880-4C8A-B42E-ED7DB25E18A6}" dt="2025-07-17T17:28:40.343" v="855" actId="207"/>
        <pc:sldMkLst>
          <pc:docMk/>
          <pc:sldMk cId="364031455" sldId="379"/>
        </pc:sldMkLst>
        <pc:spChg chg="mod">
          <ac:chgData name="shibariku0623@icloud.com" userId="47b6e960b06a1f92" providerId="LiveId" clId="{6ADE14EF-5880-4C8A-B42E-ED7DB25E18A6}" dt="2025-07-17T17:28:40.343" v="855" actId="207"/>
          <ac:spMkLst>
            <pc:docMk/>
            <pc:sldMk cId="364031455" sldId="379"/>
            <ac:spMk id="2" creationId="{34A061CA-AF23-7ACB-171F-7F5956CA6BFC}"/>
          </ac:spMkLst>
        </pc:spChg>
        <pc:spChg chg="mod">
          <ac:chgData name="shibariku0623@icloud.com" userId="47b6e960b06a1f92" providerId="LiveId" clId="{6ADE14EF-5880-4C8A-B42E-ED7DB25E18A6}" dt="2025-07-17T17:28:36.415" v="854" actId="207"/>
          <ac:spMkLst>
            <pc:docMk/>
            <pc:sldMk cId="364031455" sldId="379"/>
            <ac:spMk id="515" creationId="{EC3DC1A1-6F63-C813-3E51-E4F9B493FB9F}"/>
          </ac:spMkLst>
        </pc:spChg>
      </pc:sldChg>
      <pc:sldChg chg="modSp add mod ord">
        <pc:chgData name="shibariku0623@icloud.com" userId="47b6e960b06a1f92" providerId="LiveId" clId="{6ADE14EF-5880-4C8A-B42E-ED7DB25E18A6}" dt="2025-07-17T17:28:30.221" v="853"/>
        <pc:sldMkLst>
          <pc:docMk/>
          <pc:sldMk cId="3491939154" sldId="380"/>
        </pc:sldMkLst>
        <pc:spChg chg="mod">
          <ac:chgData name="shibariku0623@icloud.com" userId="47b6e960b06a1f92" providerId="LiveId" clId="{6ADE14EF-5880-4C8A-B42E-ED7DB25E18A6}" dt="2025-07-17T17:28:20.436" v="850" actId="207"/>
          <ac:spMkLst>
            <pc:docMk/>
            <pc:sldMk cId="3491939154" sldId="380"/>
            <ac:spMk id="2" creationId="{4ADE5722-4824-8DB6-E5D1-3DCE47EFC853}"/>
          </ac:spMkLst>
        </pc:spChg>
        <pc:spChg chg="mod">
          <ac:chgData name="shibariku0623@icloud.com" userId="47b6e960b06a1f92" providerId="LiveId" clId="{6ADE14EF-5880-4C8A-B42E-ED7DB25E18A6}" dt="2025-07-17T17:28:24.286" v="851" actId="207"/>
          <ac:spMkLst>
            <pc:docMk/>
            <pc:sldMk cId="3491939154" sldId="380"/>
            <ac:spMk id="515" creationId="{8E000D41-A75F-916B-AA24-7B7467ADBE7C}"/>
          </ac:spMkLst>
        </pc:spChg>
      </pc:sldChg>
      <pc:sldChg chg="modSp add mod ord">
        <pc:chgData name="shibariku0623@icloud.com" userId="47b6e960b06a1f92" providerId="LiveId" clId="{6ADE14EF-5880-4C8A-B42E-ED7DB25E18A6}" dt="2025-07-17T17:28:03.954" v="849" actId="207"/>
        <pc:sldMkLst>
          <pc:docMk/>
          <pc:sldMk cId="616787650" sldId="381"/>
        </pc:sldMkLst>
        <pc:spChg chg="mod">
          <ac:chgData name="shibariku0623@icloud.com" userId="47b6e960b06a1f92" providerId="LiveId" clId="{6ADE14EF-5880-4C8A-B42E-ED7DB25E18A6}" dt="2025-07-17T17:27:57.806" v="848" actId="207"/>
          <ac:spMkLst>
            <pc:docMk/>
            <pc:sldMk cId="616787650" sldId="381"/>
            <ac:spMk id="2" creationId="{09E620E4-6C09-781B-FC8D-4DC906A1FEB6}"/>
          </ac:spMkLst>
        </pc:spChg>
        <pc:spChg chg="mod">
          <ac:chgData name="shibariku0623@icloud.com" userId="47b6e960b06a1f92" providerId="LiveId" clId="{6ADE14EF-5880-4C8A-B42E-ED7DB25E18A6}" dt="2025-07-17T17:28:03.954" v="849" actId="207"/>
          <ac:spMkLst>
            <pc:docMk/>
            <pc:sldMk cId="616787650" sldId="381"/>
            <ac:spMk id="515" creationId="{93B01AAF-C078-A2A2-35B7-2F13B042A959}"/>
          </ac:spMkLst>
        </pc:spChg>
      </pc:sldChg>
      <pc:sldChg chg="modSp add mod ord">
        <pc:chgData name="shibariku0623@icloud.com" userId="47b6e960b06a1f92" providerId="LiveId" clId="{6ADE14EF-5880-4C8A-B42E-ED7DB25E18A6}" dt="2025-07-17T17:29:26.044" v="865" actId="207"/>
        <pc:sldMkLst>
          <pc:docMk/>
          <pc:sldMk cId="1249957302" sldId="382"/>
        </pc:sldMkLst>
        <pc:spChg chg="mod">
          <ac:chgData name="shibariku0623@icloud.com" userId="47b6e960b06a1f92" providerId="LiveId" clId="{6ADE14EF-5880-4C8A-B42E-ED7DB25E18A6}" dt="2025-07-17T17:29:22.883" v="864" actId="207"/>
          <ac:spMkLst>
            <pc:docMk/>
            <pc:sldMk cId="1249957302" sldId="382"/>
            <ac:spMk id="2" creationId="{E4081007-170E-1DC3-BC20-5B9D6744F4F0}"/>
          </ac:spMkLst>
        </pc:spChg>
        <pc:spChg chg="mod">
          <ac:chgData name="shibariku0623@icloud.com" userId="47b6e960b06a1f92" providerId="LiveId" clId="{6ADE14EF-5880-4C8A-B42E-ED7DB25E18A6}" dt="2025-07-17T17:29:26.044" v="865" actId="207"/>
          <ac:spMkLst>
            <pc:docMk/>
            <pc:sldMk cId="1249957302" sldId="382"/>
            <ac:spMk id="515" creationId="{FA1CB6FB-0A75-BDA0-3526-484DA9804E4D}"/>
          </ac:spMkLst>
        </pc:spChg>
      </pc:sldChg>
      <pc:sldChg chg="addSp delSp modSp add mod">
        <pc:chgData name="shibariku0623@icloud.com" userId="47b6e960b06a1f92" providerId="LiveId" clId="{6ADE14EF-5880-4C8A-B42E-ED7DB25E18A6}" dt="2025-07-17T23:55:44.081" v="3296" actId="14100"/>
        <pc:sldMkLst>
          <pc:docMk/>
          <pc:sldMk cId="519321412" sldId="383"/>
        </pc:sldMkLst>
        <pc:spChg chg="del">
          <ac:chgData name="shibariku0623@icloud.com" userId="47b6e960b06a1f92" providerId="LiveId" clId="{6ADE14EF-5880-4C8A-B42E-ED7DB25E18A6}" dt="2025-07-17T20:32:15.947" v="2063" actId="478"/>
          <ac:spMkLst>
            <pc:docMk/>
            <pc:sldMk cId="519321412" sldId="383"/>
            <ac:spMk id="4" creationId="{3FEC514E-506C-6CB7-66C8-BC47248E362F}"/>
          </ac:spMkLst>
        </pc:spChg>
        <pc:spChg chg="del mod">
          <ac:chgData name="shibariku0623@icloud.com" userId="47b6e960b06a1f92" providerId="LiveId" clId="{6ADE14EF-5880-4C8A-B42E-ED7DB25E18A6}" dt="2025-07-17T21:04:01.426" v="2148" actId="478"/>
          <ac:spMkLst>
            <pc:docMk/>
            <pc:sldMk cId="519321412" sldId="383"/>
            <ac:spMk id="5" creationId="{E64772C1-5768-1D1A-B821-81F17AA19CC9}"/>
          </ac:spMkLst>
        </pc:spChg>
        <pc:spChg chg="del">
          <ac:chgData name="shibariku0623@icloud.com" userId="47b6e960b06a1f92" providerId="LiveId" clId="{6ADE14EF-5880-4C8A-B42E-ED7DB25E18A6}" dt="2025-07-17T20:32:15.250" v="2062" actId="478"/>
          <ac:spMkLst>
            <pc:docMk/>
            <pc:sldMk cId="519321412" sldId="383"/>
            <ac:spMk id="7" creationId="{160EF873-B598-9A2D-A9DC-FBE43D065C07}"/>
          </ac:spMkLst>
        </pc:spChg>
        <pc:spChg chg="mod">
          <ac:chgData name="shibariku0623@icloud.com" userId="47b6e960b06a1f92" providerId="LiveId" clId="{6ADE14EF-5880-4C8A-B42E-ED7DB25E18A6}" dt="2025-07-17T20:32:08.344" v="2059" actId="20577"/>
          <ac:spMkLst>
            <pc:docMk/>
            <pc:sldMk cId="519321412" sldId="383"/>
            <ac:spMk id="9" creationId="{E92B58D9-8839-6525-1E1A-1CA35E33174F}"/>
          </ac:spMkLst>
        </pc:spChg>
        <pc:spChg chg="mod">
          <ac:chgData name="shibariku0623@icloud.com" userId="47b6e960b06a1f92" providerId="LiveId" clId="{6ADE14EF-5880-4C8A-B42E-ED7DB25E18A6}" dt="2025-07-17T21:04:10.021" v="2149" actId="14100"/>
          <ac:spMkLst>
            <pc:docMk/>
            <pc:sldMk cId="519321412" sldId="383"/>
            <ac:spMk id="26" creationId="{D5F02B48-4664-6F6E-F571-F4F82ACB78E7}"/>
          </ac:spMkLst>
        </pc:spChg>
        <pc:spChg chg="del">
          <ac:chgData name="shibariku0623@icloud.com" userId="47b6e960b06a1f92" providerId="LiveId" clId="{6ADE14EF-5880-4C8A-B42E-ED7DB25E18A6}" dt="2025-07-17T20:32:14.214" v="2061" actId="478"/>
          <ac:spMkLst>
            <pc:docMk/>
            <pc:sldMk cId="519321412" sldId="383"/>
            <ac:spMk id="29" creationId="{B82ACC23-9323-716A-F760-2D14EBA6B164}"/>
          </ac:spMkLst>
        </pc:spChg>
        <pc:spChg chg="add mod">
          <ac:chgData name="shibariku0623@icloud.com" userId="47b6e960b06a1f92" providerId="LiveId" clId="{6ADE14EF-5880-4C8A-B42E-ED7DB25E18A6}" dt="2025-07-17T23:55:44.081" v="3296" actId="14100"/>
          <ac:spMkLst>
            <pc:docMk/>
            <pc:sldMk cId="519321412" sldId="383"/>
            <ac:spMk id="31" creationId="{6FFA2D34-D598-24DB-829E-96AAF6B32BA9}"/>
          </ac:spMkLst>
        </pc:spChg>
        <pc:spChg chg="add mod">
          <ac:chgData name="shibariku0623@icloud.com" userId="47b6e960b06a1f92" providerId="LiveId" clId="{6ADE14EF-5880-4C8A-B42E-ED7DB25E18A6}" dt="2025-07-17T23:53:25.692" v="3239" actId="5793"/>
          <ac:spMkLst>
            <pc:docMk/>
            <pc:sldMk cId="519321412" sldId="383"/>
            <ac:spMk id="32" creationId="{D33C394D-1E44-ACA7-81E3-B93F5271D6B4}"/>
          </ac:spMkLst>
        </pc:spChg>
        <pc:spChg chg="add mod">
          <ac:chgData name="shibariku0623@icloud.com" userId="47b6e960b06a1f92" providerId="LiveId" clId="{6ADE14EF-5880-4C8A-B42E-ED7DB25E18A6}" dt="2025-07-17T23:55:26.698" v="3287" actId="14100"/>
          <ac:spMkLst>
            <pc:docMk/>
            <pc:sldMk cId="519321412" sldId="383"/>
            <ac:spMk id="33" creationId="{E3DF07BE-8883-CEF6-3423-DCC759AA96BD}"/>
          </ac:spMkLst>
        </pc:spChg>
        <pc:grpChg chg="mod">
          <ac:chgData name="shibariku0623@icloud.com" userId="47b6e960b06a1f92" providerId="LiveId" clId="{6ADE14EF-5880-4C8A-B42E-ED7DB25E18A6}" dt="2025-07-17T20:32:10.944" v="2060" actId="14100"/>
          <ac:grpSpMkLst>
            <pc:docMk/>
            <pc:sldMk cId="519321412" sldId="383"/>
            <ac:grpSpMk id="8" creationId="{21EB241F-FC13-36A2-A48C-D6EF9BDA7DB8}"/>
          </ac:grpSpMkLst>
        </pc:grpChg>
        <pc:picChg chg="add mod">
          <ac:chgData name="shibariku0623@icloud.com" userId="47b6e960b06a1f92" providerId="LiveId" clId="{6ADE14EF-5880-4C8A-B42E-ED7DB25E18A6}" dt="2025-07-17T23:49:46.123" v="3092" actId="1076"/>
          <ac:picMkLst>
            <pc:docMk/>
            <pc:sldMk cId="519321412" sldId="383"/>
            <ac:picMk id="27" creationId="{AAB1272D-72CE-1DA5-244E-6B67DF9ED627}"/>
          </ac:picMkLst>
        </pc:picChg>
        <pc:picChg chg="add mod">
          <ac:chgData name="shibariku0623@icloud.com" userId="47b6e960b06a1f92" providerId="LiveId" clId="{6ADE14EF-5880-4C8A-B42E-ED7DB25E18A6}" dt="2025-07-17T23:53:01.655" v="3187" actId="1076"/>
          <ac:picMkLst>
            <pc:docMk/>
            <pc:sldMk cId="519321412" sldId="383"/>
            <ac:picMk id="30" creationId="{84466D82-28B7-A7FB-E74B-5CB7D12FDF07}"/>
          </ac:picMkLst>
        </pc:picChg>
      </pc:sldChg>
      <pc:sldChg chg="add del">
        <pc:chgData name="shibariku0623@icloud.com" userId="47b6e960b06a1f92" providerId="LiveId" clId="{6ADE14EF-5880-4C8A-B42E-ED7DB25E18A6}" dt="2025-07-17T21:21:51.782" v="2641" actId="47"/>
        <pc:sldMkLst>
          <pc:docMk/>
          <pc:sldMk cId="3781157180" sldId="384"/>
        </pc:sldMkLst>
      </pc:sldChg>
      <pc:sldChg chg="modSp add mod">
        <pc:chgData name="shibariku0623@icloud.com" userId="47b6e960b06a1f92" providerId="LiveId" clId="{6ADE14EF-5880-4C8A-B42E-ED7DB25E18A6}" dt="2025-07-17T18:37:17.650" v="1202" actId="20577"/>
        <pc:sldMkLst>
          <pc:docMk/>
          <pc:sldMk cId="3946492317" sldId="385"/>
        </pc:sldMkLst>
        <pc:spChg chg="mod">
          <ac:chgData name="shibariku0623@icloud.com" userId="47b6e960b06a1f92" providerId="LiveId" clId="{6ADE14EF-5880-4C8A-B42E-ED7DB25E18A6}" dt="2025-07-17T18:37:01.439" v="1156" actId="1076"/>
          <ac:spMkLst>
            <pc:docMk/>
            <pc:sldMk cId="3946492317" sldId="385"/>
            <ac:spMk id="30" creationId="{2CF2108B-BAA6-1928-BD47-57B483458604}"/>
          </ac:spMkLst>
        </pc:spChg>
        <pc:spChg chg="mod">
          <ac:chgData name="shibariku0623@icloud.com" userId="47b6e960b06a1f92" providerId="LiveId" clId="{6ADE14EF-5880-4C8A-B42E-ED7DB25E18A6}" dt="2025-07-17T18:37:17.650" v="1202" actId="20577"/>
          <ac:spMkLst>
            <pc:docMk/>
            <pc:sldMk cId="3946492317" sldId="385"/>
            <ac:spMk id="66" creationId="{F9B1C183-4240-36F8-91E3-AD4C6DC7E011}"/>
          </ac:spMkLst>
        </pc:spChg>
      </pc:sldChg>
      <pc:sldChg chg="addSp modSp add mod modNotesTx">
        <pc:chgData name="shibariku0623@icloud.com" userId="47b6e960b06a1f92" providerId="LiveId" clId="{6ADE14EF-5880-4C8A-B42E-ED7DB25E18A6}" dt="2025-07-18T00:28:34.282" v="3387" actId="207"/>
        <pc:sldMkLst>
          <pc:docMk/>
          <pc:sldMk cId="4157796425" sldId="386"/>
        </pc:sldMkLst>
        <pc:spChg chg="mod">
          <ac:chgData name="shibariku0623@icloud.com" userId="47b6e960b06a1f92" providerId="LiveId" clId="{6ADE14EF-5880-4C8A-B42E-ED7DB25E18A6}" dt="2025-07-18T00:28:34.282" v="3387" actId="207"/>
          <ac:spMkLst>
            <pc:docMk/>
            <pc:sldMk cId="4157796425" sldId="386"/>
            <ac:spMk id="5" creationId="{26CF88C1-112B-88FB-8820-3D400091D1AA}"/>
          </ac:spMkLst>
        </pc:spChg>
        <pc:spChg chg="add mod">
          <ac:chgData name="shibariku0623@icloud.com" userId="47b6e960b06a1f92" providerId="LiveId" clId="{6ADE14EF-5880-4C8A-B42E-ED7DB25E18A6}" dt="2025-07-17T19:32:13.678" v="1850" actId="1076"/>
          <ac:spMkLst>
            <pc:docMk/>
            <pc:sldMk cId="4157796425" sldId="386"/>
            <ac:spMk id="7" creationId="{5860A086-3302-E129-6A5D-90BA2DEF6251}"/>
          </ac:spMkLst>
        </pc:spChg>
        <pc:picChg chg="add mod">
          <ac:chgData name="shibariku0623@icloud.com" userId="47b6e960b06a1f92" providerId="LiveId" clId="{6ADE14EF-5880-4C8A-B42E-ED7DB25E18A6}" dt="2025-07-17T18:59:35.101" v="1522" actId="1076"/>
          <ac:picMkLst>
            <pc:docMk/>
            <pc:sldMk cId="4157796425" sldId="386"/>
            <ac:picMk id="6" creationId="{91CE52BF-C008-316E-E3B8-DE99DC2DF976}"/>
          </ac:picMkLst>
        </pc:picChg>
      </pc:sldChg>
      <pc:sldChg chg="addSp delSp modSp add mod modNotesTx">
        <pc:chgData name="shibariku0623@icloud.com" userId="47b6e960b06a1f92" providerId="LiveId" clId="{6ADE14EF-5880-4C8A-B42E-ED7DB25E18A6}" dt="2025-07-18T00:29:00.856" v="3392" actId="207"/>
        <pc:sldMkLst>
          <pc:docMk/>
          <pc:sldMk cId="140431001" sldId="387"/>
        </pc:sldMkLst>
        <pc:spChg chg="mod">
          <ac:chgData name="shibariku0623@icloud.com" userId="47b6e960b06a1f92" providerId="LiveId" clId="{6ADE14EF-5880-4C8A-B42E-ED7DB25E18A6}" dt="2025-07-18T00:29:00.856" v="3392" actId="207"/>
          <ac:spMkLst>
            <pc:docMk/>
            <pc:sldMk cId="140431001" sldId="387"/>
            <ac:spMk id="5" creationId="{3E52817C-AD4D-0CB1-8186-D053BC42B333}"/>
          </ac:spMkLst>
        </pc:spChg>
        <pc:picChg chg="del">
          <ac:chgData name="shibariku0623@icloud.com" userId="47b6e960b06a1f92" providerId="LiveId" clId="{6ADE14EF-5880-4C8A-B42E-ED7DB25E18A6}" dt="2025-07-17T18:59:47.835" v="1526" actId="478"/>
          <ac:picMkLst>
            <pc:docMk/>
            <pc:sldMk cId="140431001" sldId="387"/>
            <ac:picMk id="6" creationId="{818140BF-C582-4046-2C8C-04DD659F8598}"/>
          </ac:picMkLst>
        </pc:picChg>
        <pc:picChg chg="add del mod">
          <ac:chgData name="shibariku0623@icloud.com" userId="47b6e960b06a1f92" providerId="LiveId" clId="{6ADE14EF-5880-4C8A-B42E-ED7DB25E18A6}" dt="2025-07-17T19:00:21.896" v="1540" actId="478"/>
          <ac:picMkLst>
            <pc:docMk/>
            <pc:sldMk cId="140431001" sldId="387"/>
            <ac:picMk id="7" creationId="{18E4A0F8-DE4C-F5FE-799B-D8E5CADC3FE6}"/>
          </ac:picMkLst>
        </pc:picChg>
        <pc:picChg chg="add mod">
          <ac:chgData name="shibariku0623@icloud.com" userId="47b6e960b06a1f92" providerId="LiveId" clId="{6ADE14EF-5880-4C8A-B42E-ED7DB25E18A6}" dt="2025-07-17T19:00:58.301" v="1554" actId="1076"/>
          <ac:picMkLst>
            <pc:docMk/>
            <pc:sldMk cId="140431001" sldId="387"/>
            <ac:picMk id="28" creationId="{5DA708FA-F4B4-E2E6-0AD0-CAFD01AA97A2}"/>
          </ac:picMkLst>
        </pc:picChg>
        <pc:picChg chg="add mod">
          <ac:chgData name="shibariku0623@icloud.com" userId="47b6e960b06a1f92" providerId="LiveId" clId="{6ADE14EF-5880-4C8A-B42E-ED7DB25E18A6}" dt="2025-07-18T00:28:56.438" v="3391" actId="1076"/>
          <ac:picMkLst>
            <pc:docMk/>
            <pc:sldMk cId="140431001" sldId="387"/>
            <ac:picMk id="30" creationId="{5A28B52D-6469-A719-F0E8-D5860261A166}"/>
          </ac:picMkLst>
        </pc:picChg>
      </pc:sldChg>
      <pc:sldChg chg="addSp delSp modSp add mod modNotesTx">
        <pc:chgData name="shibariku0623@icloud.com" userId="47b6e960b06a1f92" providerId="LiveId" clId="{6ADE14EF-5880-4C8A-B42E-ED7DB25E18A6}" dt="2025-07-18T00:30:08.537" v="3401" actId="207"/>
        <pc:sldMkLst>
          <pc:docMk/>
          <pc:sldMk cId="2299174128" sldId="388"/>
        </pc:sldMkLst>
        <pc:spChg chg="mod">
          <ac:chgData name="shibariku0623@icloud.com" userId="47b6e960b06a1f92" providerId="LiveId" clId="{6ADE14EF-5880-4C8A-B42E-ED7DB25E18A6}" dt="2025-07-18T00:30:08.537" v="3401" actId="207"/>
          <ac:spMkLst>
            <pc:docMk/>
            <pc:sldMk cId="2299174128" sldId="388"/>
            <ac:spMk id="5" creationId="{82DB6ABE-7D71-0E64-754F-9676956678D3}"/>
          </ac:spMkLst>
        </pc:spChg>
        <pc:spChg chg="add mod">
          <ac:chgData name="shibariku0623@icloud.com" userId="47b6e960b06a1f92" providerId="LiveId" clId="{6ADE14EF-5880-4C8A-B42E-ED7DB25E18A6}" dt="2025-07-17T20:28:27.177" v="1975" actId="1076"/>
          <ac:spMkLst>
            <pc:docMk/>
            <pc:sldMk cId="2299174128" sldId="388"/>
            <ac:spMk id="7" creationId="{B34C8E7C-5A5E-07C5-CB91-F702690BC718}"/>
          </ac:spMkLst>
        </pc:spChg>
        <pc:picChg chg="add del mod">
          <ac:chgData name="shibariku0623@icloud.com" userId="47b6e960b06a1f92" providerId="LiveId" clId="{6ADE14EF-5880-4C8A-B42E-ED7DB25E18A6}" dt="2025-07-17T20:28:41.365" v="1976" actId="478"/>
          <ac:picMkLst>
            <pc:docMk/>
            <pc:sldMk cId="2299174128" sldId="388"/>
            <ac:picMk id="6" creationId="{CD0D3CBB-2889-67B2-AD79-0905D8B91B26}"/>
          </ac:picMkLst>
        </pc:picChg>
        <pc:picChg chg="add mod">
          <ac:chgData name="shibariku0623@icloud.com" userId="47b6e960b06a1f92" providerId="LiveId" clId="{6ADE14EF-5880-4C8A-B42E-ED7DB25E18A6}" dt="2025-07-17T20:28:44.537" v="1978" actId="1076"/>
          <ac:picMkLst>
            <pc:docMk/>
            <pc:sldMk cId="2299174128" sldId="388"/>
            <ac:picMk id="27" creationId="{B8D512E1-6459-91A0-39E8-3C6185B10239}"/>
          </ac:picMkLst>
        </pc:picChg>
      </pc:sldChg>
      <pc:sldChg chg="addSp modSp add del mod modNotesTx">
        <pc:chgData name="shibariku0623@icloud.com" userId="47b6e960b06a1f92" providerId="LiveId" clId="{6ADE14EF-5880-4C8A-B42E-ED7DB25E18A6}" dt="2025-07-17T20:28:50.526" v="1979" actId="47"/>
        <pc:sldMkLst>
          <pc:docMk/>
          <pc:sldMk cId="2281612672" sldId="389"/>
        </pc:sldMkLst>
        <pc:spChg chg="mod">
          <ac:chgData name="shibariku0623@icloud.com" userId="47b6e960b06a1f92" providerId="LiveId" clId="{6ADE14EF-5880-4C8A-B42E-ED7DB25E18A6}" dt="2025-07-17T20:16:09.869" v="1937" actId="20577"/>
          <ac:spMkLst>
            <pc:docMk/>
            <pc:sldMk cId="2281612672" sldId="389"/>
            <ac:spMk id="5" creationId="{7C62A030-F576-C913-90AE-DE99FA3FDF07}"/>
          </ac:spMkLst>
        </pc:spChg>
        <pc:picChg chg="add mod">
          <ac:chgData name="shibariku0623@icloud.com" userId="47b6e960b06a1f92" providerId="LiveId" clId="{6ADE14EF-5880-4C8A-B42E-ED7DB25E18A6}" dt="2025-07-17T20:17:11.217" v="1943" actId="1076"/>
          <ac:picMkLst>
            <pc:docMk/>
            <pc:sldMk cId="2281612672" sldId="389"/>
            <ac:picMk id="6" creationId="{F8117CCD-1804-D5FA-A748-77E9ED773837}"/>
          </ac:picMkLst>
        </pc:picChg>
      </pc:sldChg>
      <pc:sldChg chg="addSp delSp modSp add mod">
        <pc:chgData name="shibariku0623@icloud.com" userId="47b6e960b06a1f92" providerId="LiveId" clId="{6ADE14EF-5880-4C8A-B42E-ED7DB25E18A6}" dt="2025-07-18T00:29:23.161" v="3396" actId="207"/>
        <pc:sldMkLst>
          <pc:docMk/>
          <pc:sldMk cId="2900332704" sldId="390"/>
        </pc:sldMkLst>
        <pc:spChg chg="mod">
          <ac:chgData name="shibariku0623@icloud.com" userId="47b6e960b06a1f92" providerId="LiveId" clId="{6ADE14EF-5880-4C8A-B42E-ED7DB25E18A6}" dt="2025-07-18T00:29:23.161" v="3396" actId="207"/>
          <ac:spMkLst>
            <pc:docMk/>
            <pc:sldMk cId="2900332704" sldId="390"/>
            <ac:spMk id="5" creationId="{D4D88EEB-7801-0D41-3B88-C2F903B240C4}"/>
          </ac:spMkLst>
        </pc:spChg>
        <pc:spChg chg="add mod">
          <ac:chgData name="shibariku0623@icloud.com" userId="47b6e960b06a1f92" providerId="LiveId" clId="{6ADE14EF-5880-4C8A-B42E-ED7DB25E18A6}" dt="2025-07-17T21:06:11.456" v="2228" actId="1076"/>
          <ac:spMkLst>
            <pc:docMk/>
            <pc:sldMk cId="2900332704" sldId="390"/>
            <ac:spMk id="28" creationId="{6E357121-076C-7363-4C4F-3C22F9A869FE}"/>
          </ac:spMkLst>
        </pc:spChg>
        <pc:picChg chg="add del mod">
          <ac:chgData name="shibariku0623@icloud.com" userId="47b6e960b06a1f92" providerId="LiveId" clId="{6ADE14EF-5880-4C8A-B42E-ED7DB25E18A6}" dt="2025-07-17T21:02:26.004" v="2135" actId="478"/>
          <ac:picMkLst>
            <pc:docMk/>
            <pc:sldMk cId="2900332704" sldId="390"/>
            <ac:picMk id="6" creationId="{94ECAE8A-A252-F1DB-68B6-1315D9E592FA}"/>
          </ac:picMkLst>
        </pc:picChg>
        <pc:picChg chg="add mod">
          <ac:chgData name="shibariku0623@icloud.com" userId="47b6e960b06a1f92" providerId="LiveId" clId="{6ADE14EF-5880-4C8A-B42E-ED7DB25E18A6}" dt="2025-07-17T21:02:35.101" v="2141" actId="1076"/>
          <ac:picMkLst>
            <pc:docMk/>
            <pc:sldMk cId="2900332704" sldId="390"/>
            <ac:picMk id="27" creationId="{B2E7F001-A9CD-007A-07CA-6F4027DAF390}"/>
          </ac:picMkLst>
        </pc:picChg>
      </pc:sldChg>
      <pc:sldChg chg="addSp modSp add mod modNotesTx">
        <pc:chgData name="shibariku0623@icloud.com" userId="47b6e960b06a1f92" providerId="LiveId" clId="{6ADE14EF-5880-4C8A-B42E-ED7DB25E18A6}" dt="2025-07-18T00:29:44.055" v="3399" actId="1076"/>
        <pc:sldMkLst>
          <pc:docMk/>
          <pc:sldMk cId="2779858921" sldId="391"/>
        </pc:sldMkLst>
        <pc:spChg chg="mod">
          <ac:chgData name="shibariku0623@icloud.com" userId="47b6e960b06a1f92" providerId="LiveId" clId="{6ADE14EF-5880-4C8A-B42E-ED7DB25E18A6}" dt="2025-07-18T00:29:38.866" v="3398" actId="207"/>
          <ac:spMkLst>
            <pc:docMk/>
            <pc:sldMk cId="2779858921" sldId="391"/>
            <ac:spMk id="5" creationId="{B5EF0079-80AD-B3B1-5604-5744AF8BC683}"/>
          </ac:spMkLst>
        </pc:spChg>
        <pc:spChg chg="add mod">
          <ac:chgData name="shibariku0623@icloud.com" userId="47b6e960b06a1f92" providerId="LiveId" clId="{6ADE14EF-5880-4C8A-B42E-ED7DB25E18A6}" dt="2025-07-17T21:12:13.948" v="2377" actId="1076"/>
          <ac:spMkLst>
            <pc:docMk/>
            <pc:sldMk cId="2779858921" sldId="391"/>
            <ac:spMk id="7" creationId="{1C446AB8-6494-020F-5D74-5DF0343A8FCD}"/>
          </ac:spMkLst>
        </pc:spChg>
        <pc:picChg chg="add mod">
          <ac:chgData name="shibariku0623@icloud.com" userId="47b6e960b06a1f92" providerId="LiveId" clId="{6ADE14EF-5880-4C8A-B42E-ED7DB25E18A6}" dt="2025-07-18T00:29:44.055" v="3399" actId="1076"/>
          <ac:picMkLst>
            <pc:docMk/>
            <pc:sldMk cId="2779858921" sldId="391"/>
            <ac:picMk id="6" creationId="{9FA68C41-CEAC-137F-0BC5-CC83B74FDAB3}"/>
          </ac:picMkLst>
        </pc:picChg>
      </pc:sldChg>
      <pc:sldChg chg="delSp modSp add mod">
        <pc:chgData name="shibariku0623@icloud.com" userId="47b6e960b06a1f92" providerId="LiveId" clId="{6ADE14EF-5880-4C8A-B42E-ED7DB25E18A6}" dt="2025-07-17T21:23:49.148" v="2656" actId="207"/>
        <pc:sldMkLst>
          <pc:docMk/>
          <pc:sldMk cId="2229544960" sldId="392"/>
        </pc:sldMkLst>
        <pc:graphicFrameChg chg="modGraphic">
          <ac:chgData name="shibariku0623@icloud.com" userId="47b6e960b06a1f92" providerId="LiveId" clId="{6ADE14EF-5880-4C8A-B42E-ED7DB25E18A6}" dt="2025-07-17T21:23:49.148" v="2656" actId="207"/>
          <ac:graphicFrameMkLst>
            <pc:docMk/>
            <pc:sldMk cId="2229544960" sldId="392"/>
            <ac:graphicFrameMk id="3" creationId="{2E875C5C-6F30-DBAF-3338-495DD81EC15A}"/>
          </ac:graphicFrameMkLst>
        </pc:graphicFrameChg>
        <pc:cxnChg chg="del">
          <ac:chgData name="shibariku0623@icloud.com" userId="47b6e960b06a1f92" providerId="LiveId" clId="{6ADE14EF-5880-4C8A-B42E-ED7DB25E18A6}" dt="2025-07-17T21:23:09.581" v="2645" actId="478"/>
          <ac:cxnSpMkLst>
            <pc:docMk/>
            <pc:sldMk cId="2229544960" sldId="392"/>
            <ac:cxnSpMk id="66" creationId="{2BFE54C2-44DC-A6E1-DCAE-C0B8168EDF4C}"/>
          </ac:cxnSpMkLst>
        </pc:cxnChg>
        <pc:cxnChg chg="del">
          <ac:chgData name="shibariku0623@icloud.com" userId="47b6e960b06a1f92" providerId="LiveId" clId="{6ADE14EF-5880-4C8A-B42E-ED7DB25E18A6}" dt="2025-07-17T21:23:10.869" v="2646" actId="478"/>
          <ac:cxnSpMkLst>
            <pc:docMk/>
            <pc:sldMk cId="2229544960" sldId="392"/>
            <ac:cxnSpMk id="68" creationId="{31BF363C-CA8B-5E34-6C33-F6854ECBB5E7}"/>
          </ac:cxnSpMkLst>
        </pc:cxnChg>
        <pc:cxnChg chg="del">
          <ac:chgData name="shibariku0623@icloud.com" userId="47b6e960b06a1f92" providerId="LiveId" clId="{6ADE14EF-5880-4C8A-B42E-ED7DB25E18A6}" dt="2025-07-17T21:23:11.770" v="2647" actId="478"/>
          <ac:cxnSpMkLst>
            <pc:docMk/>
            <pc:sldMk cId="2229544960" sldId="392"/>
            <ac:cxnSpMk id="70" creationId="{71CC749B-7A6A-0C63-22D8-01348390F965}"/>
          </ac:cxnSpMkLst>
        </pc:cxnChg>
        <pc:cxnChg chg="del">
          <ac:chgData name="shibariku0623@icloud.com" userId="47b6e960b06a1f92" providerId="LiveId" clId="{6ADE14EF-5880-4C8A-B42E-ED7DB25E18A6}" dt="2025-07-17T21:23:12.872" v="2648" actId="478"/>
          <ac:cxnSpMkLst>
            <pc:docMk/>
            <pc:sldMk cId="2229544960" sldId="392"/>
            <ac:cxnSpMk id="75" creationId="{2D5A02E9-CA26-3842-B45C-AA61D7FD2A6C}"/>
          </ac:cxnSpMkLst>
        </pc:cxnChg>
        <pc:cxnChg chg="del">
          <ac:chgData name="shibariku0623@icloud.com" userId="47b6e960b06a1f92" providerId="LiveId" clId="{6ADE14EF-5880-4C8A-B42E-ED7DB25E18A6}" dt="2025-07-17T21:23:13.801" v="2649" actId="478"/>
          <ac:cxnSpMkLst>
            <pc:docMk/>
            <pc:sldMk cId="2229544960" sldId="392"/>
            <ac:cxnSpMk id="76" creationId="{84FCC2AF-22E1-4872-7718-A1CC1D0F276B}"/>
          </ac:cxnSpMkLst>
        </pc:cxnChg>
      </pc:sldChg>
      <pc:sldChg chg="addSp modSp add del mod">
        <pc:chgData name="shibariku0623@icloud.com" userId="47b6e960b06a1f92" providerId="LiveId" clId="{6ADE14EF-5880-4C8A-B42E-ED7DB25E18A6}" dt="2025-07-18T00:11:15.313" v="3315" actId="47"/>
        <pc:sldMkLst>
          <pc:docMk/>
          <pc:sldMk cId="676014572" sldId="393"/>
        </pc:sldMkLst>
        <pc:picChg chg="add mod modCrop">
          <ac:chgData name="shibariku0623@icloud.com" userId="47b6e960b06a1f92" providerId="LiveId" clId="{6ADE14EF-5880-4C8A-B42E-ED7DB25E18A6}" dt="2025-07-18T00:10:59.633" v="3314" actId="1076"/>
          <ac:picMkLst>
            <pc:docMk/>
            <pc:sldMk cId="676014572" sldId="393"/>
            <ac:picMk id="4" creationId="{DD9B48BB-0EAD-237A-BFAA-B39F7D5C3C1D}"/>
          </ac:picMkLst>
        </pc:picChg>
        <pc:picChg chg="add mod modCrop">
          <ac:chgData name="shibariku0623@icloud.com" userId="47b6e960b06a1f92" providerId="LiveId" clId="{6ADE14EF-5880-4C8A-B42E-ED7DB25E18A6}" dt="2025-07-18T00:10:45.179" v="3312" actId="732"/>
          <ac:picMkLst>
            <pc:docMk/>
            <pc:sldMk cId="676014572" sldId="393"/>
            <ac:picMk id="6" creationId="{A53A6979-EC57-9CC5-B022-3AD4A1CBB1C0}"/>
          </ac:picMkLst>
        </pc:picChg>
      </pc:sldChg>
      <pc:sldChg chg="addSp delSp modSp add mod">
        <pc:chgData name="shibariku0623@icloud.com" userId="47b6e960b06a1f92" providerId="LiveId" clId="{6ADE14EF-5880-4C8A-B42E-ED7DB25E18A6}" dt="2025-07-18T04:00:15.774" v="3414" actId="1076"/>
        <pc:sldMkLst>
          <pc:docMk/>
          <pc:sldMk cId="2565777971" sldId="393"/>
        </pc:sldMkLst>
        <pc:spChg chg="del">
          <ac:chgData name="shibariku0623@icloud.com" userId="47b6e960b06a1f92" providerId="LiveId" clId="{6ADE14EF-5880-4C8A-B42E-ED7DB25E18A6}" dt="2025-07-18T04:00:02.230" v="3405" actId="478"/>
          <ac:spMkLst>
            <pc:docMk/>
            <pc:sldMk cId="2565777971" sldId="393"/>
            <ac:spMk id="31" creationId="{68B72CF9-1F44-F5B8-9748-9C4F755221A0}"/>
          </ac:spMkLst>
        </pc:spChg>
        <pc:spChg chg="del">
          <ac:chgData name="shibariku0623@icloud.com" userId="47b6e960b06a1f92" providerId="LiveId" clId="{6ADE14EF-5880-4C8A-B42E-ED7DB25E18A6}" dt="2025-07-18T04:00:12.955" v="3413" actId="478"/>
          <ac:spMkLst>
            <pc:docMk/>
            <pc:sldMk cId="2565777971" sldId="393"/>
            <ac:spMk id="32" creationId="{2D3A43CC-E218-389E-0332-860EB2853AE7}"/>
          </ac:spMkLst>
        </pc:spChg>
        <pc:spChg chg="del mod">
          <ac:chgData name="shibariku0623@icloud.com" userId="47b6e960b06a1f92" providerId="LiveId" clId="{6ADE14EF-5880-4C8A-B42E-ED7DB25E18A6}" dt="2025-07-18T04:00:03.364" v="3407" actId="478"/>
          <ac:spMkLst>
            <pc:docMk/>
            <pc:sldMk cId="2565777971" sldId="393"/>
            <ac:spMk id="33" creationId="{878813BA-5D31-5243-664A-90E899CC47A5}"/>
          </ac:spMkLst>
        </pc:spChg>
        <pc:picChg chg="add mod">
          <ac:chgData name="shibariku0623@icloud.com" userId="47b6e960b06a1f92" providerId="LiveId" clId="{6ADE14EF-5880-4C8A-B42E-ED7DB25E18A6}" dt="2025-07-18T04:00:15.774" v="3414" actId="1076"/>
          <ac:picMkLst>
            <pc:docMk/>
            <pc:sldMk cId="2565777971" sldId="393"/>
            <ac:picMk id="5" creationId="{F9826639-B80A-C729-3E0D-52CF8315A0DB}"/>
          </ac:picMkLst>
        </pc:picChg>
        <pc:picChg chg="del">
          <ac:chgData name="shibariku0623@icloud.com" userId="47b6e960b06a1f92" providerId="LiveId" clId="{6ADE14EF-5880-4C8A-B42E-ED7DB25E18A6}" dt="2025-07-18T04:00:00.772" v="3404" actId="478"/>
          <ac:picMkLst>
            <pc:docMk/>
            <pc:sldMk cId="2565777971" sldId="393"/>
            <ac:picMk id="27" creationId="{7CE52E23-8269-4332-AB99-F6F4D2BD0663}"/>
          </ac:picMkLst>
        </pc:picChg>
        <pc:picChg chg="del">
          <ac:chgData name="shibariku0623@icloud.com" userId="47b6e960b06a1f92" providerId="LiveId" clId="{6ADE14EF-5880-4C8A-B42E-ED7DB25E18A6}" dt="2025-07-18T04:00:00.128" v="3403" actId="478"/>
          <ac:picMkLst>
            <pc:docMk/>
            <pc:sldMk cId="2565777971" sldId="393"/>
            <ac:picMk id="30" creationId="{F6AD1464-86EA-5DD4-8AA0-0A052A7677D7}"/>
          </ac:picMkLst>
        </pc:picChg>
      </pc:sldChg>
    </pc:docChg>
  </pc:docChgLst>
  <pc:docChgLst>
    <pc:chgData name="shibariku0623@icloud.com" userId="47b6e960b06a1f92" providerId="LiveId" clId="{93A835D6-17BF-4508-A219-81B9971839D8}"/>
    <pc:docChg chg="undo custSel addSld delSld modSld modSection">
      <pc:chgData name="shibariku0623@icloud.com" userId="47b6e960b06a1f92" providerId="LiveId" clId="{93A835D6-17BF-4508-A219-81B9971839D8}" dt="2025-06-13T04:34:10.272" v="1752" actId="47"/>
      <pc:docMkLst>
        <pc:docMk/>
      </pc:docMkLst>
      <pc:sldChg chg="modSp mod">
        <pc:chgData name="shibariku0623@icloud.com" userId="47b6e960b06a1f92" providerId="LiveId" clId="{93A835D6-17BF-4508-A219-81B9971839D8}" dt="2025-06-12T01:59:49.814" v="6" actId="20577"/>
        <pc:sldMkLst>
          <pc:docMk/>
          <pc:sldMk cId="0" sldId="256"/>
        </pc:sldMkLst>
        <pc:spChg chg="mod">
          <ac:chgData name="shibariku0623@icloud.com" userId="47b6e960b06a1f92" providerId="LiveId" clId="{93A835D6-17BF-4508-A219-81B9971839D8}" dt="2025-06-12T01:59:49.814" v="6" actId="20577"/>
          <ac:spMkLst>
            <pc:docMk/>
            <pc:sldMk cId="0" sldId="256"/>
            <ac:spMk id="20" creationId="{00000000-0000-0000-0000-000000000000}"/>
          </ac:spMkLst>
        </pc:spChg>
      </pc:sldChg>
      <pc:sldChg chg="addSp delSp modSp mod">
        <pc:chgData name="shibariku0623@icloud.com" userId="47b6e960b06a1f92" providerId="LiveId" clId="{93A835D6-17BF-4508-A219-81B9971839D8}" dt="2025-06-12T14:43:12.628" v="1010" actId="14100"/>
        <pc:sldMkLst>
          <pc:docMk/>
          <pc:sldMk cId="4083647255" sldId="365"/>
        </pc:sldMkLst>
        <pc:spChg chg="mod">
          <ac:chgData name="shibariku0623@icloud.com" userId="47b6e960b06a1f92" providerId="LiveId" clId="{93A835D6-17BF-4508-A219-81B9971839D8}" dt="2025-06-12T14:43:12.628" v="1010" actId="14100"/>
          <ac:spMkLst>
            <pc:docMk/>
            <pc:sldMk cId="4083647255" sldId="365"/>
            <ac:spMk id="3" creationId="{C666EE45-64D5-EC2F-2370-8F2980800896}"/>
          </ac:spMkLst>
        </pc:spChg>
        <pc:spChg chg="add mod">
          <ac:chgData name="shibariku0623@icloud.com" userId="47b6e960b06a1f92" providerId="LiveId" clId="{93A835D6-17BF-4508-A219-81B9971839D8}" dt="2025-06-12T14:04:39.643" v="275" actId="1076"/>
          <ac:spMkLst>
            <pc:docMk/>
            <pc:sldMk cId="4083647255" sldId="365"/>
            <ac:spMk id="7" creationId="{6FC4A3EE-923B-E3F0-63D2-01414DDA3535}"/>
          </ac:spMkLst>
        </pc:spChg>
        <pc:spChg chg="mod">
          <ac:chgData name="shibariku0623@icloud.com" userId="47b6e960b06a1f92" providerId="LiveId" clId="{93A835D6-17BF-4508-A219-81B9971839D8}" dt="2025-06-12T13:54:53.014" v="158" actId="20577"/>
          <ac:spMkLst>
            <pc:docMk/>
            <pc:sldMk cId="4083647255" sldId="365"/>
            <ac:spMk id="9" creationId="{6D68DE7A-4E02-1BAB-8600-265A9B52A517}"/>
          </ac:spMkLst>
        </pc:spChg>
        <pc:picChg chg="add mod">
          <ac:chgData name="shibariku0623@icloud.com" userId="47b6e960b06a1f92" providerId="LiveId" clId="{93A835D6-17BF-4508-A219-81B9971839D8}" dt="2025-06-12T14:04:19.538" v="271" actId="1076"/>
          <ac:picMkLst>
            <pc:docMk/>
            <pc:sldMk cId="4083647255" sldId="365"/>
            <ac:picMk id="32" creationId="{FFF9E507-674E-EFB7-A629-61D24B4A1D22}"/>
          </ac:picMkLst>
        </pc:picChg>
      </pc:sldChg>
      <pc:sldChg chg="del">
        <pc:chgData name="shibariku0623@icloud.com" userId="47b6e960b06a1f92" providerId="LiveId" clId="{93A835D6-17BF-4508-A219-81B9971839D8}" dt="2025-06-12T14:04:24.692" v="272" actId="47"/>
        <pc:sldMkLst>
          <pc:docMk/>
          <pc:sldMk cId="2759595618" sldId="366"/>
        </pc:sldMkLst>
      </pc:sldChg>
      <pc:sldChg chg="del">
        <pc:chgData name="shibariku0623@icloud.com" userId="47b6e960b06a1f92" providerId="LiveId" clId="{93A835D6-17BF-4508-A219-81B9971839D8}" dt="2025-06-12T14:04:25.908" v="273" actId="47"/>
        <pc:sldMkLst>
          <pc:docMk/>
          <pc:sldMk cId="887469804" sldId="367"/>
        </pc:sldMkLst>
      </pc:sldChg>
      <pc:sldChg chg="delSp del mod">
        <pc:chgData name="shibariku0623@icloud.com" userId="47b6e960b06a1f92" providerId="LiveId" clId="{93A835D6-17BF-4508-A219-81B9971839D8}" dt="2025-06-12T14:26:33.967" v="968" actId="47"/>
        <pc:sldMkLst>
          <pc:docMk/>
          <pc:sldMk cId="3615601322" sldId="368"/>
        </pc:sldMkLst>
      </pc:sldChg>
      <pc:sldChg chg="addSp delSp modSp add mod">
        <pc:chgData name="shibariku0623@icloud.com" userId="47b6e960b06a1f92" providerId="LiveId" clId="{93A835D6-17BF-4508-A219-81B9971839D8}" dt="2025-06-12T14:43:19.925" v="1027" actId="14100"/>
        <pc:sldMkLst>
          <pc:docMk/>
          <pc:sldMk cId="2734874408" sldId="369"/>
        </pc:sldMkLst>
      </pc:sldChg>
      <pc:sldChg chg="addSp delSp modSp add mod">
        <pc:chgData name="shibariku0623@icloud.com" userId="47b6e960b06a1f92" providerId="LiveId" clId="{93A835D6-17BF-4508-A219-81B9971839D8}" dt="2025-06-13T04:31:54.247" v="1648" actId="1076"/>
        <pc:sldMkLst>
          <pc:docMk/>
          <pc:sldMk cId="1262852738" sldId="370"/>
        </pc:sldMkLst>
      </pc:sldChg>
      <pc:sldChg chg="addSp delSp modSp add mod">
        <pc:chgData name="shibariku0623@icloud.com" userId="47b6e960b06a1f92" providerId="LiveId" clId="{93A835D6-17BF-4508-A219-81B9971839D8}" dt="2025-06-12T15:05:10.051" v="1646" actId="14100"/>
        <pc:sldMkLst>
          <pc:docMk/>
          <pc:sldMk cId="3799685991" sldId="371"/>
        </pc:sldMkLst>
      </pc:sldChg>
      <pc:sldChg chg="delSp modSp add del mod">
        <pc:chgData name="shibariku0623@icloud.com" userId="47b6e960b06a1f92" providerId="LiveId" clId="{93A835D6-17BF-4508-A219-81B9971839D8}" dt="2025-06-13T04:34:10.272" v="1752" actId="47"/>
        <pc:sldMkLst>
          <pc:docMk/>
          <pc:sldMk cId="2633086186" sldId="372"/>
        </pc:sldMkLst>
      </pc:sldChg>
    </pc:docChg>
  </pc:docChgLst>
  <pc:docChgLst>
    <pc:chgData name="shibariku0623@icloud.com" userId="47b6e960b06a1f92" providerId="LiveId" clId="{5EBDACD4-D3C4-47C3-ABE7-574A64633C45}"/>
    <pc:docChg chg="undo custSel addSld delSld modSld sldOrd modSection">
      <pc:chgData name="shibariku0623@icloud.com" userId="47b6e960b06a1f92" providerId="LiveId" clId="{5EBDACD4-D3C4-47C3-ABE7-574A64633C45}" dt="2025-05-09T04:13:47.230" v="2070" actId="20577"/>
      <pc:docMkLst>
        <pc:docMk/>
      </pc:docMkLst>
      <pc:sldChg chg="modSp mod">
        <pc:chgData name="shibariku0623@icloud.com" userId="47b6e960b06a1f92" providerId="LiveId" clId="{5EBDACD4-D3C4-47C3-ABE7-574A64633C45}" dt="2025-05-08T20:08:12.960" v="26" actId="20577"/>
        <pc:sldMkLst>
          <pc:docMk/>
          <pc:sldMk cId="0" sldId="256"/>
        </pc:sldMkLst>
        <pc:spChg chg="mod">
          <ac:chgData name="shibariku0623@icloud.com" userId="47b6e960b06a1f92" providerId="LiveId" clId="{5EBDACD4-D3C4-47C3-ABE7-574A64633C45}" dt="2025-05-08T20:08:07.308" v="21" actId="20577"/>
          <ac:spMkLst>
            <pc:docMk/>
            <pc:sldMk cId="0" sldId="256"/>
            <ac:spMk id="17" creationId="{00000000-0000-0000-0000-000000000000}"/>
          </ac:spMkLst>
        </pc:spChg>
        <pc:spChg chg="mod">
          <ac:chgData name="shibariku0623@icloud.com" userId="47b6e960b06a1f92" providerId="LiveId" clId="{5EBDACD4-D3C4-47C3-ABE7-574A64633C45}" dt="2025-05-08T20:08:12.960" v="26" actId="20577"/>
          <ac:spMkLst>
            <pc:docMk/>
            <pc:sldMk cId="0" sldId="256"/>
            <ac:spMk id="20" creationId="{00000000-0000-0000-0000-000000000000}"/>
          </ac:spMkLst>
        </pc:spChg>
      </pc:sldChg>
      <pc:sldChg chg="modSp mod">
        <pc:chgData name="shibariku0623@icloud.com" userId="47b6e960b06a1f92" providerId="LiveId" clId="{5EBDACD4-D3C4-47C3-ABE7-574A64633C45}" dt="2025-05-08T20:09:15.824" v="101" actId="1076"/>
        <pc:sldMkLst>
          <pc:docMk/>
          <pc:sldMk cId="1242965381" sldId="299"/>
        </pc:sldMkLst>
      </pc:sldChg>
      <pc:sldChg chg="del">
        <pc:chgData name="shibariku0623@icloud.com" userId="47b6e960b06a1f92" providerId="LiveId" clId="{5EBDACD4-D3C4-47C3-ABE7-574A64633C45}" dt="2025-05-08T20:12:17.498" v="115" actId="47"/>
        <pc:sldMkLst>
          <pc:docMk/>
          <pc:sldMk cId="761964446" sldId="345"/>
        </pc:sldMkLst>
      </pc:sldChg>
      <pc:sldChg chg="mod ord modShow">
        <pc:chgData name="shibariku0623@icloud.com" userId="47b6e960b06a1f92" providerId="LiveId" clId="{5EBDACD4-D3C4-47C3-ABE7-574A64633C45}" dt="2025-05-08T20:08:32.396" v="29" actId="729"/>
        <pc:sldMkLst>
          <pc:docMk/>
          <pc:sldMk cId="1839823296" sldId="353"/>
        </pc:sldMkLst>
      </pc:sldChg>
      <pc:sldChg chg="mod ord modShow">
        <pc:chgData name="shibariku0623@icloud.com" userId="47b6e960b06a1f92" providerId="LiveId" clId="{5EBDACD4-D3C4-47C3-ABE7-574A64633C45}" dt="2025-05-08T20:09:50.540" v="113" actId="729"/>
        <pc:sldMkLst>
          <pc:docMk/>
          <pc:sldMk cId="427512372" sldId="354"/>
        </pc:sldMkLst>
      </pc:sldChg>
      <pc:sldChg chg="del">
        <pc:chgData name="shibariku0623@icloud.com" userId="47b6e960b06a1f92" providerId="LiveId" clId="{5EBDACD4-D3C4-47C3-ABE7-574A64633C45}" dt="2025-05-08T20:09:18.074" v="102" actId="47"/>
        <pc:sldMkLst>
          <pc:docMk/>
          <pc:sldMk cId="1149079620" sldId="356"/>
        </pc:sldMkLst>
      </pc:sldChg>
      <pc:sldChg chg="del">
        <pc:chgData name="shibariku0623@icloud.com" userId="47b6e960b06a1f92" providerId="LiveId" clId="{5EBDACD4-D3C4-47C3-ABE7-574A64633C45}" dt="2025-05-08T20:09:18.975" v="103" actId="47"/>
        <pc:sldMkLst>
          <pc:docMk/>
          <pc:sldMk cId="1607868842" sldId="357"/>
        </pc:sldMkLst>
      </pc:sldChg>
      <pc:sldChg chg="del">
        <pc:chgData name="shibariku0623@icloud.com" userId="47b6e960b06a1f92" providerId="LiveId" clId="{5EBDACD4-D3C4-47C3-ABE7-574A64633C45}" dt="2025-05-08T20:09:29.695" v="108" actId="47"/>
        <pc:sldMkLst>
          <pc:docMk/>
          <pc:sldMk cId="3890046648" sldId="358"/>
        </pc:sldMkLst>
      </pc:sldChg>
      <pc:sldChg chg="modSp add mod">
        <pc:chgData name="shibariku0623@icloud.com" userId="47b6e960b06a1f92" providerId="LiveId" clId="{5EBDACD4-D3C4-47C3-ABE7-574A64633C45}" dt="2025-05-08T20:09:42.517" v="110" actId="207"/>
        <pc:sldMkLst>
          <pc:docMk/>
          <pc:sldMk cId="391639119" sldId="360"/>
        </pc:sldMkLst>
      </pc:sldChg>
      <pc:sldChg chg="modSp add mod ord">
        <pc:chgData name="shibariku0623@icloud.com" userId="47b6e960b06a1f92" providerId="LiveId" clId="{5EBDACD4-D3C4-47C3-ABE7-574A64633C45}" dt="2025-05-08T20:09:38.049" v="109" actId="207"/>
        <pc:sldMkLst>
          <pc:docMk/>
          <pc:sldMk cId="884789461" sldId="361"/>
        </pc:sldMkLst>
      </pc:sldChg>
      <pc:sldChg chg="delSp modSp add mod">
        <pc:chgData name="shibariku0623@icloud.com" userId="47b6e960b06a1f92" providerId="LiveId" clId="{5EBDACD4-D3C4-47C3-ABE7-574A64633C45}" dt="2025-05-08T20:13:41.952" v="133" actId="20577"/>
        <pc:sldMkLst>
          <pc:docMk/>
          <pc:sldMk cId="953242606" sldId="362"/>
        </pc:sldMkLst>
        <pc:spChg chg="mod">
          <ac:chgData name="shibariku0623@icloud.com" userId="47b6e960b06a1f92" providerId="LiveId" clId="{5EBDACD4-D3C4-47C3-ABE7-574A64633C45}" dt="2025-05-08T20:13:41.952" v="133" actId="20577"/>
          <ac:spMkLst>
            <pc:docMk/>
            <pc:sldMk cId="953242606" sldId="362"/>
            <ac:spMk id="5" creationId="{F4C6E962-1682-6D74-EA96-1F07AA9F6988}"/>
          </ac:spMkLst>
        </pc:spChg>
      </pc:sldChg>
      <pc:sldChg chg="add del">
        <pc:chgData name="shibariku0623@icloud.com" userId="47b6e960b06a1f92" providerId="LiveId" clId="{5EBDACD4-D3C4-47C3-ABE7-574A64633C45}" dt="2025-05-08T22:05:39.489" v="1811" actId="47"/>
        <pc:sldMkLst>
          <pc:docMk/>
          <pc:sldMk cId="2833152822" sldId="363"/>
        </pc:sldMkLst>
      </pc:sldChg>
      <pc:sldChg chg="addSp delSp modSp add mod ord modShow">
        <pc:chgData name="shibariku0623@icloud.com" userId="47b6e960b06a1f92" providerId="LiveId" clId="{5EBDACD4-D3C4-47C3-ABE7-574A64633C45}" dt="2025-05-08T22:06:06.727" v="1816" actId="729"/>
        <pc:sldMkLst>
          <pc:docMk/>
          <pc:sldMk cId="2694686129" sldId="364"/>
        </pc:sldMkLst>
        <pc:spChg chg="mod">
          <ac:chgData name="shibariku0623@icloud.com" userId="47b6e960b06a1f92" providerId="LiveId" clId="{5EBDACD4-D3C4-47C3-ABE7-574A64633C45}" dt="2025-05-08T20:13:48.006" v="159" actId="20577"/>
          <ac:spMkLst>
            <pc:docMk/>
            <pc:sldMk cId="2694686129" sldId="364"/>
            <ac:spMk id="3" creationId="{A1DF3554-EC11-AB5C-67F2-E3400E588E79}"/>
          </ac:spMkLst>
        </pc:spChg>
        <pc:spChg chg="mod">
          <ac:chgData name="shibariku0623@icloud.com" userId="47b6e960b06a1f92" providerId="LiveId" clId="{5EBDACD4-D3C4-47C3-ABE7-574A64633C45}" dt="2025-05-08T20:21:07.568" v="183" actId="20577"/>
          <ac:spMkLst>
            <pc:docMk/>
            <pc:sldMk cId="2694686129" sldId="364"/>
            <ac:spMk id="9" creationId="{47CB4041-E53C-B6ED-42C0-2F6590E2BB96}"/>
          </ac:spMkLst>
        </pc:spChg>
        <pc:spChg chg="add mod ord">
          <ac:chgData name="shibariku0623@icloud.com" userId="47b6e960b06a1f92" providerId="LiveId" clId="{5EBDACD4-D3C4-47C3-ABE7-574A64633C45}" dt="2025-05-08T20:54:31.532" v="636" actId="14100"/>
          <ac:spMkLst>
            <pc:docMk/>
            <pc:sldMk cId="2694686129" sldId="364"/>
            <ac:spMk id="28" creationId="{B98C093E-B56D-B61A-7762-7AC7D9AE580E}"/>
          </ac:spMkLst>
        </pc:spChg>
        <pc:spChg chg="mod">
          <ac:chgData name="shibariku0623@icloud.com" userId="47b6e960b06a1f92" providerId="LiveId" clId="{5EBDACD4-D3C4-47C3-ABE7-574A64633C45}" dt="2025-05-08T20:55:00.752" v="676" actId="1076"/>
          <ac:spMkLst>
            <pc:docMk/>
            <pc:sldMk cId="2694686129" sldId="364"/>
            <ac:spMk id="35" creationId="{37E7B577-1053-1411-4C84-15CE3559CB40}"/>
          </ac:spMkLst>
        </pc:spChg>
        <pc:spChg chg="mod">
          <ac:chgData name="shibariku0623@icloud.com" userId="47b6e960b06a1f92" providerId="LiveId" clId="{5EBDACD4-D3C4-47C3-ABE7-574A64633C45}" dt="2025-05-08T20:51:09.941" v="516" actId="20577"/>
          <ac:spMkLst>
            <pc:docMk/>
            <pc:sldMk cId="2694686129" sldId="364"/>
            <ac:spMk id="37" creationId="{57AA8263-2BC9-8894-CEDD-D8B08D194ABD}"/>
          </ac:spMkLst>
        </pc:spChg>
        <pc:grpChg chg="mod">
          <ac:chgData name="shibariku0623@icloud.com" userId="47b6e960b06a1f92" providerId="LiveId" clId="{5EBDACD4-D3C4-47C3-ABE7-574A64633C45}" dt="2025-05-08T20:21:01.888" v="162" actId="1076"/>
          <ac:grpSpMkLst>
            <pc:docMk/>
            <pc:sldMk cId="2694686129" sldId="364"/>
            <ac:grpSpMk id="8" creationId="{0BC2B47F-3739-A87B-0276-BC8ADB39DA1E}"/>
          </ac:grpSpMkLst>
        </pc:grpChg>
        <pc:grpChg chg="mod">
          <ac:chgData name="shibariku0623@icloud.com" userId="47b6e960b06a1f92" providerId="LiveId" clId="{5EBDACD4-D3C4-47C3-ABE7-574A64633C45}" dt="2025-05-08T20:53:58.771" v="629" actId="1076"/>
          <ac:grpSpMkLst>
            <pc:docMk/>
            <pc:sldMk cId="2694686129" sldId="364"/>
            <ac:grpSpMk id="36" creationId="{32233F6B-EBD5-E4F8-74EA-64E0471467D6}"/>
          </ac:grpSpMkLst>
        </pc:grpChg>
      </pc:sldChg>
      <pc:sldChg chg="addSp delSp modSp add mod ord modShow">
        <pc:chgData name="shibariku0623@icloud.com" userId="47b6e960b06a1f92" providerId="LiveId" clId="{5EBDACD4-D3C4-47C3-ABE7-574A64633C45}" dt="2025-05-08T22:05:46.940" v="1812" actId="729"/>
        <pc:sldMkLst>
          <pc:docMk/>
          <pc:sldMk cId="4083647255" sldId="365"/>
        </pc:sldMkLst>
        <pc:spChg chg="mod">
          <ac:chgData name="shibariku0623@icloud.com" userId="47b6e960b06a1f92" providerId="LiveId" clId="{5EBDACD4-D3C4-47C3-ABE7-574A64633C45}" dt="2025-05-08T20:58:35.081" v="882" actId="20577"/>
          <ac:spMkLst>
            <pc:docMk/>
            <pc:sldMk cId="4083647255" sldId="365"/>
            <ac:spMk id="3" creationId="{C666EE45-64D5-EC2F-2370-8F2980800896}"/>
          </ac:spMkLst>
        </pc:spChg>
        <pc:spChg chg="mod">
          <ac:chgData name="shibariku0623@icloud.com" userId="47b6e960b06a1f92" providerId="LiveId" clId="{5EBDACD4-D3C4-47C3-ABE7-574A64633C45}" dt="2025-05-08T20:58:41.375" v="900" actId="20577"/>
          <ac:spMkLst>
            <pc:docMk/>
            <pc:sldMk cId="4083647255" sldId="365"/>
            <ac:spMk id="9" creationId="{6D68DE7A-4E02-1BAB-8600-265A9B52A517}"/>
          </ac:spMkLst>
        </pc:spChg>
        <pc:grpChg chg="mod">
          <ac:chgData name="shibariku0623@icloud.com" userId="47b6e960b06a1f92" providerId="LiveId" clId="{5EBDACD4-D3C4-47C3-ABE7-574A64633C45}" dt="2025-05-08T20:58:25.136" v="839" actId="1076"/>
          <ac:grpSpMkLst>
            <pc:docMk/>
            <pc:sldMk cId="4083647255" sldId="365"/>
            <ac:grpSpMk id="8" creationId="{873CC8C1-83F1-C2F4-0757-DDB3FC534B46}"/>
          </ac:grpSpMkLst>
        </pc:grpChg>
      </pc:sldChg>
      <pc:sldChg chg="addSp delSp modSp add mod modShow modNotesTx">
        <pc:chgData name="shibariku0623@icloud.com" userId="47b6e960b06a1f92" providerId="LiveId" clId="{5EBDACD4-D3C4-47C3-ABE7-574A64633C45}" dt="2025-05-09T04:13:47.230" v="2070" actId="20577"/>
        <pc:sldMkLst>
          <pc:docMk/>
          <pc:sldMk cId="2759595618" sldId="366"/>
        </pc:sldMkLst>
      </pc:sldChg>
      <pc:sldChg chg="addSp delSp modSp add mod modShow">
        <pc:chgData name="shibariku0623@icloud.com" userId="47b6e960b06a1f92" providerId="LiveId" clId="{5EBDACD4-D3C4-47C3-ABE7-574A64633C45}" dt="2025-05-08T22:05:51.881" v="1814" actId="729"/>
        <pc:sldMkLst>
          <pc:docMk/>
          <pc:sldMk cId="887469804" sldId="367"/>
        </pc:sldMkLst>
      </pc:sldChg>
      <pc:sldChg chg="addSp delSp modSp add mod modShow">
        <pc:chgData name="shibariku0623@icloud.com" userId="47b6e960b06a1f92" providerId="LiveId" clId="{5EBDACD4-D3C4-47C3-ABE7-574A64633C45}" dt="2025-05-08T22:10:29.428" v="1942" actId="1076"/>
        <pc:sldMkLst>
          <pc:docMk/>
          <pc:sldMk cId="3615601322" sldId="368"/>
        </pc:sldMkLst>
      </pc:sldChg>
    </pc:docChg>
  </pc:docChgLst>
  <pc:docChgLst>
    <pc:chgData name="shibariku0623@icloud.com" userId="47b6e960b06a1f92" providerId="LiveId" clId="{1955F884-A850-44BD-BAA4-3D5511B6E2C0}"/>
    <pc:docChg chg="undo redo custSel addSld delSld modSld sldOrd addSection delSection modSection">
      <pc:chgData name="shibariku0623@icloud.com" userId="47b6e960b06a1f92" providerId="LiveId" clId="{1955F884-A850-44BD-BAA4-3D5511B6E2C0}" dt="2025-03-28T05:36:15.537" v="4694" actId="20577"/>
      <pc:docMkLst>
        <pc:docMk/>
      </pc:docMkLst>
      <pc:sldChg chg="addSp modSp mod">
        <pc:chgData name="shibariku0623@icloud.com" userId="47b6e960b06a1f92" providerId="LiveId" clId="{1955F884-A850-44BD-BAA4-3D5511B6E2C0}" dt="2025-03-28T05:25:30.302" v="4651" actId="2711"/>
        <pc:sldMkLst>
          <pc:docMk/>
          <pc:sldMk cId="0" sldId="256"/>
        </pc:sldMkLst>
      </pc:sldChg>
      <pc:sldChg chg="del">
        <pc:chgData name="shibariku0623@icloud.com" userId="47b6e960b06a1f92" providerId="LiveId" clId="{1955F884-A850-44BD-BAA4-3D5511B6E2C0}" dt="2025-03-26T06:20:00.442" v="45" actId="47"/>
        <pc:sldMkLst>
          <pc:docMk/>
          <pc:sldMk cId="0" sldId="269"/>
        </pc:sldMkLst>
      </pc:sldChg>
      <pc:sldChg chg="del">
        <pc:chgData name="shibariku0623@icloud.com" userId="47b6e960b06a1f92" providerId="LiveId" clId="{1955F884-A850-44BD-BAA4-3D5511B6E2C0}" dt="2025-03-26T06:19:59.833" v="44" actId="47"/>
        <pc:sldMkLst>
          <pc:docMk/>
          <pc:sldMk cId="585515259" sldId="287"/>
        </pc:sldMkLst>
      </pc:sldChg>
      <pc:sldChg chg="del">
        <pc:chgData name="shibariku0623@icloud.com" userId="47b6e960b06a1f92" providerId="LiveId" clId="{1955F884-A850-44BD-BAA4-3D5511B6E2C0}" dt="2025-03-26T06:19:50.937" v="36" actId="47"/>
        <pc:sldMkLst>
          <pc:docMk/>
          <pc:sldMk cId="1250007382" sldId="291"/>
        </pc:sldMkLst>
      </pc:sldChg>
      <pc:sldChg chg="ord">
        <pc:chgData name="shibariku0623@icloud.com" userId="47b6e960b06a1f92" providerId="LiveId" clId="{1955F884-A850-44BD-BAA4-3D5511B6E2C0}" dt="2025-03-26T06:22:20.027" v="75"/>
        <pc:sldMkLst>
          <pc:docMk/>
          <pc:sldMk cId="1799079156" sldId="298"/>
        </pc:sldMkLst>
      </pc:sldChg>
      <pc:sldChg chg="delSp modSp mod">
        <pc:chgData name="shibariku0623@icloud.com" userId="47b6e960b06a1f92" providerId="LiveId" clId="{1955F884-A850-44BD-BAA4-3D5511B6E2C0}" dt="2025-03-26T07:21:29.339" v="173" actId="1076"/>
        <pc:sldMkLst>
          <pc:docMk/>
          <pc:sldMk cId="1242965381" sldId="299"/>
        </pc:sldMkLst>
      </pc:sldChg>
      <pc:sldChg chg="del">
        <pc:chgData name="shibariku0623@icloud.com" userId="47b6e960b06a1f92" providerId="LiveId" clId="{1955F884-A850-44BD-BAA4-3D5511B6E2C0}" dt="2025-03-26T06:21:17.411" v="64" actId="47"/>
        <pc:sldMkLst>
          <pc:docMk/>
          <pc:sldMk cId="3577459148" sldId="300"/>
        </pc:sldMkLst>
      </pc:sldChg>
      <pc:sldChg chg="del">
        <pc:chgData name="shibariku0623@icloud.com" userId="47b6e960b06a1f92" providerId="LiveId" clId="{1955F884-A850-44BD-BAA4-3D5511B6E2C0}" dt="2025-03-26T06:19:50.807" v="35" actId="47"/>
        <pc:sldMkLst>
          <pc:docMk/>
          <pc:sldMk cId="375572077" sldId="301"/>
        </pc:sldMkLst>
      </pc:sldChg>
      <pc:sldChg chg="ord">
        <pc:chgData name="shibariku0623@icloud.com" userId="47b6e960b06a1f92" providerId="LiveId" clId="{1955F884-A850-44BD-BAA4-3D5511B6E2C0}" dt="2025-03-26T06:22:20.027" v="75"/>
        <pc:sldMkLst>
          <pc:docMk/>
          <pc:sldMk cId="3435325129" sldId="302"/>
        </pc:sldMkLst>
      </pc:sldChg>
      <pc:sldChg chg="ord">
        <pc:chgData name="shibariku0623@icloud.com" userId="47b6e960b06a1f92" providerId="LiveId" clId="{1955F884-A850-44BD-BAA4-3D5511B6E2C0}" dt="2025-03-26T06:22:20.027" v="75"/>
        <pc:sldMkLst>
          <pc:docMk/>
          <pc:sldMk cId="1994194877" sldId="303"/>
        </pc:sldMkLst>
      </pc:sldChg>
      <pc:sldChg chg="del">
        <pc:chgData name="shibariku0623@icloud.com" userId="47b6e960b06a1f92" providerId="LiveId" clId="{1955F884-A850-44BD-BAA4-3D5511B6E2C0}" dt="2025-03-26T06:19:53.215" v="41" actId="47"/>
        <pc:sldMkLst>
          <pc:docMk/>
          <pc:sldMk cId="2101278953" sldId="304"/>
        </pc:sldMkLst>
      </pc:sldChg>
      <pc:sldChg chg="del">
        <pc:chgData name="shibariku0623@icloud.com" userId="47b6e960b06a1f92" providerId="LiveId" clId="{1955F884-A850-44BD-BAA4-3D5511B6E2C0}" dt="2025-03-26T06:19:53.105" v="40" actId="47"/>
        <pc:sldMkLst>
          <pc:docMk/>
          <pc:sldMk cId="206283201" sldId="306"/>
        </pc:sldMkLst>
      </pc:sldChg>
      <pc:sldChg chg="del">
        <pc:chgData name="shibariku0623@icloud.com" userId="47b6e960b06a1f92" providerId="LiveId" clId="{1955F884-A850-44BD-BAA4-3D5511B6E2C0}" dt="2025-03-26T06:19:49.909" v="30" actId="47"/>
        <pc:sldMkLst>
          <pc:docMk/>
          <pc:sldMk cId="3350605095" sldId="313"/>
        </pc:sldMkLst>
      </pc:sldChg>
      <pc:sldChg chg="del">
        <pc:chgData name="shibariku0623@icloud.com" userId="47b6e960b06a1f92" providerId="LiveId" clId="{1955F884-A850-44BD-BAA4-3D5511B6E2C0}" dt="2025-03-26T06:19:50.459" v="32" actId="47"/>
        <pc:sldMkLst>
          <pc:docMk/>
          <pc:sldMk cId="3595308617" sldId="315"/>
        </pc:sldMkLst>
      </pc:sldChg>
      <pc:sldChg chg="del">
        <pc:chgData name="shibariku0623@icloud.com" userId="47b6e960b06a1f92" providerId="LiveId" clId="{1955F884-A850-44BD-BAA4-3D5511B6E2C0}" dt="2025-03-26T06:21:19.335" v="65" actId="47"/>
        <pc:sldMkLst>
          <pc:docMk/>
          <pc:sldMk cId="2998499187" sldId="316"/>
        </pc:sldMkLst>
      </pc:sldChg>
      <pc:sldChg chg="del">
        <pc:chgData name="shibariku0623@icloud.com" userId="47b6e960b06a1f92" providerId="LiveId" clId="{1955F884-A850-44BD-BAA4-3D5511B6E2C0}" dt="2025-03-26T06:19:53.368" v="43" actId="47"/>
        <pc:sldMkLst>
          <pc:docMk/>
          <pc:sldMk cId="882493429" sldId="330"/>
        </pc:sldMkLst>
      </pc:sldChg>
      <pc:sldChg chg="del">
        <pc:chgData name="shibariku0623@icloud.com" userId="47b6e960b06a1f92" providerId="LiveId" clId="{1955F884-A850-44BD-BAA4-3D5511B6E2C0}" dt="2025-03-26T06:21:24.494" v="66" actId="47"/>
        <pc:sldMkLst>
          <pc:docMk/>
          <pc:sldMk cId="3970509869" sldId="337"/>
        </pc:sldMkLst>
      </pc:sldChg>
      <pc:sldChg chg="del">
        <pc:chgData name="shibariku0623@icloud.com" userId="47b6e960b06a1f92" providerId="LiveId" clId="{1955F884-A850-44BD-BAA4-3D5511B6E2C0}" dt="2025-03-26T06:19:48.768" v="29" actId="47"/>
        <pc:sldMkLst>
          <pc:docMk/>
          <pc:sldMk cId="118621087" sldId="338"/>
        </pc:sldMkLst>
      </pc:sldChg>
      <pc:sldChg chg="del">
        <pc:chgData name="shibariku0623@icloud.com" userId="47b6e960b06a1f92" providerId="LiveId" clId="{1955F884-A850-44BD-BAA4-3D5511B6E2C0}" dt="2025-03-26T06:19:50.565" v="33" actId="47"/>
        <pc:sldMkLst>
          <pc:docMk/>
          <pc:sldMk cId="1135623113" sldId="339"/>
        </pc:sldMkLst>
      </pc:sldChg>
      <pc:sldChg chg="del">
        <pc:chgData name="shibariku0623@icloud.com" userId="47b6e960b06a1f92" providerId="LiveId" clId="{1955F884-A850-44BD-BAA4-3D5511B6E2C0}" dt="2025-03-26T06:19:51.178" v="37" actId="47"/>
        <pc:sldMkLst>
          <pc:docMk/>
          <pc:sldMk cId="1893174392" sldId="340"/>
        </pc:sldMkLst>
      </pc:sldChg>
      <pc:sldChg chg="del">
        <pc:chgData name="shibariku0623@icloud.com" userId="47b6e960b06a1f92" providerId="LiveId" clId="{1955F884-A850-44BD-BAA4-3D5511B6E2C0}" dt="2025-03-26T07:21:33.072" v="174" actId="47"/>
        <pc:sldMkLst>
          <pc:docMk/>
          <pc:sldMk cId="896587178" sldId="341"/>
        </pc:sldMkLst>
      </pc:sldChg>
      <pc:sldChg chg="ord">
        <pc:chgData name="shibariku0623@icloud.com" userId="47b6e960b06a1f92" providerId="LiveId" clId="{1955F884-A850-44BD-BAA4-3D5511B6E2C0}" dt="2025-03-26T06:22:20.027" v="75"/>
        <pc:sldMkLst>
          <pc:docMk/>
          <pc:sldMk cId="2731234333" sldId="342"/>
        </pc:sldMkLst>
      </pc:sldChg>
      <pc:sldChg chg="ord">
        <pc:chgData name="shibariku0623@icloud.com" userId="47b6e960b06a1f92" providerId="LiveId" clId="{1955F884-A850-44BD-BAA4-3D5511B6E2C0}" dt="2025-03-26T06:22:20.027" v="75"/>
        <pc:sldMkLst>
          <pc:docMk/>
          <pc:sldMk cId="1352494329" sldId="343"/>
        </pc:sldMkLst>
      </pc:sldChg>
      <pc:sldChg chg="ord">
        <pc:chgData name="shibariku0623@icloud.com" userId="47b6e960b06a1f92" providerId="LiveId" clId="{1955F884-A850-44BD-BAA4-3D5511B6E2C0}" dt="2025-03-26T06:22:20.027" v="75"/>
        <pc:sldMkLst>
          <pc:docMk/>
          <pc:sldMk cId="3838289704" sldId="344"/>
        </pc:sldMkLst>
      </pc:sldChg>
      <pc:sldChg chg="addSp delSp modSp mod ord modShow">
        <pc:chgData name="shibariku0623@icloud.com" userId="47b6e960b06a1f92" providerId="LiveId" clId="{1955F884-A850-44BD-BAA4-3D5511B6E2C0}" dt="2025-03-28T05:36:15.537" v="4694" actId="20577"/>
        <pc:sldMkLst>
          <pc:docMk/>
          <pc:sldMk cId="761964446" sldId="345"/>
        </pc:sldMkLst>
      </pc:sldChg>
      <pc:sldChg chg="del">
        <pc:chgData name="shibariku0623@icloud.com" userId="47b6e960b06a1f92" providerId="LiveId" clId="{1955F884-A850-44BD-BAA4-3D5511B6E2C0}" dt="2025-03-26T06:19:50.701" v="34" actId="47"/>
        <pc:sldMkLst>
          <pc:docMk/>
          <pc:sldMk cId="2174756327" sldId="347"/>
        </pc:sldMkLst>
      </pc:sldChg>
      <pc:sldChg chg="del">
        <pc:chgData name="shibariku0623@icloud.com" userId="47b6e960b06a1f92" providerId="LiveId" clId="{1955F884-A850-44BD-BAA4-3D5511B6E2C0}" dt="2025-03-26T06:20:01.776" v="46" actId="47"/>
        <pc:sldMkLst>
          <pc:docMk/>
          <pc:sldMk cId="2795838002" sldId="348"/>
        </pc:sldMkLst>
      </pc:sldChg>
      <pc:sldChg chg="del">
        <pc:chgData name="shibariku0623@icloud.com" userId="47b6e960b06a1f92" providerId="LiveId" clId="{1955F884-A850-44BD-BAA4-3D5511B6E2C0}" dt="2025-03-26T06:20:03.245" v="49" actId="47"/>
        <pc:sldMkLst>
          <pc:docMk/>
          <pc:sldMk cId="4144526097" sldId="349"/>
        </pc:sldMkLst>
      </pc:sldChg>
      <pc:sldChg chg="addSp delSp modSp mod ord">
        <pc:chgData name="shibariku0623@icloud.com" userId="47b6e960b06a1f92" providerId="LiveId" clId="{1955F884-A850-44BD-BAA4-3D5511B6E2C0}" dt="2025-03-26T12:39:05.135" v="1786" actId="1076"/>
        <pc:sldMkLst>
          <pc:docMk/>
          <pc:sldMk cId="3703406585" sldId="350"/>
        </pc:sldMkLst>
      </pc:sldChg>
      <pc:sldChg chg="del">
        <pc:chgData name="shibariku0623@icloud.com" userId="47b6e960b06a1f92" providerId="LiveId" clId="{1955F884-A850-44BD-BAA4-3D5511B6E2C0}" dt="2025-03-26T06:19:52.970" v="39" actId="47"/>
        <pc:sldMkLst>
          <pc:docMk/>
          <pc:sldMk cId="122755826" sldId="351"/>
        </pc:sldMkLst>
      </pc:sldChg>
      <pc:sldChg chg="add del">
        <pc:chgData name="shibariku0623@icloud.com" userId="47b6e960b06a1f92" providerId="LiveId" clId="{1955F884-A850-44BD-BAA4-3D5511B6E2C0}" dt="2025-03-26T06:21:41.916" v="68" actId="47"/>
        <pc:sldMkLst>
          <pc:docMk/>
          <pc:sldMk cId="2369132893" sldId="351"/>
        </pc:sldMkLst>
      </pc:sldChg>
      <pc:sldChg chg="del">
        <pc:chgData name="shibariku0623@icloud.com" userId="47b6e960b06a1f92" providerId="LiveId" clId="{1955F884-A850-44BD-BAA4-3D5511B6E2C0}" dt="2025-03-26T06:20:05.573" v="52" actId="47"/>
        <pc:sldMkLst>
          <pc:docMk/>
          <pc:sldMk cId="247152735" sldId="352"/>
        </pc:sldMkLst>
      </pc:sldChg>
      <pc:sldChg chg="add ord">
        <pc:chgData name="shibariku0623@icloud.com" userId="47b6e960b06a1f92" providerId="LiveId" clId="{1955F884-A850-44BD-BAA4-3D5511B6E2C0}" dt="2025-03-26T06:22:20.027" v="75"/>
        <pc:sldMkLst>
          <pc:docMk/>
          <pc:sldMk cId="2561804069" sldId="352"/>
        </pc:sldMkLst>
      </pc:sldChg>
      <pc:sldChg chg="del">
        <pc:chgData name="shibariku0623@icloud.com" userId="47b6e960b06a1f92" providerId="LiveId" clId="{1955F884-A850-44BD-BAA4-3D5511B6E2C0}" dt="2025-03-26T06:19:41.110" v="26" actId="47"/>
        <pc:sldMkLst>
          <pc:docMk/>
          <pc:sldMk cId="1432675675" sldId="353"/>
        </pc:sldMkLst>
      </pc:sldChg>
      <pc:sldChg chg="addSp delSp modSp add mod ord">
        <pc:chgData name="shibariku0623@icloud.com" userId="47b6e960b06a1f92" providerId="LiveId" clId="{1955F884-A850-44BD-BAA4-3D5511B6E2C0}" dt="2025-03-28T05:04:06.301" v="3987" actId="1076"/>
        <pc:sldMkLst>
          <pc:docMk/>
          <pc:sldMk cId="1839823296" sldId="353"/>
        </pc:sldMkLst>
      </pc:sldChg>
      <pc:sldChg chg="addSp delSp modSp add mod ord modNotesTx">
        <pc:chgData name="shibariku0623@icloud.com" userId="47b6e960b06a1f92" providerId="LiveId" clId="{1955F884-A850-44BD-BAA4-3D5511B6E2C0}" dt="2025-03-28T05:08:21.760" v="4113" actId="478"/>
        <pc:sldMkLst>
          <pc:docMk/>
          <pc:sldMk cId="427512372" sldId="354"/>
        </pc:sldMkLst>
      </pc:sldChg>
      <pc:sldChg chg="del">
        <pc:chgData name="shibariku0623@icloud.com" userId="47b6e960b06a1f92" providerId="LiveId" clId="{1955F884-A850-44BD-BAA4-3D5511B6E2C0}" dt="2025-03-26T06:19:53.286" v="42" actId="47"/>
        <pc:sldMkLst>
          <pc:docMk/>
          <pc:sldMk cId="2037067713" sldId="354"/>
        </pc:sldMkLst>
      </pc:sldChg>
      <pc:sldChg chg="add del">
        <pc:chgData name="shibariku0623@icloud.com" userId="47b6e960b06a1f92" providerId="LiveId" clId="{1955F884-A850-44BD-BAA4-3D5511B6E2C0}" dt="2025-03-27T04:21:04.554" v="3601" actId="47"/>
        <pc:sldMkLst>
          <pc:docMk/>
          <pc:sldMk cId="660865673" sldId="355"/>
        </pc:sldMkLst>
      </pc:sldChg>
      <pc:sldChg chg="del">
        <pc:chgData name="shibariku0623@icloud.com" userId="47b6e960b06a1f92" providerId="LiveId" clId="{1955F884-A850-44BD-BAA4-3D5511B6E2C0}" dt="2025-03-26T06:19:41.427" v="27" actId="47"/>
        <pc:sldMkLst>
          <pc:docMk/>
          <pc:sldMk cId="1814703424" sldId="355"/>
        </pc:sldMkLst>
      </pc:sldChg>
      <pc:sldChg chg="modSp add mod">
        <pc:chgData name="shibariku0623@icloud.com" userId="47b6e960b06a1f92" providerId="LiveId" clId="{1955F884-A850-44BD-BAA4-3D5511B6E2C0}" dt="2025-03-26T07:21:51.669" v="178" actId="207"/>
        <pc:sldMkLst>
          <pc:docMk/>
          <pc:sldMk cId="1149079620" sldId="356"/>
        </pc:sldMkLst>
      </pc:sldChg>
      <pc:sldChg chg="del">
        <pc:chgData name="shibariku0623@icloud.com" userId="47b6e960b06a1f92" providerId="LiveId" clId="{1955F884-A850-44BD-BAA4-3D5511B6E2C0}" dt="2025-03-26T06:20:09.029" v="56" actId="47"/>
        <pc:sldMkLst>
          <pc:docMk/>
          <pc:sldMk cId="3920436394" sldId="356"/>
        </pc:sldMkLst>
      </pc:sldChg>
      <pc:sldChg chg="del">
        <pc:chgData name="shibariku0623@icloud.com" userId="47b6e960b06a1f92" providerId="LiveId" clId="{1955F884-A850-44BD-BAA4-3D5511B6E2C0}" dt="2025-03-26T06:19:52.820" v="38" actId="47"/>
        <pc:sldMkLst>
          <pc:docMk/>
          <pc:sldMk cId="1042611668" sldId="357"/>
        </pc:sldMkLst>
      </pc:sldChg>
      <pc:sldChg chg="modSp add mod">
        <pc:chgData name="shibariku0623@icloud.com" userId="47b6e960b06a1f92" providerId="LiveId" clId="{1955F884-A850-44BD-BAA4-3D5511B6E2C0}" dt="2025-03-26T07:21:58.484" v="179" actId="207"/>
        <pc:sldMkLst>
          <pc:docMk/>
          <pc:sldMk cId="1607868842" sldId="357"/>
        </pc:sldMkLst>
      </pc:sldChg>
      <pc:sldChg chg="del">
        <pc:chgData name="shibariku0623@icloud.com" userId="47b6e960b06a1f92" providerId="LiveId" clId="{1955F884-A850-44BD-BAA4-3D5511B6E2C0}" dt="2025-03-26T06:19:44.256" v="28" actId="47"/>
        <pc:sldMkLst>
          <pc:docMk/>
          <pc:sldMk cId="2854338461" sldId="358"/>
        </pc:sldMkLst>
      </pc:sldChg>
      <pc:sldChg chg="modSp add mod">
        <pc:chgData name="shibariku0623@icloud.com" userId="47b6e960b06a1f92" providerId="LiveId" clId="{1955F884-A850-44BD-BAA4-3D5511B6E2C0}" dt="2025-03-26T07:22:02.625" v="180" actId="207"/>
        <pc:sldMkLst>
          <pc:docMk/>
          <pc:sldMk cId="3890046648" sldId="358"/>
        </pc:sldMkLst>
      </pc:sldChg>
      <pc:sldChg chg="add">
        <pc:chgData name="shibariku0623@icloud.com" userId="47b6e960b06a1f92" providerId="LiveId" clId="{1955F884-A850-44BD-BAA4-3D5511B6E2C0}" dt="2025-03-26T12:38:38.960" v="1775"/>
        <pc:sldMkLst>
          <pc:docMk/>
          <pc:sldMk cId="3000279953" sldId="359"/>
        </pc:sldMkLst>
      </pc:sldChg>
      <pc:sldChg chg="del">
        <pc:chgData name="shibariku0623@icloud.com" userId="47b6e960b06a1f92" providerId="LiveId" clId="{1955F884-A850-44BD-BAA4-3D5511B6E2C0}" dt="2025-03-26T06:20:02.650" v="48" actId="47"/>
        <pc:sldMkLst>
          <pc:docMk/>
          <pc:sldMk cId="3213100193" sldId="359"/>
        </pc:sldMkLst>
      </pc:sldChg>
      <pc:sldChg chg="addSp modSp add del mod">
        <pc:chgData name="shibariku0623@icloud.com" userId="47b6e960b06a1f92" providerId="LiveId" clId="{1955F884-A850-44BD-BAA4-3D5511B6E2C0}" dt="2025-03-26T15:49:41.774" v="2991" actId="47"/>
        <pc:sldMkLst>
          <pc:docMk/>
          <pc:sldMk cId="753210501" sldId="360"/>
        </pc:sldMkLst>
      </pc:sldChg>
      <pc:sldChg chg="del">
        <pc:chgData name="shibariku0623@icloud.com" userId="47b6e960b06a1f92" providerId="LiveId" clId="{1955F884-A850-44BD-BAA4-3D5511B6E2C0}" dt="2025-03-26T06:19:50.303" v="31" actId="47"/>
        <pc:sldMkLst>
          <pc:docMk/>
          <pc:sldMk cId="1550053534" sldId="360"/>
        </pc:sldMkLst>
      </pc:sldChg>
      <pc:sldChg chg="del">
        <pc:chgData name="shibariku0623@icloud.com" userId="47b6e960b06a1f92" providerId="LiveId" clId="{1955F884-A850-44BD-BAA4-3D5511B6E2C0}" dt="2025-03-26T06:20:02.369" v="47" actId="47"/>
        <pc:sldMkLst>
          <pc:docMk/>
          <pc:sldMk cId="1944587586" sldId="361"/>
        </pc:sldMkLst>
      </pc:sldChg>
      <pc:sldChg chg="del">
        <pc:chgData name="shibariku0623@icloud.com" userId="47b6e960b06a1f92" providerId="LiveId" clId="{1955F884-A850-44BD-BAA4-3D5511B6E2C0}" dt="2025-03-26T06:20:03.899" v="50" actId="47"/>
        <pc:sldMkLst>
          <pc:docMk/>
          <pc:sldMk cId="1684288140" sldId="362"/>
        </pc:sldMkLst>
      </pc:sldChg>
      <pc:sldChg chg="del">
        <pc:chgData name="shibariku0623@icloud.com" userId="47b6e960b06a1f92" providerId="LiveId" clId="{1955F884-A850-44BD-BAA4-3D5511B6E2C0}" dt="2025-03-26T06:20:07.505" v="54" actId="47"/>
        <pc:sldMkLst>
          <pc:docMk/>
          <pc:sldMk cId="750935696" sldId="363"/>
        </pc:sldMkLst>
      </pc:sldChg>
      <pc:sldChg chg="del">
        <pc:chgData name="shibariku0623@icloud.com" userId="47b6e960b06a1f92" providerId="LiveId" clId="{1955F884-A850-44BD-BAA4-3D5511B6E2C0}" dt="2025-03-26T06:20:08.382" v="55" actId="47"/>
        <pc:sldMkLst>
          <pc:docMk/>
          <pc:sldMk cId="3023196637" sldId="364"/>
        </pc:sldMkLst>
      </pc:sldChg>
      <pc:sldChg chg="del">
        <pc:chgData name="shibariku0623@icloud.com" userId="47b6e960b06a1f92" providerId="LiveId" clId="{1955F884-A850-44BD-BAA4-3D5511B6E2C0}" dt="2025-03-26T06:20:04.798" v="51" actId="47"/>
        <pc:sldMkLst>
          <pc:docMk/>
          <pc:sldMk cId="4081570848" sldId="366"/>
        </pc:sldMkLst>
      </pc:sldChg>
      <pc:sldChg chg="del">
        <pc:chgData name="shibariku0623@icloud.com" userId="47b6e960b06a1f92" providerId="LiveId" clId="{1955F884-A850-44BD-BAA4-3D5511B6E2C0}" dt="2025-03-26T06:20:06.531" v="53" actId="47"/>
        <pc:sldMkLst>
          <pc:docMk/>
          <pc:sldMk cId="1209596776" sldId="367"/>
        </pc:sldMkLst>
      </pc:sldChg>
      <pc:sldChg chg="del">
        <pc:chgData name="shibariku0623@icloud.com" userId="47b6e960b06a1f92" providerId="LiveId" clId="{1955F884-A850-44BD-BAA4-3D5511B6E2C0}" dt="2025-03-26T06:19:40.790" v="25" actId="47"/>
        <pc:sldMkLst>
          <pc:docMk/>
          <pc:sldMk cId="3559137235" sldId="3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2025/7/18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現在まで，原子炉内の沸騰音に関する機械学習や深層学習の分野では，上に示した</a:t>
            </a:r>
            <a:r>
              <a:rPr lang="en-US" altLang="ja-JP" dirty="0"/>
              <a:t>2</a:t>
            </a:r>
            <a:r>
              <a:rPr lang="ja-JP" altLang="en-US" dirty="0"/>
              <a:t>つのような研究がおこなわれてきています．</a:t>
            </a:r>
            <a:endParaRPr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これらの研究では，</a:t>
            </a:r>
            <a:r>
              <a:rPr lang="ja-JP" altLang="en-US" sz="1200" u="sng" dirty="0">
                <a:solidFill>
                  <a:srgbClr val="F55D4D"/>
                </a:solidFill>
                <a:latin typeface="Source Han Sans JP Bold" panose="020B0600070205080204" charset="-128"/>
                <a:ea typeface="Source Han Sans JP Bold" panose="020B0600070205080204" charset="-128"/>
                <a:cs typeface="Source Han Sans JP"/>
                <a:sym typeface="Source Han Sans JP"/>
              </a:rPr>
              <a:t>熱流束予測</a:t>
            </a:r>
            <a:r>
              <a:rPr lang="ja-JP" altLang="en-US" sz="1200" dirty="0">
                <a:latin typeface="Source Han Sans JP"/>
                <a:ea typeface="Source Han Sans JP"/>
                <a:cs typeface="Source Han Sans JP"/>
                <a:sym typeface="Source Han Sans JP"/>
              </a:rPr>
              <a:t>は高精度で可能</a:t>
            </a:r>
            <a:r>
              <a:rPr lang="ja-JP" altLang="en-US" sz="1200" dirty="0">
                <a:solidFill>
                  <a:srgbClr val="292B2B"/>
                </a:solidFill>
                <a:latin typeface="Source Han Sans JP"/>
                <a:ea typeface="Source Han Sans JP"/>
                <a:cs typeface="Source Han Sans JP"/>
                <a:sym typeface="Source Han Sans JP"/>
              </a:rPr>
              <a:t>だが，</a:t>
            </a:r>
            <a:r>
              <a:rPr lang="ja-JP" altLang="en-US" sz="1050" dirty="0">
                <a:solidFill>
                  <a:srgbClr val="292B2B"/>
                </a:solidFill>
                <a:latin typeface="Source Han Sans JP" panose="020B0600070205080204" charset="-128"/>
                <a:ea typeface="Source Han Sans JP" panose="020B0600070205080204" charset="-128"/>
                <a:cs typeface="Source Han Sans JP"/>
                <a:sym typeface="Source Han Sans JP"/>
              </a:rPr>
              <a:t>早期検知に重要な，</a:t>
            </a:r>
            <a:r>
              <a:rPr lang="ja-JP" altLang="en-US"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沸騰</a:t>
            </a:r>
            <a:r>
              <a:rPr lang="en-US" altLang="ja-JP"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未沸騰状態の分類</a:t>
            </a:r>
            <a:r>
              <a:rPr lang="en-US" altLang="ja-JP"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沸騰開始点の予測</a:t>
            </a:r>
            <a:r>
              <a:rPr lang="en-US" altLang="ja-JP"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1050" dirty="0">
                <a:solidFill>
                  <a:srgbClr val="292B2B"/>
                </a:solidFill>
                <a:latin typeface="Source Han Sans JP"/>
                <a:ea typeface="Source Han Sans JP"/>
                <a:cs typeface="Source Han Sans JP"/>
                <a:sym typeface="Source Han Sans JP"/>
              </a:rPr>
              <a:t>においては乏しい</a:t>
            </a:r>
            <a:endParaRPr lang="en-US" altLang="ja-JP" sz="105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05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rgbClr val="292B2B"/>
                </a:solidFill>
                <a:latin typeface="Source Han Sans JP"/>
                <a:ea typeface="Source Han Sans JP"/>
                <a:cs typeface="Source Han Sans JP"/>
                <a:sym typeface="Source Han Sans JP"/>
              </a:rPr>
              <a:t>また，</a:t>
            </a:r>
            <a:r>
              <a:rPr lang="ja-JP" altLang="en-US" sz="1050" dirty="0">
                <a:solidFill>
                  <a:srgbClr val="292B2B"/>
                </a:solidFill>
                <a:latin typeface="Source Han Sans JP" panose="020B0600070205080204" charset="-128"/>
                <a:ea typeface="Source Han Sans JP" panose="020B0600070205080204" charset="-128"/>
                <a:cs typeface="Source Han Sans JP"/>
                <a:sym typeface="Source Han Sans JP"/>
              </a:rPr>
              <a:t>実機環境では多くのノイズが発生すると考えれれるため，信号対ノイズ比における予測精度の検証や，アンサンブル学習による安定性と精度の向上が課題に対するアプローチとして使用しました．</a:t>
            </a:r>
            <a:endParaRPr lang="en-US" altLang="ja-JP" sz="105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rgbClr val="292B2B"/>
              </a:solidFill>
              <a:latin typeface="Source Han Sans JP"/>
              <a:ea typeface="Source Han Sans JP"/>
              <a:cs typeface="Source Han Sans JP"/>
              <a:sym typeface="Source Han Sans JP"/>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3773424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高精度だと</a:t>
            </a:r>
            <a:r>
              <a:rPr kumimoji="1" lang="en-US" altLang="ja-JP" dirty="0"/>
              <a:t>100%</a:t>
            </a:r>
            <a:r>
              <a:rPr kumimoji="1" lang="ja-JP" altLang="en-US" dirty="0"/>
              <a:t>ではないですよね？</a:t>
            </a:r>
            <a:r>
              <a:rPr kumimoji="1" lang="en-US" altLang="ja-JP" dirty="0"/>
              <a:t>100%</a:t>
            </a:r>
            <a:r>
              <a:rPr kumimoji="1" lang="ja-JP" altLang="en-US" dirty="0"/>
              <a:t>というのはどういうこと？</a:t>
            </a:r>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5</a:t>
            </a:fld>
            <a:endParaRPr kumimoji="1" lang="ja-JP" altLang="en-US"/>
          </a:p>
        </p:txBody>
      </p:sp>
    </p:spTree>
    <p:extLst>
      <p:ext uri="{BB962C8B-B14F-4D97-AF65-F5344CB8AC3E}">
        <p14:creationId xmlns:p14="http://schemas.microsoft.com/office/powerpoint/2010/main" val="3429111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D8D0C-347D-DA1A-D999-9125D9CB66F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02B0AD-BAE9-51F6-3AA7-C9EF70B5E7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66ABDD9-92BF-125B-3F66-848BFADEEB52}"/>
              </a:ext>
            </a:extLst>
          </p:cNvPr>
          <p:cNvSpPr>
            <a:spLocks noGrp="1"/>
          </p:cNvSpPr>
          <p:nvPr>
            <p:ph type="body" idx="1"/>
          </p:nvPr>
        </p:nvSpPr>
        <p:spPr/>
        <p:txBody>
          <a:bodyPr/>
          <a:lstStyle/>
          <a:p>
            <a:pPr lvl="0"/>
            <a:r>
              <a:rPr kumimoji="1" lang="ja-JP" altLang="ja-JP" sz="1200" kern="1200" dirty="0">
                <a:solidFill>
                  <a:schemeClr val="tx1"/>
                </a:solidFill>
                <a:effectLst/>
                <a:latin typeface="+mn-lt"/>
                <a:ea typeface="+mn-ea"/>
                <a:cs typeface="+mn-cs"/>
              </a:rPr>
              <a:t>沸騰初期の過渡的な音響特性を捉えるための特徴量抽出手法の最適化。 </a:t>
            </a:r>
          </a:p>
          <a:p>
            <a:pPr lvl="0"/>
            <a:r>
              <a:rPr kumimoji="1" lang="en-US" altLang="ja-JP" sz="1200" kern="1200" dirty="0" err="1">
                <a:solidFill>
                  <a:schemeClr val="tx1"/>
                </a:solidFill>
                <a:effectLst/>
                <a:latin typeface="+mn-lt"/>
                <a:ea typeface="+mn-ea"/>
                <a:cs typeface="+mn-cs"/>
              </a:rPr>
              <a:t>EfficientNet</a:t>
            </a:r>
            <a:r>
              <a:rPr kumimoji="1" lang="ja-JP" altLang="ja-JP" sz="1200" kern="1200" dirty="0">
                <a:solidFill>
                  <a:schemeClr val="tx1"/>
                </a:solidFill>
                <a:effectLst/>
                <a:latin typeface="+mn-lt"/>
                <a:ea typeface="+mn-ea"/>
                <a:cs typeface="+mn-cs"/>
              </a:rPr>
              <a:t>や</a:t>
            </a:r>
            <a:r>
              <a:rPr kumimoji="1" lang="en-US" altLang="ja-JP" sz="1200" kern="1200" dirty="0">
                <a:solidFill>
                  <a:schemeClr val="tx1"/>
                </a:solidFill>
                <a:effectLst/>
                <a:latin typeface="+mn-lt"/>
                <a:ea typeface="+mn-ea"/>
                <a:cs typeface="+mn-cs"/>
              </a:rPr>
              <a:t>Transformer</a:t>
            </a:r>
            <a:r>
              <a:rPr kumimoji="1" lang="ja-JP" altLang="ja-JP" sz="1200" kern="1200" dirty="0">
                <a:solidFill>
                  <a:schemeClr val="tx1"/>
                </a:solidFill>
                <a:effectLst/>
                <a:latin typeface="+mn-lt"/>
                <a:ea typeface="+mn-ea"/>
                <a:cs typeface="+mn-cs"/>
              </a:rPr>
              <a:t>等の最新アーキテクチャを導入することによる検知モデルの高度化。 </a:t>
            </a:r>
          </a:p>
          <a:p>
            <a:pPr lvl="0"/>
            <a:r>
              <a:rPr kumimoji="1" lang="ja-JP" altLang="ja-JP" sz="1200" kern="1200" dirty="0">
                <a:solidFill>
                  <a:schemeClr val="tx1"/>
                </a:solidFill>
                <a:effectLst/>
                <a:latin typeface="+mn-lt"/>
                <a:ea typeface="+mn-ea"/>
                <a:cs typeface="+mn-cs"/>
              </a:rPr>
              <a:t>多様なノイズ環境や物理条件下での性能評価を通じた、試構築モデルの汎用性と頑健性の実証。</a:t>
            </a:r>
          </a:p>
        </p:txBody>
      </p:sp>
      <p:sp>
        <p:nvSpPr>
          <p:cNvPr id="4" name="スライド番号プレースホルダー 3">
            <a:extLst>
              <a:ext uri="{FF2B5EF4-FFF2-40B4-BE49-F238E27FC236}">
                <a16:creationId xmlns:a16="http://schemas.microsoft.com/office/drawing/2014/main" id="{F1D6C1D9-214C-92FF-ED7A-C13C50FC9EDE}"/>
              </a:ext>
            </a:extLst>
          </p:cNvPr>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286373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3523369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335DD-9961-77BE-9021-D46C365118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5B362A-F5D2-6AC9-226E-5F8D60271C3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486E7A-5025-596E-093E-210D6A4AA99C}"/>
              </a:ext>
            </a:extLst>
          </p:cNvPr>
          <p:cNvSpPr>
            <a:spLocks noGrp="1"/>
          </p:cNvSpPr>
          <p:nvPr>
            <p:ph type="body" idx="1"/>
          </p:nvPr>
        </p:nvSpPr>
        <p:spPr/>
        <p:txBody>
          <a:bodyPr/>
          <a:lstStyle/>
          <a:p>
            <a:r>
              <a:rPr lang="ja-JP" altLang="en-US" dirty="0"/>
              <a:t>計算量とパラメータ数を極限まで削減した </a:t>
            </a:r>
            <a:r>
              <a:rPr lang="en-US" altLang="ja-JP" dirty="0"/>
              <a:t>CNN</a:t>
            </a:r>
            <a:r>
              <a:rPr lang="ja-JP" altLang="en-US" dirty="0"/>
              <a:t>．</a:t>
            </a:r>
            <a:endParaRPr lang="en-US" altLang="ja-JP" dirty="0"/>
          </a:p>
          <a:p>
            <a:r>
              <a:rPr lang="en-US" altLang="ja-JP" dirty="0"/>
              <a:t>Bottleneck</a:t>
            </a:r>
            <a:r>
              <a:rPr lang="ja-JP" altLang="en-US" dirty="0"/>
              <a:t>のところで「計算効率と精度を両立」</a:t>
            </a:r>
            <a:endParaRPr kumimoji="1" lang="ja-JP" altLang="en-US" dirty="0"/>
          </a:p>
        </p:txBody>
      </p:sp>
      <p:sp>
        <p:nvSpPr>
          <p:cNvPr id="4" name="スライド番号プレースホルダー 3">
            <a:extLst>
              <a:ext uri="{FF2B5EF4-FFF2-40B4-BE49-F238E27FC236}">
                <a16:creationId xmlns:a16="http://schemas.microsoft.com/office/drawing/2014/main" id="{02F613E9-709B-A1B7-CFCD-9FEFF3DE5891}"/>
              </a:ext>
            </a:extLst>
          </p:cNvPr>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2294087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3E0B1-0611-C734-3FAA-B47F53FB21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37C178-D8C6-3358-4F70-C4270B1E5E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088184-5F01-B914-7A70-AB05E350F089}"/>
              </a:ext>
            </a:extLst>
          </p:cNvPr>
          <p:cNvSpPr>
            <a:spLocks noGrp="1"/>
          </p:cNvSpPr>
          <p:nvPr>
            <p:ph type="body" idx="1"/>
          </p:nvPr>
        </p:nvSpPr>
        <p:spPr/>
        <p:txBody>
          <a:bodyPr/>
          <a:lstStyle/>
          <a:p>
            <a:r>
              <a:rPr lang="en-US" altLang="ja-JP" b="1" dirty="0" err="1"/>
              <a:t>MBConv</a:t>
            </a:r>
            <a:r>
              <a:rPr lang="en-US" altLang="ja-JP" dirty="0"/>
              <a:t> (Mobile Inverted Bottleneck + </a:t>
            </a:r>
            <a:r>
              <a:rPr lang="en-US" altLang="ja-JP" dirty="0" err="1"/>
              <a:t>Depthwise</a:t>
            </a:r>
            <a:r>
              <a:rPr lang="en-US" altLang="ja-JP" dirty="0"/>
              <a:t> Conv + Squeeze-and-Excitation) </a:t>
            </a:r>
            <a:r>
              <a:rPr lang="ja-JP" altLang="en-US" dirty="0"/>
              <a:t>で統一．</a:t>
            </a:r>
            <a:endParaRPr lang="en-US" altLang="ja-JP" dirty="0"/>
          </a:p>
          <a:p>
            <a:r>
              <a:rPr kumimoji="1" lang="ja-JP" altLang="en-US" dirty="0"/>
              <a:t>（</a:t>
            </a:r>
            <a:r>
              <a:rPr kumimoji="1" lang="en-US" altLang="ja-JP" dirty="0"/>
              <a:t>resnet50</a:t>
            </a:r>
            <a:r>
              <a:rPr kumimoji="1" lang="ja-JP" altLang="en-US" dirty="0"/>
              <a:t>と同等の性能を</a:t>
            </a:r>
            <a:r>
              <a:rPr kumimoji="1" lang="en-US" altLang="ja-JP" dirty="0"/>
              <a:t>1/4</a:t>
            </a:r>
            <a:r>
              <a:rPr kumimoji="1" lang="ja-JP" altLang="en-US" dirty="0"/>
              <a:t>くらいのパラメータで再現しているから）</a:t>
            </a:r>
            <a:endParaRPr kumimoji="1" lang="en-US" altLang="ja-JP" dirty="0"/>
          </a:p>
          <a:p>
            <a:endParaRPr kumimoji="1" lang="en-US" altLang="ja-JP" dirty="0"/>
          </a:p>
          <a:p>
            <a:r>
              <a:rPr lang="en-US" altLang="ja-JP" dirty="0"/>
              <a:t>Squeeze-and-Excitation</a:t>
            </a:r>
            <a:r>
              <a:rPr lang="ja-JP" altLang="en-US" dirty="0"/>
              <a:t>：各チャネルの重要度（注意係数）を学習し、性能を底上げ</a:t>
            </a:r>
            <a:endParaRPr kumimoji="1" lang="ja-JP" altLang="en-US" dirty="0"/>
          </a:p>
        </p:txBody>
      </p:sp>
      <p:sp>
        <p:nvSpPr>
          <p:cNvPr id="4" name="スライド番号プレースホルダー 3">
            <a:extLst>
              <a:ext uri="{FF2B5EF4-FFF2-40B4-BE49-F238E27FC236}">
                <a16:creationId xmlns:a16="http://schemas.microsoft.com/office/drawing/2014/main" id="{FDEC7323-9540-F2F6-F825-F5E2B9CDFCE5}"/>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2392660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3B751-04D6-C744-4C12-7AEBF76A532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195AE5-CB64-43CD-AD2D-1F49A0F0C2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6E8A41-F141-747F-9568-CDFF35FB0B29}"/>
              </a:ext>
            </a:extLst>
          </p:cNvPr>
          <p:cNvSpPr>
            <a:spLocks noGrp="1"/>
          </p:cNvSpPr>
          <p:nvPr>
            <p:ph type="body" idx="1"/>
          </p:nvPr>
        </p:nvSpPr>
        <p:spPr/>
        <p:txBody>
          <a:bodyPr/>
          <a:lstStyle/>
          <a:p>
            <a:r>
              <a:rPr lang="en-US" altLang="ja-JP" b="1" dirty="0"/>
              <a:t>CRNN (CNN+RNN) </a:t>
            </a:r>
            <a:r>
              <a:rPr lang="ja-JP" altLang="en-US" b="1" dirty="0"/>
              <a:t>ハイブリッド</a:t>
            </a:r>
            <a:r>
              <a:rPr lang="ja-JP" altLang="en-US" dirty="0"/>
              <a:t> で「周波数</a:t>
            </a:r>
            <a:r>
              <a:rPr lang="en-US" altLang="ja-JP" dirty="0"/>
              <a:t>-</a:t>
            </a:r>
            <a:r>
              <a:rPr lang="ja-JP" altLang="en-US" dirty="0"/>
              <a:t>空間パターン」と「時間依存」を分離して学習</a:t>
            </a:r>
            <a:endParaRPr lang="en-US" altLang="ja-JP" dirty="0"/>
          </a:p>
          <a:p>
            <a:r>
              <a:rPr kumimoji="1" lang="en-US" altLang="ja-JP" dirty="0"/>
              <a:t>GRU</a:t>
            </a:r>
            <a:r>
              <a:rPr kumimoji="1" lang="ja-JP" altLang="en-US" dirty="0"/>
              <a:t>：</a:t>
            </a:r>
            <a:r>
              <a:rPr kumimoji="1" lang="en-US" altLang="ja-JP" dirty="0"/>
              <a:t>Gated </a:t>
            </a:r>
            <a:r>
              <a:rPr kumimoji="1" lang="en-US" altLang="ja-JP" dirty="0" err="1"/>
              <a:t>Reccurrent</a:t>
            </a:r>
            <a:r>
              <a:rPr kumimoji="1" lang="en-US" altLang="ja-JP" dirty="0"/>
              <a:t> Unit</a:t>
            </a:r>
          </a:p>
        </p:txBody>
      </p:sp>
      <p:sp>
        <p:nvSpPr>
          <p:cNvPr id="4" name="スライド番号プレースホルダー 3">
            <a:extLst>
              <a:ext uri="{FF2B5EF4-FFF2-40B4-BE49-F238E27FC236}">
                <a16:creationId xmlns:a16="http://schemas.microsoft.com/office/drawing/2014/main" id="{3578E690-EE94-C46F-F298-D7738C7C9C1F}"/>
              </a:ext>
            </a:extLst>
          </p:cNvPr>
          <p:cNvSpPr>
            <a:spLocks noGrp="1"/>
          </p:cNvSpPr>
          <p:nvPr>
            <p:ph type="sldNum" sz="quarter" idx="5"/>
          </p:nvPr>
        </p:nvSpPr>
        <p:spPr/>
        <p:txBody>
          <a:bodyPr/>
          <a:lstStyle/>
          <a:p>
            <a:fld id="{43558F7A-9C9F-42E9-83A4-0C372CE5784D}" type="slidenum">
              <a:rPr kumimoji="1" lang="ja-JP" altLang="en-US" smtClean="0"/>
              <a:t>13</a:t>
            </a:fld>
            <a:endParaRPr kumimoji="1" lang="ja-JP" altLang="en-US"/>
          </a:p>
        </p:txBody>
      </p:sp>
    </p:spTree>
    <p:extLst>
      <p:ext uri="{BB962C8B-B14F-4D97-AF65-F5344CB8AC3E}">
        <p14:creationId xmlns:p14="http://schemas.microsoft.com/office/powerpoint/2010/main" val="2029267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9205-AEE3-23FB-7B82-531E88B021B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0050F0-37C3-8805-23EF-649958050D8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C3D81-0A89-C227-A2CB-CFD3BB8ED8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3241BE3-C3D4-83C9-22C3-7DC5F6515EDF}"/>
              </a:ext>
            </a:extLst>
          </p:cNvPr>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187865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134CC-F77B-4495-C855-7B875AFCF8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337697-FE8A-644B-0298-3C1820292E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F10DE9-EFBA-92D6-01FE-97B2A471BD77}"/>
              </a:ext>
            </a:extLst>
          </p:cNvPr>
          <p:cNvSpPr>
            <a:spLocks noGrp="1"/>
          </p:cNvSpPr>
          <p:nvPr>
            <p:ph type="body" idx="1"/>
          </p:nvPr>
        </p:nvSpPr>
        <p:spPr/>
        <p:txBody>
          <a:bodyPr/>
          <a:lstStyle/>
          <a:p>
            <a:r>
              <a:rPr kumimoji="1" lang="en-US" altLang="ja-JP" dirty="0" err="1"/>
              <a:t>Tf</a:t>
            </a:r>
            <a:r>
              <a:rPr kumimoji="1" lang="ja-JP" altLang="en-US" dirty="0"/>
              <a:t>の出力は（時間</a:t>
            </a:r>
            <a:r>
              <a:rPr kumimoji="1" lang="en-US" altLang="ja-JP" dirty="0"/>
              <a:t>, </a:t>
            </a:r>
            <a:r>
              <a:rPr kumimoji="1" lang="ja-JP" altLang="en-US" dirty="0"/>
              <a:t>特徴）の</a:t>
            </a:r>
            <a:r>
              <a:rPr kumimoji="1" lang="en-US" altLang="ja-JP" dirty="0"/>
              <a:t>2</a:t>
            </a:r>
            <a:r>
              <a:rPr kumimoji="1" lang="ja-JP" altLang="en-US" dirty="0"/>
              <a:t>次元</a:t>
            </a:r>
            <a:endParaRPr kumimoji="1" lang="en-US" altLang="ja-JP" dirty="0"/>
          </a:p>
          <a:p>
            <a:r>
              <a:rPr kumimoji="1" lang="ja-JP" altLang="en-US" dirty="0"/>
              <a:t>賢く（特徴</a:t>
            </a:r>
            <a:r>
              <a:rPr kumimoji="1" lang="en-US" altLang="ja-JP" dirty="0"/>
              <a:t>, </a:t>
            </a:r>
            <a:r>
              <a:rPr kumimoji="1" lang="ja-JP" altLang="en-US" dirty="0"/>
              <a:t>）にできるのが</a:t>
            </a:r>
            <a:r>
              <a:rPr kumimoji="1" lang="en-US" altLang="ja-JP" dirty="0"/>
              <a:t>pooling</a:t>
            </a:r>
          </a:p>
          <a:p>
            <a:endParaRPr kumimoji="1" lang="en-US" altLang="ja-JP" dirty="0"/>
          </a:p>
          <a:p>
            <a:r>
              <a:rPr kumimoji="1" lang="en-US" altLang="ja-JP" dirty="0"/>
              <a:t>Flatten</a:t>
            </a:r>
            <a:r>
              <a:rPr kumimoji="1" lang="ja-JP" altLang="en-US" dirty="0"/>
              <a:t>や</a:t>
            </a:r>
            <a:r>
              <a:rPr kumimoji="1" lang="en-US" altLang="ja-JP" dirty="0"/>
              <a:t>dense</a:t>
            </a:r>
            <a:r>
              <a:rPr kumimoji="1" lang="ja-JP" altLang="en-US" dirty="0"/>
              <a:t>だと，パラメータが多すぎる，時間の構造が壊れるなどのデメリットがある</a:t>
            </a:r>
          </a:p>
        </p:txBody>
      </p:sp>
      <p:sp>
        <p:nvSpPr>
          <p:cNvPr id="4" name="スライド番号プレースホルダー 3">
            <a:extLst>
              <a:ext uri="{FF2B5EF4-FFF2-40B4-BE49-F238E27FC236}">
                <a16:creationId xmlns:a16="http://schemas.microsoft.com/office/drawing/2014/main" id="{216384D6-72E1-35C2-763B-F036C5B9EFFF}"/>
              </a:ext>
            </a:extLst>
          </p:cNvPr>
          <p:cNvSpPr>
            <a:spLocks noGrp="1"/>
          </p:cNvSpPr>
          <p:nvPr>
            <p:ph type="sldNum" sz="quarter" idx="5"/>
          </p:nvPr>
        </p:nvSpPr>
        <p:spPr/>
        <p:txBody>
          <a:bodyPr/>
          <a:lstStyle/>
          <a:p>
            <a:fld id="{43558F7A-9C9F-42E9-83A4-0C372CE5784D}" type="slidenum">
              <a:rPr kumimoji="1" lang="ja-JP" altLang="en-US" smtClean="0"/>
              <a:t>15</a:t>
            </a:fld>
            <a:endParaRPr kumimoji="1" lang="ja-JP" altLang="en-US"/>
          </a:p>
        </p:txBody>
      </p:sp>
    </p:spTree>
    <p:extLst>
      <p:ext uri="{BB962C8B-B14F-4D97-AF65-F5344CB8AC3E}">
        <p14:creationId xmlns:p14="http://schemas.microsoft.com/office/powerpoint/2010/main" val="1313380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19</a:t>
            </a:fld>
            <a:endParaRPr kumimoji="1" lang="ja-JP" altLang="en-US"/>
          </a:p>
        </p:txBody>
      </p:sp>
    </p:spTree>
    <p:extLst>
      <p:ext uri="{BB962C8B-B14F-4D97-AF65-F5344CB8AC3E}">
        <p14:creationId xmlns:p14="http://schemas.microsoft.com/office/powerpoint/2010/main" val="920481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3146F-5BA2-3F68-586C-313D18EF42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5161FD-3026-8781-9A71-ED2B8D582EE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EF35B5-45BD-979C-7F5A-A57C893BF25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3A61C7-DDE0-B8D4-A250-6677F573B2E0}"/>
              </a:ext>
            </a:extLst>
          </p:cNvPr>
          <p:cNvSpPr>
            <a:spLocks noGrp="1"/>
          </p:cNvSpPr>
          <p:nvPr>
            <p:ph type="sldNum" sz="quarter" idx="5"/>
          </p:nvPr>
        </p:nvSpPr>
        <p:spPr/>
        <p:txBody>
          <a:bodyPr/>
          <a:lstStyle/>
          <a:p>
            <a:fld id="{43558F7A-9C9F-42E9-83A4-0C372CE5784D}" type="slidenum">
              <a:rPr kumimoji="1" lang="ja-JP" altLang="en-US" smtClean="0"/>
              <a:t>20</a:t>
            </a:fld>
            <a:endParaRPr kumimoji="1" lang="ja-JP" altLang="en-US"/>
          </a:p>
        </p:txBody>
      </p:sp>
    </p:spTree>
    <p:extLst>
      <p:ext uri="{BB962C8B-B14F-4D97-AF65-F5344CB8AC3E}">
        <p14:creationId xmlns:p14="http://schemas.microsoft.com/office/powerpoint/2010/main" val="9371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7/18/2025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7/18/2025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7/18/2025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838200" y="1523999"/>
            <a:ext cx="16649700" cy="1407239"/>
          </a:xfrm>
        </p:spPr>
        <p:txBody>
          <a:bodyPr>
            <a:noAutofit/>
          </a:bodyPr>
          <a:lstStyle>
            <a:lvl1pPr>
              <a:defRPr sz="54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838200" y="3019733"/>
            <a:ext cx="16649700" cy="6858000"/>
          </a:xfrm>
        </p:spPr>
        <p:txBody>
          <a:bodyPr/>
          <a:lstStyle>
            <a:lvl1pPr marL="685800" indent="-685800">
              <a:buFont typeface="Wingdings" panose="05000000000000000000" pitchFamily="2" charset="2"/>
              <a:buChar char="l"/>
              <a:defRPr>
                <a:solidFill>
                  <a:schemeClr val="tx1"/>
                </a:solidFill>
                <a:latin typeface="游ゴシック" panose="020B0400000000000000" pitchFamily="50" charset="-128"/>
                <a:ea typeface="游ゴシック" panose="020B0400000000000000" pitchFamily="50" charset="-128"/>
              </a:defRPr>
            </a:lvl1pPr>
            <a:lvl2pPr marL="1200150" marR="0" indent="-514350" algn="l" defTabSz="1371600" rtl="0" eaLnBrk="1" fontAlgn="auto" latinLnBrk="0" hangingPunct="1">
              <a:lnSpc>
                <a:spcPct val="110000"/>
              </a:lnSpc>
              <a:spcBef>
                <a:spcPts val="0"/>
              </a:spcBef>
              <a:spcAft>
                <a:spcPts val="0"/>
              </a:spcAft>
              <a:buClrTx/>
              <a:buSzTx/>
              <a:buFont typeface="Wingdings" panose="05000000000000000000" pitchFamily="2" charset="2"/>
              <a:buChar char="l"/>
              <a:tabLst/>
              <a:defRPr>
                <a:latin typeface="游ゴシック Medium" panose="020B0500000000000000" pitchFamily="50" charset="-128"/>
                <a:ea typeface="游ゴシック Medium" panose="020B0500000000000000" pitchFamily="50" charset="-128"/>
              </a:defRPr>
            </a:lvl2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315861" y="522339"/>
            <a:ext cx="17183100" cy="70485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685800" indent="0">
              <a:buNone/>
              <a:defRPr/>
            </a:lvl2pPr>
            <a:lvl3pPr marL="1371600" indent="0">
              <a:buNone/>
              <a:defRPr/>
            </a:lvl3pPr>
            <a:lvl4pPr marL="2057400" indent="0">
              <a:buNone/>
              <a:defRPr/>
            </a:lvl4pPr>
            <a:lvl5pPr marL="27432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7240250" y="473473"/>
            <a:ext cx="728084" cy="646331"/>
          </a:xfrm>
          <a:prstGeom prst="rect">
            <a:avLst/>
          </a:prstGeom>
          <a:noFill/>
        </p:spPr>
        <p:txBody>
          <a:bodyPr wrap="none" rtlCol="0">
            <a:spAutoFit/>
          </a:bodyPr>
          <a:lstStyle/>
          <a:p>
            <a:fld id="{86695743-78A6-41C5-8EC9-B94E39B9B94D}" type="slidenum">
              <a:rPr kumimoji="1" lang="ja-JP" altLang="en-US" sz="3600" smtClean="0">
                <a:solidFill>
                  <a:schemeClr val="tx1"/>
                </a:solidFill>
                <a:latin typeface="+mn-lt"/>
                <a:ea typeface="游ゴシック Medium" panose="020B0500000000000000" pitchFamily="50" charset="-128"/>
              </a:rPr>
              <a:t>‹#›</a:t>
            </a:fld>
            <a:endParaRPr kumimoji="1" lang="ja-JP" altLang="en-US" sz="36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1238250"/>
            <a:ext cx="1828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37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7/18/2025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16634" y="3669143"/>
            <a:ext cx="13854732" cy="1015663"/>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中間発表</a:t>
            </a:r>
            <a:endParaRPr lang="en-US" sz="66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latin typeface="Source Han Sans JP" panose="020B0600070205080204" charset="-128"/>
                <a:ea typeface="Source Han Sans JP" panose="020B0600070205080204" charset="-128"/>
              </a:rPr>
              <a:t>植木研究室　　</a:t>
            </a:r>
            <a:r>
              <a:rPr lang="en-US" altLang="ja-JP" sz="4000" dirty="0">
                <a:latin typeface="Source Han Sans JP" panose="020B0600070205080204" charset="-128"/>
                <a:ea typeface="Source Han Sans JP" panose="020B0600070205080204" charset="-128"/>
              </a:rPr>
              <a:t>8125517</a:t>
            </a:r>
            <a:r>
              <a:rPr lang="ja-JP" altLang="en-US" sz="4000" dirty="0">
                <a:latin typeface="Source Han Sans JP" panose="020B0600070205080204" charset="-128"/>
                <a:ea typeface="Source Han Sans JP" panose="020B0600070205080204" charset="-128"/>
              </a:rPr>
              <a:t>　　</a:t>
            </a:r>
            <a:r>
              <a:rPr lang="ja-JP" altLang="en-US" sz="4000" dirty="0">
                <a:solidFill>
                  <a:srgbClr val="292B2B"/>
                </a:solidFill>
                <a:latin typeface="Source Han Sans JP" panose="020B0600070205080204" charset="-128"/>
                <a:ea typeface="Source Han Sans JP" panose="020B0600070205080204" charset="-128"/>
                <a:cs typeface="Source Han Sans JP"/>
                <a:sym typeface="Source Han Sans JP"/>
              </a:rPr>
              <a:t>柴崎陸</a:t>
            </a:r>
            <a:endParaRPr lang="en-US" sz="40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20" name="TextBox 20"/>
          <p:cNvSpPr txBox="1"/>
          <p:nvPr/>
        </p:nvSpPr>
        <p:spPr>
          <a:xfrm>
            <a:off x="6111044" y="6792441"/>
            <a:ext cx="5785681" cy="514251"/>
          </a:xfrm>
          <a:prstGeom prst="rect">
            <a:avLst/>
          </a:prstGeom>
        </p:spPr>
        <p:txBody>
          <a:bodyPr lIns="0" tIns="0" rIns="0" bIns="0" rtlCol="0" anchor="t">
            <a:spAutoFit/>
          </a:bodyPr>
          <a:lstStyle/>
          <a:p>
            <a:pPr algn="ctr">
              <a:lnSpc>
                <a:spcPts val="4200"/>
              </a:lnSpc>
              <a:spcBef>
                <a:spcPct val="0"/>
              </a:spcBef>
            </a:pPr>
            <a:r>
              <a:rPr lang="en-US" sz="3000">
                <a:solidFill>
                  <a:srgbClr val="292B2B"/>
                </a:solidFill>
                <a:latin typeface="Source Han Sans JP" panose="020B0600070205080204" charset="-128"/>
                <a:ea typeface="Source Han Sans JP" panose="020B0600070205080204" charset="-128"/>
                <a:cs typeface="Century Gothic Paneuropean"/>
                <a:sym typeface="Century Gothic Paneuropean"/>
              </a:rPr>
              <a:t>2025年7月1</a:t>
            </a:r>
            <a:r>
              <a:rPr lang="en-US" sz="3000" dirty="0">
                <a:solidFill>
                  <a:srgbClr val="292B2B"/>
                </a:solidFill>
                <a:latin typeface="Source Han Sans JP" panose="020B0600070205080204" charset="-128"/>
                <a:ea typeface="Source Han Sans JP" panose="020B0600070205080204" charset="-128"/>
                <a:cs typeface="Century Gothic Paneuropean"/>
                <a:sym typeface="Century Gothic Paneuropean"/>
              </a:rPr>
              <a:t>8</a:t>
            </a:r>
            <a:r>
              <a:rPr lang="en-US" sz="3000">
                <a:solidFill>
                  <a:srgbClr val="292B2B"/>
                </a:solidFill>
                <a:latin typeface="Source Han Sans JP" panose="020B0600070205080204" charset="-128"/>
                <a:ea typeface="Source Han Sans JP" panose="020B0600070205080204" charset="-128"/>
                <a:cs typeface="Century Gothic Paneuropean"/>
                <a:sym typeface="Century Gothic Paneuropean"/>
              </a:rPr>
              <a:t>日</a:t>
            </a:r>
            <a:endParaRPr lang="en-US" sz="3000" dirty="0">
              <a:solidFill>
                <a:srgbClr val="292B2B"/>
              </a:solidFill>
              <a:latin typeface="Source Han Sans JP" panose="020B0600070205080204" charset="-128"/>
              <a:ea typeface="Source Han Sans JP" panose="020B0600070205080204" charset="-128"/>
              <a:cs typeface="Century Gothic Paneuropean"/>
              <a:sym typeface="Century Gothic Paneuropean"/>
            </a:endParaRP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24">
            <a:extLst>
              <a:ext uri="{FF2B5EF4-FFF2-40B4-BE49-F238E27FC236}">
                <a16:creationId xmlns:a16="http://schemas.microsoft.com/office/drawing/2014/main" id="{9E46055B-DA28-1F66-CD59-78CAAB0910E0}"/>
              </a:ext>
            </a:extLst>
          </p:cNvPr>
          <p:cNvSpPr txBox="1"/>
          <p:nvPr/>
        </p:nvSpPr>
        <p:spPr>
          <a:xfrm>
            <a:off x="2514600" y="4829466"/>
            <a:ext cx="16306800" cy="700576"/>
          </a:xfrm>
          <a:prstGeom prst="rect">
            <a:avLst/>
          </a:prstGeom>
        </p:spPr>
        <p:txBody>
          <a:bodyPr wrap="square" lIns="0" tIns="0" rIns="0" bIns="0" rtlCol="0" anchor="t">
            <a:spAutoFit/>
          </a:bodyPr>
          <a:lstStyle/>
          <a:p>
            <a:pPr algn="l">
              <a:lnSpc>
                <a:spcPts val="58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ー</a:t>
            </a:r>
            <a:r>
              <a:rPr lang="en-US" sz="3200" dirty="0">
                <a:solidFill>
                  <a:srgbClr val="292B2B"/>
                </a:solidFill>
                <a:latin typeface="Source Han Sans JP Medium"/>
                <a:ea typeface="Source Han Sans JP Medium"/>
                <a:cs typeface="Source Han Sans JP Medium"/>
                <a:sym typeface="Source Han Sans JP Medium"/>
              </a:rPr>
              <a:t>CNN</a:t>
            </a:r>
            <a:r>
              <a:rPr lang="ja-JP" altLang="en-US" sz="3200" dirty="0">
                <a:solidFill>
                  <a:srgbClr val="292B2B"/>
                </a:solidFill>
                <a:latin typeface="Source Han Sans JP Medium"/>
                <a:ea typeface="Source Han Sans JP Medium"/>
                <a:cs typeface="Source Han Sans JP Medium"/>
                <a:sym typeface="Source Han Sans JP Medium"/>
              </a:rPr>
              <a:t>アンサンブル学習に基づく音響識別によるプール沸騰の発生検知ー</a:t>
            </a:r>
            <a:endParaRPr lang="en-US" sz="3200" dirty="0">
              <a:solidFill>
                <a:srgbClr val="292B2B"/>
              </a:solidFill>
              <a:latin typeface="Source Han Sans JP Medium"/>
              <a:ea typeface="Source Han Sans JP Medium"/>
              <a:cs typeface="Source Han Sans JP Medium"/>
              <a:sym typeface="Source Han Sans JP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BB74D-3998-A70D-7B95-1DC5540FD740}"/>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F07C7D60-9A45-7732-BEE1-2B48B625D1A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0BED94B9-5CD7-E538-73FA-4FBA4453A01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CD01EEEC-1E9C-F5E8-E7F0-DA28C335B438}"/>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78985FBA-7D0B-59B4-E66F-0FF4EA6E33C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3184810A-2D64-52A6-3D58-7C90B9BC621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7D084DEF-4A15-0834-84AD-85B4260D880A}"/>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5940C33-0C4C-6DF1-EED1-3A2B6A2B293A}"/>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2EDFD5FA-E57D-5DDB-5F99-708E25D494A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C6DCEF8-7076-0118-4394-2EB73CCC491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CE2BC3D7-2D96-5348-F33E-A799C193E85A}"/>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27DDDCC8-D84D-59E8-26DE-4585E704FD6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B0BD3637-707E-3482-A9AD-743BAF817CC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F99F512D-6687-0369-CCC1-DA47028B551A}"/>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371D630-4420-E9CE-94E3-7B1F32EEDCA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5197177A-6690-9031-6911-6022FABEA03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88E01D43-E8D5-1F4E-17F0-88C327F83A2F}"/>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BE1F2070-086B-F6CC-9001-6B759AA33117}"/>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D8DDFBAA-A91D-3BA9-9418-87FADB33F478}"/>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EB6BD76A-8CD1-34D3-3764-B72293607F64}"/>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latin typeface="Source Han Sans JP Bold" panose="020B0600070205080204" charset="-128"/>
                  <a:ea typeface="Source Han Sans JP Bold" panose="020B0600070205080204" charset="-128"/>
                  <a:cs typeface="Now"/>
                  <a:sym typeface="Now"/>
                </a:rPr>
                <a:t>今後の計画</a:t>
              </a:r>
              <a:endParaRPr lang="en-US" sz="4800"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E7EDF5A-7742-F25D-A31F-7BB6CC6E34E0}"/>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55837EBA-2992-7A64-EE4E-C92F5ABE2334}"/>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rgbClr val="292B2B"/>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rgbClr val="292B2B"/>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rgbClr val="292B2B"/>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rgbClr val="292B2B"/>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1968163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0FDDF-C8AB-6272-0C30-72D6B418C363}"/>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94AD984D-A352-9088-D759-69FDAFDB6508}"/>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88F25121-D250-5C74-2B61-7E550DDF53C4}"/>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06BFD8D7-FD96-C6D7-2C3F-52269A9B9F0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B1471A46-F678-F634-1E42-EC7464E9176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02EECCC-6131-E15E-D44A-CC468C63DB8D}"/>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BBCAF68F-B34A-A73D-3483-8E99DB7CD228}"/>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C039CD66-4BD1-E292-F762-5AABA3D6C894}"/>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E78F2B4B-D7C2-5E29-C962-6A1AC19BA2D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ED2DF7A-AF3B-4FBD-C779-4A8854B8088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158D1327-D73B-C529-D205-8DEB780A4DAA}"/>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396CBCBD-4274-DD9B-BC51-A078B7D9E8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E2A9AC77-AF10-04BF-9532-2CB7CB3A5F2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0C01E145-0F15-D724-5DB1-2FCA4000577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63FAD33E-A1A3-5271-13D9-EF92EE8B5E2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357737FD-A013-2448-1F48-57EE85DD67B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BD500693-C833-0583-81B0-41F5A5768AC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D7E6F741-1E64-680C-5870-057C91C9FCEB}"/>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FFADB9A8-4BB1-31D2-4569-0B8E50FFF73A}"/>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EC3DC1A1-6F63-C813-3E51-E4F9B493FB9F}"/>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今後の計画</a:t>
              </a:r>
              <a:endParaRPr lang="en-US"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9AB60F4-CB1F-F534-70FF-A6F0CCCED713}"/>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34A061CA-AF23-7ACB-171F-7F5956CA6BFC}"/>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64031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76D2-46B4-5BAA-0F60-AEB07470960E}"/>
            </a:ext>
          </a:extLst>
        </p:cNvPr>
        <p:cNvGrpSpPr/>
        <p:nvPr/>
      </p:nvGrpSpPr>
      <p:grpSpPr>
        <a:xfrm>
          <a:off x="0" y="0"/>
          <a:ext cx="0" cy="0"/>
          <a:chOff x="0" y="0"/>
          <a:chExt cx="0" cy="0"/>
        </a:xfrm>
      </p:grpSpPr>
      <p:grpSp>
        <p:nvGrpSpPr>
          <p:cNvPr id="54" name="グループ化 53">
            <a:extLst>
              <a:ext uri="{FF2B5EF4-FFF2-40B4-BE49-F238E27FC236}">
                <a16:creationId xmlns:a16="http://schemas.microsoft.com/office/drawing/2014/main" id="{5DE52083-690A-5C67-0971-A913D39BC1F5}"/>
              </a:ext>
            </a:extLst>
          </p:cNvPr>
          <p:cNvGrpSpPr/>
          <p:nvPr/>
        </p:nvGrpSpPr>
        <p:grpSpPr>
          <a:xfrm>
            <a:off x="270494" y="246431"/>
            <a:ext cx="698205" cy="10040568"/>
            <a:chOff x="270494" y="246431"/>
            <a:chExt cx="698205" cy="10040568"/>
          </a:xfrm>
        </p:grpSpPr>
        <p:pic>
          <p:nvPicPr>
            <p:cNvPr id="55" name="図 54">
              <a:extLst>
                <a:ext uri="{FF2B5EF4-FFF2-40B4-BE49-F238E27FC236}">
                  <a16:creationId xmlns:a16="http://schemas.microsoft.com/office/drawing/2014/main" id="{48BC8D47-F5A6-A374-6FF9-97CB3CDE4D6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6" name="テキスト ボックス 55">
              <a:extLst>
                <a:ext uri="{FF2B5EF4-FFF2-40B4-BE49-F238E27FC236}">
                  <a16:creationId xmlns:a16="http://schemas.microsoft.com/office/drawing/2014/main" id="{4BEDE0DE-F768-1CB4-BB4A-AC749D4983C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7" name="直線コネクタ 56">
              <a:extLst>
                <a:ext uri="{FF2B5EF4-FFF2-40B4-BE49-F238E27FC236}">
                  <a16:creationId xmlns:a16="http://schemas.microsoft.com/office/drawing/2014/main" id="{97085F3F-B0D7-7296-58E9-04BA25273D0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8" name="フローチャート: 論理積ゲート 57">
              <a:extLst>
                <a:ext uri="{FF2B5EF4-FFF2-40B4-BE49-F238E27FC236}">
                  <a16:creationId xmlns:a16="http://schemas.microsoft.com/office/drawing/2014/main" id="{7E8EA8BC-6C4A-658C-3E70-26DF8062BB7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9" name="Group 3">
            <a:extLst>
              <a:ext uri="{FF2B5EF4-FFF2-40B4-BE49-F238E27FC236}">
                <a16:creationId xmlns:a16="http://schemas.microsoft.com/office/drawing/2014/main" id="{EB823ED8-9440-5ECD-FBCA-0776A529EAA3}"/>
              </a:ext>
            </a:extLst>
          </p:cNvPr>
          <p:cNvGrpSpPr/>
          <p:nvPr/>
        </p:nvGrpSpPr>
        <p:grpSpPr>
          <a:xfrm>
            <a:off x="1371600" y="1069258"/>
            <a:ext cx="16064988" cy="125708"/>
            <a:chOff x="0" y="0"/>
            <a:chExt cx="22021800" cy="190500"/>
          </a:xfrm>
        </p:grpSpPr>
        <p:grpSp>
          <p:nvGrpSpPr>
            <p:cNvPr id="60" name="Group 4">
              <a:extLst>
                <a:ext uri="{FF2B5EF4-FFF2-40B4-BE49-F238E27FC236}">
                  <a16:creationId xmlns:a16="http://schemas.microsoft.com/office/drawing/2014/main" id="{07198905-2829-1F71-72D7-35A113347FC5}"/>
                </a:ext>
              </a:extLst>
            </p:cNvPr>
            <p:cNvGrpSpPr/>
            <p:nvPr/>
          </p:nvGrpSpPr>
          <p:grpSpPr>
            <a:xfrm>
              <a:off x="0" y="0"/>
              <a:ext cx="7340600" cy="190500"/>
              <a:chOff x="0" y="0"/>
              <a:chExt cx="1449995" cy="37630"/>
            </a:xfrm>
          </p:grpSpPr>
          <p:sp>
            <p:nvSpPr>
              <p:cNvPr id="67" name="Freeform 5">
                <a:extLst>
                  <a:ext uri="{FF2B5EF4-FFF2-40B4-BE49-F238E27FC236}">
                    <a16:creationId xmlns:a16="http://schemas.microsoft.com/office/drawing/2014/main" id="{485681AC-AB44-05AB-B2DC-963719D82CD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8" name="TextBox 6">
                <a:extLst>
                  <a:ext uri="{FF2B5EF4-FFF2-40B4-BE49-F238E27FC236}">
                    <a16:creationId xmlns:a16="http://schemas.microsoft.com/office/drawing/2014/main" id="{202A1BCC-4C70-A3AD-C0F1-86837633D72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1" name="Group 7">
              <a:extLst>
                <a:ext uri="{FF2B5EF4-FFF2-40B4-BE49-F238E27FC236}">
                  <a16:creationId xmlns:a16="http://schemas.microsoft.com/office/drawing/2014/main" id="{3EDCC66E-1640-BB38-BEA3-292F30F6F863}"/>
                </a:ext>
              </a:extLst>
            </p:cNvPr>
            <p:cNvGrpSpPr/>
            <p:nvPr/>
          </p:nvGrpSpPr>
          <p:grpSpPr>
            <a:xfrm>
              <a:off x="7340600" y="0"/>
              <a:ext cx="7340600" cy="190500"/>
              <a:chOff x="0" y="0"/>
              <a:chExt cx="1449995" cy="37630"/>
            </a:xfrm>
          </p:grpSpPr>
          <p:sp>
            <p:nvSpPr>
              <p:cNvPr id="65" name="Freeform 8">
                <a:extLst>
                  <a:ext uri="{FF2B5EF4-FFF2-40B4-BE49-F238E27FC236}">
                    <a16:creationId xmlns:a16="http://schemas.microsoft.com/office/drawing/2014/main" id="{071B0218-6572-EAF0-5D0E-81C532D6CEC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6" name="TextBox 9">
                <a:extLst>
                  <a:ext uri="{FF2B5EF4-FFF2-40B4-BE49-F238E27FC236}">
                    <a16:creationId xmlns:a16="http://schemas.microsoft.com/office/drawing/2014/main" id="{2C77874B-EA90-A51E-2586-C8C73B49A46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2" name="Group 10">
              <a:extLst>
                <a:ext uri="{FF2B5EF4-FFF2-40B4-BE49-F238E27FC236}">
                  <a16:creationId xmlns:a16="http://schemas.microsoft.com/office/drawing/2014/main" id="{161179C7-3200-8AB9-1FFF-2AA8C3E530D7}"/>
                </a:ext>
              </a:extLst>
            </p:cNvPr>
            <p:cNvGrpSpPr/>
            <p:nvPr/>
          </p:nvGrpSpPr>
          <p:grpSpPr>
            <a:xfrm>
              <a:off x="14681200" y="0"/>
              <a:ext cx="7340600" cy="190500"/>
              <a:chOff x="0" y="0"/>
              <a:chExt cx="1449995" cy="37630"/>
            </a:xfrm>
          </p:grpSpPr>
          <p:sp>
            <p:nvSpPr>
              <p:cNvPr id="63" name="Freeform 11">
                <a:extLst>
                  <a:ext uri="{FF2B5EF4-FFF2-40B4-BE49-F238E27FC236}">
                    <a16:creationId xmlns:a16="http://schemas.microsoft.com/office/drawing/2014/main" id="{132CD826-8E5D-C4DD-5DF6-EADF43D3B59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4" name="TextBox 12">
                <a:extLst>
                  <a:ext uri="{FF2B5EF4-FFF2-40B4-BE49-F238E27FC236}">
                    <a16:creationId xmlns:a16="http://schemas.microsoft.com/office/drawing/2014/main" id="{0B0E2256-7A8E-7AF6-CF09-D70E3A03328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1" name="スライド番号プレースホルダー 28">
            <a:extLst>
              <a:ext uri="{FF2B5EF4-FFF2-40B4-BE49-F238E27FC236}">
                <a16:creationId xmlns:a16="http://schemas.microsoft.com/office/drawing/2014/main" id="{5812C3D1-DC50-E40D-2D29-D18D57854070}"/>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4</a:t>
            </a:fld>
            <a:endParaRPr lang="en-US" sz="2400" dirty="0">
              <a:solidFill>
                <a:schemeClr val="bg1"/>
              </a:solidFill>
            </a:endParaRPr>
          </a:p>
        </p:txBody>
      </p:sp>
      <p:sp>
        <p:nvSpPr>
          <p:cNvPr id="72" name="TextBox 24">
            <a:extLst>
              <a:ext uri="{FF2B5EF4-FFF2-40B4-BE49-F238E27FC236}">
                <a16:creationId xmlns:a16="http://schemas.microsoft.com/office/drawing/2014/main" id="{F3D893FF-BF5B-152E-AB17-FE2C86587AC9}"/>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先行研究</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3" name="グループ化 72">
            <a:extLst>
              <a:ext uri="{FF2B5EF4-FFF2-40B4-BE49-F238E27FC236}">
                <a16:creationId xmlns:a16="http://schemas.microsoft.com/office/drawing/2014/main" id="{9E244770-E027-057C-C786-4CC36A26092A}"/>
              </a:ext>
            </a:extLst>
          </p:cNvPr>
          <p:cNvGrpSpPr/>
          <p:nvPr/>
        </p:nvGrpSpPr>
        <p:grpSpPr>
          <a:xfrm>
            <a:off x="1540846" y="2051560"/>
            <a:ext cx="8639037" cy="552410"/>
            <a:chOff x="1535808" y="1451163"/>
            <a:chExt cx="8639037" cy="552410"/>
          </a:xfrm>
        </p:grpSpPr>
        <p:sp>
          <p:nvSpPr>
            <p:cNvPr id="74" name="TextBox 26">
              <a:extLst>
                <a:ext uri="{FF2B5EF4-FFF2-40B4-BE49-F238E27FC236}">
                  <a16:creationId xmlns:a16="http://schemas.microsoft.com/office/drawing/2014/main" id="{FBAC1B9C-3C1B-5E58-DAC4-19C55F2DEB7B}"/>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先行研究</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75" name="Freeform 5">
              <a:extLst>
                <a:ext uri="{FF2B5EF4-FFF2-40B4-BE49-F238E27FC236}">
                  <a16:creationId xmlns:a16="http://schemas.microsoft.com/office/drawing/2014/main" id="{893812FC-CB35-1CEA-D837-BDC1F88160AC}"/>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6" name="TextBox 25">
            <a:extLst>
              <a:ext uri="{FF2B5EF4-FFF2-40B4-BE49-F238E27FC236}">
                <a16:creationId xmlns:a16="http://schemas.microsoft.com/office/drawing/2014/main" id="{307E3487-55DC-3941-9A00-D43A990FC671}"/>
              </a:ext>
            </a:extLst>
          </p:cNvPr>
          <p:cNvSpPr txBox="1"/>
          <p:nvPr/>
        </p:nvSpPr>
        <p:spPr>
          <a:xfrm>
            <a:off x="1703746" y="2747278"/>
            <a:ext cx="16333461" cy="1776320"/>
          </a:xfrm>
          <a:prstGeom prst="rect">
            <a:avLst/>
          </a:prstGeom>
        </p:spPr>
        <p:txBody>
          <a:bodyPr wrap="square" lIns="0" tIns="0" rIns="0" bIns="0" rtlCol="0" anchor="t">
            <a:spAutoFit/>
          </a:bodyPr>
          <a:lstStyle/>
          <a:p>
            <a:pPr marL="457200" indent="-457200" algn="l">
              <a:lnSpc>
                <a:spcPts val="3520"/>
              </a:lnSpc>
              <a:buClr>
                <a:srgbClr val="64A4A3"/>
              </a:buClr>
              <a:buSzPct val="100000"/>
              <a:buFont typeface="Wingdings" panose="05000000000000000000" pitchFamily="2" charset="2"/>
              <a:buChar char="l"/>
            </a:pPr>
            <a:r>
              <a:rPr lang="ja-JP" altLang="en-US" sz="2800" dirty="0">
                <a:solidFill>
                  <a:srgbClr val="292B2B"/>
                </a:solidFill>
                <a:latin typeface="Source Han Sans JP"/>
                <a:ea typeface="Source Han Sans JP"/>
                <a:cs typeface="Source Han Sans JP"/>
                <a:sym typeface="Source Han Sans JP"/>
              </a:rPr>
              <a:t>プール沸騰時の熱流束を，機械学習モデル</a:t>
            </a:r>
            <a:r>
              <a:rPr lang="en-US" altLang="ja-JP" sz="2800" dirty="0">
                <a:solidFill>
                  <a:srgbClr val="292B2B"/>
                </a:solidFill>
                <a:latin typeface="Source Han Sans JP"/>
                <a:ea typeface="Source Han Sans JP"/>
                <a:cs typeface="Source Han Sans JP"/>
                <a:sym typeface="Source Han Sans JP"/>
              </a:rPr>
              <a:t>(PCA</a:t>
            </a:r>
            <a:r>
              <a:rPr lang="ja-JP" altLang="en-US" sz="2800" dirty="0">
                <a:solidFill>
                  <a:srgbClr val="292B2B"/>
                </a:solidFill>
                <a:latin typeface="Source Han Sans JP"/>
                <a:ea typeface="Source Han Sans JP"/>
                <a:cs typeface="Source Han Sans JP"/>
                <a:sym typeface="Source Han Sans JP"/>
              </a:rPr>
              <a:t>分析，</a:t>
            </a:r>
            <a:r>
              <a:rPr lang="en-US" altLang="ja-JP" sz="2800" dirty="0">
                <a:solidFill>
                  <a:srgbClr val="292B2B"/>
                </a:solidFill>
                <a:latin typeface="Source Han Sans JP"/>
                <a:ea typeface="Source Han Sans JP"/>
                <a:cs typeface="Source Han Sans JP"/>
                <a:sym typeface="Source Han Sans JP"/>
              </a:rPr>
              <a:t>CNN)</a:t>
            </a:r>
            <a:r>
              <a:rPr lang="ja-JP" altLang="en-US" sz="2800" dirty="0">
                <a:solidFill>
                  <a:srgbClr val="292B2B"/>
                </a:solidFill>
                <a:latin typeface="Source Han Sans JP"/>
                <a:ea typeface="Source Han Sans JP"/>
                <a:cs typeface="Source Han Sans JP"/>
                <a:sym typeface="Source Han Sans JP"/>
              </a:rPr>
              <a:t>を使用して高い予測精度</a:t>
            </a:r>
            <a:r>
              <a:rPr lang="en-US" altLang="ja-JP" sz="2800" dirty="0">
                <a:solidFill>
                  <a:srgbClr val="292B2B"/>
                </a:solidFill>
                <a:latin typeface="Source Han Sans JP"/>
                <a:ea typeface="Source Han Sans JP"/>
                <a:cs typeface="Source Han Sans JP"/>
                <a:sym typeface="Source Han Sans JP"/>
              </a:rPr>
              <a:t>(</a:t>
            </a:r>
            <a:r>
              <a:rPr lang="ja-JP" altLang="en-US" sz="2800" dirty="0">
                <a:solidFill>
                  <a:srgbClr val="292B2B"/>
                </a:solidFill>
                <a:latin typeface="Source Han Sans JP"/>
                <a:ea typeface="Source Han Sans JP"/>
                <a:cs typeface="Source Han Sans JP"/>
                <a:sym typeface="Source Han Sans JP"/>
              </a:rPr>
              <a:t>決定係数</a:t>
            </a:r>
            <a:r>
              <a:rPr lang="en-US" altLang="ja-JP" sz="2800" dirty="0">
                <a:solidFill>
                  <a:srgbClr val="292B2B"/>
                </a:solidFill>
                <a:latin typeface="Source Han Sans JP"/>
                <a:ea typeface="Source Han Sans JP"/>
                <a:cs typeface="Source Han Sans JP"/>
                <a:sym typeface="Source Han Sans JP"/>
              </a:rPr>
              <a:t>97.4%</a:t>
            </a:r>
            <a:r>
              <a:rPr lang="ja-JP" altLang="en-US" sz="2800" dirty="0">
                <a:solidFill>
                  <a:srgbClr val="292B2B"/>
                </a:solidFill>
                <a:latin typeface="Source Han Sans JP"/>
                <a:ea typeface="Source Han Sans JP"/>
                <a:cs typeface="Source Han Sans JP"/>
                <a:sym typeface="Source Han Sans JP"/>
              </a:rPr>
              <a:t>、平均絶対誤差</a:t>
            </a:r>
            <a:r>
              <a:rPr lang="en-US" altLang="ja-JP" sz="2800" dirty="0">
                <a:solidFill>
                  <a:srgbClr val="292B2B"/>
                </a:solidFill>
                <a:latin typeface="Source Han Sans JP"/>
                <a:ea typeface="Source Han Sans JP"/>
                <a:cs typeface="Source Han Sans JP"/>
                <a:sym typeface="Source Han Sans JP"/>
              </a:rPr>
              <a:t>7.0%)</a:t>
            </a:r>
            <a:r>
              <a:rPr lang="ja-JP" altLang="en-US" sz="2800" dirty="0">
                <a:solidFill>
                  <a:srgbClr val="292B2B"/>
                </a:solidFill>
                <a:latin typeface="Source Han Sans JP"/>
                <a:ea typeface="Source Han Sans JP"/>
                <a:cs typeface="Source Han Sans JP"/>
                <a:sym typeface="Source Han Sans JP"/>
              </a:rPr>
              <a:t>を達成</a:t>
            </a:r>
            <a:r>
              <a:rPr lang="en-US" altLang="ja-JP" sz="2800" dirty="0">
                <a:solidFill>
                  <a:srgbClr val="292B2B"/>
                </a:solidFill>
                <a:latin typeface="Source Han Sans JP"/>
                <a:ea typeface="Source Han Sans JP"/>
                <a:cs typeface="Source Han Sans JP"/>
                <a:sym typeface="Source Han Sans JP"/>
              </a:rPr>
              <a:t>[6]</a:t>
            </a:r>
          </a:p>
          <a:p>
            <a:pPr marL="457200" indent="-457200" algn="l">
              <a:lnSpc>
                <a:spcPts val="3520"/>
              </a:lnSpc>
              <a:buClr>
                <a:srgbClr val="64A4A3"/>
              </a:buClr>
              <a:buSzPct val="100000"/>
              <a:buFont typeface="Wingdings" panose="05000000000000000000" pitchFamily="2" charset="2"/>
              <a:buChar char="l"/>
            </a:pPr>
            <a:r>
              <a:rPr lang="en-US" altLang="ja-JP" sz="2800" dirty="0">
                <a:solidFill>
                  <a:srgbClr val="292B2B"/>
                </a:solidFill>
                <a:latin typeface="Source Han Sans JP"/>
                <a:ea typeface="Source Han Sans JP"/>
                <a:cs typeface="Source Han Sans JP"/>
                <a:sym typeface="Source Han Sans JP"/>
              </a:rPr>
              <a:t>STFT</a:t>
            </a:r>
            <a:r>
              <a:rPr lang="ja-JP" altLang="en-US" sz="2800" dirty="0">
                <a:solidFill>
                  <a:srgbClr val="292B2B"/>
                </a:solidFill>
                <a:latin typeface="Source Han Sans JP"/>
                <a:ea typeface="Source Han Sans JP"/>
                <a:cs typeface="Source Han Sans JP"/>
                <a:sym typeface="Source Han Sans JP"/>
              </a:rPr>
              <a:t>，</a:t>
            </a:r>
            <a:r>
              <a:rPr lang="en-US" altLang="ja-JP" sz="2800" dirty="0">
                <a:solidFill>
                  <a:srgbClr val="292B2B"/>
                </a:solidFill>
                <a:latin typeface="Source Han Sans JP"/>
                <a:ea typeface="Source Han Sans JP"/>
                <a:cs typeface="Source Han Sans JP"/>
                <a:sym typeface="Source Han Sans JP"/>
              </a:rPr>
              <a:t>CWT</a:t>
            </a:r>
            <a:r>
              <a:rPr lang="ja-JP" altLang="en-US" sz="2800" dirty="0">
                <a:solidFill>
                  <a:srgbClr val="292B2B"/>
                </a:solidFill>
                <a:latin typeface="Source Han Sans JP"/>
                <a:ea typeface="Source Han Sans JP"/>
                <a:cs typeface="Source Han Sans JP"/>
                <a:sym typeface="Source Han Sans JP"/>
              </a:rPr>
              <a:t>を用いた</a:t>
            </a:r>
            <a:r>
              <a:rPr lang="en-US" altLang="ja-JP" sz="2800" dirty="0">
                <a:solidFill>
                  <a:srgbClr val="292B2B"/>
                </a:solidFill>
                <a:latin typeface="Source Han Sans JP"/>
                <a:ea typeface="Source Han Sans JP"/>
                <a:cs typeface="Source Han Sans JP"/>
                <a:sym typeface="Source Han Sans JP"/>
              </a:rPr>
              <a:t>CNN</a:t>
            </a:r>
            <a:r>
              <a:rPr lang="ja-JP" altLang="en-US" sz="2800" dirty="0">
                <a:solidFill>
                  <a:srgbClr val="292B2B"/>
                </a:solidFill>
                <a:latin typeface="Source Han Sans JP"/>
                <a:ea typeface="Source Han Sans JP"/>
                <a:cs typeface="Source Han Sans JP"/>
                <a:sym typeface="Source Han Sans JP"/>
              </a:rPr>
              <a:t>モデルを使用してモデルの判断根拠を可視化＆熱流束予測時の決定係数</a:t>
            </a:r>
            <a:r>
              <a:rPr lang="en-US" altLang="ja-JP" sz="2800" dirty="0">
                <a:solidFill>
                  <a:srgbClr val="292B2B"/>
                </a:solidFill>
                <a:latin typeface="Source Han Sans JP"/>
                <a:ea typeface="Source Han Sans JP"/>
                <a:cs typeface="Source Han Sans JP"/>
                <a:sym typeface="Source Han Sans JP"/>
              </a:rPr>
              <a:t>99%</a:t>
            </a:r>
            <a:r>
              <a:rPr lang="ja-JP" altLang="en-US" sz="2800" dirty="0">
                <a:solidFill>
                  <a:srgbClr val="292B2B"/>
                </a:solidFill>
                <a:latin typeface="Source Han Sans JP"/>
                <a:ea typeface="Source Han Sans JP"/>
                <a:cs typeface="Source Han Sans JP"/>
                <a:sym typeface="Source Han Sans JP"/>
              </a:rPr>
              <a:t> を達成</a:t>
            </a:r>
            <a:r>
              <a:rPr lang="en-US" altLang="ja-JP" sz="2800" dirty="0">
                <a:solidFill>
                  <a:srgbClr val="292B2B"/>
                </a:solidFill>
                <a:latin typeface="Source Han Sans JP"/>
                <a:ea typeface="Source Han Sans JP"/>
                <a:cs typeface="Source Han Sans JP"/>
                <a:sym typeface="Source Han Sans JP"/>
              </a:rPr>
              <a:t>[7]</a:t>
            </a:r>
          </a:p>
        </p:txBody>
      </p:sp>
      <p:sp>
        <p:nvSpPr>
          <p:cNvPr id="77" name="矢印: 下 76">
            <a:extLst>
              <a:ext uri="{FF2B5EF4-FFF2-40B4-BE49-F238E27FC236}">
                <a16:creationId xmlns:a16="http://schemas.microsoft.com/office/drawing/2014/main" id="{0201A2CA-7020-CF85-CF73-FAB6DCD1E1EC}"/>
              </a:ext>
            </a:extLst>
          </p:cNvPr>
          <p:cNvSpPr/>
          <p:nvPr/>
        </p:nvSpPr>
        <p:spPr>
          <a:xfrm>
            <a:off x="8376251" y="4423079"/>
            <a:ext cx="1066792" cy="599626"/>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TextBox 25">
            <a:extLst>
              <a:ext uri="{FF2B5EF4-FFF2-40B4-BE49-F238E27FC236}">
                <a16:creationId xmlns:a16="http://schemas.microsoft.com/office/drawing/2014/main" id="{3061763A-FF14-38D9-515C-8221056416E0}"/>
              </a:ext>
            </a:extLst>
          </p:cNvPr>
          <p:cNvSpPr txBox="1"/>
          <p:nvPr/>
        </p:nvSpPr>
        <p:spPr>
          <a:xfrm>
            <a:off x="2122673" y="5056649"/>
            <a:ext cx="5562599" cy="431568"/>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u="sng" dirty="0">
                <a:solidFill>
                  <a:srgbClr val="F55D4D"/>
                </a:solidFill>
                <a:latin typeface="Source Han Sans JP Bold" panose="020B0600070205080204" charset="-128"/>
                <a:ea typeface="Source Han Sans JP Bold" panose="020B0600070205080204" charset="-128"/>
                <a:cs typeface="Source Han Sans JP"/>
                <a:sym typeface="Source Han Sans JP"/>
              </a:rPr>
              <a:t>熱流束予測</a:t>
            </a:r>
            <a:r>
              <a:rPr lang="ja-JP" altLang="en-US" sz="2800" dirty="0">
                <a:latin typeface="Source Han Sans JP"/>
                <a:ea typeface="Source Han Sans JP"/>
                <a:cs typeface="Source Han Sans JP"/>
                <a:sym typeface="Source Han Sans JP"/>
              </a:rPr>
              <a:t>は高精度で可能</a:t>
            </a:r>
            <a:r>
              <a:rPr lang="ja-JP" altLang="en-US" sz="2800" dirty="0">
                <a:solidFill>
                  <a:srgbClr val="292B2B"/>
                </a:solidFill>
                <a:latin typeface="Source Han Sans JP"/>
                <a:ea typeface="Source Han Sans JP"/>
                <a:cs typeface="Source Han Sans JP"/>
                <a:sym typeface="Source Han Sans JP"/>
              </a:rPr>
              <a:t>だが，</a:t>
            </a:r>
            <a:endParaRPr lang="en-US" altLang="ja-JP" sz="2800" dirty="0">
              <a:solidFill>
                <a:srgbClr val="292B2B"/>
              </a:solidFill>
              <a:latin typeface="Source Han Sans JP"/>
              <a:ea typeface="Source Han Sans JP"/>
              <a:cs typeface="Source Han Sans JP"/>
              <a:sym typeface="Source Han Sans JP"/>
            </a:endParaRPr>
          </a:p>
        </p:txBody>
      </p:sp>
      <p:sp>
        <p:nvSpPr>
          <p:cNvPr id="79" name="TextBox 25">
            <a:extLst>
              <a:ext uri="{FF2B5EF4-FFF2-40B4-BE49-F238E27FC236}">
                <a16:creationId xmlns:a16="http://schemas.microsoft.com/office/drawing/2014/main" id="{AB969C07-9487-9574-3DB3-9C04F8F688ED}"/>
              </a:ext>
            </a:extLst>
          </p:cNvPr>
          <p:cNvSpPr txBox="1"/>
          <p:nvPr/>
        </p:nvSpPr>
        <p:spPr>
          <a:xfrm>
            <a:off x="2122672" y="5799240"/>
            <a:ext cx="15621000" cy="456407"/>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dirty="0">
                <a:solidFill>
                  <a:srgbClr val="292B2B"/>
                </a:solidFill>
                <a:latin typeface="Source Han Sans JP" panose="020B0600070205080204" charset="-128"/>
                <a:ea typeface="Source Han Sans JP" panose="020B0600070205080204" charset="-128"/>
                <a:cs typeface="Source Han Sans JP"/>
                <a:sym typeface="Source Han Sans JP"/>
              </a:rPr>
              <a:t>早期検知に重要な，</a:t>
            </a:r>
            <a:r>
              <a:rPr lang="ja-JP" altLang="en-US"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沸騰</a:t>
            </a:r>
            <a:r>
              <a:rPr lang="en-US" altLang="ja-JP"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未沸騰状態の分類</a:t>
            </a:r>
            <a:r>
              <a:rPr lang="en-US" altLang="ja-JP"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沸騰開始点の予測</a:t>
            </a:r>
            <a:r>
              <a:rPr lang="en-US" altLang="ja-JP"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2800" dirty="0">
                <a:solidFill>
                  <a:srgbClr val="292B2B"/>
                </a:solidFill>
                <a:latin typeface="Source Han Sans JP"/>
                <a:ea typeface="Source Han Sans JP"/>
                <a:cs typeface="Source Han Sans JP"/>
                <a:sym typeface="Source Han Sans JP"/>
              </a:rPr>
              <a:t>においては乏しい</a:t>
            </a:r>
            <a:endParaRPr lang="en-US" altLang="ja-JP" sz="2800" dirty="0">
              <a:solidFill>
                <a:srgbClr val="292B2B"/>
              </a:solidFill>
              <a:latin typeface="Source Han Sans JP"/>
              <a:ea typeface="Source Han Sans JP"/>
              <a:cs typeface="Source Han Sans JP"/>
              <a:sym typeface="Source Han Sans JP"/>
            </a:endParaRPr>
          </a:p>
        </p:txBody>
      </p:sp>
      <p:sp>
        <p:nvSpPr>
          <p:cNvPr id="80" name="TextBox 25">
            <a:extLst>
              <a:ext uri="{FF2B5EF4-FFF2-40B4-BE49-F238E27FC236}">
                <a16:creationId xmlns:a16="http://schemas.microsoft.com/office/drawing/2014/main" id="{105BA408-8F26-DF39-BC89-56BDB44C1DC0}"/>
              </a:ext>
            </a:extLst>
          </p:cNvPr>
          <p:cNvSpPr txBox="1"/>
          <p:nvPr/>
        </p:nvSpPr>
        <p:spPr>
          <a:xfrm>
            <a:off x="2122672" y="6958042"/>
            <a:ext cx="15352865" cy="429798"/>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dirty="0">
                <a:solidFill>
                  <a:srgbClr val="292B2B"/>
                </a:solidFill>
                <a:latin typeface="Source Han Sans JP" panose="020B0600070205080204" charset="-128"/>
                <a:ea typeface="Source Han Sans JP" panose="020B0600070205080204" charset="-128"/>
                <a:cs typeface="Source Han Sans JP"/>
                <a:sym typeface="Source Han Sans JP"/>
              </a:rPr>
              <a:t>実機環境では多くのノイズが発生する</a:t>
            </a:r>
            <a:endParaRPr lang="en-US" altLang="ja-JP" sz="28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81" name="TextBox 25">
            <a:extLst>
              <a:ext uri="{FF2B5EF4-FFF2-40B4-BE49-F238E27FC236}">
                <a16:creationId xmlns:a16="http://schemas.microsoft.com/office/drawing/2014/main" id="{D594AE58-9CA6-C07F-4765-F845846B3845}"/>
              </a:ext>
            </a:extLst>
          </p:cNvPr>
          <p:cNvSpPr txBox="1"/>
          <p:nvPr/>
        </p:nvSpPr>
        <p:spPr>
          <a:xfrm>
            <a:off x="4267200" y="7581900"/>
            <a:ext cx="11798687" cy="1241878"/>
          </a:xfrm>
          <a:prstGeom prst="rect">
            <a:avLst/>
          </a:prstGeom>
        </p:spPr>
        <p:txBody>
          <a:bodyPr wrap="square" lIns="0" tIns="0" rIns="0" bIns="0" rtlCol="0" anchor="t">
            <a:spAutoFit/>
          </a:bodyPr>
          <a:lstStyle/>
          <a:p>
            <a:pPr marL="457200" indent="-457200" algn="l">
              <a:lnSpc>
                <a:spcPts val="5000"/>
              </a:lnSpc>
              <a:buClr>
                <a:srgbClr val="64A4A3"/>
              </a:buClr>
              <a:buSzPct val="100000"/>
              <a:buFont typeface="Wingdings" panose="05000000000000000000" pitchFamily="2" charset="2"/>
              <a:buChar char="ü"/>
            </a:pPr>
            <a:r>
              <a:rPr lang="ja-JP" altLang="en-US" sz="3600" u="sng" dirty="0">
                <a:solidFill>
                  <a:srgbClr val="292B2B"/>
                </a:solidFill>
                <a:latin typeface="Source Han Sans JP Bold" panose="020B0600070205080204" charset="-128"/>
                <a:ea typeface="Source Han Sans JP Bold" panose="020B0600070205080204" charset="-128"/>
                <a:cs typeface="Source Han Sans JP"/>
                <a:sym typeface="Source Han Sans JP"/>
              </a:rPr>
              <a:t>信号対ノイズ比</a:t>
            </a:r>
            <a:r>
              <a:rPr lang="en-US" altLang="ja-JP" sz="3600" u="sng" dirty="0">
                <a:solidFill>
                  <a:srgbClr val="292B2B"/>
                </a:solidFill>
                <a:latin typeface="Source Han Sans JP Bold" panose="020B0600070205080204" charset="-128"/>
                <a:ea typeface="Source Han Sans JP Bold" panose="020B0600070205080204" charset="-128"/>
                <a:cs typeface="Source Han Sans JP"/>
                <a:sym typeface="Source Han Sans JP"/>
              </a:rPr>
              <a:t>(SNR)</a:t>
            </a:r>
            <a:r>
              <a:rPr lang="ja-JP" altLang="en-US" sz="2800" dirty="0">
                <a:solidFill>
                  <a:srgbClr val="292B2B"/>
                </a:solidFill>
                <a:latin typeface="Source Han Sans JP" panose="020B0600070205080204" charset="-128"/>
                <a:ea typeface="Source Han Sans JP" panose="020B0600070205080204" charset="-128"/>
                <a:cs typeface="Source Han Sans JP"/>
                <a:sym typeface="Source Han Sans JP"/>
              </a:rPr>
              <a:t>における予測性能の検証</a:t>
            </a:r>
            <a:endParaRPr lang="en-US" altLang="ja-JP" sz="2800" dirty="0">
              <a:solidFill>
                <a:srgbClr val="292B2B"/>
              </a:solidFill>
              <a:latin typeface="Source Han Sans JP" panose="020B0600070205080204" charset="-128"/>
              <a:ea typeface="Source Han Sans JP" panose="020B0600070205080204" charset="-128"/>
              <a:cs typeface="Source Han Sans JP"/>
              <a:sym typeface="Source Han Sans JP"/>
            </a:endParaRPr>
          </a:p>
          <a:p>
            <a:pPr marL="457200" indent="-457200" algn="l">
              <a:lnSpc>
                <a:spcPts val="5000"/>
              </a:lnSpc>
              <a:buClr>
                <a:srgbClr val="64A4A3"/>
              </a:buClr>
              <a:buSzPct val="100000"/>
              <a:buFont typeface="Wingdings" panose="05000000000000000000" pitchFamily="2" charset="2"/>
              <a:buChar char="ü"/>
            </a:pPr>
            <a:r>
              <a:rPr lang="ja-JP" altLang="en-US" sz="3600" u="sng" dirty="0">
                <a:solidFill>
                  <a:srgbClr val="292B2B"/>
                </a:solidFill>
                <a:latin typeface="Source Han Sans JP Bold" panose="020B0600070205080204" charset="-128"/>
                <a:ea typeface="Source Han Sans JP Bold" panose="020B0600070205080204" charset="-128"/>
                <a:cs typeface="Source Han Sans JP"/>
                <a:sym typeface="Source Han Sans JP"/>
              </a:rPr>
              <a:t>アンサンブル学習</a:t>
            </a:r>
            <a:r>
              <a:rPr lang="ja-JP" altLang="en-US" sz="2800" dirty="0">
                <a:solidFill>
                  <a:srgbClr val="292B2B"/>
                </a:solidFill>
                <a:latin typeface="Source Han Sans JP" panose="020B0600070205080204" charset="-128"/>
                <a:ea typeface="Source Han Sans JP" panose="020B0600070205080204" charset="-128"/>
                <a:cs typeface="Source Han Sans JP"/>
                <a:sym typeface="Source Han Sans JP"/>
              </a:rPr>
              <a:t>による安定性と精度の向上</a:t>
            </a:r>
            <a:endParaRPr lang="en-US" altLang="ja-JP" sz="2800" dirty="0">
              <a:solidFill>
                <a:srgbClr val="292B2B"/>
              </a:solidFill>
              <a:latin typeface="Source Han Sans JP"/>
              <a:ea typeface="Source Han Sans JP"/>
              <a:cs typeface="Source Han Sans JP"/>
              <a:sym typeface="Source Han Sans JP"/>
            </a:endParaRPr>
          </a:p>
        </p:txBody>
      </p:sp>
      <p:sp>
        <p:nvSpPr>
          <p:cNvPr id="82" name="矢印: 下 81">
            <a:extLst>
              <a:ext uri="{FF2B5EF4-FFF2-40B4-BE49-F238E27FC236}">
                <a16:creationId xmlns:a16="http://schemas.microsoft.com/office/drawing/2014/main" id="{536B2F91-E0CF-A76B-9451-29559C92A8C7}"/>
              </a:ext>
            </a:extLst>
          </p:cNvPr>
          <p:cNvSpPr/>
          <p:nvPr/>
        </p:nvSpPr>
        <p:spPr>
          <a:xfrm rot="16200000">
            <a:off x="2900534" y="7837496"/>
            <a:ext cx="646317" cy="730686"/>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98499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5">
            <a:extLst>
              <a:ext uri="{FF2B5EF4-FFF2-40B4-BE49-F238E27FC236}">
                <a16:creationId xmlns:a16="http://schemas.microsoft.com/office/drawing/2014/main" id="{1FE2A5AB-F6B7-0011-B112-A4E8E850D0AF}"/>
              </a:ext>
            </a:extLst>
          </p:cNvPr>
          <p:cNvSpPr txBox="1"/>
          <p:nvPr/>
        </p:nvSpPr>
        <p:spPr>
          <a:xfrm>
            <a:off x="2209800" y="2930640"/>
            <a:ext cx="14939396" cy="5145704"/>
          </a:xfrm>
          <a:prstGeom prst="rect">
            <a:avLst/>
          </a:prstGeom>
          <a:noFill/>
        </p:spPr>
        <p:txBody>
          <a:bodyPr wrap="square" lIns="0" tIns="0" rIns="0" bIns="0" rtlCol="0" anchor="t">
            <a:spAutoFit/>
          </a:bodyPr>
          <a:lstStyle/>
          <a:p>
            <a:pPr marL="914400" indent="-914400" algn="l">
              <a:lnSpc>
                <a:spcPct val="150000"/>
              </a:lnSpc>
              <a:buClr>
                <a:srgbClr val="64A4A3"/>
              </a:buClr>
              <a:buSzPct val="100000"/>
              <a:buFont typeface="Wingdings" panose="05000000000000000000" pitchFamily="2" charset="2"/>
              <a:buChar char="ü"/>
            </a:pPr>
            <a:r>
              <a:rPr lang="ja-JP" altLang="en-US" sz="3600" u="none" strike="noStrike" dirty="0">
                <a:latin typeface="Source Han Sans JP" panose="020B0600070205080204" charset="-128"/>
                <a:ea typeface="Source Han Sans JP" panose="020B0600070205080204" charset="-128"/>
                <a:cs typeface="Source Han Sans JP"/>
                <a:sym typeface="Source Han Sans JP"/>
              </a:rPr>
              <a:t>早期検知に重要な沸騰</a:t>
            </a:r>
            <a:r>
              <a:rPr lang="en-US" altLang="ja-JP" sz="3600" u="none" strike="noStrike" dirty="0">
                <a:latin typeface="Source Han Sans JP" panose="020B0600070205080204" charset="-128"/>
                <a:ea typeface="Source Han Sans JP" panose="020B0600070205080204" charset="-128"/>
                <a:cs typeface="Source Han Sans JP"/>
                <a:sym typeface="Source Han Sans JP"/>
              </a:rPr>
              <a:t>-</a:t>
            </a:r>
            <a:r>
              <a:rPr lang="ja-JP" altLang="en-US" sz="3600" u="none" strike="noStrike" dirty="0">
                <a:latin typeface="Source Han Sans JP" panose="020B0600070205080204" charset="-128"/>
                <a:ea typeface="Source Han Sans JP" panose="020B0600070205080204" charset="-128"/>
                <a:cs typeface="Source Han Sans JP"/>
                <a:sym typeface="Source Han Sans JP"/>
              </a:rPr>
              <a:t>未沸騰</a:t>
            </a:r>
            <a:r>
              <a:rPr lang="ja-JP" altLang="en-US" sz="3600" dirty="0">
                <a:latin typeface="Source Han Sans JP" panose="020B0600070205080204" charset="-128"/>
                <a:ea typeface="Source Han Sans JP" panose="020B0600070205080204" charset="-128"/>
                <a:cs typeface="Source Han Sans JP"/>
                <a:sym typeface="Source Han Sans JP"/>
              </a:rPr>
              <a:t>分類</a:t>
            </a:r>
            <a:r>
              <a:rPr lang="ja-JP" altLang="en-US" sz="3600" u="none" strike="noStrike" dirty="0">
                <a:latin typeface="Source Han Sans JP" panose="020B0600070205080204" charset="-128"/>
                <a:ea typeface="Source Han Sans JP" panose="020B0600070205080204" charset="-128"/>
                <a:cs typeface="Source Han Sans JP"/>
                <a:sym typeface="Source Han Sans JP"/>
              </a:rPr>
              <a:t>を，</a:t>
            </a:r>
            <a:r>
              <a:rPr lang="ja-JP" altLang="en-US" sz="3600" u="sng" dirty="0">
                <a:latin typeface="Source Han Sans JP Bold" panose="020B0600070205080204" charset="-128"/>
                <a:ea typeface="Source Han Sans JP Bold" panose="020B0600070205080204" charset="-128"/>
                <a:cs typeface="Source Han Sans JP"/>
                <a:sym typeface="Source Han Sans JP"/>
              </a:rPr>
              <a:t>高精度な</a:t>
            </a:r>
            <a:r>
              <a:rPr lang="ja-JP" altLang="en-US" sz="4800" u="sng" dirty="0">
                <a:solidFill>
                  <a:srgbClr val="F55D4D"/>
                </a:solidFill>
                <a:latin typeface="Source Han Sans JP Bold" panose="020B0600070205080204" charset="-128"/>
                <a:ea typeface="Source Han Sans JP Bold" panose="020B0600070205080204" charset="-128"/>
                <a:cs typeface="Source Han Sans JP"/>
                <a:sym typeface="Source Han Sans JP"/>
              </a:rPr>
              <a:t>沸騰開始点予測手法</a:t>
            </a:r>
            <a:r>
              <a:rPr lang="ja-JP" altLang="en-US" sz="3600" dirty="0">
                <a:latin typeface="Source Han Sans JP" panose="020B0600070205080204" charset="-128"/>
                <a:ea typeface="Source Han Sans JP" panose="020B0600070205080204" charset="-128"/>
                <a:cs typeface="Source Han Sans JP"/>
                <a:sym typeface="Source Han Sans JP"/>
              </a:rPr>
              <a:t>を確立し，</a:t>
            </a:r>
            <a:r>
              <a:rPr lang="ja-JP" altLang="en-US" sz="3600" u="sng" strike="noStrike" dirty="0">
                <a:latin typeface="Source Han Sans JP Bold" panose="020B0600070205080204" charset="-128"/>
                <a:ea typeface="Source Han Sans JP Bold" panose="020B0600070205080204" charset="-128"/>
                <a:cs typeface="Source Han Sans JP"/>
                <a:sym typeface="Source Han Sans JP"/>
              </a:rPr>
              <a:t>核沸騰開始点を</a:t>
            </a:r>
            <a:r>
              <a:rPr lang="en-US" altLang="ja-JP" sz="4800" u="sng" dirty="0">
                <a:solidFill>
                  <a:srgbClr val="F55D4D"/>
                </a:solidFill>
                <a:latin typeface="Source Han Sans JP Bold" panose="020B0600070205080204" charset="-128"/>
                <a:ea typeface="Source Han Sans JP Bold" panose="020B0600070205080204" charset="-128"/>
                <a:cs typeface="Source Han Sans JP"/>
                <a:sym typeface="Source Han Sans JP"/>
              </a:rPr>
              <a:t>100%</a:t>
            </a:r>
            <a:r>
              <a:rPr lang="ja-JP" altLang="en-US" sz="4800" u="sng" dirty="0">
                <a:solidFill>
                  <a:srgbClr val="F55D4D"/>
                </a:solidFill>
                <a:latin typeface="Source Han Sans JP Bold" panose="020B0600070205080204" charset="-128"/>
                <a:ea typeface="Source Han Sans JP Bold" panose="020B0600070205080204" charset="-128"/>
                <a:cs typeface="Source Han Sans JP"/>
                <a:sym typeface="Source Han Sans JP"/>
              </a:rPr>
              <a:t> 分類可能</a:t>
            </a:r>
            <a:r>
              <a:rPr lang="ja-JP" altLang="en-US" sz="3600" u="sng" dirty="0">
                <a:latin typeface="Source Han Sans JP Bold" panose="020B0600070205080204" charset="-128"/>
                <a:ea typeface="Source Han Sans JP Bold" panose="020B0600070205080204" charset="-128"/>
                <a:cs typeface="Source Han Sans JP"/>
                <a:sym typeface="Source Han Sans JP"/>
              </a:rPr>
              <a:t>な熱流束を予測</a:t>
            </a:r>
            <a:endParaRPr lang="en-US" altLang="ja-JP" sz="3600" u="sng" dirty="0">
              <a:solidFill>
                <a:srgbClr val="F55D4D"/>
              </a:solidFill>
              <a:latin typeface="Source Han Sans JP Bold" panose="020B0600070205080204" charset="-128"/>
              <a:ea typeface="Source Han Sans JP Bold" panose="020B0600070205080204" charset="-128"/>
            </a:endParaRPr>
          </a:p>
          <a:p>
            <a:pPr marL="914400" indent="-914400" algn="l">
              <a:lnSpc>
                <a:spcPct val="150000"/>
              </a:lnSpc>
              <a:buClr>
                <a:srgbClr val="64A4A3"/>
              </a:buClr>
              <a:buSzPct val="100000"/>
              <a:buFont typeface="Wingdings" panose="05000000000000000000" pitchFamily="2" charset="2"/>
              <a:buChar char="ü"/>
            </a:pPr>
            <a:r>
              <a:rPr lang="ja-JP" altLang="en-US" sz="3600" u="sng" dirty="0">
                <a:latin typeface="Source Han Sans JP" panose="020B0600070205080204" charset="-128"/>
                <a:ea typeface="Source Han Sans JP" panose="020B0600070205080204" charset="-128"/>
              </a:rPr>
              <a:t>実機環境を想定し，</a:t>
            </a:r>
            <a:r>
              <a:rPr lang="en-US" altLang="ja-JP" sz="3600" u="sng" dirty="0">
                <a:latin typeface="Source Han Sans JP" panose="020B0600070205080204" charset="-128"/>
                <a:ea typeface="Source Han Sans JP" panose="020B0600070205080204" charset="-128"/>
              </a:rPr>
              <a:t>SNR</a:t>
            </a:r>
            <a:r>
              <a:rPr lang="ja-JP" altLang="en-US" sz="3600" u="sng" dirty="0">
                <a:latin typeface="Source Han Sans JP" panose="020B0600070205080204" charset="-128"/>
                <a:ea typeface="Source Han Sans JP" panose="020B0600070205080204" charset="-128"/>
              </a:rPr>
              <a:t>を付加したときの</a:t>
            </a:r>
            <a:r>
              <a:rPr lang="ja-JP" altLang="en-US" sz="4800" u="sng" dirty="0">
                <a:solidFill>
                  <a:srgbClr val="F55D4D"/>
                </a:solidFill>
                <a:latin typeface="Source Han Sans JP Bold" panose="020B0600070205080204" charset="-128"/>
                <a:ea typeface="Source Han Sans JP Bold" panose="020B0600070205080204" charset="-128"/>
              </a:rPr>
              <a:t>ノイズ耐性</a:t>
            </a:r>
            <a:r>
              <a:rPr lang="ja-JP" altLang="en-US" sz="3600" u="sng" dirty="0">
                <a:latin typeface="Source Han Sans JP Bold" panose="020B0600070205080204" charset="-128"/>
                <a:ea typeface="Source Han Sans JP Bold" panose="020B0600070205080204" charset="-128"/>
              </a:rPr>
              <a:t>の評価</a:t>
            </a:r>
            <a:r>
              <a:rPr lang="ja-JP" altLang="en-US" sz="3600" dirty="0">
                <a:latin typeface="Source Han Sans JP Bold" panose="020B0600070205080204" charset="-128"/>
                <a:ea typeface="Source Han Sans JP Bold" panose="020B0600070205080204" charset="-128"/>
              </a:rPr>
              <a:t>と</a:t>
            </a:r>
            <a:r>
              <a:rPr lang="ja-JP" altLang="en-US" sz="4800" i="0" u="sng" dirty="0">
                <a:solidFill>
                  <a:srgbClr val="F55D4D"/>
                </a:solidFill>
                <a:effectLst/>
                <a:latin typeface="Source Han Sans JP Bold" panose="020B0600070205080204" charset="-128"/>
                <a:ea typeface="Source Han Sans JP Bold" panose="020B0600070205080204" charset="-128"/>
              </a:rPr>
              <a:t>アンサンブル学習</a:t>
            </a:r>
            <a:r>
              <a:rPr lang="ja-JP" altLang="en-US" sz="3600" i="0" dirty="0">
                <a:effectLst/>
                <a:latin typeface="Source Han Sans JP Bold" panose="020B0600070205080204" charset="-128"/>
                <a:ea typeface="Source Han Sans JP Bold" panose="020B0600070205080204" charset="-128"/>
              </a:rPr>
              <a:t>による予測の安定性と精度の向上</a:t>
            </a:r>
            <a:endParaRPr lang="en-US" altLang="ja-JP" sz="3600" i="0" dirty="0">
              <a:effectLst/>
              <a:latin typeface="Source Han Sans JP Bold" panose="020B0600070205080204" charset="-128"/>
              <a:ea typeface="Source Han Sans JP Bold" panose="020B0600070205080204" charset="-128"/>
            </a:endParaRPr>
          </a:p>
        </p:txBody>
      </p:sp>
      <p:grpSp>
        <p:nvGrpSpPr>
          <p:cNvPr id="47" name="グループ化 46">
            <a:extLst>
              <a:ext uri="{FF2B5EF4-FFF2-40B4-BE49-F238E27FC236}">
                <a16:creationId xmlns:a16="http://schemas.microsoft.com/office/drawing/2014/main" id="{59F947D7-E6D9-2FA9-0BA9-C3FF5E62EB06}"/>
              </a:ext>
            </a:extLst>
          </p:cNvPr>
          <p:cNvGrpSpPr/>
          <p:nvPr/>
        </p:nvGrpSpPr>
        <p:grpSpPr>
          <a:xfrm>
            <a:off x="270494" y="246431"/>
            <a:ext cx="698205" cy="10040568"/>
            <a:chOff x="270494" y="246431"/>
            <a:chExt cx="698205" cy="10040568"/>
          </a:xfrm>
        </p:grpSpPr>
        <p:pic>
          <p:nvPicPr>
            <p:cNvPr id="48" name="図 47">
              <a:extLst>
                <a:ext uri="{FF2B5EF4-FFF2-40B4-BE49-F238E27FC236}">
                  <a16:creationId xmlns:a16="http://schemas.microsoft.com/office/drawing/2014/main" id="{2BB89C69-DF40-70FD-DE3A-60BB4D9BBB4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49" name="テキスト ボックス 48">
              <a:extLst>
                <a:ext uri="{FF2B5EF4-FFF2-40B4-BE49-F238E27FC236}">
                  <a16:creationId xmlns:a16="http://schemas.microsoft.com/office/drawing/2014/main" id="{4892958E-8EB4-4568-D2C5-E3DA5DA4631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0" name="直線コネクタ 49">
              <a:extLst>
                <a:ext uri="{FF2B5EF4-FFF2-40B4-BE49-F238E27FC236}">
                  <a16:creationId xmlns:a16="http://schemas.microsoft.com/office/drawing/2014/main" id="{20CB0CB6-4969-6AC7-1803-D1EC2A264F1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1" name="フローチャート: 論理積ゲート 50">
              <a:extLst>
                <a:ext uri="{FF2B5EF4-FFF2-40B4-BE49-F238E27FC236}">
                  <a16:creationId xmlns:a16="http://schemas.microsoft.com/office/drawing/2014/main" id="{D6D69FE6-1F71-DBC0-E9CA-5F400F11E89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2" name="Group 3">
            <a:extLst>
              <a:ext uri="{FF2B5EF4-FFF2-40B4-BE49-F238E27FC236}">
                <a16:creationId xmlns:a16="http://schemas.microsoft.com/office/drawing/2014/main" id="{6157C2B5-1EFD-72BF-2626-5CDAC3A46FBE}"/>
              </a:ext>
            </a:extLst>
          </p:cNvPr>
          <p:cNvGrpSpPr/>
          <p:nvPr/>
        </p:nvGrpSpPr>
        <p:grpSpPr>
          <a:xfrm>
            <a:off x="1371600" y="1069258"/>
            <a:ext cx="16064988" cy="125708"/>
            <a:chOff x="0" y="0"/>
            <a:chExt cx="22021800" cy="190500"/>
          </a:xfrm>
        </p:grpSpPr>
        <p:grpSp>
          <p:nvGrpSpPr>
            <p:cNvPr id="53" name="Group 4">
              <a:extLst>
                <a:ext uri="{FF2B5EF4-FFF2-40B4-BE49-F238E27FC236}">
                  <a16:creationId xmlns:a16="http://schemas.microsoft.com/office/drawing/2014/main" id="{587BCD62-1099-6ABC-1A1A-AAE6D2AB3C8B}"/>
                </a:ext>
              </a:extLst>
            </p:cNvPr>
            <p:cNvGrpSpPr/>
            <p:nvPr/>
          </p:nvGrpSpPr>
          <p:grpSpPr>
            <a:xfrm>
              <a:off x="0" y="0"/>
              <a:ext cx="7340600" cy="190500"/>
              <a:chOff x="0" y="0"/>
              <a:chExt cx="1449995" cy="37630"/>
            </a:xfrm>
          </p:grpSpPr>
          <p:sp>
            <p:nvSpPr>
              <p:cNvPr id="60" name="Freeform 5">
                <a:extLst>
                  <a:ext uri="{FF2B5EF4-FFF2-40B4-BE49-F238E27FC236}">
                    <a16:creationId xmlns:a16="http://schemas.microsoft.com/office/drawing/2014/main" id="{82F91D2C-7C55-7DDF-3859-6AF32001673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1" name="TextBox 6">
                <a:extLst>
                  <a:ext uri="{FF2B5EF4-FFF2-40B4-BE49-F238E27FC236}">
                    <a16:creationId xmlns:a16="http://schemas.microsoft.com/office/drawing/2014/main" id="{8F33FF2C-1BA1-C77A-11AE-7C875C4643B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4" name="Group 7">
              <a:extLst>
                <a:ext uri="{FF2B5EF4-FFF2-40B4-BE49-F238E27FC236}">
                  <a16:creationId xmlns:a16="http://schemas.microsoft.com/office/drawing/2014/main" id="{1D320DDD-E6AF-AAA0-EAF6-42E9F607956F}"/>
                </a:ext>
              </a:extLst>
            </p:cNvPr>
            <p:cNvGrpSpPr/>
            <p:nvPr/>
          </p:nvGrpSpPr>
          <p:grpSpPr>
            <a:xfrm>
              <a:off x="7340600" y="0"/>
              <a:ext cx="7340600" cy="190500"/>
              <a:chOff x="0" y="0"/>
              <a:chExt cx="1449995" cy="37630"/>
            </a:xfrm>
          </p:grpSpPr>
          <p:sp>
            <p:nvSpPr>
              <p:cNvPr id="58" name="Freeform 8">
                <a:extLst>
                  <a:ext uri="{FF2B5EF4-FFF2-40B4-BE49-F238E27FC236}">
                    <a16:creationId xmlns:a16="http://schemas.microsoft.com/office/drawing/2014/main" id="{93D52779-FEB9-CBB3-2160-6404E3C7B2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59" name="TextBox 9">
                <a:extLst>
                  <a:ext uri="{FF2B5EF4-FFF2-40B4-BE49-F238E27FC236}">
                    <a16:creationId xmlns:a16="http://schemas.microsoft.com/office/drawing/2014/main" id="{01189327-AB5C-A05D-F69B-A889112DE5C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10">
              <a:extLst>
                <a:ext uri="{FF2B5EF4-FFF2-40B4-BE49-F238E27FC236}">
                  <a16:creationId xmlns:a16="http://schemas.microsoft.com/office/drawing/2014/main" id="{57D9C222-8D0C-E45C-64F2-BA8C17F026B2}"/>
                </a:ext>
              </a:extLst>
            </p:cNvPr>
            <p:cNvGrpSpPr/>
            <p:nvPr/>
          </p:nvGrpSpPr>
          <p:grpSpPr>
            <a:xfrm>
              <a:off x="14681200" y="0"/>
              <a:ext cx="7340600" cy="190500"/>
              <a:chOff x="0" y="0"/>
              <a:chExt cx="1449995" cy="37630"/>
            </a:xfrm>
          </p:grpSpPr>
          <p:sp>
            <p:nvSpPr>
              <p:cNvPr id="56" name="Freeform 11">
                <a:extLst>
                  <a:ext uri="{FF2B5EF4-FFF2-40B4-BE49-F238E27FC236}">
                    <a16:creationId xmlns:a16="http://schemas.microsoft.com/office/drawing/2014/main" id="{18D56CAE-EDB5-2DB1-2821-191F23D9993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7" name="TextBox 12">
                <a:extLst>
                  <a:ext uri="{FF2B5EF4-FFF2-40B4-BE49-F238E27FC236}">
                    <a16:creationId xmlns:a16="http://schemas.microsoft.com/office/drawing/2014/main" id="{4F8BA04D-E1B8-0861-34F0-891CB9ECE5D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63" name="スライド番号プレースホルダー 28">
            <a:extLst>
              <a:ext uri="{FF2B5EF4-FFF2-40B4-BE49-F238E27FC236}">
                <a16:creationId xmlns:a16="http://schemas.microsoft.com/office/drawing/2014/main" id="{F009FC9C-125C-F757-F2DE-6D84A25D4B79}"/>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64" name="TextBox 24">
            <a:extLst>
              <a:ext uri="{FF2B5EF4-FFF2-40B4-BE49-F238E27FC236}">
                <a16:creationId xmlns:a16="http://schemas.microsoft.com/office/drawing/2014/main" id="{4871B04F-0FC0-E2EE-787E-E1C00BC58B8C}"/>
              </a:ext>
            </a:extLst>
          </p:cNvPr>
          <p:cNvSpPr txBox="1"/>
          <p:nvPr/>
        </p:nvSpPr>
        <p:spPr>
          <a:xfrm>
            <a:off x="1806795" y="305043"/>
            <a:ext cx="4213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65" name="グループ化 64">
            <a:extLst>
              <a:ext uri="{FF2B5EF4-FFF2-40B4-BE49-F238E27FC236}">
                <a16:creationId xmlns:a16="http://schemas.microsoft.com/office/drawing/2014/main" id="{C661730E-8477-12A5-98A8-86F53F630E84}"/>
              </a:ext>
            </a:extLst>
          </p:cNvPr>
          <p:cNvGrpSpPr/>
          <p:nvPr/>
        </p:nvGrpSpPr>
        <p:grpSpPr>
          <a:xfrm>
            <a:off x="1934396" y="1730661"/>
            <a:ext cx="8791177" cy="684000"/>
            <a:chOff x="1535808" y="1477595"/>
            <a:chExt cx="8791177" cy="684000"/>
          </a:xfrm>
        </p:grpSpPr>
        <p:sp>
          <p:nvSpPr>
            <p:cNvPr id="66" name="TextBox 26">
              <a:extLst>
                <a:ext uri="{FF2B5EF4-FFF2-40B4-BE49-F238E27FC236}">
                  <a16:creationId xmlns:a16="http://schemas.microsoft.com/office/drawing/2014/main" id="{BF19F6FA-F0E7-4F35-4DAA-E676D02C35F2}"/>
                </a:ext>
              </a:extLst>
            </p:cNvPr>
            <p:cNvSpPr txBox="1"/>
            <p:nvPr/>
          </p:nvSpPr>
          <p:spPr>
            <a:xfrm>
              <a:off x="2016895" y="1582397"/>
              <a:ext cx="8310090" cy="579198"/>
            </a:xfrm>
            <a:prstGeom prst="rect">
              <a:avLst/>
            </a:prstGeom>
          </p:spPr>
          <p:txBody>
            <a:bodyPr wrap="square" lIns="0" tIns="0" rIns="0" bIns="0" rtlCol="0" anchor="t">
              <a:spAutoFit/>
            </a:bodyPr>
            <a:lstStyle/>
            <a:p>
              <a:pPr marL="0" lvl="0" indent="0" algn="l">
                <a:lnSpc>
                  <a:spcPts val="4480"/>
                </a:lnSpc>
                <a:spcBef>
                  <a:spcPct val="0"/>
                </a:spcBef>
              </a:pPr>
              <a:r>
                <a:rPr lang="ja-JP" altLang="en-US" sz="4400" dirty="0">
                  <a:solidFill>
                    <a:srgbClr val="292B2B"/>
                  </a:solidFill>
                  <a:latin typeface="Source Han Sans JP Medium"/>
                  <a:ea typeface="Source Han Sans JP Medium"/>
                  <a:cs typeface="Source Han Sans JP Medium"/>
                  <a:sym typeface="Source Han Sans JP Medium"/>
                </a:rPr>
                <a:t>目的</a:t>
              </a:r>
              <a:endParaRPr lang="en-US" sz="4400" dirty="0">
                <a:solidFill>
                  <a:srgbClr val="292B2B"/>
                </a:solidFill>
                <a:latin typeface="Source Han Sans JP Medium"/>
                <a:ea typeface="Source Han Sans JP Medium"/>
                <a:cs typeface="Source Han Sans JP Medium"/>
                <a:sym typeface="Source Han Sans JP Medium"/>
              </a:endParaRPr>
            </a:p>
          </p:txBody>
        </p:sp>
        <p:sp>
          <p:nvSpPr>
            <p:cNvPr id="67" name="Freeform 5">
              <a:extLst>
                <a:ext uri="{FF2B5EF4-FFF2-40B4-BE49-F238E27FC236}">
                  <a16:creationId xmlns:a16="http://schemas.microsoft.com/office/drawing/2014/main" id="{5E05D438-1BFE-9E5E-AE0C-3ACD74D1B2F4}"/>
                </a:ext>
              </a:extLst>
            </p:cNvPr>
            <p:cNvSpPr/>
            <p:nvPr/>
          </p:nvSpPr>
          <p:spPr>
            <a:xfrm rot="5400000">
              <a:off x="1262096" y="1751307"/>
              <a:ext cx="684000"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Tree>
    <p:extLst>
      <p:ext uri="{BB962C8B-B14F-4D97-AF65-F5344CB8AC3E}">
        <p14:creationId xmlns:p14="http://schemas.microsoft.com/office/powerpoint/2010/main" val="3577459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812C9-4872-0BC1-918A-7EDE7E274E26}"/>
            </a:ext>
          </a:extLst>
        </p:cNvPr>
        <p:cNvGrpSpPr/>
        <p:nvPr/>
      </p:nvGrpSpPr>
      <p:grpSpPr>
        <a:xfrm>
          <a:off x="0" y="0"/>
          <a:ext cx="0" cy="0"/>
          <a:chOff x="0" y="0"/>
          <a:chExt cx="0" cy="0"/>
        </a:xfrm>
      </p:grpSpPr>
      <p:sp>
        <p:nvSpPr>
          <p:cNvPr id="30" name="TextBox 25">
            <a:extLst>
              <a:ext uri="{FF2B5EF4-FFF2-40B4-BE49-F238E27FC236}">
                <a16:creationId xmlns:a16="http://schemas.microsoft.com/office/drawing/2014/main" id="{2CF2108B-BAA6-1928-BD47-57B483458604}"/>
              </a:ext>
            </a:extLst>
          </p:cNvPr>
          <p:cNvSpPr txBox="1"/>
          <p:nvPr/>
        </p:nvSpPr>
        <p:spPr>
          <a:xfrm>
            <a:off x="2895600" y="4305300"/>
            <a:ext cx="14939396" cy="2405017"/>
          </a:xfrm>
          <a:prstGeom prst="rect">
            <a:avLst/>
          </a:prstGeom>
          <a:noFill/>
        </p:spPr>
        <p:txBody>
          <a:bodyPr wrap="square" lIns="0" tIns="0" rIns="0" bIns="0" rtlCol="0" anchor="t">
            <a:spAutoFit/>
          </a:bodyPr>
          <a:lstStyle/>
          <a:p>
            <a:pPr marL="914400" indent="-914400" algn="l">
              <a:lnSpc>
                <a:spcPct val="150000"/>
              </a:lnSpc>
              <a:buClr>
                <a:srgbClr val="64A4A3"/>
              </a:buClr>
              <a:buSzPct val="100000"/>
              <a:buFont typeface="Wingdings" panose="05000000000000000000" pitchFamily="2" charset="2"/>
              <a:buChar char="p"/>
            </a:pPr>
            <a:r>
              <a:rPr lang="ja-JP" altLang="en-US" sz="3600" dirty="0">
                <a:latin typeface="Source Han Sans JP" panose="020B0600070205080204" charset="-128"/>
                <a:ea typeface="Source Han Sans JP" panose="020B0600070205080204" charset="-128"/>
                <a:sym typeface="Source Han Sans JP"/>
              </a:rPr>
              <a:t>特徴抽出手法の最適化</a:t>
            </a:r>
            <a:endParaRPr lang="en-US" altLang="ja-JP" sz="3600" dirty="0">
              <a:latin typeface="Source Han Sans JP" panose="020B0600070205080204" charset="-128"/>
              <a:ea typeface="Source Han Sans JP" panose="020B0600070205080204" charset="-128"/>
              <a:sym typeface="Source Han Sans JP"/>
            </a:endParaRPr>
          </a:p>
          <a:p>
            <a:pPr marL="914400" indent="-914400" algn="l">
              <a:lnSpc>
                <a:spcPct val="150000"/>
              </a:lnSpc>
              <a:buClr>
                <a:srgbClr val="64A4A3"/>
              </a:buClr>
              <a:buSzPct val="100000"/>
              <a:buFont typeface="Wingdings" panose="05000000000000000000" pitchFamily="2" charset="2"/>
              <a:buChar char="p"/>
            </a:pPr>
            <a:r>
              <a:rPr lang="ja-JP" altLang="en-US" sz="3600" i="0" dirty="0">
                <a:effectLst/>
                <a:latin typeface="Source Han Sans JP" panose="020B0600070205080204" charset="-128"/>
                <a:ea typeface="Source Han Sans JP" panose="020B0600070205080204" charset="-128"/>
                <a:sym typeface="Source Han Sans JP"/>
              </a:rPr>
              <a:t>最新アーキテクチャによるモデルの高度化</a:t>
            </a:r>
            <a:endParaRPr lang="en-US" altLang="ja-JP" sz="3600" i="0" dirty="0">
              <a:effectLst/>
              <a:latin typeface="Source Han Sans JP" panose="020B0600070205080204" charset="-128"/>
              <a:ea typeface="Source Han Sans JP" panose="020B0600070205080204" charset="-128"/>
              <a:sym typeface="Source Han Sans JP"/>
            </a:endParaRPr>
          </a:p>
          <a:p>
            <a:pPr marL="914400" indent="-914400" algn="l">
              <a:lnSpc>
                <a:spcPct val="150000"/>
              </a:lnSpc>
              <a:buClr>
                <a:srgbClr val="64A4A3"/>
              </a:buClr>
              <a:buSzPct val="100000"/>
              <a:buFont typeface="Wingdings" panose="05000000000000000000" pitchFamily="2" charset="2"/>
              <a:buChar char="p"/>
            </a:pPr>
            <a:r>
              <a:rPr lang="ja-JP" altLang="en-US" sz="3600" dirty="0">
                <a:latin typeface="Source Han Sans JP" panose="020B0600070205080204" charset="-128"/>
                <a:ea typeface="Source Han Sans JP" panose="020B0600070205080204" charset="-128"/>
                <a:sym typeface="Source Han Sans JP"/>
              </a:rPr>
              <a:t>多様な条件下での，試構築モデルの汎用性と頑健性の実証</a:t>
            </a:r>
            <a:endParaRPr lang="en-US" altLang="ja-JP" sz="3600" i="0" dirty="0">
              <a:effectLst/>
              <a:latin typeface="Source Han Sans JP Bold" panose="020B0600070205080204" charset="-128"/>
              <a:ea typeface="Source Han Sans JP Bold" panose="020B0600070205080204" charset="-128"/>
            </a:endParaRPr>
          </a:p>
        </p:txBody>
      </p:sp>
      <p:grpSp>
        <p:nvGrpSpPr>
          <p:cNvPr id="47" name="グループ化 46">
            <a:extLst>
              <a:ext uri="{FF2B5EF4-FFF2-40B4-BE49-F238E27FC236}">
                <a16:creationId xmlns:a16="http://schemas.microsoft.com/office/drawing/2014/main" id="{ED24E489-54EB-F7E4-249D-9321F9059A72}"/>
              </a:ext>
            </a:extLst>
          </p:cNvPr>
          <p:cNvGrpSpPr/>
          <p:nvPr/>
        </p:nvGrpSpPr>
        <p:grpSpPr>
          <a:xfrm>
            <a:off x="270494" y="246431"/>
            <a:ext cx="698205" cy="10040568"/>
            <a:chOff x="270494" y="246431"/>
            <a:chExt cx="698205" cy="10040568"/>
          </a:xfrm>
        </p:grpSpPr>
        <p:pic>
          <p:nvPicPr>
            <p:cNvPr id="48" name="図 47">
              <a:extLst>
                <a:ext uri="{FF2B5EF4-FFF2-40B4-BE49-F238E27FC236}">
                  <a16:creationId xmlns:a16="http://schemas.microsoft.com/office/drawing/2014/main" id="{BEC1166C-9630-B88B-6CAE-4770E6014BC3}"/>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49" name="テキスト ボックス 48">
              <a:extLst>
                <a:ext uri="{FF2B5EF4-FFF2-40B4-BE49-F238E27FC236}">
                  <a16:creationId xmlns:a16="http://schemas.microsoft.com/office/drawing/2014/main" id="{E910D62F-E329-C550-35AF-CDFFB69B554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0" name="直線コネクタ 49">
              <a:extLst>
                <a:ext uri="{FF2B5EF4-FFF2-40B4-BE49-F238E27FC236}">
                  <a16:creationId xmlns:a16="http://schemas.microsoft.com/office/drawing/2014/main" id="{CD6B6525-6151-6665-A36E-AFEBFBC0355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1" name="フローチャート: 論理積ゲート 50">
              <a:extLst>
                <a:ext uri="{FF2B5EF4-FFF2-40B4-BE49-F238E27FC236}">
                  <a16:creationId xmlns:a16="http://schemas.microsoft.com/office/drawing/2014/main" id="{283657AC-CE5F-6FFC-EA11-9CC7CF5ED8A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2" name="Group 3">
            <a:extLst>
              <a:ext uri="{FF2B5EF4-FFF2-40B4-BE49-F238E27FC236}">
                <a16:creationId xmlns:a16="http://schemas.microsoft.com/office/drawing/2014/main" id="{47CD51D5-E859-52B5-06D6-C0E95EB628C8}"/>
              </a:ext>
            </a:extLst>
          </p:cNvPr>
          <p:cNvGrpSpPr/>
          <p:nvPr/>
        </p:nvGrpSpPr>
        <p:grpSpPr>
          <a:xfrm>
            <a:off x="1371600" y="1069258"/>
            <a:ext cx="16064988" cy="125708"/>
            <a:chOff x="0" y="0"/>
            <a:chExt cx="22021800" cy="190500"/>
          </a:xfrm>
        </p:grpSpPr>
        <p:grpSp>
          <p:nvGrpSpPr>
            <p:cNvPr id="53" name="Group 4">
              <a:extLst>
                <a:ext uri="{FF2B5EF4-FFF2-40B4-BE49-F238E27FC236}">
                  <a16:creationId xmlns:a16="http://schemas.microsoft.com/office/drawing/2014/main" id="{BF3C33E9-BC89-8E35-704B-5A2E8F4F86E2}"/>
                </a:ext>
              </a:extLst>
            </p:cNvPr>
            <p:cNvGrpSpPr/>
            <p:nvPr/>
          </p:nvGrpSpPr>
          <p:grpSpPr>
            <a:xfrm>
              <a:off x="0" y="0"/>
              <a:ext cx="7340600" cy="190500"/>
              <a:chOff x="0" y="0"/>
              <a:chExt cx="1449995" cy="37630"/>
            </a:xfrm>
          </p:grpSpPr>
          <p:sp>
            <p:nvSpPr>
              <p:cNvPr id="60" name="Freeform 5">
                <a:extLst>
                  <a:ext uri="{FF2B5EF4-FFF2-40B4-BE49-F238E27FC236}">
                    <a16:creationId xmlns:a16="http://schemas.microsoft.com/office/drawing/2014/main" id="{52CA33EB-A40C-05DE-F4FD-05613136D27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1" name="TextBox 6">
                <a:extLst>
                  <a:ext uri="{FF2B5EF4-FFF2-40B4-BE49-F238E27FC236}">
                    <a16:creationId xmlns:a16="http://schemas.microsoft.com/office/drawing/2014/main" id="{8ADDADE4-7E3C-F83E-29EC-FF861C3D7C1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4" name="Group 7">
              <a:extLst>
                <a:ext uri="{FF2B5EF4-FFF2-40B4-BE49-F238E27FC236}">
                  <a16:creationId xmlns:a16="http://schemas.microsoft.com/office/drawing/2014/main" id="{B801A2A1-7C3F-F49E-933F-3787BBD9E652}"/>
                </a:ext>
              </a:extLst>
            </p:cNvPr>
            <p:cNvGrpSpPr/>
            <p:nvPr/>
          </p:nvGrpSpPr>
          <p:grpSpPr>
            <a:xfrm>
              <a:off x="7340600" y="0"/>
              <a:ext cx="7340600" cy="190500"/>
              <a:chOff x="0" y="0"/>
              <a:chExt cx="1449995" cy="37630"/>
            </a:xfrm>
          </p:grpSpPr>
          <p:sp>
            <p:nvSpPr>
              <p:cNvPr id="58" name="Freeform 8">
                <a:extLst>
                  <a:ext uri="{FF2B5EF4-FFF2-40B4-BE49-F238E27FC236}">
                    <a16:creationId xmlns:a16="http://schemas.microsoft.com/office/drawing/2014/main" id="{0F902C87-1FA8-0CBE-1A63-C753049F3D3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59" name="TextBox 9">
                <a:extLst>
                  <a:ext uri="{FF2B5EF4-FFF2-40B4-BE49-F238E27FC236}">
                    <a16:creationId xmlns:a16="http://schemas.microsoft.com/office/drawing/2014/main" id="{537D549A-E3D3-C2DE-9A08-99E50552910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10">
              <a:extLst>
                <a:ext uri="{FF2B5EF4-FFF2-40B4-BE49-F238E27FC236}">
                  <a16:creationId xmlns:a16="http://schemas.microsoft.com/office/drawing/2014/main" id="{6EAB0F34-2C10-ED04-709E-C9EBCCC50099}"/>
                </a:ext>
              </a:extLst>
            </p:cNvPr>
            <p:cNvGrpSpPr/>
            <p:nvPr/>
          </p:nvGrpSpPr>
          <p:grpSpPr>
            <a:xfrm>
              <a:off x="14681200" y="0"/>
              <a:ext cx="7340600" cy="190500"/>
              <a:chOff x="0" y="0"/>
              <a:chExt cx="1449995" cy="37630"/>
            </a:xfrm>
          </p:grpSpPr>
          <p:sp>
            <p:nvSpPr>
              <p:cNvPr id="56" name="Freeform 11">
                <a:extLst>
                  <a:ext uri="{FF2B5EF4-FFF2-40B4-BE49-F238E27FC236}">
                    <a16:creationId xmlns:a16="http://schemas.microsoft.com/office/drawing/2014/main" id="{5DCCB3DC-E36F-C8DA-36CF-F73DFAB633D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7" name="TextBox 12">
                <a:extLst>
                  <a:ext uri="{FF2B5EF4-FFF2-40B4-BE49-F238E27FC236}">
                    <a16:creationId xmlns:a16="http://schemas.microsoft.com/office/drawing/2014/main" id="{5E208E04-EDB6-9A42-BEC5-AFD6734CBE5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63" name="スライド番号プレースホルダー 28">
            <a:extLst>
              <a:ext uri="{FF2B5EF4-FFF2-40B4-BE49-F238E27FC236}">
                <a16:creationId xmlns:a16="http://schemas.microsoft.com/office/drawing/2014/main" id="{9F469CEC-79D1-2684-6963-51C799BF5BF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6</a:t>
            </a:fld>
            <a:endParaRPr lang="en-US" sz="2400" dirty="0">
              <a:solidFill>
                <a:schemeClr val="bg1"/>
              </a:solidFill>
            </a:endParaRPr>
          </a:p>
        </p:txBody>
      </p:sp>
      <p:sp>
        <p:nvSpPr>
          <p:cNvPr id="64" name="TextBox 24">
            <a:extLst>
              <a:ext uri="{FF2B5EF4-FFF2-40B4-BE49-F238E27FC236}">
                <a16:creationId xmlns:a16="http://schemas.microsoft.com/office/drawing/2014/main" id="{201E6FF2-A410-9505-E3FC-0BB4EF6EFF9E}"/>
              </a:ext>
            </a:extLst>
          </p:cNvPr>
          <p:cNvSpPr txBox="1"/>
          <p:nvPr/>
        </p:nvSpPr>
        <p:spPr>
          <a:xfrm>
            <a:off x="1806795" y="305043"/>
            <a:ext cx="4213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65" name="グループ化 64">
            <a:extLst>
              <a:ext uri="{FF2B5EF4-FFF2-40B4-BE49-F238E27FC236}">
                <a16:creationId xmlns:a16="http://schemas.microsoft.com/office/drawing/2014/main" id="{DC45F642-492E-4EAF-56EB-2F8B9EA3D2E3}"/>
              </a:ext>
            </a:extLst>
          </p:cNvPr>
          <p:cNvGrpSpPr/>
          <p:nvPr/>
        </p:nvGrpSpPr>
        <p:grpSpPr>
          <a:xfrm>
            <a:off x="1934396" y="1730661"/>
            <a:ext cx="8791177" cy="684000"/>
            <a:chOff x="1535808" y="1477595"/>
            <a:chExt cx="8791177" cy="684000"/>
          </a:xfrm>
        </p:grpSpPr>
        <p:sp>
          <p:nvSpPr>
            <p:cNvPr id="66" name="TextBox 26">
              <a:extLst>
                <a:ext uri="{FF2B5EF4-FFF2-40B4-BE49-F238E27FC236}">
                  <a16:creationId xmlns:a16="http://schemas.microsoft.com/office/drawing/2014/main" id="{F9B1C183-4240-36F8-91E3-AD4C6DC7E011}"/>
                </a:ext>
              </a:extLst>
            </p:cNvPr>
            <p:cNvSpPr txBox="1"/>
            <p:nvPr/>
          </p:nvSpPr>
          <p:spPr>
            <a:xfrm>
              <a:off x="2016895" y="1582397"/>
              <a:ext cx="8310090" cy="579198"/>
            </a:xfrm>
            <a:prstGeom prst="rect">
              <a:avLst/>
            </a:prstGeom>
          </p:spPr>
          <p:txBody>
            <a:bodyPr wrap="square" lIns="0" tIns="0" rIns="0" bIns="0" rtlCol="0" anchor="t">
              <a:spAutoFit/>
            </a:bodyPr>
            <a:lstStyle/>
            <a:p>
              <a:pPr marL="0" lvl="0" indent="0" algn="l">
                <a:lnSpc>
                  <a:spcPts val="4480"/>
                </a:lnSpc>
                <a:spcBef>
                  <a:spcPct val="0"/>
                </a:spcBef>
              </a:pPr>
              <a:r>
                <a:rPr lang="ja-JP" altLang="en-US" sz="4400" dirty="0">
                  <a:solidFill>
                    <a:srgbClr val="292B2B"/>
                  </a:solidFill>
                  <a:latin typeface="Source Han Sans JP Medium"/>
                  <a:ea typeface="Source Han Sans JP Medium"/>
                  <a:cs typeface="Source Han Sans JP Medium"/>
                  <a:sym typeface="Source Han Sans JP Medium"/>
                </a:rPr>
                <a:t>修士論文の目的</a:t>
              </a:r>
              <a:endParaRPr lang="en-US" sz="4400" dirty="0">
                <a:solidFill>
                  <a:srgbClr val="292B2B"/>
                </a:solidFill>
                <a:latin typeface="Source Han Sans JP Medium"/>
                <a:ea typeface="Source Han Sans JP Medium"/>
                <a:cs typeface="Source Han Sans JP Medium"/>
                <a:sym typeface="Source Han Sans JP Medium"/>
              </a:endParaRPr>
            </a:p>
          </p:txBody>
        </p:sp>
        <p:sp>
          <p:nvSpPr>
            <p:cNvPr id="67" name="Freeform 5">
              <a:extLst>
                <a:ext uri="{FF2B5EF4-FFF2-40B4-BE49-F238E27FC236}">
                  <a16:creationId xmlns:a16="http://schemas.microsoft.com/office/drawing/2014/main" id="{AB9339AA-6067-ADE9-B304-1D6ABBF769C2}"/>
                </a:ext>
              </a:extLst>
            </p:cNvPr>
            <p:cNvSpPr/>
            <p:nvPr/>
          </p:nvSpPr>
          <p:spPr>
            <a:xfrm rot="5400000">
              <a:off x="1262096" y="1751307"/>
              <a:ext cx="684000"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Tree>
    <p:extLst>
      <p:ext uri="{BB962C8B-B14F-4D97-AF65-F5344CB8AC3E}">
        <p14:creationId xmlns:p14="http://schemas.microsoft.com/office/powerpoint/2010/main" val="3946492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3562E-293D-7383-195C-CB32E31E1A7D}"/>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4202F287-53F9-6527-EAF8-F701A28D90F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75811E46-1FA2-FF18-5322-01EA771BFC66}"/>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D8D011CA-70B7-9159-329A-AFE0C5EE616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EED483E-2A2E-B4C6-EC80-F7E6D9E2CDA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7F251BF3-66C2-504F-E4C7-B5DCFD07642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9A88E768-7516-B31C-C2F7-7367AAC8494B}"/>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CF6349B1-363F-92F4-DFE7-FB890394B8CD}"/>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897CED0-0D9F-5406-8D50-A3E52785454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2F28B3A-17DF-4992-1426-022223A2914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0033A15C-E607-AFA2-8D45-A85292809D07}"/>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E3426B32-0191-41C8-280F-F443784CC90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24BADE1-66EE-EB5E-B66F-DB4EA974BDB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E14CE728-738D-18BE-2D6F-BF797E606509}"/>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CEE10614-F28E-BB45-ED3B-8B0A6C9872B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13DE5E7D-BFF3-E530-A1D5-001E5A119A2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16B33DBB-B9B9-A27D-761B-0F46EC19899C}"/>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7</a:t>
            </a:fld>
            <a:endParaRPr lang="en-US" sz="2400" dirty="0">
              <a:solidFill>
                <a:schemeClr val="bg1"/>
              </a:solidFill>
            </a:endParaRPr>
          </a:p>
        </p:txBody>
      </p:sp>
      <p:sp>
        <p:nvSpPr>
          <p:cNvPr id="513" name="TextBox 24">
            <a:extLst>
              <a:ext uri="{FF2B5EF4-FFF2-40B4-BE49-F238E27FC236}">
                <a16:creationId xmlns:a16="http://schemas.microsoft.com/office/drawing/2014/main" id="{CD03DC4D-B591-DA27-8D05-53E003190398}"/>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FE9FBD4-4F77-E412-498A-FBD679170B17}"/>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8E000D41-A75F-916B-AA24-7B7467ADBE7C}"/>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今後の計画</a:t>
              </a:r>
              <a:endParaRPr lang="en-US"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3A4B73B-CD8B-9E78-3631-3A540695BF32}"/>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4ADE5722-4824-8DB6-E5D1-3DCE47EFC853}"/>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rgbClr val="292B2B"/>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rgbClr val="292B2B"/>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49193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59CC-FC29-4B0B-9B70-22FB240C5B1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7BA0998-CEB8-C6A4-951B-192D7C8685D8}"/>
              </a:ext>
            </a:extLst>
          </p:cNvPr>
          <p:cNvSpPr>
            <a:spLocks noGrp="1"/>
          </p:cNvSpPr>
          <p:nvPr>
            <p:ph type="sldNum" sz="quarter" idx="12"/>
          </p:nvPr>
        </p:nvSpPr>
        <p:spPr/>
        <p:txBody>
          <a:bodyPr/>
          <a:lstStyle/>
          <a:p>
            <a:fld id="{B6F15528-21DE-4FAA-801E-634DDDAF4B2B}" type="slidenum">
              <a:rPr lang="en-US" smtClean="0"/>
              <a:pPr/>
              <a:t>8</a:t>
            </a:fld>
            <a:endParaRPr lang="en-US"/>
          </a:p>
        </p:txBody>
      </p:sp>
      <p:grpSp>
        <p:nvGrpSpPr>
          <p:cNvPr id="10" name="グループ化 9">
            <a:extLst>
              <a:ext uri="{FF2B5EF4-FFF2-40B4-BE49-F238E27FC236}">
                <a16:creationId xmlns:a16="http://schemas.microsoft.com/office/drawing/2014/main" id="{792890D5-EA6B-8415-AA15-3E663876403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DBC77A22-554B-568A-50D2-BE94A5A193E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CF17FFFC-0905-33B0-8045-C16BA8D366A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7496536-3133-F99C-2F0F-EF8E2A73F8B6}"/>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154DDFE-FB2C-7256-457E-F3B42ADA92D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FDE3F02-27CE-9B13-DC92-A1A4AA10BDB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2CFA170E-BFCC-4456-19C3-DE68D69C5CFA}"/>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F18FD63-443E-1003-8D27-798754FA41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127CAE4B-180E-6718-D64E-31B86F49A5F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52CFCAF-CB99-A202-559C-C93C832C92C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F02EBF89-3DAD-00DE-BB77-A797BD8351E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6936B7A-90A2-66CF-F389-61ABD6332CB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28DC4A4E-AB01-60D9-7D6D-D2DEDF682A8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E5EFB04-4C43-2406-74B5-998E1ECDDC6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4D37E83-CF75-340E-B9F5-530CABEA225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CB75389-F04B-8DA0-49FB-89ECC5248E59}"/>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8</a:t>
            </a:fld>
            <a:endParaRPr lang="en-US" sz="2400" dirty="0"/>
          </a:p>
        </p:txBody>
      </p:sp>
      <p:sp>
        <p:nvSpPr>
          <p:cNvPr id="3" name="TextBox 24">
            <a:extLst>
              <a:ext uri="{FF2B5EF4-FFF2-40B4-BE49-F238E27FC236}">
                <a16:creationId xmlns:a16="http://schemas.microsoft.com/office/drawing/2014/main" id="{C666EE45-64D5-EC2F-2370-8F2980800896}"/>
              </a:ext>
            </a:extLst>
          </p:cNvPr>
          <p:cNvSpPr txBox="1"/>
          <p:nvPr/>
        </p:nvSpPr>
        <p:spPr>
          <a:xfrm>
            <a:off x="1806795" y="305043"/>
            <a:ext cx="8480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取り組んだこと：先週までのまとめ</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873CC8C1-83F1-C2F4-0757-DDB3FC534B46}"/>
              </a:ext>
            </a:extLst>
          </p:cNvPr>
          <p:cNvGrpSpPr/>
          <p:nvPr/>
        </p:nvGrpSpPr>
        <p:grpSpPr>
          <a:xfrm>
            <a:off x="1524000" y="1543414"/>
            <a:ext cx="7620000" cy="1103059"/>
            <a:chOff x="1535808" y="1451163"/>
            <a:chExt cx="8639037" cy="1103059"/>
          </a:xfrm>
        </p:grpSpPr>
        <p:sp>
          <p:nvSpPr>
            <p:cNvPr id="9" name="TextBox 26">
              <a:extLst>
                <a:ext uri="{FF2B5EF4-FFF2-40B4-BE49-F238E27FC236}">
                  <a16:creationId xmlns:a16="http://schemas.microsoft.com/office/drawing/2014/main" id="{6D68DE7A-4E02-1BAB-8600-265A9B52A517}"/>
                </a:ext>
              </a:extLst>
            </p:cNvPr>
            <p:cNvSpPr txBox="1"/>
            <p:nvPr/>
          </p:nvSpPr>
          <p:spPr>
            <a:xfrm>
              <a:off x="1864755" y="1451163"/>
              <a:ext cx="8310090" cy="1103059"/>
            </a:xfrm>
            <a:prstGeom prst="rect">
              <a:avLst/>
            </a:prstGeom>
          </p:spPr>
          <p:txBody>
            <a:bodyPr wrap="square" lIns="0" tIns="0" rIns="0" bIns="0" rtlCol="0" anchor="t">
              <a:spAutoFit/>
            </a:bodyPr>
            <a:lstStyle/>
            <a:p>
              <a:pPr marL="0" lvl="0" indent="0" algn="l">
                <a:lnSpc>
                  <a:spcPts val="4480"/>
                </a:lnSpc>
                <a:spcBef>
                  <a:spcPct val="0"/>
                </a:spcBef>
              </a:pPr>
              <a:r>
                <a:rPr lang="en-US"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ResNet50</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VGG16</a:t>
              </a:r>
              <a:r>
                <a:rPr lang="ja-JP" altLang="en-US" sz="2800" dirty="0">
                  <a:solidFill>
                    <a:srgbClr val="292B2B"/>
                  </a:solidFill>
                  <a:latin typeface="Source Han Sans JP Medium"/>
                  <a:ea typeface="Source Han Sans JP Medium"/>
                  <a:cs typeface="Source Han Sans JP Medium"/>
                  <a:sym typeface="Source Han Sans JP Medium"/>
                </a:rPr>
                <a:t>でアンサンブル</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F5305FBE-4BAC-85C5-EF0F-28DE0A51E70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 name="TextBox 24">
            <a:extLst>
              <a:ext uri="{FF2B5EF4-FFF2-40B4-BE49-F238E27FC236}">
                <a16:creationId xmlns:a16="http://schemas.microsoft.com/office/drawing/2014/main" id="{6FC4A3EE-923B-E3F0-63D2-01414DDA3535}"/>
              </a:ext>
            </a:extLst>
          </p:cNvPr>
          <p:cNvSpPr txBox="1"/>
          <p:nvPr/>
        </p:nvSpPr>
        <p:spPr>
          <a:xfrm>
            <a:off x="9416794" y="4449880"/>
            <a:ext cx="8261606" cy="945965"/>
          </a:xfrm>
          <a:prstGeom prst="rect">
            <a:avLst/>
          </a:prstGeom>
        </p:spPr>
        <p:txBody>
          <a:bodyPr wrap="square" lIns="0" tIns="0" rIns="0" bIns="0" rtlCol="0" anchor="t">
            <a:spAutoFit/>
          </a:bodyPr>
          <a:lstStyle/>
          <a:p>
            <a:pPr algn="l">
              <a:lnSpc>
                <a:spcPts val="3800"/>
              </a:lnSpc>
              <a:spcBef>
                <a:spcPct val="0"/>
              </a:spcBef>
              <a:buClr>
                <a:srgbClr val="64A4A3"/>
              </a:buClr>
            </a:pPr>
            <a:r>
              <a:rPr lang="ja-JP" altLang="en-US" sz="2800" dirty="0">
                <a:solidFill>
                  <a:srgbClr val="292B2B"/>
                </a:solidFill>
                <a:latin typeface="Source Han Sans JP Medium"/>
                <a:ea typeface="Source Han Sans JP Medium"/>
                <a:cs typeface="Source Han Sans JP Medium"/>
                <a:sym typeface="Source Han Sans JP Medium"/>
              </a:rPr>
              <a:t>沸騰開始点近傍の予測精度が悪くなったが，音圧が比較的低いところだったので妥当とした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pic>
        <p:nvPicPr>
          <p:cNvPr id="32" name="図 31" descr="グラフ&#10;&#10;AI 生成コンテンツは誤りを含む可能性があります。">
            <a:extLst>
              <a:ext uri="{FF2B5EF4-FFF2-40B4-BE49-F238E27FC236}">
                <a16:creationId xmlns:a16="http://schemas.microsoft.com/office/drawing/2014/main" id="{FFF9E507-674E-EFB7-A629-61D24B4A1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792" y="2646473"/>
            <a:ext cx="8366773" cy="6275079"/>
          </a:xfrm>
          <a:prstGeom prst="rect">
            <a:avLst/>
          </a:prstGeom>
        </p:spPr>
      </p:pic>
      <p:sp>
        <p:nvSpPr>
          <p:cNvPr id="4" name="矢印: 下 3">
            <a:extLst>
              <a:ext uri="{FF2B5EF4-FFF2-40B4-BE49-F238E27FC236}">
                <a16:creationId xmlns:a16="http://schemas.microsoft.com/office/drawing/2014/main" id="{862D27BF-DABC-B7A1-3EED-4C4994374A9E}"/>
              </a:ext>
            </a:extLst>
          </p:cNvPr>
          <p:cNvSpPr/>
          <p:nvPr/>
        </p:nvSpPr>
        <p:spPr>
          <a:xfrm>
            <a:off x="12671870" y="3619500"/>
            <a:ext cx="758698" cy="603232"/>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TextBox 24">
            <a:extLst>
              <a:ext uri="{FF2B5EF4-FFF2-40B4-BE49-F238E27FC236}">
                <a16:creationId xmlns:a16="http://schemas.microsoft.com/office/drawing/2014/main" id="{8CDA23A2-6B11-2609-9825-DB9A155F454C}"/>
              </a:ext>
            </a:extLst>
          </p:cNvPr>
          <p:cNvSpPr txBox="1"/>
          <p:nvPr/>
        </p:nvSpPr>
        <p:spPr>
          <a:xfrm>
            <a:off x="9404094" y="2933700"/>
            <a:ext cx="7512306" cy="458652"/>
          </a:xfrm>
          <a:prstGeom prst="rect">
            <a:avLst/>
          </a:prstGeom>
        </p:spPr>
        <p:txBody>
          <a:bodyPr wrap="square" lIns="0" tIns="0" rIns="0" bIns="0" rtlCol="0" anchor="t">
            <a:spAutoFit/>
          </a:bodyPr>
          <a:lstStyle/>
          <a:p>
            <a:pPr algn="l">
              <a:lnSpc>
                <a:spcPts val="3800"/>
              </a:lnSpc>
              <a:spcBef>
                <a:spcPct val="0"/>
              </a:spcBef>
              <a:buClr>
                <a:srgbClr val="64A4A3"/>
              </a:buClr>
            </a:pPr>
            <a:r>
              <a:rPr lang="en-US" altLang="ja-JP" sz="2800" dirty="0">
                <a:solidFill>
                  <a:srgbClr val="292B2B"/>
                </a:solidFill>
                <a:latin typeface="Source Han Sans JP Medium"/>
                <a:ea typeface="Source Han Sans JP Medium"/>
                <a:cs typeface="Source Han Sans JP Medium"/>
                <a:sym typeface="Source Han Sans JP Medium"/>
              </a:rPr>
              <a:t>STFT</a:t>
            </a:r>
            <a:r>
              <a:rPr lang="ja-JP" altLang="en-US" sz="2800" dirty="0">
                <a:solidFill>
                  <a:srgbClr val="292B2B"/>
                </a:solidFill>
                <a:latin typeface="Source Han Sans JP Medium"/>
                <a:ea typeface="Source Han Sans JP Medium"/>
                <a:cs typeface="Source Han Sans JP Medium"/>
                <a:sym typeface="Source Han Sans JP Medium"/>
              </a:rPr>
              <a:t>の方法を修正し，学習データが変わった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pic>
        <p:nvPicPr>
          <p:cNvPr id="27" name="図 26" descr="グラフ&#10;&#10;AI 生成コンテンツは誤りを含む可能性があります。">
            <a:extLst>
              <a:ext uri="{FF2B5EF4-FFF2-40B4-BE49-F238E27FC236}">
                <a16:creationId xmlns:a16="http://schemas.microsoft.com/office/drawing/2014/main" id="{5DDAF505-5E84-A309-2409-77F3462EB8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50550" y="5815059"/>
            <a:ext cx="5208850" cy="4240166"/>
          </a:xfrm>
          <a:prstGeom prst="rect">
            <a:avLst/>
          </a:prstGeom>
        </p:spPr>
      </p:pic>
      <p:sp>
        <p:nvSpPr>
          <p:cNvPr id="29" name="TextBox 24">
            <a:extLst>
              <a:ext uri="{FF2B5EF4-FFF2-40B4-BE49-F238E27FC236}">
                <a16:creationId xmlns:a16="http://schemas.microsoft.com/office/drawing/2014/main" id="{4AF78726-7A3A-3DE0-0D51-704E049569A6}"/>
              </a:ext>
            </a:extLst>
          </p:cNvPr>
          <p:cNvSpPr txBox="1"/>
          <p:nvPr/>
        </p:nvSpPr>
        <p:spPr>
          <a:xfrm>
            <a:off x="10593621" y="9034171"/>
            <a:ext cx="2975941" cy="945965"/>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卒論時の</a:t>
            </a:r>
            <a:endParaRPr lang="en-US" altLang="ja-JP" sz="2800" dirty="0">
              <a:solidFill>
                <a:srgbClr val="292B2B"/>
              </a:solidFill>
              <a:latin typeface="Source Han Sans JP Medium"/>
              <a:ea typeface="Source Han Sans JP Medium"/>
              <a:cs typeface="Source Han Sans JP Medium"/>
              <a:sym typeface="Source Han Sans JP Medium"/>
            </a:endParaRPr>
          </a:p>
          <a:p>
            <a:pPr algn="l">
              <a:lnSpc>
                <a:spcPts val="3800"/>
              </a:lnSpc>
              <a:spcBef>
                <a:spcPct val="0"/>
              </a:spcBef>
              <a:buClr>
                <a:srgbClr val="64A4A3"/>
              </a:buClr>
            </a:pPr>
            <a:r>
              <a:rPr lang="ja-JP" altLang="en-US" sz="2800" dirty="0">
                <a:solidFill>
                  <a:srgbClr val="292B2B"/>
                </a:solidFill>
                <a:latin typeface="Source Han Sans JP Medium"/>
                <a:ea typeface="Source Han Sans JP Medium"/>
                <a:cs typeface="Source Han Sans JP Medium"/>
                <a:sym typeface="Source Han Sans JP Medium"/>
              </a:rPr>
              <a:t>ノイズなしの結果</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4083647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75E3B-8241-47CD-B41B-B8B625586D1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D7CAC4B-3FE6-823E-24A4-82323E9EAC74}"/>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4992624D-0E56-2C5B-DD1E-650E6C0988AA}"/>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EA849F1A-7E7B-AFDC-4F92-47729288ABE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79F6BC3-30B2-5F96-EA5A-A44A2086DA0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1E3A6149-3558-1ECA-42A5-5B7D1FD0148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097E3DE2-1E55-9590-A9EC-4430F594DD59}"/>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AD7D27F8-F694-1B03-5D8F-BEFDCBE9A39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32162CEB-12A5-AC95-8135-43780DF9A5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486E7A2D-15BD-1D2C-3635-52AD5667BB9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7F8F913-E778-E7CB-10B0-D63528E9396D}"/>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AC9B60C0-7710-8776-66B0-9D6EE837FA5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AA6F85C5-53FE-3A52-B4A9-32F97694891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F6DE0DF0-9123-4BC7-6A96-48438C47E16D}"/>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10CEA132-7576-8A1C-FF9A-2D3EFDEE713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8A1C748A-7816-8C44-7B95-EC611558FD8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AAC3F395-EA34-863F-0BC9-554035C41F59}"/>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9</a:t>
            </a:fld>
            <a:endParaRPr lang="en-US" sz="2400" dirty="0">
              <a:solidFill>
                <a:schemeClr val="bg1"/>
              </a:solidFill>
            </a:endParaRPr>
          </a:p>
        </p:txBody>
      </p:sp>
      <p:sp>
        <p:nvSpPr>
          <p:cNvPr id="513" name="TextBox 24">
            <a:extLst>
              <a:ext uri="{FF2B5EF4-FFF2-40B4-BE49-F238E27FC236}">
                <a16:creationId xmlns:a16="http://schemas.microsoft.com/office/drawing/2014/main" id="{12BBE96D-6B06-B2BB-809D-D5093E6C2DA3}"/>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2EB2B4D9-608B-DB38-3C89-8D3B95887FC5}"/>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93B01AAF-C078-A2A2-35B7-2F13B042A959}"/>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今後の計画</a:t>
              </a:r>
              <a:endParaRPr lang="en-US"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7F8402A5-27E5-2667-362C-FF48F7EE2988}"/>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09E620E4-6C09-781B-FC8D-4DC906A1FEB6}"/>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rgbClr val="292B2B"/>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rgbClr val="292B2B"/>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616787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06F26-8129-3F09-E47E-633C0BBD0C0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0BE4DCC-0765-D6BA-AC25-24B09033E24C}"/>
              </a:ext>
            </a:extLst>
          </p:cNvPr>
          <p:cNvSpPr>
            <a:spLocks noGrp="1"/>
          </p:cNvSpPr>
          <p:nvPr>
            <p:ph type="sldNum" sz="quarter" idx="12"/>
          </p:nvPr>
        </p:nvSpPr>
        <p:spPr/>
        <p:txBody>
          <a:bodyPr/>
          <a:lstStyle/>
          <a:p>
            <a:fld id="{B6F15528-21DE-4FAA-801E-634DDDAF4B2B}" type="slidenum">
              <a:rPr lang="en-US" smtClean="0"/>
              <a:pPr/>
              <a:t>10</a:t>
            </a:fld>
            <a:endParaRPr lang="en-US"/>
          </a:p>
        </p:txBody>
      </p:sp>
      <p:grpSp>
        <p:nvGrpSpPr>
          <p:cNvPr id="10" name="グループ化 9">
            <a:extLst>
              <a:ext uri="{FF2B5EF4-FFF2-40B4-BE49-F238E27FC236}">
                <a16:creationId xmlns:a16="http://schemas.microsoft.com/office/drawing/2014/main" id="{D9D274AF-0634-8535-57B7-A7404D1C7744}"/>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8A921E28-BC6C-7243-2B81-2172ED32D3CB}"/>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140EC1D-C7EA-16F3-412B-4079EB711CF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5FD8B1F-3445-512E-1A3A-7204F9973A84}"/>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27A0F15D-26FC-EB3E-E6F7-E8DFDB6AA29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311106C9-031C-767A-F573-7182357E8EA1}"/>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BAC64F3-38F7-22C0-0C9E-1F3B5763CCB3}"/>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BCA0F3DB-0075-54D0-858C-3B93FDA907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4032C386-E15F-121B-E60F-DFAA9D5238C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1849E6F-E1D3-6CF9-3231-4A9A29A48A2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311462C6-1C44-E6AA-499D-0A3EF77EDF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A1AB9966-3BB7-98B4-3277-A38B51585DE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2A3C3FA-988B-E488-D280-3FBB8CB6FA2D}"/>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8562A9D-23EE-AC2E-F2DC-537822C558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C24189A6-8241-7DCA-9921-C0E32C02201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5B26E98-3072-4873-6A9F-0B26A9415E9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10</a:t>
            </a:fld>
            <a:endParaRPr lang="en-US" sz="2400" dirty="0"/>
          </a:p>
        </p:txBody>
      </p:sp>
      <p:sp>
        <p:nvSpPr>
          <p:cNvPr id="3" name="TextBox 24">
            <a:extLst>
              <a:ext uri="{FF2B5EF4-FFF2-40B4-BE49-F238E27FC236}">
                <a16:creationId xmlns:a16="http://schemas.microsoft.com/office/drawing/2014/main" id="{D31DD205-E9B0-16D8-9558-423800A47027}"/>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6A4B7588-65A5-7EEA-1A4E-D120D2500F8B}"/>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3F045873-EC2C-6D48-8E64-8B1797DBC157}"/>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C5008738-DDE0-9883-11A9-78C26966728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6BD27631-6379-5A4C-FC57-F11C7C7305A9}"/>
              </a:ext>
            </a:extLst>
          </p:cNvPr>
          <p:cNvSpPr txBox="1"/>
          <p:nvPr/>
        </p:nvSpPr>
        <p:spPr>
          <a:xfrm>
            <a:off x="2110277" y="3467100"/>
            <a:ext cx="15034721"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MobileNet</a:t>
            </a:r>
            <a:r>
              <a:rPr lang="en-US" altLang="ja-JP" sz="2800" dirty="0">
                <a:solidFill>
                  <a:srgbClr val="292B2B"/>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EfficientNet</a:t>
            </a:r>
            <a:r>
              <a:rPr lang="en-US" altLang="ja-JP" sz="2800" dirty="0">
                <a:solidFill>
                  <a:srgbClr val="292B2B"/>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CRNN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RNN</a:t>
            </a:r>
            <a:r>
              <a:rPr lang="ja-JP" altLang="en-US" sz="2800" dirty="0">
                <a:solidFill>
                  <a:srgbClr val="292B2B"/>
                </a:solidFill>
                <a:latin typeface="Source Han Sans JP Medium"/>
                <a:ea typeface="Source Han Sans JP Medium"/>
                <a:cs typeface="Source Han Sans JP Medium"/>
                <a:sym typeface="Source Han Sans JP Medium"/>
              </a:rPr>
              <a:t>）</a:t>
            </a:r>
            <a:endParaRPr lang="en-US" altLang="ja-JP" sz="2800" dirty="0">
              <a:solidFill>
                <a:srgbClr val="292B2B"/>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SELDnet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Sound Event Localization and Detection</a:t>
            </a:r>
            <a:r>
              <a:rPr lang="ja-JP" altLang="en-US" sz="2800" dirty="0">
                <a:solidFill>
                  <a:srgbClr val="292B2B"/>
                </a:solidFill>
                <a:latin typeface="Source Han Sans JP Medium"/>
                <a:ea typeface="Source Han Sans JP Medium"/>
                <a:cs typeface="Source Han Sans JP Medium"/>
                <a:sym typeface="Source Han Sans JP Medium"/>
              </a:rPr>
              <a:t>）</a:t>
            </a:r>
            <a:endParaRPr lang="en-US" altLang="ja-JP" sz="2800" dirty="0">
              <a:solidFill>
                <a:srgbClr val="292B2B"/>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Transformer</a:t>
            </a:r>
          </a:p>
        </p:txBody>
      </p:sp>
    </p:spTree>
    <p:extLst>
      <p:ext uri="{BB962C8B-B14F-4D97-AF65-F5344CB8AC3E}">
        <p14:creationId xmlns:p14="http://schemas.microsoft.com/office/powerpoint/2010/main" val="795502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FD99-57E6-CD2E-C7D4-DD68CF479CA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0E0C6B4-B168-C877-A4BE-B76392AE6FDD}"/>
              </a:ext>
            </a:extLst>
          </p:cNvPr>
          <p:cNvSpPr>
            <a:spLocks noGrp="1"/>
          </p:cNvSpPr>
          <p:nvPr>
            <p:ph type="sldNum" sz="quarter" idx="12"/>
          </p:nvPr>
        </p:nvSpPr>
        <p:spPr/>
        <p:txBody>
          <a:bodyPr/>
          <a:lstStyle/>
          <a:p>
            <a:fld id="{B6F15528-21DE-4FAA-801E-634DDDAF4B2B}" type="slidenum">
              <a:rPr lang="en-US" smtClean="0"/>
              <a:pPr/>
              <a:t>11</a:t>
            </a:fld>
            <a:endParaRPr lang="en-US"/>
          </a:p>
        </p:txBody>
      </p:sp>
      <p:grpSp>
        <p:nvGrpSpPr>
          <p:cNvPr id="10" name="グループ化 9">
            <a:extLst>
              <a:ext uri="{FF2B5EF4-FFF2-40B4-BE49-F238E27FC236}">
                <a16:creationId xmlns:a16="http://schemas.microsoft.com/office/drawing/2014/main" id="{7CB8501D-6EBF-7382-9BC4-7ABB4D05130A}"/>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585C963-FD2D-CE5E-C626-AA274D40417C}"/>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9EAD34E6-B1C7-BC51-FAFC-56ED7A22A51B}"/>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21EE3CE1-3E79-F4E4-4A8B-241EA146D3A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D42617C6-11FB-5906-95DF-DE725703529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E14DC24-FBF3-B9A0-7543-E236E8435C3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1791DFA2-446F-A127-1EBE-87B553720E4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8FB82CEE-24BE-FB35-0DF0-63492295931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7FF564D-879A-A0A1-C11A-49E2B019168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4C6F571-3C0C-1ECD-70A5-026D5244182D}"/>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8B8DD606-ED73-2C23-1960-A009A430AFE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B92DD0E-AD2B-4397-2CB2-BB8FC01BE36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51F46F0-E59C-CC60-06BD-D97F0D8BD3A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AFE4F845-8AB4-3B07-81B0-9643DE58024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4E8CF1CC-DD41-6501-812D-6F7FA39CAEB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C010D561-4B31-ACCA-E6C1-0D2267D3244A}"/>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11</a:t>
            </a:fld>
            <a:endParaRPr lang="en-US" sz="2400" dirty="0"/>
          </a:p>
        </p:txBody>
      </p:sp>
      <p:sp>
        <p:nvSpPr>
          <p:cNvPr id="3" name="TextBox 24">
            <a:extLst>
              <a:ext uri="{FF2B5EF4-FFF2-40B4-BE49-F238E27FC236}">
                <a16:creationId xmlns:a16="http://schemas.microsoft.com/office/drawing/2014/main" id="{0ECB95C8-FA8D-94E4-FC9F-DB97A2A24C21}"/>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832A4C75-5B93-6952-1418-B043D635A734}"/>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C1B0FD60-92DA-F04B-72F5-8673E20BFFBD}"/>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E957D38A-F0E2-16B6-2BB3-81CD10FA832A}"/>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26CF88C1-112B-88FB-8820-3D400091D1AA}"/>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MobileNet</a:t>
            </a:r>
            <a:r>
              <a:rPr lang="en-US" altLang="ja-JP" sz="2800" dirty="0">
                <a:solidFill>
                  <a:srgbClr val="292B2B"/>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EfficientNet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SELDnet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Sound Event Localization and Detection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AlexNet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p:txBody>
      </p:sp>
      <p:pic>
        <p:nvPicPr>
          <p:cNvPr id="6" name="図 5" descr="テーブル&#10;&#10;AI 生成コンテンツは誤りを含む可能性があります。">
            <a:extLst>
              <a:ext uri="{FF2B5EF4-FFF2-40B4-BE49-F238E27FC236}">
                <a16:creationId xmlns:a16="http://schemas.microsoft.com/office/drawing/2014/main" id="{91CE52BF-C008-316E-E3B8-DE99DC2DF9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0289" y="3334657"/>
            <a:ext cx="6203597" cy="4517455"/>
          </a:xfrm>
          <a:prstGeom prst="rect">
            <a:avLst/>
          </a:prstGeom>
        </p:spPr>
      </p:pic>
      <p:sp>
        <p:nvSpPr>
          <p:cNvPr id="7" name="TextBox 24">
            <a:extLst>
              <a:ext uri="{FF2B5EF4-FFF2-40B4-BE49-F238E27FC236}">
                <a16:creationId xmlns:a16="http://schemas.microsoft.com/office/drawing/2014/main" id="{5860A086-3302-E129-6A5D-90BA2DEF6251}"/>
              </a:ext>
            </a:extLst>
          </p:cNvPr>
          <p:cNvSpPr txBox="1"/>
          <p:nvPr/>
        </p:nvSpPr>
        <p:spPr>
          <a:xfrm>
            <a:off x="8001000" y="8399055"/>
            <a:ext cx="8865103" cy="983142"/>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Bottleneck</a:t>
            </a:r>
            <a:r>
              <a:rPr lang="ja-JP" altLang="en-US" sz="2800" dirty="0">
                <a:solidFill>
                  <a:srgbClr val="292B2B"/>
                </a:solidFill>
                <a:latin typeface="Source Han Sans JP Medium"/>
                <a:ea typeface="Source Han Sans JP Medium"/>
                <a:cs typeface="Source Han Sans JP Medium"/>
                <a:sym typeface="Source Han Sans JP Medium"/>
              </a:rPr>
              <a:t>：チャネル方向を拡張→個別畳み込み→チャネル方向に結合</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4157796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41063-F650-B07C-08B8-E82C513DF12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536C7EB-983E-7E4B-4224-4157AE8B6C46}"/>
              </a:ext>
            </a:extLst>
          </p:cNvPr>
          <p:cNvSpPr>
            <a:spLocks noGrp="1"/>
          </p:cNvSpPr>
          <p:nvPr>
            <p:ph type="sldNum" sz="quarter" idx="12"/>
          </p:nvPr>
        </p:nvSpPr>
        <p:spPr/>
        <p:txBody>
          <a:bodyPr/>
          <a:lstStyle/>
          <a:p>
            <a:fld id="{B6F15528-21DE-4FAA-801E-634DDDAF4B2B}" type="slidenum">
              <a:rPr lang="en-US" smtClean="0"/>
              <a:pPr/>
              <a:t>12</a:t>
            </a:fld>
            <a:endParaRPr lang="en-US"/>
          </a:p>
        </p:txBody>
      </p:sp>
      <p:grpSp>
        <p:nvGrpSpPr>
          <p:cNvPr id="10" name="グループ化 9">
            <a:extLst>
              <a:ext uri="{FF2B5EF4-FFF2-40B4-BE49-F238E27FC236}">
                <a16:creationId xmlns:a16="http://schemas.microsoft.com/office/drawing/2014/main" id="{2C8362B2-2754-8DCA-E38B-266AEA7850B5}"/>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0F0151D-C710-837D-8264-0B397A4C9792}"/>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3FEDF38-E771-0559-40EA-EFA5B70F7A0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7EE590FF-3D1F-A46E-8B5F-2363975873E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F23D5EA8-128D-8BA9-FB00-7D28E62A53A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5E369368-0A15-79CA-80BF-13A7F30B5948}"/>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01ADD39-EB95-E68A-3792-252CA82663C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62E512D9-3C08-4E04-7C97-16C48D45059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BE49F4E-29CB-CFDF-0DC0-8BBB7D8EE8E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6EC861F7-6524-4D4B-AEEF-E7BA0880727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8B7D87F-8D59-DC28-82F8-5DA84FDE65B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364681F7-DB7C-9D4A-BCFF-B0E61968B1F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C438806B-E85B-C7FD-0345-4A77632D6CA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8A6B02F-710D-F601-3EEA-9E09BEF1ED6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5E65F69F-B147-8F49-AF8D-C3635416E89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12F9600-C685-F56E-9AF5-6FB2FB277CA9}"/>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12</a:t>
            </a:fld>
            <a:endParaRPr lang="en-US" sz="2400" dirty="0"/>
          </a:p>
        </p:txBody>
      </p:sp>
      <p:sp>
        <p:nvSpPr>
          <p:cNvPr id="3" name="TextBox 24">
            <a:extLst>
              <a:ext uri="{FF2B5EF4-FFF2-40B4-BE49-F238E27FC236}">
                <a16:creationId xmlns:a16="http://schemas.microsoft.com/office/drawing/2014/main" id="{19C28D46-E3BB-174B-7265-E4EDEF4E63A5}"/>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06BA4B99-7EE5-3321-67F9-D0E16AECCBD9}"/>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0A9EE07F-C463-B0EF-0440-E9F10AB9D492}"/>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A5BF2B9B-4549-0741-4CB0-199E30BA1A86}"/>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3E52817C-AD4D-0CB1-8186-D053BC42B333}"/>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MobileNet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EfficientNet</a:t>
            </a:r>
            <a:r>
              <a:rPr lang="en-US" altLang="ja-JP" sz="2800" dirty="0">
                <a:solidFill>
                  <a:srgbClr val="292B2B"/>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SELDnet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Sound Event Localization and Detection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AlexNet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p:txBody>
      </p:sp>
      <p:pic>
        <p:nvPicPr>
          <p:cNvPr id="28" name="図 27" descr="ダイアグラム&#10;&#10;AI 生成コンテンツは誤りを含む可能性があります。">
            <a:extLst>
              <a:ext uri="{FF2B5EF4-FFF2-40B4-BE49-F238E27FC236}">
                <a16:creationId xmlns:a16="http://schemas.microsoft.com/office/drawing/2014/main" id="{5DA708FA-F4B4-E2E6-0AD0-CAFD01AA97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6596" y="2448683"/>
            <a:ext cx="11266376" cy="2338522"/>
          </a:xfrm>
          <a:prstGeom prst="rect">
            <a:avLst/>
          </a:prstGeom>
        </p:spPr>
      </p:pic>
      <p:pic>
        <p:nvPicPr>
          <p:cNvPr id="30" name="図 29" descr="グラフ&#10;&#10;AI 生成コンテンツは誤りを含む可能性があります。">
            <a:extLst>
              <a:ext uri="{FF2B5EF4-FFF2-40B4-BE49-F238E27FC236}">
                <a16:creationId xmlns:a16="http://schemas.microsoft.com/office/drawing/2014/main" id="{5A28B52D-6469-A719-F0E8-D5860261A1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11005" y="5166496"/>
            <a:ext cx="6448922" cy="4933814"/>
          </a:xfrm>
          <a:prstGeom prst="rect">
            <a:avLst/>
          </a:prstGeom>
        </p:spPr>
      </p:pic>
    </p:spTree>
    <p:extLst>
      <p:ext uri="{BB962C8B-B14F-4D97-AF65-F5344CB8AC3E}">
        <p14:creationId xmlns:p14="http://schemas.microsoft.com/office/powerpoint/2010/main" val="140431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39B3-F9C6-F2A9-838F-3B7B7B19904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5525829-A48E-EC21-6FAB-B14565DD5A07}"/>
              </a:ext>
            </a:extLst>
          </p:cNvPr>
          <p:cNvSpPr>
            <a:spLocks noGrp="1"/>
          </p:cNvSpPr>
          <p:nvPr>
            <p:ph type="sldNum" sz="quarter" idx="12"/>
          </p:nvPr>
        </p:nvSpPr>
        <p:spPr/>
        <p:txBody>
          <a:bodyPr/>
          <a:lstStyle/>
          <a:p>
            <a:fld id="{B6F15528-21DE-4FAA-801E-634DDDAF4B2B}" type="slidenum">
              <a:rPr lang="en-US" smtClean="0"/>
              <a:pPr/>
              <a:t>13</a:t>
            </a:fld>
            <a:endParaRPr lang="en-US"/>
          </a:p>
        </p:txBody>
      </p:sp>
      <p:grpSp>
        <p:nvGrpSpPr>
          <p:cNvPr id="10" name="グループ化 9">
            <a:extLst>
              <a:ext uri="{FF2B5EF4-FFF2-40B4-BE49-F238E27FC236}">
                <a16:creationId xmlns:a16="http://schemas.microsoft.com/office/drawing/2014/main" id="{719492E8-DEE2-4D7D-7DC6-EA3B5EEB54E6}"/>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9A4ADE8-EC98-A67E-C3DE-E536CB51C3CC}"/>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A86B2B7E-1EBC-88E4-8943-A953923D6A9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5DA3CE9-4798-B6C8-CE21-BF9A62CFE38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E08BF720-1348-2B79-29BA-74C193D84DF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9CE446DB-0EBA-F5A3-B567-E001F6920B6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F6A783E-659B-1411-F8D0-6F5F39AA6DF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84C99D12-3C2B-967A-D711-88258B51FB3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9FEC9CD-2639-A849-3F47-BDEA02644F5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8E8F91C-786A-7FDB-F2C3-7C84626B80A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F7FAC634-B83A-9943-D82E-F91808DACD5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8BCE8E60-BD49-6952-DCE1-25965AB5547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8AFC5A3-FE38-FE6D-4608-76E58F63AE90}"/>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C031ACC-24B3-05A6-7375-565394BDC59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C5F67058-B64E-B249-1E53-1FA02A3C60A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39A1ADA-C213-B90E-4EA2-1F3F7295F38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13</a:t>
            </a:fld>
            <a:endParaRPr lang="en-US" sz="2400" dirty="0"/>
          </a:p>
        </p:txBody>
      </p:sp>
      <p:sp>
        <p:nvSpPr>
          <p:cNvPr id="3" name="TextBox 24">
            <a:extLst>
              <a:ext uri="{FF2B5EF4-FFF2-40B4-BE49-F238E27FC236}">
                <a16:creationId xmlns:a16="http://schemas.microsoft.com/office/drawing/2014/main" id="{1D63A79F-2C0E-B8A9-8B6C-33BCB7EEB392}"/>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504E9AB6-4527-F902-5C92-83DCC6AB7C36}"/>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6955C6CA-8E44-28BB-E079-D58A0AABD02B}"/>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DF541942-86CB-A5B9-B5E7-D3421BF1CCCA}"/>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82DB6ABE-7D71-0E64-754F-9676956678D3}"/>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MobileNet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EfficientNet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CRNN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RNN</a:t>
            </a:r>
            <a:r>
              <a:rPr lang="ja-JP" altLang="en-US" sz="2800" dirty="0">
                <a:solidFill>
                  <a:srgbClr val="292B2B"/>
                </a:solidFill>
                <a:latin typeface="Source Han Sans JP Medium"/>
                <a:ea typeface="Source Han Sans JP Medium"/>
                <a:cs typeface="Source Han Sans JP Medium"/>
                <a:sym typeface="Source Han Sans JP Medium"/>
              </a:rPr>
              <a:t>）</a:t>
            </a:r>
            <a:endParaRPr lang="en-US" altLang="ja-JP" sz="2800" dirty="0">
              <a:solidFill>
                <a:srgbClr val="292B2B"/>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latin typeface="Source Han Sans JP Medium"/>
                <a:ea typeface="Source Han Sans JP Medium"/>
                <a:cs typeface="Source Han Sans JP Medium"/>
                <a:sym typeface="Source Han Sans JP Medium"/>
              </a:rPr>
              <a:t>SELDnet</a:t>
            </a:r>
            <a:r>
              <a:rPr lang="ja-JP" altLang="en-US" sz="2800" dirty="0">
                <a:latin typeface="Source Han Sans JP Medium"/>
                <a:ea typeface="Source Han Sans JP Medium"/>
                <a:cs typeface="Source Han Sans JP Medium"/>
                <a:sym typeface="Source Han Sans JP Medium"/>
              </a:rPr>
              <a:t>（</a:t>
            </a:r>
            <a:r>
              <a:rPr lang="en-US" altLang="ja-JP" sz="2800" dirty="0">
                <a:latin typeface="Source Han Sans JP Medium"/>
                <a:ea typeface="Source Han Sans JP Medium"/>
                <a:cs typeface="Source Han Sans JP Medium"/>
                <a:sym typeface="Source Han Sans JP Medium"/>
              </a:rPr>
              <a:t>Sound Event Localization and Detection</a:t>
            </a:r>
            <a:r>
              <a:rPr lang="ja-JP" altLang="en-US" sz="2800" dirty="0">
                <a:latin typeface="Source Han Sans JP Medium"/>
                <a:ea typeface="Source Han Sans JP Medium"/>
                <a:cs typeface="Source Han Sans JP Medium"/>
                <a:sym typeface="Source Han Sans JP Medium"/>
              </a:rPr>
              <a:t>）</a:t>
            </a:r>
            <a:endParaRPr lang="en-US" altLang="ja-JP" sz="2800" dirty="0">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AlexNet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p:txBody>
      </p:sp>
      <p:sp>
        <p:nvSpPr>
          <p:cNvPr id="7" name="TextBox 24">
            <a:extLst>
              <a:ext uri="{FF2B5EF4-FFF2-40B4-BE49-F238E27FC236}">
                <a16:creationId xmlns:a16="http://schemas.microsoft.com/office/drawing/2014/main" id="{B34C8E7C-5A5E-07C5-CB91-F702690BC718}"/>
              </a:ext>
            </a:extLst>
          </p:cNvPr>
          <p:cNvSpPr txBox="1"/>
          <p:nvPr/>
        </p:nvSpPr>
        <p:spPr>
          <a:xfrm>
            <a:off x="6466453" y="8635776"/>
            <a:ext cx="5680786" cy="945965"/>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GRU</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Gated Recurrent Unit</a:t>
            </a:r>
            <a:r>
              <a:rPr lang="ja-JP" altLang="en-US" sz="2800" dirty="0">
                <a:solidFill>
                  <a:srgbClr val="292B2B"/>
                </a:solidFill>
                <a:latin typeface="Source Han Sans JP Medium"/>
                <a:ea typeface="Source Han Sans JP Medium"/>
                <a:cs typeface="Source Han Sans JP Medium"/>
                <a:sym typeface="Source Han Sans JP Medium"/>
              </a:rPr>
              <a:t>で，</a:t>
            </a:r>
            <a:r>
              <a:rPr lang="en-US" altLang="ja-JP" sz="2800" dirty="0">
                <a:solidFill>
                  <a:srgbClr val="292B2B"/>
                </a:solidFill>
                <a:latin typeface="Source Han Sans JP Medium"/>
                <a:ea typeface="Source Han Sans JP Medium"/>
                <a:cs typeface="Source Han Sans JP Medium"/>
                <a:sym typeface="Source Han Sans JP Medium"/>
              </a:rPr>
              <a:t>RNN</a:t>
            </a:r>
            <a:r>
              <a:rPr lang="ja-JP" altLang="en-US" sz="2800" dirty="0">
                <a:solidFill>
                  <a:srgbClr val="292B2B"/>
                </a:solidFill>
                <a:latin typeface="Source Han Sans JP Medium"/>
                <a:ea typeface="Source Han Sans JP Medium"/>
                <a:cs typeface="Source Han Sans JP Medium"/>
                <a:sym typeface="Source Han Sans JP Medium"/>
              </a:rPr>
              <a:t>の一種</a:t>
            </a:r>
            <a:endParaRPr lang="en-US" altLang="ja-JP" sz="2800" dirty="0">
              <a:solidFill>
                <a:srgbClr val="292B2B"/>
              </a:solidFill>
              <a:latin typeface="Source Han Sans JP Medium"/>
              <a:ea typeface="Source Han Sans JP Medium"/>
              <a:cs typeface="Source Han Sans JP Medium"/>
              <a:sym typeface="Source Han Sans JP Medium"/>
            </a:endParaRPr>
          </a:p>
        </p:txBody>
      </p:sp>
      <p:pic>
        <p:nvPicPr>
          <p:cNvPr id="27" name="図 26" descr="ダイアグラム&#10;&#10;AI 生成コンテンツは誤りを含む可能性があります。">
            <a:extLst>
              <a:ext uri="{FF2B5EF4-FFF2-40B4-BE49-F238E27FC236}">
                <a16:creationId xmlns:a16="http://schemas.microsoft.com/office/drawing/2014/main" id="{B8D512E1-6459-91A0-39E8-3C6185B102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77438" y="1569845"/>
            <a:ext cx="4993588" cy="8110068"/>
          </a:xfrm>
          <a:prstGeom prst="rect">
            <a:avLst/>
          </a:prstGeom>
        </p:spPr>
      </p:pic>
    </p:spTree>
    <p:extLst>
      <p:ext uri="{BB962C8B-B14F-4D97-AF65-F5344CB8AC3E}">
        <p14:creationId xmlns:p14="http://schemas.microsoft.com/office/powerpoint/2010/main" val="2299174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9E07-A75C-6E15-4C44-2F51F247E52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A40E399-FCAA-997C-6A6F-2E6A3DA03293}"/>
              </a:ext>
            </a:extLst>
          </p:cNvPr>
          <p:cNvSpPr>
            <a:spLocks noGrp="1"/>
          </p:cNvSpPr>
          <p:nvPr>
            <p:ph type="sldNum" sz="quarter" idx="12"/>
          </p:nvPr>
        </p:nvSpPr>
        <p:spPr/>
        <p:txBody>
          <a:bodyPr/>
          <a:lstStyle/>
          <a:p>
            <a:fld id="{B6F15528-21DE-4FAA-801E-634DDDAF4B2B}" type="slidenum">
              <a:rPr lang="en-US" smtClean="0"/>
              <a:pPr/>
              <a:t>14</a:t>
            </a:fld>
            <a:endParaRPr lang="en-US"/>
          </a:p>
        </p:txBody>
      </p:sp>
      <p:grpSp>
        <p:nvGrpSpPr>
          <p:cNvPr id="10" name="グループ化 9">
            <a:extLst>
              <a:ext uri="{FF2B5EF4-FFF2-40B4-BE49-F238E27FC236}">
                <a16:creationId xmlns:a16="http://schemas.microsoft.com/office/drawing/2014/main" id="{53C831FB-1A6B-E550-F9E8-0CF9F2353B3A}"/>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27C4C50-8E56-E97D-A35A-DD45925918B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8D0D32D-15DD-B590-1D67-2C88E878420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8A9C024-8F4B-9F8F-77FF-16367A884D7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1752081F-F94C-F1A9-3197-4F1F4A83276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7CD834D5-5A79-9CCE-7095-6EBA29EC617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DB9EBC2-2533-627E-A48F-BE0080A04E1B}"/>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0E38997-9AE1-8D07-C59C-11DB43595D6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E13C875E-488E-BC1C-E48E-AB052E0B3BA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8224ECDD-4403-932A-6091-C6151F717649}"/>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E9A7C91B-BDF7-ECC6-6096-95C4763632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F86DCBD5-5BD9-6BE0-2F56-7AB13341965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D2B8A5E1-E6B5-0537-19C8-591D9506B31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9F79FE41-D0A9-C5D2-CE1F-88D3A33F7D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C3B5AFD2-5BDC-5B57-A618-409BF7096C5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E9F6150-D24E-DA34-EB5C-980449EE3EAD}"/>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14</a:t>
            </a:fld>
            <a:endParaRPr lang="en-US" sz="2400" dirty="0"/>
          </a:p>
        </p:txBody>
      </p:sp>
      <p:sp>
        <p:nvSpPr>
          <p:cNvPr id="3" name="TextBox 24">
            <a:extLst>
              <a:ext uri="{FF2B5EF4-FFF2-40B4-BE49-F238E27FC236}">
                <a16:creationId xmlns:a16="http://schemas.microsoft.com/office/drawing/2014/main" id="{238AEB90-65D0-B206-4F46-B6C9587016F5}"/>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5D50E642-2969-9B72-0BF9-A2CA73AB455A}"/>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E739F788-6427-303B-D6E5-F8025A3C009F}"/>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7E839ECD-9D19-BB7F-C81A-DE422FCE1FC7}"/>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D4D88EEB-7801-0D41-3B88-C2F903B240C4}"/>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MobileNet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EfficientNet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SELDnet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Sound Event Localization and Detection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AlexNet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p:txBody>
      </p:sp>
      <p:pic>
        <p:nvPicPr>
          <p:cNvPr id="27" name="図 26" descr="テキスト&#10;&#10;AI 生成コンテンツは誤りを含む可能性があります。">
            <a:extLst>
              <a:ext uri="{FF2B5EF4-FFF2-40B4-BE49-F238E27FC236}">
                <a16:creationId xmlns:a16="http://schemas.microsoft.com/office/drawing/2014/main" id="{B2E7F001-A9CD-007A-07CA-6F4027DAF3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7539" y="1322244"/>
            <a:ext cx="5549385" cy="8623585"/>
          </a:xfrm>
          <a:prstGeom prst="rect">
            <a:avLst/>
          </a:prstGeom>
        </p:spPr>
      </p:pic>
      <p:sp>
        <p:nvSpPr>
          <p:cNvPr id="28" name="TextBox 24">
            <a:extLst>
              <a:ext uri="{FF2B5EF4-FFF2-40B4-BE49-F238E27FC236}">
                <a16:creationId xmlns:a16="http://schemas.microsoft.com/office/drawing/2014/main" id="{6E357121-076C-7363-4C4F-3C22F9A869FE}"/>
              </a:ext>
            </a:extLst>
          </p:cNvPr>
          <p:cNvSpPr txBox="1"/>
          <p:nvPr/>
        </p:nvSpPr>
        <p:spPr>
          <a:xfrm>
            <a:off x="8199445" y="8026947"/>
            <a:ext cx="3428998" cy="1433277"/>
          </a:xfrm>
          <a:prstGeom prst="rect">
            <a:avLst/>
          </a:prstGeom>
        </p:spPr>
        <p:txBody>
          <a:bodyPr wrap="square" lIns="0" tIns="0" rIns="0" bIns="0" rtlCol="0" anchor="t">
            <a:spAutoFit/>
          </a:bodyPr>
          <a:lstStyle/>
          <a:p>
            <a:pPr marL="514350" indent="-514350" algn="l">
              <a:lnSpc>
                <a:spcPts val="3800"/>
              </a:lnSpc>
              <a:spcBef>
                <a:spcPct val="0"/>
              </a:spcBef>
              <a:buClr>
                <a:srgbClr val="64A4A3"/>
              </a:buClr>
              <a:buFont typeface="+mj-lt"/>
              <a:buAutoNum type="arabicPeriod"/>
            </a:pP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で特徴抽出</a:t>
            </a:r>
            <a:endParaRPr lang="en-US" altLang="ja-JP" sz="2800" dirty="0">
              <a:solidFill>
                <a:srgbClr val="292B2B"/>
              </a:solidFill>
              <a:latin typeface="Source Han Sans JP Medium"/>
              <a:ea typeface="Source Han Sans JP Medium"/>
              <a:cs typeface="Source Han Sans JP Medium"/>
              <a:sym typeface="Source Han Sans JP Medium"/>
            </a:endParaRPr>
          </a:p>
          <a:p>
            <a:pPr marL="514350" indent="-514350" algn="l">
              <a:lnSpc>
                <a:spcPts val="3800"/>
              </a:lnSpc>
              <a:spcBef>
                <a:spcPct val="0"/>
              </a:spcBef>
              <a:buClr>
                <a:srgbClr val="64A4A3"/>
              </a:buClr>
              <a:buFont typeface="+mj-lt"/>
              <a:buAutoNum type="arabicPeriod"/>
            </a:pPr>
            <a:r>
              <a:rPr lang="en-US" altLang="ja-JP" sz="2800" dirty="0" err="1">
                <a:solidFill>
                  <a:srgbClr val="292B2B"/>
                </a:solidFill>
                <a:latin typeface="Source Han Sans JP Medium"/>
                <a:ea typeface="Source Han Sans JP Medium"/>
                <a:cs typeface="Source Han Sans JP Medium"/>
                <a:sym typeface="Source Han Sans JP Medium"/>
              </a:rPr>
              <a:t>Tf</a:t>
            </a:r>
            <a:r>
              <a:rPr lang="ja-JP" altLang="en-US" sz="2800" dirty="0">
                <a:solidFill>
                  <a:srgbClr val="292B2B"/>
                </a:solidFill>
                <a:latin typeface="Source Han Sans JP Medium"/>
                <a:ea typeface="Source Han Sans JP Medium"/>
                <a:cs typeface="Source Han Sans JP Medium"/>
                <a:sym typeface="Source Han Sans JP Medium"/>
              </a:rPr>
              <a:t>で時間分析</a:t>
            </a:r>
            <a:endParaRPr lang="en-US" altLang="ja-JP" sz="2800" dirty="0">
              <a:solidFill>
                <a:srgbClr val="292B2B"/>
              </a:solidFill>
              <a:latin typeface="Source Han Sans JP Medium"/>
              <a:ea typeface="Source Han Sans JP Medium"/>
              <a:cs typeface="Source Han Sans JP Medium"/>
              <a:sym typeface="Source Han Sans JP Medium"/>
            </a:endParaRPr>
          </a:p>
          <a:p>
            <a:pPr marL="514350" indent="-514350" algn="l">
              <a:lnSpc>
                <a:spcPts val="3800"/>
              </a:lnSpc>
              <a:spcBef>
                <a:spcPct val="0"/>
              </a:spcBef>
              <a:buClr>
                <a:srgbClr val="64A4A3"/>
              </a:buClr>
              <a:buFont typeface="+mj-lt"/>
              <a:buAutoNum type="arabicPeriod"/>
            </a:pPr>
            <a:r>
              <a:rPr lang="ja-JP" altLang="en-US" sz="2800" dirty="0">
                <a:solidFill>
                  <a:srgbClr val="292B2B"/>
                </a:solidFill>
                <a:latin typeface="Source Han Sans JP Medium"/>
                <a:ea typeface="Source Han Sans JP Medium"/>
                <a:cs typeface="Source Han Sans JP Medium"/>
                <a:sym typeface="Source Han Sans JP Medium"/>
              </a:rPr>
              <a:t>プーリング</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2900332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2622A-A4BA-3320-E537-034463F519BA}"/>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621E1F0-3AA3-1266-3830-A6B42DCC25A0}"/>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10" name="グループ化 9">
            <a:extLst>
              <a:ext uri="{FF2B5EF4-FFF2-40B4-BE49-F238E27FC236}">
                <a16:creationId xmlns:a16="http://schemas.microsoft.com/office/drawing/2014/main" id="{FB4E1F69-5E03-32CD-CF45-F4741BE49ED9}"/>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847BBD72-4EB5-56E7-B5F1-CB6A6D0EB39B}"/>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0D972F3-D6B2-297B-7051-2A9FED33A70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334C0AF1-FB74-A88E-4FB2-4473ADDD4C1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4EAEFAC7-CD75-FD35-EEB6-C86BD39EB92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335E587-2F55-B084-8019-E8139DB180A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8E87C381-5491-8E1F-7672-D840DBB7A1D8}"/>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A9F0AEE-F402-97E8-F5AC-B93D95EDF25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D6E5E32-3EC3-73FC-27CA-E5FB3199EE9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D91F703-D4D8-8FF0-CF72-B4E920C06200}"/>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2BC32DF-F26A-FD55-C84A-553F6476294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BE59000E-6224-FC4D-0DBC-4E63B9424A8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28B76BE-D469-476C-90A6-4903A647386C}"/>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C30F382-09C9-7423-AD18-5F67BE0691A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DE5B65F-D616-2BE0-A17F-46DA446D81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3DAEABC-A910-8919-B2FD-7EDF1B9A1B30}"/>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15</a:t>
            </a:fld>
            <a:endParaRPr lang="en-US" sz="2400" dirty="0"/>
          </a:p>
        </p:txBody>
      </p:sp>
      <p:sp>
        <p:nvSpPr>
          <p:cNvPr id="3" name="TextBox 24">
            <a:extLst>
              <a:ext uri="{FF2B5EF4-FFF2-40B4-BE49-F238E27FC236}">
                <a16:creationId xmlns:a16="http://schemas.microsoft.com/office/drawing/2014/main" id="{9DA37438-BB61-8DA0-67B1-C04E784A4993}"/>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4450CA88-A59E-5DCA-C5AD-BF44E4D8004B}"/>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2C5003DF-6DB6-3E40-3D25-C5B5CC652F62}"/>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65293764-D327-66A7-FF18-FC0B8362F41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B5EF0079-80AD-B3B1-5604-5744AF8BC683}"/>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MobileNet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EfficientNet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SELDnet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Sound Event Localization and Detection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Transformer</a:t>
            </a:r>
          </a:p>
        </p:txBody>
      </p:sp>
      <p:pic>
        <p:nvPicPr>
          <p:cNvPr id="6" name="図 5" descr="テキスト&#10;&#10;AI 生成コンテンツは誤りを含む可能性があります。">
            <a:extLst>
              <a:ext uri="{FF2B5EF4-FFF2-40B4-BE49-F238E27FC236}">
                <a16:creationId xmlns:a16="http://schemas.microsoft.com/office/drawing/2014/main" id="{9FA68C41-CEAC-137F-0BC5-CC83B74FDA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18240" y="1595913"/>
            <a:ext cx="8264043" cy="8414104"/>
          </a:xfrm>
          <a:prstGeom prst="rect">
            <a:avLst/>
          </a:prstGeom>
        </p:spPr>
      </p:pic>
      <p:sp>
        <p:nvSpPr>
          <p:cNvPr id="7" name="TextBox 24">
            <a:extLst>
              <a:ext uri="{FF2B5EF4-FFF2-40B4-BE49-F238E27FC236}">
                <a16:creationId xmlns:a16="http://schemas.microsoft.com/office/drawing/2014/main" id="{1C446AB8-6494-020F-5D74-5DF0343A8FCD}"/>
              </a:ext>
            </a:extLst>
          </p:cNvPr>
          <p:cNvSpPr txBox="1"/>
          <p:nvPr/>
        </p:nvSpPr>
        <p:spPr>
          <a:xfrm>
            <a:off x="2253787" y="8952097"/>
            <a:ext cx="7250854" cy="945965"/>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GAP</a:t>
            </a:r>
            <a:r>
              <a:rPr lang="ja-JP" altLang="en-US" sz="2800" dirty="0">
                <a:solidFill>
                  <a:srgbClr val="292B2B"/>
                </a:solidFill>
                <a:latin typeface="Source Han Sans JP Medium"/>
                <a:ea typeface="Source Han Sans JP Medium"/>
                <a:cs typeface="Source Han Sans JP Medium"/>
                <a:sym typeface="Source Han Sans JP Medium"/>
              </a:rPr>
              <a:t>：全ての時間ステップを平等に平均</a:t>
            </a:r>
            <a:endParaRPr lang="en-US" altLang="ja-JP" sz="2800" dirty="0">
              <a:solidFill>
                <a:srgbClr val="292B2B"/>
              </a:solidFill>
              <a:latin typeface="Source Han Sans JP Medium"/>
              <a:ea typeface="Source Han Sans JP Medium"/>
              <a:cs typeface="Source Han Sans JP Medium"/>
              <a:sym typeface="Source Han Sans JP Medium"/>
            </a:endParaRPr>
          </a:p>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ATP</a:t>
            </a:r>
            <a:r>
              <a:rPr lang="ja-JP" altLang="en-US" sz="2800" dirty="0">
                <a:solidFill>
                  <a:srgbClr val="292B2B"/>
                </a:solidFill>
                <a:latin typeface="Source Han Sans JP Medium"/>
                <a:ea typeface="Source Han Sans JP Medium"/>
                <a:cs typeface="Source Han Sans JP Medium"/>
                <a:sym typeface="Source Han Sans JP Medium"/>
              </a:rPr>
              <a:t>：各時間の重要度による加重平均</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2779858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A4C79-665B-9F14-9C86-3E6F1A6AF85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68E0DD2-B7F3-5F28-D68C-17ACF0CB5FFD}"/>
              </a:ext>
            </a:extLst>
          </p:cNvPr>
          <p:cNvSpPr>
            <a:spLocks noGrp="1"/>
          </p:cNvSpPr>
          <p:nvPr>
            <p:ph type="sldNum" sz="quarter" idx="12"/>
          </p:nvPr>
        </p:nvSpPr>
        <p:spPr/>
        <p:txBody>
          <a:bodyPr/>
          <a:lstStyle/>
          <a:p>
            <a:fld id="{B6F15528-21DE-4FAA-801E-634DDDAF4B2B}" type="slidenum">
              <a:rPr lang="en-US" smtClean="0"/>
              <a:pPr/>
              <a:t>16</a:t>
            </a:fld>
            <a:endParaRPr lang="en-US"/>
          </a:p>
        </p:txBody>
      </p:sp>
      <p:grpSp>
        <p:nvGrpSpPr>
          <p:cNvPr id="10" name="グループ化 9">
            <a:extLst>
              <a:ext uri="{FF2B5EF4-FFF2-40B4-BE49-F238E27FC236}">
                <a16:creationId xmlns:a16="http://schemas.microsoft.com/office/drawing/2014/main" id="{3B6ECBE7-18EF-769B-DBFA-B2B51992BED8}"/>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3090DCA-3084-131F-E651-31A6041B0F46}"/>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0538E3B-4E03-68EB-F3C7-CA4ABB4CD3C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2A1CFDD-7814-1344-3221-A2C429CCBB7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FF0CA8-3F3D-8AED-98A7-5CC03598231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240D61BE-F2F7-2A47-2CCA-F1479C58FE0B}"/>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3C69B529-EE8D-5872-6D5A-1E04C4A5895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DE9296B0-7E94-0378-E798-456B9F5FB48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EDBFE19-8EE1-7387-7C3F-487EA31D60E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9415B4D-209F-0BDC-0F63-017D7F79B81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381E1D81-EA66-8453-9027-BC433132A93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E7BE468-2CD9-4608-1B0B-CF6A706CCEB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8CC0826-2DCF-C06B-7C05-126CC0E7DDB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0F8A106-1CE2-C0F7-E587-5F53548B2E1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CFC7173-839F-4635-B47D-76C20D5EDAF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EA4D70F-8FE4-0877-C7BD-D0220C4BD371}"/>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16</a:t>
            </a:fld>
            <a:endParaRPr lang="en-US" sz="2400" dirty="0"/>
          </a:p>
        </p:txBody>
      </p:sp>
      <p:sp>
        <p:nvSpPr>
          <p:cNvPr id="3" name="TextBox 24">
            <a:extLst>
              <a:ext uri="{FF2B5EF4-FFF2-40B4-BE49-F238E27FC236}">
                <a16:creationId xmlns:a16="http://schemas.microsoft.com/office/drawing/2014/main" id="{A1EB9B48-6018-2333-227B-C8970067D8CC}"/>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21EB241F-FC13-36A2-A48C-D6EF9BDA7DB8}"/>
              </a:ext>
            </a:extLst>
          </p:cNvPr>
          <p:cNvGrpSpPr/>
          <p:nvPr/>
        </p:nvGrpSpPr>
        <p:grpSpPr>
          <a:xfrm>
            <a:off x="1524002" y="1543414"/>
            <a:ext cx="14249398" cy="1103059"/>
            <a:chOff x="1535809" y="1451163"/>
            <a:chExt cx="8639036" cy="1103059"/>
          </a:xfrm>
        </p:grpSpPr>
        <p:sp>
          <p:nvSpPr>
            <p:cNvPr id="9" name="TextBox 26">
              <a:extLst>
                <a:ext uri="{FF2B5EF4-FFF2-40B4-BE49-F238E27FC236}">
                  <a16:creationId xmlns:a16="http://schemas.microsoft.com/office/drawing/2014/main" id="{E92B58D9-8839-6525-1E1A-1CA35E33174F}"/>
                </a:ext>
              </a:extLst>
            </p:cNvPr>
            <p:cNvSpPr txBox="1"/>
            <p:nvPr/>
          </p:nvSpPr>
          <p:spPr>
            <a:xfrm>
              <a:off x="1864755" y="1451163"/>
              <a:ext cx="8310090" cy="1103059"/>
            </a:xfrm>
            <a:prstGeom prst="rect">
              <a:avLst/>
            </a:prstGeom>
          </p:spPr>
          <p:txBody>
            <a:bodyPr wrap="square" lIns="0" tIns="0" rIns="0" bIns="0" rtlCol="0" anchor="t">
              <a:spAutoFit/>
            </a:bodyPr>
            <a:lstStyle/>
            <a:p>
              <a:pPr marL="0" lvl="0" indent="0" algn="l">
                <a:lnSpc>
                  <a:spcPts val="4480"/>
                </a:lnSpc>
                <a:spcBef>
                  <a:spcPct val="0"/>
                </a:spcBef>
              </a:pPr>
              <a:r>
                <a:rPr lang="en-US"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AlexNet+Transformer</a:t>
              </a:r>
              <a:r>
                <a:rPr lang="en-US" altLang="ja-JP" sz="2800" dirty="0">
                  <a:solidFill>
                    <a:srgbClr val="292B2B"/>
                  </a:solidFill>
                  <a:latin typeface="Source Han Sans JP Medium"/>
                  <a:ea typeface="Source Han Sans JP Medium"/>
                  <a:cs typeface="Source Han Sans JP Medium"/>
                  <a:sym typeface="Source Han Sans JP Medium"/>
                </a:rPr>
                <a:t>(GAP)</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Alex+tf</a:t>
              </a:r>
              <a:r>
                <a:rPr lang="en-US" altLang="ja-JP"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AttentionPooling</a:t>
              </a:r>
              <a:r>
                <a:rPr lang="en-US" altLang="ja-JP" sz="2800" dirty="0">
                  <a:solidFill>
                    <a:srgbClr val="292B2B"/>
                  </a:solidFill>
                  <a:latin typeface="Source Han Sans JP Medium"/>
                  <a:ea typeface="Source Han Sans JP Medium"/>
                  <a:cs typeface="Source Han Sans JP Medium"/>
                  <a:sym typeface="Source Han Sans JP Medium"/>
                </a:rPr>
                <a:t>)</a:t>
              </a:r>
              <a:r>
                <a:rPr lang="ja-JP" altLang="en-US" sz="2800" dirty="0">
                  <a:solidFill>
                    <a:srgbClr val="292B2B"/>
                  </a:solidFill>
                  <a:latin typeface="Source Han Sans JP Medium"/>
                  <a:ea typeface="Source Han Sans JP Medium"/>
                  <a:cs typeface="Source Han Sans JP Medium"/>
                  <a:sym typeface="Source Han Sans JP Medium"/>
                </a:rPr>
                <a:t>でアンサンブル</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D5F02B48-4664-6F6E-F571-F4F82ACB78E7}"/>
                </a:ext>
              </a:extLst>
            </p:cNvPr>
            <p:cNvSpPr/>
            <p:nvPr/>
          </p:nvSpPr>
          <p:spPr>
            <a:xfrm rot="5400000">
              <a:off x="1295919" y="1717485"/>
              <a:ext cx="525978" cy="46197"/>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27" name="図 26" descr="グラフ, 棒グラフ&#10;&#10;AI 生成コンテンツは誤りを含む可能性があります。">
            <a:extLst>
              <a:ext uri="{FF2B5EF4-FFF2-40B4-BE49-F238E27FC236}">
                <a16:creationId xmlns:a16="http://schemas.microsoft.com/office/drawing/2014/main" id="{AAB1272D-72CE-1DA5-244E-6B67DF9ED6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6178" y="2857500"/>
            <a:ext cx="7620000" cy="5715000"/>
          </a:xfrm>
          <a:prstGeom prst="rect">
            <a:avLst/>
          </a:prstGeom>
        </p:spPr>
      </p:pic>
      <p:pic>
        <p:nvPicPr>
          <p:cNvPr id="30" name="図 29" descr="グラフ, 棒グラフ&#10;&#10;AI 生成コンテンツは誤りを含む可能性があります。">
            <a:extLst>
              <a:ext uri="{FF2B5EF4-FFF2-40B4-BE49-F238E27FC236}">
                <a16:creationId xmlns:a16="http://schemas.microsoft.com/office/drawing/2014/main" id="{84466D82-28B7-A7FB-E74B-5CB7D12FDF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010" y="2857500"/>
            <a:ext cx="7620000" cy="5715000"/>
          </a:xfrm>
          <a:prstGeom prst="rect">
            <a:avLst/>
          </a:prstGeom>
        </p:spPr>
      </p:pic>
      <p:sp>
        <p:nvSpPr>
          <p:cNvPr id="31" name="TextBox 24">
            <a:extLst>
              <a:ext uri="{FF2B5EF4-FFF2-40B4-BE49-F238E27FC236}">
                <a16:creationId xmlns:a16="http://schemas.microsoft.com/office/drawing/2014/main" id="{6FFA2D34-D598-24DB-829E-96AAF6B32BA9}"/>
              </a:ext>
            </a:extLst>
          </p:cNvPr>
          <p:cNvSpPr txBox="1"/>
          <p:nvPr/>
        </p:nvSpPr>
        <p:spPr>
          <a:xfrm>
            <a:off x="13106400" y="8383114"/>
            <a:ext cx="990595" cy="458652"/>
          </a:xfrm>
          <a:prstGeom prst="rect">
            <a:avLst/>
          </a:prstGeom>
        </p:spPr>
        <p:txBody>
          <a:bodyPr wrap="square" lIns="0" tIns="0" rIns="0" bIns="0" rtlCol="0" anchor="t">
            <a:spAutoFit/>
          </a:bodyPr>
          <a:lstStyle/>
          <a:p>
            <a:pPr algn="l">
              <a:lnSpc>
                <a:spcPts val="3800"/>
              </a:lnSpc>
              <a:spcBef>
                <a:spcPct val="0"/>
              </a:spcBef>
              <a:buClr>
                <a:srgbClr val="64A4A3"/>
              </a:buClr>
            </a:pPr>
            <a:r>
              <a:rPr lang="en-US" altLang="ja-JP" sz="2800" dirty="0">
                <a:solidFill>
                  <a:srgbClr val="292B2B"/>
                </a:solidFill>
                <a:latin typeface="Source Han Sans JP Medium"/>
                <a:ea typeface="Source Han Sans JP Medium"/>
                <a:cs typeface="Source Han Sans JP Medium"/>
                <a:sym typeface="Source Han Sans JP Medium"/>
              </a:rPr>
              <a:t>AUC</a:t>
            </a:r>
          </a:p>
        </p:txBody>
      </p:sp>
      <p:sp>
        <p:nvSpPr>
          <p:cNvPr id="32" name="TextBox 24">
            <a:extLst>
              <a:ext uri="{FF2B5EF4-FFF2-40B4-BE49-F238E27FC236}">
                <a16:creationId xmlns:a16="http://schemas.microsoft.com/office/drawing/2014/main" id="{D33C394D-1E44-ACA7-81E3-B93F5271D6B4}"/>
              </a:ext>
            </a:extLst>
          </p:cNvPr>
          <p:cNvSpPr txBox="1"/>
          <p:nvPr/>
        </p:nvSpPr>
        <p:spPr>
          <a:xfrm>
            <a:off x="1893146" y="2358907"/>
            <a:ext cx="11594254" cy="458652"/>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5</a:t>
            </a:r>
            <a:r>
              <a:rPr lang="ja-JP" altLang="en-US" sz="2800" dirty="0">
                <a:solidFill>
                  <a:srgbClr val="292B2B"/>
                </a:solidFill>
                <a:latin typeface="Source Han Sans JP Medium"/>
                <a:ea typeface="Source Han Sans JP Medium"/>
                <a:cs typeface="Source Han Sans JP Medium"/>
                <a:sym typeface="Source Han Sans JP Medium"/>
              </a:rPr>
              <a:t>分割交差検証の結果．パラメータは個別でチューニングした．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
        <p:nvSpPr>
          <p:cNvPr id="33" name="TextBox 24">
            <a:extLst>
              <a:ext uri="{FF2B5EF4-FFF2-40B4-BE49-F238E27FC236}">
                <a16:creationId xmlns:a16="http://schemas.microsoft.com/office/drawing/2014/main" id="{E3DF07BE-8883-CEF6-3423-DCC759AA96BD}"/>
              </a:ext>
            </a:extLst>
          </p:cNvPr>
          <p:cNvSpPr txBox="1"/>
          <p:nvPr/>
        </p:nvSpPr>
        <p:spPr>
          <a:xfrm>
            <a:off x="4903898" y="8612440"/>
            <a:ext cx="1725500" cy="458652"/>
          </a:xfrm>
          <a:prstGeom prst="rect">
            <a:avLst/>
          </a:prstGeom>
        </p:spPr>
        <p:txBody>
          <a:bodyPr wrap="square" lIns="0" tIns="0" rIns="0" bIns="0" rtlCol="0" anchor="t">
            <a:spAutoFit/>
          </a:bodyPr>
          <a:lstStyle/>
          <a:p>
            <a:pPr algn="l">
              <a:lnSpc>
                <a:spcPts val="3800"/>
              </a:lnSpc>
              <a:spcBef>
                <a:spcPct val="0"/>
              </a:spcBef>
              <a:buClr>
                <a:srgbClr val="64A4A3"/>
              </a:buClr>
            </a:pPr>
            <a:r>
              <a:rPr lang="ja-JP" altLang="en-US" sz="2800" dirty="0">
                <a:solidFill>
                  <a:srgbClr val="292B2B"/>
                </a:solidFill>
                <a:latin typeface="Source Han Sans JP Medium"/>
                <a:ea typeface="Source Han Sans JP Medium"/>
                <a:cs typeface="Source Han Sans JP Medium"/>
                <a:sym typeface="Source Han Sans JP Medium"/>
              </a:rPr>
              <a:t>決定係数</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519321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CBCDA-64C4-590C-C965-79443B8FA7F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034E10E-772E-995E-711A-6BE959DEE528}"/>
              </a:ext>
            </a:extLst>
          </p:cNvPr>
          <p:cNvSpPr>
            <a:spLocks noGrp="1"/>
          </p:cNvSpPr>
          <p:nvPr>
            <p:ph type="sldNum" sz="quarter" idx="12"/>
          </p:nvPr>
        </p:nvSpPr>
        <p:spPr/>
        <p:txBody>
          <a:bodyPr/>
          <a:lstStyle/>
          <a:p>
            <a:fld id="{B6F15528-21DE-4FAA-801E-634DDDAF4B2B}" type="slidenum">
              <a:rPr lang="en-US" smtClean="0"/>
              <a:pPr/>
              <a:t>17</a:t>
            </a:fld>
            <a:endParaRPr lang="en-US"/>
          </a:p>
        </p:txBody>
      </p:sp>
      <p:grpSp>
        <p:nvGrpSpPr>
          <p:cNvPr id="10" name="グループ化 9">
            <a:extLst>
              <a:ext uri="{FF2B5EF4-FFF2-40B4-BE49-F238E27FC236}">
                <a16:creationId xmlns:a16="http://schemas.microsoft.com/office/drawing/2014/main" id="{AF70FAD3-EED0-067F-D74E-A5B2F47136FE}"/>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F5A6327C-AF4F-0D58-EC3D-F8903019BCC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DB2771AB-B41A-8192-BC80-0FA919D17EE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58203354-9A92-AAF0-8CFA-37E9A8BC4AB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DE4B2DE5-6367-D482-5EF3-DB1AA4F93FC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60EEE89-4E3A-58A5-6B9F-15771E39CFC0}"/>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A345321-AABD-69C1-9E5C-8191B6C409C2}"/>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57049CEC-28FE-787A-B08D-A22DD590791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5FAF79F-10B9-5DAD-9AE4-AD117CA5232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A28377B-1B47-D933-36A2-EA2E0CF9361C}"/>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349DB4FF-E033-BE41-9408-CBCFAFEB3A4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0AD8E41-C252-7EA9-2100-74D548BDE13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A5B589F-AED1-DAE0-8434-273B0EBCE8A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58E44D6A-B6C6-7168-F261-F6AC897004A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23FB7FF-64E5-203C-8357-84B7301C1E1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A5EC38BE-A4F2-8D7F-C1EB-BED7B0129D06}"/>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17</a:t>
            </a:fld>
            <a:endParaRPr lang="en-US" sz="2400" dirty="0"/>
          </a:p>
        </p:txBody>
      </p:sp>
      <p:sp>
        <p:nvSpPr>
          <p:cNvPr id="3" name="TextBox 24">
            <a:extLst>
              <a:ext uri="{FF2B5EF4-FFF2-40B4-BE49-F238E27FC236}">
                <a16:creationId xmlns:a16="http://schemas.microsoft.com/office/drawing/2014/main" id="{452D5024-A755-3E82-1385-57A903479C02}"/>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D5C2A462-A6B6-659E-DF37-16BC59402FE8}"/>
              </a:ext>
            </a:extLst>
          </p:cNvPr>
          <p:cNvGrpSpPr/>
          <p:nvPr/>
        </p:nvGrpSpPr>
        <p:grpSpPr>
          <a:xfrm>
            <a:off x="1524002" y="1543414"/>
            <a:ext cx="14249398" cy="1103059"/>
            <a:chOff x="1535809" y="1451163"/>
            <a:chExt cx="8639036" cy="1103059"/>
          </a:xfrm>
        </p:grpSpPr>
        <p:sp>
          <p:nvSpPr>
            <p:cNvPr id="9" name="TextBox 26">
              <a:extLst>
                <a:ext uri="{FF2B5EF4-FFF2-40B4-BE49-F238E27FC236}">
                  <a16:creationId xmlns:a16="http://schemas.microsoft.com/office/drawing/2014/main" id="{F41D1E5E-EE7E-BEA8-D3D8-BE0FD021C7E2}"/>
                </a:ext>
              </a:extLst>
            </p:cNvPr>
            <p:cNvSpPr txBox="1"/>
            <p:nvPr/>
          </p:nvSpPr>
          <p:spPr>
            <a:xfrm>
              <a:off x="1864755" y="1451163"/>
              <a:ext cx="8310090" cy="1103059"/>
            </a:xfrm>
            <a:prstGeom prst="rect">
              <a:avLst/>
            </a:prstGeom>
          </p:spPr>
          <p:txBody>
            <a:bodyPr wrap="square" lIns="0" tIns="0" rIns="0" bIns="0" rtlCol="0" anchor="t">
              <a:spAutoFit/>
            </a:bodyPr>
            <a:lstStyle/>
            <a:p>
              <a:pPr marL="0" lvl="0" indent="0" algn="l">
                <a:lnSpc>
                  <a:spcPts val="4480"/>
                </a:lnSpc>
                <a:spcBef>
                  <a:spcPct val="0"/>
                </a:spcBef>
              </a:pPr>
              <a:r>
                <a:rPr lang="en-US"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AlexNet+Transformer</a:t>
              </a:r>
              <a:r>
                <a:rPr lang="en-US" altLang="ja-JP" sz="2800" dirty="0">
                  <a:solidFill>
                    <a:srgbClr val="292B2B"/>
                  </a:solidFill>
                  <a:latin typeface="Source Han Sans JP Medium"/>
                  <a:ea typeface="Source Han Sans JP Medium"/>
                  <a:cs typeface="Source Han Sans JP Medium"/>
                  <a:sym typeface="Source Han Sans JP Medium"/>
                </a:rPr>
                <a:t>(GAP)</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Alex+tf</a:t>
              </a:r>
              <a:r>
                <a:rPr lang="en-US" altLang="ja-JP"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AttentionPooling</a:t>
              </a:r>
              <a:r>
                <a:rPr lang="en-US" altLang="ja-JP" sz="2800" dirty="0">
                  <a:solidFill>
                    <a:srgbClr val="292B2B"/>
                  </a:solidFill>
                  <a:latin typeface="Source Han Sans JP Medium"/>
                  <a:ea typeface="Source Han Sans JP Medium"/>
                  <a:cs typeface="Source Han Sans JP Medium"/>
                  <a:sym typeface="Source Han Sans JP Medium"/>
                </a:rPr>
                <a:t>)</a:t>
              </a:r>
              <a:r>
                <a:rPr lang="ja-JP" altLang="en-US" sz="2800" dirty="0">
                  <a:solidFill>
                    <a:srgbClr val="292B2B"/>
                  </a:solidFill>
                  <a:latin typeface="Source Han Sans JP Medium"/>
                  <a:ea typeface="Source Han Sans JP Medium"/>
                  <a:cs typeface="Source Han Sans JP Medium"/>
                  <a:sym typeface="Source Han Sans JP Medium"/>
                </a:rPr>
                <a:t>でアンサンブル</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65DBBD93-1E7A-1764-2B53-9B211C226A09}"/>
                </a:ext>
              </a:extLst>
            </p:cNvPr>
            <p:cNvSpPr/>
            <p:nvPr/>
          </p:nvSpPr>
          <p:spPr>
            <a:xfrm rot="5400000">
              <a:off x="1295919" y="1717485"/>
              <a:ext cx="525978" cy="46197"/>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5" name="図 4" descr="グラフ&#10;&#10;AI 生成コンテンツは誤りを含む可能性があります。">
            <a:extLst>
              <a:ext uri="{FF2B5EF4-FFF2-40B4-BE49-F238E27FC236}">
                <a16:creationId xmlns:a16="http://schemas.microsoft.com/office/drawing/2014/main" id="{F9826639-B80A-C729-3E0D-52CF8315A0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8862" y="2248912"/>
            <a:ext cx="10130463" cy="7597847"/>
          </a:xfrm>
          <a:prstGeom prst="rect">
            <a:avLst/>
          </a:prstGeom>
        </p:spPr>
      </p:pic>
    </p:spTree>
    <p:extLst>
      <p:ext uri="{BB962C8B-B14F-4D97-AF65-F5344CB8AC3E}">
        <p14:creationId xmlns:p14="http://schemas.microsoft.com/office/powerpoint/2010/main" val="256577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E2AFB-927D-EAB2-B1B5-BC50B5C2639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4F3F66A1-6640-500F-79F2-D03FDA325751}"/>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BFA49963-A9CD-7B0D-3F71-F8DD8F0E7124}"/>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73926F87-0108-967B-4DB2-688609B3A70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CE7AD3CC-687F-706F-37AD-CF53A311CCB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27FB15A5-7E0A-E6EE-2DB1-D53A2F1ABAF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E10164BC-00D7-75D0-3045-CF559C88280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08F666A7-8959-D22D-AC34-7AA1DD550F75}"/>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8D66B651-19AA-1B08-1B85-C03A1D15343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6E41248A-E7D8-76A0-AE9D-48521F379BE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5F6AE039-3309-7C59-C8ED-FFAD2861AD10}"/>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7A0D3CDE-DB30-E938-5622-73F48DE9F1B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146C394-109A-B327-A947-D92F9E343B9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A3957CFD-A1FC-3751-913A-D42128E44448}"/>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262717EA-0BD3-22D6-5597-DDCB82C634D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C72F711F-554B-08B7-C509-C797868DA8C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82A9046F-3C63-3699-6BBE-8C0802EDC784}"/>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18</a:t>
            </a:fld>
            <a:endParaRPr lang="en-US" sz="2400" dirty="0">
              <a:solidFill>
                <a:schemeClr val="bg1"/>
              </a:solidFill>
            </a:endParaRPr>
          </a:p>
        </p:txBody>
      </p:sp>
      <p:sp>
        <p:nvSpPr>
          <p:cNvPr id="513" name="TextBox 24">
            <a:extLst>
              <a:ext uri="{FF2B5EF4-FFF2-40B4-BE49-F238E27FC236}">
                <a16:creationId xmlns:a16="http://schemas.microsoft.com/office/drawing/2014/main" id="{A5A57822-6CC5-0261-C4B5-9527A6E2F49D}"/>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412F942A-D612-BEAA-AE15-3C9932971C77}"/>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FA1CB6FB-0A75-BDA0-3526-484DA9804E4D}"/>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latin typeface="Source Han Sans JP Bold" panose="020B0600070205080204" charset="-128"/>
                  <a:ea typeface="Source Han Sans JP Bold" panose="020B0600070205080204" charset="-128"/>
                  <a:cs typeface="Now"/>
                  <a:sym typeface="Now"/>
                </a:rPr>
                <a:t>今後の計画</a:t>
              </a:r>
              <a:endParaRPr lang="en-US" sz="4800"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C70E3BF4-6FED-537A-ADB7-118A1A541E68}"/>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E4081007-170E-1DC3-BC20-5B9D6744F4F0}"/>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1249957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B380CD6-6546-7D10-A42A-9E7F5014AE6A}"/>
              </a:ext>
            </a:extLst>
          </p:cNvPr>
          <p:cNvSpPr>
            <a:spLocks noGrp="1"/>
          </p:cNvSpPr>
          <p:nvPr>
            <p:ph type="sldNum" sz="quarter" idx="12"/>
          </p:nvPr>
        </p:nvSpPr>
        <p:spPr/>
        <p:txBody>
          <a:bodyPr/>
          <a:lstStyle/>
          <a:p>
            <a:fld id="{B6F15528-21DE-4FAA-801E-634DDDAF4B2B}" type="slidenum">
              <a:rPr lang="en-US" smtClean="0"/>
              <a:pPr/>
              <a:t>19</a:t>
            </a:fld>
            <a:endParaRPr lang="en-US"/>
          </a:p>
        </p:txBody>
      </p:sp>
      <p:grpSp>
        <p:nvGrpSpPr>
          <p:cNvPr id="10" name="グループ化 9">
            <a:extLst>
              <a:ext uri="{FF2B5EF4-FFF2-40B4-BE49-F238E27FC236}">
                <a16:creationId xmlns:a16="http://schemas.microsoft.com/office/drawing/2014/main" id="{9BD478F2-93FB-7553-E103-A6B3839A5A0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D11835D-57AA-BE86-BCDE-68226B60256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B78E05A-DEF5-2D6B-B55B-DB82EC5920C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EEE9B645-6430-60ED-1258-90350A0DD8B6}"/>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D062015-C78C-B7BE-0F9C-81E88D230C46}"/>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0F8FF6D-0F13-7307-815B-B6A9447179C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1D664AF-D53E-642F-86FD-B1A855E2DB9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9CA5124-E45E-0CB1-1810-EE57DA2A98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0A1028B-7828-4E23-A025-A2A2D2431AD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17D89E3-8887-6561-DC46-CE8A5DF780C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489C4AE-4A0B-0D6B-1EBE-B87B0D4321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322874F-AD47-9232-CAC5-BCBEFE78F56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393E3CE-4414-5AEF-237E-CCB155796221}"/>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40D6A49-4FDE-F2E2-098C-1B68ABAF61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D07D97A3-99DD-DF89-C8F5-40F48C6E3FF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9EC6C07-FABB-D71C-DE41-019BC555F7B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19</a:t>
            </a:fld>
            <a:endParaRPr lang="en-US" sz="2400" dirty="0"/>
          </a:p>
        </p:txBody>
      </p:sp>
      <p:graphicFrame>
        <p:nvGraphicFramePr>
          <p:cNvPr id="3" name="表 2">
            <a:extLst>
              <a:ext uri="{FF2B5EF4-FFF2-40B4-BE49-F238E27FC236}">
                <a16:creationId xmlns:a16="http://schemas.microsoft.com/office/drawing/2014/main" id="{0BAFD11F-3F10-483E-AB62-E981D12E431D}"/>
              </a:ext>
            </a:extLst>
          </p:cNvPr>
          <p:cNvGraphicFramePr>
            <a:graphicFrameLocks noGrp="1"/>
          </p:cNvGraphicFramePr>
          <p:nvPr/>
        </p:nvGraphicFramePr>
        <p:xfrm>
          <a:off x="1092167" y="1301729"/>
          <a:ext cx="16623854" cy="8874964"/>
        </p:xfrm>
        <a:graphic>
          <a:graphicData uri="http://schemas.openxmlformats.org/drawingml/2006/table">
            <a:tbl>
              <a:tblPr firstRow="1" bandRow="1">
                <a:tableStyleId>{5940675A-B579-460E-94D1-54222C63F5DA}</a:tableStyleId>
              </a:tblPr>
              <a:tblGrid>
                <a:gridCol w="1992643">
                  <a:extLst>
                    <a:ext uri="{9D8B030D-6E8A-4147-A177-3AD203B41FA5}">
                      <a16:colId xmlns:a16="http://schemas.microsoft.com/office/drawing/2014/main" val="3953687446"/>
                    </a:ext>
                  </a:extLst>
                </a:gridCol>
                <a:gridCol w="1992643">
                  <a:extLst>
                    <a:ext uri="{9D8B030D-6E8A-4147-A177-3AD203B41FA5}">
                      <a16:colId xmlns:a16="http://schemas.microsoft.com/office/drawing/2014/main" val="3910396634"/>
                    </a:ext>
                  </a:extLst>
                </a:gridCol>
                <a:gridCol w="1053214">
                  <a:extLst>
                    <a:ext uri="{9D8B030D-6E8A-4147-A177-3AD203B41FA5}">
                      <a16:colId xmlns:a16="http://schemas.microsoft.com/office/drawing/2014/main" val="1960058633"/>
                    </a:ext>
                  </a:extLst>
                </a:gridCol>
                <a:gridCol w="1053214">
                  <a:extLst>
                    <a:ext uri="{9D8B030D-6E8A-4147-A177-3AD203B41FA5}">
                      <a16:colId xmlns:a16="http://schemas.microsoft.com/office/drawing/2014/main" val="3720012584"/>
                    </a:ext>
                  </a:extLst>
                </a:gridCol>
                <a:gridCol w="1053214">
                  <a:extLst>
                    <a:ext uri="{9D8B030D-6E8A-4147-A177-3AD203B41FA5}">
                      <a16:colId xmlns:a16="http://schemas.microsoft.com/office/drawing/2014/main" val="2249843332"/>
                    </a:ext>
                  </a:extLst>
                </a:gridCol>
                <a:gridCol w="1053214">
                  <a:extLst>
                    <a:ext uri="{9D8B030D-6E8A-4147-A177-3AD203B41FA5}">
                      <a16:colId xmlns:a16="http://schemas.microsoft.com/office/drawing/2014/main" val="980012164"/>
                    </a:ext>
                  </a:extLst>
                </a:gridCol>
                <a:gridCol w="1053214">
                  <a:extLst>
                    <a:ext uri="{9D8B030D-6E8A-4147-A177-3AD203B41FA5}">
                      <a16:colId xmlns:a16="http://schemas.microsoft.com/office/drawing/2014/main" val="149286319"/>
                    </a:ext>
                  </a:extLst>
                </a:gridCol>
                <a:gridCol w="1053214">
                  <a:extLst>
                    <a:ext uri="{9D8B030D-6E8A-4147-A177-3AD203B41FA5}">
                      <a16:colId xmlns:a16="http://schemas.microsoft.com/office/drawing/2014/main" val="510820189"/>
                    </a:ext>
                  </a:extLst>
                </a:gridCol>
                <a:gridCol w="1053214">
                  <a:extLst>
                    <a:ext uri="{9D8B030D-6E8A-4147-A177-3AD203B41FA5}">
                      <a16:colId xmlns:a16="http://schemas.microsoft.com/office/drawing/2014/main" val="3091068966"/>
                    </a:ext>
                  </a:extLst>
                </a:gridCol>
                <a:gridCol w="1053214">
                  <a:extLst>
                    <a:ext uri="{9D8B030D-6E8A-4147-A177-3AD203B41FA5}">
                      <a16:colId xmlns:a16="http://schemas.microsoft.com/office/drawing/2014/main" val="611219766"/>
                    </a:ext>
                  </a:extLst>
                </a:gridCol>
                <a:gridCol w="1053214">
                  <a:extLst>
                    <a:ext uri="{9D8B030D-6E8A-4147-A177-3AD203B41FA5}">
                      <a16:colId xmlns:a16="http://schemas.microsoft.com/office/drawing/2014/main" val="3911321481"/>
                    </a:ext>
                  </a:extLst>
                </a:gridCol>
                <a:gridCol w="1053214">
                  <a:extLst>
                    <a:ext uri="{9D8B030D-6E8A-4147-A177-3AD203B41FA5}">
                      <a16:colId xmlns:a16="http://schemas.microsoft.com/office/drawing/2014/main" val="2429867615"/>
                    </a:ext>
                  </a:extLst>
                </a:gridCol>
                <a:gridCol w="1053214">
                  <a:extLst>
                    <a:ext uri="{9D8B030D-6E8A-4147-A177-3AD203B41FA5}">
                      <a16:colId xmlns:a16="http://schemas.microsoft.com/office/drawing/2014/main" val="1838375867"/>
                    </a:ext>
                  </a:extLst>
                </a:gridCol>
                <a:gridCol w="1053214">
                  <a:extLst>
                    <a:ext uri="{9D8B030D-6E8A-4147-A177-3AD203B41FA5}">
                      <a16:colId xmlns:a16="http://schemas.microsoft.com/office/drawing/2014/main" val="2465989910"/>
                    </a:ext>
                  </a:extLst>
                </a:gridCol>
              </a:tblGrid>
              <a:tr h="453609">
                <a:tc>
                  <a:txBody>
                    <a:bodyPr/>
                    <a:lstStyle/>
                    <a:p>
                      <a:pPr algn="ctr"/>
                      <a:r>
                        <a:rPr kumimoji="1" lang="ja-JP" altLang="en-US" sz="2400" b="1" dirty="0">
                          <a:solidFill>
                            <a:schemeClr val="bg1"/>
                          </a:solidFill>
                          <a:latin typeface="Source Han Sans JP Medium" panose="020B0600070205080204" charset="-128"/>
                          <a:ea typeface="Source Han Sans JP Medium" panose="020B0600070205080204" charset="-128"/>
                        </a:rPr>
                        <a:t>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endParaRPr kumimoji="1" lang="ja-JP" altLang="en-US" sz="24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4</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5</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6</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7</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8</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9</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10</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11</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12</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2</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3</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extLst>
                  <a:ext uri="{0D108BD9-81ED-4DB2-BD59-A6C34878D82A}">
                    <a16:rowId xmlns:a16="http://schemas.microsoft.com/office/drawing/2014/main" val="1820924179"/>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特徴量抽出手法の比較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CWT, SWT</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3966436297"/>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MFCC</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396036847"/>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Wigner-Ville</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918216785"/>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Highpass</a:t>
                      </a:r>
                      <a:r>
                        <a:rPr kumimoji="1" lang="en-US" altLang="ja-JP" sz="1800" b="1" dirty="0">
                          <a:solidFill>
                            <a:schemeClr val="bg1"/>
                          </a:solidFill>
                          <a:latin typeface="Source Han Sans JP Medium" panose="020B0600070205080204" charset="-128"/>
                          <a:ea typeface="Source Han Sans JP Medium" panose="020B0600070205080204" charset="-128"/>
                        </a:rPr>
                        <a:t>, noise</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723285143"/>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アンサンブル，</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モデル数選定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78880657"/>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Efficientnet</a:t>
                      </a:r>
                      <a:r>
                        <a:rPr kumimoji="1" lang="ja-JP" altLang="en-US" sz="1800" b="1" dirty="0">
                          <a:solidFill>
                            <a:schemeClr val="bg1"/>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3780702121"/>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Densenet</a:t>
                      </a:r>
                      <a:r>
                        <a:rPr kumimoji="1" lang="ja-JP" altLang="en-US" sz="1800" b="1" dirty="0">
                          <a:solidFill>
                            <a:schemeClr val="bg1"/>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798582891"/>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Transformer</a:t>
                      </a:r>
                      <a:r>
                        <a:rPr kumimoji="1" lang="ja-JP" altLang="en-US" sz="1800" b="1" dirty="0">
                          <a:solidFill>
                            <a:schemeClr val="bg1"/>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13907726"/>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最適特徴量選定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600267393"/>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入れるか否か</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20716945"/>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モデル・特徴量組み合わせ選定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715458810"/>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音響データを直接入力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単体</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4075024575"/>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Wavenet+stft</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008402097"/>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メルフィルタで検証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753315728"/>
                  </a:ext>
                </a:extLst>
              </a:tr>
            </a:tbl>
          </a:graphicData>
        </a:graphic>
      </p:graphicFrame>
      <p:sp>
        <p:nvSpPr>
          <p:cNvPr id="4" name="矢印: 五方向 3">
            <a:extLst>
              <a:ext uri="{FF2B5EF4-FFF2-40B4-BE49-F238E27FC236}">
                <a16:creationId xmlns:a16="http://schemas.microsoft.com/office/drawing/2014/main" id="{CED69314-6E5C-D99F-C791-7A0B1D5015E9}"/>
              </a:ext>
            </a:extLst>
          </p:cNvPr>
          <p:cNvSpPr/>
          <p:nvPr/>
        </p:nvSpPr>
        <p:spPr>
          <a:xfrm>
            <a:off x="6612568" y="8337392"/>
            <a:ext cx="134791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 name="TextBox 24">
            <a:extLst>
              <a:ext uri="{FF2B5EF4-FFF2-40B4-BE49-F238E27FC236}">
                <a16:creationId xmlns:a16="http://schemas.microsoft.com/office/drawing/2014/main" id="{F4C6E962-1682-6D74-EA96-1F07AA9F698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今後の計画</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6" name="矢印: 五方向 45">
            <a:extLst>
              <a:ext uri="{FF2B5EF4-FFF2-40B4-BE49-F238E27FC236}">
                <a16:creationId xmlns:a16="http://schemas.microsoft.com/office/drawing/2014/main" id="{951803F5-EC90-EC35-59D3-589C48EB2B8E}"/>
              </a:ext>
            </a:extLst>
          </p:cNvPr>
          <p:cNvSpPr/>
          <p:nvPr/>
        </p:nvSpPr>
        <p:spPr>
          <a:xfrm>
            <a:off x="11963909" y="7670111"/>
            <a:ext cx="2624993"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ja-JP" altLang="en-US" sz="2400" b="1" dirty="0">
                <a:solidFill>
                  <a:schemeClr val="tx2">
                    <a:lumMod val="50000"/>
                  </a:schemeClr>
                </a:solidFill>
                <a:latin typeface="Source Han Sans JP Medium" panose="020B0600070205080204" charset="-128"/>
                <a:ea typeface="Source Han Sans JP Medium" panose="020B0600070205080204" charset="-128"/>
              </a:rPr>
              <a:t>最終的な結果</a:t>
            </a:r>
          </a:p>
        </p:txBody>
      </p:sp>
      <p:sp>
        <p:nvSpPr>
          <p:cNvPr id="47" name="矢印: 五方向 46">
            <a:extLst>
              <a:ext uri="{FF2B5EF4-FFF2-40B4-BE49-F238E27FC236}">
                <a16:creationId xmlns:a16="http://schemas.microsoft.com/office/drawing/2014/main" id="{7607518D-507C-07C4-578C-30FC47FCAD07}"/>
              </a:ext>
            </a:extLst>
          </p:cNvPr>
          <p:cNvSpPr/>
          <p:nvPr/>
        </p:nvSpPr>
        <p:spPr>
          <a:xfrm>
            <a:off x="9021213" y="5165089"/>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48" name="矢印: 五方向 47">
            <a:extLst>
              <a:ext uri="{FF2B5EF4-FFF2-40B4-BE49-F238E27FC236}">
                <a16:creationId xmlns:a16="http://schemas.microsoft.com/office/drawing/2014/main" id="{5925079C-A3D2-1314-A80B-F9DB857AE7A4}"/>
              </a:ext>
            </a:extLst>
          </p:cNvPr>
          <p:cNvSpPr/>
          <p:nvPr/>
        </p:nvSpPr>
        <p:spPr>
          <a:xfrm>
            <a:off x="6606706" y="7040841"/>
            <a:ext cx="2170742"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49" name="矢印: 五方向 48">
            <a:extLst>
              <a:ext uri="{FF2B5EF4-FFF2-40B4-BE49-F238E27FC236}">
                <a16:creationId xmlns:a16="http://schemas.microsoft.com/office/drawing/2014/main" id="{0B034D57-E1BA-C570-920A-B3CF0276F4EE}"/>
              </a:ext>
            </a:extLst>
          </p:cNvPr>
          <p:cNvSpPr/>
          <p:nvPr/>
        </p:nvSpPr>
        <p:spPr>
          <a:xfrm>
            <a:off x="5685222" y="6399854"/>
            <a:ext cx="959820"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0" name="矢印: 五方向 49">
            <a:extLst>
              <a:ext uri="{FF2B5EF4-FFF2-40B4-BE49-F238E27FC236}">
                <a16:creationId xmlns:a16="http://schemas.microsoft.com/office/drawing/2014/main" id="{FF232047-0DD0-325E-C43E-C53931E002D2}"/>
              </a:ext>
            </a:extLst>
          </p:cNvPr>
          <p:cNvSpPr/>
          <p:nvPr/>
        </p:nvSpPr>
        <p:spPr>
          <a:xfrm>
            <a:off x="7960483" y="8978379"/>
            <a:ext cx="81696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1" name="矢印: 五方向 50">
            <a:extLst>
              <a:ext uri="{FF2B5EF4-FFF2-40B4-BE49-F238E27FC236}">
                <a16:creationId xmlns:a16="http://schemas.microsoft.com/office/drawing/2014/main" id="{D5A8678C-3663-692F-D544-6DBF90417BEE}"/>
              </a:ext>
            </a:extLst>
          </p:cNvPr>
          <p:cNvSpPr/>
          <p:nvPr/>
        </p:nvSpPr>
        <p:spPr>
          <a:xfrm>
            <a:off x="5760223" y="2484205"/>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2" name="矢印: 五方向 51">
            <a:extLst>
              <a:ext uri="{FF2B5EF4-FFF2-40B4-BE49-F238E27FC236}">
                <a16:creationId xmlns:a16="http://schemas.microsoft.com/office/drawing/2014/main" id="{8E440685-BCCB-F718-68EF-9FA7ED6991B2}"/>
              </a:ext>
            </a:extLst>
          </p:cNvPr>
          <p:cNvSpPr/>
          <p:nvPr/>
        </p:nvSpPr>
        <p:spPr>
          <a:xfrm>
            <a:off x="5671307" y="1965796"/>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3" name="矢印: 五方向 52">
            <a:extLst>
              <a:ext uri="{FF2B5EF4-FFF2-40B4-BE49-F238E27FC236}">
                <a16:creationId xmlns:a16="http://schemas.microsoft.com/office/drawing/2014/main" id="{441C1260-52CE-C0CD-A020-116428F9F0A8}"/>
              </a:ext>
            </a:extLst>
          </p:cNvPr>
          <p:cNvSpPr/>
          <p:nvPr/>
        </p:nvSpPr>
        <p:spPr>
          <a:xfrm>
            <a:off x="5948505" y="2934663"/>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6" name="矢印: 五方向 55">
            <a:extLst>
              <a:ext uri="{FF2B5EF4-FFF2-40B4-BE49-F238E27FC236}">
                <a16:creationId xmlns:a16="http://schemas.microsoft.com/office/drawing/2014/main" id="{CF8BAFD6-8353-7912-B7D0-981F037DEC6F}"/>
              </a:ext>
            </a:extLst>
          </p:cNvPr>
          <p:cNvSpPr/>
          <p:nvPr/>
        </p:nvSpPr>
        <p:spPr>
          <a:xfrm>
            <a:off x="6070869" y="3437342"/>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7" name="矢印: 五方向 56">
            <a:extLst>
              <a:ext uri="{FF2B5EF4-FFF2-40B4-BE49-F238E27FC236}">
                <a16:creationId xmlns:a16="http://schemas.microsoft.com/office/drawing/2014/main" id="{A50ABF9A-B8DC-B70A-A095-F2E1C1E3B357}"/>
              </a:ext>
            </a:extLst>
          </p:cNvPr>
          <p:cNvSpPr/>
          <p:nvPr/>
        </p:nvSpPr>
        <p:spPr>
          <a:xfrm>
            <a:off x="7960483" y="9606531"/>
            <a:ext cx="81696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62" name="矢印: 五方向 61">
            <a:extLst>
              <a:ext uri="{FF2B5EF4-FFF2-40B4-BE49-F238E27FC236}">
                <a16:creationId xmlns:a16="http://schemas.microsoft.com/office/drawing/2014/main" id="{337B0EAC-3E72-754C-43C1-B6FE50699758}"/>
              </a:ext>
            </a:extLst>
          </p:cNvPr>
          <p:cNvSpPr/>
          <p:nvPr/>
        </p:nvSpPr>
        <p:spPr>
          <a:xfrm>
            <a:off x="10337337" y="3908181"/>
            <a:ext cx="1626573"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ja-JP" altLang="en-US" b="1" dirty="0">
                <a:solidFill>
                  <a:schemeClr val="tx2">
                    <a:lumMod val="50000"/>
                  </a:schemeClr>
                </a:solidFill>
                <a:latin typeface="Source Han Sans JP Medium" panose="020B0600070205080204" charset="-128"/>
                <a:ea typeface="Source Han Sans JP Medium" panose="020B0600070205080204" charset="-128"/>
              </a:rPr>
              <a:t>特徴量固定</a:t>
            </a:r>
          </a:p>
        </p:txBody>
      </p:sp>
      <p:sp>
        <p:nvSpPr>
          <p:cNvPr id="64" name="矢印: 五方向 63">
            <a:extLst>
              <a:ext uri="{FF2B5EF4-FFF2-40B4-BE49-F238E27FC236}">
                <a16:creationId xmlns:a16="http://schemas.microsoft.com/office/drawing/2014/main" id="{7FD6CC0C-B025-53C1-1D20-33E9AB37F20A}"/>
              </a:ext>
            </a:extLst>
          </p:cNvPr>
          <p:cNvSpPr/>
          <p:nvPr/>
        </p:nvSpPr>
        <p:spPr>
          <a:xfrm>
            <a:off x="9230490" y="5793241"/>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74" name="矢印: 五方向 73">
            <a:extLst>
              <a:ext uri="{FF2B5EF4-FFF2-40B4-BE49-F238E27FC236}">
                <a16:creationId xmlns:a16="http://schemas.microsoft.com/office/drawing/2014/main" id="{1602FFF9-E65F-6166-78B1-07B686D26BA6}"/>
              </a:ext>
            </a:extLst>
          </p:cNvPr>
          <p:cNvSpPr/>
          <p:nvPr/>
        </p:nvSpPr>
        <p:spPr>
          <a:xfrm>
            <a:off x="8777448" y="4486208"/>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953242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AA4CD-BF73-9B5A-8775-35A36448CD80}"/>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F3F926C-D251-DCAC-A347-F413505342A0}"/>
              </a:ext>
            </a:extLst>
          </p:cNvPr>
          <p:cNvSpPr>
            <a:spLocks noGrp="1"/>
          </p:cNvSpPr>
          <p:nvPr>
            <p:ph type="sldNum" sz="quarter" idx="12"/>
          </p:nvPr>
        </p:nvSpPr>
        <p:spPr/>
        <p:txBody>
          <a:bodyPr/>
          <a:lstStyle/>
          <a:p>
            <a:fld id="{B6F15528-21DE-4FAA-801E-634DDDAF4B2B}" type="slidenum">
              <a:rPr lang="en-US" smtClean="0"/>
              <a:pPr/>
              <a:t>20</a:t>
            </a:fld>
            <a:endParaRPr lang="en-US"/>
          </a:p>
        </p:txBody>
      </p:sp>
      <p:grpSp>
        <p:nvGrpSpPr>
          <p:cNvPr id="10" name="グループ化 9">
            <a:extLst>
              <a:ext uri="{FF2B5EF4-FFF2-40B4-BE49-F238E27FC236}">
                <a16:creationId xmlns:a16="http://schemas.microsoft.com/office/drawing/2014/main" id="{94AAA994-4A26-E60F-B30B-03AE4F5A30D0}"/>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61E8E747-39E0-7E6E-8243-8EABEC28D140}"/>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5AF22C82-3B96-2B20-4CBF-EA44664EC9D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484F383-4BE3-2D1F-6912-35F3AF1218B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8D85A6C-CA61-C2DD-68FB-B0B4692CBBE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C32DC052-4A9C-DCDB-061D-FFC29E4ADE5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BE285AA1-90F6-3EA1-69F3-AF11000A997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D29AF258-2D6F-69D6-D96F-04AADFFCC65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C998C20-EBAE-2DC4-57A3-329AB65D781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FC32C29-33DB-1832-2393-06427A60B27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9B530E64-B19C-1B96-0B01-2385AC63C74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46A8F35F-752C-AC46-D9AA-A71DFA6D476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95D61616-8D3A-F9E4-21D1-D0D76D070B81}"/>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5018A86-2C42-BDAE-9AB9-04429405F16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00BF90C-2C66-9DF7-7DDB-56A2A4B38B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A193772B-9F8E-1E5B-85C2-39D1ADDF19E9}"/>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20</a:t>
            </a:fld>
            <a:endParaRPr lang="en-US" sz="2400" dirty="0"/>
          </a:p>
        </p:txBody>
      </p:sp>
      <p:graphicFrame>
        <p:nvGraphicFramePr>
          <p:cNvPr id="3" name="表 2">
            <a:extLst>
              <a:ext uri="{FF2B5EF4-FFF2-40B4-BE49-F238E27FC236}">
                <a16:creationId xmlns:a16="http://schemas.microsoft.com/office/drawing/2014/main" id="{2E875C5C-6F30-DBAF-3338-495DD81EC15A}"/>
              </a:ext>
            </a:extLst>
          </p:cNvPr>
          <p:cNvGraphicFramePr>
            <a:graphicFrameLocks noGrp="1"/>
          </p:cNvGraphicFramePr>
          <p:nvPr>
            <p:extLst>
              <p:ext uri="{D42A27DB-BD31-4B8C-83A1-F6EECF244321}">
                <p14:modId xmlns:p14="http://schemas.microsoft.com/office/powerpoint/2010/main" val="1066290634"/>
              </p:ext>
            </p:extLst>
          </p:nvPr>
        </p:nvGraphicFramePr>
        <p:xfrm>
          <a:off x="1092167" y="1301729"/>
          <a:ext cx="16623854" cy="8874964"/>
        </p:xfrm>
        <a:graphic>
          <a:graphicData uri="http://schemas.openxmlformats.org/drawingml/2006/table">
            <a:tbl>
              <a:tblPr firstRow="1" bandRow="1">
                <a:tableStyleId>{5940675A-B579-460E-94D1-54222C63F5DA}</a:tableStyleId>
              </a:tblPr>
              <a:tblGrid>
                <a:gridCol w="1992643">
                  <a:extLst>
                    <a:ext uri="{9D8B030D-6E8A-4147-A177-3AD203B41FA5}">
                      <a16:colId xmlns:a16="http://schemas.microsoft.com/office/drawing/2014/main" val="3953687446"/>
                    </a:ext>
                  </a:extLst>
                </a:gridCol>
                <a:gridCol w="1992643">
                  <a:extLst>
                    <a:ext uri="{9D8B030D-6E8A-4147-A177-3AD203B41FA5}">
                      <a16:colId xmlns:a16="http://schemas.microsoft.com/office/drawing/2014/main" val="3910396634"/>
                    </a:ext>
                  </a:extLst>
                </a:gridCol>
                <a:gridCol w="1053214">
                  <a:extLst>
                    <a:ext uri="{9D8B030D-6E8A-4147-A177-3AD203B41FA5}">
                      <a16:colId xmlns:a16="http://schemas.microsoft.com/office/drawing/2014/main" val="1960058633"/>
                    </a:ext>
                  </a:extLst>
                </a:gridCol>
                <a:gridCol w="1053214">
                  <a:extLst>
                    <a:ext uri="{9D8B030D-6E8A-4147-A177-3AD203B41FA5}">
                      <a16:colId xmlns:a16="http://schemas.microsoft.com/office/drawing/2014/main" val="3720012584"/>
                    </a:ext>
                  </a:extLst>
                </a:gridCol>
                <a:gridCol w="1053214">
                  <a:extLst>
                    <a:ext uri="{9D8B030D-6E8A-4147-A177-3AD203B41FA5}">
                      <a16:colId xmlns:a16="http://schemas.microsoft.com/office/drawing/2014/main" val="2249843332"/>
                    </a:ext>
                  </a:extLst>
                </a:gridCol>
                <a:gridCol w="1053214">
                  <a:extLst>
                    <a:ext uri="{9D8B030D-6E8A-4147-A177-3AD203B41FA5}">
                      <a16:colId xmlns:a16="http://schemas.microsoft.com/office/drawing/2014/main" val="980012164"/>
                    </a:ext>
                  </a:extLst>
                </a:gridCol>
                <a:gridCol w="1053214">
                  <a:extLst>
                    <a:ext uri="{9D8B030D-6E8A-4147-A177-3AD203B41FA5}">
                      <a16:colId xmlns:a16="http://schemas.microsoft.com/office/drawing/2014/main" val="149286319"/>
                    </a:ext>
                  </a:extLst>
                </a:gridCol>
                <a:gridCol w="1053214">
                  <a:extLst>
                    <a:ext uri="{9D8B030D-6E8A-4147-A177-3AD203B41FA5}">
                      <a16:colId xmlns:a16="http://schemas.microsoft.com/office/drawing/2014/main" val="510820189"/>
                    </a:ext>
                  </a:extLst>
                </a:gridCol>
                <a:gridCol w="1053214">
                  <a:extLst>
                    <a:ext uri="{9D8B030D-6E8A-4147-A177-3AD203B41FA5}">
                      <a16:colId xmlns:a16="http://schemas.microsoft.com/office/drawing/2014/main" val="3091068966"/>
                    </a:ext>
                  </a:extLst>
                </a:gridCol>
                <a:gridCol w="1053214">
                  <a:extLst>
                    <a:ext uri="{9D8B030D-6E8A-4147-A177-3AD203B41FA5}">
                      <a16:colId xmlns:a16="http://schemas.microsoft.com/office/drawing/2014/main" val="611219766"/>
                    </a:ext>
                  </a:extLst>
                </a:gridCol>
                <a:gridCol w="1053214">
                  <a:extLst>
                    <a:ext uri="{9D8B030D-6E8A-4147-A177-3AD203B41FA5}">
                      <a16:colId xmlns:a16="http://schemas.microsoft.com/office/drawing/2014/main" val="3911321481"/>
                    </a:ext>
                  </a:extLst>
                </a:gridCol>
                <a:gridCol w="1053214">
                  <a:extLst>
                    <a:ext uri="{9D8B030D-6E8A-4147-A177-3AD203B41FA5}">
                      <a16:colId xmlns:a16="http://schemas.microsoft.com/office/drawing/2014/main" val="2429867615"/>
                    </a:ext>
                  </a:extLst>
                </a:gridCol>
                <a:gridCol w="1053214">
                  <a:extLst>
                    <a:ext uri="{9D8B030D-6E8A-4147-A177-3AD203B41FA5}">
                      <a16:colId xmlns:a16="http://schemas.microsoft.com/office/drawing/2014/main" val="1838375867"/>
                    </a:ext>
                  </a:extLst>
                </a:gridCol>
                <a:gridCol w="1053214">
                  <a:extLst>
                    <a:ext uri="{9D8B030D-6E8A-4147-A177-3AD203B41FA5}">
                      <a16:colId xmlns:a16="http://schemas.microsoft.com/office/drawing/2014/main" val="2465989910"/>
                    </a:ext>
                  </a:extLst>
                </a:gridCol>
              </a:tblGrid>
              <a:tr h="453609">
                <a:tc>
                  <a:txBody>
                    <a:bodyPr/>
                    <a:lstStyle/>
                    <a:p>
                      <a:pPr algn="ctr"/>
                      <a:r>
                        <a:rPr kumimoji="1" lang="ja-JP" altLang="en-US" sz="2400" b="1" dirty="0">
                          <a:solidFill>
                            <a:schemeClr val="bg1"/>
                          </a:solidFill>
                          <a:latin typeface="Source Han Sans JP Medium" panose="020B0600070205080204" charset="-128"/>
                          <a:ea typeface="Source Han Sans JP Medium" panose="020B0600070205080204" charset="-128"/>
                        </a:rPr>
                        <a:t>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endParaRPr kumimoji="1" lang="ja-JP" altLang="en-US" sz="24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4</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5</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6</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7</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8</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9</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10</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11</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12</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2</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3</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extLst>
                  <a:ext uri="{0D108BD9-81ED-4DB2-BD59-A6C34878D82A}">
                    <a16:rowId xmlns:a16="http://schemas.microsoft.com/office/drawing/2014/main" val="1820924179"/>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特徴量抽出手法の比較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CWT, SWT</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3966436297"/>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MFCC</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396036847"/>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Wigner-Ville</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918216785"/>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rgbClr val="5276F8"/>
                          </a:solidFill>
                          <a:latin typeface="Source Han Sans JP Medium" panose="020B0600070205080204" charset="-128"/>
                          <a:ea typeface="Source Han Sans JP Medium" panose="020B0600070205080204" charset="-128"/>
                        </a:rPr>
                        <a:t>Highpass</a:t>
                      </a:r>
                      <a:r>
                        <a:rPr kumimoji="1" lang="en-US" altLang="ja-JP" sz="1800" b="1" dirty="0">
                          <a:solidFill>
                            <a:srgbClr val="5276F8"/>
                          </a:solidFill>
                          <a:latin typeface="Source Han Sans JP Medium" panose="020B0600070205080204" charset="-128"/>
                          <a:ea typeface="Source Han Sans JP Medium" panose="020B0600070205080204" charset="-128"/>
                        </a:rPr>
                        <a:t>, noise</a:t>
                      </a:r>
                      <a:endParaRPr kumimoji="1" lang="ja-JP" altLang="en-US" sz="1800" b="1" dirty="0">
                        <a:solidFill>
                          <a:srgbClr val="5276F8"/>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723285143"/>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アンサンブル，</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モデル数選定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78880657"/>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rgbClr val="5276F8"/>
                          </a:solidFill>
                          <a:latin typeface="Source Han Sans JP Medium" panose="020B0600070205080204" charset="-128"/>
                          <a:ea typeface="Source Han Sans JP Medium" panose="020B0600070205080204" charset="-128"/>
                        </a:rPr>
                        <a:t>Efficientnet</a:t>
                      </a:r>
                      <a:r>
                        <a:rPr kumimoji="1" lang="ja-JP" altLang="en-US" sz="1800" b="1" dirty="0">
                          <a:solidFill>
                            <a:srgbClr val="5276F8"/>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3780702121"/>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Densenet</a:t>
                      </a:r>
                      <a:r>
                        <a:rPr kumimoji="1" lang="ja-JP" altLang="en-US" sz="1800" b="1" dirty="0">
                          <a:solidFill>
                            <a:schemeClr val="bg1"/>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798582891"/>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rgbClr val="5276F8"/>
                          </a:solidFill>
                          <a:latin typeface="Source Han Sans JP Medium" panose="020B0600070205080204" charset="-128"/>
                          <a:ea typeface="Source Han Sans JP Medium" panose="020B0600070205080204" charset="-128"/>
                        </a:rPr>
                        <a:t>Transformer</a:t>
                      </a:r>
                      <a:r>
                        <a:rPr kumimoji="1" lang="ja-JP" altLang="en-US" sz="1800" b="1" dirty="0">
                          <a:solidFill>
                            <a:srgbClr val="5276F8"/>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13907726"/>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最適特徴量選定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600267393"/>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入れるか否か</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20716945"/>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モデル・特徴量組み合わせ選定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715458810"/>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音響データを直接入力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単体</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4075024575"/>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Wavenet+stft</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008402097"/>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メルフィルタで検証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753315728"/>
                  </a:ext>
                </a:extLst>
              </a:tr>
            </a:tbl>
          </a:graphicData>
        </a:graphic>
      </p:graphicFrame>
      <p:sp>
        <p:nvSpPr>
          <p:cNvPr id="4" name="矢印: 五方向 3">
            <a:extLst>
              <a:ext uri="{FF2B5EF4-FFF2-40B4-BE49-F238E27FC236}">
                <a16:creationId xmlns:a16="http://schemas.microsoft.com/office/drawing/2014/main" id="{7EDA2F6F-CC3C-0491-BFE0-C2EA21D23FD4}"/>
              </a:ext>
            </a:extLst>
          </p:cNvPr>
          <p:cNvSpPr/>
          <p:nvPr/>
        </p:nvSpPr>
        <p:spPr>
          <a:xfrm>
            <a:off x="6612568" y="8337392"/>
            <a:ext cx="134791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 name="TextBox 24">
            <a:extLst>
              <a:ext uri="{FF2B5EF4-FFF2-40B4-BE49-F238E27FC236}">
                <a16:creationId xmlns:a16="http://schemas.microsoft.com/office/drawing/2014/main" id="{C397E999-382C-89FB-BCDA-46B4273C9733}"/>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今後の計画</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6" name="矢印: 五方向 45">
            <a:extLst>
              <a:ext uri="{FF2B5EF4-FFF2-40B4-BE49-F238E27FC236}">
                <a16:creationId xmlns:a16="http://schemas.microsoft.com/office/drawing/2014/main" id="{EDB134B4-3473-9AE7-551F-634978C90B09}"/>
              </a:ext>
            </a:extLst>
          </p:cNvPr>
          <p:cNvSpPr/>
          <p:nvPr/>
        </p:nvSpPr>
        <p:spPr>
          <a:xfrm>
            <a:off x="11963909" y="7670111"/>
            <a:ext cx="2624993"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ja-JP" altLang="en-US" sz="2400" b="1" dirty="0">
                <a:solidFill>
                  <a:schemeClr val="tx2">
                    <a:lumMod val="50000"/>
                  </a:schemeClr>
                </a:solidFill>
                <a:latin typeface="Source Han Sans JP Medium" panose="020B0600070205080204" charset="-128"/>
                <a:ea typeface="Source Han Sans JP Medium" panose="020B0600070205080204" charset="-128"/>
              </a:rPr>
              <a:t>最終的な結果</a:t>
            </a:r>
          </a:p>
        </p:txBody>
      </p:sp>
      <p:sp>
        <p:nvSpPr>
          <p:cNvPr id="47" name="矢印: 五方向 46">
            <a:extLst>
              <a:ext uri="{FF2B5EF4-FFF2-40B4-BE49-F238E27FC236}">
                <a16:creationId xmlns:a16="http://schemas.microsoft.com/office/drawing/2014/main" id="{90C1BDA5-3D1A-39B7-779F-C3F988D45FC7}"/>
              </a:ext>
            </a:extLst>
          </p:cNvPr>
          <p:cNvSpPr/>
          <p:nvPr/>
        </p:nvSpPr>
        <p:spPr>
          <a:xfrm>
            <a:off x="9021213" y="5165089"/>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48" name="矢印: 五方向 47">
            <a:extLst>
              <a:ext uri="{FF2B5EF4-FFF2-40B4-BE49-F238E27FC236}">
                <a16:creationId xmlns:a16="http://schemas.microsoft.com/office/drawing/2014/main" id="{13241895-D522-D870-2F31-09C6A8A57A74}"/>
              </a:ext>
            </a:extLst>
          </p:cNvPr>
          <p:cNvSpPr/>
          <p:nvPr/>
        </p:nvSpPr>
        <p:spPr>
          <a:xfrm>
            <a:off x="6606706" y="7040841"/>
            <a:ext cx="2170742"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49" name="矢印: 五方向 48">
            <a:extLst>
              <a:ext uri="{FF2B5EF4-FFF2-40B4-BE49-F238E27FC236}">
                <a16:creationId xmlns:a16="http://schemas.microsoft.com/office/drawing/2014/main" id="{EE9EBE1E-5768-EDE9-7EE4-EE8C6AAAD8D6}"/>
              </a:ext>
            </a:extLst>
          </p:cNvPr>
          <p:cNvSpPr/>
          <p:nvPr/>
        </p:nvSpPr>
        <p:spPr>
          <a:xfrm>
            <a:off x="5685222" y="6399854"/>
            <a:ext cx="959820"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0" name="矢印: 五方向 49">
            <a:extLst>
              <a:ext uri="{FF2B5EF4-FFF2-40B4-BE49-F238E27FC236}">
                <a16:creationId xmlns:a16="http://schemas.microsoft.com/office/drawing/2014/main" id="{05C2E007-7ABD-3660-9017-4BD54453F384}"/>
              </a:ext>
            </a:extLst>
          </p:cNvPr>
          <p:cNvSpPr/>
          <p:nvPr/>
        </p:nvSpPr>
        <p:spPr>
          <a:xfrm>
            <a:off x="7960483" y="8978379"/>
            <a:ext cx="81696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1" name="矢印: 五方向 50">
            <a:extLst>
              <a:ext uri="{FF2B5EF4-FFF2-40B4-BE49-F238E27FC236}">
                <a16:creationId xmlns:a16="http://schemas.microsoft.com/office/drawing/2014/main" id="{66397449-EB16-E178-FE8C-653753CE7D08}"/>
              </a:ext>
            </a:extLst>
          </p:cNvPr>
          <p:cNvSpPr/>
          <p:nvPr/>
        </p:nvSpPr>
        <p:spPr>
          <a:xfrm>
            <a:off x="5760223" y="2484205"/>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2" name="矢印: 五方向 51">
            <a:extLst>
              <a:ext uri="{FF2B5EF4-FFF2-40B4-BE49-F238E27FC236}">
                <a16:creationId xmlns:a16="http://schemas.microsoft.com/office/drawing/2014/main" id="{60C4FF2A-4824-3C2B-449E-B59C86F3F80E}"/>
              </a:ext>
            </a:extLst>
          </p:cNvPr>
          <p:cNvSpPr/>
          <p:nvPr/>
        </p:nvSpPr>
        <p:spPr>
          <a:xfrm>
            <a:off x="5671307" y="1965796"/>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3" name="矢印: 五方向 52">
            <a:extLst>
              <a:ext uri="{FF2B5EF4-FFF2-40B4-BE49-F238E27FC236}">
                <a16:creationId xmlns:a16="http://schemas.microsoft.com/office/drawing/2014/main" id="{B350C90B-3EBF-A994-6E3F-7E80C39A5F27}"/>
              </a:ext>
            </a:extLst>
          </p:cNvPr>
          <p:cNvSpPr/>
          <p:nvPr/>
        </p:nvSpPr>
        <p:spPr>
          <a:xfrm>
            <a:off x="5948505" y="2934663"/>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6" name="矢印: 五方向 55">
            <a:extLst>
              <a:ext uri="{FF2B5EF4-FFF2-40B4-BE49-F238E27FC236}">
                <a16:creationId xmlns:a16="http://schemas.microsoft.com/office/drawing/2014/main" id="{1BFD8963-41CD-C2F9-6D0B-41ACA1BD6F00}"/>
              </a:ext>
            </a:extLst>
          </p:cNvPr>
          <p:cNvSpPr/>
          <p:nvPr/>
        </p:nvSpPr>
        <p:spPr>
          <a:xfrm>
            <a:off x="6070869" y="3437342"/>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7" name="矢印: 五方向 56">
            <a:extLst>
              <a:ext uri="{FF2B5EF4-FFF2-40B4-BE49-F238E27FC236}">
                <a16:creationId xmlns:a16="http://schemas.microsoft.com/office/drawing/2014/main" id="{4C0FE695-AD56-7AB6-A129-5479CD36E28F}"/>
              </a:ext>
            </a:extLst>
          </p:cNvPr>
          <p:cNvSpPr/>
          <p:nvPr/>
        </p:nvSpPr>
        <p:spPr>
          <a:xfrm>
            <a:off x="7960483" y="9606531"/>
            <a:ext cx="81696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62" name="矢印: 五方向 61">
            <a:extLst>
              <a:ext uri="{FF2B5EF4-FFF2-40B4-BE49-F238E27FC236}">
                <a16:creationId xmlns:a16="http://schemas.microsoft.com/office/drawing/2014/main" id="{18882D16-6B80-F43A-D180-46297BF781B6}"/>
              </a:ext>
            </a:extLst>
          </p:cNvPr>
          <p:cNvSpPr/>
          <p:nvPr/>
        </p:nvSpPr>
        <p:spPr>
          <a:xfrm>
            <a:off x="10337337" y="3908181"/>
            <a:ext cx="1626573"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ja-JP" altLang="en-US" b="1" dirty="0">
                <a:solidFill>
                  <a:schemeClr val="tx2">
                    <a:lumMod val="50000"/>
                  </a:schemeClr>
                </a:solidFill>
                <a:latin typeface="Source Han Sans JP Medium" panose="020B0600070205080204" charset="-128"/>
                <a:ea typeface="Source Han Sans JP Medium" panose="020B0600070205080204" charset="-128"/>
              </a:rPr>
              <a:t>特徴量固定</a:t>
            </a:r>
          </a:p>
        </p:txBody>
      </p:sp>
      <p:sp>
        <p:nvSpPr>
          <p:cNvPr id="64" name="矢印: 五方向 63">
            <a:extLst>
              <a:ext uri="{FF2B5EF4-FFF2-40B4-BE49-F238E27FC236}">
                <a16:creationId xmlns:a16="http://schemas.microsoft.com/office/drawing/2014/main" id="{791C1B75-5847-CC17-D420-895355E8FF9A}"/>
              </a:ext>
            </a:extLst>
          </p:cNvPr>
          <p:cNvSpPr/>
          <p:nvPr/>
        </p:nvSpPr>
        <p:spPr>
          <a:xfrm>
            <a:off x="9230490" y="5793241"/>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74" name="矢印: 五方向 73">
            <a:extLst>
              <a:ext uri="{FF2B5EF4-FFF2-40B4-BE49-F238E27FC236}">
                <a16:creationId xmlns:a16="http://schemas.microsoft.com/office/drawing/2014/main" id="{8407DFA2-2CB9-1289-3555-74F95B898911}"/>
              </a:ext>
            </a:extLst>
          </p:cNvPr>
          <p:cNvSpPr/>
          <p:nvPr/>
        </p:nvSpPr>
        <p:spPr>
          <a:xfrm>
            <a:off x="8777448" y="4486208"/>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2229544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4F469-778D-9F9C-3947-11BA85156C12}"/>
            </a:ext>
          </a:extLst>
        </p:cNvPr>
        <p:cNvGrpSpPr/>
        <p:nvPr/>
      </p:nvGrpSpPr>
      <p:grpSpPr>
        <a:xfrm>
          <a:off x="0" y="0"/>
          <a:ext cx="0" cy="0"/>
          <a:chOff x="0" y="0"/>
          <a:chExt cx="0" cy="0"/>
        </a:xfrm>
      </p:grpSpPr>
      <p:sp>
        <p:nvSpPr>
          <p:cNvPr id="28" name="四角形: 角を丸くする 27">
            <a:extLst>
              <a:ext uri="{FF2B5EF4-FFF2-40B4-BE49-F238E27FC236}">
                <a16:creationId xmlns:a16="http://schemas.microsoft.com/office/drawing/2014/main" id="{B98C093E-B56D-B61A-7762-7AC7D9AE580E}"/>
              </a:ext>
            </a:extLst>
          </p:cNvPr>
          <p:cNvSpPr/>
          <p:nvPr/>
        </p:nvSpPr>
        <p:spPr>
          <a:xfrm>
            <a:off x="1917700" y="2339234"/>
            <a:ext cx="9512887" cy="1911344"/>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828546D5-9555-F734-ED48-B60D3C07AFAA}"/>
              </a:ext>
            </a:extLst>
          </p:cNvPr>
          <p:cNvSpPr>
            <a:spLocks noGrp="1"/>
          </p:cNvSpPr>
          <p:nvPr>
            <p:ph type="sldNum" sz="quarter" idx="12"/>
          </p:nvPr>
        </p:nvSpPr>
        <p:spPr/>
        <p:txBody>
          <a:bodyPr/>
          <a:lstStyle/>
          <a:p>
            <a:fld id="{B6F15528-21DE-4FAA-801E-634DDDAF4B2B}" type="slidenum">
              <a:rPr lang="en-US" smtClean="0"/>
              <a:pPr/>
              <a:t>21</a:t>
            </a:fld>
            <a:endParaRPr lang="en-US"/>
          </a:p>
        </p:txBody>
      </p:sp>
      <p:grpSp>
        <p:nvGrpSpPr>
          <p:cNvPr id="10" name="グループ化 9">
            <a:extLst>
              <a:ext uri="{FF2B5EF4-FFF2-40B4-BE49-F238E27FC236}">
                <a16:creationId xmlns:a16="http://schemas.microsoft.com/office/drawing/2014/main" id="{CF111527-7969-5F9C-0FB5-19AD2E8D7FCE}"/>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E265FC20-AA95-0DA0-F03E-D88F88BA9B6A}"/>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594A856-3E86-31E6-970B-8B864FC2EEF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73772385-4F02-A7F0-AF87-BFC2A31346D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F562A09-D22B-56CF-9BDB-A8CE25C8A5D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E7C9948E-8642-E8A5-EC20-415E6C9B37B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50386B2-29D5-C464-A1D3-58C9335A893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F5367299-068D-EE13-559F-2028F29CEF4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6A9C35B-6312-D99D-D002-CCF5C95DA76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DFCE1AC4-8196-8AEB-E717-38ECDA29E55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EB415064-F6DB-7A27-B0F0-BCC74E743AE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6A5749A-643B-B24C-DCC9-5B2393FEE67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35E0C664-2755-2D2D-A32C-53CDAD8BF77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AADC28C-BE6E-20F3-E213-DDBF85DE517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419D9C16-FD82-94B7-9862-8899E63C05E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852A462A-D8CA-28F4-1BDD-771F74EB9565}"/>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21</a:t>
            </a:fld>
            <a:endParaRPr lang="en-US" sz="2400" dirty="0"/>
          </a:p>
        </p:txBody>
      </p:sp>
      <p:sp>
        <p:nvSpPr>
          <p:cNvPr id="3" name="TextBox 24">
            <a:extLst>
              <a:ext uri="{FF2B5EF4-FFF2-40B4-BE49-F238E27FC236}">
                <a16:creationId xmlns:a16="http://schemas.microsoft.com/office/drawing/2014/main" id="{A1DF3554-EC11-AB5C-67F2-E3400E588E79}"/>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今後の計画</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0BC2B47F-3739-A87B-0276-BC8ADB39DA1E}"/>
              </a:ext>
            </a:extLst>
          </p:cNvPr>
          <p:cNvGrpSpPr/>
          <p:nvPr/>
        </p:nvGrpSpPr>
        <p:grpSpPr>
          <a:xfrm>
            <a:off x="1433699" y="1577295"/>
            <a:ext cx="7086600" cy="552410"/>
            <a:chOff x="1535808" y="1451163"/>
            <a:chExt cx="8639037" cy="552410"/>
          </a:xfrm>
        </p:grpSpPr>
        <p:sp>
          <p:nvSpPr>
            <p:cNvPr id="9" name="TextBox 26">
              <a:extLst>
                <a:ext uri="{FF2B5EF4-FFF2-40B4-BE49-F238E27FC236}">
                  <a16:creationId xmlns:a16="http://schemas.microsoft.com/office/drawing/2014/main" id="{47CB4041-E53C-B6ED-42C0-2F6590E2BB96}"/>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最終目標</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E81ABF38-54D6-7BD6-67C2-CA0BA8CECAC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35" name="TextBox 24">
            <a:extLst>
              <a:ext uri="{FF2B5EF4-FFF2-40B4-BE49-F238E27FC236}">
                <a16:creationId xmlns:a16="http://schemas.microsoft.com/office/drawing/2014/main" id="{37E7B577-1053-1411-4C84-15CE3559CB40}"/>
              </a:ext>
            </a:extLst>
          </p:cNvPr>
          <p:cNvSpPr txBox="1"/>
          <p:nvPr/>
        </p:nvSpPr>
        <p:spPr>
          <a:xfrm>
            <a:off x="2256991" y="5608261"/>
            <a:ext cx="9331364" cy="2407903"/>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スペクトログラムの作成方法の検討</a:t>
            </a:r>
            <a:endParaRPr lang="en-US" altLang="ja-JP" sz="2800" dirty="0">
              <a:solidFill>
                <a:srgbClr val="292B2B"/>
              </a:solidFill>
              <a:latin typeface="Source Han Sans JP Medium"/>
              <a:ea typeface="Source Han Sans JP Medium"/>
              <a:cs typeface="Source Han Sans JP Medium"/>
              <a:sym typeface="Source Han Sans JP Medium"/>
            </a:endParaRPr>
          </a:p>
          <a:p>
            <a:pPr marL="457200" indent="-457200">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CNN + Transformer</a:t>
            </a:r>
          </a:p>
          <a:p>
            <a:pPr marL="914400" lvl="1" indent="-457200">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論文探す</a:t>
            </a:r>
            <a:endParaRPr lang="en-US" altLang="ja-JP" sz="2800" dirty="0">
              <a:solidFill>
                <a:srgbClr val="292B2B"/>
              </a:solidFill>
              <a:latin typeface="Source Han Sans JP Medium"/>
              <a:ea typeface="Source Han Sans JP Medium"/>
              <a:cs typeface="Source Han Sans JP Medium"/>
              <a:sym typeface="Source Han Sans JP Medium"/>
            </a:endParaRPr>
          </a:p>
          <a:p>
            <a:pPr marL="914400" lvl="1" indent="-457200">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チューニング</a:t>
            </a:r>
            <a:endParaRPr lang="en-US" altLang="ja-JP" sz="2800" dirty="0">
              <a:solidFill>
                <a:srgbClr val="292B2B"/>
              </a:solidFill>
              <a:latin typeface="Source Han Sans JP Medium"/>
              <a:ea typeface="Source Han Sans JP Medium"/>
              <a:cs typeface="Source Han Sans JP Medium"/>
              <a:sym typeface="Source Han Sans JP Medium"/>
            </a:endParaRPr>
          </a:p>
          <a:p>
            <a:pPr marL="457200" indent="-457200">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新しく実験したデータで検証</a:t>
            </a:r>
            <a:endParaRPr lang="en-US" altLang="ja-JP" sz="2800" dirty="0">
              <a:solidFill>
                <a:srgbClr val="292B2B"/>
              </a:solidFill>
              <a:latin typeface="Source Han Sans JP Medium"/>
              <a:ea typeface="Source Han Sans JP Medium"/>
              <a:cs typeface="Source Han Sans JP Medium"/>
              <a:sym typeface="Source Han Sans JP Medium"/>
            </a:endParaRPr>
          </a:p>
        </p:txBody>
      </p:sp>
      <p:grpSp>
        <p:nvGrpSpPr>
          <p:cNvPr id="36" name="グループ化 35">
            <a:extLst>
              <a:ext uri="{FF2B5EF4-FFF2-40B4-BE49-F238E27FC236}">
                <a16:creationId xmlns:a16="http://schemas.microsoft.com/office/drawing/2014/main" id="{32233F6B-EBD5-E4F8-74EA-64E0471467D6}"/>
              </a:ext>
            </a:extLst>
          </p:cNvPr>
          <p:cNvGrpSpPr/>
          <p:nvPr/>
        </p:nvGrpSpPr>
        <p:grpSpPr>
          <a:xfrm>
            <a:off x="1433699" y="4662982"/>
            <a:ext cx="7086600" cy="552410"/>
            <a:chOff x="1535808" y="1451163"/>
            <a:chExt cx="8639037" cy="552410"/>
          </a:xfrm>
        </p:grpSpPr>
        <p:sp>
          <p:nvSpPr>
            <p:cNvPr id="37" name="TextBox 26">
              <a:extLst>
                <a:ext uri="{FF2B5EF4-FFF2-40B4-BE49-F238E27FC236}">
                  <a16:creationId xmlns:a16="http://schemas.microsoft.com/office/drawing/2014/main" id="{57AA8263-2BC9-8894-CEDD-D8B08D194ABD}"/>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今後やること</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38" name="Freeform 5">
              <a:extLst>
                <a:ext uri="{FF2B5EF4-FFF2-40B4-BE49-F238E27FC236}">
                  <a16:creationId xmlns:a16="http://schemas.microsoft.com/office/drawing/2014/main" id="{7C553263-A8DF-2D80-9D66-B78866C6920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 name="TextBox 25">
            <a:extLst>
              <a:ext uri="{FF2B5EF4-FFF2-40B4-BE49-F238E27FC236}">
                <a16:creationId xmlns:a16="http://schemas.microsoft.com/office/drawing/2014/main" id="{F5BA5E4D-3857-60D8-9D55-19FAFB6D9EC3}"/>
              </a:ext>
            </a:extLst>
          </p:cNvPr>
          <p:cNvSpPr txBox="1"/>
          <p:nvPr/>
        </p:nvSpPr>
        <p:spPr>
          <a:xfrm>
            <a:off x="2229952" y="2445879"/>
            <a:ext cx="9190803" cy="1603324"/>
          </a:xfrm>
          <a:prstGeom prst="rect">
            <a:avLst/>
          </a:prstGeom>
          <a:noFill/>
        </p:spPr>
        <p:txBody>
          <a:bodyPr wrap="square" lIns="0" tIns="0" rIns="0" bIns="0" rtlCol="0" anchor="t">
            <a:spAutoFit/>
          </a:bodyPr>
          <a:lstStyle/>
          <a:p>
            <a:pPr marL="914400" indent="-914400" algn="l">
              <a:lnSpc>
                <a:spcPct val="150000"/>
              </a:lnSpc>
              <a:buClr>
                <a:srgbClr val="64A4A3"/>
              </a:buClr>
              <a:buSzPct val="100000"/>
              <a:buFont typeface="Wingdings" panose="05000000000000000000" pitchFamily="2" charset="2"/>
              <a:buChar char="p"/>
            </a:pPr>
            <a:r>
              <a:rPr lang="ja-JP" altLang="en-US" sz="2400" dirty="0">
                <a:latin typeface="Source Han Sans JP" panose="020B0600070205080204" charset="-128"/>
                <a:ea typeface="Source Han Sans JP" panose="020B0600070205080204" charset="-128"/>
                <a:sym typeface="Source Han Sans JP"/>
              </a:rPr>
              <a:t>特徴抽出手法の最適化</a:t>
            </a:r>
            <a:endParaRPr lang="en-US" altLang="ja-JP" sz="2400" dirty="0">
              <a:latin typeface="Source Han Sans JP" panose="020B0600070205080204" charset="-128"/>
              <a:ea typeface="Source Han Sans JP" panose="020B0600070205080204" charset="-128"/>
              <a:sym typeface="Source Han Sans JP"/>
            </a:endParaRPr>
          </a:p>
          <a:p>
            <a:pPr marL="914400" indent="-914400" algn="l">
              <a:lnSpc>
                <a:spcPct val="150000"/>
              </a:lnSpc>
              <a:buClr>
                <a:srgbClr val="64A4A3"/>
              </a:buClr>
              <a:buSzPct val="100000"/>
              <a:buFont typeface="Wingdings" panose="05000000000000000000" pitchFamily="2" charset="2"/>
              <a:buChar char="p"/>
            </a:pPr>
            <a:r>
              <a:rPr lang="ja-JP" altLang="en-US" sz="2400" i="0" dirty="0">
                <a:effectLst/>
                <a:latin typeface="Source Han Sans JP" panose="020B0600070205080204" charset="-128"/>
                <a:ea typeface="Source Han Sans JP" panose="020B0600070205080204" charset="-128"/>
                <a:sym typeface="Source Han Sans JP"/>
              </a:rPr>
              <a:t>最新アーキテクチャによるモデルの高度化</a:t>
            </a:r>
            <a:endParaRPr lang="en-US" altLang="ja-JP" sz="2400" i="0" dirty="0">
              <a:effectLst/>
              <a:latin typeface="Source Han Sans JP" panose="020B0600070205080204" charset="-128"/>
              <a:ea typeface="Source Han Sans JP" panose="020B0600070205080204" charset="-128"/>
              <a:sym typeface="Source Han Sans JP"/>
            </a:endParaRPr>
          </a:p>
          <a:p>
            <a:pPr marL="914400" indent="-914400" algn="l">
              <a:lnSpc>
                <a:spcPct val="150000"/>
              </a:lnSpc>
              <a:buClr>
                <a:srgbClr val="64A4A3"/>
              </a:buClr>
              <a:buSzPct val="100000"/>
              <a:buFont typeface="Wingdings" panose="05000000000000000000" pitchFamily="2" charset="2"/>
              <a:buChar char="p"/>
            </a:pPr>
            <a:r>
              <a:rPr lang="ja-JP" altLang="en-US" sz="2400" dirty="0">
                <a:latin typeface="Source Han Sans JP" panose="020B0600070205080204" charset="-128"/>
                <a:ea typeface="Source Han Sans JP" panose="020B0600070205080204" charset="-128"/>
                <a:sym typeface="Source Han Sans JP"/>
              </a:rPr>
              <a:t>多様な条件下での，試構築モデルの汎用性と頑健性の実証</a:t>
            </a:r>
            <a:endParaRPr lang="en-US" altLang="ja-JP" sz="2400" i="0" dirty="0">
              <a:effectLst/>
              <a:latin typeface="Source Han Sans JP Bold" panose="020B0600070205080204" charset="-128"/>
              <a:ea typeface="Source Han Sans JP Bold" panose="020B0600070205080204" charset="-128"/>
            </a:endParaRPr>
          </a:p>
        </p:txBody>
      </p:sp>
    </p:spTree>
    <p:extLst>
      <p:ext uri="{BB962C8B-B14F-4D97-AF65-F5344CB8AC3E}">
        <p14:creationId xmlns:p14="http://schemas.microsoft.com/office/powerpoint/2010/main" val="2694686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F64734-8985-81E7-F02C-1F029A1E5BD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27A156E-8575-6B69-3622-E39FE025C99A}"/>
              </a:ext>
            </a:extLst>
          </p:cNvPr>
          <p:cNvSpPr>
            <a:spLocks noGrp="1"/>
          </p:cNvSpPr>
          <p:nvPr>
            <p:ph type="sldNum" sz="quarter" idx="12"/>
          </p:nvPr>
        </p:nvSpPr>
        <p:spPr/>
        <p:txBody>
          <a:bodyPr/>
          <a:lstStyle/>
          <a:p>
            <a:fld id="{B6F15528-21DE-4FAA-801E-634DDDAF4B2B}" type="slidenum">
              <a:rPr lang="en-US" smtClean="0"/>
              <a:pPr/>
              <a:t>22</a:t>
            </a:fld>
            <a:endParaRPr lang="en-US"/>
          </a:p>
        </p:txBody>
      </p:sp>
      <p:grpSp>
        <p:nvGrpSpPr>
          <p:cNvPr id="10" name="グループ化 9">
            <a:extLst>
              <a:ext uri="{FF2B5EF4-FFF2-40B4-BE49-F238E27FC236}">
                <a16:creationId xmlns:a16="http://schemas.microsoft.com/office/drawing/2014/main" id="{66CE293C-5E1F-D18B-FDB5-65D38221484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6966F3BC-CA96-088C-0BC0-9F1CDC571DAC}"/>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1E1E0F52-8445-CFF5-E8F5-1DA3652875F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A7B44FE-C6D6-E641-E877-AB39157888C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457E236-8E0F-A1E6-C866-D08525F305F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2CFB77E1-55B9-6DAC-DAC7-0D6224378FD5}"/>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1568253F-8C4A-AFC2-A164-FCDDA21278C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59406484-643D-B43D-711B-AC121845886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D767C6C-9D45-CD83-BA9D-1CC1FE433EB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DE2EB27D-B1FA-DA25-C3AC-2C33F8BBF004}"/>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FCDB979-A4B9-F2C9-C274-5A66996D55F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585D3DC2-05F1-9758-61E0-7252AB0F9C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74041AA0-9856-2EDC-4DBC-3C6BDCB952D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4C95E30-A392-7B8E-DA75-5129C342B65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D2236D4-6E05-37AF-0079-3422FEB9A0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C72CE283-7FFF-5153-2645-DD8BA021BED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22</a:t>
            </a:fld>
            <a:endParaRPr lang="en-US" sz="2400" dirty="0"/>
          </a:p>
        </p:txBody>
      </p:sp>
    </p:spTree>
    <p:extLst>
      <p:ext uri="{BB962C8B-B14F-4D97-AF65-F5344CB8AC3E}">
        <p14:creationId xmlns:p14="http://schemas.microsoft.com/office/powerpoint/2010/main" val="2561804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F31921-B9FC-3DA2-B765-8A0BBA4C40E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BF47597-5171-166F-315A-BD02F0932D6D}"/>
              </a:ext>
            </a:extLst>
          </p:cNvPr>
          <p:cNvSpPr>
            <a:spLocks noGrp="1"/>
          </p:cNvSpPr>
          <p:nvPr>
            <p:ph type="sldNum" sz="quarter" idx="12"/>
          </p:nvPr>
        </p:nvSpPr>
        <p:spPr/>
        <p:txBody>
          <a:bodyPr/>
          <a:lstStyle/>
          <a:p>
            <a:fld id="{B6F15528-21DE-4FAA-801E-634DDDAF4B2B}" type="slidenum">
              <a:rPr lang="en-US" smtClean="0"/>
              <a:pPr/>
              <a:t>23</a:t>
            </a:fld>
            <a:endParaRPr lang="en-US"/>
          </a:p>
        </p:txBody>
      </p:sp>
      <p:grpSp>
        <p:nvGrpSpPr>
          <p:cNvPr id="10" name="グループ化 9">
            <a:extLst>
              <a:ext uri="{FF2B5EF4-FFF2-40B4-BE49-F238E27FC236}">
                <a16:creationId xmlns:a16="http://schemas.microsoft.com/office/drawing/2014/main" id="{9193738A-DFDC-3E1B-8EA4-1C5A472B367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F169EBC2-5E7B-3555-E436-A4172F48134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7F4CBB17-4D36-FE32-2C0C-11836061C7E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B79A041-70A5-4B0B-BBF7-7696516B362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A29C6B5-A687-2034-B604-03DB0845CB9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65CA50-DCD9-E6D1-DF50-26EDD12BCA4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77A288C-1C2E-C07C-1C06-8422BC8B08F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F8588DBA-4A30-EC6C-9035-85D6BA240FE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2003900-3796-3F86-EB96-0E0E66E3B8D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B350E013-3D70-3E7F-C4B6-8517EC5CB7F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173C1D9-4CE9-93FC-FD61-9710D738325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3D772C60-8A47-7764-F787-8B2B9E186C9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4F462E7-CE58-683B-75EC-F8D7FAF42AC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5B63D461-705B-0407-0394-EF8CF7C3C69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D5024502-93C6-2444-B0F5-CC3F5A4C43C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C410EC24-8FBF-330D-E681-616ADBCF2827}"/>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23</a:t>
            </a:fld>
            <a:endParaRPr lang="en-US" sz="2400" dirty="0"/>
          </a:p>
        </p:txBody>
      </p:sp>
      <p:sp>
        <p:nvSpPr>
          <p:cNvPr id="40" name="四角形: 角を丸くする 39">
            <a:extLst>
              <a:ext uri="{FF2B5EF4-FFF2-40B4-BE49-F238E27FC236}">
                <a16:creationId xmlns:a16="http://schemas.microsoft.com/office/drawing/2014/main" id="{FBA93A78-E2A3-2B8A-54F0-862FD69A2B5D}"/>
              </a:ext>
            </a:extLst>
          </p:cNvPr>
          <p:cNvSpPr/>
          <p:nvPr/>
        </p:nvSpPr>
        <p:spPr>
          <a:xfrm>
            <a:off x="4505864" y="3248630"/>
            <a:ext cx="9796460" cy="4374019"/>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03406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DA979A-2232-B18F-94AD-CE522D420D9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A7B271B-5ABC-22CA-D17A-37FB9584E521}"/>
              </a:ext>
            </a:extLst>
          </p:cNvPr>
          <p:cNvSpPr>
            <a:spLocks noGrp="1"/>
          </p:cNvSpPr>
          <p:nvPr>
            <p:ph type="sldNum" sz="quarter" idx="12"/>
          </p:nvPr>
        </p:nvSpPr>
        <p:spPr/>
        <p:txBody>
          <a:bodyPr/>
          <a:lstStyle/>
          <a:p>
            <a:fld id="{B6F15528-21DE-4FAA-801E-634DDDAF4B2B}" type="slidenum">
              <a:rPr lang="en-US" smtClean="0"/>
              <a:pPr/>
              <a:t>24</a:t>
            </a:fld>
            <a:endParaRPr lang="en-US"/>
          </a:p>
        </p:txBody>
      </p:sp>
      <p:grpSp>
        <p:nvGrpSpPr>
          <p:cNvPr id="10" name="グループ化 9">
            <a:extLst>
              <a:ext uri="{FF2B5EF4-FFF2-40B4-BE49-F238E27FC236}">
                <a16:creationId xmlns:a16="http://schemas.microsoft.com/office/drawing/2014/main" id="{B6907253-5DFE-D856-0578-347D8EC8EC25}"/>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AAC7754-86CA-3FFF-3BD1-1D68547A52FB}"/>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2DCDF5B-E11A-7623-CE80-751974F6E98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726FDD1-E140-7398-6DE0-FABEA317E5C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56E3F16A-16C7-EEAC-22BC-F6A786BB677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2CAB03A1-094E-D0F2-240D-924E676976D8}"/>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DAB48B91-42CE-B23B-D329-E6CEAB4AB32A}"/>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A38163E-472D-88F0-5AC0-909456E2C3F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E776157F-3EFE-B90B-9B16-25C6CA7AC94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970744D-84EB-1F9D-AE65-A4498CA8C995}"/>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CD00C64-A0C9-C0D9-22C9-569C9AF08EF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77CCE5B6-F293-4F0A-A78D-2D2957C1E7F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A5147E1-4B27-A80D-AD07-8BA0AC1C610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7F44DCD-7218-FCF2-EAF1-9F860830478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B8FDF732-E1E1-3DFA-DA38-E3EE41D46A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FB2592BE-DC5F-84A8-CD14-1E93CBEC8EA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24</a:t>
            </a:fld>
            <a:endParaRPr lang="en-US" sz="2400" dirty="0"/>
          </a:p>
        </p:txBody>
      </p:sp>
      <p:grpSp>
        <p:nvGrpSpPr>
          <p:cNvPr id="3" name="グループ化 2">
            <a:extLst>
              <a:ext uri="{FF2B5EF4-FFF2-40B4-BE49-F238E27FC236}">
                <a16:creationId xmlns:a16="http://schemas.microsoft.com/office/drawing/2014/main" id="{23564E9A-48F7-A2BF-BDB9-894FE932ACB4}"/>
              </a:ext>
            </a:extLst>
          </p:cNvPr>
          <p:cNvGrpSpPr/>
          <p:nvPr/>
        </p:nvGrpSpPr>
        <p:grpSpPr>
          <a:xfrm>
            <a:off x="1418285" y="2853056"/>
            <a:ext cx="2109371" cy="6698440"/>
            <a:chOff x="1418285" y="2853056"/>
            <a:chExt cx="2109371" cy="6698440"/>
          </a:xfrm>
        </p:grpSpPr>
        <p:grpSp>
          <p:nvGrpSpPr>
            <p:cNvPr id="4" name="グループ化 3">
              <a:extLst>
                <a:ext uri="{FF2B5EF4-FFF2-40B4-BE49-F238E27FC236}">
                  <a16:creationId xmlns:a16="http://schemas.microsoft.com/office/drawing/2014/main" id="{CB7EBC46-835F-0297-30D3-0E98C64C6C35}"/>
                </a:ext>
              </a:extLst>
            </p:cNvPr>
            <p:cNvGrpSpPr/>
            <p:nvPr/>
          </p:nvGrpSpPr>
          <p:grpSpPr>
            <a:xfrm>
              <a:off x="1418285" y="2853056"/>
              <a:ext cx="2109371" cy="1008000"/>
              <a:chOff x="1656058" y="3294906"/>
              <a:chExt cx="2109371" cy="1008000"/>
            </a:xfrm>
          </p:grpSpPr>
          <p:sp>
            <p:nvSpPr>
              <p:cNvPr id="36" name="楕円 35">
                <a:extLst>
                  <a:ext uri="{FF2B5EF4-FFF2-40B4-BE49-F238E27FC236}">
                    <a16:creationId xmlns:a16="http://schemas.microsoft.com/office/drawing/2014/main" id="{6E348C05-9A1A-D122-EEAB-CFD55EE6D88D}"/>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1</a:t>
                </a:r>
                <a:endParaRPr kumimoji="1" lang="ja-JP" altLang="en-US" sz="2800" dirty="0">
                  <a:latin typeface="Source Han Sans JP Bold" panose="020B0600070205080204" charset="-128"/>
                  <a:ea typeface="Source Han Sans JP Bold" panose="020B0600070205080204" charset="-128"/>
                </a:endParaRPr>
              </a:p>
            </p:txBody>
          </p:sp>
          <p:cxnSp>
            <p:nvCxnSpPr>
              <p:cNvPr id="37" name="直線コネクタ 36">
                <a:extLst>
                  <a:ext uri="{FF2B5EF4-FFF2-40B4-BE49-F238E27FC236}">
                    <a16:creationId xmlns:a16="http://schemas.microsoft.com/office/drawing/2014/main" id="{2CF08CEB-2BAA-6612-C602-A26369FE46A4}"/>
                  </a:ext>
                </a:extLst>
              </p:cNvPr>
              <p:cNvCxnSpPr>
                <a:cxnSpLocks/>
                <a:endCxn id="36"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458AB4EF-9178-D10F-2B7E-AB53EFC60FC1}"/>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sp>
          <p:nvSpPr>
            <p:cNvPr id="5" name="矢印: 下 4">
              <a:extLst>
                <a:ext uri="{FF2B5EF4-FFF2-40B4-BE49-F238E27FC236}">
                  <a16:creationId xmlns:a16="http://schemas.microsoft.com/office/drawing/2014/main" id="{882C9F4E-2EAE-5AFA-4E98-427F2C9D9585}"/>
                </a:ext>
              </a:extLst>
            </p:cNvPr>
            <p:cNvSpPr/>
            <p:nvPr/>
          </p:nvSpPr>
          <p:spPr>
            <a:xfrm>
              <a:off x="2977323" y="3850839"/>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619C0457-BFA4-617F-B1B5-7BB08C4AEE88}"/>
                </a:ext>
              </a:extLst>
            </p:cNvPr>
            <p:cNvGrpSpPr/>
            <p:nvPr/>
          </p:nvGrpSpPr>
          <p:grpSpPr>
            <a:xfrm>
              <a:off x="1418285" y="4750923"/>
              <a:ext cx="2109371" cy="1008000"/>
              <a:chOff x="1656058" y="3294906"/>
              <a:chExt cx="2109371" cy="1008000"/>
            </a:xfrm>
          </p:grpSpPr>
          <p:sp>
            <p:nvSpPr>
              <p:cNvPr id="33" name="楕円 32">
                <a:extLst>
                  <a:ext uri="{FF2B5EF4-FFF2-40B4-BE49-F238E27FC236}">
                    <a16:creationId xmlns:a16="http://schemas.microsoft.com/office/drawing/2014/main" id="{814483B7-FC9A-09AE-F50F-576B0C8F9494}"/>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2</a:t>
                </a:r>
                <a:endParaRPr kumimoji="1" lang="ja-JP" altLang="en-US" sz="2800" dirty="0">
                  <a:latin typeface="Source Han Sans JP Bold" panose="020B0600070205080204" charset="-128"/>
                  <a:ea typeface="Source Han Sans JP Bold" panose="020B0600070205080204" charset="-128"/>
                </a:endParaRPr>
              </a:p>
            </p:txBody>
          </p:sp>
          <p:cxnSp>
            <p:nvCxnSpPr>
              <p:cNvPr id="34" name="直線コネクタ 33">
                <a:extLst>
                  <a:ext uri="{FF2B5EF4-FFF2-40B4-BE49-F238E27FC236}">
                    <a16:creationId xmlns:a16="http://schemas.microsoft.com/office/drawing/2014/main" id="{A560ABD3-2469-2242-0899-4B910D99EE21}"/>
                  </a:ext>
                </a:extLst>
              </p:cNvPr>
              <p:cNvCxnSpPr>
                <a:cxnSpLocks/>
                <a:endCxn id="33"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E10A100C-A7EF-4A15-07CB-FD95148FC385}"/>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grpSp>
          <p:nvGrpSpPr>
            <p:cNvPr id="7" name="グループ化 6">
              <a:extLst>
                <a:ext uri="{FF2B5EF4-FFF2-40B4-BE49-F238E27FC236}">
                  <a16:creationId xmlns:a16="http://schemas.microsoft.com/office/drawing/2014/main" id="{08CAE8D0-EC04-A256-96D0-EC12F4DE1F94}"/>
                </a:ext>
              </a:extLst>
            </p:cNvPr>
            <p:cNvGrpSpPr/>
            <p:nvPr/>
          </p:nvGrpSpPr>
          <p:grpSpPr>
            <a:xfrm>
              <a:off x="1418285" y="6648790"/>
              <a:ext cx="2109371" cy="1008000"/>
              <a:chOff x="1656058" y="3294906"/>
              <a:chExt cx="2109371" cy="1008000"/>
            </a:xfrm>
          </p:grpSpPr>
          <p:sp>
            <p:nvSpPr>
              <p:cNvPr id="30" name="楕円 29">
                <a:extLst>
                  <a:ext uri="{FF2B5EF4-FFF2-40B4-BE49-F238E27FC236}">
                    <a16:creationId xmlns:a16="http://schemas.microsoft.com/office/drawing/2014/main" id="{D57DB331-D7A3-4F3B-1225-AF1B51264791}"/>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3</a:t>
                </a:r>
                <a:endParaRPr kumimoji="1" lang="ja-JP" altLang="en-US" sz="2800" dirty="0">
                  <a:latin typeface="Source Han Sans JP Bold" panose="020B0600070205080204" charset="-128"/>
                  <a:ea typeface="Source Han Sans JP Bold" panose="020B0600070205080204" charset="-128"/>
                </a:endParaRPr>
              </a:p>
            </p:txBody>
          </p:sp>
          <p:cxnSp>
            <p:nvCxnSpPr>
              <p:cNvPr id="31" name="直線コネクタ 30">
                <a:extLst>
                  <a:ext uri="{FF2B5EF4-FFF2-40B4-BE49-F238E27FC236}">
                    <a16:creationId xmlns:a16="http://schemas.microsoft.com/office/drawing/2014/main" id="{BC242994-3810-F8C3-F5A0-585E4A64B43E}"/>
                  </a:ext>
                </a:extLst>
              </p:cNvPr>
              <p:cNvCxnSpPr>
                <a:cxnSpLocks/>
                <a:endCxn id="30"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C9D61664-2954-9D78-9C5E-BF923A0CE8FC}"/>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grpSp>
          <p:nvGrpSpPr>
            <p:cNvPr id="8" name="グループ化 7">
              <a:extLst>
                <a:ext uri="{FF2B5EF4-FFF2-40B4-BE49-F238E27FC236}">
                  <a16:creationId xmlns:a16="http://schemas.microsoft.com/office/drawing/2014/main" id="{B3C7638F-6F35-F7EC-7F78-BAEAE0F27CF9}"/>
                </a:ext>
              </a:extLst>
            </p:cNvPr>
            <p:cNvGrpSpPr/>
            <p:nvPr/>
          </p:nvGrpSpPr>
          <p:grpSpPr>
            <a:xfrm>
              <a:off x="1418285" y="8543496"/>
              <a:ext cx="2109371" cy="1008000"/>
              <a:chOff x="1656058" y="3294906"/>
              <a:chExt cx="2109371" cy="1008000"/>
            </a:xfrm>
          </p:grpSpPr>
          <p:sp>
            <p:nvSpPr>
              <p:cNvPr id="27" name="楕円 26">
                <a:extLst>
                  <a:ext uri="{FF2B5EF4-FFF2-40B4-BE49-F238E27FC236}">
                    <a16:creationId xmlns:a16="http://schemas.microsoft.com/office/drawing/2014/main" id="{6ED34ABB-271D-19B8-B07C-9B8099631699}"/>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4</a:t>
                </a:r>
                <a:endParaRPr kumimoji="1" lang="ja-JP" altLang="en-US" sz="2800" dirty="0">
                  <a:latin typeface="Source Han Sans JP Bold" panose="020B0600070205080204" charset="-128"/>
                  <a:ea typeface="Source Han Sans JP Bold" panose="020B0600070205080204" charset="-128"/>
                </a:endParaRPr>
              </a:p>
            </p:txBody>
          </p:sp>
          <p:cxnSp>
            <p:nvCxnSpPr>
              <p:cNvPr id="28" name="直線コネクタ 27">
                <a:extLst>
                  <a:ext uri="{FF2B5EF4-FFF2-40B4-BE49-F238E27FC236}">
                    <a16:creationId xmlns:a16="http://schemas.microsoft.com/office/drawing/2014/main" id="{F02B6CEA-3828-54E2-4DEA-AC913B84DB1E}"/>
                  </a:ext>
                </a:extLst>
              </p:cNvPr>
              <p:cNvCxnSpPr>
                <a:cxnSpLocks/>
                <a:endCxn id="27"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9EAF984D-8798-2A72-8CF7-6E0AC1D81912}"/>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sp>
          <p:nvSpPr>
            <p:cNvPr id="9" name="矢印: 下 8">
              <a:extLst>
                <a:ext uri="{FF2B5EF4-FFF2-40B4-BE49-F238E27FC236}">
                  <a16:creationId xmlns:a16="http://schemas.microsoft.com/office/drawing/2014/main" id="{74F26521-2F7F-1B87-CB57-1D58BFF65561}"/>
                </a:ext>
              </a:extLst>
            </p:cNvPr>
            <p:cNvSpPr/>
            <p:nvPr/>
          </p:nvSpPr>
          <p:spPr>
            <a:xfrm>
              <a:off x="2975459" y="5765948"/>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矢印: 下 25">
              <a:extLst>
                <a:ext uri="{FF2B5EF4-FFF2-40B4-BE49-F238E27FC236}">
                  <a16:creationId xmlns:a16="http://schemas.microsoft.com/office/drawing/2014/main" id="{9AE6FACA-FE53-AB50-3856-ED5455A3D375}"/>
                </a:ext>
              </a:extLst>
            </p:cNvPr>
            <p:cNvSpPr/>
            <p:nvPr/>
          </p:nvSpPr>
          <p:spPr>
            <a:xfrm>
              <a:off x="2975459" y="7663815"/>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000279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AE509-1F5F-44D7-895B-AADA5EB0124C}"/>
              </a:ext>
            </a:extLst>
          </p:cNvPr>
          <p:cNvSpPr>
            <a:spLocks noGrp="1"/>
          </p:cNvSpPr>
          <p:nvPr>
            <p:ph type="title"/>
          </p:nvPr>
        </p:nvSpPr>
        <p:spPr/>
        <p:txBody>
          <a:bodyPr/>
          <a:lstStyle/>
          <a:p>
            <a:r>
              <a:rPr kumimoji="1" lang="ja-JP" altLang="en-US" dirty="0"/>
              <a:t>寸法や色は場合に応じて調整しましょう</a:t>
            </a:r>
          </a:p>
        </p:txBody>
      </p:sp>
      <p:sp>
        <p:nvSpPr>
          <p:cNvPr id="4" name="テキスト プレースホルダー 3">
            <a:extLst>
              <a:ext uri="{FF2B5EF4-FFF2-40B4-BE49-F238E27FC236}">
                <a16:creationId xmlns:a16="http://schemas.microsoft.com/office/drawing/2014/main" id="{5DCA4200-D082-429B-A7B9-20EDE7036BD0}"/>
              </a:ext>
            </a:extLst>
          </p:cNvPr>
          <p:cNvSpPr>
            <a:spLocks noGrp="1"/>
          </p:cNvSpPr>
          <p:nvPr>
            <p:ph type="body" sz="quarter" idx="11"/>
          </p:nvPr>
        </p:nvSpPr>
        <p:spPr/>
        <p:txBody>
          <a:bodyPr>
            <a:normAutofit/>
          </a:bodyPr>
          <a:lstStyle/>
          <a:p>
            <a:r>
              <a:rPr kumimoji="1" lang="ja-JP" altLang="en-US" dirty="0"/>
              <a:t>よく使う図形のパターン</a:t>
            </a:r>
          </a:p>
        </p:txBody>
      </p:sp>
      <p:grpSp>
        <p:nvGrpSpPr>
          <p:cNvPr id="11" name="グループ化 10">
            <a:extLst>
              <a:ext uri="{FF2B5EF4-FFF2-40B4-BE49-F238E27FC236}">
                <a16:creationId xmlns:a16="http://schemas.microsoft.com/office/drawing/2014/main" id="{1600F27F-842D-4A09-9876-4F4D6FED49D4}"/>
              </a:ext>
            </a:extLst>
          </p:cNvPr>
          <p:cNvGrpSpPr/>
          <p:nvPr/>
        </p:nvGrpSpPr>
        <p:grpSpPr>
          <a:xfrm rot="3516666">
            <a:off x="1625500" y="4280081"/>
            <a:ext cx="1802963" cy="2351474"/>
            <a:chOff x="2664127" y="3374455"/>
            <a:chExt cx="1201975" cy="1567649"/>
          </a:xfrm>
          <a:solidFill>
            <a:srgbClr val="64A4A3"/>
          </a:solidFill>
        </p:grpSpPr>
        <p:sp>
          <p:nvSpPr>
            <p:cNvPr id="5" name="二等辺三角形 4">
              <a:extLst>
                <a:ext uri="{FF2B5EF4-FFF2-40B4-BE49-F238E27FC236}">
                  <a16:creationId xmlns:a16="http://schemas.microsoft.com/office/drawing/2014/main" id="{031DCB67-E3C0-40A6-82FC-F3A99614C50C}"/>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0" name="フリーフォーム: 図形 9">
              <a:extLst>
                <a:ext uri="{FF2B5EF4-FFF2-40B4-BE49-F238E27FC236}">
                  <a16:creationId xmlns:a16="http://schemas.microsoft.com/office/drawing/2014/main" id="{8F1F7A27-5455-4318-B9EB-F5DC2E371C8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9" name="グループ化 18">
            <a:extLst>
              <a:ext uri="{FF2B5EF4-FFF2-40B4-BE49-F238E27FC236}">
                <a16:creationId xmlns:a16="http://schemas.microsoft.com/office/drawing/2014/main" id="{A84CB4AB-8E74-474F-8F79-B603B9235B46}"/>
              </a:ext>
            </a:extLst>
          </p:cNvPr>
          <p:cNvGrpSpPr/>
          <p:nvPr/>
        </p:nvGrpSpPr>
        <p:grpSpPr>
          <a:xfrm>
            <a:off x="5644050" y="3680489"/>
            <a:ext cx="1277850" cy="3301794"/>
            <a:chOff x="4004187" y="2684206"/>
            <a:chExt cx="851900" cy="2201196"/>
          </a:xfrm>
          <a:solidFill>
            <a:srgbClr val="64A4A3"/>
          </a:solidFill>
        </p:grpSpPr>
        <p:sp>
          <p:nvSpPr>
            <p:cNvPr id="16" name="二等辺三角形 15">
              <a:extLst>
                <a:ext uri="{FF2B5EF4-FFF2-40B4-BE49-F238E27FC236}">
                  <a16:creationId xmlns:a16="http://schemas.microsoft.com/office/drawing/2014/main" id="{77F25128-43F7-4D7B-A506-7861040EA63C}"/>
                </a:ext>
              </a:extLst>
            </p:cNvPr>
            <p:cNvSpPr/>
            <p:nvPr/>
          </p:nvSpPr>
          <p:spPr>
            <a:xfrm>
              <a:off x="4004187" y="2684206"/>
              <a:ext cx="851900" cy="405581"/>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7" name="二等辺三角形 16">
              <a:extLst>
                <a:ext uri="{FF2B5EF4-FFF2-40B4-BE49-F238E27FC236}">
                  <a16:creationId xmlns:a16="http://schemas.microsoft.com/office/drawing/2014/main" id="{425DA271-AEFA-45AB-AD52-737DB7EF67C8}"/>
                </a:ext>
              </a:extLst>
            </p:cNvPr>
            <p:cNvSpPr/>
            <p:nvPr/>
          </p:nvSpPr>
          <p:spPr>
            <a:xfrm rot="10800000">
              <a:off x="4172039" y="4653111"/>
              <a:ext cx="516194" cy="232291"/>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8" name="台形 17">
              <a:extLst>
                <a:ext uri="{FF2B5EF4-FFF2-40B4-BE49-F238E27FC236}">
                  <a16:creationId xmlns:a16="http://schemas.microsoft.com/office/drawing/2014/main" id="{0BE03671-A77A-4398-9395-69D34E2C8634}"/>
                </a:ext>
              </a:extLst>
            </p:cNvPr>
            <p:cNvSpPr/>
            <p:nvPr/>
          </p:nvSpPr>
          <p:spPr>
            <a:xfrm rot="10800000">
              <a:off x="4274402" y="3082408"/>
              <a:ext cx="311469" cy="1570703"/>
            </a:xfrm>
            <a:prstGeom prst="trapezoid">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grpSp>
        <p:nvGrpSpPr>
          <p:cNvPr id="23" name="グループ化 22">
            <a:extLst>
              <a:ext uri="{FF2B5EF4-FFF2-40B4-BE49-F238E27FC236}">
                <a16:creationId xmlns:a16="http://schemas.microsoft.com/office/drawing/2014/main" id="{53DA5DF4-9734-4A8B-B3F2-EB432821614A}"/>
              </a:ext>
            </a:extLst>
          </p:cNvPr>
          <p:cNvGrpSpPr/>
          <p:nvPr/>
        </p:nvGrpSpPr>
        <p:grpSpPr>
          <a:xfrm>
            <a:off x="7894115" y="4814048"/>
            <a:ext cx="3539613" cy="2168237"/>
            <a:chOff x="4837472" y="2490841"/>
            <a:chExt cx="2359742" cy="1445491"/>
          </a:xfrm>
          <a:solidFill>
            <a:srgbClr val="64A4A3"/>
          </a:solidFill>
        </p:grpSpPr>
        <p:sp>
          <p:nvSpPr>
            <p:cNvPr id="20" name="四角形: 角を丸くする 19">
              <a:extLst>
                <a:ext uri="{FF2B5EF4-FFF2-40B4-BE49-F238E27FC236}">
                  <a16:creationId xmlns:a16="http://schemas.microsoft.com/office/drawing/2014/main" id="{161AF5DB-A2D8-495C-B795-7003573DFCCF}"/>
                </a:ext>
              </a:extLst>
            </p:cNvPr>
            <p:cNvSpPr/>
            <p:nvPr/>
          </p:nvSpPr>
          <p:spPr>
            <a:xfrm>
              <a:off x="4837472" y="2490841"/>
              <a:ext cx="2359742" cy="938159"/>
            </a:xfrm>
            <a:prstGeom prst="roundRect">
              <a:avLst>
                <a:gd name="adj" fmla="val 10379"/>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22" name="二等辺三角形 21">
              <a:extLst>
                <a:ext uri="{FF2B5EF4-FFF2-40B4-BE49-F238E27FC236}">
                  <a16:creationId xmlns:a16="http://schemas.microsoft.com/office/drawing/2014/main" id="{C811F06F-2D36-4904-A2A9-7CD991856DA0}"/>
                </a:ext>
              </a:extLst>
            </p:cNvPr>
            <p:cNvSpPr/>
            <p:nvPr/>
          </p:nvSpPr>
          <p:spPr>
            <a:xfrm rot="11901755">
              <a:off x="4948538" y="3335420"/>
              <a:ext cx="213186" cy="600912"/>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grpSp>
        <p:nvGrpSpPr>
          <p:cNvPr id="26" name="グループ化 25">
            <a:extLst>
              <a:ext uri="{FF2B5EF4-FFF2-40B4-BE49-F238E27FC236}">
                <a16:creationId xmlns:a16="http://schemas.microsoft.com/office/drawing/2014/main" id="{12B12945-4562-4CBA-BD30-EF9F8726FCD9}"/>
              </a:ext>
            </a:extLst>
          </p:cNvPr>
          <p:cNvGrpSpPr/>
          <p:nvPr/>
        </p:nvGrpSpPr>
        <p:grpSpPr>
          <a:xfrm>
            <a:off x="3950372" y="3529255"/>
            <a:ext cx="1260987" cy="3738716"/>
            <a:chOff x="7800489" y="2818451"/>
            <a:chExt cx="840658" cy="2492477"/>
          </a:xfrm>
          <a:solidFill>
            <a:srgbClr val="64A4A3"/>
          </a:solidFill>
        </p:grpSpPr>
        <p:sp>
          <p:nvSpPr>
            <p:cNvPr id="24" name="二等辺三角形 23">
              <a:extLst>
                <a:ext uri="{FF2B5EF4-FFF2-40B4-BE49-F238E27FC236}">
                  <a16:creationId xmlns:a16="http://schemas.microsoft.com/office/drawing/2014/main" id="{5972915F-3F25-4048-8F16-22D7D6656CAA}"/>
                </a:ext>
              </a:extLst>
            </p:cNvPr>
            <p:cNvSpPr/>
            <p:nvPr/>
          </p:nvSpPr>
          <p:spPr>
            <a:xfrm>
              <a:off x="7800489" y="2818451"/>
              <a:ext cx="840658" cy="412955"/>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5" name="二等辺三角形 24">
              <a:extLst>
                <a:ext uri="{FF2B5EF4-FFF2-40B4-BE49-F238E27FC236}">
                  <a16:creationId xmlns:a16="http://schemas.microsoft.com/office/drawing/2014/main" id="{FC3592AF-4DD9-481B-AE7D-C444443CA44E}"/>
                </a:ext>
              </a:extLst>
            </p:cNvPr>
            <p:cNvSpPr/>
            <p:nvPr/>
          </p:nvSpPr>
          <p:spPr>
            <a:xfrm rot="10800000">
              <a:off x="8070268" y="3224031"/>
              <a:ext cx="274331" cy="2086897"/>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cxnSp>
        <p:nvCxnSpPr>
          <p:cNvPr id="31" name="直線コネクタ 30">
            <a:extLst>
              <a:ext uri="{FF2B5EF4-FFF2-40B4-BE49-F238E27FC236}">
                <a16:creationId xmlns:a16="http://schemas.microsoft.com/office/drawing/2014/main" id="{E692BBDB-6806-49B7-9241-7D2B547F185E}"/>
              </a:ext>
            </a:extLst>
          </p:cNvPr>
          <p:cNvCxnSpPr>
            <a:cxnSpLocks/>
          </p:cNvCxnSpPr>
          <p:nvPr/>
        </p:nvCxnSpPr>
        <p:spPr>
          <a:xfrm flipV="1">
            <a:off x="11199965" y="4025627"/>
            <a:ext cx="788670" cy="1187847"/>
          </a:xfrm>
          <a:prstGeom prst="line">
            <a:avLst/>
          </a:prstGeom>
          <a:ln>
            <a:solidFill>
              <a:srgbClr val="64A4A3"/>
            </a:solidFill>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9" name="楕円 28">
            <a:extLst>
              <a:ext uri="{FF2B5EF4-FFF2-40B4-BE49-F238E27FC236}">
                <a16:creationId xmlns:a16="http://schemas.microsoft.com/office/drawing/2014/main" id="{602DA899-F613-4B35-A569-DACF6D76EEA5}"/>
              </a:ext>
            </a:extLst>
          </p:cNvPr>
          <p:cNvSpPr/>
          <p:nvPr/>
        </p:nvSpPr>
        <p:spPr>
          <a:xfrm>
            <a:off x="11746932" y="3180362"/>
            <a:ext cx="972000" cy="972000"/>
          </a:xfrm>
          <a:prstGeom prst="ellipse">
            <a:avLst/>
          </a:prstGeom>
          <a:solidFill>
            <a:srgbClr val="64A4A3"/>
          </a:solid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200" b="1" dirty="0">
                <a:latin typeface="游ゴシック" panose="020B0400000000000000" pitchFamily="50" charset="-128"/>
                <a:ea typeface="游ゴシック" panose="020B0400000000000000" pitchFamily="50" charset="-128"/>
              </a:rPr>
              <a:t>1</a:t>
            </a:r>
            <a:endParaRPr kumimoji="1" lang="ja-JP" altLang="en-US" sz="4200" b="1" dirty="0">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D97239CB-D2F7-464C-85F9-58EE17B7D302}"/>
              </a:ext>
            </a:extLst>
          </p:cNvPr>
          <p:cNvGrpSpPr/>
          <p:nvPr/>
        </p:nvGrpSpPr>
        <p:grpSpPr>
          <a:xfrm>
            <a:off x="1962177" y="6982284"/>
            <a:ext cx="1407456" cy="1260987"/>
            <a:chOff x="1572269" y="4816089"/>
            <a:chExt cx="938304" cy="840658"/>
          </a:xfrm>
          <a:solidFill>
            <a:srgbClr val="64A4A3"/>
          </a:solidFill>
        </p:grpSpPr>
        <p:sp>
          <p:nvSpPr>
            <p:cNvPr id="27" name="二等辺三角形 26">
              <a:extLst>
                <a:ext uri="{FF2B5EF4-FFF2-40B4-BE49-F238E27FC236}">
                  <a16:creationId xmlns:a16="http://schemas.microsoft.com/office/drawing/2014/main" id="{3B6F705D-F04B-4DBD-8C41-9BCBF909BE34}"/>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30" name="フリーフォーム: 図形 29">
              <a:extLst>
                <a:ext uri="{FF2B5EF4-FFF2-40B4-BE49-F238E27FC236}">
                  <a16:creationId xmlns:a16="http://schemas.microsoft.com/office/drawing/2014/main" id="{3076F6E7-0F39-40A8-B28D-938F6D40299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sp>
        <p:nvSpPr>
          <p:cNvPr id="7" name="フリーフォーム: 図形 6">
            <a:extLst>
              <a:ext uri="{FF2B5EF4-FFF2-40B4-BE49-F238E27FC236}">
                <a16:creationId xmlns:a16="http://schemas.microsoft.com/office/drawing/2014/main" id="{5183F042-B05B-8313-D916-4D435BA05131}"/>
              </a:ext>
            </a:extLst>
          </p:cNvPr>
          <p:cNvSpPr/>
          <p:nvPr/>
        </p:nvSpPr>
        <p:spPr>
          <a:xfrm>
            <a:off x="1884582" y="9529028"/>
            <a:ext cx="2070099" cy="303300"/>
          </a:xfrm>
          <a:custGeom>
            <a:avLst/>
            <a:gdLst>
              <a:gd name="connsiteX0" fmla="*/ 0 w 2070099"/>
              <a:gd name="connsiteY0" fmla="*/ 303300 h 303300"/>
              <a:gd name="connsiteX1" fmla="*/ 2070099 w 2070099"/>
              <a:gd name="connsiteY1" fmla="*/ 0 h 303300"/>
            </a:gdLst>
            <a:ahLst/>
            <a:cxnLst>
              <a:cxn ang="0">
                <a:pos x="connsiteX0" y="connsiteY0"/>
              </a:cxn>
              <a:cxn ang="0">
                <a:pos x="connsiteX1" y="connsiteY1"/>
              </a:cxn>
            </a:cxnLst>
            <a:rect l="l" t="t" r="r" b="b"/>
            <a:pathLst>
              <a:path w="2070099" h="303300" extrusionOk="0">
                <a:moveTo>
                  <a:pt x="0" y="303300"/>
                </a:moveTo>
                <a:cubicBezTo>
                  <a:pt x="665539" y="251203"/>
                  <a:pt x="1437177" y="72383"/>
                  <a:pt x="2070099" y="0"/>
                </a:cubicBezTo>
              </a:path>
            </a:pathLst>
          </a:custGeom>
          <a:noFill/>
          <a:ln cap="rnd">
            <a:solidFill>
              <a:srgbClr val="64A4A3"/>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右大かっこ 7">
            <a:extLst>
              <a:ext uri="{FF2B5EF4-FFF2-40B4-BE49-F238E27FC236}">
                <a16:creationId xmlns:a16="http://schemas.microsoft.com/office/drawing/2014/main" id="{B56DB7F2-BBFC-B498-CF1C-E6E32288AFD5}"/>
              </a:ext>
            </a:extLst>
          </p:cNvPr>
          <p:cNvSpPr/>
          <p:nvPr/>
        </p:nvSpPr>
        <p:spPr>
          <a:xfrm>
            <a:off x="16312828" y="5143500"/>
            <a:ext cx="113813" cy="3216954"/>
          </a:xfrm>
          <a:custGeom>
            <a:avLst/>
            <a:gdLst>
              <a:gd name="connsiteX0" fmla="*/ 0 w 113813"/>
              <a:gd name="connsiteY0" fmla="*/ 0 h 3216954"/>
              <a:gd name="connsiteX1" fmla="*/ 113813 w 113813"/>
              <a:gd name="connsiteY1" fmla="*/ 9484 h 3216954"/>
              <a:gd name="connsiteX2" fmla="*/ 113813 w 113813"/>
              <a:gd name="connsiteY2" fmla="*/ 3207470 h 3216954"/>
              <a:gd name="connsiteX3" fmla="*/ 0 w 113813"/>
              <a:gd name="connsiteY3" fmla="*/ 3216954 h 3216954"/>
              <a:gd name="connsiteX4" fmla="*/ 0 w 113813"/>
              <a:gd name="connsiteY4" fmla="*/ 0 h 3216954"/>
              <a:gd name="connsiteX0" fmla="*/ 0 w 113813"/>
              <a:gd name="connsiteY0" fmla="*/ 0 h 3216954"/>
              <a:gd name="connsiteX1" fmla="*/ 113813 w 113813"/>
              <a:gd name="connsiteY1" fmla="*/ 9484 h 3216954"/>
              <a:gd name="connsiteX2" fmla="*/ 113813 w 113813"/>
              <a:gd name="connsiteY2" fmla="*/ 3207470 h 3216954"/>
              <a:gd name="connsiteX3" fmla="*/ 0 w 113813"/>
              <a:gd name="connsiteY3" fmla="*/ 3216954 h 3216954"/>
            </a:gdLst>
            <a:ahLst/>
            <a:cxnLst>
              <a:cxn ang="0">
                <a:pos x="connsiteX0" y="connsiteY0"/>
              </a:cxn>
              <a:cxn ang="0">
                <a:pos x="connsiteX1" y="connsiteY1"/>
              </a:cxn>
              <a:cxn ang="0">
                <a:pos x="connsiteX2" y="connsiteY2"/>
              </a:cxn>
              <a:cxn ang="0">
                <a:pos x="connsiteX3" y="connsiteY3"/>
              </a:cxn>
            </a:cxnLst>
            <a:rect l="l" t="t" r="r" b="b"/>
            <a:pathLst>
              <a:path w="113813" h="3216954" stroke="0" extrusionOk="0">
                <a:moveTo>
                  <a:pt x="0" y="0"/>
                </a:moveTo>
                <a:cubicBezTo>
                  <a:pt x="62916" y="47"/>
                  <a:pt x="113694" y="4668"/>
                  <a:pt x="113813" y="9484"/>
                </a:cubicBezTo>
                <a:cubicBezTo>
                  <a:pt x="73971" y="492516"/>
                  <a:pt x="155502" y="2426519"/>
                  <a:pt x="113813" y="3207470"/>
                </a:cubicBezTo>
                <a:cubicBezTo>
                  <a:pt x="109639" y="3210082"/>
                  <a:pt x="61642" y="3216009"/>
                  <a:pt x="0" y="3216954"/>
                </a:cubicBezTo>
                <a:cubicBezTo>
                  <a:pt x="132240" y="1817127"/>
                  <a:pt x="-92512" y="858553"/>
                  <a:pt x="0" y="0"/>
                </a:cubicBezTo>
                <a:close/>
              </a:path>
              <a:path w="113813" h="3216954" fill="none" extrusionOk="0">
                <a:moveTo>
                  <a:pt x="0" y="0"/>
                </a:moveTo>
                <a:cubicBezTo>
                  <a:pt x="63532" y="114"/>
                  <a:pt x="114293" y="4747"/>
                  <a:pt x="113813" y="9484"/>
                </a:cubicBezTo>
                <a:cubicBezTo>
                  <a:pt x="13846" y="1049752"/>
                  <a:pt x="21762" y="1612197"/>
                  <a:pt x="113813" y="3207470"/>
                </a:cubicBezTo>
                <a:cubicBezTo>
                  <a:pt x="112898" y="3213012"/>
                  <a:pt x="68013" y="3217462"/>
                  <a:pt x="0" y="3216954"/>
                </a:cubicBezTo>
              </a:path>
              <a:path w="113813" h="3216954" fill="none" stroke="0" extrusionOk="0">
                <a:moveTo>
                  <a:pt x="0" y="0"/>
                </a:moveTo>
                <a:cubicBezTo>
                  <a:pt x="63573" y="-666"/>
                  <a:pt x="114514" y="4859"/>
                  <a:pt x="113813" y="9484"/>
                </a:cubicBezTo>
                <a:cubicBezTo>
                  <a:pt x="271694" y="1262670"/>
                  <a:pt x="182013" y="2163840"/>
                  <a:pt x="113813" y="3207470"/>
                </a:cubicBezTo>
                <a:cubicBezTo>
                  <a:pt x="118347" y="3212067"/>
                  <a:pt x="63843" y="3215482"/>
                  <a:pt x="0" y="3216954"/>
                </a:cubicBezTo>
              </a:path>
            </a:pathLst>
          </a:custGeom>
          <a:ln w="19050">
            <a:solidFill>
              <a:srgbClr val="64A4A3"/>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700"/>
          </a:p>
        </p:txBody>
      </p:sp>
      <p:sp>
        <p:nvSpPr>
          <p:cNvPr id="34" name="テキスト ボックス 33">
            <a:extLst>
              <a:ext uri="{FF2B5EF4-FFF2-40B4-BE49-F238E27FC236}">
                <a16:creationId xmlns:a16="http://schemas.microsoft.com/office/drawing/2014/main" id="{379F5105-2867-CCBC-D635-B09EBEC74DE8}"/>
              </a:ext>
            </a:extLst>
          </p:cNvPr>
          <p:cNvSpPr txBox="1"/>
          <p:nvPr/>
        </p:nvSpPr>
        <p:spPr>
          <a:xfrm>
            <a:off x="12920096" y="5980866"/>
            <a:ext cx="2574021" cy="507831"/>
          </a:xfrm>
          <a:prstGeom prst="rect">
            <a:avLst/>
          </a:prstGeom>
          <a:solidFill>
            <a:srgbClr val="46877B"/>
          </a:solidFill>
        </p:spPr>
        <p:txBody>
          <a:bodyPr wrap="square">
            <a:spAutoFit/>
          </a:bodyPr>
          <a:lstStyle/>
          <a:p>
            <a:r>
              <a:rPr lang="en-US" altLang="ja-JP" sz="2700" b="1" dirty="0">
                <a:solidFill>
                  <a:schemeClr val="bg1"/>
                </a:solidFill>
                <a:latin typeface="游ゴシック" panose="020B0400000000000000" pitchFamily="50" charset="-128"/>
                <a:ea typeface="游ゴシック" panose="020B0400000000000000" pitchFamily="50" charset="-128"/>
              </a:rPr>
              <a:t> </a:t>
            </a:r>
            <a:r>
              <a:rPr lang="ja-JP" altLang="en-US" sz="2700" b="1" dirty="0">
                <a:solidFill>
                  <a:schemeClr val="bg1"/>
                </a:solidFill>
                <a:latin typeface="游ゴシック" panose="020B0400000000000000" pitchFamily="50" charset="-128"/>
                <a:ea typeface="游ゴシック" panose="020B0400000000000000" pitchFamily="50" charset="-128"/>
              </a:rPr>
              <a:t>何かの見出し</a:t>
            </a:r>
          </a:p>
        </p:txBody>
      </p:sp>
      <p:sp>
        <p:nvSpPr>
          <p:cNvPr id="36" name="フリーフォーム: 図形 35">
            <a:extLst>
              <a:ext uri="{FF2B5EF4-FFF2-40B4-BE49-F238E27FC236}">
                <a16:creationId xmlns:a16="http://schemas.microsoft.com/office/drawing/2014/main" id="{EFD584C9-55DF-601C-DC7A-86517FFDB48C}"/>
              </a:ext>
            </a:extLst>
          </p:cNvPr>
          <p:cNvSpPr/>
          <p:nvPr/>
        </p:nvSpPr>
        <p:spPr>
          <a:xfrm rot="2149832">
            <a:off x="1849420" y="8034742"/>
            <a:ext cx="1674323" cy="1872653"/>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4" name="矢印: 右 43">
            <a:extLst>
              <a:ext uri="{FF2B5EF4-FFF2-40B4-BE49-F238E27FC236}">
                <a16:creationId xmlns:a16="http://schemas.microsoft.com/office/drawing/2014/main" id="{0A2734DE-E047-CC2D-F3E2-E701DEBB69AE}"/>
              </a:ext>
            </a:extLst>
          </p:cNvPr>
          <p:cNvSpPr/>
          <p:nvPr/>
        </p:nvSpPr>
        <p:spPr>
          <a:xfrm>
            <a:off x="5586608" y="7965593"/>
            <a:ext cx="2696796" cy="1689941"/>
          </a:xfrm>
          <a:custGeom>
            <a:avLst/>
            <a:gdLst>
              <a:gd name="connsiteX0" fmla="*/ 0 w 2696796"/>
              <a:gd name="connsiteY0" fmla="*/ 422485 h 1689941"/>
              <a:gd name="connsiteX1" fmla="*/ 1851826 w 2696796"/>
              <a:gd name="connsiteY1" fmla="*/ 422485 h 1689941"/>
              <a:gd name="connsiteX2" fmla="*/ 1851826 w 2696796"/>
              <a:gd name="connsiteY2" fmla="*/ 0 h 1689941"/>
              <a:gd name="connsiteX3" fmla="*/ 2696796 w 2696796"/>
              <a:gd name="connsiteY3" fmla="*/ 844971 h 1689941"/>
              <a:gd name="connsiteX4" fmla="*/ 1851826 w 2696796"/>
              <a:gd name="connsiteY4" fmla="*/ 1689941 h 1689941"/>
              <a:gd name="connsiteX5" fmla="*/ 1851826 w 2696796"/>
              <a:gd name="connsiteY5" fmla="*/ 1267456 h 1689941"/>
              <a:gd name="connsiteX6" fmla="*/ 0 w 2696796"/>
              <a:gd name="connsiteY6" fmla="*/ 1267456 h 1689941"/>
              <a:gd name="connsiteX7" fmla="*/ 0 w 2696796"/>
              <a:gd name="connsiteY7" fmla="*/ 422485 h 1689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6796" h="1689941" fill="none" extrusionOk="0">
                <a:moveTo>
                  <a:pt x="0" y="422485"/>
                </a:moveTo>
                <a:cubicBezTo>
                  <a:pt x="750059" y="538289"/>
                  <a:pt x="1374274" y="509958"/>
                  <a:pt x="1851826" y="422485"/>
                </a:cubicBezTo>
                <a:cubicBezTo>
                  <a:pt x="1837742" y="317939"/>
                  <a:pt x="1819521" y="86815"/>
                  <a:pt x="1851826" y="0"/>
                </a:cubicBezTo>
                <a:cubicBezTo>
                  <a:pt x="2055125" y="337359"/>
                  <a:pt x="2355223" y="517283"/>
                  <a:pt x="2696796" y="844971"/>
                </a:cubicBezTo>
                <a:cubicBezTo>
                  <a:pt x="2529130" y="935746"/>
                  <a:pt x="1941185" y="1523172"/>
                  <a:pt x="1851826" y="1689941"/>
                </a:cubicBezTo>
                <a:cubicBezTo>
                  <a:pt x="1860372" y="1627371"/>
                  <a:pt x="1879261" y="1353147"/>
                  <a:pt x="1851826" y="1267456"/>
                </a:cubicBezTo>
                <a:cubicBezTo>
                  <a:pt x="933186" y="1162485"/>
                  <a:pt x="808602" y="1165236"/>
                  <a:pt x="0" y="1267456"/>
                </a:cubicBezTo>
                <a:cubicBezTo>
                  <a:pt x="31610" y="880851"/>
                  <a:pt x="-14985" y="712018"/>
                  <a:pt x="0" y="422485"/>
                </a:cubicBezTo>
                <a:close/>
              </a:path>
              <a:path w="2696796" h="1689941" stroke="0" extrusionOk="0">
                <a:moveTo>
                  <a:pt x="0" y="422485"/>
                </a:moveTo>
                <a:cubicBezTo>
                  <a:pt x="813686" y="377686"/>
                  <a:pt x="1468457" y="388744"/>
                  <a:pt x="1851826" y="422485"/>
                </a:cubicBezTo>
                <a:cubicBezTo>
                  <a:pt x="1875898" y="270205"/>
                  <a:pt x="1879465" y="54995"/>
                  <a:pt x="1851826" y="0"/>
                </a:cubicBezTo>
                <a:cubicBezTo>
                  <a:pt x="2253481" y="267547"/>
                  <a:pt x="2577189" y="613101"/>
                  <a:pt x="2696796" y="844971"/>
                </a:cubicBezTo>
                <a:cubicBezTo>
                  <a:pt x="2387423" y="1230962"/>
                  <a:pt x="2048119" y="1445984"/>
                  <a:pt x="1851826" y="1689941"/>
                </a:cubicBezTo>
                <a:cubicBezTo>
                  <a:pt x="1878023" y="1627206"/>
                  <a:pt x="1880690" y="1324605"/>
                  <a:pt x="1851826" y="1267456"/>
                </a:cubicBezTo>
                <a:cubicBezTo>
                  <a:pt x="1381968" y="1101894"/>
                  <a:pt x="725925" y="1125102"/>
                  <a:pt x="0" y="1267456"/>
                </a:cubicBezTo>
                <a:cubicBezTo>
                  <a:pt x="-29062" y="886853"/>
                  <a:pt x="-43012" y="569395"/>
                  <a:pt x="0" y="422485"/>
                </a:cubicBezTo>
                <a:close/>
              </a:path>
            </a:pathLst>
          </a:custGeom>
          <a:solidFill>
            <a:srgbClr val="64A4A3"/>
          </a:solidFill>
          <a:ln>
            <a:solidFill>
              <a:srgbClr val="64A4A3"/>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6" name="フリーフォーム: 図形 45">
            <a:extLst>
              <a:ext uri="{FF2B5EF4-FFF2-40B4-BE49-F238E27FC236}">
                <a16:creationId xmlns:a16="http://schemas.microsoft.com/office/drawing/2014/main" id="{6C0FD5AB-5B5F-7AA0-6FBC-206214218608}"/>
              </a:ext>
            </a:extLst>
          </p:cNvPr>
          <p:cNvSpPr/>
          <p:nvPr/>
        </p:nvSpPr>
        <p:spPr>
          <a:xfrm>
            <a:off x="793952" y="4466906"/>
            <a:ext cx="3686175" cy="830102"/>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solidFill>
            <a:srgbClr val="64A4A3"/>
          </a:solidFill>
          <a:ln w="38100">
            <a:solidFill>
              <a:srgbClr val="64A4A3"/>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nvGrpSpPr>
          <p:cNvPr id="9" name="グループ化 8">
            <a:extLst>
              <a:ext uri="{FF2B5EF4-FFF2-40B4-BE49-F238E27FC236}">
                <a16:creationId xmlns:a16="http://schemas.microsoft.com/office/drawing/2014/main" id="{79366D17-C6F6-2F7E-0C8E-D7CA4265F094}"/>
              </a:ext>
            </a:extLst>
          </p:cNvPr>
          <p:cNvGrpSpPr/>
          <p:nvPr/>
        </p:nvGrpSpPr>
        <p:grpSpPr>
          <a:xfrm>
            <a:off x="11620311" y="7721874"/>
            <a:ext cx="1299785" cy="1384718"/>
            <a:chOff x="5897144" y="3284788"/>
            <a:chExt cx="866523" cy="923145"/>
          </a:xfrm>
          <a:solidFill>
            <a:srgbClr val="64A4A3"/>
          </a:solidFill>
        </p:grpSpPr>
        <p:sp>
          <p:nvSpPr>
            <p:cNvPr id="47" name="フリーフォーム: 図形 46">
              <a:extLst>
                <a:ext uri="{FF2B5EF4-FFF2-40B4-BE49-F238E27FC236}">
                  <a16:creationId xmlns:a16="http://schemas.microsoft.com/office/drawing/2014/main" id="{128A1380-4083-A4AF-A9AF-53345AAABDF1}"/>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8" name="フリーフォーム: 図形 47">
              <a:extLst>
                <a:ext uri="{FF2B5EF4-FFF2-40B4-BE49-F238E27FC236}">
                  <a16:creationId xmlns:a16="http://schemas.microsoft.com/office/drawing/2014/main" id="{0F60FF85-8B94-7CA7-28BD-EE9A8905975E}"/>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9" name="フリーフォーム: 図形 48">
              <a:extLst>
                <a:ext uri="{FF2B5EF4-FFF2-40B4-BE49-F238E27FC236}">
                  <a16:creationId xmlns:a16="http://schemas.microsoft.com/office/drawing/2014/main" id="{C44C3672-6F4A-8A28-B2E1-FDAAD4B9653C}"/>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0" name="フリーフォーム: 図形 49">
              <a:extLst>
                <a:ext uri="{FF2B5EF4-FFF2-40B4-BE49-F238E27FC236}">
                  <a16:creationId xmlns:a16="http://schemas.microsoft.com/office/drawing/2014/main" id="{21E955EA-67B5-7ECC-CB8F-3C3E4686AE8A}"/>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1" name="フリーフォーム: 図形 50">
              <a:extLst>
                <a:ext uri="{FF2B5EF4-FFF2-40B4-BE49-F238E27FC236}">
                  <a16:creationId xmlns:a16="http://schemas.microsoft.com/office/drawing/2014/main" id="{BDF494D2-1DAE-AEB3-A146-38DB5558CB4C}"/>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spTree>
    <p:extLst>
      <p:ext uri="{BB962C8B-B14F-4D97-AF65-F5344CB8AC3E}">
        <p14:creationId xmlns:p14="http://schemas.microsoft.com/office/powerpoint/2010/main" val="1799079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A62966E-E008-9DDC-DD95-31FEDECDAB7B}"/>
              </a:ext>
            </a:extLst>
          </p:cNvPr>
          <p:cNvSpPr>
            <a:spLocks noGrp="1"/>
          </p:cNvSpPr>
          <p:nvPr>
            <p:ph type="body" sz="quarter" idx="11"/>
          </p:nvPr>
        </p:nvSpPr>
        <p:spPr/>
        <p:txBody>
          <a:bodyPr>
            <a:normAutofit/>
          </a:bodyPr>
          <a:lstStyle/>
          <a:p>
            <a:r>
              <a:rPr kumimoji="1" lang="ja-JP" altLang="en-US" dirty="0"/>
              <a:t>良く使う図形パターン</a:t>
            </a:r>
          </a:p>
        </p:txBody>
      </p:sp>
      <p:sp>
        <p:nvSpPr>
          <p:cNvPr id="5" name="楕円 4">
            <a:extLst>
              <a:ext uri="{FF2B5EF4-FFF2-40B4-BE49-F238E27FC236}">
                <a16:creationId xmlns:a16="http://schemas.microsoft.com/office/drawing/2014/main" id="{A0811D00-B639-7D58-D363-8290AD29E62C}"/>
              </a:ext>
            </a:extLst>
          </p:cNvPr>
          <p:cNvSpPr/>
          <p:nvPr/>
        </p:nvSpPr>
        <p:spPr>
          <a:xfrm>
            <a:off x="4184884" y="202240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6" name="テキスト ボックス 5">
            <a:extLst>
              <a:ext uri="{FF2B5EF4-FFF2-40B4-BE49-F238E27FC236}">
                <a16:creationId xmlns:a16="http://schemas.microsoft.com/office/drawing/2014/main" id="{CEE3C2FA-C4E2-9188-98AB-D6750654E01E}"/>
              </a:ext>
            </a:extLst>
          </p:cNvPr>
          <p:cNvSpPr txBox="1"/>
          <p:nvPr/>
        </p:nvSpPr>
        <p:spPr>
          <a:xfrm>
            <a:off x="4133428" y="2845245"/>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①</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ひとつめ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sp>
        <p:nvSpPr>
          <p:cNvPr id="7" name="楕円 6">
            <a:extLst>
              <a:ext uri="{FF2B5EF4-FFF2-40B4-BE49-F238E27FC236}">
                <a16:creationId xmlns:a16="http://schemas.microsoft.com/office/drawing/2014/main" id="{F600B182-1E03-FE3F-38CF-BE77E0F38AC6}"/>
              </a:ext>
            </a:extLst>
          </p:cNvPr>
          <p:cNvSpPr/>
          <p:nvPr/>
        </p:nvSpPr>
        <p:spPr>
          <a:xfrm>
            <a:off x="2147695" y="542755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8" name="テキスト ボックス 7">
            <a:extLst>
              <a:ext uri="{FF2B5EF4-FFF2-40B4-BE49-F238E27FC236}">
                <a16:creationId xmlns:a16="http://schemas.microsoft.com/office/drawing/2014/main" id="{80636C0C-4196-FBC8-E6B1-2A2B6B9C99B7}"/>
              </a:ext>
            </a:extLst>
          </p:cNvPr>
          <p:cNvSpPr txBox="1"/>
          <p:nvPr/>
        </p:nvSpPr>
        <p:spPr>
          <a:xfrm>
            <a:off x="2024176" y="6275208"/>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③</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みっつめ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sp>
        <p:nvSpPr>
          <p:cNvPr id="9" name="楕円 8">
            <a:extLst>
              <a:ext uri="{FF2B5EF4-FFF2-40B4-BE49-F238E27FC236}">
                <a16:creationId xmlns:a16="http://schemas.microsoft.com/office/drawing/2014/main" id="{11B58024-0DF9-700C-3393-339C7F03622C}"/>
              </a:ext>
            </a:extLst>
          </p:cNvPr>
          <p:cNvSpPr/>
          <p:nvPr/>
        </p:nvSpPr>
        <p:spPr>
          <a:xfrm>
            <a:off x="6272491" y="540850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0" name="テキスト ボックス 9">
            <a:extLst>
              <a:ext uri="{FF2B5EF4-FFF2-40B4-BE49-F238E27FC236}">
                <a16:creationId xmlns:a16="http://schemas.microsoft.com/office/drawing/2014/main" id="{7E243A9B-ED86-339C-E2EB-EFDFA00CF9EF}"/>
              </a:ext>
            </a:extLst>
          </p:cNvPr>
          <p:cNvSpPr txBox="1"/>
          <p:nvPr/>
        </p:nvSpPr>
        <p:spPr>
          <a:xfrm>
            <a:off x="6191896" y="6261975"/>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➁</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ふたつめ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27510278-8BCC-2772-B7D4-6900CC651828}"/>
              </a:ext>
            </a:extLst>
          </p:cNvPr>
          <p:cNvGrpSpPr/>
          <p:nvPr/>
        </p:nvGrpSpPr>
        <p:grpSpPr>
          <a:xfrm flipV="1">
            <a:off x="7656401" y="3988125"/>
            <a:ext cx="1200356" cy="1439429"/>
            <a:chOff x="2664127" y="3374455"/>
            <a:chExt cx="1201975" cy="1567649"/>
          </a:xfrm>
          <a:solidFill>
            <a:srgbClr val="64A4A3"/>
          </a:solidFill>
        </p:grpSpPr>
        <p:sp>
          <p:nvSpPr>
            <p:cNvPr id="12" name="二等辺三角形 11">
              <a:extLst>
                <a:ext uri="{FF2B5EF4-FFF2-40B4-BE49-F238E27FC236}">
                  <a16:creationId xmlns:a16="http://schemas.microsoft.com/office/drawing/2014/main" id="{88C38720-FF04-C2D5-1BFB-D6E04C389897}"/>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3" name="フリーフォーム: 図形 12">
              <a:extLst>
                <a:ext uri="{FF2B5EF4-FFF2-40B4-BE49-F238E27FC236}">
                  <a16:creationId xmlns:a16="http://schemas.microsoft.com/office/drawing/2014/main" id="{DCA25AA5-6EC2-3A91-C987-1FA6D6720F6A}"/>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4" name="グループ化 13">
            <a:extLst>
              <a:ext uri="{FF2B5EF4-FFF2-40B4-BE49-F238E27FC236}">
                <a16:creationId xmlns:a16="http://schemas.microsoft.com/office/drawing/2014/main" id="{39545FA0-67FF-9A70-C888-13A69A398782}"/>
              </a:ext>
            </a:extLst>
          </p:cNvPr>
          <p:cNvGrpSpPr/>
          <p:nvPr/>
        </p:nvGrpSpPr>
        <p:grpSpPr>
          <a:xfrm rot="7241964" flipV="1">
            <a:off x="5188908" y="7778500"/>
            <a:ext cx="1200356" cy="1439429"/>
            <a:chOff x="2664127" y="3374455"/>
            <a:chExt cx="1201975" cy="1567649"/>
          </a:xfrm>
          <a:solidFill>
            <a:srgbClr val="64A4A3"/>
          </a:solidFill>
        </p:grpSpPr>
        <p:sp>
          <p:nvSpPr>
            <p:cNvPr id="15" name="二等辺三角形 14">
              <a:extLst>
                <a:ext uri="{FF2B5EF4-FFF2-40B4-BE49-F238E27FC236}">
                  <a16:creationId xmlns:a16="http://schemas.microsoft.com/office/drawing/2014/main" id="{3767BD8E-FB78-2A44-9179-41A94C34D17A}"/>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6" name="フリーフォーム: 図形 15">
              <a:extLst>
                <a:ext uri="{FF2B5EF4-FFF2-40B4-BE49-F238E27FC236}">
                  <a16:creationId xmlns:a16="http://schemas.microsoft.com/office/drawing/2014/main" id="{55A6798D-20C7-E00B-7A02-153B6F17D07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7" name="グループ化 16">
            <a:extLst>
              <a:ext uri="{FF2B5EF4-FFF2-40B4-BE49-F238E27FC236}">
                <a16:creationId xmlns:a16="http://schemas.microsoft.com/office/drawing/2014/main" id="{1CC218CC-EEBC-1865-D9BB-837546C65874}"/>
              </a:ext>
            </a:extLst>
          </p:cNvPr>
          <p:cNvGrpSpPr/>
          <p:nvPr/>
        </p:nvGrpSpPr>
        <p:grpSpPr>
          <a:xfrm rot="14081671" flipV="1">
            <a:off x="3008535" y="3805423"/>
            <a:ext cx="1200356" cy="1439429"/>
            <a:chOff x="2664127" y="3374455"/>
            <a:chExt cx="1201975" cy="1567649"/>
          </a:xfrm>
          <a:solidFill>
            <a:srgbClr val="64A4A3"/>
          </a:solidFill>
        </p:grpSpPr>
        <p:sp>
          <p:nvSpPr>
            <p:cNvPr id="18" name="二等辺三角形 17">
              <a:extLst>
                <a:ext uri="{FF2B5EF4-FFF2-40B4-BE49-F238E27FC236}">
                  <a16:creationId xmlns:a16="http://schemas.microsoft.com/office/drawing/2014/main" id="{F2F7520D-B9C9-EE46-43C0-1974C9EE110E}"/>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9" name="フリーフォーム: 図形 18">
              <a:extLst>
                <a:ext uri="{FF2B5EF4-FFF2-40B4-BE49-F238E27FC236}">
                  <a16:creationId xmlns:a16="http://schemas.microsoft.com/office/drawing/2014/main" id="{91521E69-6981-7659-CD42-1242DA64643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sp>
        <p:nvSpPr>
          <p:cNvPr id="21" name="テキスト ボックス 20">
            <a:extLst>
              <a:ext uri="{FF2B5EF4-FFF2-40B4-BE49-F238E27FC236}">
                <a16:creationId xmlns:a16="http://schemas.microsoft.com/office/drawing/2014/main" id="{DBABD0C2-66B5-256B-4604-E348FEFAC56D}"/>
              </a:ext>
            </a:extLst>
          </p:cNvPr>
          <p:cNvSpPr txBox="1"/>
          <p:nvPr/>
        </p:nvSpPr>
        <p:spPr>
          <a:xfrm>
            <a:off x="8172533" y="4335169"/>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D3D28F20-D312-FC56-A45A-9A9DD0F018F0}"/>
              </a:ext>
            </a:extLst>
          </p:cNvPr>
          <p:cNvSpPr txBox="1"/>
          <p:nvPr/>
        </p:nvSpPr>
        <p:spPr>
          <a:xfrm>
            <a:off x="4750090" y="8830626"/>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032857B8-91F1-CA95-91BD-24CB159AB079}"/>
              </a:ext>
            </a:extLst>
          </p:cNvPr>
          <p:cNvSpPr txBox="1"/>
          <p:nvPr/>
        </p:nvSpPr>
        <p:spPr>
          <a:xfrm>
            <a:off x="924026" y="4403562"/>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5" name="楕円 24">
            <a:extLst>
              <a:ext uri="{FF2B5EF4-FFF2-40B4-BE49-F238E27FC236}">
                <a16:creationId xmlns:a16="http://schemas.microsoft.com/office/drawing/2014/main" id="{FA69373F-043A-BD62-065E-9238200A2914}"/>
              </a:ext>
            </a:extLst>
          </p:cNvPr>
          <p:cNvSpPr/>
          <p:nvPr/>
        </p:nvSpPr>
        <p:spPr>
          <a:xfrm>
            <a:off x="11193983" y="2476893"/>
            <a:ext cx="485775" cy="485775"/>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6" name="楕円 25">
            <a:extLst>
              <a:ext uri="{FF2B5EF4-FFF2-40B4-BE49-F238E27FC236}">
                <a16:creationId xmlns:a16="http://schemas.microsoft.com/office/drawing/2014/main" id="{47A74F06-9B64-1B4A-43BA-C938BE525936}"/>
              </a:ext>
            </a:extLst>
          </p:cNvPr>
          <p:cNvSpPr/>
          <p:nvPr/>
        </p:nvSpPr>
        <p:spPr>
          <a:xfrm>
            <a:off x="12162225" y="2476668"/>
            <a:ext cx="486000" cy="486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27" name="楕円 26">
            <a:extLst>
              <a:ext uri="{FF2B5EF4-FFF2-40B4-BE49-F238E27FC236}">
                <a16:creationId xmlns:a16="http://schemas.microsoft.com/office/drawing/2014/main" id="{804C8D84-DF1A-9E36-6B35-4F08C09A0AEE}"/>
              </a:ext>
            </a:extLst>
          </p:cNvPr>
          <p:cNvSpPr/>
          <p:nvPr/>
        </p:nvSpPr>
        <p:spPr>
          <a:xfrm>
            <a:off x="11595549" y="3247604"/>
            <a:ext cx="514350" cy="499901"/>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8" name="楕円 27">
            <a:extLst>
              <a:ext uri="{FF2B5EF4-FFF2-40B4-BE49-F238E27FC236}">
                <a16:creationId xmlns:a16="http://schemas.microsoft.com/office/drawing/2014/main" id="{57C0E608-BA74-F485-BAE3-702170BC32CC}"/>
              </a:ext>
            </a:extLst>
          </p:cNvPr>
          <p:cNvSpPr/>
          <p:nvPr/>
        </p:nvSpPr>
        <p:spPr>
          <a:xfrm>
            <a:off x="12792395" y="4590541"/>
            <a:ext cx="4352231" cy="1854809"/>
          </a:xfrm>
          <a:custGeom>
            <a:avLst/>
            <a:gdLst>
              <a:gd name="connsiteX0" fmla="*/ 0 w 4352231"/>
              <a:gd name="connsiteY0" fmla="*/ 927405 h 1854809"/>
              <a:gd name="connsiteX1" fmla="*/ 2176116 w 4352231"/>
              <a:gd name="connsiteY1" fmla="*/ 0 h 1854809"/>
              <a:gd name="connsiteX2" fmla="*/ 4352232 w 4352231"/>
              <a:gd name="connsiteY2" fmla="*/ 927405 h 1854809"/>
              <a:gd name="connsiteX3" fmla="*/ 2176116 w 4352231"/>
              <a:gd name="connsiteY3" fmla="*/ 1854810 h 1854809"/>
              <a:gd name="connsiteX4" fmla="*/ 0 w 4352231"/>
              <a:gd name="connsiteY4" fmla="*/ 927405 h 185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2231" h="1854809" fill="none" extrusionOk="0">
                <a:moveTo>
                  <a:pt x="0" y="927405"/>
                </a:moveTo>
                <a:cubicBezTo>
                  <a:pt x="88957" y="330664"/>
                  <a:pt x="1036204" y="4086"/>
                  <a:pt x="2176116" y="0"/>
                </a:cubicBezTo>
                <a:cubicBezTo>
                  <a:pt x="3424330" y="79274"/>
                  <a:pt x="4334726" y="414837"/>
                  <a:pt x="4352232" y="927405"/>
                </a:cubicBezTo>
                <a:cubicBezTo>
                  <a:pt x="4538447" y="1466601"/>
                  <a:pt x="3219053" y="1782293"/>
                  <a:pt x="2176116" y="1854810"/>
                </a:cubicBezTo>
                <a:cubicBezTo>
                  <a:pt x="964531" y="1857719"/>
                  <a:pt x="57048" y="1362262"/>
                  <a:pt x="0" y="927405"/>
                </a:cubicBezTo>
                <a:close/>
              </a:path>
              <a:path w="4352231" h="1854809" stroke="0" extrusionOk="0">
                <a:moveTo>
                  <a:pt x="0" y="927405"/>
                </a:moveTo>
                <a:cubicBezTo>
                  <a:pt x="-13236" y="438434"/>
                  <a:pt x="897001" y="-31912"/>
                  <a:pt x="2176116" y="0"/>
                </a:cubicBezTo>
                <a:cubicBezTo>
                  <a:pt x="3410746" y="-4841"/>
                  <a:pt x="4332356" y="451413"/>
                  <a:pt x="4352232" y="927405"/>
                </a:cubicBezTo>
                <a:cubicBezTo>
                  <a:pt x="4293016" y="1459389"/>
                  <a:pt x="3346187" y="1892372"/>
                  <a:pt x="2176116" y="1854810"/>
                </a:cubicBezTo>
                <a:cubicBezTo>
                  <a:pt x="1017127" y="1827082"/>
                  <a:pt x="-51413" y="1451390"/>
                  <a:pt x="0" y="927405"/>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9" name="楕円 28">
            <a:extLst>
              <a:ext uri="{FF2B5EF4-FFF2-40B4-BE49-F238E27FC236}">
                <a16:creationId xmlns:a16="http://schemas.microsoft.com/office/drawing/2014/main" id="{11994F12-90A6-E96A-5BE6-5E9F08D17B74}"/>
              </a:ext>
            </a:extLst>
          </p:cNvPr>
          <p:cNvSpPr/>
          <p:nvPr/>
        </p:nvSpPr>
        <p:spPr>
          <a:xfrm>
            <a:off x="14277877" y="2351718"/>
            <a:ext cx="3352691" cy="3265911"/>
          </a:xfrm>
          <a:custGeom>
            <a:avLst/>
            <a:gdLst>
              <a:gd name="connsiteX0" fmla="*/ 0 w 3352691"/>
              <a:gd name="connsiteY0" fmla="*/ 1632956 h 3265911"/>
              <a:gd name="connsiteX1" fmla="*/ 1676346 w 3352691"/>
              <a:gd name="connsiteY1" fmla="*/ 0 h 3265911"/>
              <a:gd name="connsiteX2" fmla="*/ 3352692 w 3352691"/>
              <a:gd name="connsiteY2" fmla="*/ 1632956 h 3265911"/>
              <a:gd name="connsiteX3" fmla="*/ 1676346 w 3352691"/>
              <a:gd name="connsiteY3" fmla="*/ 3265912 h 3265911"/>
              <a:gd name="connsiteX4" fmla="*/ 0 w 3352691"/>
              <a:gd name="connsiteY4" fmla="*/ 1632956 h 3265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691" h="3265911" fill="none" extrusionOk="0">
                <a:moveTo>
                  <a:pt x="0" y="1632956"/>
                </a:moveTo>
                <a:cubicBezTo>
                  <a:pt x="-97699" y="748535"/>
                  <a:pt x="738675" y="32818"/>
                  <a:pt x="1676346" y="0"/>
                </a:cubicBezTo>
                <a:cubicBezTo>
                  <a:pt x="2462672" y="-52220"/>
                  <a:pt x="3428322" y="768244"/>
                  <a:pt x="3352692" y="1632956"/>
                </a:cubicBezTo>
                <a:cubicBezTo>
                  <a:pt x="3420273" y="2363079"/>
                  <a:pt x="2615245" y="3285864"/>
                  <a:pt x="1676346" y="3265912"/>
                </a:cubicBezTo>
                <a:cubicBezTo>
                  <a:pt x="769438" y="3282794"/>
                  <a:pt x="48290" y="2512588"/>
                  <a:pt x="0" y="1632956"/>
                </a:cubicBezTo>
                <a:close/>
              </a:path>
              <a:path w="3352691" h="3265911" stroke="0" extrusionOk="0">
                <a:moveTo>
                  <a:pt x="0" y="1632956"/>
                </a:moveTo>
                <a:cubicBezTo>
                  <a:pt x="46380" y="805402"/>
                  <a:pt x="750896" y="-39621"/>
                  <a:pt x="1676346" y="0"/>
                </a:cubicBezTo>
                <a:cubicBezTo>
                  <a:pt x="2634870" y="157129"/>
                  <a:pt x="3332799" y="717393"/>
                  <a:pt x="3352692" y="1632956"/>
                </a:cubicBezTo>
                <a:cubicBezTo>
                  <a:pt x="3359065" y="2487079"/>
                  <a:pt x="2599756" y="3181794"/>
                  <a:pt x="1676346" y="3265912"/>
                </a:cubicBezTo>
                <a:cubicBezTo>
                  <a:pt x="754001" y="3248309"/>
                  <a:pt x="16605" y="2464779"/>
                  <a:pt x="0" y="1632956"/>
                </a:cubicBezTo>
                <a:close/>
              </a:path>
            </a:pathLst>
          </a:custGeom>
          <a:solidFill>
            <a:srgbClr val="64A4A3"/>
          </a:solidFill>
          <a:ln>
            <a:solidFill>
              <a:srgbClr val="64A4A3"/>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700" b="1" dirty="0">
                <a:solidFill>
                  <a:schemeClr val="bg1"/>
                </a:solidFill>
                <a:latin typeface="游ゴシック" panose="020B0400000000000000" pitchFamily="50" charset="-128"/>
                <a:ea typeface="游ゴシック" panose="020B0400000000000000" pitchFamily="50" charset="-128"/>
              </a:rPr>
              <a:t> </a:t>
            </a:r>
            <a:r>
              <a:rPr lang="ja-JP" altLang="en-US" sz="4200" b="1" dirty="0">
                <a:solidFill>
                  <a:schemeClr val="bg1"/>
                </a:solidFill>
                <a:latin typeface="游ゴシック" panose="020B0400000000000000" pitchFamily="50" charset="-128"/>
                <a:ea typeface="游ゴシック" panose="020B0400000000000000" pitchFamily="50" charset="-128"/>
              </a:rPr>
              <a:t>何か</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2700" dirty="0">
                <a:solidFill>
                  <a:schemeClr val="bg1"/>
                </a:solidFill>
                <a:latin typeface="+mn-ea"/>
              </a:rPr>
              <a:t>メッセージ</a:t>
            </a:r>
            <a:endParaRPr lang="ja-JP" altLang="en-US" dirty="0">
              <a:solidFill>
                <a:schemeClr val="bg1"/>
              </a:solidFill>
              <a:latin typeface="+mn-ea"/>
            </a:endParaRPr>
          </a:p>
        </p:txBody>
      </p:sp>
      <p:sp>
        <p:nvSpPr>
          <p:cNvPr id="30" name="正方形/長方形 29">
            <a:extLst>
              <a:ext uri="{FF2B5EF4-FFF2-40B4-BE49-F238E27FC236}">
                <a16:creationId xmlns:a16="http://schemas.microsoft.com/office/drawing/2014/main" id="{9B369ACC-5757-B80B-61BF-EC839E501C38}"/>
              </a:ext>
            </a:extLst>
          </p:cNvPr>
          <p:cNvSpPr/>
          <p:nvPr/>
        </p:nvSpPr>
        <p:spPr>
          <a:xfrm rot="20169432">
            <a:off x="13193370" y="5255011"/>
            <a:ext cx="4740048" cy="251132"/>
          </a:xfrm>
          <a:custGeom>
            <a:avLst/>
            <a:gdLst>
              <a:gd name="connsiteX0" fmla="*/ 0 w 4740048"/>
              <a:gd name="connsiteY0" fmla="*/ 0 h 251132"/>
              <a:gd name="connsiteX1" fmla="*/ 4740048 w 4740048"/>
              <a:gd name="connsiteY1" fmla="*/ 0 h 251132"/>
              <a:gd name="connsiteX2" fmla="*/ 4740048 w 4740048"/>
              <a:gd name="connsiteY2" fmla="*/ 251132 h 251132"/>
              <a:gd name="connsiteX3" fmla="*/ 0 w 4740048"/>
              <a:gd name="connsiteY3" fmla="*/ 251132 h 251132"/>
              <a:gd name="connsiteX4" fmla="*/ 0 w 4740048"/>
              <a:gd name="connsiteY4" fmla="*/ 0 h 251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0048" h="251132" fill="none" extrusionOk="0">
                <a:moveTo>
                  <a:pt x="0" y="0"/>
                </a:moveTo>
                <a:cubicBezTo>
                  <a:pt x="1734634" y="-130857"/>
                  <a:pt x="3117599" y="63250"/>
                  <a:pt x="4740048" y="0"/>
                </a:cubicBezTo>
                <a:cubicBezTo>
                  <a:pt x="4755970" y="41621"/>
                  <a:pt x="4740267" y="197754"/>
                  <a:pt x="4740048" y="251132"/>
                </a:cubicBezTo>
                <a:cubicBezTo>
                  <a:pt x="3980916" y="305796"/>
                  <a:pt x="1888052" y="299234"/>
                  <a:pt x="0" y="251132"/>
                </a:cubicBezTo>
                <a:cubicBezTo>
                  <a:pt x="4336" y="213336"/>
                  <a:pt x="-10589" y="59554"/>
                  <a:pt x="0" y="0"/>
                </a:cubicBezTo>
                <a:close/>
              </a:path>
              <a:path w="4740048" h="251132" stroke="0" extrusionOk="0">
                <a:moveTo>
                  <a:pt x="0" y="0"/>
                </a:moveTo>
                <a:cubicBezTo>
                  <a:pt x="1979577" y="93023"/>
                  <a:pt x="3628114" y="111448"/>
                  <a:pt x="4740048" y="0"/>
                </a:cubicBezTo>
                <a:cubicBezTo>
                  <a:pt x="4752646" y="86854"/>
                  <a:pt x="4755007" y="191159"/>
                  <a:pt x="4740048" y="251132"/>
                </a:cubicBezTo>
                <a:cubicBezTo>
                  <a:pt x="4207713" y="249248"/>
                  <a:pt x="2324524" y="327263"/>
                  <a:pt x="0" y="251132"/>
                </a:cubicBezTo>
                <a:cubicBezTo>
                  <a:pt x="-18793" y="149885"/>
                  <a:pt x="-20569" y="84404"/>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31" name="十字形 30">
            <a:extLst>
              <a:ext uri="{FF2B5EF4-FFF2-40B4-BE49-F238E27FC236}">
                <a16:creationId xmlns:a16="http://schemas.microsoft.com/office/drawing/2014/main" id="{AE6B2308-93E3-CE3B-D6A4-F65B8B44608F}"/>
              </a:ext>
            </a:extLst>
          </p:cNvPr>
          <p:cNvSpPr/>
          <p:nvPr/>
        </p:nvSpPr>
        <p:spPr>
          <a:xfrm rot="2590055">
            <a:off x="12398882" y="6619589"/>
            <a:ext cx="2804579" cy="2829827"/>
          </a:xfrm>
          <a:custGeom>
            <a:avLst/>
            <a:gdLst>
              <a:gd name="connsiteX0" fmla="*/ 0 w 2804579"/>
              <a:gd name="connsiteY0" fmla="*/ 1307523 h 2829827"/>
              <a:gd name="connsiteX1" fmla="*/ 1307523 w 2804579"/>
              <a:gd name="connsiteY1" fmla="*/ 1307523 h 2829827"/>
              <a:gd name="connsiteX2" fmla="*/ 1307523 w 2804579"/>
              <a:gd name="connsiteY2" fmla="*/ 0 h 2829827"/>
              <a:gd name="connsiteX3" fmla="*/ 1497056 w 2804579"/>
              <a:gd name="connsiteY3" fmla="*/ 0 h 2829827"/>
              <a:gd name="connsiteX4" fmla="*/ 1497056 w 2804579"/>
              <a:gd name="connsiteY4" fmla="*/ 1307523 h 2829827"/>
              <a:gd name="connsiteX5" fmla="*/ 2804579 w 2804579"/>
              <a:gd name="connsiteY5" fmla="*/ 1307523 h 2829827"/>
              <a:gd name="connsiteX6" fmla="*/ 2804579 w 2804579"/>
              <a:gd name="connsiteY6" fmla="*/ 1522304 h 2829827"/>
              <a:gd name="connsiteX7" fmla="*/ 1497056 w 2804579"/>
              <a:gd name="connsiteY7" fmla="*/ 1522304 h 2829827"/>
              <a:gd name="connsiteX8" fmla="*/ 1497056 w 2804579"/>
              <a:gd name="connsiteY8" fmla="*/ 2829827 h 2829827"/>
              <a:gd name="connsiteX9" fmla="*/ 1307523 w 2804579"/>
              <a:gd name="connsiteY9" fmla="*/ 2829827 h 2829827"/>
              <a:gd name="connsiteX10" fmla="*/ 1307523 w 2804579"/>
              <a:gd name="connsiteY10" fmla="*/ 1522304 h 2829827"/>
              <a:gd name="connsiteX11" fmla="*/ 0 w 2804579"/>
              <a:gd name="connsiteY11" fmla="*/ 1522304 h 2829827"/>
              <a:gd name="connsiteX12" fmla="*/ 0 w 2804579"/>
              <a:gd name="connsiteY12" fmla="*/ 1307523 h 282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04579" h="2829827" fill="none" extrusionOk="0">
                <a:moveTo>
                  <a:pt x="0" y="1307523"/>
                </a:moveTo>
                <a:cubicBezTo>
                  <a:pt x="546129" y="1353204"/>
                  <a:pt x="911528" y="1222900"/>
                  <a:pt x="1307523" y="1307523"/>
                </a:cubicBezTo>
                <a:cubicBezTo>
                  <a:pt x="1341216" y="1088394"/>
                  <a:pt x="1342035" y="206473"/>
                  <a:pt x="1307523" y="0"/>
                </a:cubicBezTo>
                <a:cubicBezTo>
                  <a:pt x="1369576" y="12874"/>
                  <a:pt x="1417781" y="10368"/>
                  <a:pt x="1497056" y="0"/>
                </a:cubicBezTo>
                <a:cubicBezTo>
                  <a:pt x="1415750" y="252949"/>
                  <a:pt x="1496548" y="1114016"/>
                  <a:pt x="1497056" y="1307523"/>
                </a:cubicBezTo>
                <a:cubicBezTo>
                  <a:pt x="1775166" y="1237105"/>
                  <a:pt x="2311653" y="1292227"/>
                  <a:pt x="2804579" y="1307523"/>
                </a:cubicBezTo>
                <a:cubicBezTo>
                  <a:pt x="2807269" y="1352914"/>
                  <a:pt x="2785612" y="1478252"/>
                  <a:pt x="2804579" y="1522304"/>
                </a:cubicBezTo>
                <a:cubicBezTo>
                  <a:pt x="2613178" y="1487643"/>
                  <a:pt x="1694709" y="1488030"/>
                  <a:pt x="1497056" y="1522304"/>
                </a:cubicBezTo>
                <a:cubicBezTo>
                  <a:pt x="1419620" y="1858364"/>
                  <a:pt x="1386465" y="2356596"/>
                  <a:pt x="1497056" y="2829827"/>
                </a:cubicBezTo>
                <a:cubicBezTo>
                  <a:pt x="1423672" y="2826318"/>
                  <a:pt x="1377315" y="2846623"/>
                  <a:pt x="1307523" y="2829827"/>
                </a:cubicBezTo>
                <a:cubicBezTo>
                  <a:pt x="1218376" y="2194120"/>
                  <a:pt x="1360294" y="1756082"/>
                  <a:pt x="1307523" y="1522304"/>
                </a:cubicBezTo>
                <a:cubicBezTo>
                  <a:pt x="718539" y="1520958"/>
                  <a:pt x="586764" y="1507087"/>
                  <a:pt x="0" y="1522304"/>
                </a:cubicBezTo>
                <a:cubicBezTo>
                  <a:pt x="-17792" y="1448935"/>
                  <a:pt x="-15342" y="1329404"/>
                  <a:pt x="0" y="1307523"/>
                </a:cubicBezTo>
                <a:close/>
              </a:path>
              <a:path w="2804579" h="2829827" stroke="0" extrusionOk="0">
                <a:moveTo>
                  <a:pt x="0" y="1307523"/>
                </a:moveTo>
                <a:cubicBezTo>
                  <a:pt x="563140" y="1203224"/>
                  <a:pt x="995196" y="1223847"/>
                  <a:pt x="1307523" y="1307523"/>
                </a:cubicBezTo>
                <a:cubicBezTo>
                  <a:pt x="1250057" y="671566"/>
                  <a:pt x="1261814" y="237231"/>
                  <a:pt x="1307523" y="0"/>
                </a:cubicBezTo>
                <a:cubicBezTo>
                  <a:pt x="1347624" y="13670"/>
                  <a:pt x="1426167" y="5277"/>
                  <a:pt x="1497056" y="0"/>
                </a:cubicBezTo>
                <a:cubicBezTo>
                  <a:pt x="1451848" y="379705"/>
                  <a:pt x="1471064" y="751305"/>
                  <a:pt x="1497056" y="1307523"/>
                </a:cubicBezTo>
                <a:cubicBezTo>
                  <a:pt x="1901207" y="1374512"/>
                  <a:pt x="2231359" y="1302522"/>
                  <a:pt x="2804579" y="1307523"/>
                </a:cubicBezTo>
                <a:cubicBezTo>
                  <a:pt x="2805706" y="1370535"/>
                  <a:pt x="2804669" y="1481285"/>
                  <a:pt x="2804579" y="1522304"/>
                </a:cubicBezTo>
                <a:cubicBezTo>
                  <a:pt x="2480120" y="1629485"/>
                  <a:pt x="1655909" y="1425656"/>
                  <a:pt x="1497056" y="1522304"/>
                </a:cubicBezTo>
                <a:cubicBezTo>
                  <a:pt x="1435266" y="1676934"/>
                  <a:pt x="1552363" y="2510066"/>
                  <a:pt x="1497056" y="2829827"/>
                </a:cubicBezTo>
                <a:cubicBezTo>
                  <a:pt x="1423552" y="2816915"/>
                  <a:pt x="1354516" y="2844796"/>
                  <a:pt x="1307523" y="2829827"/>
                </a:cubicBezTo>
                <a:cubicBezTo>
                  <a:pt x="1371595" y="2453642"/>
                  <a:pt x="1334464" y="1679310"/>
                  <a:pt x="1307523" y="1522304"/>
                </a:cubicBezTo>
                <a:cubicBezTo>
                  <a:pt x="826046" y="1499581"/>
                  <a:pt x="347693" y="1473210"/>
                  <a:pt x="0" y="1522304"/>
                </a:cubicBezTo>
                <a:cubicBezTo>
                  <a:pt x="592" y="1489249"/>
                  <a:pt x="615" y="1357665"/>
                  <a:pt x="0" y="1307523"/>
                </a:cubicBezTo>
                <a:close/>
              </a:path>
            </a:pathLst>
          </a:custGeom>
          <a:solidFill>
            <a:srgbClr val="64A4A3"/>
          </a:solidFill>
          <a:ln>
            <a:solidFill>
              <a:srgbClr val="64A4A3"/>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32" name="楕円 31">
            <a:extLst>
              <a:ext uri="{FF2B5EF4-FFF2-40B4-BE49-F238E27FC236}">
                <a16:creationId xmlns:a16="http://schemas.microsoft.com/office/drawing/2014/main" id="{4548D72B-CA5C-59FC-584F-E0EF5BBB25BA}"/>
              </a:ext>
            </a:extLst>
          </p:cNvPr>
          <p:cNvSpPr/>
          <p:nvPr/>
        </p:nvSpPr>
        <p:spPr>
          <a:xfrm>
            <a:off x="10636382" y="7189093"/>
            <a:ext cx="1880229" cy="1854809"/>
          </a:xfrm>
          <a:custGeom>
            <a:avLst/>
            <a:gdLst>
              <a:gd name="connsiteX0" fmla="*/ 0 w 1880229"/>
              <a:gd name="connsiteY0" fmla="*/ 927405 h 1854809"/>
              <a:gd name="connsiteX1" fmla="*/ 940115 w 1880229"/>
              <a:gd name="connsiteY1" fmla="*/ 0 h 1854809"/>
              <a:gd name="connsiteX2" fmla="*/ 1880230 w 1880229"/>
              <a:gd name="connsiteY2" fmla="*/ 927405 h 1854809"/>
              <a:gd name="connsiteX3" fmla="*/ 940115 w 1880229"/>
              <a:gd name="connsiteY3" fmla="*/ 1854810 h 1854809"/>
              <a:gd name="connsiteX4" fmla="*/ 0 w 1880229"/>
              <a:gd name="connsiteY4" fmla="*/ 927405 h 1854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0229" h="1854809" fill="none" extrusionOk="0">
                <a:moveTo>
                  <a:pt x="0" y="927405"/>
                </a:moveTo>
                <a:cubicBezTo>
                  <a:pt x="-31656" y="465265"/>
                  <a:pt x="380975" y="23539"/>
                  <a:pt x="940115" y="0"/>
                </a:cubicBezTo>
                <a:cubicBezTo>
                  <a:pt x="1409338" y="81906"/>
                  <a:pt x="1945919" y="359550"/>
                  <a:pt x="1880230" y="927405"/>
                </a:cubicBezTo>
                <a:cubicBezTo>
                  <a:pt x="1897146" y="1424287"/>
                  <a:pt x="1513839" y="1852201"/>
                  <a:pt x="940115" y="1854810"/>
                </a:cubicBezTo>
                <a:cubicBezTo>
                  <a:pt x="380899" y="1927985"/>
                  <a:pt x="37518" y="1380507"/>
                  <a:pt x="0" y="927405"/>
                </a:cubicBezTo>
                <a:close/>
              </a:path>
              <a:path w="1880229" h="1854809" stroke="0" extrusionOk="0">
                <a:moveTo>
                  <a:pt x="0" y="927405"/>
                </a:moveTo>
                <a:cubicBezTo>
                  <a:pt x="13242" y="429430"/>
                  <a:pt x="374410" y="60284"/>
                  <a:pt x="940115" y="0"/>
                </a:cubicBezTo>
                <a:cubicBezTo>
                  <a:pt x="1447961" y="-60579"/>
                  <a:pt x="1833167" y="413132"/>
                  <a:pt x="1880230" y="927405"/>
                </a:cubicBezTo>
                <a:cubicBezTo>
                  <a:pt x="1889290" y="1508620"/>
                  <a:pt x="1497226" y="1859062"/>
                  <a:pt x="940115" y="1854810"/>
                </a:cubicBezTo>
                <a:cubicBezTo>
                  <a:pt x="423948" y="1868344"/>
                  <a:pt x="75426" y="1470206"/>
                  <a:pt x="0" y="927405"/>
                </a:cubicBezTo>
                <a:close/>
              </a:path>
            </a:pathLst>
          </a:custGeom>
          <a:solidFill>
            <a:srgbClr val="64A4A3"/>
          </a:solidFill>
          <a:ln w="76200">
            <a:solidFill>
              <a:srgbClr val="64A4A3"/>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Tree>
    <p:extLst>
      <p:ext uri="{BB962C8B-B14F-4D97-AF65-F5344CB8AC3E}">
        <p14:creationId xmlns:p14="http://schemas.microsoft.com/office/powerpoint/2010/main" val="2731234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３つあることが一目でわかる</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706907" y="2991765"/>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6" name="正方形/長方形 5">
            <a:extLst>
              <a:ext uri="{FF2B5EF4-FFF2-40B4-BE49-F238E27FC236}">
                <a16:creationId xmlns:a16="http://schemas.microsoft.com/office/drawing/2014/main" id="{A6B3703F-3442-4C13-A424-26EDC78FA83C}"/>
              </a:ext>
            </a:extLst>
          </p:cNvPr>
          <p:cNvSpPr/>
          <p:nvPr/>
        </p:nvSpPr>
        <p:spPr>
          <a:xfrm>
            <a:off x="6472065" y="2981670"/>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7" name="正方形/長方形 6">
            <a:extLst>
              <a:ext uri="{FF2B5EF4-FFF2-40B4-BE49-F238E27FC236}">
                <a16:creationId xmlns:a16="http://schemas.microsoft.com/office/drawing/2014/main" id="{12938DBA-3C61-44F9-B40C-5EE6E7382AD8}"/>
              </a:ext>
            </a:extLst>
          </p:cNvPr>
          <p:cNvSpPr/>
          <p:nvPr/>
        </p:nvSpPr>
        <p:spPr>
          <a:xfrm>
            <a:off x="12197907" y="2991765"/>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96889"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6537153" y="3005557"/>
            <a:ext cx="1338828" cy="507831"/>
          </a:xfrm>
          <a:prstGeom prst="rect">
            <a:avLst/>
          </a:prstGeom>
          <a:noFill/>
        </p:spPr>
        <p:txBody>
          <a:bodyPr wrap="none" rtlCol="0">
            <a:spAutoFit/>
          </a:bodyPr>
          <a:lstStyle/>
          <a:p>
            <a:r>
              <a:rPr kumimoji="1"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719551"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6499666" y="3420558"/>
            <a:ext cx="3954929" cy="738664"/>
          </a:xfrm>
          <a:prstGeom prst="rect">
            <a:avLst/>
          </a:prstGeom>
          <a:noFill/>
        </p:spPr>
        <p:txBody>
          <a:bodyPr wrap="none" rtlCol="0">
            <a:spAutoFit/>
          </a:bodyPr>
          <a:lstStyle/>
          <a:p>
            <a:r>
              <a:rPr lang="ja-JP" altLang="en-US" sz="4200" b="1" dirty="0">
                <a:solidFill>
                  <a:srgbClr val="64A4A3"/>
                </a:solidFill>
                <a:latin typeface="游ゴシック" panose="020B0400000000000000" pitchFamily="50" charset="-128"/>
                <a:ea typeface="游ゴシック" panose="020B0400000000000000" pitchFamily="50" charset="-128"/>
              </a:rPr>
              <a:t>カードの見出し</a:t>
            </a:r>
            <a:endParaRPr kumimoji="1" lang="ja-JP" altLang="en-US" sz="4200" b="1" dirty="0">
              <a:solidFill>
                <a:srgbClr val="64A4A3"/>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12304028" y="3005557"/>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12222295"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1352494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順序関係がある場合は並列よりこちらが良い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カードのレイアウトテンプレートのアレンジ</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706906" y="2991765"/>
            <a:ext cx="6500603" cy="5179002"/>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6" name="正方形/長方形 5">
            <a:extLst>
              <a:ext uri="{FF2B5EF4-FFF2-40B4-BE49-F238E27FC236}">
                <a16:creationId xmlns:a16="http://schemas.microsoft.com/office/drawing/2014/main" id="{A6B3703F-3442-4C13-A424-26EDC78FA83C}"/>
              </a:ext>
            </a:extLst>
          </p:cNvPr>
          <p:cNvSpPr/>
          <p:nvPr/>
        </p:nvSpPr>
        <p:spPr>
          <a:xfrm>
            <a:off x="5963245" y="3711716"/>
            <a:ext cx="6500603" cy="5191656"/>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7" name="正方形/長方形 6">
            <a:extLst>
              <a:ext uri="{FF2B5EF4-FFF2-40B4-BE49-F238E27FC236}">
                <a16:creationId xmlns:a16="http://schemas.microsoft.com/office/drawing/2014/main" id="{12938DBA-3C61-44F9-B40C-5EE6E7382AD8}"/>
              </a:ext>
            </a:extLst>
          </p:cNvPr>
          <p:cNvSpPr/>
          <p:nvPr/>
        </p:nvSpPr>
        <p:spPr>
          <a:xfrm>
            <a:off x="11219584" y="4444320"/>
            <a:ext cx="6500603" cy="5191656"/>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96889"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6028334" y="3735602"/>
            <a:ext cx="1338828" cy="507831"/>
          </a:xfrm>
          <a:prstGeom prst="rect">
            <a:avLst/>
          </a:prstGeom>
          <a:noFill/>
        </p:spPr>
        <p:txBody>
          <a:bodyPr wrap="none" rtlCol="0">
            <a:spAutoFit/>
          </a:bodyPr>
          <a:lstStyle/>
          <a:p>
            <a:r>
              <a:rPr kumimoji="1"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719551"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5990846" y="4150604"/>
            <a:ext cx="3954929" cy="738664"/>
          </a:xfrm>
          <a:prstGeom prst="rect">
            <a:avLst/>
          </a:prstGeom>
          <a:noFill/>
        </p:spPr>
        <p:txBody>
          <a:bodyPr wrap="none" rtlCol="0">
            <a:spAutoFit/>
          </a:bodyPr>
          <a:lstStyle/>
          <a:p>
            <a:r>
              <a:rPr lang="ja-JP" altLang="en-US" sz="4200" b="1" dirty="0">
                <a:solidFill>
                  <a:srgbClr val="64A4A3"/>
                </a:solidFill>
                <a:latin typeface="游ゴシック" panose="020B0400000000000000" pitchFamily="50" charset="-128"/>
                <a:ea typeface="游ゴシック" panose="020B0400000000000000" pitchFamily="50" charset="-128"/>
              </a:rPr>
              <a:t>カードの見出し</a:t>
            </a:r>
            <a:endParaRPr kumimoji="1" lang="ja-JP" altLang="en-US" sz="4200" b="1" dirty="0">
              <a:solidFill>
                <a:srgbClr val="64A4A3"/>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11325705" y="4458112"/>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11243972" y="4873113"/>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7018232" y="2852777"/>
            <a:ext cx="957501" cy="1422230"/>
            <a:chOff x="2664127" y="3374455"/>
            <a:chExt cx="1201975" cy="1567649"/>
          </a:xfrm>
          <a:solidFill>
            <a:srgbClr val="64A4A3"/>
          </a:solidFill>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12264131" y="3530297"/>
            <a:ext cx="957501" cy="1422230"/>
            <a:chOff x="2664127" y="3374455"/>
            <a:chExt cx="1201975" cy="1567649"/>
          </a:xfrm>
          <a:solidFill>
            <a:srgbClr val="64A4A3"/>
          </a:solidFill>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grpSp>
    </p:spTree>
    <p:extLst>
      <p:ext uri="{BB962C8B-B14F-4D97-AF65-F5344CB8AC3E}">
        <p14:creationId xmlns:p14="http://schemas.microsoft.com/office/powerpoint/2010/main" val="3435325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カードの間隔やアスペクト比は適宜調整</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961314"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1051298"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973960"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4" name="正方形/長方形 13">
            <a:extLst>
              <a:ext uri="{FF2B5EF4-FFF2-40B4-BE49-F238E27FC236}">
                <a16:creationId xmlns:a16="http://schemas.microsoft.com/office/drawing/2014/main" id="{5232DDF0-95D5-460E-AA94-DC8D8DD0F064}"/>
              </a:ext>
            </a:extLst>
          </p:cNvPr>
          <p:cNvSpPr/>
          <p:nvPr/>
        </p:nvSpPr>
        <p:spPr>
          <a:xfrm>
            <a:off x="961314"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1051298"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lang="ja-JP" altLang="en-US" sz="2700" b="1" dirty="0">
                <a:solidFill>
                  <a:srgbClr val="64A4A3"/>
                </a:solidFill>
                <a:latin typeface="游ゴシック" panose="020B0400000000000000" pitchFamily="50" charset="-128"/>
                <a:ea typeface="游ゴシック" panose="020B0400000000000000" pitchFamily="50" charset="-128"/>
              </a:rPr>
              <a:t>②</a:t>
            </a:r>
            <a:endParaRPr kumimoji="1" lang="ja-JP" altLang="en-US" sz="2700" b="1" dirty="0">
              <a:solidFill>
                <a:srgbClr val="64A4A3"/>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973960"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7" name="正方形/長方形 16">
            <a:extLst>
              <a:ext uri="{FF2B5EF4-FFF2-40B4-BE49-F238E27FC236}">
                <a16:creationId xmlns:a16="http://schemas.microsoft.com/office/drawing/2014/main" id="{9F1A11E8-9C9F-4A77-8B31-57D3139B4012}"/>
              </a:ext>
            </a:extLst>
          </p:cNvPr>
          <p:cNvSpPr/>
          <p:nvPr/>
        </p:nvSpPr>
        <p:spPr>
          <a:xfrm>
            <a:off x="9301527"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9391511"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9314173"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20" name="正方形/長方形 19">
            <a:extLst>
              <a:ext uri="{FF2B5EF4-FFF2-40B4-BE49-F238E27FC236}">
                <a16:creationId xmlns:a16="http://schemas.microsoft.com/office/drawing/2014/main" id="{4ACBC013-96B2-409F-A562-B589C1D0B1BD}"/>
              </a:ext>
            </a:extLst>
          </p:cNvPr>
          <p:cNvSpPr/>
          <p:nvPr/>
        </p:nvSpPr>
        <p:spPr>
          <a:xfrm>
            <a:off x="9301527"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9391511"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9314173"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3838289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F1A11E8-9C9F-4A77-8B31-57D3139B4012}"/>
              </a:ext>
            </a:extLst>
          </p:cNvPr>
          <p:cNvSpPr/>
          <p:nvPr/>
        </p:nvSpPr>
        <p:spPr>
          <a:xfrm>
            <a:off x="9301527"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0" name="正方形/長方形 19">
            <a:extLst>
              <a:ext uri="{FF2B5EF4-FFF2-40B4-BE49-F238E27FC236}">
                <a16:creationId xmlns:a16="http://schemas.microsoft.com/office/drawing/2014/main" id="{4ACBC013-96B2-409F-A562-B589C1D0B1BD}"/>
              </a:ext>
            </a:extLst>
          </p:cNvPr>
          <p:cNvSpPr/>
          <p:nvPr/>
        </p:nvSpPr>
        <p:spPr>
          <a:xfrm>
            <a:off x="9301527"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4" name="正方形/長方形 13">
            <a:extLst>
              <a:ext uri="{FF2B5EF4-FFF2-40B4-BE49-F238E27FC236}">
                <a16:creationId xmlns:a16="http://schemas.microsoft.com/office/drawing/2014/main" id="{5232DDF0-95D5-460E-AA94-DC8D8DD0F064}"/>
              </a:ext>
            </a:extLst>
          </p:cNvPr>
          <p:cNvSpPr/>
          <p:nvPr/>
        </p:nvSpPr>
        <p:spPr>
          <a:xfrm>
            <a:off x="961314"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 name="正方形/長方形 4">
            <a:extLst>
              <a:ext uri="{FF2B5EF4-FFF2-40B4-BE49-F238E27FC236}">
                <a16:creationId xmlns:a16="http://schemas.microsoft.com/office/drawing/2014/main" id="{39C0D132-2F4B-4006-8549-232F72C8420E}"/>
              </a:ext>
            </a:extLst>
          </p:cNvPr>
          <p:cNvSpPr/>
          <p:nvPr/>
        </p:nvSpPr>
        <p:spPr>
          <a:xfrm>
            <a:off x="961314"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循環がある場合はこんな感じが良い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４カードのレイアウトテンプレートのアレンジ</a:t>
            </a: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1051298"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973960"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1051298"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lang="ja-JP" altLang="en-US" sz="2700" b="1" dirty="0">
                <a:solidFill>
                  <a:srgbClr val="64A4A3"/>
                </a:solidFill>
                <a:latin typeface="游ゴシック" panose="020B0400000000000000" pitchFamily="50" charset="-128"/>
                <a:ea typeface="游ゴシック" panose="020B0400000000000000" pitchFamily="50" charset="-128"/>
              </a:rPr>
              <a:t>②</a:t>
            </a:r>
            <a:endParaRPr kumimoji="1" lang="ja-JP" altLang="en-US" sz="2700" b="1" dirty="0">
              <a:solidFill>
                <a:srgbClr val="64A4A3"/>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973960"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9391511"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9314173"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9391511"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9314173"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grpSp>
        <p:nvGrpSpPr>
          <p:cNvPr id="38" name="グループ化 37">
            <a:extLst>
              <a:ext uri="{FF2B5EF4-FFF2-40B4-BE49-F238E27FC236}">
                <a16:creationId xmlns:a16="http://schemas.microsoft.com/office/drawing/2014/main" id="{F763E3EA-C838-48BF-92C8-FD155CD72C61}"/>
              </a:ext>
            </a:extLst>
          </p:cNvPr>
          <p:cNvGrpSpPr/>
          <p:nvPr/>
        </p:nvGrpSpPr>
        <p:grpSpPr>
          <a:xfrm>
            <a:off x="8945065" y="7587607"/>
            <a:ext cx="892892" cy="784832"/>
            <a:chOff x="1572269" y="4816089"/>
            <a:chExt cx="938304" cy="840658"/>
          </a:xfrm>
          <a:solidFill>
            <a:srgbClr val="64A4A3"/>
          </a:solidFill>
        </p:grpSpPr>
        <p:sp>
          <p:nvSpPr>
            <p:cNvPr id="39" name="二等辺三角形 38">
              <a:extLst>
                <a:ext uri="{FF2B5EF4-FFF2-40B4-BE49-F238E27FC236}">
                  <a16:creationId xmlns:a16="http://schemas.microsoft.com/office/drawing/2014/main" id="{857E573D-CBEA-4840-BB8D-12A43C05AF2C}"/>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0" name="フリーフォーム: 図形 39">
              <a:extLst>
                <a:ext uri="{FF2B5EF4-FFF2-40B4-BE49-F238E27FC236}">
                  <a16:creationId xmlns:a16="http://schemas.microsoft.com/office/drawing/2014/main" id="{5EF6E50A-F8C0-4A0B-828C-3A1574F01379}"/>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1" name="グループ化 40">
            <a:extLst>
              <a:ext uri="{FF2B5EF4-FFF2-40B4-BE49-F238E27FC236}">
                <a16:creationId xmlns:a16="http://schemas.microsoft.com/office/drawing/2014/main" id="{98959377-C979-4DBC-91B0-EE8A4B495524}"/>
              </a:ext>
            </a:extLst>
          </p:cNvPr>
          <p:cNvGrpSpPr/>
          <p:nvPr/>
        </p:nvGrpSpPr>
        <p:grpSpPr>
          <a:xfrm rot="16200000">
            <a:off x="10306592" y="5778655"/>
            <a:ext cx="892892" cy="784832"/>
            <a:chOff x="1572269" y="4816089"/>
            <a:chExt cx="938304" cy="840658"/>
          </a:xfrm>
          <a:solidFill>
            <a:srgbClr val="64A4A3"/>
          </a:solidFill>
        </p:grpSpPr>
        <p:sp>
          <p:nvSpPr>
            <p:cNvPr id="42" name="二等辺三角形 41">
              <a:extLst>
                <a:ext uri="{FF2B5EF4-FFF2-40B4-BE49-F238E27FC236}">
                  <a16:creationId xmlns:a16="http://schemas.microsoft.com/office/drawing/2014/main" id="{D24E386F-2924-40CC-9E36-E7C432F87F61}"/>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3" name="フリーフォーム: 図形 42">
              <a:extLst>
                <a:ext uri="{FF2B5EF4-FFF2-40B4-BE49-F238E27FC236}">
                  <a16:creationId xmlns:a16="http://schemas.microsoft.com/office/drawing/2014/main" id="{01947CE4-9925-438C-87B9-4BD670E28BB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4" name="グループ化 43">
            <a:extLst>
              <a:ext uri="{FF2B5EF4-FFF2-40B4-BE49-F238E27FC236}">
                <a16:creationId xmlns:a16="http://schemas.microsoft.com/office/drawing/2014/main" id="{3F72FAD5-5227-424C-B040-A021696E413C}"/>
              </a:ext>
            </a:extLst>
          </p:cNvPr>
          <p:cNvGrpSpPr/>
          <p:nvPr/>
        </p:nvGrpSpPr>
        <p:grpSpPr>
          <a:xfrm rot="10800000">
            <a:off x="8433982" y="4615708"/>
            <a:ext cx="892892" cy="784832"/>
            <a:chOff x="1572269" y="4816089"/>
            <a:chExt cx="938304" cy="840658"/>
          </a:xfrm>
          <a:solidFill>
            <a:srgbClr val="64A4A3"/>
          </a:solidFill>
        </p:grpSpPr>
        <p:sp>
          <p:nvSpPr>
            <p:cNvPr id="45" name="二等辺三角形 44">
              <a:extLst>
                <a:ext uri="{FF2B5EF4-FFF2-40B4-BE49-F238E27FC236}">
                  <a16:creationId xmlns:a16="http://schemas.microsoft.com/office/drawing/2014/main" id="{CC9CF80C-33A0-4CD9-A492-0F5FE96D7E9F}"/>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6" name="フリーフォーム: 図形 45">
              <a:extLst>
                <a:ext uri="{FF2B5EF4-FFF2-40B4-BE49-F238E27FC236}">
                  <a16:creationId xmlns:a16="http://schemas.microsoft.com/office/drawing/2014/main" id="{464BB2E2-722B-44B5-98C5-2E999D1E52E1}"/>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7" name="グループ化 46">
            <a:extLst>
              <a:ext uri="{FF2B5EF4-FFF2-40B4-BE49-F238E27FC236}">
                <a16:creationId xmlns:a16="http://schemas.microsoft.com/office/drawing/2014/main" id="{DF776DC2-B0C8-4C4B-870E-11E5094A648C}"/>
              </a:ext>
            </a:extLst>
          </p:cNvPr>
          <p:cNvGrpSpPr/>
          <p:nvPr/>
        </p:nvGrpSpPr>
        <p:grpSpPr>
          <a:xfrm rot="5400000">
            <a:off x="7198267" y="6321241"/>
            <a:ext cx="892892" cy="784832"/>
            <a:chOff x="1572269" y="4816089"/>
            <a:chExt cx="938304" cy="840658"/>
          </a:xfrm>
          <a:solidFill>
            <a:srgbClr val="64A4A3"/>
          </a:solidFill>
        </p:grpSpPr>
        <p:sp>
          <p:nvSpPr>
            <p:cNvPr id="48" name="二等辺三角形 47">
              <a:extLst>
                <a:ext uri="{FF2B5EF4-FFF2-40B4-BE49-F238E27FC236}">
                  <a16:creationId xmlns:a16="http://schemas.microsoft.com/office/drawing/2014/main" id="{B73EA7B5-2C86-4BC2-927B-676AE8EE2F83}"/>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9" name="フリーフォーム: 図形 48">
              <a:extLst>
                <a:ext uri="{FF2B5EF4-FFF2-40B4-BE49-F238E27FC236}">
                  <a16:creationId xmlns:a16="http://schemas.microsoft.com/office/drawing/2014/main" id="{6394FB25-B87E-4AD3-80ED-6FD1473CADC2}"/>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spTree>
    <p:extLst>
      <p:ext uri="{BB962C8B-B14F-4D97-AF65-F5344CB8AC3E}">
        <p14:creationId xmlns:p14="http://schemas.microsoft.com/office/powerpoint/2010/main" val="1994194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27800</TotalTime>
  <Words>1608</Words>
  <Application>Microsoft Office PowerPoint</Application>
  <PresentationFormat>ユーザー設定</PresentationFormat>
  <Paragraphs>393</Paragraphs>
  <Slides>30</Slides>
  <Notes>12</Notes>
  <HiddenSlides>9</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30</vt:i4>
      </vt:variant>
    </vt:vector>
  </HeadingPairs>
  <TitlesOfParts>
    <vt:vector size="41" baseType="lpstr">
      <vt:lpstr>Source Han Sans JP Medium</vt:lpstr>
      <vt:lpstr>Wingdings</vt:lpstr>
      <vt:lpstr>Source Han Sans JP Bold</vt:lpstr>
      <vt:lpstr>Arial</vt:lpstr>
      <vt:lpstr>Meiryo UI</vt:lpstr>
      <vt:lpstr>游ゴシック Medium</vt:lpstr>
      <vt:lpstr>Calibri</vt:lpstr>
      <vt:lpstr>Now</vt:lpstr>
      <vt:lpstr>游ゴシック</vt:lpstr>
      <vt:lpstr>Source Han Sans JP</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寸法や色は場合に応じて調整しましょう</vt:lpstr>
      <vt:lpstr>PowerPoint プレゼンテーション</vt:lpstr>
      <vt:lpstr>３つあることが一目でわかる</vt:lpstr>
      <vt:lpstr>順序関係がある場合は並列よりこちらが良い</vt:lpstr>
      <vt:lpstr>カードの間隔やアスペクト比は適宜調整</vt:lpstr>
      <vt:lpstr>循環がある場合はこんな感じが良い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shibariku0623@icloud.com</cp:lastModifiedBy>
  <cp:revision>5</cp:revision>
  <dcterms:created xsi:type="dcterms:W3CDTF">2006-08-16T00:00:00Z</dcterms:created>
  <dcterms:modified xsi:type="dcterms:W3CDTF">2025-07-18T04:00:19Z</dcterms:modified>
  <dc:identifier>DAGKJCfN4aw</dc:identifier>
</cp:coreProperties>
</file>
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7"/>
  </p:notesMasterIdLst>
  <p:sldIdLst>
    <p:sldId id="256" r:id="rId2"/>
    <p:sldId id="299" r:id="rId3"/>
    <p:sldId id="379" r:id="rId4"/>
    <p:sldId id="360" r:id="rId5"/>
    <p:sldId id="375" r:id="rId6"/>
    <p:sldId id="353" r:id="rId7"/>
    <p:sldId id="374" r:id="rId8"/>
    <p:sldId id="354" r:id="rId9"/>
    <p:sldId id="367" r:id="rId10"/>
    <p:sldId id="369" r:id="rId11"/>
    <p:sldId id="370" r:id="rId12"/>
    <p:sldId id="376" r:id="rId13"/>
    <p:sldId id="371" r:id="rId14"/>
    <p:sldId id="372" r:id="rId15"/>
    <p:sldId id="380" r:id="rId16"/>
    <p:sldId id="373" r:id="rId17"/>
    <p:sldId id="352" r:id="rId18"/>
    <p:sldId id="350" r:id="rId19"/>
    <p:sldId id="359" r:id="rId20"/>
    <p:sldId id="298" r:id="rId21"/>
    <p:sldId id="342" r:id="rId22"/>
    <p:sldId id="343" r:id="rId23"/>
    <p:sldId id="302" r:id="rId24"/>
    <p:sldId id="344" r:id="rId25"/>
    <p:sldId id="303" r:id="rId26"/>
  </p:sldIdLst>
  <p:sldSz cx="18288000" cy="10287000"/>
  <p:notesSz cx="6858000" cy="9144000"/>
  <p:embeddedFontLst>
    <p:embeddedFont>
      <p:font typeface="Source Han Sans JP" panose="020B0600070205080204" charset="-128"/>
      <p:regular r:id="rId28"/>
    </p:embeddedFont>
    <p:embeddedFont>
      <p:font typeface="Source Han Sans JP Bold" panose="020B0600070205080204" charset="-128"/>
      <p:regular r:id="rId29"/>
    </p:embeddedFont>
    <p:embeddedFont>
      <p:font typeface="Source Han Sans JP Medium" panose="020B0600070205080204" charset="-128"/>
      <p:regular r:id="rId30"/>
    </p:embeddedFont>
    <p:embeddedFont>
      <p:font typeface="Cambria Math" panose="02040503050406030204" pitchFamily="18" charset="0"/>
      <p:regular r:id="rId31"/>
    </p:embeddedFont>
    <p:embeddedFont>
      <p:font typeface="Now" panose="020B0600070205080204" charset="0"/>
      <p:regular r:id="rId32"/>
    </p:embeddedFont>
    <p:embeddedFont>
      <p:font typeface="游ゴシック" panose="020B0400000000000000" pitchFamily="50" charset="-128"/>
      <p:regular r:id="rId33"/>
      <p:bold r:id="rId34"/>
    </p:embeddedFont>
    <p:embeddedFont>
      <p:font typeface="游ゴシック Medium" panose="020B0500000000000000" pitchFamily="50" charset="-128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14FD809A-16E9-4A61-A3AB-0BA26E6F3F4C}">
          <p14:sldIdLst>
            <p14:sldId id="256"/>
            <p14:sldId id="299"/>
            <p14:sldId id="379"/>
            <p14:sldId id="360"/>
            <p14:sldId id="375"/>
            <p14:sldId id="353"/>
            <p14:sldId id="374"/>
            <p14:sldId id="354"/>
            <p14:sldId id="367"/>
            <p14:sldId id="369"/>
            <p14:sldId id="370"/>
            <p14:sldId id="376"/>
            <p14:sldId id="371"/>
            <p14:sldId id="372"/>
            <p14:sldId id="380"/>
            <p14:sldId id="373"/>
          </p14:sldIdLst>
        </p14:section>
        <p14:section name="テンプレート" id="{8EC063C3-38F5-405D-BD10-6AC59FF97235}">
          <p14:sldIdLst>
            <p14:sldId id="352"/>
            <p14:sldId id="350"/>
            <p14:sldId id="359"/>
            <p14:sldId id="298"/>
            <p14:sldId id="342"/>
            <p14:sldId id="343"/>
            <p14:sldId id="302"/>
            <p14:sldId id="344"/>
            <p14:sldId id="3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9646"/>
    <a:srgbClr val="5276F8"/>
    <a:srgbClr val="DBE9E8"/>
    <a:srgbClr val="ECF1F1"/>
    <a:srgbClr val="86B8B7"/>
    <a:srgbClr val="C8DEDD"/>
    <a:srgbClr val="93BFBE"/>
    <a:srgbClr val="76AEAD"/>
    <a:srgbClr val="5DC77B"/>
    <a:srgbClr val="64A4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B696F1-88AC-487E-BD54-02F1E6041F93}" v="1093" dt="2025-11-13T18:06:46.6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0364" autoAdjust="0"/>
  </p:normalViewPr>
  <p:slideViewPr>
    <p:cSldViewPr>
      <p:cViewPr varScale="1">
        <p:scale>
          <a:sx n="40" d="100"/>
          <a:sy n="40" d="100"/>
        </p:scale>
        <p:origin x="900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5370"/>
    </p:cViewPr>
  </p:sorterViewPr>
  <p:notesViewPr>
    <p:cSldViewPr>
      <p:cViewPr varScale="1">
        <p:scale>
          <a:sx n="56" d="100"/>
          <a:sy n="56" d="100"/>
        </p:scale>
        <p:origin x="25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bariku0623@icloud.com" userId="47b6e960b06a1f92" providerId="LiveId" clId="{DFDF2D9E-0FA2-4FD2-962D-E4713059FE82}"/>
    <pc:docChg chg="undo custSel addSld delSld modSld modSection">
      <pc:chgData name="shibariku0623@icloud.com" userId="47b6e960b06a1f92" providerId="LiveId" clId="{DFDF2D9E-0FA2-4FD2-962D-E4713059FE82}" dt="2025-11-14T05:51:30.214" v="7613" actId="20577"/>
      <pc:docMkLst>
        <pc:docMk/>
      </pc:docMkLst>
      <pc:sldChg chg="modSp mod">
        <pc:chgData name="shibariku0623@icloud.com" userId="47b6e960b06a1f92" providerId="LiveId" clId="{DFDF2D9E-0FA2-4FD2-962D-E4713059FE82}" dt="2025-11-13T10:44:52.715" v="24" actId="20577"/>
        <pc:sldMkLst>
          <pc:docMk/>
          <pc:sldMk cId="0" sldId="256"/>
        </pc:sldMkLst>
        <pc:spChg chg="mod">
          <ac:chgData name="shibariku0623@icloud.com" userId="47b6e960b06a1f92" providerId="LiveId" clId="{DFDF2D9E-0FA2-4FD2-962D-E4713059FE82}" dt="2025-11-13T10:44:46.692" v="15" actId="1076"/>
          <ac:spMkLst>
            <pc:docMk/>
            <pc:sldMk cId="0" sldId="256"/>
            <ac:spMk id="13" creationId="{9E46055B-DA28-1F66-CD59-78CAAB0910E0}"/>
          </ac:spMkLst>
        </pc:spChg>
        <pc:spChg chg="mod">
          <ac:chgData name="shibariku0623@icloud.com" userId="47b6e960b06a1f92" providerId="LiveId" clId="{DFDF2D9E-0FA2-4FD2-962D-E4713059FE82}" dt="2025-11-13T10:43:35.333" v="10" actId="1076"/>
          <ac:spMkLst>
            <pc:docMk/>
            <pc:sldMk cId="0" sldId="256"/>
            <ac:spMk id="14" creationId="{5A851D26-D12C-C610-35D6-4EE88EAAA3D9}"/>
          </ac:spMkLst>
        </pc:spChg>
        <pc:spChg chg="mod">
          <ac:chgData name="shibariku0623@icloud.com" userId="47b6e960b06a1f92" providerId="LiveId" clId="{DFDF2D9E-0FA2-4FD2-962D-E4713059FE82}" dt="2025-11-13T10:44:47.093" v="16" actId="107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shibariku0623@icloud.com" userId="47b6e960b06a1f92" providerId="LiveId" clId="{DFDF2D9E-0FA2-4FD2-962D-E4713059FE82}" dt="2025-11-13T10:44:52.715" v="24" actId="20577"/>
          <ac:spMkLst>
            <pc:docMk/>
            <pc:sldMk cId="0" sldId="256"/>
            <ac:spMk id="20" creationId="{00000000-0000-0000-0000-000000000000}"/>
          </ac:spMkLst>
        </pc:spChg>
      </pc:sldChg>
      <pc:sldChg chg="addSp delSp modSp mod">
        <pc:chgData name="shibariku0623@icloud.com" userId="47b6e960b06a1f92" providerId="LiveId" clId="{DFDF2D9E-0FA2-4FD2-962D-E4713059FE82}" dt="2025-11-13T17:42:16.146" v="5891" actId="20577"/>
        <pc:sldMkLst>
          <pc:docMk/>
          <pc:sldMk cId="1839823296" sldId="353"/>
        </pc:sldMkLst>
        <pc:spChg chg="add mod">
          <ac:chgData name="shibariku0623@icloud.com" userId="47b6e960b06a1f92" providerId="LiveId" clId="{DFDF2D9E-0FA2-4FD2-962D-E4713059FE82}" dt="2025-11-13T17:42:16.146" v="5891" actId="20577"/>
          <ac:spMkLst>
            <pc:docMk/>
            <pc:sldMk cId="1839823296" sldId="353"/>
            <ac:spMk id="3" creationId="{BE6A5AB1-7755-1B87-B17D-F5B70F61854C}"/>
          </ac:spMkLst>
        </pc:spChg>
        <pc:spChg chg="add mod">
          <ac:chgData name="shibariku0623@icloud.com" userId="47b6e960b06a1f92" providerId="LiveId" clId="{DFDF2D9E-0FA2-4FD2-962D-E4713059FE82}" dt="2025-11-13T14:46:55.623" v="1779" actId="571"/>
          <ac:spMkLst>
            <pc:docMk/>
            <pc:sldMk cId="1839823296" sldId="353"/>
            <ac:spMk id="4" creationId="{95A4998F-A5FD-E856-6B86-22F80B57DA35}"/>
          </ac:spMkLst>
        </pc:spChg>
        <pc:spChg chg="add mod">
          <ac:chgData name="shibariku0623@icloud.com" userId="47b6e960b06a1f92" providerId="LiveId" clId="{DFDF2D9E-0FA2-4FD2-962D-E4713059FE82}" dt="2025-11-13T14:46:55.623" v="1779" actId="571"/>
          <ac:spMkLst>
            <pc:docMk/>
            <pc:sldMk cId="1839823296" sldId="353"/>
            <ac:spMk id="8" creationId="{84B5F487-1237-C707-6FF5-2FE25CAD296C}"/>
          </ac:spMkLst>
        </pc:spChg>
        <pc:spChg chg="mod">
          <ac:chgData name="shibariku0623@icloud.com" userId="47b6e960b06a1f92" providerId="LiveId" clId="{DFDF2D9E-0FA2-4FD2-962D-E4713059FE82}" dt="2025-11-13T14:46:55.623" v="1779" actId="571"/>
          <ac:spMkLst>
            <pc:docMk/>
            <pc:sldMk cId="1839823296" sldId="353"/>
            <ac:spMk id="26" creationId="{4297F13A-9B5F-67F1-F32D-6A95EA5017AF}"/>
          </ac:spMkLst>
        </pc:spChg>
        <pc:spChg chg="mod">
          <ac:chgData name="shibariku0623@icloud.com" userId="47b6e960b06a1f92" providerId="LiveId" clId="{DFDF2D9E-0FA2-4FD2-962D-E4713059FE82}" dt="2025-11-13T14:46:55.623" v="1779" actId="571"/>
          <ac:spMkLst>
            <pc:docMk/>
            <pc:sldMk cId="1839823296" sldId="353"/>
            <ac:spMk id="27" creationId="{AEFE76BA-D4AC-99CC-CC17-8875A5D869B4}"/>
          </ac:spMkLst>
        </pc:spChg>
        <pc:spChg chg="add mod">
          <ac:chgData name="shibariku0623@icloud.com" userId="47b6e960b06a1f92" providerId="LiveId" clId="{DFDF2D9E-0FA2-4FD2-962D-E4713059FE82}" dt="2025-11-13T14:46:55.623" v="1779" actId="571"/>
          <ac:spMkLst>
            <pc:docMk/>
            <pc:sldMk cId="1839823296" sldId="353"/>
            <ac:spMk id="29" creationId="{7A2F562C-7A2B-79B4-6219-5AB6F5F3F128}"/>
          </ac:spMkLst>
        </pc:spChg>
        <pc:spChg chg="mod">
          <ac:chgData name="shibariku0623@icloud.com" userId="47b6e960b06a1f92" providerId="LiveId" clId="{DFDF2D9E-0FA2-4FD2-962D-E4713059FE82}" dt="2025-11-13T14:46:49.674" v="1776" actId="1076"/>
          <ac:spMkLst>
            <pc:docMk/>
            <pc:sldMk cId="1839823296" sldId="353"/>
            <ac:spMk id="40" creationId="{2E361B5C-CFB1-8AAC-7296-520CE6FBC6A1}"/>
          </ac:spMkLst>
        </pc:spChg>
        <pc:spChg chg="mod">
          <ac:chgData name="shibariku0623@icloud.com" userId="47b6e960b06a1f92" providerId="LiveId" clId="{DFDF2D9E-0FA2-4FD2-962D-E4713059FE82}" dt="2025-11-13T14:46:49.674" v="1776" actId="1076"/>
          <ac:spMkLst>
            <pc:docMk/>
            <pc:sldMk cId="1839823296" sldId="353"/>
            <ac:spMk id="43" creationId="{74585E40-6879-A927-7878-CF1F76350B6C}"/>
          </ac:spMkLst>
        </pc:spChg>
        <pc:spChg chg="mod">
          <ac:chgData name="shibariku0623@icloud.com" userId="47b6e960b06a1f92" providerId="LiveId" clId="{DFDF2D9E-0FA2-4FD2-962D-E4713059FE82}" dt="2025-11-13T14:46:49.674" v="1776" actId="1076"/>
          <ac:spMkLst>
            <pc:docMk/>
            <pc:sldMk cId="1839823296" sldId="353"/>
            <ac:spMk id="44" creationId="{53293F32-7C79-2C44-6DA9-2EE50325217A}"/>
          </ac:spMkLst>
        </pc:spChg>
        <pc:spChg chg="mod">
          <ac:chgData name="shibariku0623@icloud.com" userId="47b6e960b06a1f92" providerId="LiveId" clId="{DFDF2D9E-0FA2-4FD2-962D-E4713059FE82}" dt="2025-11-13T14:46:49.674" v="1776" actId="1076"/>
          <ac:spMkLst>
            <pc:docMk/>
            <pc:sldMk cId="1839823296" sldId="353"/>
            <ac:spMk id="45" creationId="{E9C36849-A082-11E7-2684-5B557E7897FE}"/>
          </ac:spMkLst>
        </pc:spChg>
        <pc:spChg chg="mod">
          <ac:chgData name="shibariku0623@icloud.com" userId="47b6e960b06a1f92" providerId="LiveId" clId="{DFDF2D9E-0FA2-4FD2-962D-E4713059FE82}" dt="2025-11-13T14:47:03.736" v="1780" actId="1076"/>
          <ac:spMkLst>
            <pc:docMk/>
            <pc:sldMk cId="1839823296" sldId="353"/>
            <ac:spMk id="46" creationId="{066A62D8-A21F-9B61-8968-DA5E5C0EAB8E}"/>
          </ac:spMkLst>
        </pc:spChg>
        <pc:spChg chg="mod">
          <ac:chgData name="shibariku0623@icloud.com" userId="47b6e960b06a1f92" providerId="LiveId" clId="{DFDF2D9E-0FA2-4FD2-962D-E4713059FE82}" dt="2025-11-13T14:47:03.736" v="1780" actId="1076"/>
          <ac:spMkLst>
            <pc:docMk/>
            <pc:sldMk cId="1839823296" sldId="353"/>
            <ac:spMk id="47" creationId="{315FDC59-A583-706F-CEBD-F5636377D836}"/>
          </ac:spMkLst>
        </pc:spChg>
        <pc:spChg chg="del">
          <ac:chgData name="shibariku0623@icloud.com" userId="47b6e960b06a1f92" providerId="LiveId" clId="{DFDF2D9E-0FA2-4FD2-962D-E4713059FE82}" dt="2025-11-13T14:30:18.736" v="813" actId="478"/>
          <ac:spMkLst>
            <pc:docMk/>
            <pc:sldMk cId="1839823296" sldId="353"/>
            <ac:spMk id="48" creationId="{85B93FD5-7B19-401F-37AC-6A75B7FC3AFB}"/>
          </ac:spMkLst>
        </pc:spChg>
        <pc:spChg chg="del">
          <ac:chgData name="shibariku0623@icloud.com" userId="47b6e960b06a1f92" providerId="LiveId" clId="{DFDF2D9E-0FA2-4FD2-962D-E4713059FE82}" dt="2025-11-13T14:30:18.736" v="813" actId="478"/>
          <ac:spMkLst>
            <pc:docMk/>
            <pc:sldMk cId="1839823296" sldId="353"/>
            <ac:spMk id="49" creationId="{A80152A7-3EAC-1160-3259-404A789A2E15}"/>
          </ac:spMkLst>
        </pc:spChg>
        <pc:spChg chg="del mod">
          <ac:chgData name="shibariku0623@icloud.com" userId="47b6e960b06a1f92" providerId="LiveId" clId="{DFDF2D9E-0FA2-4FD2-962D-E4713059FE82}" dt="2025-11-13T14:38:43.872" v="1149" actId="478"/>
          <ac:spMkLst>
            <pc:docMk/>
            <pc:sldMk cId="1839823296" sldId="353"/>
            <ac:spMk id="50" creationId="{FCAACAFF-5AC5-1F2B-F85F-41A758A29CBC}"/>
          </ac:spMkLst>
        </pc:spChg>
        <pc:spChg chg="del mod">
          <ac:chgData name="shibariku0623@icloud.com" userId="47b6e960b06a1f92" providerId="LiveId" clId="{DFDF2D9E-0FA2-4FD2-962D-E4713059FE82}" dt="2025-11-13T14:46:51.214" v="1777" actId="478"/>
          <ac:spMkLst>
            <pc:docMk/>
            <pc:sldMk cId="1839823296" sldId="353"/>
            <ac:spMk id="51" creationId="{29E3C41A-F012-9B1C-4124-36FE752EF7B9}"/>
          </ac:spMkLst>
        </pc:spChg>
        <pc:spChg chg="mod">
          <ac:chgData name="shibariku0623@icloud.com" userId="47b6e960b06a1f92" providerId="LiveId" clId="{DFDF2D9E-0FA2-4FD2-962D-E4713059FE82}" dt="2025-11-13T16:35:47.764" v="4073" actId="1076"/>
          <ac:spMkLst>
            <pc:docMk/>
            <pc:sldMk cId="1839823296" sldId="353"/>
            <ac:spMk id="52" creationId="{82EDB9AC-CB59-BEFD-B5DC-46020D7D6414}"/>
          </ac:spMkLst>
        </pc:spChg>
        <pc:spChg chg="mod">
          <ac:chgData name="shibariku0623@icloud.com" userId="47b6e960b06a1f92" providerId="LiveId" clId="{DFDF2D9E-0FA2-4FD2-962D-E4713059FE82}" dt="2025-11-13T16:35:47.764" v="4073" actId="1076"/>
          <ac:spMkLst>
            <pc:docMk/>
            <pc:sldMk cId="1839823296" sldId="353"/>
            <ac:spMk id="56" creationId="{9CAA9BC2-A211-526C-F842-BB79298AA7F4}"/>
          </ac:spMkLst>
        </pc:spChg>
        <pc:spChg chg="del">
          <ac:chgData name="shibariku0623@icloud.com" userId="47b6e960b06a1f92" providerId="LiveId" clId="{DFDF2D9E-0FA2-4FD2-962D-E4713059FE82}" dt="2025-11-13T14:49:51.036" v="2115" actId="478"/>
          <ac:spMkLst>
            <pc:docMk/>
            <pc:sldMk cId="1839823296" sldId="353"/>
            <ac:spMk id="57" creationId="{F86D2A80-5BB7-F7C3-8498-2B3EE911EAE4}"/>
          </ac:spMkLst>
        </pc:spChg>
        <pc:spChg chg="mod">
          <ac:chgData name="shibariku0623@icloud.com" userId="47b6e960b06a1f92" providerId="LiveId" clId="{DFDF2D9E-0FA2-4FD2-962D-E4713059FE82}" dt="2025-11-13T16:35:53.279" v="4074" actId="1076"/>
          <ac:spMkLst>
            <pc:docMk/>
            <pc:sldMk cId="1839823296" sldId="353"/>
            <ac:spMk id="58" creationId="{D6F5C67B-3294-3200-9A38-9D5569CB5BB8}"/>
          </ac:spMkLst>
        </pc:spChg>
        <pc:spChg chg="del">
          <ac:chgData name="shibariku0623@icloud.com" userId="47b6e960b06a1f92" providerId="LiveId" clId="{DFDF2D9E-0FA2-4FD2-962D-E4713059FE82}" dt="2025-11-13T14:50:36.894" v="2123" actId="478"/>
          <ac:spMkLst>
            <pc:docMk/>
            <pc:sldMk cId="1839823296" sldId="353"/>
            <ac:spMk id="59" creationId="{5767C3FC-4AB0-717C-B0E4-8EE3A0DCBDE3}"/>
          </ac:spMkLst>
        </pc:spChg>
        <pc:spChg chg="del">
          <ac:chgData name="shibariku0623@icloud.com" userId="47b6e960b06a1f92" providerId="LiveId" clId="{DFDF2D9E-0FA2-4FD2-962D-E4713059FE82}" dt="2025-11-13T14:50:35.266" v="2122" actId="478"/>
          <ac:spMkLst>
            <pc:docMk/>
            <pc:sldMk cId="1839823296" sldId="353"/>
            <ac:spMk id="60" creationId="{18518D61-03D3-08FB-2B35-67678CDA7C2A}"/>
          </ac:spMkLst>
        </pc:spChg>
        <pc:grpChg chg="add mod">
          <ac:chgData name="shibariku0623@icloud.com" userId="47b6e960b06a1f92" providerId="LiveId" clId="{DFDF2D9E-0FA2-4FD2-962D-E4713059FE82}" dt="2025-11-13T14:46:55.623" v="1779" actId="571"/>
          <ac:grpSpMkLst>
            <pc:docMk/>
            <pc:sldMk cId="1839823296" sldId="353"/>
            <ac:grpSpMk id="9" creationId="{9AD51C60-6F75-BA2A-6030-6A01B8B1696E}"/>
          </ac:grpSpMkLst>
        </pc:grpChg>
        <pc:grpChg chg="mod">
          <ac:chgData name="shibariku0623@icloud.com" userId="47b6e960b06a1f92" providerId="LiveId" clId="{DFDF2D9E-0FA2-4FD2-962D-E4713059FE82}" dt="2025-11-13T14:47:09.566" v="1781" actId="1076"/>
          <ac:grpSpMkLst>
            <pc:docMk/>
            <pc:sldMk cId="1839823296" sldId="353"/>
            <ac:grpSpMk id="53" creationId="{833B8A1F-9A38-C543-0174-F0442FF3CDB9}"/>
          </ac:grpSpMkLst>
        </pc:grpChg>
      </pc:sldChg>
      <pc:sldChg chg="addSp delSp modSp mod">
        <pc:chgData name="shibariku0623@icloud.com" userId="47b6e960b06a1f92" providerId="LiveId" clId="{DFDF2D9E-0FA2-4FD2-962D-E4713059FE82}" dt="2025-11-13T17:12:38.984" v="4985" actId="1076"/>
        <pc:sldMkLst>
          <pc:docMk/>
          <pc:sldMk cId="427512372" sldId="354"/>
        </pc:sldMkLst>
        <pc:spChg chg="mod">
          <ac:chgData name="shibariku0623@icloud.com" userId="47b6e960b06a1f92" providerId="LiveId" clId="{DFDF2D9E-0FA2-4FD2-962D-E4713059FE82}" dt="2025-11-13T14:58:44.383" v="2463" actId="20577"/>
          <ac:spMkLst>
            <pc:docMk/>
            <pc:sldMk cId="427512372" sldId="354"/>
            <ac:spMk id="5" creationId="{89DA9620-35F5-7506-B316-5B098D835CDD}"/>
          </ac:spMkLst>
        </pc:spChg>
        <pc:spChg chg="mod">
          <ac:chgData name="shibariku0623@icloud.com" userId="47b6e960b06a1f92" providerId="LiveId" clId="{DFDF2D9E-0FA2-4FD2-962D-E4713059FE82}" dt="2025-11-13T14:58:27.938" v="2440" actId="14100"/>
          <ac:spMkLst>
            <pc:docMk/>
            <pc:sldMk cId="427512372" sldId="354"/>
            <ac:spMk id="6" creationId="{46D3EFAD-2776-343A-E547-6629F341966C}"/>
          </ac:spMkLst>
        </pc:spChg>
        <pc:spChg chg="del">
          <ac:chgData name="shibariku0623@icloud.com" userId="47b6e960b06a1f92" providerId="LiveId" clId="{DFDF2D9E-0FA2-4FD2-962D-E4713059FE82}" dt="2025-11-13T14:55:24.337" v="2294" actId="478"/>
          <ac:spMkLst>
            <pc:docMk/>
            <pc:sldMk cId="427512372" sldId="354"/>
            <ac:spMk id="29" creationId="{B385687C-A5A1-C7D7-FBED-2B243E20E5A5}"/>
          </ac:spMkLst>
        </pc:spChg>
        <pc:spChg chg="del">
          <ac:chgData name="shibariku0623@icloud.com" userId="47b6e960b06a1f92" providerId="LiveId" clId="{DFDF2D9E-0FA2-4FD2-962D-E4713059FE82}" dt="2025-11-13T14:55:21.798" v="2292" actId="478"/>
          <ac:spMkLst>
            <pc:docMk/>
            <pc:sldMk cId="427512372" sldId="354"/>
            <ac:spMk id="33" creationId="{A3F2E362-1805-2E41-3F6E-CD725576E65A}"/>
          </ac:spMkLst>
        </pc:spChg>
        <pc:spChg chg="del">
          <ac:chgData name="shibariku0623@icloud.com" userId="47b6e960b06a1f92" providerId="LiveId" clId="{DFDF2D9E-0FA2-4FD2-962D-E4713059FE82}" dt="2025-11-13T14:55:27.248" v="2295" actId="478"/>
          <ac:spMkLst>
            <pc:docMk/>
            <pc:sldMk cId="427512372" sldId="354"/>
            <ac:spMk id="57" creationId="{075F86DD-7139-A10D-7FBE-16931222036F}"/>
          </ac:spMkLst>
        </pc:spChg>
        <pc:spChg chg="del">
          <ac:chgData name="shibariku0623@icloud.com" userId="47b6e960b06a1f92" providerId="LiveId" clId="{DFDF2D9E-0FA2-4FD2-962D-E4713059FE82}" dt="2025-11-13T14:55:27.248" v="2295" actId="478"/>
          <ac:spMkLst>
            <pc:docMk/>
            <pc:sldMk cId="427512372" sldId="354"/>
            <ac:spMk id="58" creationId="{ACE9566A-4093-FD3F-1416-CBFC97E2D4E0}"/>
          </ac:spMkLst>
        </pc:spChg>
        <pc:spChg chg="del">
          <ac:chgData name="shibariku0623@icloud.com" userId="47b6e960b06a1f92" providerId="LiveId" clId="{DFDF2D9E-0FA2-4FD2-962D-E4713059FE82}" dt="2025-11-13T14:55:27.248" v="2295" actId="478"/>
          <ac:spMkLst>
            <pc:docMk/>
            <pc:sldMk cId="427512372" sldId="354"/>
            <ac:spMk id="59" creationId="{E20D55A9-11E0-DDEB-1560-6CC61D628A5B}"/>
          </ac:spMkLst>
        </pc:spChg>
        <pc:spChg chg="del">
          <ac:chgData name="shibariku0623@icloud.com" userId="47b6e960b06a1f92" providerId="LiveId" clId="{DFDF2D9E-0FA2-4FD2-962D-E4713059FE82}" dt="2025-11-13T15:51:39.726" v="3193" actId="478"/>
          <ac:spMkLst>
            <pc:docMk/>
            <pc:sldMk cId="427512372" sldId="354"/>
            <ac:spMk id="60" creationId="{604CA036-83F1-D906-C965-91442065707B}"/>
          </ac:spMkLst>
        </pc:spChg>
        <pc:spChg chg="del">
          <ac:chgData name="shibariku0623@icloud.com" userId="47b6e960b06a1f92" providerId="LiveId" clId="{DFDF2D9E-0FA2-4FD2-962D-E4713059FE82}" dt="2025-11-13T15:51:38.074" v="3192" actId="478"/>
          <ac:spMkLst>
            <pc:docMk/>
            <pc:sldMk cId="427512372" sldId="354"/>
            <ac:spMk id="61" creationId="{13362178-C74D-873C-B9DF-8670BAF97714}"/>
          </ac:spMkLst>
        </pc:spChg>
        <pc:spChg chg="del mod">
          <ac:chgData name="shibariku0623@icloud.com" userId="47b6e960b06a1f92" providerId="LiveId" clId="{DFDF2D9E-0FA2-4FD2-962D-E4713059FE82}" dt="2025-11-13T17:12:16.044" v="4978" actId="478"/>
          <ac:spMkLst>
            <pc:docMk/>
            <pc:sldMk cId="427512372" sldId="354"/>
            <ac:spMk id="65" creationId="{F27D8439-5979-4763-8834-D2F08343AFFF}"/>
          </ac:spMkLst>
        </pc:spChg>
        <pc:spChg chg="del mod">
          <ac:chgData name="shibariku0623@icloud.com" userId="47b6e960b06a1f92" providerId="LiveId" clId="{DFDF2D9E-0FA2-4FD2-962D-E4713059FE82}" dt="2025-11-13T14:55:18.893" v="2291" actId="478"/>
          <ac:spMkLst>
            <pc:docMk/>
            <pc:sldMk cId="427512372" sldId="354"/>
            <ac:spMk id="68" creationId="{E8802026-B6CF-05F5-AD8D-B8AD3412F89E}"/>
          </ac:spMkLst>
        </pc:spChg>
        <pc:grpChg chg="mod">
          <ac:chgData name="shibariku0623@icloud.com" userId="47b6e960b06a1f92" providerId="LiveId" clId="{DFDF2D9E-0FA2-4FD2-962D-E4713059FE82}" dt="2025-11-13T14:58:24.346" v="2439" actId="1076"/>
          <ac:grpSpMkLst>
            <pc:docMk/>
            <pc:sldMk cId="427512372" sldId="354"/>
            <ac:grpSpMk id="4" creationId="{23611406-EAA9-037E-5B89-7CC85C1CECAF}"/>
          </ac:grpSpMkLst>
        </pc:grpChg>
        <pc:grpChg chg="del">
          <ac:chgData name="shibariku0623@icloud.com" userId="47b6e960b06a1f92" providerId="LiveId" clId="{DFDF2D9E-0FA2-4FD2-962D-E4713059FE82}" dt="2025-11-13T14:55:23.306" v="2293" actId="478"/>
          <ac:grpSpMkLst>
            <pc:docMk/>
            <pc:sldMk cId="427512372" sldId="354"/>
            <ac:grpSpMk id="34" creationId="{BD0363DA-F31E-3A77-935A-FF6D0EC730F9}"/>
          </ac:grpSpMkLst>
        </pc:grpChg>
        <pc:picChg chg="del">
          <ac:chgData name="shibariku0623@icloud.com" userId="47b6e960b06a1f92" providerId="LiveId" clId="{DFDF2D9E-0FA2-4FD2-962D-E4713059FE82}" dt="2025-11-13T14:55:01.544" v="2283" actId="478"/>
          <ac:picMkLst>
            <pc:docMk/>
            <pc:sldMk cId="427512372" sldId="354"/>
            <ac:picMk id="8" creationId="{68555C7A-9A42-1FDE-B14D-B86729770B0B}"/>
          </ac:picMkLst>
        </pc:picChg>
        <pc:picChg chg="add mod modCrop">
          <ac:chgData name="shibariku0623@icloud.com" userId="47b6e960b06a1f92" providerId="LiveId" clId="{DFDF2D9E-0FA2-4FD2-962D-E4713059FE82}" dt="2025-11-13T17:12:38.984" v="4985" actId="1076"/>
          <ac:picMkLst>
            <pc:docMk/>
            <pc:sldMk cId="427512372" sldId="354"/>
            <ac:picMk id="9" creationId="{461A753B-EFC4-2234-4FB4-4ACEA6B7E4B1}"/>
          </ac:picMkLst>
        </pc:picChg>
      </pc:sldChg>
      <pc:sldChg chg="addSp delSp modSp mod">
        <pc:chgData name="shibariku0623@icloud.com" userId="47b6e960b06a1f92" providerId="LiveId" clId="{DFDF2D9E-0FA2-4FD2-962D-E4713059FE82}" dt="2025-11-13T11:21:34.365" v="623" actId="1076"/>
        <pc:sldMkLst>
          <pc:docMk/>
          <pc:sldMk cId="609340271" sldId="360"/>
        </pc:sldMkLst>
        <pc:spChg chg="add mod">
          <ac:chgData name="shibariku0623@icloud.com" userId="47b6e960b06a1f92" providerId="LiveId" clId="{DFDF2D9E-0FA2-4FD2-962D-E4713059FE82}" dt="2025-11-13T11:21:34.365" v="623" actId="1076"/>
          <ac:spMkLst>
            <pc:docMk/>
            <pc:sldMk cId="609340271" sldId="360"/>
            <ac:spMk id="3" creationId="{F2A5ABC3-E266-0634-4B4D-A255C12B0297}"/>
          </ac:spMkLst>
        </pc:spChg>
        <pc:spChg chg="add mod">
          <ac:chgData name="shibariku0623@icloud.com" userId="47b6e960b06a1f92" providerId="LiveId" clId="{DFDF2D9E-0FA2-4FD2-962D-E4713059FE82}" dt="2025-11-13T11:21:34.365" v="623" actId="1076"/>
          <ac:spMkLst>
            <pc:docMk/>
            <pc:sldMk cId="609340271" sldId="360"/>
            <ac:spMk id="4" creationId="{C20DF737-0EA7-732E-D1FB-558737ED9428}"/>
          </ac:spMkLst>
        </pc:spChg>
        <pc:spChg chg="mod">
          <ac:chgData name="shibariku0623@icloud.com" userId="47b6e960b06a1f92" providerId="LiveId" clId="{DFDF2D9E-0FA2-4FD2-962D-E4713059FE82}" dt="2025-11-13T11:21:34.365" v="623" actId="1076"/>
          <ac:spMkLst>
            <pc:docMk/>
            <pc:sldMk cId="609340271" sldId="360"/>
            <ac:spMk id="40" creationId="{18BCDE0D-5E21-57F1-517E-02D58024D4E0}"/>
          </ac:spMkLst>
        </pc:spChg>
        <pc:spChg chg="del mod">
          <ac:chgData name="shibariku0623@icloud.com" userId="47b6e960b06a1f92" providerId="LiveId" clId="{DFDF2D9E-0FA2-4FD2-962D-E4713059FE82}" dt="2025-11-13T11:06:10.278" v="35"/>
          <ac:spMkLst>
            <pc:docMk/>
            <pc:sldMk cId="609340271" sldId="360"/>
            <ac:spMk id="43" creationId="{22764255-7606-38C7-6D75-E84944DAEB40}"/>
          </ac:spMkLst>
        </pc:spChg>
        <pc:spChg chg="mod">
          <ac:chgData name="shibariku0623@icloud.com" userId="47b6e960b06a1f92" providerId="LiveId" clId="{DFDF2D9E-0FA2-4FD2-962D-E4713059FE82}" dt="2025-11-13T11:21:34.365" v="623" actId="1076"/>
          <ac:spMkLst>
            <pc:docMk/>
            <pc:sldMk cId="609340271" sldId="360"/>
            <ac:spMk id="57" creationId="{C67B1B63-E895-36A2-FADA-3D87D2B968CB}"/>
          </ac:spMkLst>
        </pc:spChg>
        <pc:spChg chg="del mod">
          <ac:chgData name="shibariku0623@icloud.com" userId="47b6e960b06a1f92" providerId="LiveId" clId="{DFDF2D9E-0FA2-4FD2-962D-E4713059FE82}" dt="2025-11-13T11:06:10.970" v="36" actId="478"/>
          <ac:spMkLst>
            <pc:docMk/>
            <pc:sldMk cId="609340271" sldId="360"/>
            <ac:spMk id="58" creationId="{72AE648B-7B5C-BC33-26A8-45CC463363C3}"/>
          </ac:spMkLst>
        </pc:spChg>
        <pc:spChg chg="mod">
          <ac:chgData name="shibariku0623@icloud.com" userId="47b6e960b06a1f92" providerId="LiveId" clId="{DFDF2D9E-0FA2-4FD2-962D-E4713059FE82}" dt="2025-11-13T11:07:03.977" v="141" actId="20577"/>
          <ac:spMkLst>
            <pc:docMk/>
            <pc:sldMk cId="609340271" sldId="360"/>
            <ac:spMk id="60" creationId="{CE7860E7-9912-7EB1-D28A-EF86818B1677}"/>
          </ac:spMkLst>
        </pc:spChg>
        <pc:spChg chg="del mod">
          <ac:chgData name="shibariku0623@icloud.com" userId="47b6e960b06a1f92" providerId="LiveId" clId="{DFDF2D9E-0FA2-4FD2-962D-E4713059FE82}" dt="2025-11-13T11:19:47.339" v="579" actId="478"/>
          <ac:spMkLst>
            <pc:docMk/>
            <pc:sldMk cId="609340271" sldId="360"/>
            <ac:spMk id="62" creationId="{3B3AD66B-C677-AF27-D231-FB67D7286656}"/>
          </ac:spMkLst>
        </pc:spChg>
        <pc:spChg chg="add del">
          <ac:chgData name="shibariku0623@icloud.com" userId="47b6e960b06a1f92" providerId="LiveId" clId="{DFDF2D9E-0FA2-4FD2-962D-E4713059FE82}" dt="2025-11-13T11:13:29.951" v="457" actId="478"/>
          <ac:spMkLst>
            <pc:docMk/>
            <pc:sldMk cId="609340271" sldId="360"/>
            <ac:spMk id="64" creationId="{AA7B7373-3D9A-E6A6-D263-4BF090ECFEC2}"/>
          </ac:spMkLst>
        </pc:spChg>
        <pc:spChg chg="mod">
          <ac:chgData name="shibariku0623@icloud.com" userId="47b6e960b06a1f92" providerId="LiveId" clId="{DFDF2D9E-0FA2-4FD2-962D-E4713059FE82}" dt="2025-11-13T11:21:22.567" v="622" actId="1076"/>
          <ac:spMkLst>
            <pc:docMk/>
            <pc:sldMk cId="609340271" sldId="360"/>
            <ac:spMk id="69" creationId="{5A6EDAFF-02C6-07F6-6A7A-521036718516}"/>
          </ac:spMkLst>
        </pc:spChg>
        <pc:spChg chg="del mod">
          <ac:chgData name="shibariku0623@icloud.com" userId="47b6e960b06a1f92" providerId="LiveId" clId="{DFDF2D9E-0FA2-4FD2-962D-E4713059FE82}" dt="2025-11-13T11:08:00.331" v="326" actId="478"/>
          <ac:spMkLst>
            <pc:docMk/>
            <pc:sldMk cId="609340271" sldId="360"/>
            <ac:spMk id="70" creationId="{6960683E-74C7-6A3B-D4CE-32D89BD3A026}"/>
          </ac:spMkLst>
        </pc:spChg>
        <pc:grpChg chg="mod">
          <ac:chgData name="shibariku0623@icloud.com" userId="47b6e960b06a1f92" providerId="LiveId" clId="{DFDF2D9E-0FA2-4FD2-962D-E4713059FE82}" dt="2025-11-13T11:21:34.365" v="623" actId="1076"/>
          <ac:grpSpMkLst>
            <pc:docMk/>
            <pc:sldMk cId="609340271" sldId="360"/>
            <ac:grpSpMk id="44" creationId="{8545B1C6-AD44-CAA2-F2D8-7D9E0EE8C615}"/>
          </ac:grpSpMkLst>
        </pc:grpChg>
        <pc:grpChg chg="del">
          <ac:chgData name="shibariku0623@icloud.com" userId="47b6e960b06a1f92" providerId="LiveId" clId="{DFDF2D9E-0FA2-4FD2-962D-E4713059FE82}" dt="2025-11-13T11:19:48.228" v="580" actId="478"/>
          <ac:grpSpMkLst>
            <pc:docMk/>
            <pc:sldMk cId="609340271" sldId="360"/>
            <ac:grpSpMk id="59" creationId="{CD6020EC-5ACF-D0DF-7BD4-D96F6D67962A}"/>
          </ac:grpSpMkLst>
        </pc:grpChg>
        <pc:grpChg chg="mod">
          <ac:chgData name="shibariku0623@icloud.com" userId="47b6e960b06a1f92" providerId="LiveId" clId="{DFDF2D9E-0FA2-4FD2-962D-E4713059FE82}" dt="2025-11-13T11:21:22.567" v="622" actId="1076"/>
          <ac:grpSpMkLst>
            <pc:docMk/>
            <pc:sldMk cId="609340271" sldId="360"/>
            <ac:grpSpMk id="66" creationId="{5D8A99AE-AB03-F0C5-CD0B-198872016830}"/>
          </ac:grpSpMkLst>
        </pc:grpChg>
      </pc:sldChg>
      <pc:sldChg chg="del">
        <pc:chgData name="shibariku0623@icloud.com" userId="47b6e960b06a1f92" providerId="LiveId" clId="{DFDF2D9E-0FA2-4FD2-962D-E4713059FE82}" dt="2025-11-13T15:17:23.507" v="2468" actId="47"/>
        <pc:sldMkLst>
          <pc:docMk/>
          <pc:sldMk cId="2381476765" sldId="366"/>
        </pc:sldMkLst>
      </pc:sldChg>
      <pc:sldChg chg="addSp delSp modSp mod modNotesTx">
        <pc:chgData name="shibariku0623@icloud.com" userId="47b6e960b06a1f92" providerId="LiveId" clId="{DFDF2D9E-0FA2-4FD2-962D-E4713059FE82}" dt="2025-11-13T17:29:52.198" v="5584" actId="113"/>
        <pc:sldMkLst>
          <pc:docMk/>
          <pc:sldMk cId="1498123991" sldId="367"/>
        </pc:sldMkLst>
        <pc:spChg chg="mod">
          <ac:chgData name="shibariku0623@icloud.com" userId="47b6e960b06a1f92" providerId="LiveId" clId="{DFDF2D9E-0FA2-4FD2-962D-E4713059FE82}" dt="2025-11-13T16:37:55.547" v="4106" actId="20577"/>
          <ac:spMkLst>
            <pc:docMk/>
            <pc:sldMk cId="1498123991" sldId="367"/>
            <ac:spMk id="5" creationId="{4D36B0D3-76B2-137D-7834-B8A8C70C31EE}"/>
          </ac:spMkLst>
        </pc:spChg>
        <pc:spChg chg="add del">
          <ac:chgData name="shibariku0623@icloud.com" userId="47b6e960b06a1f92" providerId="LiveId" clId="{DFDF2D9E-0FA2-4FD2-962D-E4713059FE82}" dt="2025-11-13T16:36:50.851" v="4077" actId="478"/>
          <ac:spMkLst>
            <pc:docMk/>
            <pc:sldMk cId="1498123991" sldId="367"/>
            <ac:spMk id="7" creationId="{DFC94C7B-96AD-2DDC-0D46-C8926972C6C6}"/>
          </ac:spMkLst>
        </pc:spChg>
        <pc:spChg chg="add del">
          <ac:chgData name="shibariku0623@icloud.com" userId="47b6e960b06a1f92" providerId="LiveId" clId="{DFDF2D9E-0FA2-4FD2-962D-E4713059FE82}" dt="2025-11-13T16:36:50.851" v="4077" actId="478"/>
          <ac:spMkLst>
            <pc:docMk/>
            <pc:sldMk cId="1498123991" sldId="367"/>
            <ac:spMk id="9" creationId="{5BC167BC-06A2-024B-03BB-72567545A2D7}"/>
          </ac:spMkLst>
        </pc:spChg>
        <pc:spChg chg="add del mod">
          <ac:chgData name="shibariku0623@icloud.com" userId="47b6e960b06a1f92" providerId="LiveId" clId="{DFDF2D9E-0FA2-4FD2-962D-E4713059FE82}" dt="2025-11-13T16:57:40.539" v="4469" actId="14100"/>
          <ac:spMkLst>
            <pc:docMk/>
            <pc:sldMk cId="1498123991" sldId="367"/>
            <ac:spMk id="26" creationId="{360B7FAF-10C6-62EA-2338-714E12ECC55E}"/>
          </ac:spMkLst>
        </pc:spChg>
        <pc:spChg chg="del">
          <ac:chgData name="shibariku0623@icloud.com" userId="47b6e960b06a1f92" providerId="LiveId" clId="{DFDF2D9E-0FA2-4FD2-962D-E4713059FE82}" dt="2025-11-13T15:17:30.630" v="2471" actId="478"/>
          <ac:spMkLst>
            <pc:docMk/>
            <pc:sldMk cId="1498123991" sldId="367"/>
            <ac:spMk id="28" creationId="{D98501AC-64EB-A90D-1A22-F20075410BBB}"/>
          </ac:spMkLst>
        </pc:spChg>
        <pc:spChg chg="add mod">
          <ac:chgData name="shibariku0623@icloud.com" userId="47b6e960b06a1f92" providerId="LiveId" clId="{DFDF2D9E-0FA2-4FD2-962D-E4713059FE82}" dt="2025-11-13T16:39:35.481" v="4317" actId="14100"/>
          <ac:spMkLst>
            <pc:docMk/>
            <pc:sldMk cId="1498123991" sldId="367"/>
            <ac:spMk id="29" creationId="{4CAFC85F-7E3F-8812-FF95-40E4343DDD6F}"/>
          </ac:spMkLst>
        </pc:spChg>
        <pc:spChg chg="add mod">
          <ac:chgData name="shibariku0623@icloud.com" userId="47b6e960b06a1f92" providerId="LiveId" clId="{DFDF2D9E-0FA2-4FD2-962D-E4713059FE82}" dt="2025-11-13T17:03:57.220" v="4634" actId="20577"/>
          <ac:spMkLst>
            <pc:docMk/>
            <pc:sldMk cId="1498123991" sldId="367"/>
            <ac:spMk id="31" creationId="{7D49A3C8-D725-7FD5-3BE4-4C772694A785}"/>
          </ac:spMkLst>
        </pc:spChg>
        <pc:spChg chg="add mod">
          <ac:chgData name="shibariku0623@icloud.com" userId="47b6e960b06a1f92" providerId="LiveId" clId="{DFDF2D9E-0FA2-4FD2-962D-E4713059FE82}" dt="2025-11-13T16:40:12.859" v="4322" actId="1076"/>
          <ac:spMkLst>
            <pc:docMk/>
            <pc:sldMk cId="1498123991" sldId="367"/>
            <ac:spMk id="32" creationId="{ADCD629D-D835-3E44-1F69-0975FA81360B}"/>
          </ac:spMkLst>
        </pc:spChg>
        <pc:spChg chg="add del">
          <ac:chgData name="shibariku0623@icloud.com" userId="47b6e960b06a1f92" providerId="LiveId" clId="{DFDF2D9E-0FA2-4FD2-962D-E4713059FE82}" dt="2025-11-13T16:36:50.851" v="4077" actId="478"/>
          <ac:spMkLst>
            <pc:docMk/>
            <pc:sldMk cId="1498123991" sldId="367"/>
            <ac:spMk id="33" creationId="{29A63E33-8225-D837-1149-BBE4B87E9476}"/>
          </ac:spMkLst>
        </pc:spChg>
        <pc:spChg chg="add mod">
          <ac:chgData name="shibariku0623@icloud.com" userId="47b6e960b06a1f92" providerId="LiveId" clId="{DFDF2D9E-0FA2-4FD2-962D-E4713059FE82}" dt="2025-11-13T16:58:03.422" v="4481" actId="5793"/>
          <ac:spMkLst>
            <pc:docMk/>
            <pc:sldMk cId="1498123991" sldId="367"/>
            <ac:spMk id="35" creationId="{B05A0679-AB43-20D8-15FF-0343D7BC9B58}"/>
          </ac:spMkLst>
        </pc:spChg>
        <pc:spChg chg="add del">
          <ac:chgData name="shibariku0623@icloud.com" userId="47b6e960b06a1f92" providerId="LiveId" clId="{DFDF2D9E-0FA2-4FD2-962D-E4713059FE82}" dt="2025-11-13T17:09:53.068" v="4917" actId="478"/>
          <ac:spMkLst>
            <pc:docMk/>
            <pc:sldMk cId="1498123991" sldId="367"/>
            <ac:spMk id="38" creationId="{94AC527D-0ADA-603F-7ABB-67DDE8CDA4E5}"/>
          </ac:spMkLst>
        </pc:spChg>
        <pc:spChg chg="add del">
          <ac:chgData name="shibariku0623@icloud.com" userId="47b6e960b06a1f92" providerId="LiveId" clId="{DFDF2D9E-0FA2-4FD2-962D-E4713059FE82}" dt="2025-11-13T17:09:53.068" v="4917" actId="478"/>
          <ac:spMkLst>
            <pc:docMk/>
            <pc:sldMk cId="1498123991" sldId="367"/>
            <ac:spMk id="39" creationId="{5246C7B0-1FB6-452D-2AF6-38AFBF861F87}"/>
          </ac:spMkLst>
        </pc:spChg>
        <pc:spChg chg="add mod">
          <ac:chgData name="shibariku0623@icloud.com" userId="47b6e960b06a1f92" providerId="LiveId" clId="{DFDF2D9E-0FA2-4FD2-962D-E4713059FE82}" dt="2025-11-13T17:11:20.862" v="4977" actId="20577"/>
          <ac:spMkLst>
            <pc:docMk/>
            <pc:sldMk cId="1498123991" sldId="367"/>
            <ac:spMk id="43" creationId="{52D16C90-AA52-B5BF-49BA-64F97D8F888F}"/>
          </ac:spMkLst>
        </pc:spChg>
        <pc:spChg chg="add mod">
          <ac:chgData name="shibariku0623@icloud.com" userId="47b6e960b06a1f92" providerId="LiveId" clId="{DFDF2D9E-0FA2-4FD2-962D-E4713059FE82}" dt="2025-11-13T17:22:10.577" v="5417" actId="20577"/>
          <ac:spMkLst>
            <pc:docMk/>
            <pc:sldMk cId="1498123991" sldId="367"/>
            <ac:spMk id="46" creationId="{645A7B25-0A7A-8734-DBDE-D8A652579334}"/>
          </ac:spMkLst>
        </pc:spChg>
        <pc:spChg chg="add mod">
          <ac:chgData name="shibariku0623@icloud.com" userId="47b6e960b06a1f92" providerId="LiveId" clId="{DFDF2D9E-0FA2-4FD2-962D-E4713059FE82}" dt="2025-11-13T17:27:33.453" v="5581" actId="20577"/>
          <ac:spMkLst>
            <pc:docMk/>
            <pc:sldMk cId="1498123991" sldId="367"/>
            <ac:spMk id="47" creationId="{F5C0B8BD-671B-B91F-87A0-27980E210A65}"/>
          </ac:spMkLst>
        </pc:spChg>
        <pc:spChg chg="add del">
          <ac:chgData name="shibariku0623@icloud.com" userId="47b6e960b06a1f92" providerId="LiveId" clId="{DFDF2D9E-0FA2-4FD2-962D-E4713059FE82}" dt="2025-11-13T16:36:50.851" v="4077" actId="478"/>
          <ac:spMkLst>
            <pc:docMk/>
            <pc:sldMk cId="1498123991" sldId="367"/>
            <ac:spMk id="60" creationId="{5B31B7F9-8520-6D31-C85C-DAD0EAF2019A}"/>
          </ac:spMkLst>
        </pc:spChg>
        <pc:grpChg chg="add del">
          <ac:chgData name="shibariku0623@icloud.com" userId="47b6e960b06a1f92" providerId="LiveId" clId="{DFDF2D9E-0FA2-4FD2-962D-E4713059FE82}" dt="2025-11-13T16:36:50.851" v="4077" actId="478"/>
          <ac:grpSpMkLst>
            <pc:docMk/>
            <pc:sldMk cId="1498123991" sldId="367"/>
            <ac:grpSpMk id="34" creationId="{9716B35A-D63F-CA5C-E6A2-DA49FC0B9A03}"/>
          </ac:grpSpMkLst>
        </pc:grpChg>
        <pc:picChg chg="del">
          <ac:chgData name="shibariku0623@icloud.com" userId="47b6e960b06a1f92" providerId="LiveId" clId="{DFDF2D9E-0FA2-4FD2-962D-E4713059FE82}" dt="2025-11-13T15:17:29.780" v="2470" actId="478"/>
          <ac:picMkLst>
            <pc:docMk/>
            <pc:sldMk cId="1498123991" sldId="367"/>
            <ac:picMk id="8" creationId="{D62E8E23-E13C-008E-87AE-BA972C7F564E}"/>
          </ac:picMkLst>
        </pc:picChg>
        <pc:picChg chg="add mod">
          <ac:chgData name="shibariku0623@icloud.com" userId="47b6e960b06a1f92" providerId="LiveId" clId="{DFDF2D9E-0FA2-4FD2-962D-E4713059FE82}" dt="2025-11-13T16:39:24.493" v="4316" actId="1076"/>
          <ac:picMkLst>
            <pc:docMk/>
            <pc:sldMk cId="1498123991" sldId="367"/>
            <ac:picMk id="27" creationId="{FCF3B18B-97C7-422F-48A5-24E53EA267B9}"/>
          </ac:picMkLst>
        </pc:picChg>
        <pc:picChg chg="add del">
          <ac:chgData name="shibariku0623@icloud.com" userId="47b6e960b06a1f92" providerId="LiveId" clId="{DFDF2D9E-0FA2-4FD2-962D-E4713059FE82}" dt="2025-11-13T16:36:50.851" v="4077" actId="478"/>
          <ac:picMkLst>
            <pc:docMk/>
            <pc:sldMk cId="1498123991" sldId="367"/>
            <ac:picMk id="30" creationId="{64BA5699-B044-4FFB-198C-716C942D64BD}"/>
          </ac:picMkLst>
        </pc:picChg>
        <pc:picChg chg="add del">
          <ac:chgData name="shibariku0623@icloud.com" userId="47b6e960b06a1f92" providerId="LiveId" clId="{DFDF2D9E-0FA2-4FD2-962D-E4713059FE82}" dt="2025-11-13T17:09:51.533" v="4916" actId="478"/>
          <ac:picMkLst>
            <pc:docMk/>
            <pc:sldMk cId="1498123991" sldId="367"/>
            <ac:picMk id="36" creationId="{B5EB1AD0-2F6C-43E1-8C90-6A45B0E93A68}"/>
          </ac:picMkLst>
        </pc:picChg>
        <pc:picChg chg="add mod">
          <ac:chgData name="shibariku0623@icloud.com" userId="47b6e960b06a1f92" providerId="LiveId" clId="{DFDF2D9E-0FA2-4FD2-962D-E4713059FE82}" dt="2025-11-13T17:02:48.065" v="4629" actId="1076"/>
          <ac:picMkLst>
            <pc:docMk/>
            <pc:sldMk cId="1498123991" sldId="367"/>
            <ac:picMk id="40" creationId="{1F287962-7FB7-3BBA-A4B1-CB97D7C82A41}"/>
          </ac:picMkLst>
        </pc:picChg>
        <pc:picChg chg="add mod">
          <ac:chgData name="shibariku0623@icloud.com" userId="47b6e960b06a1f92" providerId="LiveId" clId="{DFDF2D9E-0FA2-4FD2-962D-E4713059FE82}" dt="2025-11-13T17:06:41.555" v="4909" actId="1076"/>
          <ac:picMkLst>
            <pc:docMk/>
            <pc:sldMk cId="1498123991" sldId="367"/>
            <ac:picMk id="42" creationId="{AAF1C281-7F59-F599-AB2F-7E99FD9C15BD}"/>
          </ac:picMkLst>
        </pc:picChg>
        <pc:picChg chg="add mod modCrop">
          <ac:chgData name="shibariku0623@icloud.com" userId="47b6e960b06a1f92" providerId="LiveId" clId="{DFDF2D9E-0FA2-4FD2-962D-E4713059FE82}" dt="2025-11-13T17:19:06.108" v="5407" actId="1076"/>
          <ac:picMkLst>
            <pc:docMk/>
            <pc:sldMk cId="1498123991" sldId="367"/>
            <ac:picMk id="45" creationId="{80E11342-C347-3A29-FEE9-1FC3A37470BC}"/>
          </ac:picMkLst>
        </pc:picChg>
      </pc:sldChg>
      <pc:sldChg chg="del">
        <pc:chgData name="shibariku0623@icloud.com" userId="47b6e960b06a1f92" providerId="LiveId" clId="{DFDF2D9E-0FA2-4FD2-962D-E4713059FE82}" dt="2025-11-13T15:17:27.367" v="2469" actId="47"/>
        <pc:sldMkLst>
          <pc:docMk/>
          <pc:sldMk cId="419301762" sldId="368"/>
        </pc:sldMkLst>
      </pc:sldChg>
      <pc:sldChg chg="addSp delSp modSp mod">
        <pc:chgData name="shibariku0623@icloud.com" userId="47b6e960b06a1f92" providerId="LiveId" clId="{DFDF2D9E-0FA2-4FD2-962D-E4713059FE82}" dt="2025-11-13T17:54:34.977" v="6465" actId="207"/>
        <pc:sldMkLst>
          <pc:docMk/>
          <pc:sldMk cId="171453735" sldId="369"/>
        </pc:sldMkLst>
        <pc:spChg chg="mod">
          <ac:chgData name="shibariku0623@icloud.com" userId="47b6e960b06a1f92" providerId="LiveId" clId="{DFDF2D9E-0FA2-4FD2-962D-E4713059FE82}" dt="2025-11-13T17:30:21.791" v="5611" actId="20577"/>
          <ac:spMkLst>
            <pc:docMk/>
            <pc:sldMk cId="171453735" sldId="369"/>
            <ac:spMk id="5" creationId="{4E4778A9-1E6C-78FB-14B4-D74A6EF42FE0}"/>
          </ac:spMkLst>
        </pc:spChg>
        <pc:spChg chg="mod">
          <ac:chgData name="shibariku0623@icloud.com" userId="47b6e960b06a1f92" providerId="LiveId" clId="{DFDF2D9E-0FA2-4FD2-962D-E4713059FE82}" dt="2025-11-13T17:30:40.808" v="5613"/>
          <ac:spMkLst>
            <pc:docMk/>
            <pc:sldMk cId="171453735" sldId="369"/>
            <ac:spMk id="8" creationId="{7523D7C2-A53A-F5BD-8BE1-AB7613BC0C50}"/>
          </ac:spMkLst>
        </pc:spChg>
        <pc:spChg chg="mod">
          <ac:chgData name="shibariku0623@icloud.com" userId="47b6e960b06a1f92" providerId="LiveId" clId="{DFDF2D9E-0FA2-4FD2-962D-E4713059FE82}" dt="2025-11-13T17:30:40.808" v="5613"/>
          <ac:spMkLst>
            <pc:docMk/>
            <pc:sldMk cId="171453735" sldId="369"/>
            <ac:spMk id="9" creationId="{776F771B-1D0F-2D96-2C12-5B89F5D1ECE8}"/>
          </ac:spMkLst>
        </pc:spChg>
        <pc:spChg chg="del">
          <ac:chgData name="shibariku0623@icloud.com" userId="47b6e960b06a1f92" providerId="LiveId" clId="{DFDF2D9E-0FA2-4FD2-962D-E4713059FE82}" dt="2025-11-13T17:30:26.544" v="5612" actId="478"/>
          <ac:spMkLst>
            <pc:docMk/>
            <pc:sldMk cId="171453735" sldId="369"/>
            <ac:spMk id="26" creationId="{85A01055-1407-2928-367B-499CAAE72BF4}"/>
          </ac:spMkLst>
        </pc:spChg>
        <pc:spChg chg="add mod">
          <ac:chgData name="shibariku0623@icloud.com" userId="47b6e960b06a1f92" providerId="LiveId" clId="{DFDF2D9E-0FA2-4FD2-962D-E4713059FE82}" dt="2025-11-13T17:54:34.977" v="6465" actId="207"/>
          <ac:spMkLst>
            <pc:docMk/>
            <pc:sldMk cId="171453735" sldId="369"/>
            <ac:spMk id="27" creationId="{B4E4635A-F3B2-72E2-183F-3FAE28ED2310}"/>
          </ac:spMkLst>
        </pc:spChg>
        <pc:spChg chg="del">
          <ac:chgData name="shibariku0623@icloud.com" userId="47b6e960b06a1f92" providerId="LiveId" clId="{DFDF2D9E-0FA2-4FD2-962D-E4713059FE82}" dt="2025-11-13T17:30:26.544" v="5612" actId="478"/>
          <ac:spMkLst>
            <pc:docMk/>
            <pc:sldMk cId="171453735" sldId="369"/>
            <ac:spMk id="30" creationId="{D544A1D5-448F-1CB5-FC1E-EA17A1E3525C}"/>
          </ac:spMkLst>
        </pc:spChg>
        <pc:spChg chg="add mod">
          <ac:chgData name="shibariku0623@icloud.com" userId="47b6e960b06a1f92" providerId="LiveId" clId="{DFDF2D9E-0FA2-4FD2-962D-E4713059FE82}" dt="2025-11-13T17:30:57.527" v="5618" actId="14100"/>
          <ac:spMkLst>
            <pc:docMk/>
            <pc:sldMk cId="171453735" sldId="369"/>
            <ac:spMk id="31" creationId="{972634E9-B5B9-8897-8226-FA86404BAAE2}"/>
          </ac:spMkLst>
        </pc:spChg>
        <pc:spChg chg="add del mod">
          <ac:chgData name="shibariku0623@icloud.com" userId="47b6e960b06a1f92" providerId="LiveId" clId="{DFDF2D9E-0FA2-4FD2-962D-E4713059FE82}" dt="2025-11-13T17:40:56.893" v="5864" actId="478"/>
          <ac:spMkLst>
            <pc:docMk/>
            <pc:sldMk cId="171453735" sldId="369"/>
            <ac:spMk id="32" creationId="{E2446EFF-059F-9CFD-BB26-C8B17002B32D}"/>
          </ac:spMkLst>
        </pc:spChg>
        <pc:spChg chg="add del mod">
          <ac:chgData name="shibariku0623@icloud.com" userId="47b6e960b06a1f92" providerId="LiveId" clId="{DFDF2D9E-0FA2-4FD2-962D-E4713059FE82}" dt="2025-11-13T17:40:54.674" v="5862" actId="478"/>
          <ac:spMkLst>
            <pc:docMk/>
            <pc:sldMk cId="171453735" sldId="369"/>
            <ac:spMk id="33" creationId="{540BCAB2-1881-A0AC-ACE8-B869ED04DF7C}"/>
          </ac:spMkLst>
        </pc:spChg>
        <pc:spChg chg="add del mod">
          <ac:chgData name="shibariku0623@icloud.com" userId="47b6e960b06a1f92" providerId="LiveId" clId="{DFDF2D9E-0FA2-4FD2-962D-E4713059FE82}" dt="2025-11-13T17:40:56.097" v="5863" actId="478"/>
          <ac:spMkLst>
            <pc:docMk/>
            <pc:sldMk cId="171453735" sldId="369"/>
            <ac:spMk id="34" creationId="{377883E9-533B-54C3-92C4-439027F89D0D}"/>
          </ac:spMkLst>
        </pc:spChg>
        <pc:spChg chg="add mod">
          <ac:chgData name="shibariku0623@icloud.com" userId="47b6e960b06a1f92" providerId="LiveId" clId="{DFDF2D9E-0FA2-4FD2-962D-E4713059FE82}" dt="2025-11-13T17:54:14.004" v="6461" actId="1076"/>
          <ac:spMkLst>
            <pc:docMk/>
            <pc:sldMk cId="171453735" sldId="369"/>
            <ac:spMk id="38" creationId="{2628F2EB-7E62-6E16-67FE-F2A05CF7F231}"/>
          </ac:spMkLst>
        </pc:spChg>
        <pc:spChg chg="del">
          <ac:chgData name="shibariku0623@icloud.com" userId="47b6e960b06a1f92" providerId="LiveId" clId="{DFDF2D9E-0FA2-4FD2-962D-E4713059FE82}" dt="2025-11-13T17:30:26.544" v="5612" actId="478"/>
          <ac:spMkLst>
            <pc:docMk/>
            <pc:sldMk cId="171453735" sldId="369"/>
            <ac:spMk id="39" creationId="{A29DE8B5-B8C1-D31D-A8E8-DB1A92068149}"/>
          </ac:spMkLst>
        </pc:spChg>
        <pc:spChg chg="add mod">
          <ac:chgData name="shibariku0623@icloud.com" userId="47b6e960b06a1f92" providerId="LiveId" clId="{DFDF2D9E-0FA2-4FD2-962D-E4713059FE82}" dt="2025-11-13T17:54:27.227" v="6463" actId="113"/>
          <ac:spMkLst>
            <pc:docMk/>
            <pc:sldMk cId="171453735" sldId="369"/>
            <ac:spMk id="41" creationId="{023D177A-47D2-0807-0CAC-0A5A0919C61C}"/>
          </ac:spMkLst>
        </pc:spChg>
        <pc:spChg chg="add del mod">
          <ac:chgData name="shibariku0623@icloud.com" userId="47b6e960b06a1f92" providerId="LiveId" clId="{DFDF2D9E-0FA2-4FD2-962D-E4713059FE82}" dt="2025-11-13T17:53:41.616" v="6382" actId="478"/>
          <ac:spMkLst>
            <pc:docMk/>
            <pc:sldMk cId="171453735" sldId="369"/>
            <ac:spMk id="42" creationId="{B6CE9F4E-8D40-C71A-BD75-5B60F790EC2A}"/>
          </ac:spMkLst>
        </pc:spChg>
        <pc:spChg chg="add mod">
          <ac:chgData name="shibariku0623@icloud.com" userId="47b6e960b06a1f92" providerId="LiveId" clId="{DFDF2D9E-0FA2-4FD2-962D-E4713059FE82}" dt="2025-11-13T17:54:14.004" v="6461" actId="1076"/>
          <ac:spMkLst>
            <pc:docMk/>
            <pc:sldMk cId="171453735" sldId="369"/>
            <ac:spMk id="43" creationId="{CC5D9BD2-86EF-7D6B-D135-F84FE08C7E1D}"/>
          </ac:spMkLst>
        </pc:spChg>
        <pc:spChg chg="del">
          <ac:chgData name="shibariku0623@icloud.com" userId="47b6e960b06a1f92" providerId="LiveId" clId="{DFDF2D9E-0FA2-4FD2-962D-E4713059FE82}" dt="2025-11-13T17:30:26.544" v="5612" actId="478"/>
          <ac:spMkLst>
            <pc:docMk/>
            <pc:sldMk cId="171453735" sldId="369"/>
            <ac:spMk id="49" creationId="{7FE6226B-D45E-31DF-1BE1-72C331CED3E8}"/>
          </ac:spMkLst>
        </pc:spChg>
        <pc:spChg chg="del">
          <ac:chgData name="shibariku0623@icloud.com" userId="47b6e960b06a1f92" providerId="LiveId" clId="{DFDF2D9E-0FA2-4FD2-962D-E4713059FE82}" dt="2025-11-13T17:30:26.544" v="5612" actId="478"/>
          <ac:spMkLst>
            <pc:docMk/>
            <pc:sldMk cId="171453735" sldId="369"/>
            <ac:spMk id="50" creationId="{1715A2E3-34C3-1FF8-021E-60038E137C2E}"/>
          </ac:spMkLst>
        </pc:spChg>
        <pc:spChg chg="del">
          <ac:chgData name="shibariku0623@icloud.com" userId="47b6e960b06a1f92" providerId="LiveId" clId="{DFDF2D9E-0FA2-4FD2-962D-E4713059FE82}" dt="2025-11-13T17:30:26.544" v="5612" actId="478"/>
          <ac:spMkLst>
            <pc:docMk/>
            <pc:sldMk cId="171453735" sldId="369"/>
            <ac:spMk id="55" creationId="{D5986937-859A-47F0-8B33-18F522AC58E8}"/>
          </ac:spMkLst>
        </pc:spChg>
        <pc:spChg chg="del">
          <ac:chgData name="shibariku0623@icloud.com" userId="47b6e960b06a1f92" providerId="LiveId" clId="{DFDF2D9E-0FA2-4FD2-962D-E4713059FE82}" dt="2025-11-13T17:30:26.544" v="5612" actId="478"/>
          <ac:spMkLst>
            <pc:docMk/>
            <pc:sldMk cId="171453735" sldId="369"/>
            <ac:spMk id="56" creationId="{6BD8394C-B469-28DF-5723-A168D0A85296}"/>
          </ac:spMkLst>
        </pc:spChg>
        <pc:spChg chg="del">
          <ac:chgData name="shibariku0623@icloud.com" userId="47b6e960b06a1f92" providerId="LiveId" clId="{DFDF2D9E-0FA2-4FD2-962D-E4713059FE82}" dt="2025-11-13T17:30:26.544" v="5612" actId="478"/>
          <ac:spMkLst>
            <pc:docMk/>
            <pc:sldMk cId="171453735" sldId="369"/>
            <ac:spMk id="59" creationId="{6D77B9B1-0935-8473-112E-3AA88A538780}"/>
          </ac:spMkLst>
        </pc:spChg>
        <pc:spChg chg="del">
          <ac:chgData name="shibariku0623@icloud.com" userId="47b6e960b06a1f92" providerId="LiveId" clId="{DFDF2D9E-0FA2-4FD2-962D-E4713059FE82}" dt="2025-11-13T17:30:26.544" v="5612" actId="478"/>
          <ac:spMkLst>
            <pc:docMk/>
            <pc:sldMk cId="171453735" sldId="369"/>
            <ac:spMk id="61" creationId="{9A5B0470-CF90-E63D-90F4-F9BCF0B1CD6A}"/>
          </ac:spMkLst>
        </pc:spChg>
        <pc:spChg chg="del">
          <ac:chgData name="shibariku0623@icloud.com" userId="47b6e960b06a1f92" providerId="LiveId" clId="{DFDF2D9E-0FA2-4FD2-962D-E4713059FE82}" dt="2025-11-13T17:30:26.544" v="5612" actId="478"/>
          <ac:spMkLst>
            <pc:docMk/>
            <pc:sldMk cId="171453735" sldId="369"/>
            <ac:spMk id="62" creationId="{4C1DC785-2554-1EA5-7F64-9CAB31A08D91}"/>
          </ac:spMkLst>
        </pc:spChg>
        <pc:grpChg chg="del mod">
          <ac:chgData name="shibariku0623@icloud.com" userId="47b6e960b06a1f92" providerId="LiveId" clId="{DFDF2D9E-0FA2-4FD2-962D-E4713059FE82}" dt="2025-11-13T17:30:45.816" v="5615" actId="478"/>
          <ac:grpSpMkLst>
            <pc:docMk/>
            <pc:sldMk cId="171453735" sldId="369"/>
            <ac:grpSpMk id="7" creationId="{A046B1F8-526D-6BE6-2CF7-A21D646BD383}"/>
          </ac:grpSpMkLst>
        </pc:grpChg>
        <pc:picChg chg="del">
          <ac:chgData name="shibariku0623@icloud.com" userId="47b6e960b06a1f92" providerId="LiveId" clId="{DFDF2D9E-0FA2-4FD2-962D-E4713059FE82}" dt="2025-11-13T17:31:04.386" v="5621" actId="478"/>
          <ac:picMkLst>
            <pc:docMk/>
            <pc:sldMk cId="171453735" sldId="369"/>
            <ac:picMk id="35" creationId="{DA5AF8C1-B5D9-1D9D-6D63-20E477136331}"/>
          </ac:picMkLst>
        </pc:picChg>
        <pc:picChg chg="del">
          <ac:chgData name="shibariku0623@icloud.com" userId="47b6e960b06a1f92" providerId="LiveId" clId="{DFDF2D9E-0FA2-4FD2-962D-E4713059FE82}" dt="2025-11-13T17:31:04.051" v="5620" actId="478"/>
          <ac:picMkLst>
            <pc:docMk/>
            <pc:sldMk cId="171453735" sldId="369"/>
            <ac:picMk id="36" creationId="{D889526A-D23F-1898-0438-74FD3425E8F6}"/>
          </ac:picMkLst>
        </pc:picChg>
        <pc:picChg chg="del">
          <ac:chgData name="shibariku0623@icloud.com" userId="47b6e960b06a1f92" providerId="LiveId" clId="{DFDF2D9E-0FA2-4FD2-962D-E4713059FE82}" dt="2025-11-13T17:31:03.672" v="5619" actId="478"/>
          <ac:picMkLst>
            <pc:docMk/>
            <pc:sldMk cId="171453735" sldId="369"/>
            <ac:picMk id="40" creationId="{66C067A1-260A-B0F2-4B6E-876A26BACFE0}"/>
          </ac:picMkLst>
        </pc:picChg>
      </pc:sldChg>
      <pc:sldChg chg="addSp delSp modSp mod">
        <pc:chgData name="shibariku0623@icloud.com" userId="47b6e960b06a1f92" providerId="LiveId" clId="{DFDF2D9E-0FA2-4FD2-962D-E4713059FE82}" dt="2025-11-13T18:02:04.274" v="6788" actId="1076"/>
        <pc:sldMkLst>
          <pc:docMk/>
          <pc:sldMk cId="3871128981" sldId="370"/>
        </pc:sldMkLst>
        <pc:spChg chg="mod">
          <ac:chgData name="shibariku0623@icloud.com" userId="47b6e960b06a1f92" providerId="LiveId" clId="{DFDF2D9E-0FA2-4FD2-962D-E4713059FE82}" dt="2025-11-13T17:52:55.109" v="6381" actId="20577"/>
          <ac:spMkLst>
            <pc:docMk/>
            <pc:sldMk cId="3871128981" sldId="370"/>
            <ac:spMk id="5" creationId="{36A9A806-F75F-A85D-D20A-8617167ACE7D}"/>
          </ac:spMkLst>
        </pc:spChg>
        <pc:spChg chg="del">
          <ac:chgData name="shibariku0623@icloud.com" userId="47b6e960b06a1f92" providerId="LiveId" clId="{DFDF2D9E-0FA2-4FD2-962D-E4713059FE82}" dt="2025-11-13T17:55:08.926" v="6473" actId="478"/>
          <ac:spMkLst>
            <pc:docMk/>
            <pc:sldMk cId="3871128981" sldId="370"/>
            <ac:spMk id="7" creationId="{909E00BF-F5EC-1766-4EDF-BE9E8BE94C6B}"/>
          </ac:spMkLst>
        </pc:spChg>
        <pc:spChg chg="del">
          <ac:chgData name="shibariku0623@icloud.com" userId="47b6e960b06a1f92" providerId="LiveId" clId="{DFDF2D9E-0FA2-4FD2-962D-E4713059FE82}" dt="2025-11-13T17:55:00.759" v="6468" actId="478"/>
          <ac:spMkLst>
            <pc:docMk/>
            <pc:sldMk cId="3871128981" sldId="370"/>
            <ac:spMk id="8" creationId="{B1873618-6190-9BE0-2A53-F09969DBCF18}"/>
          </ac:spMkLst>
        </pc:spChg>
        <pc:spChg chg="del">
          <ac:chgData name="shibariku0623@icloud.com" userId="47b6e960b06a1f92" providerId="LiveId" clId="{DFDF2D9E-0FA2-4FD2-962D-E4713059FE82}" dt="2025-11-13T17:55:07.129" v="6472" actId="478"/>
          <ac:spMkLst>
            <pc:docMk/>
            <pc:sldMk cId="3871128981" sldId="370"/>
            <ac:spMk id="9" creationId="{27E86DFF-1742-89CC-3058-007BC584F84D}"/>
          </ac:spMkLst>
        </pc:spChg>
        <pc:spChg chg="add del mod">
          <ac:chgData name="shibariku0623@icloud.com" userId="47b6e960b06a1f92" providerId="LiveId" clId="{DFDF2D9E-0FA2-4FD2-962D-E4713059FE82}" dt="2025-11-13T17:57:36.813" v="6624" actId="478"/>
          <ac:spMkLst>
            <pc:docMk/>
            <pc:sldMk cId="3871128981" sldId="370"/>
            <ac:spMk id="26" creationId="{FB337275-9DF8-A97C-073D-B7E4C00E765F}"/>
          </ac:spMkLst>
        </pc:spChg>
        <pc:spChg chg="del">
          <ac:chgData name="shibariku0623@icloud.com" userId="47b6e960b06a1f92" providerId="LiveId" clId="{DFDF2D9E-0FA2-4FD2-962D-E4713059FE82}" dt="2025-11-13T17:54:59.366" v="6466" actId="478"/>
          <ac:spMkLst>
            <pc:docMk/>
            <pc:sldMk cId="3871128981" sldId="370"/>
            <ac:spMk id="27" creationId="{C138AA75-B99C-A103-FAAA-02309EB44612}"/>
          </ac:spMkLst>
        </pc:spChg>
        <pc:spChg chg="mod">
          <ac:chgData name="shibariku0623@icloud.com" userId="47b6e960b06a1f92" providerId="LiveId" clId="{DFDF2D9E-0FA2-4FD2-962D-E4713059FE82}" dt="2025-11-13T18:02:04.274" v="6788" actId="1076"/>
          <ac:spMkLst>
            <pc:docMk/>
            <pc:sldMk cId="3871128981" sldId="370"/>
            <ac:spMk id="28" creationId="{AA39E989-17AF-780C-075B-681861AF78BC}"/>
          </ac:spMkLst>
        </pc:spChg>
        <pc:spChg chg="del">
          <ac:chgData name="shibariku0623@icloud.com" userId="47b6e960b06a1f92" providerId="LiveId" clId="{DFDF2D9E-0FA2-4FD2-962D-E4713059FE82}" dt="2025-11-13T17:55:00.132" v="6467" actId="478"/>
          <ac:spMkLst>
            <pc:docMk/>
            <pc:sldMk cId="3871128981" sldId="370"/>
            <ac:spMk id="29" creationId="{ADCF1162-D46D-BA2A-84D0-A54BF9D6F7CD}"/>
          </ac:spMkLst>
        </pc:spChg>
        <pc:spChg chg="del">
          <ac:chgData name="shibariku0623@icloud.com" userId="47b6e960b06a1f92" providerId="LiveId" clId="{DFDF2D9E-0FA2-4FD2-962D-E4713059FE82}" dt="2025-11-13T17:55:14.337" v="6476" actId="478"/>
          <ac:spMkLst>
            <pc:docMk/>
            <pc:sldMk cId="3871128981" sldId="370"/>
            <ac:spMk id="30" creationId="{7D085E27-3011-878A-E95A-6C8F1C99556F}"/>
          </ac:spMkLst>
        </pc:spChg>
        <pc:spChg chg="add del">
          <ac:chgData name="shibariku0623@icloud.com" userId="47b6e960b06a1f92" providerId="LiveId" clId="{DFDF2D9E-0FA2-4FD2-962D-E4713059FE82}" dt="2025-11-13T17:57:40.916" v="6625" actId="478"/>
          <ac:spMkLst>
            <pc:docMk/>
            <pc:sldMk cId="3871128981" sldId="370"/>
            <ac:spMk id="31" creationId="{980A8893-E4B2-EB2F-58FC-8B1B0C837F08}"/>
          </ac:spMkLst>
        </pc:spChg>
        <pc:spChg chg="del mod">
          <ac:chgData name="shibariku0623@icloud.com" userId="47b6e960b06a1f92" providerId="LiveId" clId="{DFDF2D9E-0FA2-4FD2-962D-E4713059FE82}" dt="2025-11-13T17:55:11.922" v="6475" actId="478"/>
          <ac:spMkLst>
            <pc:docMk/>
            <pc:sldMk cId="3871128981" sldId="370"/>
            <ac:spMk id="37" creationId="{FC9E049B-8E98-0A0A-4C9F-20AA0A7AB90B}"/>
          </ac:spMkLst>
        </pc:spChg>
        <pc:spChg chg="del">
          <ac:chgData name="shibariku0623@icloud.com" userId="47b6e960b06a1f92" providerId="LiveId" clId="{DFDF2D9E-0FA2-4FD2-962D-E4713059FE82}" dt="2025-11-13T17:55:01.510" v="6469" actId="478"/>
          <ac:spMkLst>
            <pc:docMk/>
            <pc:sldMk cId="3871128981" sldId="370"/>
            <ac:spMk id="48" creationId="{E5669F1F-D890-BAF7-D120-F5CE084CF88E}"/>
          </ac:spMkLst>
        </pc:spChg>
        <pc:spChg chg="add del">
          <ac:chgData name="shibariku0623@icloud.com" userId="47b6e960b06a1f92" providerId="LiveId" clId="{DFDF2D9E-0FA2-4FD2-962D-E4713059FE82}" dt="2025-11-13T17:57:40.916" v="6625" actId="478"/>
          <ac:spMkLst>
            <pc:docMk/>
            <pc:sldMk cId="3871128981" sldId="370"/>
            <ac:spMk id="54" creationId="{846B2AF2-FD1A-A799-F265-CC4075B91F03}"/>
          </ac:spMkLst>
        </pc:spChg>
        <pc:spChg chg="add del">
          <ac:chgData name="shibariku0623@icloud.com" userId="47b6e960b06a1f92" providerId="LiveId" clId="{DFDF2D9E-0FA2-4FD2-962D-E4713059FE82}" dt="2025-11-13T17:57:40.916" v="6625" actId="478"/>
          <ac:spMkLst>
            <pc:docMk/>
            <pc:sldMk cId="3871128981" sldId="370"/>
            <ac:spMk id="57" creationId="{338ADBF5-22CC-13FB-67E8-65BA0901A108}"/>
          </ac:spMkLst>
        </pc:spChg>
        <pc:spChg chg="add del">
          <ac:chgData name="shibariku0623@icloud.com" userId="47b6e960b06a1f92" providerId="LiveId" clId="{DFDF2D9E-0FA2-4FD2-962D-E4713059FE82}" dt="2025-11-13T17:57:40.916" v="6625" actId="478"/>
          <ac:spMkLst>
            <pc:docMk/>
            <pc:sldMk cId="3871128981" sldId="370"/>
            <ac:spMk id="58" creationId="{66293938-0EA0-CD5B-95E0-703B11292B92}"/>
          </ac:spMkLst>
        </pc:spChg>
        <pc:grpChg chg="add del">
          <ac:chgData name="shibariku0623@icloud.com" userId="47b6e960b06a1f92" providerId="LiveId" clId="{DFDF2D9E-0FA2-4FD2-962D-E4713059FE82}" dt="2025-11-13T17:57:40.916" v="6625" actId="478"/>
          <ac:grpSpMkLst>
            <pc:docMk/>
            <pc:sldMk cId="3871128981" sldId="370"/>
            <ac:grpSpMk id="51" creationId="{FA5009C8-53E1-E154-577E-6D3238476299}"/>
          </ac:grpSpMkLst>
        </pc:grpChg>
      </pc:sldChg>
      <pc:sldChg chg="addSp delSp modSp mod modNotesTx">
        <pc:chgData name="shibariku0623@icloud.com" userId="47b6e960b06a1f92" providerId="LiveId" clId="{DFDF2D9E-0FA2-4FD2-962D-E4713059FE82}" dt="2025-11-14T05:51:30.214" v="7613" actId="20577"/>
        <pc:sldMkLst>
          <pc:docMk/>
          <pc:sldMk cId="776935616" sldId="371"/>
        </pc:sldMkLst>
        <pc:spChg chg="mod">
          <ac:chgData name="shibariku0623@icloud.com" userId="47b6e960b06a1f92" providerId="LiveId" clId="{DFDF2D9E-0FA2-4FD2-962D-E4713059FE82}" dt="2025-11-13T15:20:07.477" v="2736" actId="1076"/>
          <ac:spMkLst>
            <pc:docMk/>
            <pc:sldMk cId="776935616" sldId="371"/>
            <ac:spMk id="35" creationId="{4E9B6F8F-4409-0CAE-15CC-B110B0D31EE9}"/>
          </ac:spMkLst>
        </pc:spChg>
        <pc:spChg chg="mod">
          <ac:chgData name="shibariku0623@icloud.com" userId="47b6e960b06a1f92" providerId="LiveId" clId="{DFDF2D9E-0FA2-4FD2-962D-E4713059FE82}" dt="2025-11-13T15:20:45.121" v="2748" actId="207"/>
          <ac:spMkLst>
            <pc:docMk/>
            <pc:sldMk cId="776935616" sldId="371"/>
            <ac:spMk id="36" creationId="{2AD0E88D-EB32-5444-2C66-41FED6D1ACB3}"/>
          </ac:spMkLst>
        </pc:spChg>
        <pc:picChg chg="add mod">
          <ac:chgData name="shibariku0623@icloud.com" userId="47b6e960b06a1f92" providerId="LiveId" clId="{DFDF2D9E-0FA2-4FD2-962D-E4713059FE82}" dt="2025-11-13T15:20:20.761" v="2741" actId="1076"/>
          <ac:picMkLst>
            <pc:docMk/>
            <pc:sldMk cId="776935616" sldId="371"/>
            <ac:picMk id="8" creationId="{2DABA004-AD43-F198-956D-5E8B266AEA47}"/>
          </ac:picMkLst>
        </pc:picChg>
        <pc:picChg chg="del">
          <ac:chgData name="shibariku0623@icloud.com" userId="47b6e960b06a1f92" providerId="LiveId" clId="{DFDF2D9E-0FA2-4FD2-962D-E4713059FE82}" dt="2025-11-13T15:17:44.669" v="2472" actId="478"/>
          <ac:picMkLst>
            <pc:docMk/>
            <pc:sldMk cId="776935616" sldId="371"/>
            <ac:picMk id="33" creationId="{10C1100C-5105-3127-28BC-04719A200E9E}"/>
          </ac:picMkLst>
        </pc:picChg>
      </pc:sldChg>
      <pc:sldChg chg="addSp delSp modSp mod">
        <pc:chgData name="shibariku0623@icloud.com" userId="47b6e960b06a1f92" providerId="LiveId" clId="{DFDF2D9E-0FA2-4FD2-962D-E4713059FE82}" dt="2025-11-13T15:28:25.230" v="3142" actId="1076"/>
        <pc:sldMkLst>
          <pc:docMk/>
          <pc:sldMk cId="2501506395" sldId="372"/>
        </pc:sldMkLst>
        <pc:spChg chg="mod">
          <ac:chgData name="shibariku0623@icloud.com" userId="47b6e960b06a1f92" providerId="LiveId" clId="{DFDF2D9E-0FA2-4FD2-962D-E4713059FE82}" dt="2025-11-13T15:22:19.141" v="2847" actId="20577"/>
          <ac:spMkLst>
            <pc:docMk/>
            <pc:sldMk cId="2501506395" sldId="372"/>
            <ac:spMk id="5" creationId="{FEAD58D1-804C-51EF-F40E-1625782265D5}"/>
          </ac:spMkLst>
        </pc:spChg>
        <pc:spChg chg="del">
          <ac:chgData name="shibariku0623@icloud.com" userId="47b6e960b06a1f92" providerId="LiveId" clId="{DFDF2D9E-0FA2-4FD2-962D-E4713059FE82}" dt="2025-11-13T15:21:32.097" v="2758" actId="478"/>
          <ac:spMkLst>
            <pc:docMk/>
            <pc:sldMk cId="2501506395" sldId="372"/>
            <ac:spMk id="9" creationId="{50CAC297-2844-9F4E-6B65-5FFBB731B5B4}"/>
          </ac:spMkLst>
        </pc:spChg>
        <pc:spChg chg="mod">
          <ac:chgData name="shibariku0623@icloud.com" userId="47b6e960b06a1f92" providerId="LiveId" clId="{DFDF2D9E-0FA2-4FD2-962D-E4713059FE82}" dt="2025-11-13T15:27:29.478" v="3040" actId="1076"/>
          <ac:spMkLst>
            <pc:docMk/>
            <pc:sldMk cId="2501506395" sldId="372"/>
            <ac:spMk id="26" creationId="{FA44AA86-CC4E-9DCA-3BCA-FB990A938400}"/>
          </ac:spMkLst>
        </pc:spChg>
        <pc:spChg chg="mod">
          <ac:chgData name="shibariku0623@icloud.com" userId="47b6e960b06a1f92" providerId="LiveId" clId="{DFDF2D9E-0FA2-4FD2-962D-E4713059FE82}" dt="2025-11-13T15:27:43.964" v="3046" actId="207"/>
          <ac:spMkLst>
            <pc:docMk/>
            <pc:sldMk cId="2501506395" sldId="372"/>
            <ac:spMk id="27" creationId="{81ABA0E8-3737-8390-325D-CEBBBD631BA2}"/>
          </ac:spMkLst>
        </pc:spChg>
        <pc:spChg chg="add del mod">
          <ac:chgData name="shibariku0623@icloud.com" userId="47b6e960b06a1f92" providerId="LiveId" clId="{DFDF2D9E-0FA2-4FD2-962D-E4713059FE82}" dt="2025-11-13T15:26:13.241" v="2920" actId="478"/>
          <ac:spMkLst>
            <pc:docMk/>
            <pc:sldMk cId="2501506395" sldId="372"/>
            <ac:spMk id="28" creationId="{51D6EF32-63E8-E034-A27C-3F70B97AB9B4}"/>
          </ac:spMkLst>
        </pc:spChg>
        <pc:spChg chg="add del mod">
          <ac:chgData name="shibariku0623@icloud.com" userId="47b6e960b06a1f92" providerId="LiveId" clId="{DFDF2D9E-0FA2-4FD2-962D-E4713059FE82}" dt="2025-11-13T15:27:37.804" v="3044" actId="478"/>
          <ac:spMkLst>
            <pc:docMk/>
            <pc:sldMk cId="2501506395" sldId="372"/>
            <ac:spMk id="29" creationId="{19D07AA8-F6C4-5F22-808C-5D9D4B008B78}"/>
          </ac:spMkLst>
        </pc:spChg>
        <pc:spChg chg="add del mod">
          <ac:chgData name="shibariku0623@icloud.com" userId="47b6e960b06a1f92" providerId="LiveId" clId="{DFDF2D9E-0FA2-4FD2-962D-E4713059FE82}" dt="2025-11-13T15:26:15.536" v="2921" actId="478"/>
          <ac:spMkLst>
            <pc:docMk/>
            <pc:sldMk cId="2501506395" sldId="372"/>
            <ac:spMk id="30" creationId="{20C92AB9-D93F-BEEE-9DFE-20CAEB37F785}"/>
          </ac:spMkLst>
        </pc:spChg>
        <pc:spChg chg="add del mod">
          <ac:chgData name="shibariku0623@icloud.com" userId="47b6e960b06a1f92" providerId="LiveId" clId="{DFDF2D9E-0FA2-4FD2-962D-E4713059FE82}" dt="2025-11-13T15:26:19.505" v="2923" actId="478"/>
          <ac:spMkLst>
            <pc:docMk/>
            <pc:sldMk cId="2501506395" sldId="372"/>
            <ac:spMk id="31" creationId="{0D74DEEA-512A-51F4-3528-811F27782FAD}"/>
          </ac:spMkLst>
        </pc:spChg>
        <pc:spChg chg="mod">
          <ac:chgData name="shibariku0623@icloud.com" userId="47b6e960b06a1f92" providerId="LiveId" clId="{DFDF2D9E-0FA2-4FD2-962D-E4713059FE82}" dt="2025-11-13T15:28:25.230" v="3142" actId="1076"/>
          <ac:spMkLst>
            <pc:docMk/>
            <pc:sldMk cId="2501506395" sldId="372"/>
            <ac:spMk id="32" creationId="{E7ED83AF-043F-4A88-E6C8-A642B6683DD8}"/>
          </ac:spMkLst>
        </pc:spChg>
        <pc:spChg chg="mod">
          <ac:chgData name="shibariku0623@icloud.com" userId="47b6e960b06a1f92" providerId="LiveId" clId="{DFDF2D9E-0FA2-4FD2-962D-E4713059FE82}" dt="2025-11-13T15:28:25.230" v="3142" actId="1076"/>
          <ac:spMkLst>
            <pc:docMk/>
            <pc:sldMk cId="2501506395" sldId="372"/>
            <ac:spMk id="34" creationId="{1C4A924E-5DBF-DCBE-B85E-71B6461FEEB3}"/>
          </ac:spMkLst>
        </pc:spChg>
        <pc:picChg chg="del">
          <ac:chgData name="shibariku0623@icloud.com" userId="47b6e960b06a1f92" providerId="LiveId" clId="{DFDF2D9E-0FA2-4FD2-962D-E4713059FE82}" dt="2025-11-13T15:21:01.379" v="2749" actId="478"/>
          <ac:picMkLst>
            <pc:docMk/>
            <pc:sldMk cId="2501506395" sldId="372"/>
            <ac:picMk id="8" creationId="{D4F814B0-CF6E-CB49-C9C8-8A546988A59C}"/>
          </ac:picMkLst>
        </pc:picChg>
        <pc:picChg chg="add mod">
          <ac:chgData name="shibariku0623@icloud.com" userId="47b6e960b06a1f92" providerId="LiveId" clId="{DFDF2D9E-0FA2-4FD2-962D-E4713059FE82}" dt="2025-11-13T15:21:36.961" v="2759" actId="1076"/>
          <ac:picMkLst>
            <pc:docMk/>
            <pc:sldMk cId="2501506395" sldId="372"/>
            <ac:picMk id="33" creationId="{11139286-8B1D-5848-7E1E-0A83959DB6CE}"/>
          </ac:picMkLst>
        </pc:picChg>
      </pc:sldChg>
      <pc:sldChg chg="modSp mod">
        <pc:chgData name="shibariku0623@icloud.com" userId="47b6e960b06a1f92" providerId="LiveId" clId="{DFDF2D9E-0FA2-4FD2-962D-E4713059FE82}" dt="2025-11-13T18:08:08.656" v="7608" actId="2710"/>
        <pc:sldMkLst>
          <pc:docMk/>
          <pc:sldMk cId="3029064412" sldId="373"/>
        </pc:sldMkLst>
        <pc:spChg chg="mod">
          <ac:chgData name="shibariku0623@icloud.com" userId="47b6e960b06a1f92" providerId="LiveId" clId="{DFDF2D9E-0FA2-4FD2-962D-E4713059FE82}" dt="2025-11-13T18:08:08.656" v="7608" actId="2710"/>
          <ac:spMkLst>
            <pc:docMk/>
            <pc:sldMk cId="3029064412" sldId="373"/>
            <ac:spMk id="8" creationId="{B89DAA68-4148-F088-572F-9ED684EB5AF0}"/>
          </ac:spMkLst>
        </pc:spChg>
      </pc:sldChg>
      <pc:sldChg chg="del">
        <pc:chgData name="shibariku0623@icloud.com" userId="47b6e960b06a1f92" providerId="LiveId" clId="{DFDF2D9E-0FA2-4FD2-962D-E4713059FE82}" dt="2025-11-13T15:17:20.506" v="2466" actId="47"/>
        <pc:sldMkLst>
          <pc:docMk/>
          <pc:sldMk cId="1383669691" sldId="377"/>
        </pc:sldMkLst>
      </pc:sldChg>
      <pc:sldChg chg="del">
        <pc:chgData name="shibariku0623@icloud.com" userId="47b6e960b06a1f92" providerId="LiveId" clId="{DFDF2D9E-0FA2-4FD2-962D-E4713059FE82}" dt="2025-11-13T15:17:21.666" v="2467" actId="47"/>
        <pc:sldMkLst>
          <pc:docMk/>
          <pc:sldMk cId="240532122" sldId="378"/>
        </pc:sldMkLst>
      </pc:sldChg>
      <pc:sldChg chg="addSp delSp modSp add mod">
        <pc:chgData name="shibariku0623@icloud.com" userId="47b6e960b06a1f92" providerId="LiveId" clId="{DFDF2D9E-0FA2-4FD2-962D-E4713059FE82}" dt="2025-11-13T18:06:35.672" v="7317" actId="207"/>
        <pc:sldMkLst>
          <pc:docMk/>
          <pc:sldMk cId="1738244995" sldId="380"/>
        </pc:sldMkLst>
        <pc:spChg chg="add mod">
          <ac:chgData name="shibariku0623@icloud.com" userId="47b6e960b06a1f92" providerId="LiveId" clId="{DFDF2D9E-0FA2-4FD2-962D-E4713059FE82}" dt="2025-11-13T18:04:48.312" v="7011" actId="20577"/>
          <ac:spMkLst>
            <pc:docMk/>
            <pc:sldMk cId="1738244995" sldId="380"/>
            <ac:spMk id="9" creationId="{91D80667-6D1A-E95E-25E0-0F7861ECB8DA}"/>
          </ac:spMkLst>
        </pc:spChg>
        <pc:spChg chg="mod">
          <ac:chgData name="shibariku0623@icloud.com" userId="47b6e960b06a1f92" providerId="LiveId" clId="{DFDF2D9E-0FA2-4FD2-962D-E4713059FE82}" dt="2025-11-13T18:04:22.105" v="6994" actId="1076"/>
          <ac:spMkLst>
            <pc:docMk/>
            <pc:sldMk cId="1738244995" sldId="380"/>
            <ac:spMk id="26" creationId="{58762009-5883-A445-BB41-7D67923B374F}"/>
          </ac:spMkLst>
        </pc:spChg>
        <pc:spChg chg="mod">
          <ac:chgData name="shibariku0623@icloud.com" userId="47b6e960b06a1f92" providerId="LiveId" clId="{DFDF2D9E-0FA2-4FD2-962D-E4713059FE82}" dt="2025-11-13T18:06:35.672" v="7317" actId="207"/>
          <ac:spMkLst>
            <pc:docMk/>
            <pc:sldMk cId="1738244995" sldId="380"/>
            <ac:spMk id="27" creationId="{163CD1FE-555E-E577-ED6C-71F063D9ADAE}"/>
          </ac:spMkLst>
        </pc:spChg>
        <pc:spChg chg="add mod">
          <ac:chgData name="shibariku0623@icloud.com" userId="47b6e960b06a1f92" providerId="LiveId" clId="{DFDF2D9E-0FA2-4FD2-962D-E4713059FE82}" dt="2025-11-13T18:05:27.350" v="7165" actId="20577"/>
          <ac:spMkLst>
            <pc:docMk/>
            <pc:sldMk cId="1738244995" sldId="380"/>
            <ac:spMk id="28" creationId="{F22F5EC0-13F8-55E0-50B8-16773819DAA3}"/>
          </ac:spMkLst>
        </pc:spChg>
        <pc:spChg chg="mod">
          <ac:chgData name="shibariku0623@icloud.com" userId="47b6e960b06a1f92" providerId="LiveId" clId="{DFDF2D9E-0FA2-4FD2-962D-E4713059FE82}" dt="2025-11-13T18:06:22.522" v="7313" actId="1076"/>
          <ac:spMkLst>
            <pc:docMk/>
            <pc:sldMk cId="1738244995" sldId="380"/>
            <ac:spMk id="32" creationId="{864B21CC-089A-6F06-C109-E22887242D52}"/>
          </ac:spMkLst>
        </pc:spChg>
        <pc:spChg chg="mod">
          <ac:chgData name="shibariku0623@icloud.com" userId="47b6e960b06a1f92" providerId="LiveId" clId="{DFDF2D9E-0FA2-4FD2-962D-E4713059FE82}" dt="2025-11-13T18:06:22.522" v="7313" actId="1076"/>
          <ac:spMkLst>
            <pc:docMk/>
            <pc:sldMk cId="1738244995" sldId="380"/>
            <ac:spMk id="34" creationId="{2A17EBDD-F18C-7913-3063-93BFBF0B3890}"/>
          </ac:spMkLst>
        </pc:spChg>
        <pc:picChg chg="add mod">
          <ac:chgData name="shibariku0623@icloud.com" userId="47b6e960b06a1f92" providerId="LiveId" clId="{DFDF2D9E-0FA2-4FD2-962D-E4713059FE82}" dt="2025-11-13T15:29:04.269" v="3148" actId="1076"/>
          <ac:picMkLst>
            <pc:docMk/>
            <pc:sldMk cId="1738244995" sldId="380"/>
            <ac:picMk id="8" creationId="{D2678DFE-E18C-99FC-3934-7D24897DBD9E}"/>
          </ac:picMkLst>
        </pc:picChg>
        <pc:picChg chg="del">
          <ac:chgData name="shibariku0623@icloud.com" userId="47b6e960b06a1f92" providerId="LiveId" clId="{DFDF2D9E-0FA2-4FD2-962D-E4713059FE82}" dt="2025-11-13T15:28:52.960" v="3144" actId="478"/>
          <ac:picMkLst>
            <pc:docMk/>
            <pc:sldMk cId="1738244995" sldId="380"/>
            <ac:picMk id="33" creationId="{5FBE2845-7201-CF20-8052-B9DB72CDDAD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FC281-721B-4934-9CCF-260B5135F409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58F7A-9C9F-42E9-83A4-0C372CE578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274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9996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1" dirty="0"/>
              <a:t>正規化（</a:t>
            </a:r>
            <a:r>
              <a:rPr lang="en-US" altLang="ja-JP" b="1" dirty="0"/>
              <a:t>Normalization</a:t>
            </a:r>
            <a:r>
              <a:rPr lang="ja-JP" altLang="en-US" b="1" dirty="0"/>
              <a:t>）</a:t>
            </a:r>
            <a:r>
              <a:rPr lang="ja-JP" altLang="en-US" dirty="0"/>
              <a:t>：データを平均</a:t>
            </a:r>
            <a:r>
              <a:rPr lang="en-US" altLang="ja-JP" dirty="0"/>
              <a:t>0</a:t>
            </a:r>
            <a:r>
              <a:rPr lang="ja-JP" altLang="en-US" dirty="0"/>
              <a:t>、分散</a:t>
            </a:r>
            <a:r>
              <a:rPr lang="en-US" altLang="ja-JP" dirty="0"/>
              <a:t>1</a:t>
            </a:r>
            <a:r>
              <a:rPr lang="ja-JP" altLang="en-US" dirty="0"/>
              <a:t>のスケールに変換．</a:t>
            </a:r>
            <a:endParaRPr lang="en-US" altLang="ja-JP" dirty="0"/>
          </a:p>
          <a:p>
            <a:r>
              <a:rPr lang="ja-JP" altLang="en-US" dirty="0"/>
              <a:t>↓</a:t>
            </a:r>
            <a:endParaRPr lang="en-US" altLang="ja-JP" dirty="0"/>
          </a:p>
          <a:p>
            <a:r>
              <a:rPr lang="ja-JP" altLang="en-US" dirty="0"/>
              <a:t>テスト時にも同じスケーリング</a:t>
            </a:r>
            <a:endParaRPr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・少ないビット（</a:t>
            </a:r>
            <a:r>
              <a:rPr kumimoji="1" lang="en-US" altLang="ja-JP" dirty="0"/>
              <a:t>8bit</a:t>
            </a:r>
            <a:r>
              <a:rPr kumimoji="1" lang="ja-JP" altLang="en-US" dirty="0"/>
              <a:t>）の場合，</a:t>
            </a:r>
            <a:r>
              <a:rPr kumimoji="1" lang="en-US" altLang="ja-JP" dirty="0"/>
              <a:t>256</a:t>
            </a:r>
            <a:r>
              <a:rPr kumimoji="1" lang="ja-JP" altLang="en-US" dirty="0"/>
              <a:t>クラスに</a:t>
            </a:r>
            <a:r>
              <a:rPr kumimoji="1" lang="en-US" altLang="ja-JP" dirty="0"/>
              <a:t>1-hot</a:t>
            </a:r>
            <a:r>
              <a:rPr kumimoji="1" lang="ja-JP" altLang="en-US" dirty="0"/>
              <a:t>ベクトル化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人間の耳は、小さい音の違いには敏感だが、大きな音の違いには鈍感（</a:t>
            </a:r>
            <a:r>
              <a:rPr lang="ja-JP" altLang="en-US" b="1" dirty="0"/>
              <a:t>対数的な感覚</a:t>
            </a:r>
            <a:r>
              <a:rPr lang="ja-JP" altLang="en-US" dirty="0"/>
              <a:t>）という特性がある</a:t>
            </a:r>
            <a:r>
              <a:rPr kumimoji="1" lang="ja-JP" altLang="en-US" dirty="0"/>
              <a:t>．</a:t>
            </a:r>
            <a:endParaRPr kumimoji="1" lang="en-US" altLang="ja-JP" dirty="0"/>
          </a:p>
          <a:p>
            <a:r>
              <a:rPr lang="ja-JP" altLang="en-US" dirty="0"/>
              <a:t>人間の聴覚感度に近づけた変換をするのは、</a:t>
            </a:r>
            <a:r>
              <a:rPr lang="ja-JP" altLang="en-US" b="1" dirty="0"/>
              <a:t>機械が「人間にとって意味のある音の違い」に注目し、学習しやすくするため．結局，人間の聴覚が特徴をとらえるのに最適ということか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249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A2283-8920-53D7-DF30-F19322D11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B5A90D6-4844-1415-799C-29A1BFD8E9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B4E683-F73D-6502-F9E4-B1D34AA5D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TWFR </a:t>
            </a:r>
            <a:r>
              <a:rPr lang="ja-JP" altLang="en-US" dirty="0"/>
              <a:t>は，</a:t>
            </a:r>
            <a:r>
              <a:rPr lang="ja-JP" altLang="en-US" b="1" dirty="0"/>
              <a:t>「強いフレームが上位何個まで続くか」「弱いフレームがどれくらい混ざるか」</a:t>
            </a:r>
            <a:br>
              <a:rPr lang="ja-JP" altLang="en-US" dirty="0"/>
            </a:br>
            <a:r>
              <a:rPr lang="ja-JP" altLang="en-US" dirty="0"/>
              <a:t>という </a:t>
            </a:r>
            <a:r>
              <a:rPr lang="ja-JP" altLang="en-US" b="1" dirty="0"/>
              <a:t>エネルギー分布の形</a:t>
            </a:r>
            <a:r>
              <a:rPr lang="ja-JP" altLang="en-US" dirty="0"/>
              <a:t> を重み付きで反映できるため，</a:t>
            </a:r>
            <a:br>
              <a:rPr lang="ja-JP" altLang="en-US" dirty="0"/>
            </a:br>
            <a:r>
              <a:rPr lang="en-US" altLang="ja-JP" dirty="0"/>
              <a:t>Mean / Max </a:t>
            </a:r>
            <a:r>
              <a:rPr lang="ja-JP" altLang="en-US" dirty="0"/>
              <a:t>よりも</a:t>
            </a:r>
            <a:r>
              <a:rPr lang="ja-JP" altLang="en-US" b="1" dirty="0"/>
              <a:t>機械ごとの典型的な周波数分布をコンパクトに表現できる</a:t>
            </a:r>
            <a:endParaRPr kumimoji="1" lang="ja-JP" altLang="en-US" b="1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DD279EC-06D0-57C5-F604-E18902F0A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9927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FDF51-3492-9FFD-E657-246AB0D42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310D961-A973-88CA-AB4B-08B222E72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1D32E64-9C70-2C13-4997-6BA397570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D0B0194-3632-6709-56D6-F91AF0F900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4089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05D35-4C33-5AF9-4447-21DCECD83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E7FD33C-DBA2-523D-4AE3-FA6DD4B74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BFDB587-543D-EE6B-A1A4-D9E2CF4FA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24B7C64-9341-6405-FE3F-CDA96CA69A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58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72D9A-45CA-132E-FD91-C12C3E36A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05A460D-B4DB-7B4C-3701-389BD8ED84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EAD5E78-64D9-5BE2-6D3E-F6A5B62F8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B242B7-073B-014E-3C61-393DCED5F0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4563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DCD78-E7DC-8965-09A9-61C731653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1869628-BDEB-07AB-A0D8-2A53AC8F5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4907736-B3B0-1A0C-3815-F42145746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025EB39-8471-2646-2BBB-1C6836B759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83712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2027A-387E-9E89-3BD9-82F6F7198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DEC30F7-4744-F21B-4DFA-FBDEA98EF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9672421-B403-9C92-C149-96074924B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5F9E3CC-A425-85DC-A000-CD8C25928B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23686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FBE17-908B-B1DB-5ECD-F1E0A628E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8F5CDB6-D321-B862-C6A6-BF6B67C0B3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1C34059-2740-E866-4237-C07452030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45F06CB-3360-EF67-7382-9EA626305E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205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35141-B1DA-4BCF-9AAA-97947E23424F}" type="datetime1">
              <a:rPr lang="en-US" altLang="ja-JP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48189-7185-406F-AF7C-BED606B3670B}" type="datetime1">
              <a:rPr lang="en-US" altLang="ja-JP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1697-F5F8-4170-8723-96F9EA86E2DC}" type="datetime1">
              <a:rPr lang="en-US" altLang="ja-JP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CBFD-D654-4967-8B61-A3494FDAD3C3}" type="datetime1">
              <a:rPr lang="en-US" altLang="ja-JP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F7437-43BB-4691-A20F-B3DC80928B9C}" type="datetime1">
              <a:rPr lang="en-US" altLang="ja-JP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B0C1-09DA-4824-A9FE-04B648356115}" type="datetime1">
              <a:rPr lang="en-US" altLang="ja-JP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9CF7-FBD3-43A8-86EA-1BFF241249A7}" type="datetime1">
              <a:rPr lang="en-US" altLang="ja-JP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28600" y="9715500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D3CE7-97B2-48B0-AAAA-F59DB167F20C}" type="datetime1">
              <a:rPr lang="en-US" altLang="ja-JP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2D9E0-6A31-47E1-86F8-E8D32905AA5C}" type="datetime1">
              <a:rPr lang="en-US" altLang="ja-JP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58458-117C-445C-93D2-58146BCC020C}" type="datetime1">
              <a:rPr lang="en-US" altLang="ja-JP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68477-63A2-4B58-B832-4FD9CBB3DB7F}" type="datetime1">
              <a:rPr lang="en-US" altLang="ja-JP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8200" y="1523999"/>
            <a:ext cx="16649700" cy="1407239"/>
          </a:xfrm>
        </p:spPr>
        <p:txBody>
          <a:bodyPr>
            <a:noAutofit/>
          </a:bodyPr>
          <a:lstStyle>
            <a:lvl1pPr>
              <a:defRPr sz="5400" b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話題について伝えるべきメッセージ（問いの答え）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838200" y="3019733"/>
            <a:ext cx="16649700" cy="6858000"/>
          </a:xfrm>
        </p:spPr>
        <p:txBody>
          <a:bodyPr/>
          <a:lstStyle>
            <a:lvl1pPr marL="685800" indent="-685800"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1200150" marR="0" indent="-514350" algn="l" defTabSz="13716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315861" y="522339"/>
            <a:ext cx="17183100" cy="704850"/>
          </a:xfrm>
        </p:spPr>
        <p:txBody>
          <a:bodyPr/>
          <a:lstStyle>
            <a:lvl1pPr marL="0" indent="0">
              <a:buNone/>
              <a:defRPr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685800" indent="0">
              <a:buNone/>
              <a:defRPr/>
            </a:lvl2pPr>
            <a:lvl3pPr marL="1371600" indent="0">
              <a:buNone/>
              <a:defRPr/>
            </a:lvl3pPr>
            <a:lvl4pPr marL="2057400" indent="0">
              <a:buNone/>
              <a:defRPr/>
            </a:lvl4pPr>
            <a:lvl5pPr marL="27432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17240250" y="473473"/>
            <a:ext cx="7280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36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36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0" y="1238250"/>
            <a:ext cx="18288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37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46D91-97FF-446E-BDC2-075A4D5370E6}" type="datetime1">
              <a:rPr lang="en-US" altLang="ja-JP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61199"/>
            <a:ext cx="6200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2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885825" y="495300"/>
            <a:ext cx="16516350" cy="142875"/>
            <a:chOff x="0" y="0"/>
            <a:chExt cx="22021800" cy="1905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7126736" y="1575825"/>
            <a:ext cx="4034525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ja-JP" altLang="en-US" sz="5400" dirty="0">
                <a:solidFill>
                  <a:srgbClr val="292B2B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論文輪講</a:t>
            </a:r>
            <a:endParaRPr lang="en-US" sz="5400" dirty="0">
              <a:solidFill>
                <a:srgbClr val="292B2B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48697" y="8062587"/>
            <a:ext cx="1630680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ja-JP" altLang="en-US" sz="4000" dirty="0">
                <a:latin typeface="Source Han Sans JP" panose="020B0600070205080204" charset="-128"/>
                <a:ea typeface="Source Han Sans JP" panose="020B0600070205080204" charset="-128"/>
              </a:rPr>
              <a:t>植木研究室　　</a:t>
            </a:r>
            <a:r>
              <a:rPr lang="en-US" altLang="ja-JP" sz="4000" dirty="0">
                <a:latin typeface="Source Han Sans JP" panose="020B0600070205080204" charset="-128"/>
                <a:ea typeface="Source Han Sans JP" panose="020B0600070205080204" charset="-128"/>
              </a:rPr>
              <a:t>8125517</a:t>
            </a:r>
            <a:r>
              <a:rPr lang="ja-JP" altLang="en-US" sz="4000" dirty="0">
                <a:latin typeface="Source Han Sans JP" panose="020B0600070205080204" charset="-128"/>
                <a:ea typeface="Source Han Sans JP" panose="020B0600070205080204" charset="-128"/>
              </a:rPr>
              <a:t>　　</a:t>
            </a:r>
            <a:r>
              <a:rPr lang="ja-JP" altLang="en-US" sz="4000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Source Han Sans JP"/>
                <a:sym typeface="Source Han Sans JP"/>
              </a:rPr>
              <a:t>柴崎陸</a:t>
            </a:r>
            <a:endParaRPr lang="en-US" sz="4000" dirty="0">
              <a:solidFill>
                <a:srgbClr val="292B2B"/>
              </a:solidFill>
              <a:latin typeface="Source Han Sans JP" panose="020B0600070205080204" charset="-128"/>
              <a:ea typeface="Source Han Sans JP" panose="020B0600070205080204" charset="-128"/>
              <a:cs typeface="Source Han Sans JP"/>
              <a:sym typeface="Source Han Sans JP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111044" y="7187206"/>
            <a:ext cx="5785681" cy="514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Century Gothic Paneuropean"/>
                <a:sym typeface="Century Gothic Paneuropean"/>
              </a:rPr>
              <a:t>2025年11月14日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5825" y="9645596"/>
            <a:ext cx="16516350" cy="142875"/>
            <a:chOff x="0" y="0"/>
            <a:chExt cx="22021800" cy="1905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 dirty="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D73F52F-7EA5-9483-9209-847FF8564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3" name="TextBox 24">
            <a:extLst>
              <a:ext uri="{FF2B5EF4-FFF2-40B4-BE49-F238E27FC236}">
                <a16:creationId xmlns:a16="http://schemas.microsoft.com/office/drawing/2014/main" id="{9E46055B-DA28-1F66-CD59-78CAAB0910E0}"/>
              </a:ext>
            </a:extLst>
          </p:cNvPr>
          <p:cNvSpPr txBox="1"/>
          <p:nvPr/>
        </p:nvSpPr>
        <p:spPr>
          <a:xfrm>
            <a:off x="2286000" y="5992191"/>
            <a:ext cx="14338511" cy="713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ja-JP" altLang="en-US" sz="4400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Source Han Sans JP Medium"/>
                <a:sym typeface="Source Han Sans JP Medium"/>
              </a:rPr>
              <a:t>ー</a:t>
            </a:r>
            <a:r>
              <a:rPr lang="ja-JP" altLang="en-US" sz="4400" dirty="0">
                <a:latin typeface="Source Han Sans JP" panose="020B0600070205080204" charset="-128"/>
                <a:ea typeface="Source Han Sans JP" panose="020B0600070205080204" charset="-128"/>
              </a:rPr>
              <a:t>異常音検知のための時間重み付き周波数領域表現</a:t>
            </a:r>
            <a:r>
              <a:rPr lang="ja-JP" altLang="en-US" sz="4400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Source Han Sans JP Medium"/>
                <a:sym typeface="Source Han Sans JP Medium"/>
              </a:rPr>
              <a:t>ー</a:t>
            </a:r>
            <a:endParaRPr lang="en-US" sz="4400" dirty="0">
              <a:solidFill>
                <a:srgbClr val="292B2B"/>
              </a:solidFill>
              <a:latin typeface="Source Han Sans JP" panose="020B0600070205080204" charset="-128"/>
              <a:ea typeface="Source Han Sans JP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14" name="TextBox 24">
            <a:extLst>
              <a:ext uri="{FF2B5EF4-FFF2-40B4-BE49-F238E27FC236}">
                <a16:creationId xmlns:a16="http://schemas.microsoft.com/office/drawing/2014/main" id="{5A851D26-D12C-C610-35D6-4EE88EAAA3D9}"/>
              </a:ext>
            </a:extLst>
          </p:cNvPr>
          <p:cNvSpPr txBox="1"/>
          <p:nvPr/>
        </p:nvSpPr>
        <p:spPr>
          <a:xfrm>
            <a:off x="3048000" y="2940285"/>
            <a:ext cx="13868400" cy="28084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300"/>
              </a:lnSpc>
              <a:spcBef>
                <a:spcPct val="0"/>
              </a:spcBef>
            </a:pPr>
            <a:r>
              <a:rPr lang="en-US" altLang="ja-JP" sz="6000" dirty="0">
                <a:latin typeface="Source Han Sans JP Bold" panose="020B0600070205080204" charset="-128"/>
                <a:ea typeface="Source Han Sans JP Bold" panose="020B0600070205080204" charset="-128"/>
              </a:rPr>
              <a:t>Time-Weighted Frequency Domain Representation for Anomalous Sound Detection</a:t>
            </a:r>
            <a:endParaRPr lang="en-US" sz="6000" dirty="0">
              <a:solidFill>
                <a:srgbClr val="292B2B"/>
              </a:solidFill>
              <a:latin typeface="Source Han Sans JP Bold" panose="020B0600070205080204" charset="-128"/>
              <a:ea typeface="Source Han Sans JP Bold" panose="020B0600070205080204" charset="-128"/>
              <a:cs typeface="Source Han Sans JP Medium"/>
              <a:sym typeface="Source Han Sans JP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DB37C-964B-AC11-EDB7-CB194CC0E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1E877648-141E-2FED-599C-AC5E92A13D55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A00AF81C-D86D-C07A-3F1F-78B9E44DF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2787A3FF-958C-EBE9-52DF-D247C70AB5E5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FD83F56E-025F-21B4-21B5-7CE1068CF5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F30B28B0-361D-0A34-B344-0CF7B75C2C15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7BFE15D1-B194-B181-AC41-0EC9DAC01C9D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E19D6CF3-783B-2BEB-000A-8FCFFFCD1886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25183898-DA7F-FAA5-6C4A-BF13209DA88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AF9DE793-621A-3BDA-ABCC-4984981079F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2E54EF43-91FF-6E0F-058B-14050230655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8BA66A8F-9866-DC4A-98C9-37EE0066000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16A319B7-D50F-ED65-AF6B-DF2231064C4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BE997E21-DD0B-1294-5BF3-75ACAF7CA261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1A0D9D66-A21B-66AC-D788-D1C54AAAEFE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1D02DA1C-0B30-93CB-EEA0-B2BC98F0CE7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D09164D7-2F1A-4555-1BC2-B2D96C3AC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2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2A0635B8-BCCD-4E74-98AE-0624FFDD6BD6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B62302C4-E809-FCAB-957F-A716CD8F0562}"/>
              </a:ext>
            </a:extLst>
          </p:cNvPr>
          <p:cNvGrpSpPr/>
          <p:nvPr/>
        </p:nvGrpSpPr>
        <p:grpSpPr>
          <a:xfrm>
            <a:off x="3581400" y="3294906"/>
            <a:ext cx="12343465" cy="4509760"/>
            <a:chOff x="10121433" y="2372121"/>
            <a:chExt cx="6318718" cy="22764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A243EAE5-356B-1894-75BE-66367ECE2D1E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22653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論文を選んだ理由</a:t>
              </a:r>
              <a:endParaRPr lang="en-US" altLang="ja-JP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研究背景・目的</a:t>
              </a:r>
              <a:endParaRPr lang="en-US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手法</a:t>
              </a:r>
              <a:endParaRPr lang="en-US" altLang="ja-JP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結果・結論</a:t>
              </a:r>
              <a:endParaRPr lang="en-US" altLang="ja-JP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ED03FC3B-8BEB-F105-968D-F000DB9D8CCD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2276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2965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1E125-58AC-5DB3-9454-F1522E0E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61B68936-4085-C672-25E2-539DE5B542E0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ABF79094-BE17-55A2-79EE-75FD7D60D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2A2129EB-6C03-1B60-2FF2-EC811E6BF53E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589DBABA-638B-2DE2-719E-567A3A2FB6D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0153E037-F316-82ED-9485-58B93F6367CE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D224E675-FAF1-AA8E-F2C8-0BADF0AB9B67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FFDFBD60-FDBE-A2CC-0936-7FD327C13203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B37BF935-8EC0-8CFF-6563-826DD5D88CA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AD324464-3D06-1A37-708D-F0A0D8C339A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770630FB-6B9E-1993-6D39-F78DCF3709B2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5668E232-42C5-3F54-DDA9-E4A84408A37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6D49311F-513E-F236-470A-E416FE5B223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C5EE9B9C-8F0E-5177-1679-008930E7BD7D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4604F13E-B615-BFD5-F7D8-D1AD5B63A82B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30B52B35-5EEE-2B3C-191D-0772C5F79AD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7395413D-1C3A-7562-FC68-021F1C242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3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5CCE43B6-B4C5-333A-576C-7C1C222C9DC9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2DFE006F-89AC-86A8-36C3-00A12FC3D324}"/>
              </a:ext>
            </a:extLst>
          </p:cNvPr>
          <p:cNvGrpSpPr/>
          <p:nvPr/>
        </p:nvGrpSpPr>
        <p:grpSpPr>
          <a:xfrm>
            <a:off x="3581400" y="3294906"/>
            <a:ext cx="12343465" cy="4509760"/>
            <a:chOff x="10121433" y="2372121"/>
            <a:chExt cx="6318718" cy="22764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1B03E3FA-A621-3E56-B99E-5AC55F094467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22653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論文を選んだ理由</a:t>
              </a:r>
              <a:endParaRPr lang="en-US" altLang="ja-JP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DBE9E8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研究背景・目的</a:t>
              </a:r>
              <a:endParaRPr lang="en-US" sz="4800" dirty="0">
                <a:solidFill>
                  <a:srgbClr val="DBE9E8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DBE9E8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手法</a:t>
              </a:r>
              <a:endParaRPr lang="en-US" altLang="ja-JP" sz="4800" dirty="0">
                <a:solidFill>
                  <a:srgbClr val="DBE9E8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DBE9E8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結果・結論</a:t>
              </a:r>
              <a:endParaRPr lang="en-US" altLang="ja-JP" sz="4800" dirty="0">
                <a:solidFill>
                  <a:srgbClr val="DBE9E8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1F836DBF-7A24-6DDB-F4C0-A708A45916F4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2276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7196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23B2F-43BD-3FDC-9A52-A3EA57EB4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D8A5558E-A446-1DD9-AFE3-4208FF0E0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12090164-6B0A-4E27-6B0C-FBAFDE60F85B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3481D39E-081B-36BA-D1C6-ECA6050FE4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2543D728-E890-92F7-D3EF-163706A13526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8D183FE0-B5A8-C0D0-095C-96F001DF25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0D166528-B1A4-2464-753B-E9FCE2367A20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8E6D42BB-303C-D5A5-FC53-D6F0D69BA104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9C239CE6-827C-AD68-DAF4-2A74EE7BE4D9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EE221804-E222-6227-A456-103DE17EA6BC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68DAED29-4C24-5A6C-DBDE-E7C4A652470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EF8B016B-BB39-0129-1334-B9838377B9D7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21C2BD47-2123-FA61-C0CE-B3DA20B9974F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9D7DAA3C-8727-EE89-1AD2-FDD764BB525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B0CA5FDE-A678-4415-F02E-3CC120450DDD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7F430480-BFB2-28B6-5E6B-B12AD2C6C8C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879BC0B9-1557-D27E-0046-31E6A64464A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B1A1F485-B6A3-1DA2-225E-333B83F3F492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4</a:t>
            </a:fld>
            <a:endParaRPr lang="en-US" sz="2400" dirty="0"/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30E6FC3A-F563-6BED-77CD-E9A2AECFFCD8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論文を選んだ理由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0" name="TextBox 24">
            <a:extLst>
              <a:ext uri="{FF2B5EF4-FFF2-40B4-BE49-F238E27FC236}">
                <a16:creationId xmlns:a16="http://schemas.microsoft.com/office/drawing/2014/main" id="{18BCDE0D-5E21-57F1-517E-02D58024D4E0}"/>
              </a:ext>
            </a:extLst>
          </p:cNvPr>
          <p:cNvSpPr txBox="1"/>
          <p:nvPr/>
        </p:nvSpPr>
        <p:spPr>
          <a:xfrm>
            <a:off x="1630955" y="3169829"/>
            <a:ext cx="10459013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3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自分：</a:t>
            </a:r>
            <a:r>
              <a:rPr lang="en-US" sz="3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CNN</a:t>
            </a:r>
            <a:r>
              <a:rPr lang="ja-JP" altLang="en-US" sz="3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アンサンブル学習による</a:t>
            </a:r>
            <a:r>
              <a:rPr lang="ja-JP" alt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沸騰音の発生検知</a:t>
            </a:r>
            <a:endParaRPr lang="en-US" sz="32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8545B1C6-AD44-CAA2-F2D8-7D9E0EE8C615}"/>
              </a:ext>
            </a:extLst>
          </p:cNvPr>
          <p:cNvGrpSpPr/>
          <p:nvPr/>
        </p:nvGrpSpPr>
        <p:grpSpPr>
          <a:xfrm>
            <a:off x="1518922" y="2391723"/>
            <a:ext cx="7086600" cy="552410"/>
            <a:chOff x="1535808" y="1451163"/>
            <a:chExt cx="8639037" cy="552410"/>
          </a:xfrm>
        </p:grpSpPr>
        <p:sp>
          <p:nvSpPr>
            <p:cNvPr id="45" name="TextBox 26">
              <a:extLst>
                <a:ext uri="{FF2B5EF4-FFF2-40B4-BE49-F238E27FC236}">
                  <a16:creationId xmlns:a16="http://schemas.microsoft.com/office/drawing/2014/main" id="{63C1B04C-B4CB-6542-F024-DA825EAAA143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393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32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自分の研究との関連性</a:t>
              </a:r>
              <a:endParaRPr lang="en-US" altLang="ja-JP" sz="32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46" name="Freeform 5">
              <a:extLst>
                <a:ext uri="{FF2B5EF4-FFF2-40B4-BE49-F238E27FC236}">
                  <a16:creationId xmlns:a16="http://schemas.microsoft.com/office/drawing/2014/main" id="{B625E7F0-2BD1-FCC3-A00E-98A23CFC9F05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57" name="TextBox 24">
            <a:extLst>
              <a:ext uri="{FF2B5EF4-FFF2-40B4-BE49-F238E27FC236}">
                <a16:creationId xmlns:a16="http://schemas.microsoft.com/office/drawing/2014/main" id="{C67B1B63-E895-36A2-FADA-3D87D2B968CB}"/>
              </a:ext>
            </a:extLst>
          </p:cNvPr>
          <p:cNvSpPr txBox="1"/>
          <p:nvPr/>
        </p:nvSpPr>
        <p:spPr>
          <a:xfrm>
            <a:off x="1630955" y="3848423"/>
            <a:ext cx="11647272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3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発表論文：</a:t>
            </a:r>
            <a:r>
              <a:rPr lang="ja-JP" altLang="en-US" sz="3200" dirty="0">
                <a:solidFill>
                  <a:srgbClr val="5276F8"/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異常音検知</a:t>
            </a:r>
            <a:r>
              <a:rPr lang="ja-JP" altLang="en-US" sz="3200" dirty="0">
                <a:latin typeface="Source Han Sans JP Medium" panose="020B0600070205080204" charset="-128"/>
                <a:ea typeface="Source Han Sans JP Medium" panose="020B0600070205080204" charset="-128"/>
              </a:rPr>
              <a:t>のための</a:t>
            </a:r>
            <a:r>
              <a:rPr lang="ja-JP" altLang="en-US" sz="3200" dirty="0">
                <a:solidFill>
                  <a:srgbClr val="5276F8"/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時間重み付き周波数領域表現</a:t>
            </a:r>
            <a:endParaRPr lang="en-US" sz="3200" dirty="0">
              <a:solidFill>
                <a:srgbClr val="5276F8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5D8A99AE-AB03-F0C5-CD0B-198872016830}"/>
              </a:ext>
            </a:extLst>
          </p:cNvPr>
          <p:cNvGrpSpPr/>
          <p:nvPr/>
        </p:nvGrpSpPr>
        <p:grpSpPr>
          <a:xfrm>
            <a:off x="1493521" y="6730826"/>
            <a:ext cx="7086600" cy="552410"/>
            <a:chOff x="1535808" y="1451163"/>
            <a:chExt cx="8639037" cy="552410"/>
          </a:xfrm>
        </p:grpSpPr>
        <p:sp>
          <p:nvSpPr>
            <p:cNvPr id="67" name="TextBox 26">
              <a:extLst>
                <a:ext uri="{FF2B5EF4-FFF2-40B4-BE49-F238E27FC236}">
                  <a16:creationId xmlns:a16="http://schemas.microsoft.com/office/drawing/2014/main" id="{A5E42165-316E-EDAF-737B-8D5240564246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393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32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自分の研究への活用可能性</a:t>
              </a:r>
              <a:endParaRPr lang="en-US" altLang="ja-JP" sz="32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68" name="Freeform 5">
              <a:extLst>
                <a:ext uri="{FF2B5EF4-FFF2-40B4-BE49-F238E27FC236}">
                  <a16:creationId xmlns:a16="http://schemas.microsoft.com/office/drawing/2014/main" id="{9A88EC85-AA71-FB9B-92BC-94969194A57E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69" name="TextBox 24">
            <a:extLst>
              <a:ext uri="{FF2B5EF4-FFF2-40B4-BE49-F238E27FC236}">
                <a16:creationId xmlns:a16="http://schemas.microsoft.com/office/drawing/2014/main" id="{5A6EDAFF-02C6-07F6-6A7A-521036718516}"/>
              </a:ext>
            </a:extLst>
          </p:cNvPr>
          <p:cNvSpPr txBox="1"/>
          <p:nvPr/>
        </p:nvSpPr>
        <p:spPr>
          <a:xfrm>
            <a:off x="1617500" y="7658100"/>
            <a:ext cx="15759367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3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周波数により重み付けした特徴量を使用することで，沸騰開始点近傍の検知に活用できるかも</a:t>
            </a:r>
            <a:endParaRPr lang="en-US" sz="3200" dirty="0">
              <a:solidFill>
                <a:srgbClr val="5276F8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" name="矢印: 下 2">
            <a:extLst>
              <a:ext uri="{FF2B5EF4-FFF2-40B4-BE49-F238E27FC236}">
                <a16:creationId xmlns:a16="http://schemas.microsoft.com/office/drawing/2014/main" id="{F2A5ABC3-E266-0634-4B4D-A255C12B0297}"/>
              </a:ext>
            </a:extLst>
          </p:cNvPr>
          <p:cNvSpPr/>
          <p:nvPr/>
        </p:nvSpPr>
        <p:spPr>
          <a:xfrm rot="16200000">
            <a:off x="1410619" y="4942956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TextBox 24">
            <a:extLst>
              <a:ext uri="{FF2B5EF4-FFF2-40B4-BE49-F238E27FC236}">
                <a16:creationId xmlns:a16="http://schemas.microsoft.com/office/drawing/2014/main" id="{C20DF737-0EA7-732E-D1FB-558737ED9428}"/>
              </a:ext>
            </a:extLst>
          </p:cNvPr>
          <p:cNvSpPr txBox="1"/>
          <p:nvPr/>
        </p:nvSpPr>
        <p:spPr>
          <a:xfrm>
            <a:off x="2616202" y="5012152"/>
            <a:ext cx="5597565" cy="4488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結構使えそう</a:t>
            </a:r>
            <a:endParaRPr lang="en-US" sz="32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609340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7F6FF-E64A-0E30-BB57-6F79A2A7F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ED809F81-7402-5608-B71E-400EBA9C8822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5CD0C97D-12EA-EBA5-13F7-89C044669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6AE2C3AF-DB1F-130B-FBCE-9414E01E16F7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E7D9D820-F98A-673F-8DFB-F865BF16953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0241A302-C0AB-5A92-2362-19764F296D87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831B35BF-3950-EBC7-0B8D-F1E56E3CE792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D8CF483F-4F08-2AA9-782B-A4E984BFDD97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108E7FE9-7101-9F27-A860-60271BB74560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20256BC5-F422-2BB1-97F2-0166EF485BE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581B487A-9701-C2F4-288B-918464EA84B8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C32D928D-E790-F8A2-6570-86A3635B722B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4C21A52C-F212-32F2-BCB8-102EEA1D92F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826BB833-4A2F-39B5-F92F-28E9D5E70953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EDC6E3BF-2E96-BBFF-E84E-372480B90CC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D0EBAE59-F5E8-E94B-8E3E-0A4879358A0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37E88FC0-A95F-3507-90E8-3FFAE4BE7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5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4D7CCE9F-D69E-C6FB-51CB-452F6BCE2F5F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B34EB459-B0E2-92A0-B7D1-236294A6ED1B}"/>
              </a:ext>
            </a:extLst>
          </p:cNvPr>
          <p:cNvGrpSpPr/>
          <p:nvPr/>
        </p:nvGrpSpPr>
        <p:grpSpPr>
          <a:xfrm>
            <a:off x="3581400" y="3294906"/>
            <a:ext cx="12343465" cy="4509760"/>
            <a:chOff x="10121433" y="2372121"/>
            <a:chExt cx="6318718" cy="22764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235E1533-E0DD-8C7A-1456-2E669B041196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22653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DBE9E8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論文を選んだ理由</a:t>
              </a:r>
              <a:endParaRPr lang="en-US" altLang="ja-JP" sz="4800" dirty="0">
                <a:solidFill>
                  <a:srgbClr val="DBE9E8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研究背景・目的</a:t>
              </a:r>
              <a:endParaRPr lang="en-US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DBE9E8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手法</a:t>
              </a:r>
              <a:endParaRPr lang="en-US" altLang="ja-JP" sz="4800" dirty="0">
                <a:solidFill>
                  <a:srgbClr val="DBE9E8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DBE9E8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結果・結論</a:t>
              </a:r>
              <a:endParaRPr lang="en-US" altLang="ja-JP" sz="4800" dirty="0">
                <a:solidFill>
                  <a:srgbClr val="DBE9E8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F7CDA781-8B69-AA28-0726-999848452A13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2276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6063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D241A-C9FC-FF15-3966-AAEA80CC1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FA1AE13-BB24-F776-672F-0480F675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37B588F8-D1F9-A7CB-7907-D079845B8A5B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B531EF3E-8726-0237-E35D-3957828D1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6286439-0A2D-6434-0473-D5C48760162C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0E6D59ED-7DF4-275C-4BDE-606D258867C9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2030A6D4-F810-D3A2-C445-08B1FD4E12E1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79D9877D-6650-4197-B730-0B54C1BD8182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5A2A5BD0-F660-7AC7-7241-FF963A7B3DD0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0E3039CB-E991-5B2A-CEA9-89E6384A18F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FF33ACF9-7C4A-E330-5505-51E00FAC235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0CB57FE4-A55C-3206-1173-9546E7018A30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D81D15F9-4298-1A4A-CDF4-00D94FF1053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C249ED53-69BF-2B50-97CA-38FA6538142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6B1CFBC1-307E-481A-9800-861D29E310E4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B13A1C20-1CAE-E8FA-9E54-AAAE29513070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1D0245B8-0F77-418E-D6F2-F1B08E58601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747B3D34-4759-4E95-4DFA-E27801C70E57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6</a:t>
            </a:fld>
            <a:endParaRPr lang="en-US" sz="2400" dirty="0"/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E4738322-4920-5653-9CB1-4917B1597833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研究背景・目的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88135447-EB53-39BA-9B68-8D184AA5DCD2}"/>
              </a:ext>
            </a:extLst>
          </p:cNvPr>
          <p:cNvGrpSpPr/>
          <p:nvPr/>
        </p:nvGrpSpPr>
        <p:grpSpPr>
          <a:xfrm>
            <a:off x="1524000" y="1555698"/>
            <a:ext cx="7086600" cy="552410"/>
            <a:chOff x="1535808" y="1451163"/>
            <a:chExt cx="8639037" cy="552410"/>
          </a:xfrm>
        </p:grpSpPr>
        <p:sp>
          <p:nvSpPr>
            <p:cNvPr id="7" name="TextBox 26">
              <a:extLst>
                <a:ext uri="{FF2B5EF4-FFF2-40B4-BE49-F238E27FC236}">
                  <a16:creationId xmlns:a16="http://schemas.microsoft.com/office/drawing/2014/main" id="{8E958BA2-8BAD-ECEC-7518-D511C10CDC84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393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32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背景</a:t>
              </a:r>
              <a:endParaRPr lang="en-US" altLang="ja-JP" sz="32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99730284-7A70-F206-1EBB-D3F7DD9D76BF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40" name="TextBox 24">
            <a:extLst>
              <a:ext uri="{FF2B5EF4-FFF2-40B4-BE49-F238E27FC236}">
                <a16:creationId xmlns:a16="http://schemas.microsoft.com/office/drawing/2014/main" id="{2E361B5C-CFB1-8AAC-7296-520CE6FBC6A1}"/>
              </a:ext>
            </a:extLst>
          </p:cNvPr>
          <p:cNvSpPr txBox="1"/>
          <p:nvPr/>
        </p:nvSpPr>
        <p:spPr>
          <a:xfrm>
            <a:off x="1674794" y="2300053"/>
            <a:ext cx="5597565" cy="4488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異常音検知の用途</a:t>
            </a:r>
            <a:endParaRPr lang="en-US" sz="32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3" name="矢印: 下 42">
            <a:extLst>
              <a:ext uri="{FF2B5EF4-FFF2-40B4-BE49-F238E27FC236}">
                <a16:creationId xmlns:a16="http://schemas.microsoft.com/office/drawing/2014/main" id="{74585E40-6879-A927-7878-CF1F76350B6C}"/>
              </a:ext>
            </a:extLst>
          </p:cNvPr>
          <p:cNvSpPr/>
          <p:nvPr/>
        </p:nvSpPr>
        <p:spPr>
          <a:xfrm rot="16200000">
            <a:off x="7247739" y="2533473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TextBox 24">
            <a:extLst>
              <a:ext uri="{FF2B5EF4-FFF2-40B4-BE49-F238E27FC236}">
                <a16:creationId xmlns:a16="http://schemas.microsoft.com/office/drawing/2014/main" id="{53293F32-7C79-2C44-6DA9-2EE50325217A}"/>
              </a:ext>
            </a:extLst>
          </p:cNvPr>
          <p:cNvSpPr txBox="1"/>
          <p:nvPr/>
        </p:nvSpPr>
        <p:spPr>
          <a:xfrm>
            <a:off x="8352517" y="2570014"/>
            <a:ext cx="8368639" cy="469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4000" dirty="0">
                <a:solidFill>
                  <a:srgbClr val="5276F8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異常データ</a:t>
            </a:r>
            <a:r>
              <a:rPr lang="ja-JP" altLang="en-US" sz="40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はほとんど見られない</a:t>
            </a:r>
            <a:endParaRPr lang="en-US" sz="40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5" name="TextBox 24">
            <a:extLst>
              <a:ext uri="{FF2B5EF4-FFF2-40B4-BE49-F238E27FC236}">
                <a16:creationId xmlns:a16="http://schemas.microsoft.com/office/drawing/2014/main" id="{E9C36849-A082-11E7-2684-5B557E7897FE}"/>
              </a:ext>
            </a:extLst>
          </p:cNvPr>
          <p:cNvSpPr txBox="1"/>
          <p:nvPr/>
        </p:nvSpPr>
        <p:spPr>
          <a:xfrm>
            <a:off x="1938359" y="2934587"/>
            <a:ext cx="5638800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</a:pPr>
            <a:r>
              <a:rPr lang="en-US" altLang="ja-JP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ex</a:t>
            </a:r>
            <a:r>
              <a:rPr lang="ja-JP" alt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）工場設備・機械監視，，</a:t>
            </a:r>
            <a:endParaRPr lang="en-US" sz="32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6" name="TextBox 24">
            <a:extLst>
              <a:ext uri="{FF2B5EF4-FFF2-40B4-BE49-F238E27FC236}">
                <a16:creationId xmlns:a16="http://schemas.microsoft.com/office/drawing/2014/main" id="{066A62D8-A21F-9B61-8968-DA5E5C0EAB8E}"/>
              </a:ext>
            </a:extLst>
          </p:cNvPr>
          <p:cNvSpPr txBox="1"/>
          <p:nvPr/>
        </p:nvSpPr>
        <p:spPr>
          <a:xfrm>
            <a:off x="1670114" y="3598421"/>
            <a:ext cx="6435764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既存手法の課題</a:t>
            </a:r>
            <a:endParaRPr lang="en-US" sz="32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7" name="TextBox 24">
            <a:extLst>
              <a:ext uri="{FF2B5EF4-FFF2-40B4-BE49-F238E27FC236}">
                <a16:creationId xmlns:a16="http://schemas.microsoft.com/office/drawing/2014/main" id="{315FDC59-A583-706F-CEBD-F5636377D836}"/>
              </a:ext>
            </a:extLst>
          </p:cNvPr>
          <p:cNvSpPr txBox="1"/>
          <p:nvPr/>
        </p:nvSpPr>
        <p:spPr>
          <a:xfrm>
            <a:off x="1916315" y="4157208"/>
            <a:ext cx="15725713" cy="1228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50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Ø"/>
            </a:pPr>
            <a:r>
              <a:rPr lang="ja-JP" alt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深層学習ベース（</a:t>
            </a:r>
            <a:r>
              <a:rPr lang="en-US" altLang="ja-JP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AE, </a:t>
            </a:r>
            <a:r>
              <a:rPr lang="en-US" altLang="ja-JP" sz="3200" dirty="0" err="1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MobileNet</a:t>
            </a:r>
            <a:r>
              <a:rPr lang="ja-JP" alt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）→ 高精度だがパラメータ数・計算量が大きい</a:t>
            </a:r>
            <a:endParaRPr lang="en-US" altLang="ja-JP" sz="32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50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Ø"/>
            </a:pPr>
            <a:r>
              <a:rPr 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Mean-GMM</a:t>
            </a:r>
            <a:r>
              <a:rPr lang="ja-JP" alt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・</a:t>
            </a:r>
            <a:r>
              <a:rPr lang="en-US" altLang="ja-JP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Max-GMM </a:t>
            </a:r>
            <a:r>
              <a:rPr lang="ja-JP" alt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→ 軽量だがデータの分布によって性能が不安定になる</a:t>
            </a:r>
            <a:endParaRPr lang="en-US" altLang="ja-JP" sz="32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52" name="四角形: 角を丸くする 51">
            <a:extLst>
              <a:ext uri="{FF2B5EF4-FFF2-40B4-BE49-F238E27FC236}">
                <a16:creationId xmlns:a16="http://schemas.microsoft.com/office/drawing/2014/main" id="{82EDB9AC-CB59-BEFD-B5DC-46020D7D6414}"/>
              </a:ext>
            </a:extLst>
          </p:cNvPr>
          <p:cNvSpPr/>
          <p:nvPr/>
        </p:nvSpPr>
        <p:spPr>
          <a:xfrm>
            <a:off x="1429200" y="7506527"/>
            <a:ext cx="16238225" cy="2592482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833B8A1F-9A38-C543-0174-F0442FF3CDB9}"/>
              </a:ext>
            </a:extLst>
          </p:cNvPr>
          <p:cNvGrpSpPr/>
          <p:nvPr/>
        </p:nvGrpSpPr>
        <p:grpSpPr>
          <a:xfrm>
            <a:off x="1371600" y="6832249"/>
            <a:ext cx="7086600" cy="552410"/>
            <a:chOff x="1535808" y="1451163"/>
            <a:chExt cx="8639037" cy="552410"/>
          </a:xfrm>
        </p:grpSpPr>
        <p:sp>
          <p:nvSpPr>
            <p:cNvPr id="54" name="TextBox 26">
              <a:extLst>
                <a:ext uri="{FF2B5EF4-FFF2-40B4-BE49-F238E27FC236}">
                  <a16:creationId xmlns:a16="http://schemas.microsoft.com/office/drawing/2014/main" id="{D8C8E0BB-E256-4214-DDC8-8CADBD436EF4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393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32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目的</a:t>
              </a:r>
              <a:endParaRPr lang="en-US" altLang="ja-JP" sz="32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55" name="Freeform 5">
              <a:extLst>
                <a:ext uri="{FF2B5EF4-FFF2-40B4-BE49-F238E27FC236}">
                  <a16:creationId xmlns:a16="http://schemas.microsoft.com/office/drawing/2014/main" id="{73D49ADC-86C7-8FC4-8321-66E0E95C56C3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56" name="TextBox 24">
            <a:extLst>
              <a:ext uri="{FF2B5EF4-FFF2-40B4-BE49-F238E27FC236}">
                <a16:creationId xmlns:a16="http://schemas.microsoft.com/office/drawing/2014/main" id="{9CAA9BC2-A211-526C-F842-BB79298AA7F4}"/>
              </a:ext>
            </a:extLst>
          </p:cNvPr>
          <p:cNvSpPr txBox="1"/>
          <p:nvPr/>
        </p:nvSpPr>
        <p:spPr>
          <a:xfrm>
            <a:off x="1873484" y="7840635"/>
            <a:ext cx="15064684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機械ごとに異なる時間</a:t>
            </a:r>
            <a:r>
              <a:rPr lang="en-US" altLang="ja-JP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-</a:t>
            </a:r>
            <a:r>
              <a:rPr lang="ja-JP" alt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周波数特性に適応できる軽量な周波数表現を設計し，</a:t>
            </a:r>
            <a:r>
              <a:rPr lang="en-US" altLang="ja-JP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GMM</a:t>
            </a:r>
            <a:r>
              <a:rPr lang="ja-JP" alt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のみで高精度な教師なし異常検知を実現する</a:t>
            </a:r>
            <a:endParaRPr lang="en-US" sz="32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58" name="TextBox 24">
            <a:extLst>
              <a:ext uri="{FF2B5EF4-FFF2-40B4-BE49-F238E27FC236}">
                <a16:creationId xmlns:a16="http://schemas.microsoft.com/office/drawing/2014/main" id="{D6F5C67B-3294-3200-9A38-9D5569CB5BB8}"/>
              </a:ext>
            </a:extLst>
          </p:cNvPr>
          <p:cNvSpPr txBox="1"/>
          <p:nvPr/>
        </p:nvSpPr>
        <p:spPr>
          <a:xfrm>
            <a:off x="2168068" y="8804204"/>
            <a:ext cx="15435857" cy="11163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Ø"/>
            </a:pPr>
            <a:r>
              <a:rPr 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log-Mel</a:t>
            </a:r>
            <a:r>
              <a:rPr lang="ja-JP" alt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スペクトログラムの時間方向の集約方法を工夫</a:t>
            </a:r>
            <a:endParaRPr lang="en-US" altLang="ja-JP" sz="32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Ø"/>
            </a:pPr>
            <a:r>
              <a:rPr lang="ja-JP" alt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強いフレームほど重みを書けた時間プーリング </a:t>
            </a:r>
            <a:r>
              <a:rPr lang="en-US" altLang="ja-JP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and </a:t>
            </a:r>
            <a:r>
              <a:rPr lang="ja-JP" alt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その重みを</a:t>
            </a:r>
            <a:r>
              <a:rPr lang="en-US" altLang="ja-JP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Mean-Max</a:t>
            </a:r>
            <a:r>
              <a:rPr lang="ja-JP" alt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間調節</a:t>
            </a:r>
            <a:endParaRPr lang="en-US" sz="32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BE6A5AB1-7755-1B87-B17D-F5B70F61854C}"/>
              </a:ext>
            </a:extLst>
          </p:cNvPr>
          <p:cNvSpPr txBox="1"/>
          <p:nvPr/>
        </p:nvSpPr>
        <p:spPr>
          <a:xfrm>
            <a:off x="2243116" y="5476728"/>
            <a:ext cx="15398909" cy="1327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</a:pPr>
            <a:r>
              <a:rPr lang="en-US" altLang="ja-JP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※GMM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（ガウス混合モデル）：データセット全体を有限個のガウス分布の組み合わせで表現され，正常データのみで学習させ，異常検知するモデル．</a:t>
            </a:r>
            <a:r>
              <a:rPr lang="en-US" altLang="ja-JP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Mean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はスペクトログラムの時間を平均して入力，</a:t>
            </a:r>
            <a:r>
              <a:rPr lang="en-US" altLang="ja-JP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Max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は周波数の最大フレームを入力して学習する</a:t>
            </a:r>
            <a:endParaRPr lang="en-US" altLang="ja-JP" sz="28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39823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0BADB-0A71-FCB8-758D-0A0D63EDE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C8D758A5-6900-E8EF-CF82-C47B3CC67392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BF90F6DB-7038-F6C4-5019-AED9186E26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694CB179-1ED7-D800-A15D-4C99F077D1E1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8586F637-995B-62DC-5283-6B815288FC67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7C112C2D-6975-E2A9-8639-08239707380B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63036BA8-1FB6-4AA6-937B-1628F47E9221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5E4BD615-F4E6-1A41-3AB8-77E9CC8E3BD6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81CBD77B-66CC-20A7-5556-3021548C0DD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77C30B07-2E68-8434-798A-14FE95BB5B9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4CDBA3D9-19B3-631F-CD42-02BA469DEE87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E139A825-D12D-BF40-2E41-BA550581F63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885AFC63-82BB-9F89-EB10-B6E3328E2D6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D0A66AB7-5A05-F451-6D05-29E98A40BE0F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032EF71A-A6D1-39CB-DDA8-A2FA28A955F5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D2EEB4AC-B5C3-C8DC-2D64-B93B0C69DC2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59CDCBFC-D1EA-8DBE-229B-23A6E61BD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7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D55322E3-18F4-E67A-2369-600AC1A15C30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49ADF53D-A738-00D1-ABD5-6FD7C9F9E50F}"/>
              </a:ext>
            </a:extLst>
          </p:cNvPr>
          <p:cNvGrpSpPr/>
          <p:nvPr/>
        </p:nvGrpSpPr>
        <p:grpSpPr>
          <a:xfrm>
            <a:off x="3581400" y="3294906"/>
            <a:ext cx="12343465" cy="4509760"/>
            <a:chOff x="10121433" y="2372121"/>
            <a:chExt cx="6318718" cy="22764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6A224119-1559-9581-364C-52F53EDA8573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22653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DBE9E8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論文を選んだ理由</a:t>
              </a:r>
              <a:endParaRPr lang="en-US" altLang="ja-JP" sz="4800" dirty="0">
                <a:solidFill>
                  <a:srgbClr val="DBE9E8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DBE9E8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研究背景・目的</a:t>
              </a:r>
              <a:endParaRPr lang="en-US" sz="4800" dirty="0">
                <a:solidFill>
                  <a:srgbClr val="DBE9E8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手法</a:t>
              </a:r>
              <a:endParaRPr lang="en-US" altLang="ja-JP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DBE9E8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結果・結論</a:t>
              </a:r>
              <a:endParaRPr lang="en-US" altLang="ja-JP" sz="4800" dirty="0">
                <a:solidFill>
                  <a:srgbClr val="DBE9E8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1EE4186A-9132-3C6D-6FAB-D7AE09DFB017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2276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7533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EBCF2-66FE-50AD-430A-AE796CEA7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F47781F-16B9-83C0-EDF8-E2DFABA86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DC8DE4F2-467D-CAAF-17CF-1467033D3C73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768CA480-91D9-6E59-B5C3-FFF3F604E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242EE9D9-4155-C45D-D9F1-D468905E99EF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8109078D-CDEE-5133-6EDF-C6DD41D9E6A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652A209A-2B60-5BF4-E526-711F653E1870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A5F636E9-9FDE-C6A8-7993-72FCF9C8C8DD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4BD9DE42-F188-DE83-E120-93DA70AD9049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C675EFD7-04B0-4A71-887F-C2655C3A7AB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67E599D1-C474-5D2C-90AC-AC21D723B38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9C16FD54-9A02-0E75-5377-882BF2C74C32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08D7559D-2A3B-D635-0AD4-F99324F608A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6D01229B-F32C-A13C-35E0-139E9A3F7F4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502F4A2B-4C3D-2B19-20EC-72897CCAF2F5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B72D99A4-97E6-46F7-9C36-663C8638CFA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86D770E4-E924-C831-8000-D9EDBA168EA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9F91BE15-7A6C-4D4B-A801-40A996F917F4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8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CC63A3F2-F528-F444-0694-96656D4D2EE7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手法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23611406-EAA9-037E-5B89-7CC85C1CECAF}"/>
              </a:ext>
            </a:extLst>
          </p:cNvPr>
          <p:cNvGrpSpPr/>
          <p:nvPr/>
        </p:nvGrpSpPr>
        <p:grpSpPr>
          <a:xfrm>
            <a:off x="1524002" y="1555698"/>
            <a:ext cx="14782798" cy="552409"/>
            <a:chOff x="1535809" y="1451163"/>
            <a:chExt cx="8639036" cy="552409"/>
          </a:xfrm>
        </p:grpSpPr>
        <p:sp>
          <p:nvSpPr>
            <p:cNvPr id="5" name="TextBox 26">
              <a:extLst>
                <a:ext uri="{FF2B5EF4-FFF2-40B4-BE49-F238E27FC236}">
                  <a16:creationId xmlns:a16="http://schemas.microsoft.com/office/drawing/2014/main" id="{89DA9620-35F5-7506-B316-5B098D835CDD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393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3200" b="1" dirty="0">
                  <a:latin typeface="Source Han Sans JP Medium"/>
                  <a:ea typeface="Source Han Sans JP Medium"/>
                  <a:sym typeface="Source Han Sans JP Medium"/>
                </a:rPr>
                <a:t>時系列重み付き周波数領域表現（</a:t>
              </a:r>
              <a:r>
                <a:rPr lang="en-US" altLang="ja-JP" sz="3200" b="1" dirty="0">
                  <a:latin typeface="Source Han Sans JP Medium"/>
                  <a:ea typeface="Source Han Sans JP Medium"/>
                  <a:sym typeface="Source Han Sans JP Medium"/>
                </a:rPr>
                <a:t>TWFR</a:t>
              </a:r>
              <a:r>
                <a:rPr lang="ja-JP" altLang="en-US" sz="3200" b="1" dirty="0">
                  <a:latin typeface="Source Han Sans JP Medium"/>
                  <a:ea typeface="Source Han Sans JP Medium"/>
                  <a:sym typeface="Source Han Sans JP Medium"/>
                </a:rPr>
                <a:t>）＋</a:t>
              </a:r>
              <a:r>
                <a:rPr lang="en-US" altLang="ja-JP" sz="3200" b="1" dirty="0">
                  <a:latin typeface="Source Han Sans JP Medium"/>
                  <a:ea typeface="Source Han Sans JP Medium"/>
                  <a:sym typeface="Source Han Sans JP Medium"/>
                </a:rPr>
                <a:t>GMM</a:t>
              </a:r>
              <a:endParaRPr lang="en-US" altLang="ja-JP" sz="32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46D3EFAD-2776-343A-E547-6629F341966C}"/>
                </a:ext>
              </a:extLst>
            </p:cNvPr>
            <p:cNvSpPr/>
            <p:nvPr/>
          </p:nvSpPr>
          <p:spPr>
            <a:xfrm rot="5400000">
              <a:off x="1317351" y="1696052"/>
              <a:ext cx="525978" cy="89062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pic>
        <p:nvPicPr>
          <p:cNvPr id="9" name="図 8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461A753B-EFC4-2234-4FB4-4ACEA6B7E4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6" r="5811" b="31659"/>
          <a:stretch>
            <a:fillRect/>
          </a:stretch>
        </p:blipFill>
        <p:spPr>
          <a:xfrm>
            <a:off x="1371600" y="3848100"/>
            <a:ext cx="1574724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12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C9B76-985E-9AA9-0AB6-5A626AB71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BEC1C7A-0D99-B06C-4768-4380F02B4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CCA04927-CF76-F0C0-51A1-30FA7655FA00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AC6C5E6C-7CC1-968E-ABAE-822FA636D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9375D562-DBEB-0B8F-12C4-8BFE4A92B58C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2014F671-4360-49C6-1ABA-C91EC354E51A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9B3358A9-C01F-BF9B-D63C-25B3E27D0C5C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B71C312D-4729-D19F-BA69-3582473B84FE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60DB8567-604B-5C42-AD62-B8F0563D448E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A7A357F2-495B-C979-15D2-6B812FC5B63C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98492013-C433-95BD-63A9-23FB934A1A5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9479774B-E0DF-015F-C53E-288425E259CD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8D52E6D7-C907-4A0C-C6E9-FA16366EF3FC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B88CE565-C149-BCD9-25D7-2FEEF0D3D93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BBC18B75-5C63-8EA0-C2CD-4AA0FF36F207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D1E8A12F-CFE9-0441-6B95-0DC096AC0B1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96DF964A-35A4-8E97-7167-E4403609AF2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49DD5DDB-B9CB-C37F-932D-0305D7BE5BCB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9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08ED5234-0177-85AC-C2B4-93A061664757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手法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5AF77E64-7B73-EDC6-3446-49B4D937BA88}"/>
              </a:ext>
            </a:extLst>
          </p:cNvPr>
          <p:cNvGrpSpPr/>
          <p:nvPr/>
        </p:nvGrpSpPr>
        <p:grpSpPr>
          <a:xfrm>
            <a:off x="1524000" y="1555698"/>
            <a:ext cx="7086600" cy="552410"/>
            <a:chOff x="1535808" y="1451163"/>
            <a:chExt cx="8639037" cy="552410"/>
          </a:xfrm>
        </p:grpSpPr>
        <p:sp>
          <p:nvSpPr>
            <p:cNvPr id="5" name="TextBox 26">
              <a:extLst>
                <a:ext uri="{FF2B5EF4-FFF2-40B4-BE49-F238E27FC236}">
                  <a16:creationId xmlns:a16="http://schemas.microsoft.com/office/drawing/2014/main" id="{4D36B0D3-76B2-137D-7834-B8A8C70C31EE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393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en-US" altLang="ja-JP" sz="32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TWFR</a:t>
              </a:r>
              <a:r>
                <a:rPr lang="ja-JP" altLang="en-US" sz="32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の詳細</a:t>
              </a:r>
              <a:endParaRPr lang="en-US" altLang="ja-JP" sz="32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E129481-63F4-96EA-2296-762607B57646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4">
                <a:extLst>
                  <a:ext uri="{FF2B5EF4-FFF2-40B4-BE49-F238E27FC236}">
                    <a16:creationId xmlns:a16="http://schemas.microsoft.com/office/drawing/2014/main" id="{360B7FAF-10C6-62EA-2338-714E12ECC55E}"/>
                  </a:ext>
                </a:extLst>
              </p:cNvPr>
              <p:cNvSpPr txBox="1"/>
              <p:nvPr/>
            </p:nvSpPr>
            <p:spPr>
              <a:xfrm>
                <a:off x="1793834" y="2455744"/>
                <a:ext cx="13903365" cy="132747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57200" indent="-457200" algn="l">
                  <a:lnSpc>
                    <a:spcPts val="3500"/>
                  </a:lnSpc>
                  <a:spcBef>
                    <a:spcPct val="0"/>
                  </a:spcBef>
                  <a:buClr>
                    <a:srgbClr val="64A4A3"/>
                  </a:buClr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ja-JP" altLang="en-US" sz="2800" i="1" smtClean="0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従来の</m:t>
                    </m:r>
                  </m:oMath>
                </a14:m>
                <a:r>
                  <a:rPr 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Mean / Max-GMM</a:t>
                </a:r>
              </a:p>
              <a:p>
                <a:pPr marL="914400" lvl="1" indent="-457200">
                  <a:lnSpc>
                    <a:spcPts val="3500"/>
                  </a:lnSpc>
                  <a:spcBef>
                    <a:spcPct val="0"/>
                  </a:spcBef>
                  <a:buClr>
                    <a:srgbClr val="64A4A3"/>
                  </a:buClr>
                  <a:buFont typeface="Wingdings" panose="05000000000000000000" pitchFamily="2" charset="2"/>
                  <a:buChar char="l"/>
                </a:pPr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各周波数帯について，時間方向に平均 </a:t>
                </a:r>
                <a:r>
                  <a:rPr lang="en-US" altLang="ja-JP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/ </a:t>
                </a:r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最大値を取るだけ</a:t>
                </a:r>
                <a:endParaRPr lang="en-US" altLang="ja-JP" sz="2800" dirty="0">
                  <a:latin typeface="Source Han Sans JP Medium" panose="020B0600070205080204" charset="-128"/>
                  <a:ea typeface="Source Han Sans JP Medium" panose="020B0600070205080204" charset="-128"/>
                  <a:cs typeface="Source Han Sans JP Medium"/>
                  <a:sym typeface="Source Han Sans JP Medium"/>
                </a:endParaRPr>
              </a:p>
              <a:p>
                <a:pPr marL="914400" lvl="1" indent="-457200">
                  <a:lnSpc>
                    <a:spcPts val="3500"/>
                  </a:lnSpc>
                  <a:spcBef>
                    <a:spcPct val="0"/>
                  </a:spcBef>
                  <a:buClr>
                    <a:srgbClr val="64A4A3"/>
                  </a:buClr>
                  <a:buFont typeface="Wingdings" panose="05000000000000000000" pitchFamily="2" charset="2"/>
                  <a:buChar char="l"/>
                </a:pPr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→</a:t>
                </a:r>
                <a:r>
                  <a:rPr lang="en-US" altLang="ja-JP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1</a:t>
                </a:r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フレーム当たり</a:t>
                </a:r>
                <a:r>
                  <a:rPr lang="en-US" altLang="ja-JP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1</a:t>
                </a:r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つの数値に潰すため，強さの分布を表現できない</a:t>
                </a:r>
                <a:endParaRPr lang="en-US" sz="2800" dirty="0">
                  <a:latin typeface="Source Han Sans JP Medium" panose="020B0600070205080204" charset="-128"/>
                  <a:ea typeface="Source Han Sans JP Medium" panose="020B0600070205080204" charset="-128"/>
                  <a:cs typeface="Source Han Sans JP Medium"/>
                  <a:sym typeface="Source Han Sans JP Medium"/>
                </a:endParaRPr>
              </a:p>
            </p:txBody>
          </p:sp>
        </mc:Choice>
        <mc:Fallback xmlns="">
          <p:sp>
            <p:nvSpPr>
              <p:cNvPr id="26" name="TextBox 24">
                <a:extLst>
                  <a:ext uri="{FF2B5EF4-FFF2-40B4-BE49-F238E27FC236}">
                    <a16:creationId xmlns:a16="http://schemas.microsoft.com/office/drawing/2014/main" id="{360B7FAF-10C6-62EA-2338-714E12ECC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3834" y="2455744"/>
                <a:ext cx="13903365" cy="1327479"/>
              </a:xfrm>
              <a:prstGeom prst="rect">
                <a:avLst/>
              </a:prstGeom>
              <a:blipFill>
                <a:blip r:embed="rId4"/>
                <a:stretch>
                  <a:fillRect t="-8257" b="-151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図 26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FCF3B18B-97C7-422F-48A5-24E53EA267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659"/>
          <a:stretch>
            <a:fillRect/>
          </a:stretch>
        </p:blipFill>
        <p:spPr>
          <a:xfrm>
            <a:off x="11786076" y="1489486"/>
            <a:ext cx="6414481" cy="1335989"/>
          </a:xfrm>
          <a:prstGeom prst="rect">
            <a:avLst/>
          </a:prstGeom>
        </p:spPr>
      </p:pic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4CAFC85F-7E3F-8812-FF95-40E4343DDD6F}"/>
              </a:ext>
            </a:extLst>
          </p:cNvPr>
          <p:cNvSpPr/>
          <p:nvPr/>
        </p:nvSpPr>
        <p:spPr>
          <a:xfrm>
            <a:off x="12090876" y="1476786"/>
            <a:ext cx="3606324" cy="134868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24">
                <a:extLst>
                  <a:ext uri="{FF2B5EF4-FFF2-40B4-BE49-F238E27FC236}">
                    <a16:creationId xmlns:a16="http://schemas.microsoft.com/office/drawing/2014/main" id="{7D49A3C8-D725-7FD5-3BE4-4C772694A785}"/>
                  </a:ext>
                </a:extLst>
              </p:cNvPr>
              <p:cNvSpPr txBox="1"/>
              <p:nvPr/>
            </p:nvSpPr>
            <p:spPr>
              <a:xfrm>
                <a:off x="1793834" y="4657010"/>
                <a:ext cx="14817765" cy="42902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57200" indent="-457200">
                  <a:lnSpc>
                    <a:spcPts val="3500"/>
                  </a:lnSpc>
                  <a:spcBef>
                    <a:spcPct val="0"/>
                  </a:spcBef>
                  <a:buClr>
                    <a:srgbClr val="64A4A3"/>
                  </a:buClr>
                  <a:buFont typeface="Wingdings" panose="05000000000000000000" pitchFamily="2" charset="2"/>
                  <a:buChar char="l"/>
                </a:pPr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各周波数帯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800" b="0" i="1" smtClean="0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m</m:t>
                    </m:r>
                  </m:oMath>
                </a14:m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について，時間フレームをエネルギーの大きい順にソート</a:t>
                </a:r>
                <a:endParaRPr lang="en-US" altLang="ja-JP" sz="2800" dirty="0">
                  <a:latin typeface="Source Han Sans JP Medium" panose="020B0600070205080204" charset="-128"/>
                  <a:ea typeface="Source Han Sans JP Medium" panose="020B0600070205080204" charset="-128"/>
                  <a:cs typeface="Source Han Sans JP Medium"/>
                  <a:sym typeface="Source Han Sans JP Medium"/>
                </a:endParaRPr>
              </a:p>
            </p:txBody>
          </p:sp>
        </mc:Choice>
        <mc:Fallback xmlns="">
          <p:sp>
            <p:nvSpPr>
              <p:cNvPr id="31" name="TextBox 24">
                <a:extLst>
                  <a:ext uri="{FF2B5EF4-FFF2-40B4-BE49-F238E27FC236}">
                    <a16:creationId xmlns:a16="http://schemas.microsoft.com/office/drawing/2014/main" id="{7D49A3C8-D725-7FD5-3BE4-4C772694A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3834" y="4657010"/>
                <a:ext cx="14817765" cy="429028"/>
              </a:xfrm>
              <a:prstGeom prst="rect">
                <a:avLst/>
              </a:prstGeom>
              <a:blipFill>
                <a:blip r:embed="rId6"/>
                <a:stretch>
                  <a:fillRect l="-1316" t="-25714" b="-5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矢印: 下 31">
            <a:extLst>
              <a:ext uri="{FF2B5EF4-FFF2-40B4-BE49-F238E27FC236}">
                <a16:creationId xmlns:a16="http://schemas.microsoft.com/office/drawing/2014/main" id="{ADCD629D-D835-3E44-1F69-0975FA81360B}"/>
              </a:ext>
            </a:extLst>
          </p:cNvPr>
          <p:cNvSpPr/>
          <p:nvPr/>
        </p:nvSpPr>
        <p:spPr>
          <a:xfrm>
            <a:off x="6390647" y="3987458"/>
            <a:ext cx="671898" cy="465317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B05A0679-AB43-20D8-15FF-0343D7BC9B58}"/>
              </a:ext>
            </a:extLst>
          </p:cNvPr>
          <p:cNvSpPr txBox="1"/>
          <p:nvPr/>
        </p:nvSpPr>
        <p:spPr>
          <a:xfrm>
            <a:off x="7248232" y="4005218"/>
            <a:ext cx="2168562" cy="429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</a:pPr>
            <a:r>
              <a:rPr lang="en-US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TWFR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では，</a:t>
            </a:r>
            <a:endParaRPr lang="en-US" altLang="ja-JP" sz="28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pic>
        <p:nvPicPr>
          <p:cNvPr id="40" name="図 39">
            <a:extLst>
              <a:ext uri="{FF2B5EF4-FFF2-40B4-BE49-F238E27FC236}">
                <a16:creationId xmlns:a16="http://schemas.microsoft.com/office/drawing/2014/main" id="{1F287962-7FB7-3BBA-A4B1-CB97D7C82A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9175" y="4568351"/>
            <a:ext cx="3884399" cy="606346"/>
          </a:xfrm>
          <a:prstGeom prst="rect">
            <a:avLst/>
          </a:prstGeom>
        </p:spPr>
      </p:pic>
      <p:pic>
        <p:nvPicPr>
          <p:cNvPr id="42" name="図 41" descr="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AAF1C281-7F59-F599-AB2F-7E99FD9C15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6475" y="5404332"/>
            <a:ext cx="3562280" cy="11558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24">
                <a:extLst>
                  <a:ext uri="{FF2B5EF4-FFF2-40B4-BE49-F238E27FC236}">
                    <a16:creationId xmlns:a16="http://schemas.microsoft.com/office/drawing/2014/main" id="{52D16C90-AA52-B5BF-49BA-64F97D8F888F}"/>
                  </a:ext>
                </a:extLst>
              </p:cNvPr>
              <p:cNvSpPr txBox="1"/>
              <p:nvPr/>
            </p:nvSpPr>
            <p:spPr>
              <a:xfrm>
                <a:off x="1806796" y="5526099"/>
                <a:ext cx="11065424" cy="132747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57200" indent="-457200">
                  <a:lnSpc>
                    <a:spcPts val="3500"/>
                  </a:lnSpc>
                  <a:spcBef>
                    <a:spcPct val="0"/>
                  </a:spcBef>
                  <a:buClr>
                    <a:srgbClr val="64A4A3"/>
                  </a:buClr>
                  <a:buFont typeface="Wingdings" panose="05000000000000000000" pitchFamily="2" charset="2"/>
                  <a:buChar char="l"/>
                </a:pPr>
                <a:r>
                  <a:rPr lang="ja-JP" altLang="en-US" sz="2800" b="1" dirty="0">
                    <a:solidFill>
                      <a:srgbClr val="F79646"/>
                    </a:solidFill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ランキング重みベクトル</a:t>
                </a:r>
                <a14:m>
                  <m:oMath xmlns:m="http://schemas.openxmlformats.org/officeDocument/2006/math">
                    <m:r>
                      <a:rPr lang="en-US" altLang="ja-JP" sz="2800" b="1" i="1">
                        <a:solidFill>
                          <a:srgbClr val="F79646"/>
                        </a:solidFill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𝑷</m:t>
                    </m:r>
                    <m:r>
                      <a:rPr lang="en-US" altLang="ja-JP" sz="2800" b="1" i="1">
                        <a:solidFill>
                          <a:srgbClr val="F79646"/>
                        </a:solidFill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(</m:t>
                    </m:r>
                    <m:r>
                      <a:rPr lang="en-US" altLang="ja-JP" sz="2800" b="1" i="1">
                        <a:solidFill>
                          <a:srgbClr val="F79646"/>
                        </a:solidFill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𝒓</m:t>
                    </m:r>
                    <m:r>
                      <a:rPr lang="en-US" altLang="ja-JP" sz="2800" b="1" i="1">
                        <a:solidFill>
                          <a:srgbClr val="F79646"/>
                        </a:solidFill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)</m:t>
                    </m:r>
                  </m:oMath>
                </a14:m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を掛けて足し合わせ，</a:t>
                </a:r>
                <a:r>
                  <a:rPr lang="en-US" altLang="ja-JP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TWFR</a:t>
                </a:r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を計算</a:t>
                </a:r>
                <a:endParaRPr lang="en-US" altLang="ja-JP" sz="2800" dirty="0">
                  <a:latin typeface="Source Han Sans JP Medium" panose="020B0600070205080204" charset="-128"/>
                  <a:ea typeface="Source Han Sans JP Medium" panose="020B0600070205080204" charset="-128"/>
                  <a:cs typeface="Source Han Sans JP Medium"/>
                  <a:sym typeface="Source Han Sans JP Medium"/>
                </a:endParaRPr>
              </a:p>
              <a:p>
                <a:pPr lvl="1">
                  <a:lnSpc>
                    <a:spcPts val="3500"/>
                  </a:lnSpc>
                  <a:spcBef>
                    <a:spcPct val="0"/>
                  </a:spcBef>
                  <a:buClr>
                    <a:srgbClr val="64A4A3"/>
                  </a:buClr>
                </a:pPr>
                <a14:m>
                  <m:oMath xmlns:m="http://schemas.openxmlformats.org/officeDocument/2006/math">
                    <m:r>
                      <a:rPr lang="ja-JP" altLang="en-US" sz="2800" i="1" dirty="0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→</m:t>
                    </m:r>
                    <m:r>
                      <a:rPr lang="en-US" altLang="ja-JP" sz="2800" i="1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𝑃</m:t>
                    </m:r>
                    <m:r>
                      <a:rPr lang="en-US" altLang="ja-JP" sz="2800" i="1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(</m:t>
                    </m:r>
                    <m:r>
                      <a:rPr lang="en-US" altLang="ja-JP" sz="2800" i="1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𝑟</m:t>
                    </m:r>
                    <m:r>
                      <a:rPr lang="en-US" altLang="ja-JP" sz="2800" i="1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)</m:t>
                    </m:r>
                    <m:r>
                      <a:rPr lang="ja-JP" altLang="en-US" sz="2800" i="1" smtClean="0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を</m:t>
                    </m:r>
                  </m:oMath>
                </a14:m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通じて上位何個くらいまでを重く，それ以降を軽くするかを決められる</a:t>
                </a:r>
                <a:endParaRPr lang="en-US" altLang="ja-JP" sz="2800" dirty="0">
                  <a:latin typeface="Source Han Sans JP Medium" panose="020B0600070205080204" charset="-128"/>
                  <a:ea typeface="Source Han Sans JP Medium" panose="020B0600070205080204" charset="-128"/>
                  <a:cs typeface="Source Han Sans JP Medium"/>
                  <a:sym typeface="Source Han Sans JP Medium"/>
                </a:endParaRPr>
              </a:p>
            </p:txBody>
          </p:sp>
        </mc:Choice>
        <mc:Fallback xmlns="">
          <p:sp>
            <p:nvSpPr>
              <p:cNvPr id="43" name="TextBox 24">
                <a:extLst>
                  <a:ext uri="{FF2B5EF4-FFF2-40B4-BE49-F238E27FC236}">
                    <a16:creationId xmlns:a16="http://schemas.microsoft.com/office/drawing/2014/main" id="{52D16C90-AA52-B5BF-49BA-64F97D8F8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6796" y="5526099"/>
                <a:ext cx="11065424" cy="1327479"/>
              </a:xfrm>
              <a:prstGeom prst="rect">
                <a:avLst/>
              </a:prstGeom>
              <a:blipFill>
                <a:blip r:embed="rId9"/>
                <a:stretch>
                  <a:fillRect l="-1762" t="-8295" b="-156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図 44" descr="ダイアグラム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0E11342-C347-3A29-FEE9-1FC3A37470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24"/>
          <a:stretch>
            <a:fillRect/>
          </a:stretch>
        </p:blipFill>
        <p:spPr>
          <a:xfrm>
            <a:off x="13893378" y="7320289"/>
            <a:ext cx="4123695" cy="10219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24">
                <a:extLst>
                  <a:ext uri="{FF2B5EF4-FFF2-40B4-BE49-F238E27FC236}">
                    <a16:creationId xmlns:a16="http://schemas.microsoft.com/office/drawing/2014/main" id="{645A7B25-0A7A-8734-DBDE-D8A652579334}"/>
                  </a:ext>
                </a:extLst>
              </p:cNvPr>
              <p:cNvSpPr txBox="1"/>
              <p:nvPr/>
            </p:nvSpPr>
            <p:spPr>
              <a:xfrm>
                <a:off x="1806795" y="7167516"/>
                <a:ext cx="11680603" cy="177555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57200" indent="-457200">
                  <a:lnSpc>
                    <a:spcPts val="3500"/>
                  </a:lnSpc>
                  <a:spcBef>
                    <a:spcPct val="0"/>
                  </a:spcBef>
                  <a:buClr>
                    <a:srgbClr val="64A4A3"/>
                  </a:buClr>
                  <a:buFont typeface="Wingdings" panose="05000000000000000000" pitchFamily="2" charset="2"/>
                  <a:buChar char="l"/>
                </a:pPr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重みベクトル</a:t>
                </a:r>
                <a14:m>
                  <m:oMath xmlns:m="http://schemas.openxmlformats.org/officeDocument/2006/math">
                    <m:r>
                      <a:rPr lang="en-US" altLang="ja-JP" sz="2800" i="1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𝑃</m:t>
                    </m:r>
                    <m:r>
                      <a:rPr lang="en-US" altLang="ja-JP" sz="2800" i="1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(</m:t>
                    </m:r>
                    <m:r>
                      <a:rPr lang="en-US" altLang="ja-JP" sz="2800" i="1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𝑟</m:t>
                    </m:r>
                    <m:r>
                      <a:rPr lang="en-US" altLang="ja-JP" sz="2800" i="1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)</m:t>
                    </m:r>
                    <m:r>
                      <a:rPr lang="ja-JP" altLang="en-US" sz="2800" i="1" smtClean="0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は</m:t>
                    </m:r>
                    <m:r>
                      <a:rPr lang="ja-JP" altLang="en-US" sz="2800" i="1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ランキング</m:t>
                    </m:r>
                    <m:r>
                      <a:rPr lang="en-US" altLang="ja-JP" sz="2800" i="1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𝑟</m:t>
                    </m:r>
                  </m:oMath>
                </a14:m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によってプーリングの性質が変わる</a:t>
                </a:r>
                <a:endParaRPr lang="en-US" altLang="ja-JP" sz="2800" dirty="0">
                  <a:latin typeface="Source Han Sans JP Medium" panose="020B0600070205080204" charset="-128"/>
                  <a:ea typeface="Source Han Sans JP Medium" panose="020B0600070205080204" charset="-128"/>
                  <a:cs typeface="Source Han Sans JP Medium"/>
                  <a:sym typeface="Source Han Sans JP Medium"/>
                </a:endParaRPr>
              </a:p>
              <a:p>
                <a:pPr marL="914400" lvl="1" indent="-457200">
                  <a:lnSpc>
                    <a:spcPts val="3500"/>
                  </a:lnSpc>
                  <a:spcBef>
                    <a:spcPct val="0"/>
                  </a:spcBef>
                  <a:buClr>
                    <a:srgbClr val="64A4A3"/>
                  </a:buClr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ja-JP" sz="2800" i="1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𝑟</m:t>
                    </m:r>
                    <m:r>
                      <a:rPr lang="en-US" altLang="ja-JP" sz="2800" b="0" i="1" smtClean="0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=0</m:t>
                    </m:r>
                  </m:oMath>
                </a14:m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：インデックス</a:t>
                </a:r>
                <a:r>
                  <a:rPr lang="en-US" altLang="ja-JP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0</a:t>
                </a:r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のため，最大プーリング</a:t>
                </a:r>
                <a:endParaRPr lang="en-US" altLang="ja-JP" sz="2800" dirty="0">
                  <a:latin typeface="Source Han Sans JP Medium" panose="020B0600070205080204" charset="-128"/>
                  <a:ea typeface="Source Han Sans JP Medium" panose="020B0600070205080204" charset="-128"/>
                  <a:cs typeface="Source Han Sans JP Medium"/>
                  <a:sym typeface="Source Han Sans JP Medium"/>
                </a:endParaRPr>
              </a:p>
              <a:p>
                <a:pPr marL="914400" lvl="1" indent="-457200">
                  <a:lnSpc>
                    <a:spcPts val="3500"/>
                  </a:lnSpc>
                  <a:spcBef>
                    <a:spcPct val="0"/>
                  </a:spcBef>
                  <a:buClr>
                    <a:srgbClr val="64A4A3"/>
                  </a:buClr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ja-JP" sz="2800" b="0" i="1" smtClean="0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0&lt;</m:t>
                    </m:r>
                    <m:r>
                      <a:rPr lang="en-US" altLang="ja-JP" sz="2800" i="1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𝑟</m:t>
                    </m:r>
                    <m:r>
                      <a:rPr lang="en-US" altLang="ja-JP" sz="2800" b="0" i="1" smtClean="0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&lt;1</m:t>
                    </m:r>
                  </m:oMath>
                </a14:m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：上位フレームを強く，それ以降は徐々に軽く見る</a:t>
                </a:r>
                <a:endParaRPr lang="en-US" altLang="ja-JP" sz="2800" dirty="0">
                  <a:latin typeface="Source Han Sans JP Medium" panose="020B0600070205080204" charset="-128"/>
                  <a:ea typeface="Source Han Sans JP Medium" panose="020B0600070205080204" charset="-128"/>
                  <a:cs typeface="Source Han Sans JP Medium"/>
                  <a:sym typeface="Source Han Sans JP Medium"/>
                </a:endParaRPr>
              </a:p>
              <a:p>
                <a:pPr marL="914400" lvl="1" indent="-457200">
                  <a:lnSpc>
                    <a:spcPts val="3500"/>
                  </a:lnSpc>
                  <a:spcBef>
                    <a:spcPct val="0"/>
                  </a:spcBef>
                  <a:buClr>
                    <a:srgbClr val="64A4A3"/>
                  </a:buClr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ja-JP" sz="2800" i="1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𝑟</m:t>
                    </m:r>
                    <m:r>
                      <a:rPr lang="en-US" altLang="ja-JP" sz="2800" i="1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=1</m:t>
                    </m:r>
                  </m:oMath>
                </a14:m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：平均プーリング</a:t>
                </a:r>
                <a:endParaRPr lang="en-US" altLang="ja-JP" sz="2800" dirty="0">
                  <a:latin typeface="Source Han Sans JP Medium" panose="020B0600070205080204" charset="-128"/>
                  <a:ea typeface="Source Han Sans JP Medium" panose="020B0600070205080204" charset="-128"/>
                  <a:cs typeface="Source Han Sans JP Medium"/>
                  <a:sym typeface="Source Han Sans JP Medium"/>
                </a:endParaRPr>
              </a:p>
            </p:txBody>
          </p:sp>
        </mc:Choice>
        <mc:Fallback xmlns="">
          <p:sp>
            <p:nvSpPr>
              <p:cNvPr id="46" name="TextBox 24">
                <a:extLst>
                  <a:ext uri="{FF2B5EF4-FFF2-40B4-BE49-F238E27FC236}">
                    <a16:creationId xmlns:a16="http://schemas.microsoft.com/office/drawing/2014/main" id="{645A7B25-0A7A-8734-DBDE-D8A652579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6795" y="7167516"/>
                <a:ext cx="11680603" cy="1775551"/>
              </a:xfrm>
              <a:prstGeom prst="rect">
                <a:avLst/>
              </a:prstGeom>
              <a:blipFill>
                <a:blip r:embed="rId11"/>
                <a:stretch>
                  <a:fillRect l="-1670" t="-6186" b="-109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24">
                <a:extLst>
                  <a:ext uri="{FF2B5EF4-FFF2-40B4-BE49-F238E27FC236}">
                    <a16:creationId xmlns:a16="http://schemas.microsoft.com/office/drawing/2014/main" id="{F5C0B8BD-671B-B91F-87A0-27980E210A65}"/>
                  </a:ext>
                </a:extLst>
              </p:cNvPr>
              <p:cNvSpPr txBox="1"/>
              <p:nvPr/>
            </p:nvSpPr>
            <p:spPr>
              <a:xfrm>
                <a:off x="1793833" y="9287317"/>
                <a:ext cx="14817765" cy="42902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57200" indent="-457200">
                  <a:lnSpc>
                    <a:spcPts val="3500"/>
                  </a:lnSpc>
                  <a:spcBef>
                    <a:spcPct val="0"/>
                  </a:spcBef>
                  <a:buClr>
                    <a:srgbClr val="64A4A3"/>
                  </a:buClr>
                  <a:buFont typeface="Wingdings" panose="05000000000000000000" pitchFamily="2" charset="2"/>
                  <a:buChar char="l"/>
                </a:pPr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この重み</a:t>
                </a:r>
                <a14:m>
                  <m:oMath xmlns:m="http://schemas.openxmlformats.org/officeDocument/2006/math">
                    <m:r>
                      <a:rPr lang="en-US" altLang="ja-JP" sz="2800" i="1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𝑟</m:t>
                    </m:r>
                  </m:oMath>
                </a14:m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は、</a:t>
                </a:r>
                <a:r>
                  <a:rPr lang="en-US" altLang="ja-JP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GMM</a:t>
                </a:r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訓練フェーズに先立って</a:t>
                </a:r>
                <a:r>
                  <a:rPr lang="en-US" altLang="ja-JP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0~1</a:t>
                </a:r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の間で探索して決定する</a:t>
                </a:r>
                <a:endParaRPr lang="en-US" altLang="ja-JP" sz="2800" dirty="0">
                  <a:latin typeface="Source Han Sans JP Medium" panose="020B0600070205080204" charset="-128"/>
                  <a:ea typeface="Source Han Sans JP Medium" panose="020B0600070205080204" charset="-128"/>
                  <a:cs typeface="Source Han Sans JP Medium"/>
                  <a:sym typeface="Source Han Sans JP Medium"/>
                </a:endParaRPr>
              </a:p>
            </p:txBody>
          </p:sp>
        </mc:Choice>
        <mc:Fallback xmlns="">
          <p:sp>
            <p:nvSpPr>
              <p:cNvPr id="47" name="TextBox 24">
                <a:extLst>
                  <a:ext uri="{FF2B5EF4-FFF2-40B4-BE49-F238E27FC236}">
                    <a16:creationId xmlns:a16="http://schemas.microsoft.com/office/drawing/2014/main" id="{F5C0B8BD-671B-B91F-87A0-27980E210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3833" y="9287317"/>
                <a:ext cx="14817765" cy="429028"/>
              </a:xfrm>
              <a:prstGeom prst="rect">
                <a:avLst/>
              </a:prstGeom>
              <a:blipFill>
                <a:blip r:embed="rId12"/>
                <a:stretch>
                  <a:fillRect l="-1316" t="-25714" b="-5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8123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C8130-6620-2C22-9F09-F4E9694CF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F85EB7D-CFBC-9621-2456-4608D0C13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D77550C7-4613-5114-9184-81BBA071A8DC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1B545738-EDBF-E85D-814D-EED5B2EC3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D8AD7A5-3B1D-EE6C-A7A9-95147217F545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8DB66A27-08E8-F93D-4D7B-539365D66982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63C1EECF-1951-FACF-3B8F-4FFA6F4B235C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D1A9248A-F074-5669-A905-81870E2DEB32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ACBE84D6-3E95-7B60-304B-38AEEF94F3D5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97C7002C-66B5-1FDB-878F-CEAE4C96AEEC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E3E755B7-0EE7-86FE-3E8F-0C69549F887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77662BBB-1617-03D1-A812-14671F24CF5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754381C2-EDAB-4893-B4C3-B2081A59199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8BFE0FEA-5DA2-AAA5-548D-2EF0E78F185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D52BC119-155E-F103-3437-B7B48E7E8A43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BC6E5402-61CB-79C6-68B5-0209AB72E6C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2BEB3101-B016-0683-3808-F5869AAD19F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4F273F9F-615D-22C5-8AC3-2888BB739D28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10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9E3A7676-400D-C4DF-D37E-687CAC6FA950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手法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BBCA8065-0505-429B-D461-714A2438706F}"/>
              </a:ext>
            </a:extLst>
          </p:cNvPr>
          <p:cNvGrpSpPr/>
          <p:nvPr/>
        </p:nvGrpSpPr>
        <p:grpSpPr>
          <a:xfrm>
            <a:off x="1524000" y="1555698"/>
            <a:ext cx="7086600" cy="552410"/>
            <a:chOff x="1535808" y="1451163"/>
            <a:chExt cx="8639037" cy="552410"/>
          </a:xfrm>
        </p:grpSpPr>
        <p:sp>
          <p:nvSpPr>
            <p:cNvPr id="5" name="TextBox 26">
              <a:extLst>
                <a:ext uri="{FF2B5EF4-FFF2-40B4-BE49-F238E27FC236}">
                  <a16:creationId xmlns:a16="http://schemas.microsoft.com/office/drawing/2014/main" id="{4E4778A9-1E6C-78FB-14B4-D74A6EF42FE0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393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en-US" altLang="ja-JP" sz="32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GMM</a:t>
              </a:r>
              <a:r>
                <a:rPr lang="ja-JP" altLang="en-US" sz="32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による異常度推定</a:t>
              </a:r>
              <a:endParaRPr lang="en-US" altLang="ja-JP" sz="32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EC85D69-EDF8-8B72-E857-C7FA92DC0E48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4">
                <a:extLst>
                  <a:ext uri="{FF2B5EF4-FFF2-40B4-BE49-F238E27FC236}">
                    <a16:creationId xmlns:a16="http://schemas.microsoft.com/office/drawing/2014/main" id="{B4E4635A-F3B2-72E2-183F-3FAE28ED2310}"/>
                  </a:ext>
                </a:extLst>
              </p:cNvPr>
              <p:cNvSpPr txBox="1"/>
              <p:nvPr/>
            </p:nvSpPr>
            <p:spPr>
              <a:xfrm>
                <a:off x="1806795" y="3761236"/>
                <a:ext cx="16406722" cy="222516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57200" indent="-457200">
                  <a:lnSpc>
                    <a:spcPts val="3500"/>
                  </a:lnSpc>
                  <a:spcBef>
                    <a:spcPct val="0"/>
                  </a:spcBef>
                  <a:buClr>
                    <a:srgbClr val="64A4A3"/>
                  </a:buClr>
                  <a:buFont typeface="Wingdings" panose="05000000000000000000" pitchFamily="2" charset="2"/>
                  <a:buChar char="l"/>
                </a:pPr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データの中で，正常データのみから</a:t>
                </a:r>
                <a:r>
                  <a:rPr lang="en-US" altLang="ja-JP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TWFR</a:t>
                </a:r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特徴</a:t>
                </a:r>
                <a14:m>
                  <m:oMath xmlns:m="http://schemas.openxmlformats.org/officeDocument/2006/math">
                    <m:r>
                      <a:rPr lang="en-US" altLang="ja-JP" sz="2800" b="0" i="1" smtClean="0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𝑅</m:t>
                    </m:r>
                    <m:r>
                      <a:rPr lang="en-US" altLang="ja-JP" sz="2800" i="1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(</m:t>
                    </m:r>
                    <m:r>
                      <a:rPr lang="en-US" altLang="ja-JP" sz="2800" b="0" i="1" smtClean="0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𝑋</m:t>
                    </m:r>
                    <m:r>
                      <a:rPr lang="en-US" altLang="ja-JP" sz="2800" i="1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)</m:t>
                    </m:r>
                    <m:r>
                      <a:rPr lang="ja-JP" altLang="en-US" sz="2800" i="1" smtClean="0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を</m:t>
                    </m:r>
                  </m:oMath>
                </a14:m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抽出</a:t>
                </a:r>
                <a:endParaRPr lang="en-US" altLang="ja-JP" sz="2800" dirty="0">
                  <a:latin typeface="Source Han Sans JP Medium" panose="020B0600070205080204" charset="-128"/>
                  <a:ea typeface="Source Han Sans JP Medium" panose="020B0600070205080204" charset="-128"/>
                  <a:cs typeface="Source Han Sans JP Medium"/>
                  <a:sym typeface="Source Han Sans JP Medium"/>
                </a:endParaRPr>
              </a:p>
              <a:p>
                <a:pPr marL="457200" indent="-457200">
                  <a:lnSpc>
                    <a:spcPts val="3500"/>
                  </a:lnSpc>
                  <a:spcBef>
                    <a:spcPct val="0"/>
                  </a:spcBef>
                  <a:buClr>
                    <a:srgbClr val="64A4A3"/>
                  </a:buClr>
                  <a:buFont typeface="Wingdings" panose="05000000000000000000" pitchFamily="2" charset="2"/>
                  <a:buChar char="l"/>
                </a:pPr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それらに対して</a:t>
                </a:r>
                <a:r>
                  <a:rPr lang="en-US" altLang="ja-JP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GMM</a:t>
                </a:r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を学習</a:t>
                </a:r>
                <a:endParaRPr lang="en-US" altLang="ja-JP" sz="2800" dirty="0">
                  <a:latin typeface="Source Han Sans JP Medium" panose="020B0600070205080204" charset="-128"/>
                  <a:ea typeface="Source Han Sans JP Medium" panose="020B0600070205080204" charset="-128"/>
                  <a:cs typeface="Source Han Sans JP Medium"/>
                  <a:sym typeface="Source Han Sans JP Medium"/>
                </a:endParaRPr>
              </a:p>
              <a:p>
                <a:pPr marL="914400" lvl="1" indent="-457200">
                  <a:lnSpc>
                    <a:spcPts val="3500"/>
                  </a:lnSpc>
                  <a:spcBef>
                    <a:spcPct val="0"/>
                  </a:spcBef>
                  <a:buClr>
                    <a:srgbClr val="64A4A3"/>
                  </a:buClr>
                  <a:buFont typeface="Wingdings" panose="05000000000000000000" pitchFamily="2" charset="2"/>
                  <a:buChar char="l"/>
                </a:pPr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正常音の分布を，</a:t>
                </a:r>
                <a:r>
                  <a:rPr lang="ja-JP" altLang="en-US" sz="2800" b="1" dirty="0">
                    <a:solidFill>
                      <a:srgbClr val="F79646"/>
                    </a:solidFill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有限個のガウス分布の混合</a:t>
                </a:r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（混合数</a:t>
                </a:r>
                <a14:m>
                  <m:oMath xmlns:m="http://schemas.openxmlformats.org/officeDocument/2006/math">
                    <m:r>
                      <a:rPr lang="en-US" altLang="ja-JP" sz="2800" b="0" i="1" smtClean="0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𝐾</m:t>
                    </m:r>
                    <m:r>
                      <a:rPr lang="en-US" altLang="ja-JP" sz="2800" i="1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 </m:t>
                    </m:r>
                  </m:oMath>
                </a14:m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）として適合させる</a:t>
                </a:r>
                <a:endParaRPr lang="en-US" altLang="ja-JP" sz="2800" dirty="0">
                  <a:latin typeface="Source Han Sans JP Medium" panose="020B0600070205080204" charset="-128"/>
                  <a:ea typeface="Source Han Sans JP Medium" panose="020B0600070205080204" charset="-128"/>
                  <a:cs typeface="Source Han Sans JP Medium"/>
                  <a:sym typeface="Source Han Sans JP Medium"/>
                </a:endParaRPr>
              </a:p>
              <a:p>
                <a:pPr marL="914400" lvl="1" indent="-457200">
                  <a:lnSpc>
                    <a:spcPts val="3500"/>
                  </a:lnSpc>
                  <a:spcBef>
                    <a:spcPct val="0"/>
                  </a:spcBef>
                  <a:buClr>
                    <a:srgbClr val="64A4A3"/>
                  </a:buClr>
                  <a:buFont typeface="Wingdings" panose="05000000000000000000" pitchFamily="2" charset="2"/>
                  <a:buChar char="l"/>
                </a:pPr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学習により取得した平均ベクトルと共分散行列から，特徴空間上の正常音クラスタを近似</a:t>
                </a:r>
                <a:endParaRPr lang="en-US" altLang="ja-JP" sz="2800" dirty="0">
                  <a:latin typeface="Source Han Sans JP Medium" panose="020B0600070205080204" charset="-128"/>
                  <a:ea typeface="Source Han Sans JP Medium" panose="020B0600070205080204" charset="-128"/>
                  <a:cs typeface="Source Han Sans JP Medium"/>
                  <a:sym typeface="Source Han Sans JP Medium"/>
                </a:endParaRPr>
              </a:p>
              <a:p>
                <a:pPr marL="914400" lvl="1" indent="-457200">
                  <a:lnSpc>
                    <a:spcPts val="3500"/>
                  </a:lnSpc>
                  <a:spcBef>
                    <a:spcPct val="0"/>
                  </a:spcBef>
                  <a:buClr>
                    <a:srgbClr val="64A4A3"/>
                  </a:buClr>
                  <a:buFont typeface="Wingdings" panose="05000000000000000000" pitchFamily="2" charset="2"/>
                  <a:buChar char="l"/>
                </a:pPr>
                <a:endParaRPr lang="en-US" sz="2800" dirty="0">
                  <a:latin typeface="Source Han Sans JP Medium" panose="020B0600070205080204" charset="-128"/>
                  <a:ea typeface="Source Han Sans JP Medium" panose="020B0600070205080204" charset="-128"/>
                  <a:cs typeface="Source Han Sans JP Medium"/>
                  <a:sym typeface="Source Han Sans JP Medium"/>
                </a:endParaRPr>
              </a:p>
            </p:txBody>
          </p:sp>
        </mc:Choice>
        <mc:Fallback xmlns="">
          <p:sp>
            <p:nvSpPr>
              <p:cNvPr id="27" name="TextBox 24">
                <a:extLst>
                  <a:ext uri="{FF2B5EF4-FFF2-40B4-BE49-F238E27FC236}">
                    <a16:creationId xmlns:a16="http://schemas.microsoft.com/office/drawing/2014/main" id="{B4E4635A-F3B2-72E2-183F-3FAE28ED2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6795" y="3761236"/>
                <a:ext cx="16406722" cy="2225161"/>
              </a:xfrm>
              <a:prstGeom prst="rect">
                <a:avLst/>
              </a:prstGeom>
              <a:blipFill>
                <a:blip r:embed="rId4"/>
                <a:stretch>
                  <a:fillRect l="-1189" t="-49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図 28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20727107-79F5-FF39-F8FE-007040B63E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659"/>
          <a:stretch>
            <a:fillRect/>
          </a:stretch>
        </p:blipFill>
        <p:spPr>
          <a:xfrm>
            <a:off x="11786076" y="1489486"/>
            <a:ext cx="6414481" cy="1335989"/>
          </a:xfrm>
          <a:prstGeom prst="rect">
            <a:avLst/>
          </a:prstGeom>
        </p:spPr>
      </p:pic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972634E9-B5B9-8897-8226-FA86404BAAE2}"/>
              </a:ext>
            </a:extLst>
          </p:cNvPr>
          <p:cNvSpPr/>
          <p:nvPr/>
        </p:nvSpPr>
        <p:spPr>
          <a:xfrm>
            <a:off x="15523488" y="1435319"/>
            <a:ext cx="2430086" cy="13901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TextBox 24">
            <a:extLst>
              <a:ext uri="{FF2B5EF4-FFF2-40B4-BE49-F238E27FC236}">
                <a16:creationId xmlns:a16="http://schemas.microsoft.com/office/drawing/2014/main" id="{2628F2EB-7E62-6E16-67FE-F2A05CF7F231}"/>
              </a:ext>
            </a:extLst>
          </p:cNvPr>
          <p:cNvSpPr txBox="1"/>
          <p:nvPr/>
        </p:nvSpPr>
        <p:spPr>
          <a:xfrm>
            <a:off x="1652075" y="3152117"/>
            <a:ext cx="11065424" cy="429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学習時</a:t>
            </a:r>
            <a:endParaRPr lang="en-US" altLang="ja-JP" sz="28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24">
                <a:extLst>
                  <a:ext uri="{FF2B5EF4-FFF2-40B4-BE49-F238E27FC236}">
                    <a16:creationId xmlns:a16="http://schemas.microsoft.com/office/drawing/2014/main" id="{023D177A-47D2-0807-0CAC-0A5A0919C61C}"/>
                  </a:ext>
                </a:extLst>
              </p:cNvPr>
              <p:cNvSpPr txBox="1"/>
              <p:nvPr/>
            </p:nvSpPr>
            <p:spPr>
              <a:xfrm>
                <a:off x="1830858" y="6593323"/>
                <a:ext cx="11680603" cy="177632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57200" indent="-457200">
                  <a:lnSpc>
                    <a:spcPts val="3500"/>
                  </a:lnSpc>
                  <a:spcBef>
                    <a:spcPct val="0"/>
                  </a:spcBef>
                  <a:buClr>
                    <a:srgbClr val="64A4A3"/>
                  </a:buClr>
                  <a:buFont typeface="Wingdings" panose="05000000000000000000" pitchFamily="2" charset="2"/>
                  <a:buChar char="l"/>
                </a:pPr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入力音から同様に</a:t>
                </a:r>
                <a14:m>
                  <m:oMath xmlns:m="http://schemas.openxmlformats.org/officeDocument/2006/math">
                    <m:r>
                      <a:rPr lang="en-US" altLang="ja-JP" sz="2800" i="1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𝑅</m:t>
                    </m:r>
                    <m:r>
                      <a:rPr lang="en-US" altLang="ja-JP" sz="2800" i="1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(</m:t>
                    </m:r>
                    <m:r>
                      <a:rPr lang="en-US" altLang="ja-JP" sz="2800" i="1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𝑋</m:t>
                    </m:r>
                    <m:r>
                      <a:rPr lang="en-US" altLang="ja-JP" sz="2800" i="1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)</m:t>
                    </m:r>
                    <m:r>
                      <a:rPr lang="ja-JP" altLang="en-US" sz="2800" i="1">
                        <a:latin typeface="Cambria Math" panose="02040503050406030204" pitchFamily="18" charset="0"/>
                        <a:ea typeface="Source Han Sans JP Medium" panose="020B0600070205080204" charset="-128"/>
                        <a:cs typeface="Source Han Sans JP Medium"/>
                        <a:sym typeface="Source Han Sans JP Medium"/>
                      </a:rPr>
                      <m:t>を</m:t>
                    </m:r>
                  </m:oMath>
                </a14:m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抽出</a:t>
                </a:r>
                <a:endParaRPr lang="en-US" altLang="ja-JP" sz="2800" dirty="0">
                  <a:latin typeface="Source Han Sans JP Medium" panose="020B0600070205080204" charset="-128"/>
                  <a:ea typeface="Source Han Sans JP Medium" panose="020B0600070205080204" charset="-128"/>
                  <a:cs typeface="Source Han Sans JP Medium"/>
                  <a:sym typeface="Source Han Sans JP Medium"/>
                </a:endParaRPr>
              </a:p>
              <a:p>
                <a:pPr marL="457200" indent="-457200">
                  <a:lnSpc>
                    <a:spcPts val="3500"/>
                  </a:lnSpc>
                  <a:spcBef>
                    <a:spcPct val="0"/>
                  </a:spcBef>
                  <a:buClr>
                    <a:srgbClr val="64A4A3"/>
                  </a:buClr>
                  <a:buFont typeface="Wingdings" panose="05000000000000000000" pitchFamily="2" charset="2"/>
                  <a:buChar char="l"/>
                </a:pPr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学習済み</a:t>
                </a:r>
                <a:r>
                  <a:rPr lang="en-US" altLang="ja-JP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GMM</a:t>
                </a:r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の</a:t>
                </a:r>
                <a:r>
                  <a:rPr lang="ja-JP" altLang="en-US" sz="2800" b="1" dirty="0">
                    <a:solidFill>
                      <a:srgbClr val="F79646"/>
                    </a:solidFill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負の対数尤度</a:t>
                </a:r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を異常スコアとして評価</a:t>
                </a:r>
                <a:endParaRPr lang="en-US" altLang="ja-JP" sz="2800" dirty="0">
                  <a:latin typeface="Source Han Sans JP Medium" panose="020B0600070205080204" charset="-128"/>
                  <a:ea typeface="Source Han Sans JP Medium" panose="020B0600070205080204" charset="-128"/>
                  <a:cs typeface="Source Han Sans JP Medium"/>
                  <a:sym typeface="Source Han Sans JP Medium"/>
                </a:endParaRPr>
              </a:p>
              <a:p>
                <a:pPr marL="914400" lvl="1" indent="-457200">
                  <a:lnSpc>
                    <a:spcPts val="3500"/>
                  </a:lnSpc>
                  <a:spcBef>
                    <a:spcPct val="0"/>
                  </a:spcBef>
                  <a:buClr>
                    <a:srgbClr val="64A4A3"/>
                  </a:buClr>
                  <a:buFont typeface="Wingdings" panose="05000000000000000000" pitchFamily="2" charset="2"/>
                  <a:buChar char="l"/>
                </a:pPr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正常音はスコアが小さくなる</a:t>
                </a:r>
                <a:endParaRPr lang="en-US" altLang="ja-JP" sz="2800" dirty="0">
                  <a:latin typeface="Source Han Sans JP Medium" panose="020B0600070205080204" charset="-128"/>
                  <a:ea typeface="Source Han Sans JP Medium" panose="020B0600070205080204" charset="-128"/>
                  <a:cs typeface="Source Han Sans JP Medium"/>
                  <a:sym typeface="Source Han Sans JP Medium"/>
                </a:endParaRPr>
              </a:p>
              <a:p>
                <a:pPr marL="914400" lvl="1" indent="-457200">
                  <a:lnSpc>
                    <a:spcPts val="3500"/>
                  </a:lnSpc>
                  <a:spcBef>
                    <a:spcPct val="0"/>
                  </a:spcBef>
                  <a:buClr>
                    <a:srgbClr val="64A4A3"/>
                  </a:buClr>
                  <a:buFont typeface="Wingdings" panose="05000000000000000000" pitchFamily="2" charset="2"/>
                  <a:buChar char="l"/>
                </a:pPr>
                <a:r>
                  <a:rPr lang="ja-JP" altLang="en-US" sz="2800" dirty="0">
                    <a:latin typeface="Source Han Sans JP Medium" panose="020B0600070205080204" charset="-128"/>
                    <a:ea typeface="Source Han Sans JP Medium" panose="020B0600070205080204" charset="-128"/>
                    <a:cs typeface="Source Han Sans JP Medium"/>
                    <a:sym typeface="Source Han Sans JP Medium"/>
                  </a:rPr>
                  <a:t>異常音はスコアが高くなる</a:t>
                </a:r>
                <a:endParaRPr lang="en-US" altLang="ja-JP" sz="2800" dirty="0">
                  <a:latin typeface="Source Han Sans JP Medium" panose="020B0600070205080204" charset="-128"/>
                  <a:ea typeface="Source Han Sans JP Medium" panose="020B0600070205080204" charset="-128"/>
                  <a:cs typeface="Source Han Sans JP Medium"/>
                  <a:sym typeface="Source Han Sans JP Medium"/>
                </a:endParaRPr>
              </a:p>
            </p:txBody>
          </p:sp>
        </mc:Choice>
        <mc:Fallback xmlns="">
          <p:sp>
            <p:nvSpPr>
              <p:cNvPr id="41" name="TextBox 24">
                <a:extLst>
                  <a:ext uri="{FF2B5EF4-FFF2-40B4-BE49-F238E27FC236}">
                    <a16:creationId xmlns:a16="http://schemas.microsoft.com/office/drawing/2014/main" id="{023D177A-47D2-0807-0CAC-0A5A0919C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0858" y="6593323"/>
                <a:ext cx="11680603" cy="1776320"/>
              </a:xfrm>
              <a:prstGeom prst="rect">
                <a:avLst/>
              </a:prstGeom>
              <a:blipFill>
                <a:blip r:embed="rId6"/>
                <a:stretch>
                  <a:fillRect l="-1670" t="-6186" b="-109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24">
            <a:extLst>
              <a:ext uri="{FF2B5EF4-FFF2-40B4-BE49-F238E27FC236}">
                <a16:creationId xmlns:a16="http://schemas.microsoft.com/office/drawing/2014/main" id="{CC5D9BD2-86EF-7D6B-D135-F84FE08C7E1D}"/>
              </a:ext>
            </a:extLst>
          </p:cNvPr>
          <p:cNvSpPr txBox="1"/>
          <p:nvPr/>
        </p:nvSpPr>
        <p:spPr>
          <a:xfrm>
            <a:off x="1652075" y="5986397"/>
            <a:ext cx="11065424" cy="429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テスト時</a:t>
            </a:r>
            <a:endParaRPr lang="en-US" altLang="ja-JP" sz="28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171453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285D9-ACC4-BA5B-4431-CD2ED8C75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DA6697D-2688-F203-0505-89C3182A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440B46D8-BE23-D1B0-0182-7C463E458F53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BCA2B2C4-A425-9648-EB60-0AD403F60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48884FCE-681A-DF48-581B-7FB883C68811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ED4584ED-BBBA-5E73-05B7-F599478DFB9C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AE2FF234-1262-F502-C3ED-E39C983FB9FF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BF4DD25F-C369-15AB-EE47-38EFB7D1EACF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2045BC84-D7C6-470B-D8A5-3D5F5191F3FD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ED28C972-5B08-A99C-3904-C20C7F10922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2F80836B-11C5-B4E6-FD3A-C38F23316A9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EB7B4286-1574-668E-85C5-AEFBEC4B94D9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9AAAD1B2-81FD-7941-4D7D-26797ECA966B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95CA0EB4-A5D0-51EE-F7F3-CC3FE82FBDE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A6B7776C-A8BA-5600-550B-846B71B14B27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90C67618-CD6E-0C46-AE88-1F79B9F8BCC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B8F1ED69-3C28-D99F-EC6C-19E7D1E7AF2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FCCC86F6-D50C-BD6D-EC92-A688B5EFE766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11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BA962593-8CE5-2618-64E0-2EFCFB1D5155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手法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C3915058-024D-2A71-2A08-8EA4B154F561}"/>
              </a:ext>
            </a:extLst>
          </p:cNvPr>
          <p:cNvGrpSpPr/>
          <p:nvPr/>
        </p:nvGrpSpPr>
        <p:grpSpPr>
          <a:xfrm>
            <a:off x="1524000" y="1555698"/>
            <a:ext cx="7086600" cy="552410"/>
            <a:chOff x="1535808" y="1451163"/>
            <a:chExt cx="8639037" cy="552410"/>
          </a:xfrm>
        </p:grpSpPr>
        <p:sp>
          <p:nvSpPr>
            <p:cNvPr id="5" name="TextBox 26">
              <a:extLst>
                <a:ext uri="{FF2B5EF4-FFF2-40B4-BE49-F238E27FC236}">
                  <a16:creationId xmlns:a16="http://schemas.microsoft.com/office/drawing/2014/main" id="{36A9A806-F75F-A85D-D20A-8617167ACE7D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393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32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実験条件</a:t>
              </a:r>
              <a:endParaRPr lang="en-US" altLang="ja-JP" sz="32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BA97D22-2408-B27C-7E1D-3626DF8568C0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28" name="TextBox 24">
            <a:extLst>
              <a:ext uri="{FF2B5EF4-FFF2-40B4-BE49-F238E27FC236}">
                <a16:creationId xmlns:a16="http://schemas.microsoft.com/office/drawing/2014/main" id="{AA39E989-17AF-780C-075B-681861AF78BC}"/>
              </a:ext>
            </a:extLst>
          </p:cNvPr>
          <p:cNvSpPr txBox="1"/>
          <p:nvPr/>
        </p:nvSpPr>
        <p:spPr>
          <a:xfrm>
            <a:off x="2077454" y="3294906"/>
            <a:ext cx="16210546" cy="51559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データセット</a:t>
            </a:r>
            <a:endParaRPr lang="en-US" altLang="ja-JP" sz="32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914400" lvl="1" indent="-457200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DCASE 2022 Challenge Task2</a:t>
            </a:r>
            <a:r>
              <a:rPr lang="ja-JP" alt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（異常音検知タスクのベンチマーク）</a:t>
            </a:r>
            <a:endParaRPr lang="en-US" altLang="ja-JP" sz="32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914400" lvl="1" indent="-457200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3200" dirty="0" err="1">
                <a:latin typeface="Source Han Sans JP Medium" panose="020B0600070205080204" charset="-128"/>
                <a:ea typeface="Source Han Sans JP Medium" panose="020B0600070205080204" charset="-128"/>
              </a:rPr>
              <a:t>ToyCar</a:t>
            </a:r>
            <a:r>
              <a:rPr lang="en-US" altLang="ja-JP" sz="3200" dirty="0">
                <a:latin typeface="Source Han Sans JP Medium" panose="020B0600070205080204" charset="-128"/>
                <a:ea typeface="Source Han Sans JP Medium" panose="020B0600070205080204" charset="-128"/>
              </a:rPr>
              <a:t>, </a:t>
            </a:r>
            <a:r>
              <a:rPr lang="en-US" altLang="ja-JP" sz="3200" dirty="0" err="1">
                <a:latin typeface="Source Han Sans JP Medium" panose="020B0600070205080204" charset="-128"/>
                <a:ea typeface="Source Han Sans JP Medium" panose="020B0600070205080204" charset="-128"/>
              </a:rPr>
              <a:t>ToyTrain</a:t>
            </a:r>
            <a:r>
              <a:rPr lang="en-US" altLang="ja-JP" sz="3200" dirty="0">
                <a:latin typeface="Source Han Sans JP Medium" panose="020B0600070205080204" charset="-128"/>
                <a:ea typeface="Source Han Sans JP Medium" panose="020B0600070205080204" charset="-128"/>
              </a:rPr>
              <a:t>, Fan, Gearbox, Bearing, Slider, Valve</a:t>
            </a:r>
          </a:p>
          <a:p>
            <a:pPr marL="457200" indent="-457200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入力特徴</a:t>
            </a:r>
            <a:endParaRPr lang="en-US" altLang="ja-JP" sz="32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914400" lvl="1" indent="-457200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サンプリング周波数：</a:t>
            </a:r>
            <a:r>
              <a:rPr lang="en-US" altLang="ja-JP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16 kHz</a:t>
            </a:r>
          </a:p>
          <a:p>
            <a:pPr marL="914400" lvl="1" indent="-457200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Mel</a:t>
            </a:r>
            <a:r>
              <a:rPr lang="ja-JP" alt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フィルタ数：</a:t>
            </a:r>
            <a:r>
              <a:rPr lang="en-US" altLang="ja-JP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128</a:t>
            </a:r>
          </a:p>
          <a:p>
            <a:pPr marL="457200" indent="-457200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評価指標</a:t>
            </a:r>
            <a:endParaRPr lang="en-US" altLang="ja-JP" sz="32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914400" lvl="1" indent="-457200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AUC</a:t>
            </a:r>
          </a:p>
          <a:p>
            <a:pPr marL="914400" lvl="1" indent="-457200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sz="3200" dirty="0" err="1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pAUC</a:t>
            </a:r>
            <a:r>
              <a:rPr lang="ja-JP" alt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：</a:t>
            </a:r>
            <a:r>
              <a:rPr lang="en-US" altLang="ja-JP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FPR</a:t>
            </a:r>
            <a:r>
              <a:rPr lang="ja-JP" alt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に特化した指標</a:t>
            </a:r>
            <a:endParaRPr lang="en-US" sz="32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3871128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523E0-693C-13F2-4D12-BC4073F25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027F4519-5428-05A9-7DDC-53560951D60E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094C272F-1CC9-BEC2-7228-96B3FF5388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D23713B2-DDEA-E827-9BB3-5F47B88586CF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D6D9FBC5-10B8-FB71-0CF8-A80C95559BBA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20A0C3FA-CD61-2101-172C-FD66A8B0CAB5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28208141-1A5D-C1D1-A657-8CFFEAD8CE81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182F8F1E-5C36-CDB8-1CFB-E4FFEB6AC508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7687B30A-6C7A-A6C6-C530-CA1696EF3A15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C1FB8423-67D5-6CF3-E2D5-01B192F4EE5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A8EB9041-7B54-7D7F-7A10-68C82A9714A0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A6817CB0-0751-8AFE-571D-9157B8B0006B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2FE1740F-A2F6-681D-464D-5D8B7D80378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E1E6DD2D-D3F6-5C18-1405-D3CE810CE3DE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0FB7977C-286D-62F9-E3FA-917B3F325BA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A474F29D-D7C7-129B-CA56-A326E998CF0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E32908F6-5BD3-4C34-5035-397E4992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12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860E8E2F-75FB-866D-383B-D8AA7FF726FE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6E2AF555-67A5-FEDA-771A-CDAEEE6DBCA0}"/>
              </a:ext>
            </a:extLst>
          </p:cNvPr>
          <p:cNvGrpSpPr/>
          <p:nvPr/>
        </p:nvGrpSpPr>
        <p:grpSpPr>
          <a:xfrm>
            <a:off x="3581400" y="3294906"/>
            <a:ext cx="12343465" cy="4509760"/>
            <a:chOff x="10121433" y="2372121"/>
            <a:chExt cx="6318718" cy="22764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07B8F09C-2EE2-90F1-9DD9-92A2F8471A1F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22653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DBE9E8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論文を選んだ理由</a:t>
              </a:r>
              <a:endParaRPr lang="en-US" altLang="ja-JP" sz="4800" dirty="0">
                <a:solidFill>
                  <a:srgbClr val="DBE9E8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DBE9E8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研究背景・目的</a:t>
              </a:r>
              <a:endParaRPr lang="en-US" sz="4800" dirty="0">
                <a:solidFill>
                  <a:srgbClr val="DBE9E8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DBE9E8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手法</a:t>
              </a:r>
              <a:endParaRPr lang="en-US" altLang="ja-JP" sz="4800" dirty="0">
                <a:solidFill>
                  <a:srgbClr val="DBE9E8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結果・結論</a:t>
              </a:r>
              <a:endParaRPr lang="en-US" altLang="ja-JP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DC954948-0E43-1FBE-EC37-E15DD52C0AB6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2276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1756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923CC-92CD-E3D7-DE4F-F976D8E50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DE0C187E-F4DE-79AC-6F44-0D7ADC587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3467EF4E-FD20-9605-1041-6EB36180E9AC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41DDF56B-41E1-47EC-FC3D-F2DB32D50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D0AF60C4-3E1B-2B12-41C2-BE2FB8EDF03E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4ED3FBDD-AF4A-C364-8AD9-2F73118D35C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B9ACD04E-39ED-D3FE-4B58-947898EFDCAA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F9799362-E248-ACC6-A213-739BAD431B64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9EB69E09-B430-ED8C-5C53-39F976849714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6D5CA655-44B0-F7F9-0B48-3B678B7341A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4FB5AA83-19CD-126D-3E53-043EE06514D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90220C8D-B392-350F-E2A4-ED5E507CCD81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AD9D1135-453C-C783-00D6-5100C5D4A850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6D17CD3E-EF6F-DCFB-0E0E-F968A25DA9A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C638C22E-64DF-0FE6-4FAC-A42BBB63AEAF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E0EBEF53-F527-01B1-6405-2E488837F34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3704EF96-A5C0-BBBD-2F82-7879FB6D4A5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DA0758AE-9CAE-1B50-D0D1-FFDA8EF7F6FC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13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5EECB152-7FF6-E7FF-4AED-B64C4FB0C9EA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結果・結論</a:t>
            </a:r>
            <a:endParaRPr lang="en-US" altLang="ja-JP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236D53AE-1A73-0450-EA89-76FC7FA3C1BC}"/>
              </a:ext>
            </a:extLst>
          </p:cNvPr>
          <p:cNvGrpSpPr/>
          <p:nvPr/>
        </p:nvGrpSpPr>
        <p:grpSpPr>
          <a:xfrm>
            <a:off x="1524000" y="1555698"/>
            <a:ext cx="7086600" cy="552410"/>
            <a:chOff x="1535808" y="1451163"/>
            <a:chExt cx="8639037" cy="552410"/>
          </a:xfrm>
        </p:grpSpPr>
        <p:sp>
          <p:nvSpPr>
            <p:cNvPr id="5" name="TextBox 26">
              <a:extLst>
                <a:ext uri="{FF2B5EF4-FFF2-40B4-BE49-F238E27FC236}">
                  <a16:creationId xmlns:a16="http://schemas.microsoft.com/office/drawing/2014/main" id="{69BA9FAF-FC3F-C484-3614-5B184165B736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393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32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結果</a:t>
              </a:r>
              <a:endParaRPr lang="en-US" altLang="ja-JP" sz="32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856C2BBD-77CE-7CC7-7EC6-789862740868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4E9B6F8F-4409-0CAE-15CC-B110B0D31EE9}"/>
              </a:ext>
            </a:extLst>
          </p:cNvPr>
          <p:cNvSpPr/>
          <p:nvPr/>
        </p:nvSpPr>
        <p:spPr>
          <a:xfrm>
            <a:off x="1413239" y="7482427"/>
            <a:ext cx="16174583" cy="1950343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TextBox 24">
            <a:extLst>
              <a:ext uri="{FF2B5EF4-FFF2-40B4-BE49-F238E27FC236}">
                <a16:creationId xmlns:a16="http://schemas.microsoft.com/office/drawing/2014/main" id="{2AD0E88D-EB32-5444-2C66-41FED6D1ACB3}"/>
              </a:ext>
            </a:extLst>
          </p:cNvPr>
          <p:cNvSpPr txBox="1"/>
          <p:nvPr/>
        </p:nvSpPr>
        <p:spPr>
          <a:xfrm>
            <a:off x="1819495" y="7905559"/>
            <a:ext cx="15484803" cy="1179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l">
              <a:lnSpc>
                <a:spcPts val="46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40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深層学習のベースラインを</a:t>
            </a:r>
            <a:r>
              <a:rPr lang="ja-JP" altLang="en-US" sz="4000" b="1" dirty="0">
                <a:solidFill>
                  <a:srgbClr val="F79646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上回る性能</a:t>
            </a:r>
            <a:endParaRPr lang="en-US" altLang="ja-JP" sz="4000" b="1" dirty="0">
              <a:solidFill>
                <a:srgbClr val="F79646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571500" indent="-571500" algn="l">
              <a:lnSpc>
                <a:spcPts val="46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40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既存手法が抱えていた，学習データによる</a:t>
            </a:r>
            <a:r>
              <a:rPr lang="ja-JP" altLang="en-US" sz="4000" b="1" dirty="0">
                <a:solidFill>
                  <a:srgbClr val="F79646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性能の不安定性を克服</a:t>
            </a:r>
            <a:endParaRPr lang="en-US" sz="4000" b="1" dirty="0">
              <a:solidFill>
                <a:srgbClr val="F79646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pic>
        <p:nvPicPr>
          <p:cNvPr id="8" name="図 7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2DABA004-AD43-F198-956D-5E8B266AEA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699" y="2381441"/>
            <a:ext cx="16552101" cy="496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935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F546B-F521-023C-B313-6CA442538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1C4A924E-5DBF-DCBE-B85E-71B6461FEEB3}"/>
              </a:ext>
            </a:extLst>
          </p:cNvPr>
          <p:cNvSpPr/>
          <p:nvPr/>
        </p:nvSpPr>
        <p:spPr>
          <a:xfrm>
            <a:off x="9341602" y="6819900"/>
            <a:ext cx="8191874" cy="1503922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B4077F7-8F75-EEC3-90B3-BF1C5554A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F1582A94-2708-787D-6EF4-23359B1E1BCF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20133119-4501-0931-00B8-19EE0D6F7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FAFEE2BF-F120-8E42-A48C-3960EDCC2B41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6C365473-FDC8-1566-CD25-FB74CDB90647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BEEF1B04-AA63-4B24-1E6A-7FE469971000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02B754E3-B7FE-A168-B071-D92F3159C6E2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C2D3ED34-6D33-FF4D-D807-857B16540E1D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16B0E77B-276E-3659-13C9-106EBE0FC936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BD3BCF0B-7FA7-01D0-047E-58D8DFEE779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72AB69B6-C2ED-31BC-6C84-1512C6AFB7C3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1DA298ED-67AA-E6B2-5547-46DC7A45D81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4EAAEB49-7459-76A3-B7FD-615282F290C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53AB2C1C-5192-D1C0-A071-52D5689FA3D6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49973AB2-B153-A28B-45C2-C31EE85AA21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FF7BD949-824A-9812-9C7D-7B34F2C4294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EE40155E-7726-4812-5822-71B801539AF8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14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47C59F46-929A-5313-7A47-8A2B5F2DD145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結果・結論</a:t>
            </a:r>
            <a:endParaRPr lang="en-US" altLang="ja-JP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AF75046B-34BD-EC57-D8CA-E92700DCBC3D}"/>
              </a:ext>
            </a:extLst>
          </p:cNvPr>
          <p:cNvGrpSpPr/>
          <p:nvPr/>
        </p:nvGrpSpPr>
        <p:grpSpPr>
          <a:xfrm>
            <a:off x="1524000" y="1555698"/>
            <a:ext cx="7086600" cy="552410"/>
            <a:chOff x="1535808" y="1451163"/>
            <a:chExt cx="8639037" cy="552410"/>
          </a:xfrm>
        </p:grpSpPr>
        <p:sp>
          <p:nvSpPr>
            <p:cNvPr id="5" name="TextBox 26">
              <a:extLst>
                <a:ext uri="{FF2B5EF4-FFF2-40B4-BE49-F238E27FC236}">
                  <a16:creationId xmlns:a16="http://schemas.microsoft.com/office/drawing/2014/main" id="{FEAD58D1-804C-51EF-F40E-1625782265D5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393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32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モデルサイズと複雑度の比較</a:t>
              </a:r>
              <a:endParaRPr lang="en-US" altLang="ja-JP" sz="32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60E117C-8D75-AF49-037B-E556E90E6FAB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26" name="TextBox 24">
            <a:extLst>
              <a:ext uri="{FF2B5EF4-FFF2-40B4-BE49-F238E27FC236}">
                <a16:creationId xmlns:a16="http://schemas.microsoft.com/office/drawing/2014/main" id="{FA44AA86-CC4E-9DCA-3BCA-FB990A938400}"/>
              </a:ext>
            </a:extLst>
          </p:cNvPr>
          <p:cNvSpPr txBox="1"/>
          <p:nvPr/>
        </p:nvSpPr>
        <p:spPr>
          <a:xfrm>
            <a:off x="8721340" y="2981337"/>
            <a:ext cx="8323068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TWFR-GMM</a:t>
            </a:r>
            <a:endParaRPr lang="en-US" sz="32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81ABA0E8-3737-8390-325D-CEBBBD631BA2}"/>
              </a:ext>
            </a:extLst>
          </p:cNvPr>
          <p:cNvSpPr txBox="1"/>
          <p:nvPr/>
        </p:nvSpPr>
        <p:spPr>
          <a:xfrm>
            <a:off x="9144000" y="3590264"/>
            <a:ext cx="8324104" cy="2257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Ø"/>
            </a:pP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パラメータ数：</a:t>
            </a:r>
            <a:r>
              <a:rPr lang="en-US" altLang="ja-JP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33k</a:t>
            </a:r>
          </a:p>
          <a:p>
            <a:pPr marL="457200" indent="-457200" algn="l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Flops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：</a:t>
            </a:r>
            <a:r>
              <a:rPr lang="en-US" altLang="ja-JP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164k</a:t>
            </a:r>
          </a:p>
          <a:p>
            <a:pPr marL="457200" indent="-457200" algn="l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Top-1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モデルと比較して，</a:t>
            </a:r>
            <a:r>
              <a:rPr lang="en-US" altLang="ja-JP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AUC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は若干低いが，</a:t>
            </a:r>
            <a:endParaRPr lang="en-US" altLang="ja-JP" sz="28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lvl="1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モデルサイズは</a:t>
            </a:r>
            <a:r>
              <a:rPr lang="en-US" altLang="ja-JP" sz="2800" dirty="0">
                <a:solidFill>
                  <a:srgbClr val="F79646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1/124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Flops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は</a:t>
            </a:r>
            <a:r>
              <a:rPr lang="en-US" altLang="ja-JP" sz="2800" dirty="0">
                <a:solidFill>
                  <a:srgbClr val="F79646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1/4260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に削減</a:t>
            </a:r>
            <a:endParaRPr lang="en-US" sz="28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2" name="TextBox 24">
            <a:extLst>
              <a:ext uri="{FF2B5EF4-FFF2-40B4-BE49-F238E27FC236}">
                <a16:creationId xmlns:a16="http://schemas.microsoft.com/office/drawing/2014/main" id="{E7ED83AF-043F-4A88-E6C8-A642B6683DD8}"/>
              </a:ext>
            </a:extLst>
          </p:cNvPr>
          <p:cNvSpPr txBox="1"/>
          <p:nvPr/>
        </p:nvSpPr>
        <p:spPr>
          <a:xfrm>
            <a:off x="9680906" y="7169468"/>
            <a:ext cx="7852570" cy="10532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40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リソースが限られたアプリにおける実用化で大きな優位性を持つ</a:t>
            </a:r>
            <a:endParaRPr lang="en-US" sz="40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pic>
        <p:nvPicPr>
          <p:cNvPr id="33" name="図 32" descr="グラフ, 散布図, バブル チャート&#10;&#10;AI 生成コンテンツは誤りを含む可能性があります。">
            <a:extLst>
              <a:ext uri="{FF2B5EF4-FFF2-40B4-BE49-F238E27FC236}">
                <a16:creationId xmlns:a16="http://schemas.microsoft.com/office/drawing/2014/main" id="{11139286-8B1D-5848-7E1E-0A83959DB6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4" y="3148404"/>
            <a:ext cx="8017616" cy="610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506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3D3EC-E5CB-3F86-179B-8003E1CE3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2A17EBDD-F18C-7913-3063-93BFBF0B3890}"/>
              </a:ext>
            </a:extLst>
          </p:cNvPr>
          <p:cNvSpPr/>
          <p:nvPr/>
        </p:nvSpPr>
        <p:spPr>
          <a:xfrm>
            <a:off x="8947882" y="7586257"/>
            <a:ext cx="8472664" cy="1735163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48438B8-8EFA-14D1-A1F3-12CCF4A68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B4343AB9-9EB8-4ED0-EF46-735320FB8619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63ABC2C5-8BD3-2EC9-18A1-0716426FC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31390961-ADDD-B261-7AD5-5E9AF17C9F0F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D8C5ACA1-EA9E-3240-0D4E-004D63DCE3F2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D86F5DCB-1877-448C-0F37-1957A71CC200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DA5905EB-BBC8-E8B7-5F8D-E1AF9072EC4A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2B23EB37-9FD2-D773-1912-7014297F6EEE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F043372C-56D4-5289-61E2-A998A1750BBB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61670228-6CE1-190E-0D2C-CAAC2288FFE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E8253A64-7417-2BC4-C79B-E6B920904012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AC5471E5-629F-A0FB-D7F5-1357266BB2FA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DA9432FC-A57F-0D39-8ACF-2FEA4EBAF9E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2AEA01C0-160C-18A8-5DB5-1641469705C3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FEEB87ED-FDC8-736E-50C0-494C627069F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CF291AC9-A88F-8724-5383-1578C9E1966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A362271E-9839-0156-2678-D4F3FDDF9DA5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15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BAC40D29-8900-C127-8A5B-38B034C85586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結果・結論</a:t>
            </a:r>
            <a:endParaRPr lang="en-US" altLang="ja-JP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2F2D03CF-2392-67DE-EBB2-03F59AB27DD3}"/>
              </a:ext>
            </a:extLst>
          </p:cNvPr>
          <p:cNvGrpSpPr/>
          <p:nvPr/>
        </p:nvGrpSpPr>
        <p:grpSpPr>
          <a:xfrm>
            <a:off x="1524000" y="1555698"/>
            <a:ext cx="7086600" cy="552410"/>
            <a:chOff x="1535808" y="1451163"/>
            <a:chExt cx="8639037" cy="552410"/>
          </a:xfrm>
        </p:grpSpPr>
        <p:sp>
          <p:nvSpPr>
            <p:cNvPr id="5" name="TextBox 26">
              <a:extLst>
                <a:ext uri="{FF2B5EF4-FFF2-40B4-BE49-F238E27FC236}">
                  <a16:creationId xmlns:a16="http://schemas.microsoft.com/office/drawing/2014/main" id="{201CA48C-1E4E-16D1-4D79-675AA558B595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393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32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モデルサイズと複雑度の比較</a:t>
              </a:r>
              <a:endParaRPr lang="en-US" altLang="ja-JP" sz="32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8DF3C25-F0C0-CAAC-20B9-93BD20432E10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26" name="TextBox 24">
            <a:extLst>
              <a:ext uri="{FF2B5EF4-FFF2-40B4-BE49-F238E27FC236}">
                <a16:creationId xmlns:a16="http://schemas.microsoft.com/office/drawing/2014/main" id="{58762009-5883-A445-BB41-7D67923B374F}"/>
              </a:ext>
            </a:extLst>
          </p:cNvPr>
          <p:cNvSpPr txBox="1"/>
          <p:nvPr/>
        </p:nvSpPr>
        <p:spPr>
          <a:xfrm>
            <a:off x="8280260" y="2384145"/>
            <a:ext cx="8323068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TWFR-GMM</a:t>
            </a:r>
            <a:endParaRPr lang="en-US" sz="32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163CD1FE-555E-E577-ED6C-71F063D9ADAE}"/>
              </a:ext>
            </a:extLst>
          </p:cNvPr>
          <p:cNvSpPr txBox="1"/>
          <p:nvPr/>
        </p:nvSpPr>
        <p:spPr>
          <a:xfrm>
            <a:off x="8525959" y="2876437"/>
            <a:ext cx="9398448" cy="1680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Ø"/>
            </a:pP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正常サンプルは</a:t>
            </a:r>
            <a:r>
              <a:rPr lang="ja-JP" altLang="en-US" sz="2800" b="1" dirty="0">
                <a:solidFill>
                  <a:srgbClr val="F79646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クラスタ中心付近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にコンパクトに分布</a:t>
            </a:r>
            <a:endParaRPr lang="en-US" altLang="ja-JP" sz="28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Ø"/>
            </a:pP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異常サンプルは</a:t>
            </a:r>
            <a:r>
              <a:rPr lang="ja-JP" altLang="en-US" sz="2800" b="1" dirty="0">
                <a:solidFill>
                  <a:srgbClr val="F79646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外側に離れて分布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しておりスコアで分離しやすい</a:t>
            </a:r>
            <a:endParaRPr lang="en-US" sz="28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2" name="TextBox 24">
            <a:extLst>
              <a:ext uri="{FF2B5EF4-FFF2-40B4-BE49-F238E27FC236}">
                <a16:creationId xmlns:a16="http://schemas.microsoft.com/office/drawing/2014/main" id="{864B21CC-089A-6F06-C109-E22887242D52}"/>
              </a:ext>
            </a:extLst>
          </p:cNvPr>
          <p:cNvSpPr txBox="1"/>
          <p:nvPr/>
        </p:nvSpPr>
        <p:spPr>
          <a:xfrm>
            <a:off x="9434591" y="8006533"/>
            <a:ext cx="7852570" cy="10532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00"/>
              </a:lnSpc>
              <a:spcBef>
                <a:spcPct val="0"/>
              </a:spcBef>
              <a:buClr>
                <a:srgbClr val="64A4A3"/>
              </a:buClr>
            </a:pPr>
            <a:r>
              <a:rPr lang="en-US" sz="40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TWFR</a:t>
            </a:r>
            <a:r>
              <a:rPr lang="ja-JP" altLang="en-US" sz="40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は異常検知に適した特徴空間を構成出来ていると言える</a:t>
            </a:r>
            <a:endParaRPr lang="en-US" sz="40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pic>
        <p:nvPicPr>
          <p:cNvPr id="8" name="図 7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D2678DFE-E18C-99FC-3934-7D24897DBD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344" y="2180590"/>
            <a:ext cx="7201905" cy="8030696"/>
          </a:xfrm>
          <a:prstGeom prst="rect">
            <a:avLst/>
          </a:prstGeom>
        </p:spPr>
      </p:pic>
      <p:sp>
        <p:nvSpPr>
          <p:cNvPr id="9" name="TextBox 24">
            <a:extLst>
              <a:ext uri="{FF2B5EF4-FFF2-40B4-BE49-F238E27FC236}">
                <a16:creationId xmlns:a16="http://schemas.microsoft.com/office/drawing/2014/main" id="{91D80667-6D1A-E95E-25E0-0F7861ECB8DA}"/>
              </a:ext>
            </a:extLst>
          </p:cNvPr>
          <p:cNvSpPr txBox="1"/>
          <p:nvPr/>
        </p:nvSpPr>
        <p:spPr>
          <a:xfrm>
            <a:off x="8280260" y="4728026"/>
            <a:ext cx="8323068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Mean / Max-GMM</a:t>
            </a:r>
            <a:endParaRPr lang="en-US" sz="32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28" name="TextBox 24">
            <a:extLst>
              <a:ext uri="{FF2B5EF4-FFF2-40B4-BE49-F238E27FC236}">
                <a16:creationId xmlns:a16="http://schemas.microsoft.com/office/drawing/2014/main" id="{F22F5EC0-13F8-55E0-50B8-16773819DAA3}"/>
              </a:ext>
            </a:extLst>
          </p:cNvPr>
          <p:cNvSpPr txBox="1"/>
          <p:nvPr/>
        </p:nvSpPr>
        <p:spPr>
          <a:xfrm>
            <a:off x="8525959" y="5220318"/>
            <a:ext cx="9398448" cy="1680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Ø"/>
            </a:pP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正常サンプルと異常サンプルが広く混ざり合って分布</a:t>
            </a:r>
            <a:endParaRPr lang="en-US" altLang="ja-JP" sz="28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GMM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クラスタ中心からの距離だけでは異常を判別しにくい</a:t>
            </a:r>
            <a:endParaRPr lang="en-US" sz="2800" dirty="0"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1738244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F55C0-1095-E5FC-EB34-4E89E7302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3D7BB2D8-D735-9C8B-3A01-E48DA37C1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5078EAF9-330E-1B1D-8A5F-0323F35FA515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261A7768-5882-90B6-BDBE-B5915A3DE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B76C7389-B463-5920-A5DC-FA5598D3CD24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96AC9FDD-AA0B-7118-83C5-AF6AEE95174C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73C7273C-7949-D59A-4BAA-CBA3C9781FF8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F3EB98CB-0826-A4F2-1BDA-1F6AC59CF994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8C2B0A5A-7E67-434E-EBF8-CC78C7D166EE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AA3270CA-2523-2C51-B677-8F731714394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9CA96FD7-53AC-9151-F36F-C876B176B1B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4FDE41E7-C4AB-AC8F-EA31-C77D601EB53E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0C02B212-0F2B-FC4F-C4B2-A5D40300CA4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D95E33DE-D36B-E331-8C13-923A64F8337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3FFB16CF-FBBE-B354-8E6B-6B1170CD866A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EA24F5A5-3FC7-B5ED-4707-CD2F545A667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30FA6B54-C48B-86F9-208D-00CAEA9275E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BB0D12CA-91E1-16D6-FAB9-28B2B1FEE74A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16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28EF2D4D-08E5-3592-3EE1-02E9943A7CF9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結果・結論</a:t>
            </a:r>
            <a:endParaRPr lang="en-US" altLang="ja-JP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B6A2AE1C-786F-4506-913C-8E0E90D16897}"/>
              </a:ext>
            </a:extLst>
          </p:cNvPr>
          <p:cNvGrpSpPr/>
          <p:nvPr/>
        </p:nvGrpSpPr>
        <p:grpSpPr>
          <a:xfrm>
            <a:off x="1524000" y="1555698"/>
            <a:ext cx="7086600" cy="552410"/>
            <a:chOff x="1535808" y="1451163"/>
            <a:chExt cx="8639037" cy="552410"/>
          </a:xfrm>
        </p:grpSpPr>
        <p:sp>
          <p:nvSpPr>
            <p:cNvPr id="5" name="TextBox 26">
              <a:extLst>
                <a:ext uri="{FF2B5EF4-FFF2-40B4-BE49-F238E27FC236}">
                  <a16:creationId xmlns:a16="http://schemas.microsoft.com/office/drawing/2014/main" id="{66D7ED3A-42E5-B04A-2021-A5A72C313768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393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32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結論</a:t>
              </a:r>
              <a:endParaRPr lang="en-US" altLang="ja-JP" sz="32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C96F3EB-8ED9-E149-6BA1-C190324ADB2B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8" name="Rectangle 1">
            <a:extLst>
              <a:ext uri="{FF2B5EF4-FFF2-40B4-BE49-F238E27FC236}">
                <a16:creationId xmlns:a16="http://schemas.microsoft.com/office/drawing/2014/main" id="{B89DAA68-4148-F088-572F-9ED684EB5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837" y="3843688"/>
            <a:ext cx="15392397" cy="3328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lang="en-US" altLang="ja-JP" sz="3600" dirty="0">
                <a:latin typeface="Source Han Sans JP Medium" panose="020B0600070205080204" charset="-128"/>
                <a:ea typeface="Source Han Sans JP Medium" panose="020B0600070205080204" charset="-128"/>
              </a:rPr>
              <a:t>Log-Mel</a:t>
            </a:r>
            <a:r>
              <a:rPr lang="ja-JP" altLang="en-US" sz="3600" dirty="0">
                <a:latin typeface="Source Han Sans JP Medium" panose="020B0600070205080204" charset="-128"/>
                <a:ea typeface="Source Han Sans JP Medium" panose="020B0600070205080204" charset="-128"/>
              </a:rPr>
              <a:t>スペクトログラムに対して，時間方向のランキング情報を利用した</a:t>
            </a:r>
            <a:r>
              <a:rPr lang="en-US" altLang="ja-JP" sz="3600" dirty="0">
                <a:latin typeface="Source Han Sans JP Medium" panose="020B0600070205080204" charset="-128"/>
                <a:ea typeface="Source Han Sans JP Medium" panose="020B0600070205080204" charset="-128"/>
              </a:rPr>
              <a:t>TWFR</a:t>
            </a:r>
            <a:r>
              <a:rPr lang="ja-JP" altLang="en-US" sz="3600" dirty="0">
                <a:latin typeface="Source Han Sans JP Medium" panose="020B0600070205080204" charset="-128"/>
                <a:ea typeface="Source Han Sans JP Medium" panose="020B0600070205080204" charset="-128"/>
              </a:rPr>
              <a:t>を提案</a:t>
            </a:r>
            <a:endParaRPr lang="en-US" altLang="ja-JP" sz="3600" dirty="0">
              <a:latin typeface="Source Han Sans JP Medium" panose="020B0600070205080204" charset="-128"/>
              <a:ea typeface="Source Han Sans JP Medium" panose="020B0600070205080204" charset="-128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en-US" altLang="ja-JP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TWFR-GMM</a:t>
            </a:r>
            <a:r>
              <a:rPr kumimoji="0" lang="ja-JP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により，深層学習モデルを上回る異常検知性能を達成</a:t>
            </a:r>
            <a:endParaRPr kumimoji="0" lang="en-US" altLang="ja-JP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 Medium" panose="020B0600070205080204" charset="-128"/>
              <a:ea typeface="Source Han Sans JP Medium" panose="020B0600070205080204" charset="-128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lang="ja-JP" altLang="en-US" sz="3600" dirty="0">
                <a:latin typeface="Source Han Sans JP Medium" panose="020B0600070205080204" charset="-128"/>
                <a:ea typeface="Source Han Sans JP Medium" panose="020B0600070205080204" charset="-128"/>
              </a:rPr>
              <a:t>モデル規模・計算量が小さく，エッジ実装にも適した構成</a:t>
            </a:r>
            <a:endParaRPr kumimoji="0" lang="ja-JP" altLang="ja-JP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29064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AF64734-8985-81E7-F02C-1F029A1E5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27A156E-8575-6B69-3622-E39FE025C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66CE293C-5E1F-D18B-FDB5-65D382214842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6966F3BC-CA96-088C-0BC0-9F1CDC571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1E1E0F52-8445-CFF5-E8F5-1DA3652875F4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AA7B44FE-C6D6-E641-E877-AB39157888C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8457E236-8E0F-A1E6-C866-D08525F305F9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2CFB77E1-55B9-6DAC-DAC7-0D6224378FD5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1568253F-8C4A-AFC2-A164-FCDDA21278C1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59406484-643D-B43D-711B-AC121845886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DD767C6C-9D45-CD83-BA9D-1CC1FE433EB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DE2EB27D-B1FA-DA25-C3AC-2C33F8BBF004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1FCDB979-A4B9-F2C9-C274-5A66996D55F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585D3DC2-05F1-9758-61E0-7252AB0F9C6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74041AA0-9856-2EDC-4DBC-3C6BDCB952DA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D4C95E30-A392-7B8E-DA75-5129C342B65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8D2236D4-6E05-37AF-0079-3422FEB9A04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C72CE283-7FFF-5153-2645-DD8BA021BEDC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17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61804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3F31921-B9FC-3DA2-B765-8A0BBA4C4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DBF47597-5171-166F-315A-BD02F0932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193738A-DFDC-3E1B-8EA4-1C5A472B367C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F169EBC2-5E7B-3555-E436-A4172F481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7F4CBB17-4D36-FE32-2C0C-11836061C7E3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AB79A041-70A5-4B0B-BBF7-7696516B3622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8A29C6B5-A687-2034-B604-03DB0845CB9F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D465CA50-DCD9-E6D1-DF50-26EDD12BCA4E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577A288C-1C2E-C07C-1C06-8422BC8B08F1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F8588DBA-4A30-EC6C-9035-85D6BA240FE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F2003900-3796-3F86-EB96-0E0E66E3B8D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B350E013-3D70-3E7F-C4B6-8517EC5CB7F3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C173C1D9-4CE9-93FC-FD61-9710D7383256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3D772C60-8A47-7764-F787-8B2B9E186C9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F4F462E7-CE58-683B-75EC-F8D7FAF42AC4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5B63D461-705B-0407-0394-EF8CF7C3C69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D5024502-93C6-2444-B0F5-CC3F5A4C43C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C410EC24-8FBF-330D-E681-616ADBCF2827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18</a:t>
            </a:fld>
            <a:endParaRPr lang="en-US" sz="2400" dirty="0"/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FBA93A78-E2A3-2B8A-54F0-862FD69A2B5D}"/>
              </a:ext>
            </a:extLst>
          </p:cNvPr>
          <p:cNvSpPr/>
          <p:nvPr/>
        </p:nvSpPr>
        <p:spPr>
          <a:xfrm>
            <a:off x="4505864" y="3248630"/>
            <a:ext cx="9796460" cy="4374019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3406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CDA979A-2232-B18F-94AD-CE522D420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A7B271B-5ABC-22CA-D17A-37FB9584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B6907253-5DFE-D856-0578-347D8EC8EC25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BAAC7754-86CA-3FFF-3BD1-1D68547A5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F2DCDF5B-E11A-7623-CE80-751974F6E981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4726FDD1-E140-7398-6DE0-FABEA317E5C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56E3F16A-16C7-EEAC-22BC-F6A786BB6770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2CAB03A1-094E-D0F2-240D-924E676976D8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DAB48B91-42CE-B23B-D329-E6CEAB4AB32A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AA38163E-472D-88F0-5AC0-909456E2C3FF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E776157F-3EFE-B90B-9B16-25C6CA7AC94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1970744D-84EB-1F9D-AE65-A4498CA8C995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CCD00C64-A0C9-C0D9-22C9-569C9AF08EF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77CCE5B6-F293-4F0A-A78D-2D2957C1E7F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EA5147E1-4B27-A80D-AD07-8BA0AC1C610F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D7F44DCD-7218-FCF2-EAF1-9F860830478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B8FDF732-E1E1-3DFA-DA38-E3EE41D46AF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FB2592BE-DC5F-84A8-CD14-1E93CBEC8EA8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19</a:t>
            </a:fld>
            <a:endParaRPr lang="en-US" sz="2400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23564E9A-48F7-A2BF-BDB9-894FE932ACB4}"/>
              </a:ext>
            </a:extLst>
          </p:cNvPr>
          <p:cNvGrpSpPr/>
          <p:nvPr/>
        </p:nvGrpSpPr>
        <p:grpSpPr>
          <a:xfrm>
            <a:off x="1418285" y="2853056"/>
            <a:ext cx="2109371" cy="6698440"/>
            <a:chOff x="1418285" y="2853056"/>
            <a:chExt cx="2109371" cy="6698440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CB7EBC46-835F-0297-30D3-0E98C64C6C35}"/>
                </a:ext>
              </a:extLst>
            </p:cNvPr>
            <p:cNvGrpSpPr/>
            <p:nvPr/>
          </p:nvGrpSpPr>
          <p:grpSpPr>
            <a:xfrm>
              <a:off x="1418285" y="2853056"/>
              <a:ext cx="2109371" cy="1008000"/>
              <a:chOff x="1656058" y="3294906"/>
              <a:chExt cx="2109371" cy="1008000"/>
            </a:xfrm>
          </p:grpSpPr>
          <p:sp>
            <p:nvSpPr>
              <p:cNvPr id="36" name="楕円 35">
                <a:extLst>
                  <a:ext uri="{FF2B5EF4-FFF2-40B4-BE49-F238E27FC236}">
                    <a16:creationId xmlns:a16="http://schemas.microsoft.com/office/drawing/2014/main" id="{6E348C05-9A1A-D122-EEAB-CFD55EE6D88D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1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37" name="直線コネクタ 36">
                <a:extLst>
                  <a:ext uri="{FF2B5EF4-FFF2-40B4-BE49-F238E27FC236}">
                    <a16:creationId xmlns:a16="http://schemas.microsoft.com/office/drawing/2014/main" id="{2CF08CEB-2BAA-6612-C602-A26369FE46A4}"/>
                  </a:ext>
                </a:extLst>
              </p:cNvPr>
              <p:cNvCxnSpPr>
                <a:cxnSpLocks/>
                <a:endCxn id="36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458AB4EF-9178-D10F-2B7E-AB53EFC60FC1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sp>
          <p:nvSpPr>
            <p:cNvPr id="5" name="矢印: 下 4">
              <a:extLst>
                <a:ext uri="{FF2B5EF4-FFF2-40B4-BE49-F238E27FC236}">
                  <a16:creationId xmlns:a16="http://schemas.microsoft.com/office/drawing/2014/main" id="{882C9F4E-2EAE-5AFA-4E98-427F2C9D9585}"/>
                </a:ext>
              </a:extLst>
            </p:cNvPr>
            <p:cNvSpPr/>
            <p:nvPr/>
          </p:nvSpPr>
          <p:spPr>
            <a:xfrm>
              <a:off x="2977323" y="3850839"/>
              <a:ext cx="92666" cy="875817"/>
            </a:xfrm>
            <a:prstGeom prst="downArrow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619C0457-BFA4-617F-B1B5-7BB08C4AEE88}"/>
                </a:ext>
              </a:extLst>
            </p:cNvPr>
            <p:cNvGrpSpPr/>
            <p:nvPr/>
          </p:nvGrpSpPr>
          <p:grpSpPr>
            <a:xfrm>
              <a:off x="1418285" y="4750923"/>
              <a:ext cx="2109371" cy="1008000"/>
              <a:chOff x="1656058" y="3294906"/>
              <a:chExt cx="2109371" cy="1008000"/>
            </a:xfrm>
          </p:grpSpPr>
          <p:sp>
            <p:nvSpPr>
              <p:cNvPr id="33" name="楕円 32">
                <a:extLst>
                  <a:ext uri="{FF2B5EF4-FFF2-40B4-BE49-F238E27FC236}">
                    <a16:creationId xmlns:a16="http://schemas.microsoft.com/office/drawing/2014/main" id="{814483B7-FC9A-09AE-F50F-576B0C8F9494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2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A560ABD3-2469-2242-0899-4B910D99EE21}"/>
                  </a:ext>
                </a:extLst>
              </p:cNvPr>
              <p:cNvCxnSpPr>
                <a:cxnSpLocks/>
                <a:endCxn id="33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E10A100C-A7EF-4A15-07CB-FD95148FC385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08CAE8D0-EC04-A256-96D0-EC12F4DE1F94}"/>
                </a:ext>
              </a:extLst>
            </p:cNvPr>
            <p:cNvGrpSpPr/>
            <p:nvPr/>
          </p:nvGrpSpPr>
          <p:grpSpPr>
            <a:xfrm>
              <a:off x="1418285" y="6648790"/>
              <a:ext cx="2109371" cy="1008000"/>
              <a:chOff x="1656058" y="3294906"/>
              <a:chExt cx="2109371" cy="1008000"/>
            </a:xfrm>
          </p:grpSpPr>
          <p:sp>
            <p:nvSpPr>
              <p:cNvPr id="30" name="楕円 29">
                <a:extLst>
                  <a:ext uri="{FF2B5EF4-FFF2-40B4-BE49-F238E27FC236}">
                    <a16:creationId xmlns:a16="http://schemas.microsoft.com/office/drawing/2014/main" id="{D57DB331-D7A3-4F3B-1225-AF1B51264791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3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31" name="直線コネクタ 30">
                <a:extLst>
                  <a:ext uri="{FF2B5EF4-FFF2-40B4-BE49-F238E27FC236}">
                    <a16:creationId xmlns:a16="http://schemas.microsoft.com/office/drawing/2014/main" id="{BC242994-3810-F8C3-F5A0-585E4A64B43E}"/>
                  </a:ext>
                </a:extLst>
              </p:cNvPr>
              <p:cNvCxnSpPr>
                <a:cxnSpLocks/>
                <a:endCxn id="30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C9D61664-2954-9D78-9C5E-BF923A0CE8FC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B3C7638F-6F35-F7EC-7F78-BAEAE0F27CF9}"/>
                </a:ext>
              </a:extLst>
            </p:cNvPr>
            <p:cNvGrpSpPr/>
            <p:nvPr/>
          </p:nvGrpSpPr>
          <p:grpSpPr>
            <a:xfrm>
              <a:off x="1418285" y="8543496"/>
              <a:ext cx="2109371" cy="1008000"/>
              <a:chOff x="1656058" y="3294906"/>
              <a:chExt cx="2109371" cy="1008000"/>
            </a:xfrm>
          </p:grpSpPr>
          <p:sp>
            <p:nvSpPr>
              <p:cNvPr id="27" name="楕円 26">
                <a:extLst>
                  <a:ext uri="{FF2B5EF4-FFF2-40B4-BE49-F238E27FC236}">
                    <a16:creationId xmlns:a16="http://schemas.microsoft.com/office/drawing/2014/main" id="{6ED34ABB-271D-19B8-B07C-9B8099631699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4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F02B6CEA-3828-54E2-4DEA-AC913B84DB1E}"/>
                  </a:ext>
                </a:extLst>
              </p:cNvPr>
              <p:cNvCxnSpPr>
                <a:cxnSpLocks/>
                <a:endCxn id="27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9EAF984D-8798-2A72-8CF7-6E0AC1D81912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sp>
          <p:nvSpPr>
            <p:cNvPr id="9" name="矢印: 下 8">
              <a:extLst>
                <a:ext uri="{FF2B5EF4-FFF2-40B4-BE49-F238E27FC236}">
                  <a16:creationId xmlns:a16="http://schemas.microsoft.com/office/drawing/2014/main" id="{74F26521-2F7F-1B87-CB57-1D58BFF65561}"/>
                </a:ext>
              </a:extLst>
            </p:cNvPr>
            <p:cNvSpPr/>
            <p:nvPr/>
          </p:nvSpPr>
          <p:spPr>
            <a:xfrm>
              <a:off x="2975459" y="5765948"/>
              <a:ext cx="92666" cy="875817"/>
            </a:xfrm>
            <a:prstGeom prst="downArrow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矢印: 下 25">
              <a:extLst>
                <a:ext uri="{FF2B5EF4-FFF2-40B4-BE49-F238E27FC236}">
                  <a16:creationId xmlns:a16="http://schemas.microsoft.com/office/drawing/2014/main" id="{9AE6FACA-FE53-AB50-3856-ED5455A3D375}"/>
                </a:ext>
              </a:extLst>
            </p:cNvPr>
            <p:cNvSpPr/>
            <p:nvPr/>
          </p:nvSpPr>
          <p:spPr>
            <a:xfrm>
              <a:off x="2975459" y="7663815"/>
              <a:ext cx="92666" cy="875817"/>
            </a:xfrm>
            <a:prstGeom prst="downArrow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00279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BAE509-1F5F-44D7-895B-AADA5EB0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寸法や色は場合に応じて調整しましょう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CA4200-D082-429B-A7B9-20EDE7036B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よく使う図形のパターン</a:t>
            </a: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600F27F-842D-4A09-9876-4F4D6FED49D4}"/>
              </a:ext>
            </a:extLst>
          </p:cNvPr>
          <p:cNvGrpSpPr/>
          <p:nvPr/>
        </p:nvGrpSpPr>
        <p:grpSpPr>
          <a:xfrm rot="3516666">
            <a:off x="1625500" y="4280081"/>
            <a:ext cx="1802963" cy="2351474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5" name="二等辺三角形 4">
              <a:extLst>
                <a:ext uri="{FF2B5EF4-FFF2-40B4-BE49-F238E27FC236}">
                  <a16:creationId xmlns:a16="http://schemas.microsoft.com/office/drawing/2014/main" id="{031DCB67-E3C0-40A6-82FC-F3A99614C50C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8F1F7A27-5455-4318-B9EB-F5DC2E371C80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A84CB4AB-8E74-474F-8F79-B603B9235B46}"/>
              </a:ext>
            </a:extLst>
          </p:cNvPr>
          <p:cNvGrpSpPr/>
          <p:nvPr/>
        </p:nvGrpSpPr>
        <p:grpSpPr>
          <a:xfrm>
            <a:off x="5644050" y="3680489"/>
            <a:ext cx="1277850" cy="3301794"/>
            <a:chOff x="4004187" y="2684206"/>
            <a:chExt cx="851900" cy="2201196"/>
          </a:xfrm>
          <a:solidFill>
            <a:srgbClr val="64A4A3"/>
          </a:solidFill>
        </p:grpSpPr>
        <p:sp>
          <p:nvSpPr>
            <p:cNvPr id="16" name="二等辺三角形 15">
              <a:extLst>
                <a:ext uri="{FF2B5EF4-FFF2-40B4-BE49-F238E27FC236}">
                  <a16:creationId xmlns:a16="http://schemas.microsoft.com/office/drawing/2014/main" id="{77F25128-43F7-4D7B-A506-7861040EA63C}"/>
                </a:ext>
              </a:extLst>
            </p:cNvPr>
            <p:cNvSpPr/>
            <p:nvPr/>
          </p:nvSpPr>
          <p:spPr>
            <a:xfrm>
              <a:off x="4004187" y="2684206"/>
              <a:ext cx="851900" cy="405581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17" name="二等辺三角形 16">
              <a:extLst>
                <a:ext uri="{FF2B5EF4-FFF2-40B4-BE49-F238E27FC236}">
                  <a16:creationId xmlns:a16="http://schemas.microsoft.com/office/drawing/2014/main" id="{425DA271-AEFA-45AB-AD52-737DB7EF67C8}"/>
                </a:ext>
              </a:extLst>
            </p:cNvPr>
            <p:cNvSpPr/>
            <p:nvPr/>
          </p:nvSpPr>
          <p:spPr>
            <a:xfrm rot="10800000">
              <a:off x="4172039" y="4653111"/>
              <a:ext cx="516194" cy="232291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18" name="台形 17">
              <a:extLst>
                <a:ext uri="{FF2B5EF4-FFF2-40B4-BE49-F238E27FC236}">
                  <a16:creationId xmlns:a16="http://schemas.microsoft.com/office/drawing/2014/main" id="{0BE03671-A77A-4398-9395-69D34E2C8634}"/>
                </a:ext>
              </a:extLst>
            </p:cNvPr>
            <p:cNvSpPr/>
            <p:nvPr/>
          </p:nvSpPr>
          <p:spPr>
            <a:xfrm rot="10800000">
              <a:off x="4274402" y="3082408"/>
              <a:ext cx="311469" cy="1570703"/>
            </a:xfrm>
            <a:prstGeom prst="trapezoid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53DA5DF4-9734-4A8B-B3F2-EB432821614A}"/>
              </a:ext>
            </a:extLst>
          </p:cNvPr>
          <p:cNvGrpSpPr/>
          <p:nvPr/>
        </p:nvGrpSpPr>
        <p:grpSpPr>
          <a:xfrm>
            <a:off x="7894115" y="4814048"/>
            <a:ext cx="3539613" cy="2168237"/>
            <a:chOff x="4837472" y="2490841"/>
            <a:chExt cx="2359742" cy="1445491"/>
          </a:xfrm>
          <a:solidFill>
            <a:srgbClr val="64A4A3"/>
          </a:solidFill>
        </p:grpSpPr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161AF5DB-A2D8-495C-B795-7003573DFCCF}"/>
                </a:ext>
              </a:extLst>
            </p:cNvPr>
            <p:cNvSpPr/>
            <p:nvPr/>
          </p:nvSpPr>
          <p:spPr>
            <a:xfrm>
              <a:off x="4837472" y="2490841"/>
              <a:ext cx="2359742" cy="938159"/>
            </a:xfrm>
            <a:prstGeom prst="roundRect">
              <a:avLst>
                <a:gd name="adj" fmla="val 10379"/>
              </a:avLst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22" name="二等辺三角形 21">
              <a:extLst>
                <a:ext uri="{FF2B5EF4-FFF2-40B4-BE49-F238E27FC236}">
                  <a16:creationId xmlns:a16="http://schemas.microsoft.com/office/drawing/2014/main" id="{C811F06F-2D36-4904-A2A9-7CD991856DA0}"/>
                </a:ext>
              </a:extLst>
            </p:cNvPr>
            <p:cNvSpPr/>
            <p:nvPr/>
          </p:nvSpPr>
          <p:spPr>
            <a:xfrm rot="11901755">
              <a:off x="4948538" y="3335420"/>
              <a:ext cx="213186" cy="600912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2B12945-4562-4CBA-BD30-EF9F8726FCD9}"/>
              </a:ext>
            </a:extLst>
          </p:cNvPr>
          <p:cNvGrpSpPr/>
          <p:nvPr/>
        </p:nvGrpSpPr>
        <p:grpSpPr>
          <a:xfrm>
            <a:off x="3950372" y="3529255"/>
            <a:ext cx="1260987" cy="3738716"/>
            <a:chOff x="7800489" y="2818451"/>
            <a:chExt cx="840658" cy="2492477"/>
          </a:xfrm>
          <a:solidFill>
            <a:srgbClr val="64A4A3"/>
          </a:solidFill>
        </p:grpSpPr>
        <p:sp>
          <p:nvSpPr>
            <p:cNvPr id="24" name="二等辺三角形 23">
              <a:extLst>
                <a:ext uri="{FF2B5EF4-FFF2-40B4-BE49-F238E27FC236}">
                  <a16:creationId xmlns:a16="http://schemas.microsoft.com/office/drawing/2014/main" id="{5972915F-3F25-4048-8F16-22D7D6656CAA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25" name="二等辺三角形 24">
              <a:extLst>
                <a:ext uri="{FF2B5EF4-FFF2-40B4-BE49-F238E27FC236}">
                  <a16:creationId xmlns:a16="http://schemas.microsoft.com/office/drawing/2014/main" id="{FC3592AF-4DD9-481B-AE7D-C444443CA44E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E692BBDB-6806-49B7-9241-7D2B547F185E}"/>
              </a:ext>
            </a:extLst>
          </p:cNvPr>
          <p:cNvCxnSpPr>
            <a:cxnSpLocks/>
          </p:cNvCxnSpPr>
          <p:nvPr/>
        </p:nvCxnSpPr>
        <p:spPr>
          <a:xfrm flipV="1">
            <a:off x="11199965" y="4025627"/>
            <a:ext cx="788670" cy="1187847"/>
          </a:xfrm>
          <a:prstGeom prst="line">
            <a:avLst/>
          </a:prstGeom>
          <a:ln>
            <a:solidFill>
              <a:srgbClr val="64A4A3"/>
            </a:solidFill>
            <a:headEnd type="oval" w="lg" len="lg"/>
          </a:ln>
          <a:effectLst>
            <a:glow rad="88900">
              <a:srgbClr val="FFFFFF">
                <a:alpha val="87000"/>
              </a:srgbClr>
            </a:glo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楕円 28">
            <a:extLst>
              <a:ext uri="{FF2B5EF4-FFF2-40B4-BE49-F238E27FC236}">
                <a16:creationId xmlns:a16="http://schemas.microsoft.com/office/drawing/2014/main" id="{602DA899-F613-4B35-A569-DACF6D76EEA5}"/>
              </a:ext>
            </a:extLst>
          </p:cNvPr>
          <p:cNvSpPr/>
          <p:nvPr/>
        </p:nvSpPr>
        <p:spPr>
          <a:xfrm>
            <a:off x="11746932" y="3180362"/>
            <a:ext cx="972000" cy="972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2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endParaRPr kumimoji="1" lang="ja-JP" altLang="en-US" sz="42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D97239CB-D2F7-464C-85F9-58EE17B7D302}"/>
              </a:ext>
            </a:extLst>
          </p:cNvPr>
          <p:cNvGrpSpPr/>
          <p:nvPr/>
        </p:nvGrpSpPr>
        <p:grpSpPr>
          <a:xfrm>
            <a:off x="1962177" y="6982284"/>
            <a:ext cx="1407456" cy="1260987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27" name="二等辺三角形 26">
              <a:extLst>
                <a:ext uri="{FF2B5EF4-FFF2-40B4-BE49-F238E27FC236}">
                  <a16:creationId xmlns:a16="http://schemas.microsoft.com/office/drawing/2014/main" id="{3B6F705D-F04B-4DBD-8C41-9BCBF909BE34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30" name="フリーフォーム: 図形 29">
              <a:extLst>
                <a:ext uri="{FF2B5EF4-FFF2-40B4-BE49-F238E27FC236}">
                  <a16:creationId xmlns:a16="http://schemas.microsoft.com/office/drawing/2014/main" id="{3076F6E7-0F39-40A8-B28D-938F6D40299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5183F042-B05B-8313-D916-4D435BA05131}"/>
              </a:ext>
            </a:extLst>
          </p:cNvPr>
          <p:cNvSpPr/>
          <p:nvPr/>
        </p:nvSpPr>
        <p:spPr>
          <a:xfrm>
            <a:off x="1884582" y="9529028"/>
            <a:ext cx="2070099" cy="303300"/>
          </a:xfrm>
          <a:custGeom>
            <a:avLst/>
            <a:gdLst>
              <a:gd name="connsiteX0" fmla="*/ 0 w 2070099"/>
              <a:gd name="connsiteY0" fmla="*/ 303300 h 303300"/>
              <a:gd name="connsiteX1" fmla="*/ 2070099 w 2070099"/>
              <a:gd name="connsiteY1" fmla="*/ 0 h 30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70099" h="303300" extrusionOk="0">
                <a:moveTo>
                  <a:pt x="0" y="303300"/>
                </a:moveTo>
                <a:cubicBezTo>
                  <a:pt x="665539" y="251203"/>
                  <a:pt x="1437177" y="72383"/>
                  <a:pt x="2070099" y="0"/>
                </a:cubicBezTo>
              </a:path>
            </a:pathLst>
          </a:custGeom>
          <a:noFill/>
          <a:ln cap="rnd">
            <a:solidFill>
              <a:srgbClr val="64A4A3"/>
            </a:solidFill>
            <a:round/>
            <a:headEnd type="none" w="med" len="med"/>
            <a:tailEnd type="arrow" w="lg" len="lg"/>
            <a:extLst>
              <a:ext uri="{C807C97D-BFC1-408E-A445-0C87EB9F89A2}">
                <ask:lineSketchStyleProps xmlns:ask="http://schemas.microsoft.com/office/drawing/2018/sketchyshapes" sd="697022472">
                  <a:custGeom>
                    <a:avLst/>
                    <a:gdLst>
                      <a:gd name="connsiteX0" fmla="*/ 0 w 2709333"/>
                      <a:gd name="connsiteY0" fmla="*/ 321732 h 321733"/>
                      <a:gd name="connsiteX1" fmla="*/ 1245419 w 2709333"/>
                      <a:gd name="connsiteY1" fmla="*/ 105712 h 321733"/>
                      <a:gd name="connsiteX2" fmla="*/ 2709333 w 2709333"/>
                      <a:gd name="connsiteY2" fmla="*/ 0 h 321733"/>
                      <a:gd name="connsiteX0" fmla="*/ 0 w 2709333"/>
                      <a:gd name="connsiteY0" fmla="*/ 321732 h 321732"/>
                      <a:gd name="connsiteX1" fmla="*/ 2709333 w 2709333"/>
                      <a:gd name="connsiteY1" fmla="*/ 0 h 3217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709333" h="321732" extrusionOk="0">
                        <a:moveTo>
                          <a:pt x="0" y="321732"/>
                        </a:moveTo>
                        <a:lnTo>
                          <a:pt x="2709333" y="0"/>
                        </a:ln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8" name="右大かっこ 7">
            <a:extLst>
              <a:ext uri="{FF2B5EF4-FFF2-40B4-BE49-F238E27FC236}">
                <a16:creationId xmlns:a16="http://schemas.microsoft.com/office/drawing/2014/main" id="{B56DB7F2-BBFC-B498-CF1C-E6E32288AFD5}"/>
              </a:ext>
            </a:extLst>
          </p:cNvPr>
          <p:cNvSpPr/>
          <p:nvPr/>
        </p:nvSpPr>
        <p:spPr>
          <a:xfrm>
            <a:off x="16312828" y="5143500"/>
            <a:ext cx="113813" cy="3216954"/>
          </a:xfrm>
          <a:custGeom>
            <a:avLst/>
            <a:gdLst>
              <a:gd name="connsiteX0" fmla="*/ 0 w 113813"/>
              <a:gd name="connsiteY0" fmla="*/ 0 h 3216954"/>
              <a:gd name="connsiteX1" fmla="*/ 113813 w 113813"/>
              <a:gd name="connsiteY1" fmla="*/ 9484 h 3216954"/>
              <a:gd name="connsiteX2" fmla="*/ 113813 w 113813"/>
              <a:gd name="connsiteY2" fmla="*/ 3207470 h 3216954"/>
              <a:gd name="connsiteX3" fmla="*/ 0 w 113813"/>
              <a:gd name="connsiteY3" fmla="*/ 3216954 h 3216954"/>
              <a:gd name="connsiteX4" fmla="*/ 0 w 113813"/>
              <a:gd name="connsiteY4" fmla="*/ 0 h 3216954"/>
              <a:gd name="connsiteX0" fmla="*/ 0 w 113813"/>
              <a:gd name="connsiteY0" fmla="*/ 0 h 3216954"/>
              <a:gd name="connsiteX1" fmla="*/ 113813 w 113813"/>
              <a:gd name="connsiteY1" fmla="*/ 9484 h 3216954"/>
              <a:gd name="connsiteX2" fmla="*/ 113813 w 113813"/>
              <a:gd name="connsiteY2" fmla="*/ 3207470 h 3216954"/>
              <a:gd name="connsiteX3" fmla="*/ 0 w 113813"/>
              <a:gd name="connsiteY3" fmla="*/ 3216954 h 3216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813" h="3216954" stroke="0" extrusionOk="0">
                <a:moveTo>
                  <a:pt x="0" y="0"/>
                </a:moveTo>
                <a:cubicBezTo>
                  <a:pt x="62916" y="47"/>
                  <a:pt x="113694" y="4668"/>
                  <a:pt x="113813" y="9484"/>
                </a:cubicBezTo>
                <a:cubicBezTo>
                  <a:pt x="73971" y="492516"/>
                  <a:pt x="155502" y="2426519"/>
                  <a:pt x="113813" y="3207470"/>
                </a:cubicBezTo>
                <a:cubicBezTo>
                  <a:pt x="109639" y="3210082"/>
                  <a:pt x="61642" y="3216009"/>
                  <a:pt x="0" y="3216954"/>
                </a:cubicBezTo>
                <a:cubicBezTo>
                  <a:pt x="132240" y="1817127"/>
                  <a:pt x="-92512" y="858553"/>
                  <a:pt x="0" y="0"/>
                </a:cubicBezTo>
                <a:close/>
              </a:path>
              <a:path w="113813" h="3216954" fill="none" extrusionOk="0">
                <a:moveTo>
                  <a:pt x="0" y="0"/>
                </a:moveTo>
                <a:cubicBezTo>
                  <a:pt x="63532" y="114"/>
                  <a:pt x="114293" y="4747"/>
                  <a:pt x="113813" y="9484"/>
                </a:cubicBezTo>
                <a:cubicBezTo>
                  <a:pt x="13846" y="1049752"/>
                  <a:pt x="21762" y="1612197"/>
                  <a:pt x="113813" y="3207470"/>
                </a:cubicBezTo>
                <a:cubicBezTo>
                  <a:pt x="112898" y="3213012"/>
                  <a:pt x="68013" y="3217462"/>
                  <a:pt x="0" y="3216954"/>
                </a:cubicBezTo>
              </a:path>
              <a:path w="113813" h="3216954" fill="none" stroke="0" extrusionOk="0">
                <a:moveTo>
                  <a:pt x="0" y="0"/>
                </a:moveTo>
                <a:cubicBezTo>
                  <a:pt x="63573" y="-666"/>
                  <a:pt x="114514" y="4859"/>
                  <a:pt x="113813" y="9484"/>
                </a:cubicBezTo>
                <a:cubicBezTo>
                  <a:pt x="271694" y="1262670"/>
                  <a:pt x="182013" y="2163840"/>
                  <a:pt x="113813" y="3207470"/>
                </a:cubicBezTo>
                <a:cubicBezTo>
                  <a:pt x="118347" y="3212067"/>
                  <a:pt x="63843" y="3215482"/>
                  <a:pt x="0" y="3216954"/>
                </a:cubicBezTo>
              </a:path>
            </a:pathLst>
          </a:custGeom>
          <a:ln w="19050"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43512134">
                  <a:prstGeom prst="rightBracke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79F5105-2867-CCBC-D635-B09EBEC74DE8}"/>
              </a:ext>
            </a:extLst>
          </p:cNvPr>
          <p:cNvSpPr txBox="1"/>
          <p:nvPr/>
        </p:nvSpPr>
        <p:spPr>
          <a:xfrm>
            <a:off x="12920096" y="5980866"/>
            <a:ext cx="2574021" cy="507831"/>
          </a:xfrm>
          <a:prstGeom prst="rect">
            <a:avLst/>
          </a:prstGeom>
          <a:solidFill>
            <a:srgbClr val="46877B"/>
          </a:solidFill>
        </p:spPr>
        <p:txBody>
          <a:bodyPr wrap="square">
            <a:spAutoFit/>
          </a:bodyPr>
          <a:lstStyle/>
          <a:p>
            <a:r>
              <a:rPr lang="en-US" altLang="ja-JP" sz="27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sz="27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何かの見出し</a:t>
            </a:r>
          </a:p>
        </p:txBody>
      </p:sp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EFD584C9-55DF-601C-DC7A-86517FFDB48C}"/>
              </a:ext>
            </a:extLst>
          </p:cNvPr>
          <p:cNvSpPr/>
          <p:nvPr/>
        </p:nvSpPr>
        <p:spPr>
          <a:xfrm rot="2149832">
            <a:off x="1849420" y="8034742"/>
            <a:ext cx="1674323" cy="1872653"/>
          </a:xfrm>
          <a:custGeom>
            <a:avLst/>
            <a:gdLst>
              <a:gd name="connsiteX0" fmla="*/ 0 w 6381750"/>
              <a:gd name="connsiteY0" fmla="*/ 87460 h 350919"/>
              <a:gd name="connsiteX1" fmla="*/ 508000 w 6381750"/>
              <a:gd name="connsiteY1" fmla="*/ 258910 h 350919"/>
              <a:gd name="connsiteX2" fmla="*/ 908050 w 6381750"/>
              <a:gd name="connsiteY2" fmla="*/ 125560 h 350919"/>
              <a:gd name="connsiteX3" fmla="*/ 1314450 w 6381750"/>
              <a:gd name="connsiteY3" fmla="*/ 252560 h 350919"/>
              <a:gd name="connsiteX4" fmla="*/ 2032000 w 6381750"/>
              <a:gd name="connsiteY4" fmla="*/ 4910 h 350919"/>
              <a:gd name="connsiteX5" fmla="*/ 2635250 w 6381750"/>
              <a:gd name="connsiteY5" fmla="*/ 100160 h 350919"/>
              <a:gd name="connsiteX6" fmla="*/ 3943350 w 6381750"/>
              <a:gd name="connsiteY6" fmla="*/ 252560 h 350919"/>
              <a:gd name="connsiteX7" fmla="*/ 4648200 w 6381750"/>
              <a:gd name="connsiteY7" fmla="*/ 347810 h 350919"/>
              <a:gd name="connsiteX8" fmla="*/ 5308600 w 6381750"/>
              <a:gd name="connsiteY8" fmla="*/ 138260 h 350919"/>
              <a:gd name="connsiteX9" fmla="*/ 6381750 w 6381750"/>
              <a:gd name="connsiteY9" fmla="*/ 87460 h 350919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84727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908050 w 6381750"/>
              <a:gd name="connsiteY1" fmla="*/ 122827 h 347987"/>
              <a:gd name="connsiteX2" fmla="*/ 1314450 w 6381750"/>
              <a:gd name="connsiteY2" fmla="*/ 249827 h 347987"/>
              <a:gd name="connsiteX3" fmla="*/ 2032000 w 6381750"/>
              <a:gd name="connsiteY3" fmla="*/ 2177 h 347987"/>
              <a:gd name="connsiteX4" fmla="*/ 2876550 w 6381750"/>
              <a:gd name="connsiteY4" fmla="*/ 135527 h 347987"/>
              <a:gd name="connsiteX5" fmla="*/ 3943350 w 6381750"/>
              <a:gd name="connsiteY5" fmla="*/ 249827 h 347987"/>
              <a:gd name="connsiteX6" fmla="*/ 4648200 w 6381750"/>
              <a:gd name="connsiteY6" fmla="*/ 345077 h 347987"/>
              <a:gd name="connsiteX7" fmla="*/ 5308600 w 6381750"/>
              <a:gd name="connsiteY7" fmla="*/ 135527 h 347987"/>
              <a:gd name="connsiteX8" fmla="*/ 6381750 w 6381750"/>
              <a:gd name="connsiteY8" fmla="*/ 143994 h 347987"/>
              <a:gd name="connsiteX0" fmla="*/ 0 w 6381750"/>
              <a:gd name="connsiteY0" fmla="*/ 84727 h 347987"/>
              <a:gd name="connsiteX1" fmla="*/ 1314450 w 6381750"/>
              <a:gd name="connsiteY1" fmla="*/ 249827 h 347987"/>
              <a:gd name="connsiteX2" fmla="*/ 2032000 w 6381750"/>
              <a:gd name="connsiteY2" fmla="*/ 2177 h 347987"/>
              <a:gd name="connsiteX3" fmla="*/ 2876550 w 6381750"/>
              <a:gd name="connsiteY3" fmla="*/ 135527 h 347987"/>
              <a:gd name="connsiteX4" fmla="*/ 3943350 w 6381750"/>
              <a:gd name="connsiteY4" fmla="*/ 249827 h 347987"/>
              <a:gd name="connsiteX5" fmla="*/ 4648200 w 6381750"/>
              <a:gd name="connsiteY5" fmla="*/ 345077 h 347987"/>
              <a:gd name="connsiteX6" fmla="*/ 5308600 w 6381750"/>
              <a:gd name="connsiteY6" fmla="*/ 135527 h 347987"/>
              <a:gd name="connsiteX7" fmla="*/ 6381750 w 6381750"/>
              <a:gd name="connsiteY7" fmla="*/ 143994 h 347987"/>
              <a:gd name="connsiteX0" fmla="*/ 0 w 6381750"/>
              <a:gd name="connsiteY0" fmla="*/ 83224 h 346484"/>
              <a:gd name="connsiteX1" fmla="*/ 2032000 w 6381750"/>
              <a:gd name="connsiteY1" fmla="*/ 674 h 346484"/>
              <a:gd name="connsiteX2" fmla="*/ 2876550 w 6381750"/>
              <a:gd name="connsiteY2" fmla="*/ 134024 h 346484"/>
              <a:gd name="connsiteX3" fmla="*/ 3943350 w 6381750"/>
              <a:gd name="connsiteY3" fmla="*/ 248324 h 346484"/>
              <a:gd name="connsiteX4" fmla="*/ 4648200 w 6381750"/>
              <a:gd name="connsiteY4" fmla="*/ 343574 h 346484"/>
              <a:gd name="connsiteX5" fmla="*/ 5308600 w 6381750"/>
              <a:gd name="connsiteY5" fmla="*/ 134024 h 346484"/>
              <a:gd name="connsiteX6" fmla="*/ 6381750 w 6381750"/>
              <a:gd name="connsiteY6" fmla="*/ 142491 h 346484"/>
              <a:gd name="connsiteX0" fmla="*/ 0 w 6381750"/>
              <a:gd name="connsiteY0" fmla="*/ 0 h 263260"/>
              <a:gd name="connsiteX1" fmla="*/ 2876550 w 6381750"/>
              <a:gd name="connsiteY1" fmla="*/ 50800 h 263260"/>
              <a:gd name="connsiteX2" fmla="*/ 3943350 w 6381750"/>
              <a:gd name="connsiteY2" fmla="*/ 165100 h 263260"/>
              <a:gd name="connsiteX3" fmla="*/ 4648200 w 6381750"/>
              <a:gd name="connsiteY3" fmla="*/ 260350 h 263260"/>
              <a:gd name="connsiteX4" fmla="*/ 5308600 w 6381750"/>
              <a:gd name="connsiteY4" fmla="*/ 50800 h 263260"/>
              <a:gd name="connsiteX5" fmla="*/ 6381750 w 6381750"/>
              <a:gd name="connsiteY5" fmla="*/ 59267 h 263260"/>
              <a:gd name="connsiteX0" fmla="*/ 0 w 6381750"/>
              <a:gd name="connsiteY0" fmla="*/ 0 h 263260"/>
              <a:gd name="connsiteX1" fmla="*/ 3943350 w 6381750"/>
              <a:gd name="connsiteY1" fmla="*/ 165100 h 263260"/>
              <a:gd name="connsiteX2" fmla="*/ 4648200 w 6381750"/>
              <a:gd name="connsiteY2" fmla="*/ 260350 h 263260"/>
              <a:gd name="connsiteX3" fmla="*/ 5308600 w 6381750"/>
              <a:gd name="connsiteY3" fmla="*/ 50800 h 263260"/>
              <a:gd name="connsiteX4" fmla="*/ 6381750 w 6381750"/>
              <a:gd name="connsiteY4" fmla="*/ 59267 h 263260"/>
              <a:gd name="connsiteX0" fmla="*/ 0 w 6381750"/>
              <a:gd name="connsiteY0" fmla="*/ 0 h 260350"/>
              <a:gd name="connsiteX1" fmla="*/ 4648200 w 6381750"/>
              <a:gd name="connsiteY1" fmla="*/ 260350 h 260350"/>
              <a:gd name="connsiteX2" fmla="*/ 5308600 w 6381750"/>
              <a:gd name="connsiteY2" fmla="*/ 50800 h 260350"/>
              <a:gd name="connsiteX3" fmla="*/ 6381750 w 6381750"/>
              <a:gd name="connsiteY3" fmla="*/ 59267 h 260350"/>
              <a:gd name="connsiteX0" fmla="*/ 0 w 6381750"/>
              <a:gd name="connsiteY0" fmla="*/ 0 h 59267"/>
              <a:gd name="connsiteX1" fmla="*/ 5308600 w 6381750"/>
              <a:gd name="connsiteY1" fmla="*/ 50800 h 59267"/>
              <a:gd name="connsiteX2" fmla="*/ 6381750 w 6381750"/>
              <a:gd name="connsiteY2" fmla="*/ 59267 h 59267"/>
              <a:gd name="connsiteX0" fmla="*/ 0 w 6381750"/>
              <a:gd name="connsiteY0" fmla="*/ 0 h 1124584"/>
              <a:gd name="connsiteX1" fmla="*/ 4528057 w 6381750"/>
              <a:gd name="connsiteY1" fmla="*/ 1124584 h 1124584"/>
              <a:gd name="connsiteX2" fmla="*/ 6381750 w 6381750"/>
              <a:gd name="connsiteY2" fmla="*/ 59267 h 1124584"/>
              <a:gd name="connsiteX0" fmla="*/ 0 w 3161177"/>
              <a:gd name="connsiteY0" fmla="*/ 2112889 h 2112889"/>
              <a:gd name="connsiteX1" fmla="*/ 1307484 w 3161177"/>
              <a:gd name="connsiteY1" fmla="*/ 1067394 h 2112889"/>
              <a:gd name="connsiteX2" fmla="*/ 3161177 w 3161177"/>
              <a:gd name="connsiteY2" fmla="*/ 2077 h 2112889"/>
              <a:gd name="connsiteX0" fmla="*/ 0 w 3161177"/>
              <a:gd name="connsiteY0" fmla="*/ 2110812 h 2110812"/>
              <a:gd name="connsiteX1" fmla="*/ 3161177 w 3161177"/>
              <a:gd name="connsiteY1" fmla="*/ 0 h 2110812"/>
              <a:gd name="connsiteX0" fmla="*/ 0 w 1482258"/>
              <a:gd name="connsiteY0" fmla="*/ 903680 h 903680"/>
              <a:gd name="connsiteX1" fmla="*/ 1482258 w 1482258"/>
              <a:gd name="connsiteY1" fmla="*/ 0 h 90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82258" h="903680">
                <a:moveTo>
                  <a:pt x="0" y="903680"/>
                </a:moveTo>
                <a:lnTo>
                  <a:pt x="1482258" y="0"/>
                </a:lnTo>
              </a:path>
            </a:pathLst>
          </a:custGeom>
          <a:noFill/>
          <a:ln w="57150">
            <a:solidFill>
              <a:schemeClr val="accent2"/>
            </a:solidFill>
            <a:tailEnd type="triangle"/>
          </a:ln>
          <a:effectLst>
            <a:glow rad="635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44" name="矢印: 右 43">
            <a:extLst>
              <a:ext uri="{FF2B5EF4-FFF2-40B4-BE49-F238E27FC236}">
                <a16:creationId xmlns:a16="http://schemas.microsoft.com/office/drawing/2014/main" id="{0A2734DE-E047-CC2D-F3E2-E701DEBB69AE}"/>
              </a:ext>
            </a:extLst>
          </p:cNvPr>
          <p:cNvSpPr/>
          <p:nvPr/>
        </p:nvSpPr>
        <p:spPr>
          <a:xfrm>
            <a:off x="5586608" y="7965593"/>
            <a:ext cx="2696796" cy="1689941"/>
          </a:xfrm>
          <a:custGeom>
            <a:avLst/>
            <a:gdLst>
              <a:gd name="connsiteX0" fmla="*/ 0 w 2696796"/>
              <a:gd name="connsiteY0" fmla="*/ 422485 h 1689941"/>
              <a:gd name="connsiteX1" fmla="*/ 1851826 w 2696796"/>
              <a:gd name="connsiteY1" fmla="*/ 422485 h 1689941"/>
              <a:gd name="connsiteX2" fmla="*/ 1851826 w 2696796"/>
              <a:gd name="connsiteY2" fmla="*/ 0 h 1689941"/>
              <a:gd name="connsiteX3" fmla="*/ 2696796 w 2696796"/>
              <a:gd name="connsiteY3" fmla="*/ 844971 h 1689941"/>
              <a:gd name="connsiteX4" fmla="*/ 1851826 w 2696796"/>
              <a:gd name="connsiteY4" fmla="*/ 1689941 h 1689941"/>
              <a:gd name="connsiteX5" fmla="*/ 1851826 w 2696796"/>
              <a:gd name="connsiteY5" fmla="*/ 1267456 h 1689941"/>
              <a:gd name="connsiteX6" fmla="*/ 0 w 2696796"/>
              <a:gd name="connsiteY6" fmla="*/ 1267456 h 1689941"/>
              <a:gd name="connsiteX7" fmla="*/ 0 w 2696796"/>
              <a:gd name="connsiteY7" fmla="*/ 422485 h 1689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6796" h="1689941" fill="none" extrusionOk="0">
                <a:moveTo>
                  <a:pt x="0" y="422485"/>
                </a:moveTo>
                <a:cubicBezTo>
                  <a:pt x="750059" y="538289"/>
                  <a:pt x="1374274" y="509958"/>
                  <a:pt x="1851826" y="422485"/>
                </a:cubicBezTo>
                <a:cubicBezTo>
                  <a:pt x="1837742" y="317939"/>
                  <a:pt x="1819521" y="86815"/>
                  <a:pt x="1851826" y="0"/>
                </a:cubicBezTo>
                <a:cubicBezTo>
                  <a:pt x="2055125" y="337359"/>
                  <a:pt x="2355223" y="517283"/>
                  <a:pt x="2696796" y="844971"/>
                </a:cubicBezTo>
                <a:cubicBezTo>
                  <a:pt x="2529130" y="935746"/>
                  <a:pt x="1941185" y="1523172"/>
                  <a:pt x="1851826" y="1689941"/>
                </a:cubicBezTo>
                <a:cubicBezTo>
                  <a:pt x="1860372" y="1627371"/>
                  <a:pt x="1879261" y="1353147"/>
                  <a:pt x="1851826" y="1267456"/>
                </a:cubicBezTo>
                <a:cubicBezTo>
                  <a:pt x="933186" y="1162485"/>
                  <a:pt x="808602" y="1165236"/>
                  <a:pt x="0" y="1267456"/>
                </a:cubicBezTo>
                <a:cubicBezTo>
                  <a:pt x="31610" y="880851"/>
                  <a:pt x="-14985" y="712018"/>
                  <a:pt x="0" y="422485"/>
                </a:cubicBezTo>
                <a:close/>
              </a:path>
              <a:path w="2696796" h="1689941" stroke="0" extrusionOk="0">
                <a:moveTo>
                  <a:pt x="0" y="422485"/>
                </a:moveTo>
                <a:cubicBezTo>
                  <a:pt x="813686" y="377686"/>
                  <a:pt x="1468457" y="388744"/>
                  <a:pt x="1851826" y="422485"/>
                </a:cubicBezTo>
                <a:cubicBezTo>
                  <a:pt x="1875898" y="270205"/>
                  <a:pt x="1879465" y="54995"/>
                  <a:pt x="1851826" y="0"/>
                </a:cubicBezTo>
                <a:cubicBezTo>
                  <a:pt x="2253481" y="267547"/>
                  <a:pt x="2577189" y="613101"/>
                  <a:pt x="2696796" y="844971"/>
                </a:cubicBezTo>
                <a:cubicBezTo>
                  <a:pt x="2387423" y="1230962"/>
                  <a:pt x="2048119" y="1445984"/>
                  <a:pt x="1851826" y="1689941"/>
                </a:cubicBezTo>
                <a:cubicBezTo>
                  <a:pt x="1878023" y="1627206"/>
                  <a:pt x="1880690" y="1324605"/>
                  <a:pt x="1851826" y="1267456"/>
                </a:cubicBezTo>
                <a:cubicBezTo>
                  <a:pt x="1381968" y="1101894"/>
                  <a:pt x="725925" y="1125102"/>
                  <a:pt x="0" y="1267456"/>
                </a:cubicBezTo>
                <a:cubicBezTo>
                  <a:pt x="-29062" y="886853"/>
                  <a:pt x="-43012" y="569395"/>
                  <a:pt x="0" y="422485"/>
                </a:cubicBezTo>
                <a:close/>
              </a:path>
            </a:pathLst>
          </a:cu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3864781296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46" name="フリーフォーム: 図形 45">
            <a:extLst>
              <a:ext uri="{FF2B5EF4-FFF2-40B4-BE49-F238E27FC236}">
                <a16:creationId xmlns:a16="http://schemas.microsoft.com/office/drawing/2014/main" id="{6C0FD5AB-5B5F-7AA0-6FBC-206214218608}"/>
              </a:ext>
            </a:extLst>
          </p:cNvPr>
          <p:cNvSpPr/>
          <p:nvPr/>
        </p:nvSpPr>
        <p:spPr>
          <a:xfrm>
            <a:off x="793952" y="4466906"/>
            <a:ext cx="3686175" cy="830102"/>
          </a:xfrm>
          <a:custGeom>
            <a:avLst/>
            <a:gdLst>
              <a:gd name="connsiteX0" fmla="*/ 0 w 2457450"/>
              <a:gd name="connsiteY0" fmla="*/ 553401 h 553401"/>
              <a:gd name="connsiteX1" fmla="*/ 1066800 w 2457450"/>
              <a:gd name="connsiteY1" fmla="*/ 48576 h 553401"/>
              <a:gd name="connsiteX2" fmla="*/ 2457450 w 2457450"/>
              <a:gd name="connsiteY2" fmla="*/ 48576 h 55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57450" h="553401">
                <a:moveTo>
                  <a:pt x="0" y="553401"/>
                </a:moveTo>
                <a:cubicBezTo>
                  <a:pt x="328612" y="343057"/>
                  <a:pt x="657225" y="132713"/>
                  <a:pt x="1066800" y="48576"/>
                </a:cubicBezTo>
                <a:cubicBezTo>
                  <a:pt x="1476375" y="-35561"/>
                  <a:pt x="1966912" y="6507"/>
                  <a:pt x="2457450" y="48576"/>
                </a:cubicBezTo>
              </a:path>
            </a:pathLst>
          </a:custGeom>
          <a:solidFill>
            <a:srgbClr val="64A4A3"/>
          </a:solidFill>
          <a:ln w="38100">
            <a:solidFill>
              <a:srgbClr val="64A4A3"/>
            </a:solidFill>
            <a:headEnd type="none" w="med" len="med"/>
            <a:tailEnd type="triangle" w="med" len="med"/>
          </a:ln>
          <a:effectLst>
            <a:glow rad="152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9366D17-C6F6-2F7E-0C8E-D7CA4265F094}"/>
              </a:ext>
            </a:extLst>
          </p:cNvPr>
          <p:cNvGrpSpPr/>
          <p:nvPr/>
        </p:nvGrpSpPr>
        <p:grpSpPr>
          <a:xfrm>
            <a:off x="11620311" y="7721874"/>
            <a:ext cx="1299785" cy="1384718"/>
            <a:chOff x="5897144" y="3284788"/>
            <a:chExt cx="866523" cy="923145"/>
          </a:xfrm>
          <a:solidFill>
            <a:srgbClr val="64A4A3"/>
          </a:solidFill>
        </p:grpSpPr>
        <p:sp>
          <p:nvSpPr>
            <p:cNvPr id="47" name="フリーフォーム: 図形 46">
              <a:extLst>
                <a:ext uri="{FF2B5EF4-FFF2-40B4-BE49-F238E27FC236}">
                  <a16:creationId xmlns:a16="http://schemas.microsoft.com/office/drawing/2014/main" id="{128A1380-4083-A4AF-A9AF-53345AAABDF1}"/>
                </a:ext>
              </a:extLst>
            </p:cNvPr>
            <p:cNvSpPr/>
            <p:nvPr/>
          </p:nvSpPr>
          <p:spPr>
            <a:xfrm>
              <a:off x="5897698" y="3332166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48" name="フリーフォーム: 図形 47">
              <a:extLst>
                <a:ext uri="{FF2B5EF4-FFF2-40B4-BE49-F238E27FC236}">
                  <a16:creationId xmlns:a16="http://schemas.microsoft.com/office/drawing/2014/main" id="{0F60FF85-8B94-7CA7-28BD-EE9A8905975E}"/>
                </a:ext>
              </a:extLst>
            </p:cNvPr>
            <p:cNvSpPr/>
            <p:nvPr/>
          </p:nvSpPr>
          <p:spPr>
            <a:xfrm rot="4964407">
              <a:off x="5961743" y="3402000"/>
              <a:ext cx="777334" cy="542909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C44C3672-6F4A-8A28-B2E1-FDAAD4B9653C}"/>
                </a:ext>
              </a:extLst>
            </p:cNvPr>
            <p:cNvSpPr/>
            <p:nvPr/>
          </p:nvSpPr>
          <p:spPr>
            <a:xfrm rot="8884375">
              <a:off x="5897144" y="3395723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50" name="フリーフォーム: 図形 49">
              <a:extLst>
                <a:ext uri="{FF2B5EF4-FFF2-40B4-BE49-F238E27FC236}">
                  <a16:creationId xmlns:a16="http://schemas.microsoft.com/office/drawing/2014/main" id="{21E955EA-67B5-7ECC-CB8F-3C3E4686AE8A}"/>
                </a:ext>
              </a:extLst>
            </p:cNvPr>
            <p:cNvSpPr/>
            <p:nvPr/>
          </p:nvSpPr>
          <p:spPr>
            <a:xfrm rot="12451915">
              <a:off x="5920913" y="3415024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51" name="フリーフォーム: 図形 50">
              <a:extLst>
                <a:ext uri="{FF2B5EF4-FFF2-40B4-BE49-F238E27FC236}">
                  <a16:creationId xmlns:a16="http://schemas.microsoft.com/office/drawing/2014/main" id="{BDF494D2-1DAE-AEB3-A146-38DB5558CB4C}"/>
                </a:ext>
              </a:extLst>
            </p:cNvPr>
            <p:cNvSpPr/>
            <p:nvPr/>
          </p:nvSpPr>
          <p:spPr>
            <a:xfrm rot="15479593">
              <a:off x="5960037" y="3712865"/>
              <a:ext cx="777334" cy="212802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</p:spTree>
    <p:extLst>
      <p:ext uri="{BB962C8B-B14F-4D97-AF65-F5344CB8AC3E}">
        <p14:creationId xmlns:p14="http://schemas.microsoft.com/office/powerpoint/2010/main" val="17990791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62966E-E008-9DDC-DD95-31FEDECDAB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良く使う図形パターン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A0811D00-B639-7D58-D363-8290AD29E62C}"/>
              </a:ext>
            </a:extLst>
          </p:cNvPr>
          <p:cNvSpPr/>
          <p:nvPr/>
        </p:nvSpPr>
        <p:spPr>
          <a:xfrm>
            <a:off x="4184884" y="2022403"/>
            <a:ext cx="3348000" cy="3348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38476517">
                  <a:custGeom>
                    <a:avLst/>
                    <a:gdLst>
                      <a:gd name="connsiteX0" fmla="*/ 0 w 2396691"/>
                      <a:gd name="connsiteY0" fmla="*/ 1176574 h 2353148"/>
                      <a:gd name="connsiteX1" fmla="*/ 1198346 w 2396691"/>
                      <a:gd name="connsiteY1" fmla="*/ 0 h 2353148"/>
                      <a:gd name="connsiteX2" fmla="*/ 2396692 w 2396691"/>
                      <a:gd name="connsiteY2" fmla="*/ 1176574 h 2353148"/>
                      <a:gd name="connsiteX3" fmla="*/ 1198346 w 2396691"/>
                      <a:gd name="connsiteY3" fmla="*/ 2353148 h 2353148"/>
                      <a:gd name="connsiteX4" fmla="*/ 0 w 2396691"/>
                      <a:gd name="connsiteY4" fmla="*/ 1176574 h 23531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96691" h="2353148" fill="none" extrusionOk="0">
                        <a:moveTo>
                          <a:pt x="0" y="1176574"/>
                        </a:moveTo>
                        <a:cubicBezTo>
                          <a:pt x="17053" y="544093"/>
                          <a:pt x="596455" y="78735"/>
                          <a:pt x="1198346" y="0"/>
                        </a:cubicBezTo>
                        <a:cubicBezTo>
                          <a:pt x="1834464" y="-42937"/>
                          <a:pt x="2341220" y="491711"/>
                          <a:pt x="2396692" y="1176574"/>
                        </a:cubicBezTo>
                        <a:cubicBezTo>
                          <a:pt x="2434753" y="1879535"/>
                          <a:pt x="1880410" y="2333741"/>
                          <a:pt x="1198346" y="2353148"/>
                        </a:cubicBezTo>
                        <a:cubicBezTo>
                          <a:pt x="503664" y="2298627"/>
                          <a:pt x="14412" y="1848257"/>
                          <a:pt x="0" y="1176574"/>
                        </a:cubicBezTo>
                        <a:close/>
                      </a:path>
                      <a:path w="2396691" h="2353148" stroke="0" extrusionOk="0">
                        <a:moveTo>
                          <a:pt x="0" y="1176574"/>
                        </a:moveTo>
                        <a:cubicBezTo>
                          <a:pt x="22017" y="512503"/>
                          <a:pt x="554245" y="-126587"/>
                          <a:pt x="1198346" y="0"/>
                        </a:cubicBezTo>
                        <a:cubicBezTo>
                          <a:pt x="1782464" y="-71399"/>
                          <a:pt x="2410063" y="501058"/>
                          <a:pt x="2396692" y="1176574"/>
                        </a:cubicBezTo>
                        <a:cubicBezTo>
                          <a:pt x="2422326" y="1889440"/>
                          <a:pt x="1843165" y="2478575"/>
                          <a:pt x="1198346" y="2353148"/>
                        </a:cubicBezTo>
                        <a:cubicBezTo>
                          <a:pt x="488789" y="2321300"/>
                          <a:pt x="-48884" y="1872731"/>
                          <a:pt x="0" y="117657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EE3C2FA-C4E2-9188-98AB-D6750654E01E}"/>
              </a:ext>
            </a:extLst>
          </p:cNvPr>
          <p:cNvSpPr txBox="1"/>
          <p:nvPr/>
        </p:nvSpPr>
        <p:spPr>
          <a:xfrm>
            <a:off x="4133428" y="2845245"/>
            <a:ext cx="359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ひとつめ</a:t>
            </a:r>
            <a:endParaRPr kumimoji="1" lang="ja-JP" altLang="en-US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F600B182-1E03-FE3F-38CF-BE77E0F38AC6}"/>
              </a:ext>
            </a:extLst>
          </p:cNvPr>
          <p:cNvSpPr/>
          <p:nvPr/>
        </p:nvSpPr>
        <p:spPr>
          <a:xfrm>
            <a:off x="2147695" y="5427553"/>
            <a:ext cx="3348000" cy="3348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38476517">
                  <a:custGeom>
                    <a:avLst/>
                    <a:gdLst>
                      <a:gd name="connsiteX0" fmla="*/ 0 w 2396691"/>
                      <a:gd name="connsiteY0" fmla="*/ 1176574 h 2353148"/>
                      <a:gd name="connsiteX1" fmla="*/ 1198346 w 2396691"/>
                      <a:gd name="connsiteY1" fmla="*/ 0 h 2353148"/>
                      <a:gd name="connsiteX2" fmla="*/ 2396692 w 2396691"/>
                      <a:gd name="connsiteY2" fmla="*/ 1176574 h 2353148"/>
                      <a:gd name="connsiteX3" fmla="*/ 1198346 w 2396691"/>
                      <a:gd name="connsiteY3" fmla="*/ 2353148 h 2353148"/>
                      <a:gd name="connsiteX4" fmla="*/ 0 w 2396691"/>
                      <a:gd name="connsiteY4" fmla="*/ 1176574 h 23531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96691" h="2353148" fill="none" extrusionOk="0">
                        <a:moveTo>
                          <a:pt x="0" y="1176574"/>
                        </a:moveTo>
                        <a:cubicBezTo>
                          <a:pt x="17053" y="544093"/>
                          <a:pt x="596455" y="78735"/>
                          <a:pt x="1198346" y="0"/>
                        </a:cubicBezTo>
                        <a:cubicBezTo>
                          <a:pt x="1834464" y="-42937"/>
                          <a:pt x="2341220" y="491711"/>
                          <a:pt x="2396692" y="1176574"/>
                        </a:cubicBezTo>
                        <a:cubicBezTo>
                          <a:pt x="2434753" y="1879535"/>
                          <a:pt x="1880410" y="2333741"/>
                          <a:pt x="1198346" y="2353148"/>
                        </a:cubicBezTo>
                        <a:cubicBezTo>
                          <a:pt x="503664" y="2298627"/>
                          <a:pt x="14412" y="1848257"/>
                          <a:pt x="0" y="1176574"/>
                        </a:cubicBezTo>
                        <a:close/>
                      </a:path>
                      <a:path w="2396691" h="2353148" stroke="0" extrusionOk="0">
                        <a:moveTo>
                          <a:pt x="0" y="1176574"/>
                        </a:moveTo>
                        <a:cubicBezTo>
                          <a:pt x="22017" y="512503"/>
                          <a:pt x="554245" y="-126587"/>
                          <a:pt x="1198346" y="0"/>
                        </a:cubicBezTo>
                        <a:cubicBezTo>
                          <a:pt x="1782464" y="-71399"/>
                          <a:pt x="2410063" y="501058"/>
                          <a:pt x="2396692" y="1176574"/>
                        </a:cubicBezTo>
                        <a:cubicBezTo>
                          <a:pt x="2422326" y="1889440"/>
                          <a:pt x="1843165" y="2478575"/>
                          <a:pt x="1198346" y="2353148"/>
                        </a:cubicBezTo>
                        <a:cubicBezTo>
                          <a:pt x="488789" y="2321300"/>
                          <a:pt x="-48884" y="1872731"/>
                          <a:pt x="0" y="117657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0636C0C-4196-FBC8-E6B1-2A2B6B9C99B7}"/>
              </a:ext>
            </a:extLst>
          </p:cNvPr>
          <p:cNvSpPr txBox="1"/>
          <p:nvPr/>
        </p:nvSpPr>
        <p:spPr>
          <a:xfrm>
            <a:off x="2024176" y="6275208"/>
            <a:ext cx="359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みっつめ</a:t>
            </a:r>
            <a:endParaRPr kumimoji="1" lang="ja-JP" altLang="en-US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1B58024-0DF9-700C-3393-339C7F03622C}"/>
              </a:ext>
            </a:extLst>
          </p:cNvPr>
          <p:cNvSpPr/>
          <p:nvPr/>
        </p:nvSpPr>
        <p:spPr>
          <a:xfrm>
            <a:off x="6272491" y="5408503"/>
            <a:ext cx="3348000" cy="3348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38476517">
                  <a:custGeom>
                    <a:avLst/>
                    <a:gdLst>
                      <a:gd name="connsiteX0" fmla="*/ 0 w 2396691"/>
                      <a:gd name="connsiteY0" fmla="*/ 1176574 h 2353148"/>
                      <a:gd name="connsiteX1" fmla="*/ 1198346 w 2396691"/>
                      <a:gd name="connsiteY1" fmla="*/ 0 h 2353148"/>
                      <a:gd name="connsiteX2" fmla="*/ 2396692 w 2396691"/>
                      <a:gd name="connsiteY2" fmla="*/ 1176574 h 2353148"/>
                      <a:gd name="connsiteX3" fmla="*/ 1198346 w 2396691"/>
                      <a:gd name="connsiteY3" fmla="*/ 2353148 h 2353148"/>
                      <a:gd name="connsiteX4" fmla="*/ 0 w 2396691"/>
                      <a:gd name="connsiteY4" fmla="*/ 1176574 h 23531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96691" h="2353148" fill="none" extrusionOk="0">
                        <a:moveTo>
                          <a:pt x="0" y="1176574"/>
                        </a:moveTo>
                        <a:cubicBezTo>
                          <a:pt x="17053" y="544093"/>
                          <a:pt x="596455" y="78735"/>
                          <a:pt x="1198346" y="0"/>
                        </a:cubicBezTo>
                        <a:cubicBezTo>
                          <a:pt x="1834464" y="-42937"/>
                          <a:pt x="2341220" y="491711"/>
                          <a:pt x="2396692" y="1176574"/>
                        </a:cubicBezTo>
                        <a:cubicBezTo>
                          <a:pt x="2434753" y="1879535"/>
                          <a:pt x="1880410" y="2333741"/>
                          <a:pt x="1198346" y="2353148"/>
                        </a:cubicBezTo>
                        <a:cubicBezTo>
                          <a:pt x="503664" y="2298627"/>
                          <a:pt x="14412" y="1848257"/>
                          <a:pt x="0" y="1176574"/>
                        </a:cubicBezTo>
                        <a:close/>
                      </a:path>
                      <a:path w="2396691" h="2353148" stroke="0" extrusionOk="0">
                        <a:moveTo>
                          <a:pt x="0" y="1176574"/>
                        </a:moveTo>
                        <a:cubicBezTo>
                          <a:pt x="22017" y="512503"/>
                          <a:pt x="554245" y="-126587"/>
                          <a:pt x="1198346" y="0"/>
                        </a:cubicBezTo>
                        <a:cubicBezTo>
                          <a:pt x="1782464" y="-71399"/>
                          <a:pt x="2410063" y="501058"/>
                          <a:pt x="2396692" y="1176574"/>
                        </a:cubicBezTo>
                        <a:cubicBezTo>
                          <a:pt x="2422326" y="1889440"/>
                          <a:pt x="1843165" y="2478575"/>
                          <a:pt x="1198346" y="2353148"/>
                        </a:cubicBezTo>
                        <a:cubicBezTo>
                          <a:pt x="488789" y="2321300"/>
                          <a:pt x="-48884" y="1872731"/>
                          <a:pt x="0" y="117657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E243A9B-ED86-339C-E2EB-EFDFA00CF9EF}"/>
              </a:ext>
            </a:extLst>
          </p:cNvPr>
          <p:cNvSpPr txBox="1"/>
          <p:nvPr/>
        </p:nvSpPr>
        <p:spPr>
          <a:xfrm>
            <a:off x="6191896" y="6261975"/>
            <a:ext cx="359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➁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ふたつめ</a:t>
            </a:r>
            <a:endParaRPr kumimoji="1" lang="ja-JP" altLang="en-US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27510278-8BCC-2772-B7D4-6900CC651828}"/>
              </a:ext>
            </a:extLst>
          </p:cNvPr>
          <p:cNvGrpSpPr/>
          <p:nvPr/>
        </p:nvGrpSpPr>
        <p:grpSpPr>
          <a:xfrm flipV="1">
            <a:off x="7656401" y="3988125"/>
            <a:ext cx="1200356" cy="1439429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2" name="二等辺三角形 11">
              <a:extLst>
                <a:ext uri="{FF2B5EF4-FFF2-40B4-BE49-F238E27FC236}">
                  <a16:creationId xmlns:a16="http://schemas.microsoft.com/office/drawing/2014/main" id="{88C38720-FF04-C2D5-1BFB-D6E04C389897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DCA25AA5-6EC2-3A91-C987-1FA6D6720F6A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39545FA0-67FF-9A70-C888-13A69A398782}"/>
              </a:ext>
            </a:extLst>
          </p:cNvPr>
          <p:cNvGrpSpPr/>
          <p:nvPr/>
        </p:nvGrpSpPr>
        <p:grpSpPr>
          <a:xfrm rot="7241964" flipV="1">
            <a:off x="5188908" y="7778500"/>
            <a:ext cx="1200356" cy="1439429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3767BD8E-FB78-2A44-9179-41A94C34D17A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55A6798D-20C7-E00B-7A02-153B6F17D077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1CC218CC-EEBC-1865-D9BB-837546C65874}"/>
              </a:ext>
            </a:extLst>
          </p:cNvPr>
          <p:cNvGrpSpPr/>
          <p:nvPr/>
        </p:nvGrpSpPr>
        <p:grpSpPr>
          <a:xfrm rot="14081671" flipV="1">
            <a:off x="3008535" y="3805423"/>
            <a:ext cx="1200356" cy="1439429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8" name="二等辺三角形 17">
              <a:extLst>
                <a:ext uri="{FF2B5EF4-FFF2-40B4-BE49-F238E27FC236}">
                  <a16:creationId xmlns:a16="http://schemas.microsoft.com/office/drawing/2014/main" id="{F2F7520D-B9C9-EE46-43C0-1974C9EE110E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91521E69-6981-7659-CD42-1242DA646433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BABD0C2-66B5-256B-4604-E348FEFAC56D}"/>
              </a:ext>
            </a:extLst>
          </p:cNvPr>
          <p:cNvSpPr txBox="1"/>
          <p:nvPr/>
        </p:nvSpPr>
        <p:spPr>
          <a:xfrm>
            <a:off x="8172533" y="4335169"/>
            <a:ext cx="2551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0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変化</a:t>
            </a:r>
            <a:endParaRPr lang="en-US" altLang="ja-JP" sz="30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3D28F20-D312-FC56-A45A-9A9DD0F018F0}"/>
              </a:ext>
            </a:extLst>
          </p:cNvPr>
          <p:cNvSpPr txBox="1"/>
          <p:nvPr/>
        </p:nvSpPr>
        <p:spPr>
          <a:xfrm>
            <a:off x="4750090" y="8830626"/>
            <a:ext cx="2551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0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変化</a:t>
            </a:r>
            <a:endParaRPr lang="en-US" altLang="ja-JP" sz="30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32857B8-91F1-CA95-91BD-24CB159AB079}"/>
              </a:ext>
            </a:extLst>
          </p:cNvPr>
          <p:cNvSpPr txBox="1"/>
          <p:nvPr/>
        </p:nvSpPr>
        <p:spPr>
          <a:xfrm>
            <a:off x="924026" y="4403562"/>
            <a:ext cx="2551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0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変化</a:t>
            </a:r>
            <a:endParaRPr lang="en-US" altLang="ja-JP" sz="30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A69373F-043A-BD62-065E-9238200A2914}"/>
              </a:ext>
            </a:extLst>
          </p:cNvPr>
          <p:cNvSpPr/>
          <p:nvPr/>
        </p:nvSpPr>
        <p:spPr>
          <a:xfrm>
            <a:off x="11193983" y="2476893"/>
            <a:ext cx="485775" cy="48577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glow rad="1016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47A74F06-9B64-1B4A-43BA-C938BE525936}"/>
              </a:ext>
            </a:extLst>
          </p:cNvPr>
          <p:cNvSpPr/>
          <p:nvPr/>
        </p:nvSpPr>
        <p:spPr>
          <a:xfrm>
            <a:off x="12162225" y="2476668"/>
            <a:ext cx="486000" cy="486000"/>
          </a:xfrm>
          <a:prstGeom prst="ellipse">
            <a:avLst/>
          </a:prstGeom>
          <a:solidFill>
            <a:srgbClr val="46877B"/>
          </a:solidFill>
          <a:ln>
            <a:solidFill>
              <a:srgbClr val="46877B"/>
            </a:solidFill>
          </a:ln>
          <a:effectLst>
            <a:glow rad="101600">
              <a:srgbClr val="46877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804C8D84-DF1A-9E36-6B35-4F08C09A0AEE}"/>
              </a:ext>
            </a:extLst>
          </p:cNvPr>
          <p:cNvSpPr/>
          <p:nvPr/>
        </p:nvSpPr>
        <p:spPr>
          <a:xfrm>
            <a:off x="11595549" y="3247604"/>
            <a:ext cx="514350" cy="499901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57C0E608-BA74-F485-BAE3-702170BC32CC}"/>
              </a:ext>
            </a:extLst>
          </p:cNvPr>
          <p:cNvSpPr/>
          <p:nvPr/>
        </p:nvSpPr>
        <p:spPr>
          <a:xfrm>
            <a:off x="12792395" y="4590541"/>
            <a:ext cx="4352231" cy="1854809"/>
          </a:xfrm>
          <a:custGeom>
            <a:avLst/>
            <a:gdLst>
              <a:gd name="connsiteX0" fmla="*/ 0 w 4352231"/>
              <a:gd name="connsiteY0" fmla="*/ 927405 h 1854809"/>
              <a:gd name="connsiteX1" fmla="*/ 2176116 w 4352231"/>
              <a:gd name="connsiteY1" fmla="*/ 0 h 1854809"/>
              <a:gd name="connsiteX2" fmla="*/ 4352232 w 4352231"/>
              <a:gd name="connsiteY2" fmla="*/ 927405 h 1854809"/>
              <a:gd name="connsiteX3" fmla="*/ 2176116 w 4352231"/>
              <a:gd name="connsiteY3" fmla="*/ 1854810 h 1854809"/>
              <a:gd name="connsiteX4" fmla="*/ 0 w 4352231"/>
              <a:gd name="connsiteY4" fmla="*/ 927405 h 1854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2231" h="1854809" fill="none" extrusionOk="0">
                <a:moveTo>
                  <a:pt x="0" y="927405"/>
                </a:moveTo>
                <a:cubicBezTo>
                  <a:pt x="88957" y="330664"/>
                  <a:pt x="1036204" y="4086"/>
                  <a:pt x="2176116" y="0"/>
                </a:cubicBezTo>
                <a:cubicBezTo>
                  <a:pt x="3424330" y="79274"/>
                  <a:pt x="4334726" y="414837"/>
                  <a:pt x="4352232" y="927405"/>
                </a:cubicBezTo>
                <a:cubicBezTo>
                  <a:pt x="4538447" y="1466601"/>
                  <a:pt x="3219053" y="1782293"/>
                  <a:pt x="2176116" y="1854810"/>
                </a:cubicBezTo>
                <a:cubicBezTo>
                  <a:pt x="964531" y="1857719"/>
                  <a:pt x="57048" y="1362262"/>
                  <a:pt x="0" y="927405"/>
                </a:cubicBezTo>
                <a:close/>
              </a:path>
              <a:path w="4352231" h="1854809" stroke="0" extrusionOk="0">
                <a:moveTo>
                  <a:pt x="0" y="927405"/>
                </a:moveTo>
                <a:cubicBezTo>
                  <a:pt x="-13236" y="438434"/>
                  <a:pt x="897001" y="-31912"/>
                  <a:pt x="2176116" y="0"/>
                </a:cubicBezTo>
                <a:cubicBezTo>
                  <a:pt x="3410746" y="-4841"/>
                  <a:pt x="4332356" y="451413"/>
                  <a:pt x="4352232" y="927405"/>
                </a:cubicBezTo>
                <a:cubicBezTo>
                  <a:pt x="4293016" y="1459389"/>
                  <a:pt x="3346187" y="1892372"/>
                  <a:pt x="2176116" y="1854810"/>
                </a:cubicBezTo>
                <a:cubicBezTo>
                  <a:pt x="1017127" y="1827082"/>
                  <a:pt x="-51413" y="1451390"/>
                  <a:pt x="0" y="927405"/>
                </a:cubicBezTo>
                <a:close/>
              </a:path>
            </a:pathLst>
          </a:custGeom>
          <a:solidFill>
            <a:srgbClr val="D3E9E5"/>
          </a:solidFill>
          <a:ln>
            <a:solidFill>
              <a:srgbClr val="D3E9E5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11994F12-90A6-E96A-5BE6-5E9F08D17B74}"/>
              </a:ext>
            </a:extLst>
          </p:cNvPr>
          <p:cNvSpPr/>
          <p:nvPr/>
        </p:nvSpPr>
        <p:spPr>
          <a:xfrm>
            <a:off x="14277877" y="2351718"/>
            <a:ext cx="3352691" cy="3265911"/>
          </a:xfrm>
          <a:custGeom>
            <a:avLst/>
            <a:gdLst>
              <a:gd name="connsiteX0" fmla="*/ 0 w 3352691"/>
              <a:gd name="connsiteY0" fmla="*/ 1632956 h 3265911"/>
              <a:gd name="connsiteX1" fmla="*/ 1676346 w 3352691"/>
              <a:gd name="connsiteY1" fmla="*/ 0 h 3265911"/>
              <a:gd name="connsiteX2" fmla="*/ 3352692 w 3352691"/>
              <a:gd name="connsiteY2" fmla="*/ 1632956 h 3265911"/>
              <a:gd name="connsiteX3" fmla="*/ 1676346 w 3352691"/>
              <a:gd name="connsiteY3" fmla="*/ 3265912 h 3265911"/>
              <a:gd name="connsiteX4" fmla="*/ 0 w 3352691"/>
              <a:gd name="connsiteY4" fmla="*/ 1632956 h 3265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691" h="3265911" fill="none" extrusionOk="0">
                <a:moveTo>
                  <a:pt x="0" y="1632956"/>
                </a:moveTo>
                <a:cubicBezTo>
                  <a:pt x="-97699" y="748535"/>
                  <a:pt x="738675" y="32818"/>
                  <a:pt x="1676346" y="0"/>
                </a:cubicBezTo>
                <a:cubicBezTo>
                  <a:pt x="2462672" y="-52220"/>
                  <a:pt x="3428322" y="768244"/>
                  <a:pt x="3352692" y="1632956"/>
                </a:cubicBezTo>
                <a:cubicBezTo>
                  <a:pt x="3420273" y="2363079"/>
                  <a:pt x="2615245" y="3285864"/>
                  <a:pt x="1676346" y="3265912"/>
                </a:cubicBezTo>
                <a:cubicBezTo>
                  <a:pt x="769438" y="3282794"/>
                  <a:pt x="48290" y="2512588"/>
                  <a:pt x="0" y="1632956"/>
                </a:cubicBezTo>
                <a:close/>
              </a:path>
              <a:path w="3352691" h="3265911" stroke="0" extrusionOk="0">
                <a:moveTo>
                  <a:pt x="0" y="1632956"/>
                </a:moveTo>
                <a:cubicBezTo>
                  <a:pt x="46380" y="805402"/>
                  <a:pt x="750896" y="-39621"/>
                  <a:pt x="1676346" y="0"/>
                </a:cubicBezTo>
                <a:cubicBezTo>
                  <a:pt x="2634870" y="157129"/>
                  <a:pt x="3332799" y="717393"/>
                  <a:pt x="3352692" y="1632956"/>
                </a:cubicBezTo>
                <a:cubicBezTo>
                  <a:pt x="3359065" y="2487079"/>
                  <a:pt x="2599756" y="3181794"/>
                  <a:pt x="1676346" y="3265912"/>
                </a:cubicBezTo>
                <a:cubicBezTo>
                  <a:pt x="754001" y="3248309"/>
                  <a:pt x="16605" y="2464779"/>
                  <a:pt x="0" y="1632956"/>
                </a:cubicBezTo>
                <a:close/>
              </a:path>
            </a:pathLst>
          </a:cu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366946843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7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2700" dirty="0">
                <a:solidFill>
                  <a:schemeClr val="bg1"/>
                </a:solidFill>
                <a:latin typeface="+mn-ea"/>
              </a:rPr>
              <a:t>メッセージ</a:t>
            </a:r>
            <a:endParaRPr lang="ja-JP" altLang="en-US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B369ACC-5757-B80B-61BF-EC839E501C38}"/>
              </a:ext>
            </a:extLst>
          </p:cNvPr>
          <p:cNvSpPr/>
          <p:nvPr/>
        </p:nvSpPr>
        <p:spPr>
          <a:xfrm rot="20169432">
            <a:off x="13193370" y="5255011"/>
            <a:ext cx="4740048" cy="251132"/>
          </a:xfrm>
          <a:custGeom>
            <a:avLst/>
            <a:gdLst>
              <a:gd name="connsiteX0" fmla="*/ 0 w 4740048"/>
              <a:gd name="connsiteY0" fmla="*/ 0 h 251132"/>
              <a:gd name="connsiteX1" fmla="*/ 4740048 w 4740048"/>
              <a:gd name="connsiteY1" fmla="*/ 0 h 251132"/>
              <a:gd name="connsiteX2" fmla="*/ 4740048 w 4740048"/>
              <a:gd name="connsiteY2" fmla="*/ 251132 h 251132"/>
              <a:gd name="connsiteX3" fmla="*/ 0 w 4740048"/>
              <a:gd name="connsiteY3" fmla="*/ 251132 h 251132"/>
              <a:gd name="connsiteX4" fmla="*/ 0 w 4740048"/>
              <a:gd name="connsiteY4" fmla="*/ 0 h 251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0048" h="251132" fill="none" extrusionOk="0">
                <a:moveTo>
                  <a:pt x="0" y="0"/>
                </a:moveTo>
                <a:cubicBezTo>
                  <a:pt x="1734634" y="-130857"/>
                  <a:pt x="3117599" y="63250"/>
                  <a:pt x="4740048" y="0"/>
                </a:cubicBezTo>
                <a:cubicBezTo>
                  <a:pt x="4755970" y="41621"/>
                  <a:pt x="4740267" y="197754"/>
                  <a:pt x="4740048" y="251132"/>
                </a:cubicBezTo>
                <a:cubicBezTo>
                  <a:pt x="3980916" y="305796"/>
                  <a:pt x="1888052" y="299234"/>
                  <a:pt x="0" y="251132"/>
                </a:cubicBezTo>
                <a:cubicBezTo>
                  <a:pt x="4336" y="213336"/>
                  <a:pt x="-10589" y="59554"/>
                  <a:pt x="0" y="0"/>
                </a:cubicBezTo>
                <a:close/>
              </a:path>
              <a:path w="4740048" h="251132" stroke="0" extrusionOk="0">
                <a:moveTo>
                  <a:pt x="0" y="0"/>
                </a:moveTo>
                <a:cubicBezTo>
                  <a:pt x="1979577" y="93023"/>
                  <a:pt x="3628114" y="111448"/>
                  <a:pt x="4740048" y="0"/>
                </a:cubicBezTo>
                <a:cubicBezTo>
                  <a:pt x="4752646" y="86854"/>
                  <a:pt x="4755007" y="191159"/>
                  <a:pt x="4740048" y="251132"/>
                </a:cubicBezTo>
                <a:cubicBezTo>
                  <a:pt x="4207713" y="249248"/>
                  <a:pt x="2324524" y="327263"/>
                  <a:pt x="0" y="251132"/>
                </a:cubicBezTo>
                <a:cubicBezTo>
                  <a:pt x="-18793" y="149885"/>
                  <a:pt x="-20569" y="8440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00180860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31" name="十字形 30">
            <a:extLst>
              <a:ext uri="{FF2B5EF4-FFF2-40B4-BE49-F238E27FC236}">
                <a16:creationId xmlns:a16="http://schemas.microsoft.com/office/drawing/2014/main" id="{AE6B2308-93E3-CE3B-D6A4-F65B8B44608F}"/>
              </a:ext>
            </a:extLst>
          </p:cNvPr>
          <p:cNvSpPr/>
          <p:nvPr/>
        </p:nvSpPr>
        <p:spPr>
          <a:xfrm rot="2590055">
            <a:off x="12398882" y="6619589"/>
            <a:ext cx="2804579" cy="2829827"/>
          </a:xfrm>
          <a:custGeom>
            <a:avLst/>
            <a:gdLst>
              <a:gd name="connsiteX0" fmla="*/ 0 w 2804579"/>
              <a:gd name="connsiteY0" fmla="*/ 1307523 h 2829827"/>
              <a:gd name="connsiteX1" fmla="*/ 1307523 w 2804579"/>
              <a:gd name="connsiteY1" fmla="*/ 1307523 h 2829827"/>
              <a:gd name="connsiteX2" fmla="*/ 1307523 w 2804579"/>
              <a:gd name="connsiteY2" fmla="*/ 0 h 2829827"/>
              <a:gd name="connsiteX3" fmla="*/ 1497056 w 2804579"/>
              <a:gd name="connsiteY3" fmla="*/ 0 h 2829827"/>
              <a:gd name="connsiteX4" fmla="*/ 1497056 w 2804579"/>
              <a:gd name="connsiteY4" fmla="*/ 1307523 h 2829827"/>
              <a:gd name="connsiteX5" fmla="*/ 2804579 w 2804579"/>
              <a:gd name="connsiteY5" fmla="*/ 1307523 h 2829827"/>
              <a:gd name="connsiteX6" fmla="*/ 2804579 w 2804579"/>
              <a:gd name="connsiteY6" fmla="*/ 1522304 h 2829827"/>
              <a:gd name="connsiteX7" fmla="*/ 1497056 w 2804579"/>
              <a:gd name="connsiteY7" fmla="*/ 1522304 h 2829827"/>
              <a:gd name="connsiteX8" fmla="*/ 1497056 w 2804579"/>
              <a:gd name="connsiteY8" fmla="*/ 2829827 h 2829827"/>
              <a:gd name="connsiteX9" fmla="*/ 1307523 w 2804579"/>
              <a:gd name="connsiteY9" fmla="*/ 2829827 h 2829827"/>
              <a:gd name="connsiteX10" fmla="*/ 1307523 w 2804579"/>
              <a:gd name="connsiteY10" fmla="*/ 1522304 h 2829827"/>
              <a:gd name="connsiteX11" fmla="*/ 0 w 2804579"/>
              <a:gd name="connsiteY11" fmla="*/ 1522304 h 2829827"/>
              <a:gd name="connsiteX12" fmla="*/ 0 w 2804579"/>
              <a:gd name="connsiteY12" fmla="*/ 1307523 h 2829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4579" h="2829827" fill="none" extrusionOk="0">
                <a:moveTo>
                  <a:pt x="0" y="1307523"/>
                </a:moveTo>
                <a:cubicBezTo>
                  <a:pt x="546129" y="1353204"/>
                  <a:pt x="911528" y="1222900"/>
                  <a:pt x="1307523" y="1307523"/>
                </a:cubicBezTo>
                <a:cubicBezTo>
                  <a:pt x="1341216" y="1088394"/>
                  <a:pt x="1342035" y="206473"/>
                  <a:pt x="1307523" y="0"/>
                </a:cubicBezTo>
                <a:cubicBezTo>
                  <a:pt x="1369576" y="12874"/>
                  <a:pt x="1417781" y="10368"/>
                  <a:pt x="1497056" y="0"/>
                </a:cubicBezTo>
                <a:cubicBezTo>
                  <a:pt x="1415750" y="252949"/>
                  <a:pt x="1496548" y="1114016"/>
                  <a:pt x="1497056" y="1307523"/>
                </a:cubicBezTo>
                <a:cubicBezTo>
                  <a:pt x="1775166" y="1237105"/>
                  <a:pt x="2311653" y="1292227"/>
                  <a:pt x="2804579" y="1307523"/>
                </a:cubicBezTo>
                <a:cubicBezTo>
                  <a:pt x="2807269" y="1352914"/>
                  <a:pt x="2785612" y="1478252"/>
                  <a:pt x="2804579" y="1522304"/>
                </a:cubicBezTo>
                <a:cubicBezTo>
                  <a:pt x="2613178" y="1487643"/>
                  <a:pt x="1694709" y="1488030"/>
                  <a:pt x="1497056" y="1522304"/>
                </a:cubicBezTo>
                <a:cubicBezTo>
                  <a:pt x="1419620" y="1858364"/>
                  <a:pt x="1386465" y="2356596"/>
                  <a:pt x="1497056" y="2829827"/>
                </a:cubicBezTo>
                <a:cubicBezTo>
                  <a:pt x="1423672" y="2826318"/>
                  <a:pt x="1377315" y="2846623"/>
                  <a:pt x="1307523" y="2829827"/>
                </a:cubicBezTo>
                <a:cubicBezTo>
                  <a:pt x="1218376" y="2194120"/>
                  <a:pt x="1360294" y="1756082"/>
                  <a:pt x="1307523" y="1522304"/>
                </a:cubicBezTo>
                <a:cubicBezTo>
                  <a:pt x="718539" y="1520958"/>
                  <a:pt x="586764" y="1507087"/>
                  <a:pt x="0" y="1522304"/>
                </a:cubicBezTo>
                <a:cubicBezTo>
                  <a:pt x="-17792" y="1448935"/>
                  <a:pt x="-15342" y="1329404"/>
                  <a:pt x="0" y="1307523"/>
                </a:cubicBezTo>
                <a:close/>
              </a:path>
              <a:path w="2804579" h="2829827" stroke="0" extrusionOk="0">
                <a:moveTo>
                  <a:pt x="0" y="1307523"/>
                </a:moveTo>
                <a:cubicBezTo>
                  <a:pt x="563140" y="1203224"/>
                  <a:pt x="995196" y="1223847"/>
                  <a:pt x="1307523" y="1307523"/>
                </a:cubicBezTo>
                <a:cubicBezTo>
                  <a:pt x="1250057" y="671566"/>
                  <a:pt x="1261814" y="237231"/>
                  <a:pt x="1307523" y="0"/>
                </a:cubicBezTo>
                <a:cubicBezTo>
                  <a:pt x="1347624" y="13670"/>
                  <a:pt x="1426167" y="5277"/>
                  <a:pt x="1497056" y="0"/>
                </a:cubicBezTo>
                <a:cubicBezTo>
                  <a:pt x="1451848" y="379705"/>
                  <a:pt x="1471064" y="751305"/>
                  <a:pt x="1497056" y="1307523"/>
                </a:cubicBezTo>
                <a:cubicBezTo>
                  <a:pt x="1901207" y="1374512"/>
                  <a:pt x="2231359" y="1302522"/>
                  <a:pt x="2804579" y="1307523"/>
                </a:cubicBezTo>
                <a:cubicBezTo>
                  <a:pt x="2805706" y="1370535"/>
                  <a:pt x="2804669" y="1481285"/>
                  <a:pt x="2804579" y="1522304"/>
                </a:cubicBezTo>
                <a:cubicBezTo>
                  <a:pt x="2480120" y="1629485"/>
                  <a:pt x="1655909" y="1425656"/>
                  <a:pt x="1497056" y="1522304"/>
                </a:cubicBezTo>
                <a:cubicBezTo>
                  <a:pt x="1435266" y="1676934"/>
                  <a:pt x="1552363" y="2510066"/>
                  <a:pt x="1497056" y="2829827"/>
                </a:cubicBezTo>
                <a:cubicBezTo>
                  <a:pt x="1423552" y="2816915"/>
                  <a:pt x="1354516" y="2844796"/>
                  <a:pt x="1307523" y="2829827"/>
                </a:cubicBezTo>
                <a:cubicBezTo>
                  <a:pt x="1371595" y="2453642"/>
                  <a:pt x="1334464" y="1679310"/>
                  <a:pt x="1307523" y="1522304"/>
                </a:cubicBezTo>
                <a:cubicBezTo>
                  <a:pt x="826046" y="1499581"/>
                  <a:pt x="347693" y="1473210"/>
                  <a:pt x="0" y="1522304"/>
                </a:cubicBezTo>
                <a:cubicBezTo>
                  <a:pt x="592" y="1489249"/>
                  <a:pt x="615" y="1357665"/>
                  <a:pt x="0" y="1307523"/>
                </a:cubicBezTo>
                <a:close/>
              </a:path>
            </a:pathLst>
          </a:cu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3129110413">
                  <a:prstGeom prst="plus">
                    <a:avLst>
                      <a:gd name="adj" fmla="val 46621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4548D72B-CA5C-59FC-584F-E0EF5BBB25BA}"/>
              </a:ext>
            </a:extLst>
          </p:cNvPr>
          <p:cNvSpPr/>
          <p:nvPr/>
        </p:nvSpPr>
        <p:spPr>
          <a:xfrm>
            <a:off x="10636382" y="7189093"/>
            <a:ext cx="1880229" cy="1854809"/>
          </a:xfrm>
          <a:custGeom>
            <a:avLst/>
            <a:gdLst>
              <a:gd name="connsiteX0" fmla="*/ 0 w 1880229"/>
              <a:gd name="connsiteY0" fmla="*/ 927405 h 1854809"/>
              <a:gd name="connsiteX1" fmla="*/ 940115 w 1880229"/>
              <a:gd name="connsiteY1" fmla="*/ 0 h 1854809"/>
              <a:gd name="connsiteX2" fmla="*/ 1880230 w 1880229"/>
              <a:gd name="connsiteY2" fmla="*/ 927405 h 1854809"/>
              <a:gd name="connsiteX3" fmla="*/ 940115 w 1880229"/>
              <a:gd name="connsiteY3" fmla="*/ 1854810 h 1854809"/>
              <a:gd name="connsiteX4" fmla="*/ 0 w 1880229"/>
              <a:gd name="connsiteY4" fmla="*/ 927405 h 1854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229" h="1854809" fill="none" extrusionOk="0">
                <a:moveTo>
                  <a:pt x="0" y="927405"/>
                </a:moveTo>
                <a:cubicBezTo>
                  <a:pt x="-31656" y="465265"/>
                  <a:pt x="380975" y="23539"/>
                  <a:pt x="940115" y="0"/>
                </a:cubicBezTo>
                <a:cubicBezTo>
                  <a:pt x="1409338" y="81906"/>
                  <a:pt x="1945919" y="359550"/>
                  <a:pt x="1880230" y="927405"/>
                </a:cubicBezTo>
                <a:cubicBezTo>
                  <a:pt x="1897146" y="1424287"/>
                  <a:pt x="1513839" y="1852201"/>
                  <a:pt x="940115" y="1854810"/>
                </a:cubicBezTo>
                <a:cubicBezTo>
                  <a:pt x="380899" y="1927985"/>
                  <a:pt x="37518" y="1380507"/>
                  <a:pt x="0" y="927405"/>
                </a:cubicBezTo>
                <a:close/>
              </a:path>
              <a:path w="1880229" h="1854809" stroke="0" extrusionOk="0">
                <a:moveTo>
                  <a:pt x="0" y="927405"/>
                </a:moveTo>
                <a:cubicBezTo>
                  <a:pt x="13242" y="429430"/>
                  <a:pt x="374410" y="60284"/>
                  <a:pt x="940115" y="0"/>
                </a:cubicBezTo>
                <a:cubicBezTo>
                  <a:pt x="1447961" y="-60579"/>
                  <a:pt x="1833167" y="413132"/>
                  <a:pt x="1880230" y="927405"/>
                </a:cubicBezTo>
                <a:cubicBezTo>
                  <a:pt x="1889290" y="1508620"/>
                  <a:pt x="1497226" y="1859062"/>
                  <a:pt x="940115" y="1854810"/>
                </a:cubicBezTo>
                <a:cubicBezTo>
                  <a:pt x="423948" y="1868344"/>
                  <a:pt x="75426" y="1470206"/>
                  <a:pt x="0" y="927405"/>
                </a:cubicBezTo>
                <a:close/>
              </a:path>
            </a:pathLst>
          </a:custGeom>
          <a:solidFill>
            <a:srgbClr val="64A4A3"/>
          </a:solidFill>
          <a:ln w="76200"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678478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</p:spTree>
    <p:extLst>
      <p:ext uri="{BB962C8B-B14F-4D97-AF65-F5344CB8AC3E}">
        <p14:creationId xmlns:p14="http://schemas.microsoft.com/office/powerpoint/2010/main" val="2731234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３つあることが一目でわかる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706907" y="2991765"/>
            <a:ext cx="5474010" cy="6933285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>
              <a:solidFill>
                <a:srgbClr val="64A4A3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6472065" y="2981670"/>
            <a:ext cx="5474010" cy="6933285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>
              <a:solidFill>
                <a:srgbClr val="64A4A3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12197907" y="2991765"/>
            <a:ext cx="5474010" cy="6933285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>
              <a:solidFill>
                <a:srgbClr val="64A4A3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796889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6537153" y="3005557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719551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6499666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  <a:endParaRPr kumimoji="1" lang="ja-JP" altLang="en-US" sz="42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12304028" y="3005557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12222295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13524943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順序関係がある場合は並列よりこちらが良い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カードのレイアウトテンプレートのアレンジ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706906" y="2991765"/>
            <a:ext cx="6500603" cy="5179002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5963245" y="3711716"/>
            <a:ext cx="6500603" cy="5191656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11219584" y="4444320"/>
            <a:ext cx="6500603" cy="5191656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796889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6028334" y="3735602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719551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5990846" y="4150604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  <a:endParaRPr kumimoji="1" lang="ja-JP" altLang="en-US" sz="42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11325705" y="4458112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11243972" y="4873113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7F509DC-624C-49A3-87E6-BBEE33EDEF3D}"/>
              </a:ext>
            </a:extLst>
          </p:cNvPr>
          <p:cNvGrpSpPr/>
          <p:nvPr/>
        </p:nvGrpSpPr>
        <p:grpSpPr>
          <a:xfrm rot="19356426" flipV="1">
            <a:off x="7018232" y="2852777"/>
            <a:ext cx="957501" cy="1422230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9EEC710F-D694-4533-BCFA-E134D0A97020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15C81248-34D7-4734-9365-7AF9C9D6CE42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2916356-7E2D-4DCC-AB30-31745E58C8A8}"/>
              </a:ext>
            </a:extLst>
          </p:cNvPr>
          <p:cNvGrpSpPr/>
          <p:nvPr/>
        </p:nvGrpSpPr>
        <p:grpSpPr>
          <a:xfrm rot="19356426" flipV="1">
            <a:off x="12264131" y="3530297"/>
            <a:ext cx="957501" cy="1422230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8" name="二等辺三角形 17">
              <a:extLst>
                <a:ext uri="{FF2B5EF4-FFF2-40B4-BE49-F238E27FC236}">
                  <a16:creationId xmlns:a16="http://schemas.microsoft.com/office/drawing/2014/main" id="{C87AD141-B943-4BC4-BD07-C571A6486C27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7964E781-5C13-4DB8-8006-A03F32235976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53251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カードの間隔やアスペクト比は適宜調整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４カードのレイアウトテンプレート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961314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1051298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973960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961314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1051298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  <a:endParaRPr kumimoji="1" lang="ja-JP" altLang="en-US" sz="27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973960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9301527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9391511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9314173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9301527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9391511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9314173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3838289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9301527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9301527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961314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961314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循環がある場合はこんな感じが良い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４カードのレイアウトテンプレートのアレンジ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1051298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973960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1051298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  <a:endParaRPr kumimoji="1" lang="ja-JP" altLang="en-US" sz="27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973960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9391511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9314173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9391511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9314173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F763E3EA-C838-48BF-92C8-FD155CD72C61}"/>
              </a:ext>
            </a:extLst>
          </p:cNvPr>
          <p:cNvGrpSpPr/>
          <p:nvPr/>
        </p:nvGrpSpPr>
        <p:grpSpPr>
          <a:xfrm>
            <a:off x="8945065" y="7587607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39" name="二等辺三角形 38">
              <a:extLst>
                <a:ext uri="{FF2B5EF4-FFF2-40B4-BE49-F238E27FC236}">
                  <a16:creationId xmlns:a16="http://schemas.microsoft.com/office/drawing/2014/main" id="{857E573D-CBEA-4840-BB8D-12A43C05AF2C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0" name="フリーフォーム: 図形 39">
              <a:extLst>
                <a:ext uri="{FF2B5EF4-FFF2-40B4-BE49-F238E27FC236}">
                  <a16:creationId xmlns:a16="http://schemas.microsoft.com/office/drawing/2014/main" id="{5EF6E50A-F8C0-4A0B-828C-3A1574F01379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98959377-C979-4DBC-91B0-EE8A4B495524}"/>
              </a:ext>
            </a:extLst>
          </p:cNvPr>
          <p:cNvGrpSpPr/>
          <p:nvPr/>
        </p:nvGrpSpPr>
        <p:grpSpPr>
          <a:xfrm rot="16200000">
            <a:off x="10306592" y="5778655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42" name="二等辺三角形 41">
              <a:extLst>
                <a:ext uri="{FF2B5EF4-FFF2-40B4-BE49-F238E27FC236}">
                  <a16:creationId xmlns:a16="http://schemas.microsoft.com/office/drawing/2014/main" id="{D24E386F-2924-40CC-9E36-E7C432F87F61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3" name="フリーフォーム: 図形 42">
              <a:extLst>
                <a:ext uri="{FF2B5EF4-FFF2-40B4-BE49-F238E27FC236}">
                  <a16:creationId xmlns:a16="http://schemas.microsoft.com/office/drawing/2014/main" id="{01947CE4-9925-438C-87B9-4BD670E28BB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3F72FAD5-5227-424C-B040-A021696E413C}"/>
              </a:ext>
            </a:extLst>
          </p:cNvPr>
          <p:cNvGrpSpPr/>
          <p:nvPr/>
        </p:nvGrpSpPr>
        <p:grpSpPr>
          <a:xfrm rot="10800000">
            <a:off x="8433982" y="4615708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45" name="二等辺三角形 44">
              <a:extLst>
                <a:ext uri="{FF2B5EF4-FFF2-40B4-BE49-F238E27FC236}">
                  <a16:creationId xmlns:a16="http://schemas.microsoft.com/office/drawing/2014/main" id="{CC9CF80C-33A0-4CD9-A492-0F5FE96D7E9F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6" name="フリーフォーム: 図形 45">
              <a:extLst>
                <a:ext uri="{FF2B5EF4-FFF2-40B4-BE49-F238E27FC236}">
                  <a16:creationId xmlns:a16="http://schemas.microsoft.com/office/drawing/2014/main" id="{464BB2E2-722B-44B5-98C5-2E999D1E52E1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DF776DC2-B0C8-4C4B-870E-11E5094A648C}"/>
              </a:ext>
            </a:extLst>
          </p:cNvPr>
          <p:cNvGrpSpPr/>
          <p:nvPr/>
        </p:nvGrpSpPr>
        <p:grpSpPr>
          <a:xfrm rot="5400000">
            <a:off x="7198267" y="6321241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48" name="二等辺三角形 47">
              <a:extLst>
                <a:ext uri="{FF2B5EF4-FFF2-40B4-BE49-F238E27FC236}">
                  <a16:creationId xmlns:a16="http://schemas.microsoft.com/office/drawing/2014/main" id="{B73EA7B5-2C86-4BC2-927B-676AE8EE2F83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6394FB25-B87E-4AD3-80ED-6FD1473CADC2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94194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27084</TotalTime>
  <Words>1340</Words>
  <Application>Microsoft Office PowerPoint</Application>
  <PresentationFormat>ユーザー設定</PresentationFormat>
  <Paragraphs>267</Paragraphs>
  <Slides>25</Slides>
  <Notes>9</Notes>
  <HiddenSlides>9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25</vt:i4>
      </vt:variant>
    </vt:vector>
  </HeadingPairs>
  <TitlesOfParts>
    <vt:vector size="36" baseType="lpstr">
      <vt:lpstr>Cambria Math</vt:lpstr>
      <vt:lpstr>Source Han Sans JP Medium</vt:lpstr>
      <vt:lpstr>Now</vt:lpstr>
      <vt:lpstr>游ゴシック Medium</vt:lpstr>
      <vt:lpstr>Source Han Sans JP Bold</vt:lpstr>
      <vt:lpstr>Wingdings</vt:lpstr>
      <vt:lpstr>Calibri</vt:lpstr>
      <vt:lpstr>Source Han Sans JP</vt:lpstr>
      <vt:lpstr>Arial</vt:lpstr>
      <vt:lpstr>游ゴシック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寸法や色は場合に応じて調整しましょう</vt:lpstr>
      <vt:lpstr>PowerPoint プレゼンテーション</vt:lpstr>
      <vt:lpstr>３つあることが一目でわかる</vt:lpstr>
      <vt:lpstr>順序関係がある場合は並列よりこちらが良い</vt:lpstr>
      <vt:lpstr>カードの間隔やアスペクト比は適宜調整</vt:lpstr>
      <vt:lpstr>循環がある場合はこんな感じが良い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グリーン ホワイト シンプル 業務改善 提案書 ビジネス グラフ 表 プレゼンテーション</dc:title>
  <dc:creator>shiba</dc:creator>
  <cp:lastModifiedBy>shibariku0623@icloud.com</cp:lastModifiedBy>
  <cp:revision>6</cp:revision>
  <dcterms:created xsi:type="dcterms:W3CDTF">2006-08-16T00:00:00Z</dcterms:created>
  <dcterms:modified xsi:type="dcterms:W3CDTF">2025-11-14T05:51:36Z</dcterms:modified>
  <dc:identifier>DAGKJCfN4aw</dc:identifier>
</cp:coreProperties>
</file>
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1"/>
  </p:sldMasterIdLst>
  <p:notesMasterIdLst>
    <p:notesMasterId r:id="rId24"/>
  </p:notesMasterIdLst>
  <p:sldIdLst>
    <p:sldId id="256" r:id="rId2"/>
    <p:sldId id="299" r:id="rId3"/>
    <p:sldId id="369" r:id="rId4"/>
    <p:sldId id="370" r:id="rId5"/>
    <p:sldId id="377" r:id="rId6"/>
    <p:sldId id="379" r:id="rId7"/>
    <p:sldId id="381" r:id="rId8"/>
    <p:sldId id="382" r:id="rId9"/>
    <p:sldId id="376" r:id="rId10"/>
    <p:sldId id="362" r:id="rId11"/>
    <p:sldId id="364" r:id="rId12"/>
    <p:sldId id="352" r:id="rId13"/>
    <p:sldId id="350" r:id="rId14"/>
    <p:sldId id="359" r:id="rId15"/>
    <p:sldId id="298" r:id="rId16"/>
    <p:sldId id="342" r:id="rId17"/>
    <p:sldId id="343" r:id="rId18"/>
    <p:sldId id="302" r:id="rId19"/>
    <p:sldId id="344" r:id="rId20"/>
    <p:sldId id="303" r:id="rId21"/>
    <p:sldId id="353" r:id="rId22"/>
    <p:sldId id="354" r:id="rId23"/>
  </p:sldIdLst>
  <p:sldSz cx="18288000" cy="10287000"/>
  <p:notesSz cx="6858000" cy="9144000"/>
  <p:embeddedFontLst>
    <p:embeddedFont>
      <p:font typeface="Source Han Sans JP" panose="020B0600070205080204" charset="-128"/>
      <p:regular r:id="rId25"/>
    </p:embeddedFont>
    <p:embeddedFont>
      <p:font typeface="Source Han Sans JP Bold" panose="020B0600070205080204" charset="-128"/>
      <p:regular r:id="rId26"/>
    </p:embeddedFont>
    <p:embeddedFont>
      <p:font typeface="Source Han Sans JP Medium" panose="020B0600070205080204" charset="-128"/>
      <p:regular r:id="rId27"/>
    </p:embeddedFont>
    <p:embeddedFont>
      <p:font typeface="Meiryo UI" panose="020B0604030504040204" pitchFamily="50" charset="-128"/>
      <p:regular r:id="rId28"/>
      <p:bold r:id="rId29"/>
      <p:italic r:id="rId30"/>
      <p:boldItalic r:id="rId31"/>
    </p:embeddedFont>
    <p:embeddedFont>
      <p:font typeface="Now" panose="020B0600070205080204" charset="0"/>
      <p:regular r:id="rId32"/>
    </p:embeddedFont>
    <p:embeddedFont>
      <p:font typeface="游ゴシック" panose="020B0400000000000000" pitchFamily="50" charset="-128"/>
      <p:regular r:id="rId33"/>
      <p:bold r:id="rId34"/>
    </p:embeddedFont>
    <p:embeddedFont>
      <p:font typeface="游ゴシック Medium" panose="020B0500000000000000" pitchFamily="50" charset="-128"/>
      <p:regular r:id="rId3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既定のセクション" id="{14FD809A-16E9-4A61-A3AB-0BA26E6F3F4C}">
          <p14:sldIdLst>
            <p14:sldId id="256"/>
            <p14:sldId id="299"/>
            <p14:sldId id="369"/>
            <p14:sldId id="370"/>
            <p14:sldId id="377"/>
            <p14:sldId id="379"/>
            <p14:sldId id="381"/>
            <p14:sldId id="382"/>
            <p14:sldId id="376"/>
            <p14:sldId id="362"/>
            <p14:sldId id="364"/>
          </p14:sldIdLst>
        </p14:section>
        <p14:section name="テンプレート" id="{8EC063C3-38F5-405D-BD10-6AC59FF97235}">
          <p14:sldIdLst>
            <p14:sldId id="352"/>
            <p14:sldId id="350"/>
            <p14:sldId id="359"/>
            <p14:sldId id="298"/>
            <p14:sldId id="342"/>
            <p14:sldId id="343"/>
            <p14:sldId id="302"/>
            <p14:sldId id="344"/>
            <p14:sldId id="303"/>
            <p14:sldId id="353"/>
            <p14:sldId id="35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9646"/>
    <a:srgbClr val="5276F8"/>
    <a:srgbClr val="ECF1F1"/>
    <a:srgbClr val="86B8B7"/>
    <a:srgbClr val="DBE9E8"/>
    <a:srgbClr val="C8DEDD"/>
    <a:srgbClr val="93BFBE"/>
    <a:srgbClr val="76AEAD"/>
    <a:srgbClr val="5DC77B"/>
    <a:srgbClr val="64A4A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ABDC213-C613-4B8D-844C-1C4680CBBD9C}" v="86" dt="2025-11-06T13:02:25.28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361" autoAdjust="0"/>
    <p:restoredTop sz="80364" autoAdjust="0"/>
  </p:normalViewPr>
  <p:slideViewPr>
    <p:cSldViewPr>
      <p:cViewPr varScale="1">
        <p:scale>
          <a:sx n="50" d="100"/>
          <a:sy n="50" d="100"/>
        </p:scale>
        <p:origin x="308" y="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5370"/>
    </p:cViewPr>
  </p:sorterViewPr>
  <p:notesViewPr>
    <p:cSldViewPr>
      <p:cViewPr varScale="1">
        <p:scale>
          <a:sx n="56" d="100"/>
          <a:sy n="56" d="100"/>
        </p:scale>
        <p:origin x="2588" y="5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font" Target="fonts/font10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5.fntdata"/><Relationship Id="rId4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font" Target="fonts/font8.fntdata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font" Target="fonts/font11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font" Target="fonts/font9.fntdata"/><Relationship Id="rId38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ibariku0623@icloud.com" userId="47b6e960b06a1f92" providerId="LiveId" clId="{DFDF2D9E-0FA2-4FD2-962D-E4713059FE82}"/>
    <pc:docChg chg="undo custSel addSld delSld modSld sldOrd modSection">
      <pc:chgData name="shibariku0623@icloud.com" userId="47b6e960b06a1f92" providerId="LiveId" clId="{DFDF2D9E-0FA2-4FD2-962D-E4713059FE82}" dt="2025-11-07T02:56:27.583" v="4540" actId="47"/>
      <pc:docMkLst>
        <pc:docMk/>
      </pc:docMkLst>
      <pc:sldChg chg="modSp mod">
        <pc:chgData name="shibariku0623@icloud.com" userId="47b6e960b06a1f92" providerId="LiveId" clId="{DFDF2D9E-0FA2-4FD2-962D-E4713059FE82}" dt="2025-11-06T07:23:08.314" v="1757" actId="20577"/>
        <pc:sldMkLst>
          <pc:docMk/>
          <pc:sldMk cId="0" sldId="256"/>
        </pc:sldMkLst>
        <pc:spChg chg="mod">
          <ac:chgData name="shibariku0623@icloud.com" userId="47b6e960b06a1f92" providerId="LiveId" clId="{DFDF2D9E-0FA2-4FD2-962D-E4713059FE82}" dt="2025-11-06T07:23:08.314" v="1757" actId="20577"/>
          <ac:spMkLst>
            <pc:docMk/>
            <pc:sldMk cId="0" sldId="256"/>
            <ac:spMk id="20" creationId="{00000000-0000-0000-0000-000000000000}"/>
          </ac:spMkLst>
        </pc:spChg>
      </pc:sldChg>
      <pc:sldChg chg="modSp mod">
        <pc:chgData name="shibariku0623@icloud.com" userId="47b6e960b06a1f92" providerId="LiveId" clId="{DFDF2D9E-0FA2-4FD2-962D-E4713059FE82}" dt="2025-11-07T02:56:21.552" v="4535" actId="1076"/>
        <pc:sldMkLst>
          <pc:docMk/>
          <pc:sldMk cId="1242965381" sldId="299"/>
        </pc:sldMkLst>
        <pc:spChg chg="mod">
          <ac:chgData name="shibariku0623@icloud.com" userId="47b6e960b06a1f92" providerId="LiveId" clId="{DFDF2D9E-0FA2-4FD2-962D-E4713059FE82}" dt="2025-11-07T02:56:18.979" v="4531" actId="20577"/>
          <ac:spMkLst>
            <pc:docMk/>
            <pc:sldMk cId="1242965381" sldId="299"/>
            <ac:spMk id="515" creationId="{A243EAE5-356B-1894-75BE-66367ECE2D1E}"/>
          </ac:spMkLst>
        </pc:spChg>
        <pc:spChg chg="mod">
          <ac:chgData name="shibariku0623@icloud.com" userId="47b6e960b06a1f92" providerId="LiveId" clId="{DFDF2D9E-0FA2-4FD2-962D-E4713059FE82}" dt="2025-11-07T02:56:19.957" v="4534" actId="20577"/>
          <ac:spMkLst>
            <pc:docMk/>
            <pc:sldMk cId="1242965381" sldId="299"/>
            <ac:spMk id="516" creationId="{ED03FC3B-8BEB-F105-968D-F000DB9D8CCD}"/>
          </ac:spMkLst>
        </pc:spChg>
        <pc:grpChg chg="mod">
          <ac:chgData name="shibariku0623@icloud.com" userId="47b6e960b06a1f92" providerId="LiveId" clId="{DFDF2D9E-0FA2-4FD2-962D-E4713059FE82}" dt="2025-11-07T02:56:21.552" v="4535" actId="1076"/>
          <ac:grpSpMkLst>
            <pc:docMk/>
            <pc:sldMk cId="1242965381" sldId="299"/>
            <ac:grpSpMk id="514" creationId="{B62302C4-E809-FCAB-957F-A716CD8F0562}"/>
          </ac:grpSpMkLst>
        </pc:grpChg>
      </pc:sldChg>
      <pc:sldChg chg="add del mod modShow">
        <pc:chgData name="shibariku0623@icloud.com" userId="47b6e960b06a1f92" providerId="LiveId" clId="{DFDF2D9E-0FA2-4FD2-962D-E4713059FE82}" dt="2025-11-07T02:56:07.401" v="4529" actId="729"/>
        <pc:sldMkLst>
          <pc:docMk/>
          <pc:sldMk cId="953242606" sldId="362"/>
        </pc:sldMkLst>
      </pc:sldChg>
      <pc:sldChg chg="add del mod modShow">
        <pc:chgData name="shibariku0623@icloud.com" userId="47b6e960b06a1f92" providerId="LiveId" clId="{DFDF2D9E-0FA2-4FD2-962D-E4713059FE82}" dt="2025-11-07T02:56:09.469" v="4530" actId="729"/>
        <pc:sldMkLst>
          <pc:docMk/>
          <pc:sldMk cId="2694686129" sldId="364"/>
        </pc:sldMkLst>
      </pc:sldChg>
      <pc:sldChg chg="addSp delSp modSp mod">
        <pc:chgData name="shibariku0623@icloud.com" userId="47b6e960b06a1f92" providerId="LiveId" clId="{DFDF2D9E-0FA2-4FD2-962D-E4713059FE82}" dt="2025-11-06T12:38:40.860" v="2777" actId="22"/>
        <pc:sldMkLst>
          <pc:docMk/>
          <pc:sldMk cId="2734874408" sldId="369"/>
        </pc:sldMkLst>
        <pc:spChg chg="mod">
          <ac:chgData name="shibariku0623@icloud.com" userId="47b6e960b06a1f92" providerId="LiveId" clId="{DFDF2D9E-0FA2-4FD2-962D-E4713059FE82}" dt="2025-11-06T12:08:58.721" v="2427" actId="20577"/>
          <ac:spMkLst>
            <pc:docMk/>
            <pc:sldMk cId="2734874408" sldId="369"/>
            <ac:spMk id="4" creationId="{8051D341-3F4E-05E2-FAF3-B13E18C06953}"/>
          </ac:spMkLst>
        </pc:spChg>
        <pc:spChg chg="add del mod">
          <ac:chgData name="shibariku0623@icloud.com" userId="47b6e960b06a1f92" providerId="LiveId" clId="{DFDF2D9E-0FA2-4FD2-962D-E4713059FE82}" dt="2025-11-06T12:06:41.595" v="2335" actId="478"/>
          <ac:spMkLst>
            <pc:docMk/>
            <pc:sldMk cId="2734874408" sldId="369"/>
            <ac:spMk id="5" creationId="{979C959B-184E-50D1-F4F8-4C813B6286DF}"/>
          </ac:spMkLst>
        </pc:spChg>
        <pc:spChg chg="del mod">
          <ac:chgData name="shibariku0623@icloud.com" userId="47b6e960b06a1f92" providerId="LiveId" clId="{DFDF2D9E-0FA2-4FD2-962D-E4713059FE82}" dt="2025-11-06T11:11:18.377" v="1876" actId="478"/>
          <ac:spMkLst>
            <pc:docMk/>
            <pc:sldMk cId="2734874408" sldId="369"/>
            <ac:spMk id="7" creationId="{9335D46D-4CD3-A050-0D25-E69F0BCAD80F}"/>
          </ac:spMkLst>
        </pc:spChg>
        <pc:spChg chg="mod">
          <ac:chgData name="shibariku0623@icloud.com" userId="47b6e960b06a1f92" providerId="LiveId" clId="{DFDF2D9E-0FA2-4FD2-962D-E4713059FE82}" dt="2025-11-06T11:06:40.566" v="1869" actId="20577"/>
          <ac:spMkLst>
            <pc:docMk/>
            <pc:sldMk cId="2734874408" sldId="369"/>
            <ac:spMk id="9" creationId="{528E2267-62E2-5E44-3578-0597CE496E73}"/>
          </ac:spMkLst>
        </pc:spChg>
        <pc:spChg chg="add del mod">
          <ac:chgData name="shibariku0623@icloud.com" userId="47b6e960b06a1f92" providerId="LiveId" clId="{DFDF2D9E-0FA2-4FD2-962D-E4713059FE82}" dt="2025-11-06T12:06:40.638" v="2334" actId="478"/>
          <ac:spMkLst>
            <pc:docMk/>
            <pc:sldMk cId="2734874408" sldId="369"/>
            <ac:spMk id="27" creationId="{23A5BFC1-400F-2CAB-7A0F-C8A3701BC6F5}"/>
          </ac:spMkLst>
        </pc:spChg>
        <pc:spChg chg="del">
          <ac:chgData name="shibariku0623@icloud.com" userId="47b6e960b06a1f92" providerId="LiveId" clId="{DFDF2D9E-0FA2-4FD2-962D-E4713059FE82}" dt="2025-11-06T11:06:59.857" v="1870" actId="478"/>
          <ac:spMkLst>
            <pc:docMk/>
            <pc:sldMk cId="2734874408" sldId="369"/>
            <ac:spMk id="28" creationId="{91775254-DC9A-3498-4138-15C6A2E74E86}"/>
          </ac:spMkLst>
        </pc:spChg>
        <pc:spChg chg="add del mod">
          <ac:chgData name="shibariku0623@icloud.com" userId="47b6e960b06a1f92" providerId="LiveId" clId="{DFDF2D9E-0FA2-4FD2-962D-E4713059FE82}" dt="2025-11-06T12:06:39.642" v="2333" actId="478"/>
          <ac:spMkLst>
            <pc:docMk/>
            <pc:sldMk cId="2734874408" sldId="369"/>
            <ac:spMk id="29" creationId="{0D45EEAB-CA70-1758-7597-0532D633FFE8}"/>
          </ac:spMkLst>
        </pc:spChg>
        <pc:spChg chg="add del mod">
          <ac:chgData name="shibariku0623@icloud.com" userId="47b6e960b06a1f92" providerId="LiveId" clId="{DFDF2D9E-0FA2-4FD2-962D-E4713059FE82}" dt="2025-11-06T12:06:37.696" v="2332" actId="478"/>
          <ac:spMkLst>
            <pc:docMk/>
            <pc:sldMk cId="2734874408" sldId="369"/>
            <ac:spMk id="30" creationId="{55A57D68-35EA-4405-E137-722DEA3CE402}"/>
          </ac:spMkLst>
        </pc:spChg>
        <pc:spChg chg="add mod">
          <ac:chgData name="shibariku0623@icloud.com" userId="47b6e960b06a1f92" providerId="LiveId" clId="{DFDF2D9E-0FA2-4FD2-962D-E4713059FE82}" dt="2025-11-06T12:06:29.230" v="2329" actId="1076"/>
          <ac:spMkLst>
            <pc:docMk/>
            <pc:sldMk cId="2734874408" sldId="369"/>
            <ac:spMk id="31" creationId="{ACE7EACE-DCC3-D02E-4898-46BB70F6559E}"/>
          </ac:spMkLst>
        </pc:spChg>
        <pc:spChg chg="add mod">
          <ac:chgData name="shibariku0623@icloud.com" userId="47b6e960b06a1f92" providerId="LiveId" clId="{DFDF2D9E-0FA2-4FD2-962D-E4713059FE82}" dt="2025-11-06T12:08:31.368" v="2422" actId="1076"/>
          <ac:spMkLst>
            <pc:docMk/>
            <pc:sldMk cId="2734874408" sldId="369"/>
            <ac:spMk id="32" creationId="{E0DC9448-9579-EC9C-88E0-4A1B35671021}"/>
          </ac:spMkLst>
        </pc:spChg>
        <pc:spChg chg="add mod">
          <ac:chgData name="shibariku0623@icloud.com" userId="47b6e960b06a1f92" providerId="LiveId" clId="{DFDF2D9E-0FA2-4FD2-962D-E4713059FE82}" dt="2025-11-06T12:07:07.829" v="2342" actId="1076"/>
          <ac:spMkLst>
            <pc:docMk/>
            <pc:sldMk cId="2734874408" sldId="369"/>
            <ac:spMk id="33" creationId="{E33795A5-9500-CE4E-59F4-7F1F809E86DB}"/>
          </ac:spMkLst>
        </pc:spChg>
        <pc:spChg chg="add mod">
          <ac:chgData name="shibariku0623@icloud.com" userId="47b6e960b06a1f92" providerId="LiveId" clId="{DFDF2D9E-0FA2-4FD2-962D-E4713059FE82}" dt="2025-11-06T12:06:47.732" v="2339" actId="1076"/>
          <ac:spMkLst>
            <pc:docMk/>
            <pc:sldMk cId="2734874408" sldId="369"/>
            <ac:spMk id="34" creationId="{84697AF4-0346-82A9-1615-DC7790B37053}"/>
          </ac:spMkLst>
        </pc:spChg>
        <pc:spChg chg="add mod">
          <ac:chgData name="shibariku0623@icloud.com" userId="47b6e960b06a1f92" providerId="LiveId" clId="{DFDF2D9E-0FA2-4FD2-962D-E4713059FE82}" dt="2025-11-06T12:08:13.805" v="2418" actId="1076"/>
          <ac:spMkLst>
            <pc:docMk/>
            <pc:sldMk cId="2734874408" sldId="369"/>
            <ac:spMk id="35" creationId="{16630B01-486B-663F-F32A-9C343D025E68}"/>
          </ac:spMkLst>
        </pc:spChg>
        <pc:spChg chg="add mod">
          <ac:chgData name="shibariku0623@icloud.com" userId="47b6e960b06a1f92" providerId="LiveId" clId="{DFDF2D9E-0FA2-4FD2-962D-E4713059FE82}" dt="2025-11-06T12:08:17.782" v="2419" actId="1076"/>
          <ac:spMkLst>
            <pc:docMk/>
            <pc:sldMk cId="2734874408" sldId="369"/>
            <ac:spMk id="36" creationId="{A3E77F93-7DB8-DEF3-B088-3D081B024767}"/>
          </ac:spMkLst>
        </pc:spChg>
        <pc:spChg chg="add mod">
          <ac:chgData name="shibariku0623@icloud.com" userId="47b6e960b06a1f92" providerId="LiveId" clId="{DFDF2D9E-0FA2-4FD2-962D-E4713059FE82}" dt="2025-11-06T12:08:36.559" v="2423" actId="1076"/>
          <ac:spMkLst>
            <pc:docMk/>
            <pc:sldMk cId="2734874408" sldId="369"/>
            <ac:spMk id="37" creationId="{D8394EA5-678C-D2B9-C068-559F226FCEAC}"/>
          </ac:spMkLst>
        </pc:spChg>
        <pc:spChg chg="add mod">
          <ac:chgData name="shibariku0623@icloud.com" userId="47b6e960b06a1f92" providerId="LiveId" clId="{DFDF2D9E-0FA2-4FD2-962D-E4713059FE82}" dt="2025-11-06T12:07:41.939" v="2370" actId="1076"/>
          <ac:spMkLst>
            <pc:docMk/>
            <pc:sldMk cId="2734874408" sldId="369"/>
            <ac:spMk id="38" creationId="{E3A03B70-91DD-866D-3212-9C920354C7CB}"/>
          </ac:spMkLst>
        </pc:spChg>
        <pc:spChg chg="add del">
          <ac:chgData name="shibariku0623@icloud.com" userId="47b6e960b06a1f92" providerId="LiveId" clId="{DFDF2D9E-0FA2-4FD2-962D-E4713059FE82}" dt="2025-11-06T12:38:40.860" v="2777" actId="22"/>
          <ac:spMkLst>
            <pc:docMk/>
            <pc:sldMk cId="2734874408" sldId="369"/>
            <ac:spMk id="40" creationId="{3E79CFF4-1FAE-9B7D-0A55-C5DBA8E8E6AE}"/>
          </ac:spMkLst>
        </pc:spChg>
        <pc:picChg chg="mod">
          <ac:chgData name="shibariku0623@icloud.com" userId="47b6e960b06a1f92" providerId="LiveId" clId="{DFDF2D9E-0FA2-4FD2-962D-E4713059FE82}" dt="2025-11-06T12:08:28.747" v="2421" actId="1076"/>
          <ac:picMkLst>
            <pc:docMk/>
            <pc:sldMk cId="2734874408" sldId="369"/>
            <ac:picMk id="6" creationId="{F551C7C4-BC95-5C39-A657-3F83220A497D}"/>
          </ac:picMkLst>
        </pc:picChg>
      </pc:sldChg>
      <pc:sldChg chg="addSp delSp modSp mod">
        <pc:chgData name="shibariku0623@icloud.com" userId="47b6e960b06a1f92" providerId="LiveId" clId="{DFDF2D9E-0FA2-4FD2-962D-E4713059FE82}" dt="2025-11-06T12:17:54.425" v="2745" actId="1076"/>
        <pc:sldMkLst>
          <pc:docMk/>
          <pc:sldMk cId="1262852738" sldId="370"/>
        </pc:sldMkLst>
        <pc:spChg chg="add del mod">
          <ac:chgData name="shibariku0623@icloud.com" userId="47b6e960b06a1f92" providerId="LiveId" clId="{DFDF2D9E-0FA2-4FD2-962D-E4713059FE82}" dt="2025-11-06T12:10:36.021" v="2462" actId="478"/>
          <ac:spMkLst>
            <pc:docMk/>
            <pc:sldMk cId="1262852738" sldId="370"/>
            <ac:spMk id="7" creationId="{8815FC59-3F66-7DEC-AAF7-8EBB3D005722}"/>
          </ac:spMkLst>
        </pc:spChg>
        <pc:spChg chg="mod">
          <ac:chgData name="shibariku0623@icloud.com" userId="47b6e960b06a1f92" providerId="LiveId" clId="{DFDF2D9E-0FA2-4FD2-962D-E4713059FE82}" dt="2025-11-06T11:22:32.838" v="2243" actId="1076"/>
          <ac:spMkLst>
            <pc:docMk/>
            <pc:sldMk cId="1262852738" sldId="370"/>
            <ac:spMk id="9" creationId="{6FA22FA4-09FE-C5E1-F7B8-374118DC5BC3}"/>
          </ac:spMkLst>
        </pc:spChg>
        <pc:spChg chg="mod">
          <ac:chgData name="shibariku0623@icloud.com" userId="47b6e960b06a1f92" providerId="LiveId" clId="{DFDF2D9E-0FA2-4FD2-962D-E4713059FE82}" dt="2025-11-06T11:22:05.536" v="2228"/>
          <ac:spMkLst>
            <pc:docMk/>
            <pc:sldMk cId="1262852738" sldId="370"/>
            <ac:spMk id="26" creationId="{64024EB2-909D-3798-872F-AC0AB4467080}"/>
          </ac:spMkLst>
        </pc:spChg>
        <pc:spChg chg="mod">
          <ac:chgData name="shibariku0623@icloud.com" userId="47b6e960b06a1f92" providerId="LiveId" clId="{DFDF2D9E-0FA2-4FD2-962D-E4713059FE82}" dt="2025-11-06T12:17:54.425" v="2745" actId="1076"/>
          <ac:spMkLst>
            <pc:docMk/>
            <pc:sldMk cId="1262852738" sldId="370"/>
            <ac:spMk id="27" creationId="{6F960731-65DC-C89C-B532-4F7A74388816}"/>
          </ac:spMkLst>
        </pc:spChg>
        <pc:spChg chg="del">
          <ac:chgData name="shibariku0623@icloud.com" userId="47b6e960b06a1f92" providerId="LiveId" clId="{DFDF2D9E-0FA2-4FD2-962D-E4713059FE82}" dt="2025-11-06T11:21:54.245" v="2224" actId="478"/>
          <ac:spMkLst>
            <pc:docMk/>
            <pc:sldMk cId="1262852738" sldId="370"/>
            <ac:spMk id="28" creationId="{75291582-50E3-A026-30B7-6BF9F5E0EC56}"/>
          </ac:spMkLst>
        </pc:spChg>
        <pc:spChg chg="add del mod">
          <ac:chgData name="shibariku0623@icloud.com" userId="47b6e960b06a1f92" providerId="LiveId" clId="{DFDF2D9E-0FA2-4FD2-962D-E4713059FE82}" dt="2025-11-06T12:10:38.302" v="2464" actId="478"/>
          <ac:spMkLst>
            <pc:docMk/>
            <pc:sldMk cId="1262852738" sldId="370"/>
            <ac:spMk id="29" creationId="{13DAD686-3A10-AC99-DE68-D310807CE336}"/>
          </ac:spMkLst>
        </pc:spChg>
        <pc:spChg chg="add del mod">
          <ac:chgData name="shibariku0623@icloud.com" userId="47b6e960b06a1f92" providerId="LiveId" clId="{DFDF2D9E-0FA2-4FD2-962D-E4713059FE82}" dt="2025-11-06T12:10:37.230" v="2463" actId="478"/>
          <ac:spMkLst>
            <pc:docMk/>
            <pc:sldMk cId="1262852738" sldId="370"/>
            <ac:spMk id="30" creationId="{55DF5307-CDC3-291D-1E5B-652242110585}"/>
          </ac:spMkLst>
        </pc:spChg>
        <pc:spChg chg="del">
          <ac:chgData name="shibariku0623@icloud.com" userId="47b6e960b06a1f92" providerId="LiveId" clId="{DFDF2D9E-0FA2-4FD2-962D-E4713059FE82}" dt="2025-11-06T11:21:57.630" v="2225" actId="478"/>
          <ac:spMkLst>
            <pc:docMk/>
            <pc:sldMk cId="1262852738" sldId="370"/>
            <ac:spMk id="31" creationId="{2DD76D85-B9BD-B136-E944-C7A057CE81B1}"/>
          </ac:spMkLst>
        </pc:spChg>
        <pc:spChg chg="del">
          <ac:chgData name="shibariku0623@icloud.com" userId="47b6e960b06a1f92" providerId="LiveId" clId="{DFDF2D9E-0FA2-4FD2-962D-E4713059FE82}" dt="2025-11-06T11:22:00.938" v="2227" actId="478"/>
          <ac:spMkLst>
            <pc:docMk/>
            <pc:sldMk cId="1262852738" sldId="370"/>
            <ac:spMk id="32" creationId="{7362DB46-3E4A-B779-A5A5-98EE16F0F52F}"/>
          </ac:spMkLst>
        </pc:spChg>
        <pc:spChg chg="add mod">
          <ac:chgData name="shibariku0623@icloud.com" userId="47b6e960b06a1f92" providerId="LiveId" clId="{DFDF2D9E-0FA2-4FD2-962D-E4713059FE82}" dt="2025-11-06T12:12:15.340" v="2525" actId="1076"/>
          <ac:spMkLst>
            <pc:docMk/>
            <pc:sldMk cId="1262852738" sldId="370"/>
            <ac:spMk id="33" creationId="{184DDC62-C57C-CF8A-FF2D-DB2DF870BB77}"/>
          </ac:spMkLst>
        </pc:spChg>
        <pc:spChg chg="del">
          <ac:chgData name="shibariku0623@icloud.com" userId="47b6e960b06a1f92" providerId="LiveId" clId="{DFDF2D9E-0FA2-4FD2-962D-E4713059FE82}" dt="2025-11-06T11:21:58.453" v="2226" actId="478"/>
          <ac:spMkLst>
            <pc:docMk/>
            <pc:sldMk cId="1262852738" sldId="370"/>
            <ac:spMk id="35" creationId="{E083E8D9-6692-38D1-D4CF-BCEB961D7E6C}"/>
          </ac:spMkLst>
        </pc:spChg>
        <pc:spChg chg="del mod">
          <ac:chgData name="shibariku0623@icloud.com" userId="47b6e960b06a1f92" providerId="LiveId" clId="{DFDF2D9E-0FA2-4FD2-962D-E4713059FE82}" dt="2025-11-06T12:09:28.123" v="2438" actId="478"/>
          <ac:spMkLst>
            <pc:docMk/>
            <pc:sldMk cId="1262852738" sldId="370"/>
            <ac:spMk id="36" creationId="{F5CF789C-73A1-1C0D-8245-E54AF6E99B90}"/>
          </ac:spMkLst>
        </pc:spChg>
        <pc:spChg chg="add del mod">
          <ac:chgData name="shibariku0623@icloud.com" userId="47b6e960b06a1f92" providerId="LiveId" clId="{DFDF2D9E-0FA2-4FD2-962D-E4713059FE82}" dt="2025-11-06T12:09:49.475" v="2443" actId="478"/>
          <ac:spMkLst>
            <pc:docMk/>
            <pc:sldMk cId="1262852738" sldId="370"/>
            <ac:spMk id="37" creationId="{5E13E6B9-84BD-DB7F-B845-74CB1B0BBD98}"/>
          </ac:spMkLst>
        </pc:spChg>
        <pc:spChg chg="add del mod">
          <ac:chgData name="shibariku0623@icloud.com" userId="47b6e960b06a1f92" providerId="LiveId" clId="{DFDF2D9E-0FA2-4FD2-962D-E4713059FE82}" dt="2025-11-06T12:09:51.592" v="2444" actId="478"/>
          <ac:spMkLst>
            <pc:docMk/>
            <pc:sldMk cId="1262852738" sldId="370"/>
            <ac:spMk id="38" creationId="{4D25CAF9-157A-2B86-DA55-2772112E418A}"/>
          </ac:spMkLst>
        </pc:spChg>
        <pc:spChg chg="add del mod">
          <ac:chgData name="shibariku0623@icloud.com" userId="47b6e960b06a1f92" providerId="LiveId" clId="{DFDF2D9E-0FA2-4FD2-962D-E4713059FE82}" dt="2025-11-06T12:09:47.765" v="2442" actId="478"/>
          <ac:spMkLst>
            <pc:docMk/>
            <pc:sldMk cId="1262852738" sldId="370"/>
            <ac:spMk id="39" creationId="{47F7BBD9-C493-0999-5C56-56AC3FF99484}"/>
          </ac:spMkLst>
        </pc:spChg>
        <pc:spChg chg="add del mod">
          <ac:chgData name="shibariku0623@icloud.com" userId="47b6e960b06a1f92" providerId="LiveId" clId="{DFDF2D9E-0FA2-4FD2-962D-E4713059FE82}" dt="2025-11-06T12:09:46.276" v="2441" actId="478"/>
          <ac:spMkLst>
            <pc:docMk/>
            <pc:sldMk cId="1262852738" sldId="370"/>
            <ac:spMk id="40" creationId="{19DD45D5-E534-BCF2-4EC4-3DA5DF994335}"/>
          </ac:spMkLst>
        </pc:spChg>
        <pc:spChg chg="add mod">
          <ac:chgData name="shibariku0623@icloud.com" userId="47b6e960b06a1f92" providerId="LiveId" clId="{DFDF2D9E-0FA2-4FD2-962D-E4713059FE82}" dt="2025-11-06T12:14:31.566" v="2567" actId="1076"/>
          <ac:spMkLst>
            <pc:docMk/>
            <pc:sldMk cId="1262852738" sldId="370"/>
            <ac:spMk id="41" creationId="{D2476005-2A2F-8306-D425-20D43A410698}"/>
          </ac:spMkLst>
        </pc:spChg>
        <pc:spChg chg="add mod">
          <ac:chgData name="shibariku0623@icloud.com" userId="47b6e960b06a1f92" providerId="LiveId" clId="{DFDF2D9E-0FA2-4FD2-962D-E4713059FE82}" dt="2025-11-06T12:17:37.545" v="2730" actId="1076"/>
          <ac:spMkLst>
            <pc:docMk/>
            <pc:sldMk cId="1262852738" sldId="370"/>
            <ac:spMk id="44" creationId="{3AB298CE-32D3-722F-FF61-3AEC4E0DA634}"/>
          </ac:spMkLst>
        </pc:spChg>
        <pc:spChg chg="add mod">
          <ac:chgData name="shibariku0623@icloud.com" userId="47b6e960b06a1f92" providerId="LiveId" clId="{DFDF2D9E-0FA2-4FD2-962D-E4713059FE82}" dt="2025-11-06T12:15:34.513" v="2648" actId="1076"/>
          <ac:spMkLst>
            <pc:docMk/>
            <pc:sldMk cId="1262852738" sldId="370"/>
            <ac:spMk id="45" creationId="{AE087500-AA63-43CC-A881-313027488A93}"/>
          </ac:spMkLst>
        </pc:spChg>
        <pc:spChg chg="add mod">
          <ac:chgData name="shibariku0623@icloud.com" userId="47b6e960b06a1f92" providerId="LiveId" clId="{DFDF2D9E-0FA2-4FD2-962D-E4713059FE82}" dt="2025-11-06T12:15:34.877" v="2649" actId="1076"/>
          <ac:spMkLst>
            <pc:docMk/>
            <pc:sldMk cId="1262852738" sldId="370"/>
            <ac:spMk id="46" creationId="{E65B8D5A-9E6E-CBA8-C8D3-41E75697A159}"/>
          </ac:spMkLst>
        </pc:spChg>
        <pc:grpChg chg="mod">
          <ac:chgData name="shibariku0623@icloud.com" userId="47b6e960b06a1f92" providerId="LiveId" clId="{DFDF2D9E-0FA2-4FD2-962D-E4713059FE82}" dt="2025-11-06T11:22:23.939" v="2241" actId="1076"/>
          <ac:grpSpMkLst>
            <pc:docMk/>
            <pc:sldMk cId="1262852738" sldId="370"/>
            <ac:grpSpMk id="8" creationId="{44EE0CB8-E167-BB51-41B2-00102866A510}"/>
          </ac:grpSpMkLst>
        </pc:grpChg>
        <pc:picChg chg="add mod">
          <ac:chgData name="shibariku0623@icloud.com" userId="47b6e960b06a1f92" providerId="LiveId" clId="{DFDF2D9E-0FA2-4FD2-962D-E4713059FE82}" dt="2025-11-06T12:14:22.509" v="2563" actId="1076"/>
          <ac:picMkLst>
            <pc:docMk/>
            <pc:sldMk cId="1262852738" sldId="370"/>
            <ac:picMk id="5" creationId="{FB3CE286-0701-BC1E-1681-3BDBF91A3806}"/>
          </ac:picMkLst>
        </pc:picChg>
        <pc:picChg chg="add mod">
          <ac:chgData name="shibariku0623@icloud.com" userId="47b6e960b06a1f92" providerId="LiveId" clId="{DFDF2D9E-0FA2-4FD2-962D-E4713059FE82}" dt="2025-11-06T12:11:56.738" v="2519" actId="1076"/>
          <ac:picMkLst>
            <pc:docMk/>
            <pc:sldMk cId="1262852738" sldId="370"/>
            <ac:picMk id="6" creationId="{34B71FBC-4D19-42BF-5760-2FD4E8D578A0}"/>
          </ac:picMkLst>
        </pc:picChg>
        <pc:picChg chg="del mod">
          <ac:chgData name="shibariku0623@icloud.com" userId="47b6e960b06a1f92" providerId="LiveId" clId="{DFDF2D9E-0FA2-4FD2-962D-E4713059FE82}" dt="2025-11-06T12:09:26.533" v="2437" actId="478"/>
          <ac:picMkLst>
            <pc:docMk/>
            <pc:sldMk cId="1262852738" sldId="370"/>
            <ac:picMk id="34" creationId="{6B2CAAFE-9850-1892-793F-67C034E4A680}"/>
          </ac:picMkLst>
        </pc:picChg>
        <pc:picChg chg="add mod">
          <ac:chgData name="shibariku0623@icloud.com" userId="47b6e960b06a1f92" providerId="LiveId" clId="{DFDF2D9E-0FA2-4FD2-962D-E4713059FE82}" dt="2025-11-06T12:17:33.643" v="2729" actId="1076"/>
          <ac:picMkLst>
            <pc:docMk/>
            <pc:sldMk cId="1262852738" sldId="370"/>
            <ac:picMk id="43" creationId="{C00A398F-333C-635E-D376-EAFF5F84545C}"/>
          </ac:picMkLst>
        </pc:picChg>
      </pc:sldChg>
      <pc:sldChg chg="del">
        <pc:chgData name="shibariku0623@icloud.com" userId="47b6e960b06a1f92" providerId="LiveId" clId="{DFDF2D9E-0FA2-4FD2-962D-E4713059FE82}" dt="2025-11-06T07:23:19.177" v="1758" actId="47"/>
        <pc:sldMkLst>
          <pc:docMk/>
          <pc:sldMk cId="1841662678" sldId="372"/>
        </pc:sldMkLst>
      </pc:sldChg>
      <pc:sldChg chg="del">
        <pc:chgData name="shibariku0623@icloud.com" userId="47b6e960b06a1f92" providerId="LiveId" clId="{DFDF2D9E-0FA2-4FD2-962D-E4713059FE82}" dt="2025-11-06T07:23:21.909" v="1759" actId="47"/>
        <pc:sldMkLst>
          <pc:docMk/>
          <pc:sldMk cId="1153006499" sldId="373"/>
        </pc:sldMkLst>
      </pc:sldChg>
      <pc:sldChg chg="del">
        <pc:chgData name="shibariku0623@icloud.com" userId="47b6e960b06a1f92" providerId="LiveId" clId="{DFDF2D9E-0FA2-4FD2-962D-E4713059FE82}" dt="2025-11-06T07:23:38.919" v="1766" actId="47"/>
        <pc:sldMkLst>
          <pc:docMk/>
          <pc:sldMk cId="1287340773" sldId="374"/>
        </pc:sldMkLst>
      </pc:sldChg>
      <pc:sldChg chg="modSp add del mod">
        <pc:chgData name="shibariku0623@icloud.com" userId="47b6e960b06a1f92" providerId="LiveId" clId="{DFDF2D9E-0FA2-4FD2-962D-E4713059FE82}" dt="2025-11-07T02:56:27.583" v="4540" actId="47"/>
        <pc:sldMkLst>
          <pc:docMk/>
          <pc:sldMk cId="2686004355" sldId="375"/>
        </pc:sldMkLst>
        <pc:spChg chg="mod">
          <ac:chgData name="shibariku0623@icloud.com" userId="47b6e960b06a1f92" providerId="LiveId" clId="{DFDF2D9E-0FA2-4FD2-962D-E4713059FE82}" dt="2025-11-07T02:56:24.425" v="4536" actId="20577"/>
          <ac:spMkLst>
            <pc:docMk/>
            <pc:sldMk cId="2686004355" sldId="375"/>
            <ac:spMk id="515" creationId="{A332B089-4C29-7338-2ED0-58D57C5A05C5}"/>
          </ac:spMkLst>
        </pc:spChg>
        <pc:spChg chg="mod">
          <ac:chgData name="shibariku0623@icloud.com" userId="47b6e960b06a1f92" providerId="LiveId" clId="{DFDF2D9E-0FA2-4FD2-962D-E4713059FE82}" dt="2025-11-07T02:56:25.580" v="4539" actId="20577"/>
          <ac:spMkLst>
            <pc:docMk/>
            <pc:sldMk cId="2686004355" sldId="375"/>
            <ac:spMk id="516" creationId="{4CE5C089-B3EE-80F3-6AF2-5987FBC6FD6F}"/>
          </ac:spMkLst>
        </pc:spChg>
      </pc:sldChg>
      <pc:sldChg chg="del">
        <pc:chgData name="shibariku0623@icloud.com" userId="47b6e960b06a1f92" providerId="LiveId" clId="{DFDF2D9E-0FA2-4FD2-962D-E4713059FE82}" dt="2025-11-06T07:23:24.584" v="1760" actId="47"/>
        <pc:sldMkLst>
          <pc:docMk/>
          <pc:sldMk cId="2688019429" sldId="375"/>
        </pc:sldMkLst>
      </pc:sldChg>
      <pc:sldChg chg="modSp add del mod ord modShow">
        <pc:chgData name="shibariku0623@icloud.com" userId="47b6e960b06a1f92" providerId="LiveId" clId="{DFDF2D9E-0FA2-4FD2-962D-E4713059FE82}" dt="2025-11-07T02:56:05.586" v="4528" actId="729"/>
        <pc:sldMkLst>
          <pc:docMk/>
          <pc:sldMk cId="2275455052" sldId="376"/>
        </pc:sldMkLst>
        <pc:spChg chg="mod">
          <ac:chgData name="shibariku0623@icloud.com" userId="47b6e960b06a1f92" providerId="LiveId" clId="{DFDF2D9E-0FA2-4FD2-962D-E4713059FE82}" dt="2025-11-06T07:23:48.395" v="1769" actId="207"/>
          <ac:spMkLst>
            <pc:docMk/>
            <pc:sldMk cId="2275455052" sldId="376"/>
            <ac:spMk id="515" creationId="{BF58FFCB-78C1-2767-E1E2-6CB066EF0ADD}"/>
          </ac:spMkLst>
        </pc:spChg>
      </pc:sldChg>
      <pc:sldChg chg="addSp delSp modSp add mod">
        <pc:chgData name="shibariku0623@icloud.com" userId="47b6e960b06a1f92" providerId="LiveId" clId="{DFDF2D9E-0FA2-4FD2-962D-E4713059FE82}" dt="2025-11-06T12:44:28.441" v="3016" actId="1076"/>
        <pc:sldMkLst>
          <pc:docMk/>
          <pc:sldMk cId="2798291978" sldId="377"/>
        </pc:sldMkLst>
        <pc:spChg chg="add del mod">
          <ac:chgData name="shibariku0623@icloud.com" userId="47b6e960b06a1f92" providerId="LiveId" clId="{DFDF2D9E-0FA2-4FD2-962D-E4713059FE82}" dt="2025-11-06T12:12:20.035" v="2527" actId="478"/>
          <ac:spMkLst>
            <pc:docMk/>
            <pc:sldMk cId="2798291978" sldId="377"/>
            <ac:spMk id="5" creationId="{D6B31B19-E601-A574-CF74-7E2AB6358057}"/>
          </ac:spMkLst>
        </pc:spChg>
        <pc:spChg chg="add del mod">
          <ac:chgData name="shibariku0623@icloud.com" userId="47b6e960b06a1f92" providerId="LiveId" clId="{DFDF2D9E-0FA2-4FD2-962D-E4713059FE82}" dt="2025-11-06T12:12:20.035" v="2527" actId="478"/>
          <ac:spMkLst>
            <pc:docMk/>
            <pc:sldMk cId="2798291978" sldId="377"/>
            <ac:spMk id="6" creationId="{000174C5-7998-24D1-AA3C-9589E2F54016}"/>
          </ac:spMkLst>
        </pc:spChg>
        <pc:spChg chg="add del mod">
          <ac:chgData name="shibariku0623@icloud.com" userId="47b6e960b06a1f92" providerId="LiveId" clId="{DFDF2D9E-0FA2-4FD2-962D-E4713059FE82}" dt="2025-11-06T12:12:20.035" v="2527" actId="478"/>
          <ac:spMkLst>
            <pc:docMk/>
            <pc:sldMk cId="2798291978" sldId="377"/>
            <ac:spMk id="7" creationId="{84E6AC38-796D-C138-FAA6-5180E85FC1D5}"/>
          </ac:spMkLst>
        </pc:spChg>
        <pc:spChg chg="mod">
          <ac:chgData name="shibariku0623@icloud.com" userId="47b6e960b06a1f92" providerId="LiveId" clId="{DFDF2D9E-0FA2-4FD2-962D-E4713059FE82}" dt="2025-11-06T12:38:25.620" v="2773" actId="20577"/>
          <ac:spMkLst>
            <pc:docMk/>
            <pc:sldMk cId="2798291978" sldId="377"/>
            <ac:spMk id="9" creationId="{7EB05043-63AD-F6BB-E2D7-AD6B74B65C1D}"/>
          </ac:spMkLst>
        </pc:spChg>
        <pc:spChg chg="mod">
          <ac:chgData name="shibariku0623@icloud.com" userId="47b6e960b06a1f92" providerId="LiveId" clId="{DFDF2D9E-0FA2-4FD2-962D-E4713059FE82}" dt="2025-11-06T12:38:18.906" v="2771"/>
          <ac:spMkLst>
            <pc:docMk/>
            <pc:sldMk cId="2798291978" sldId="377"/>
            <ac:spMk id="26" creationId="{7AD0AC43-5678-BE36-2112-89B33DE51652}"/>
          </ac:spMkLst>
        </pc:spChg>
        <pc:spChg chg="del mod">
          <ac:chgData name="shibariku0623@icloud.com" userId="47b6e960b06a1f92" providerId="LiveId" clId="{DFDF2D9E-0FA2-4FD2-962D-E4713059FE82}" dt="2025-11-06T12:40:25.585" v="2806" actId="478"/>
          <ac:spMkLst>
            <pc:docMk/>
            <pc:sldMk cId="2798291978" sldId="377"/>
            <ac:spMk id="27" creationId="{FFD50EE2-5777-9D6E-148F-9BA760E25CE0}"/>
          </ac:spMkLst>
        </pc:spChg>
        <pc:spChg chg="add del mod">
          <ac:chgData name="shibariku0623@icloud.com" userId="47b6e960b06a1f92" providerId="LiveId" clId="{DFDF2D9E-0FA2-4FD2-962D-E4713059FE82}" dt="2025-11-06T12:12:20.035" v="2527" actId="478"/>
          <ac:spMkLst>
            <pc:docMk/>
            <pc:sldMk cId="2798291978" sldId="377"/>
            <ac:spMk id="28" creationId="{92861492-D0B7-2C0E-C576-83A87C9F32A6}"/>
          </ac:spMkLst>
        </pc:spChg>
        <pc:spChg chg="add mod">
          <ac:chgData name="shibariku0623@icloud.com" userId="47b6e960b06a1f92" providerId="LiveId" clId="{DFDF2D9E-0FA2-4FD2-962D-E4713059FE82}" dt="2025-11-06T12:13:02.991" v="2546" actId="1076"/>
          <ac:spMkLst>
            <pc:docMk/>
            <pc:sldMk cId="2798291978" sldId="377"/>
            <ac:spMk id="30" creationId="{0F912156-1FF3-808D-AAF1-EF82C2BC34BD}"/>
          </ac:spMkLst>
        </pc:spChg>
        <pc:spChg chg="add del mod">
          <ac:chgData name="shibariku0623@icloud.com" userId="47b6e960b06a1f92" providerId="LiveId" clId="{DFDF2D9E-0FA2-4FD2-962D-E4713059FE82}" dt="2025-11-06T12:14:35.549" v="2568" actId="478"/>
          <ac:spMkLst>
            <pc:docMk/>
            <pc:sldMk cId="2798291978" sldId="377"/>
            <ac:spMk id="31" creationId="{E618BA2D-A04C-6965-C330-EE877F7C09CB}"/>
          </ac:spMkLst>
        </pc:spChg>
        <pc:spChg chg="add mod">
          <ac:chgData name="shibariku0623@icloud.com" userId="47b6e960b06a1f92" providerId="LiveId" clId="{DFDF2D9E-0FA2-4FD2-962D-E4713059FE82}" dt="2025-11-06T12:43:43.766" v="3007" actId="1076"/>
          <ac:spMkLst>
            <pc:docMk/>
            <pc:sldMk cId="2798291978" sldId="377"/>
            <ac:spMk id="32" creationId="{7862F2FF-2D3A-F529-08A7-1B04FD31BB7E}"/>
          </ac:spMkLst>
        </pc:spChg>
        <pc:spChg chg="del">
          <ac:chgData name="shibariku0623@icloud.com" userId="47b6e960b06a1f92" providerId="LiveId" clId="{DFDF2D9E-0FA2-4FD2-962D-E4713059FE82}" dt="2025-11-06T12:10:01.097" v="2446" actId="478"/>
          <ac:spMkLst>
            <pc:docMk/>
            <pc:sldMk cId="2798291978" sldId="377"/>
            <ac:spMk id="36" creationId="{A6F893CA-7A11-23D7-5832-F47A6097F4BF}"/>
          </ac:spMkLst>
        </pc:spChg>
        <pc:spChg chg="add del">
          <ac:chgData name="shibariku0623@icloud.com" userId="47b6e960b06a1f92" providerId="LiveId" clId="{DFDF2D9E-0FA2-4FD2-962D-E4713059FE82}" dt="2025-11-06T12:38:29.110" v="2775" actId="22"/>
          <ac:spMkLst>
            <pc:docMk/>
            <pc:sldMk cId="2798291978" sldId="377"/>
            <ac:spMk id="40" creationId="{4278F442-F1E1-9022-8AAA-B2D61BF898F9}"/>
          </ac:spMkLst>
        </pc:spChg>
        <pc:spChg chg="add mod">
          <ac:chgData name="shibariku0623@icloud.com" userId="47b6e960b06a1f92" providerId="LiveId" clId="{DFDF2D9E-0FA2-4FD2-962D-E4713059FE82}" dt="2025-11-06T12:39:43.902" v="2793" actId="1076"/>
          <ac:spMkLst>
            <pc:docMk/>
            <pc:sldMk cId="2798291978" sldId="377"/>
            <ac:spMk id="41" creationId="{B1891AB7-FB47-8A37-8689-0BFFEFA1A082}"/>
          </ac:spMkLst>
        </pc:spChg>
        <pc:spChg chg="add mod">
          <ac:chgData name="shibariku0623@icloud.com" userId="47b6e960b06a1f92" providerId="LiveId" clId="{DFDF2D9E-0FA2-4FD2-962D-E4713059FE82}" dt="2025-11-06T12:39:56.868" v="2796" actId="1076"/>
          <ac:spMkLst>
            <pc:docMk/>
            <pc:sldMk cId="2798291978" sldId="377"/>
            <ac:spMk id="42" creationId="{1C859D0F-3920-1D79-DC05-1A49B25344C1}"/>
          </ac:spMkLst>
        </pc:spChg>
        <pc:spChg chg="add mod">
          <ac:chgData name="shibariku0623@icloud.com" userId="47b6e960b06a1f92" providerId="LiveId" clId="{DFDF2D9E-0FA2-4FD2-962D-E4713059FE82}" dt="2025-11-06T12:43:54.092" v="3011" actId="1076"/>
          <ac:spMkLst>
            <pc:docMk/>
            <pc:sldMk cId="2798291978" sldId="377"/>
            <ac:spMk id="43" creationId="{954578B2-B4C2-A70D-062D-36C2956AAFBA}"/>
          </ac:spMkLst>
        </pc:spChg>
        <pc:grpChg chg="mod">
          <ac:chgData name="shibariku0623@icloud.com" userId="47b6e960b06a1f92" providerId="LiveId" clId="{DFDF2D9E-0FA2-4FD2-962D-E4713059FE82}" dt="2025-11-06T12:38:22.721" v="2772" actId="14100"/>
          <ac:grpSpMkLst>
            <pc:docMk/>
            <pc:sldMk cId="2798291978" sldId="377"/>
            <ac:grpSpMk id="8" creationId="{91B28FE9-4CBC-BE36-B1BC-D1B6B7DD8CAF}"/>
          </ac:grpSpMkLst>
        </pc:grpChg>
        <pc:picChg chg="add del mod">
          <ac:chgData name="shibariku0623@icloud.com" userId="47b6e960b06a1f92" providerId="LiveId" clId="{DFDF2D9E-0FA2-4FD2-962D-E4713059FE82}" dt="2025-11-06T12:12:18.856" v="2526" actId="478"/>
          <ac:picMkLst>
            <pc:docMk/>
            <pc:sldMk cId="2798291978" sldId="377"/>
            <ac:picMk id="4" creationId="{EDDBF28B-1D5E-BA36-955F-F1AA92E03747}"/>
          </ac:picMkLst>
        </pc:picChg>
        <pc:picChg chg="add mod">
          <ac:chgData name="shibariku0623@icloud.com" userId="47b6e960b06a1f92" providerId="LiveId" clId="{DFDF2D9E-0FA2-4FD2-962D-E4713059FE82}" dt="2025-11-06T12:12:38.062" v="2536"/>
          <ac:picMkLst>
            <pc:docMk/>
            <pc:sldMk cId="2798291978" sldId="377"/>
            <ac:picMk id="29" creationId="{2CF5FFC3-18F6-4AEE-7EDC-3CEEE9425017}"/>
          </ac:picMkLst>
        </pc:picChg>
        <pc:picChg chg="del">
          <ac:chgData name="shibariku0623@icloud.com" userId="47b6e960b06a1f92" providerId="LiveId" clId="{DFDF2D9E-0FA2-4FD2-962D-E4713059FE82}" dt="2025-11-06T12:10:01.097" v="2446" actId="478"/>
          <ac:picMkLst>
            <pc:docMk/>
            <pc:sldMk cId="2798291978" sldId="377"/>
            <ac:picMk id="34" creationId="{15CA7DF8-2C72-B70A-E2BE-94CB7E8D125A}"/>
          </ac:picMkLst>
        </pc:picChg>
        <pc:picChg chg="add mod">
          <ac:chgData name="shibariku0623@icloud.com" userId="47b6e960b06a1f92" providerId="LiveId" clId="{DFDF2D9E-0FA2-4FD2-962D-E4713059FE82}" dt="2025-11-06T12:39:46.089" v="2794" actId="1076"/>
          <ac:picMkLst>
            <pc:docMk/>
            <pc:sldMk cId="2798291978" sldId="377"/>
            <ac:picMk id="35" creationId="{76DAF464-FBE6-7570-694E-A11AC75DAC12}"/>
          </ac:picMkLst>
        </pc:picChg>
        <pc:picChg chg="add mod">
          <ac:chgData name="shibariku0623@icloud.com" userId="47b6e960b06a1f92" providerId="LiveId" clId="{DFDF2D9E-0FA2-4FD2-962D-E4713059FE82}" dt="2025-11-06T12:39:40.977" v="2792" actId="1076"/>
          <ac:picMkLst>
            <pc:docMk/>
            <pc:sldMk cId="2798291978" sldId="377"/>
            <ac:picMk id="38" creationId="{1E60D123-EC6D-8BDB-3401-98BCFC86041B}"/>
          </ac:picMkLst>
        </pc:picChg>
        <pc:picChg chg="add mod">
          <ac:chgData name="shibariku0623@icloud.com" userId="47b6e960b06a1f92" providerId="LiveId" clId="{DFDF2D9E-0FA2-4FD2-962D-E4713059FE82}" dt="2025-11-06T12:43:47.867" v="3010" actId="1076"/>
          <ac:picMkLst>
            <pc:docMk/>
            <pc:sldMk cId="2798291978" sldId="377"/>
            <ac:picMk id="45" creationId="{4B591C84-FF68-8BED-822B-39E915238BFE}"/>
          </ac:picMkLst>
        </pc:picChg>
        <pc:picChg chg="add mod">
          <ac:chgData name="shibariku0623@icloud.com" userId="47b6e960b06a1f92" providerId="LiveId" clId="{DFDF2D9E-0FA2-4FD2-962D-E4713059FE82}" dt="2025-11-06T12:44:28.441" v="3016" actId="1076"/>
          <ac:picMkLst>
            <pc:docMk/>
            <pc:sldMk cId="2798291978" sldId="377"/>
            <ac:picMk id="47" creationId="{13BC6E94-2AFF-1914-9115-99C7FF20F88C}"/>
          </ac:picMkLst>
        </pc:picChg>
      </pc:sldChg>
      <pc:sldChg chg="addSp delSp modSp add del mod">
        <pc:chgData name="shibariku0623@icloud.com" userId="47b6e960b06a1f92" providerId="LiveId" clId="{DFDF2D9E-0FA2-4FD2-962D-E4713059FE82}" dt="2025-11-06T12:44:42.280" v="3017" actId="47"/>
        <pc:sldMkLst>
          <pc:docMk/>
          <pc:sldMk cId="621557629" sldId="378"/>
        </pc:sldMkLst>
        <pc:spChg chg="add del mod">
          <ac:chgData name="shibariku0623@icloud.com" userId="47b6e960b06a1f92" providerId="LiveId" clId="{DFDF2D9E-0FA2-4FD2-962D-E4713059FE82}" dt="2025-11-06T12:12:22.640" v="2529" actId="478"/>
          <ac:spMkLst>
            <pc:docMk/>
            <pc:sldMk cId="621557629" sldId="378"/>
            <ac:spMk id="5" creationId="{2C9CA6A3-4C01-6189-4100-04298B58486A}"/>
          </ac:spMkLst>
        </pc:spChg>
        <pc:spChg chg="add del mod">
          <ac:chgData name="shibariku0623@icloud.com" userId="47b6e960b06a1f92" providerId="LiveId" clId="{DFDF2D9E-0FA2-4FD2-962D-E4713059FE82}" dt="2025-11-06T12:12:22.640" v="2529" actId="478"/>
          <ac:spMkLst>
            <pc:docMk/>
            <pc:sldMk cId="621557629" sldId="378"/>
            <ac:spMk id="6" creationId="{9DFDAF2B-4A6D-C970-C299-A2AF5851EA93}"/>
          </ac:spMkLst>
        </pc:spChg>
        <pc:spChg chg="add del mod">
          <ac:chgData name="shibariku0623@icloud.com" userId="47b6e960b06a1f92" providerId="LiveId" clId="{DFDF2D9E-0FA2-4FD2-962D-E4713059FE82}" dt="2025-11-06T12:12:22.640" v="2529" actId="478"/>
          <ac:spMkLst>
            <pc:docMk/>
            <pc:sldMk cId="621557629" sldId="378"/>
            <ac:spMk id="7" creationId="{EE0F019E-C6C8-945F-1AA1-73AAFFDFACFD}"/>
          </ac:spMkLst>
        </pc:spChg>
        <pc:spChg chg="mod">
          <ac:chgData name="shibariku0623@icloud.com" userId="47b6e960b06a1f92" providerId="LiveId" clId="{DFDF2D9E-0FA2-4FD2-962D-E4713059FE82}" dt="2025-11-06T11:23:50.995" v="2294" actId="20577"/>
          <ac:spMkLst>
            <pc:docMk/>
            <pc:sldMk cId="621557629" sldId="378"/>
            <ac:spMk id="9" creationId="{7431A5F6-B8BF-6557-8516-A30B2B6CB0BE}"/>
          </ac:spMkLst>
        </pc:spChg>
        <pc:spChg chg="mod">
          <ac:chgData name="shibariku0623@icloud.com" userId="47b6e960b06a1f92" providerId="LiveId" clId="{DFDF2D9E-0FA2-4FD2-962D-E4713059FE82}" dt="2025-11-06T11:23:14.637" v="2274"/>
          <ac:spMkLst>
            <pc:docMk/>
            <pc:sldMk cId="621557629" sldId="378"/>
            <ac:spMk id="26" creationId="{109E9AC4-16DC-9CBD-5A6E-D37B146A2718}"/>
          </ac:spMkLst>
        </pc:spChg>
        <pc:spChg chg="mod">
          <ac:chgData name="shibariku0623@icloud.com" userId="47b6e960b06a1f92" providerId="LiveId" clId="{DFDF2D9E-0FA2-4FD2-962D-E4713059FE82}" dt="2025-11-06T12:10:11.096" v="2451" actId="1076"/>
          <ac:spMkLst>
            <pc:docMk/>
            <pc:sldMk cId="621557629" sldId="378"/>
            <ac:spMk id="27" creationId="{FC9D620C-9F00-8024-B3B0-7EAB5F3B6B1D}"/>
          </ac:spMkLst>
        </pc:spChg>
        <pc:spChg chg="add del mod">
          <ac:chgData name="shibariku0623@icloud.com" userId="47b6e960b06a1f92" providerId="LiveId" clId="{DFDF2D9E-0FA2-4FD2-962D-E4713059FE82}" dt="2025-11-06T12:12:22.640" v="2529" actId="478"/>
          <ac:spMkLst>
            <pc:docMk/>
            <pc:sldMk cId="621557629" sldId="378"/>
            <ac:spMk id="28" creationId="{8E6A3618-A44E-0478-6B6F-E858B223BB2D}"/>
          </ac:spMkLst>
        </pc:spChg>
        <pc:spChg chg="add del mod">
          <ac:chgData name="shibariku0623@icloud.com" userId="47b6e960b06a1f92" providerId="LiveId" clId="{DFDF2D9E-0FA2-4FD2-962D-E4713059FE82}" dt="2025-11-06T12:13:08.013" v="2547" actId="478"/>
          <ac:spMkLst>
            <pc:docMk/>
            <pc:sldMk cId="621557629" sldId="378"/>
            <ac:spMk id="30" creationId="{F1AAADE3-5881-58ED-E0D7-4035FF20DA99}"/>
          </ac:spMkLst>
        </pc:spChg>
        <pc:spChg chg="add del mod">
          <ac:chgData name="shibariku0623@icloud.com" userId="47b6e960b06a1f92" providerId="LiveId" clId="{DFDF2D9E-0FA2-4FD2-962D-E4713059FE82}" dt="2025-11-06T12:14:39.001" v="2570" actId="478"/>
          <ac:spMkLst>
            <pc:docMk/>
            <pc:sldMk cId="621557629" sldId="378"/>
            <ac:spMk id="31" creationId="{04E10658-EFF2-DA93-E270-500D0564D3D5}"/>
          </ac:spMkLst>
        </pc:spChg>
        <pc:spChg chg="add mod">
          <ac:chgData name="shibariku0623@icloud.com" userId="47b6e960b06a1f92" providerId="LiveId" clId="{DFDF2D9E-0FA2-4FD2-962D-E4713059FE82}" dt="2025-11-06T12:13:08.194" v="2548"/>
          <ac:spMkLst>
            <pc:docMk/>
            <pc:sldMk cId="621557629" sldId="378"/>
            <ac:spMk id="32" creationId="{9438D569-10E6-BD10-8775-0A7981687CBB}"/>
          </ac:spMkLst>
        </pc:spChg>
        <pc:spChg chg="add mod">
          <ac:chgData name="shibariku0623@icloud.com" userId="47b6e960b06a1f92" providerId="LiveId" clId="{DFDF2D9E-0FA2-4FD2-962D-E4713059FE82}" dt="2025-11-06T12:14:39.165" v="2571"/>
          <ac:spMkLst>
            <pc:docMk/>
            <pc:sldMk cId="621557629" sldId="378"/>
            <ac:spMk id="33" creationId="{DB8B9EFC-AEED-7DBB-DD17-03B21821ABF3}"/>
          </ac:spMkLst>
        </pc:spChg>
        <pc:spChg chg="del">
          <ac:chgData name="shibariku0623@icloud.com" userId="47b6e960b06a1f92" providerId="LiveId" clId="{DFDF2D9E-0FA2-4FD2-962D-E4713059FE82}" dt="2025-11-06T12:10:07.821" v="2449" actId="478"/>
          <ac:spMkLst>
            <pc:docMk/>
            <pc:sldMk cId="621557629" sldId="378"/>
            <ac:spMk id="36" creationId="{FB0A8BB5-D602-FAAE-6FD2-6D686FDEFC0A}"/>
          </ac:spMkLst>
        </pc:spChg>
        <pc:grpChg chg="mod">
          <ac:chgData name="shibariku0623@icloud.com" userId="47b6e960b06a1f92" providerId="LiveId" clId="{DFDF2D9E-0FA2-4FD2-962D-E4713059FE82}" dt="2025-11-06T11:23:17.477" v="2275" actId="14100"/>
          <ac:grpSpMkLst>
            <pc:docMk/>
            <pc:sldMk cId="621557629" sldId="378"/>
            <ac:grpSpMk id="8" creationId="{4B942D25-2B0C-E61B-9195-457D88EFC942}"/>
          </ac:grpSpMkLst>
        </pc:grpChg>
        <pc:picChg chg="add del mod">
          <ac:chgData name="shibariku0623@icloud.com" userId="47b6e960b06a1f92" providerId="LiveId" clId="{DFDF2D9E-0FA2-4FD2-962D-E4713059FE82}" dt="2025-11-06T12:12:21.691" v="2528" actId="478"/>
          <ac:picMkLst>
            <pc:docMk/>
            <pc:sldMk cId="621557629" sldId="378"/>
            <ac:picMk id="4" creationId="{A4EF8338-18B0-323C-A738-4ADF3C1292EE}"/>
          </ac:picMkLst>
        </pc:picChg>
        <pc:picChg chg="add mod">
          <ac:chgData name="shibariku0623@icloud.com" userId="47b6e960b06a1f92" providerId="LiveId" clId="{DFDF2D9E-0FA2-4FD2-962D-E4713059FE82}" dt="2025-11-06T12:12:38.975" v="2537"/>
          <ac:picMkLst>
            <pc:docMk/>
            <pc:sldMk cId="621557629" sldId="378"/>
            <ac:picMk id="29" creationId="{ECBB8057-0CC0-BA79-86E0-7BD918A7F8E1}"/>
          </ac:picMkLst>
        </pc:picChg>
        <pc:picChg chg="del">
          <ac:chgData name="shibariku0623@icloud.com" userId="47b6e960b06a1f92" providerId="LiveId" clId="{DFDF2D9E-0FA2-4FD2-962D-E4713059FE82}" dt="2025-11-06T12:10:07.821" v="2449" actId="478"/>
          <ac:picMkLst>
            <pc:docMk/>
            <pc:sldMk cId="621557629" sldId="378"/>
            <ac:picMk id="34" creationId="{1F8BB29F-C998-B539-E568-9B9520D49239}"/>
          </ac:picMkLst>
        </pc:picChg>
      </pc:sldChg>
      <pc:sldChg chg="addSp delSp modSp add mod">
        <pc:chgData name="shibariku0623@icloud.com" userId="47b6e960b06a1f92" providerId="LiveId" clId="{DFDF2D9E-0FA2-4FD2-962D-E4713059FE82}" dt="2025-11-06T12:59:17.270" v="3196" actId="1076"/>
        <pc:sldMkLst>
          <pc:docMk/>
          <pc:sldMk cId="2312837047" sldId="379"/>
        </pc:sldMkLst>
        <pc:spChg chg="add del mod">
          <ac:chgData name="shibariku0623@icloud.com" userId="47b6e960b06a1f92" providerId="LiveId" clId="{DFDF2D9E-0FA2-4FD2-962D-E4713059FE82}" dt="2025-11-06T12:12:24.523" v="2531" actId="478"/>
          <ac:spMkLst>
            <pc:docMk/>
            <pc:sldMk cId="2312837047" sldId="379"/>
            <ac:spMk id="5" creationId="{473E7BD4-9183-7BF5-89F9-E920667D4E42}"/>
          </ac:spMkLst>
        </pc:spChg>
        <pc:spChg chg="add del mod">
          <ac:chgData name="shibariku0623@icloud.com" userId="47b6e960b06a1f92" providerId="LiveId" clId="{DFDF2D9E-0FA2-4FD2-962D-E4713059FE82}" dt="2025-11-06T12:12:24.523" v="2531" actId="478"/>
          <ac:spMkLst>
            <pc:docMk/>
            <pc:sldMk cId="2312837047" sldId="379"/>
            <ac:spMk id="6" creationId="{0D617C0E-EE44-704A-2C6E-81B95C6AF5C8}"/>
          </ac:spMkLst>
        </pc:spChg>
        <pc:spChg chg="add del mod">
          <ac:chgData name="shibariku0623@icloud.com" userId="47b6e960b06a1f92" providerId="LiveId" clId="{DFDF2D9E-0FA2-4FD2-962D-E4713059FE82}" dt="2025-11-06T12:12:24.523" v="2531" actId="478"/>
          <ac:spMkLst>
            <pc:docMk/>
            <pc:sldMk cId="2312837047" sldId="379"/>
            <ac:spMk id="7" creationId="{27F3A692-0231-C348-B825-C0E746280CC8}"/>
          </ac:spMkLst>
        </pc:spChg>
        <pc:spChg chg="mod">
          <ac:chgData name="shibariku0623@icloud.com" userId="47b6e960b06a1f92" providerId="LiveId" clId="{DFDF2D9E-0FA2-4FD2-962D-E4713059FE82}" dt="2025-11-06T12:44:52.422" v="3023"/>
          <ac:spMkLst>
            <pc:docMk/>
            <pc:sldMk cId="2312837047" sldId="379"/>
            <ac:spMk id="9" creationId="{F58BF036-E0B5-B4E7-B910-AF68811483D7}"/>
          </ac:spMkLst>
        </pc:spChg>
        <pc:spChg chg="mod">
          <ac:chgData name="shibariku0623@icloud.com" userId="47b6e960b06a1f92" providerId="LiveId" clId="{DFDF2D9E-0FA2-4FD2-962D-E4713059FE82}" dt="2025-11-06T12:44:52.422" v="3023"/>
          <ac:spMkLst>
            <pc:docMk/>
            <pc:sldMk cId="2312837047" sldId="379"/>
            <ac:spMk id="26" creationId="{1C4E501F-7147-8031-BFD3-491B06C6D823}"/>
          </ac:spMkLst>
        </pc:spChg>
        <pc:spChg chg="del mod">
          <ac:chgData name="shibariku0623@icloud.com" userId="47b6e960b06a1f92" providerId="LiveId" clId="{DFDF2D9E-0FA2-4FD2-962D-E4713059FE82}" dt="2025-11-06T12:45:00.232" v="3026" actId="478"/>
          <ac:spMkLst>
            <pc:docMk/>
            <pc:sldMk cId="2312837047" sldId="379"/>
            <ac:spMk id="27" creationId="{FF94F8A3-D6E9-FFDF-FB8F-B4268AA89471}"/>
          </ac:spMkLst>
        </pc:spChg>
        <pc:spChg chg="add del mod">
          <ac:chgData name="shibariku0623@icloud.com" userId="47b6e960b06a1f92" providerId="LiveId" clId="{DFDF2D9E-0FA2-4FD2-962D-E4713059FE82}" dt="2025-11-06T12:12:24.523" v="2531" actId="478"/>
          <ac:spMkLst>
            <pc:docMk/>
            <pc:sldMk cId="2312837047" sldId="379"/>
            <ac:spMk id="28" creationId="{9EBFE977-D79F-5918-BC64-774E6657C9DC}"/>
          </ac:spMkLst>
        </pc:spChg>
        <pc:spChg chg="add mod">
          <ac:chgData name="shibariku0623@icloud.com" userId="47b6e960b06a1f92" providerId="LiveId" clId="{DFDF2D9E-0FA2-4FD2-962D-E4713059FE82}" dt="2025-11-06T12:13:17.397" v="2550" actId="1076"/>
          <ac:spMkLst>
            <pc:docMk/>
            <pc:sldMk cId="2312837047" sldId="379"/>
            <ac:spMk id="30" creationId="{BED6D20A-5A09-5B09-B2A3-51866688FBEF}"/>
          </ac:spMkLst>
        </pc:spChg>
        <pc:spChg chg="add del mod">
          <ac:chgData name="shibariku0623@icloud.com" userId="47b6e960b06a1f92" providerId="LiveId" clId="{DFDF2D9E-0FA2-4FD2-962D-E4713059FE82}" dt="2025-11-06T12:14:41.567" v="2572" actId="478"/>
          <ac:spMkLst>
            <pc:docMk/>
            <pc:sldMk cId="2312837047" sldId="379"/>
            <ac:spMk id="31" creationId="{CD77736D-4EFB-CDAE-0347-64EE01E17B04}"/>
          </ac:spMkLst>
        </pc:spChg>
        <pc:spChg chg="add del mod">
          <ac:chgData name="shibariku0623@icloud.com" userId="47b6e960b06a1f92" providerId="LiveId" clId="{DFDF2D9E-0FA2-4FD2-962D-E4713059FE82}" dt="2025-11-06T12:45:22.992" v="3029" actId="478"/>
          <ac:spMkLst>
            <pc:docMk/>
            <pc:sldMk cId="2312837047" sldId="379"/>
            <ac:spMk id="32" creationId="{36E2BF56-6E0B-CDD6-2466-98E00703564F}"/>
          </ac:spMkLst>
        </pc:spChg>
        <pc:spChg chg="add mod">
          <ac:chgData name="shibariku0623@icloud.com" userId="47b6e960b06a1f92" providerId="LiveId" clId="{DFDF2D9E-0FA2-4FD2-962D-E4713059FE82}" dt="2025-11-06T12:56:18.408" v="3057" actId="1076"/>
          <ac:spMkLst>
            <pc:docMk/>
            <pc:sldMk cId="2312837047" sldId="379"/>
            <ac:spMk id="35" creationId="{BF8480DC-70CF-9CCE-7EE3-20D78049A1C8}"/>
          </ac:spMkLst>
        </pc:spChg>
        <pc:spChg chg="del">
          <ac:chgData name="shibariku0623@icloud.com" userId="47b6e960b06a1f92" providerId="LiveId" clId="{DFDF2D9E-0FA2-4FD2-962D-E4713059FE82}" dt="2025-11-06T12:10:15.390" v="2452" actId="478"/>
          <ac:spMkLst>
            <pc:docMk/>
            <pc:sldMk cId="2312837047" sldId="379"/>
            <ac:spMk id="36" creationId="{405511DB-C4EF-1FB4-1347-2308152D56F7}"/>
          </ac:spMkLst>
        </pc:spChg>
        <pc:spChg chg="add mod">
          <ac:chgData name="shibariku0623@icloud.com" userId="47b6e960b06a1f92" providerId="LiveId" clId="{DFDF2D9E-0FA2-4FD2-962D-E4713059FE82}" dt="2025-11-06T12:56:12.734" v="3055" actId="1076"/>
          <ac:spMkLst>
            <pc:docMk/>
            <pc:sldMk cId="2312837047" sldId="379"/>
            <ac:spMk id="37" creationId="{AF7094A0-5585-FD28-8987-93AF41E376AF}"/>
          </ac:spMkLst>
        </pc:spChg>
        <pc:spChg chg="add del mod">
          <ac:chgData name="shibariku0623@icloud.com" userId="47b6e960b06a1f92" providerId="LiveId" clId="{DFDF2D9E-0FA2-4FD2-962D-E4713059FE82}" dt="2025-11-06T12:55:53.628" v="3045" actId="478"/>
          <ac:spMkLst>
            <pc:docMk/>
            <pc:sldMk cId="2312837047" sldId="379"/>
            <ac:spMk id="39" creationId="{8B928666-1B32-5467-C41F-3A5CC3A8CC16}"/>
          </ac:spMkLst>
        </pc:spChg>
        <pc:spChg chg="add mod">
          <ac:chgData name="shibariku0623@icloud.com" userId="47b6e960b06a1f92" providerId="LiveId" clId="{DFDF2D9E-0FA2-4FD2-962D-E4713059FE82}" dt="2025-11-06T12:56:24.865" v="3063" actId="20577"/>
          <ac:spMkLst>
            <pc:docMk/>
            <pc:sldMk cId="2312837047" sldId="379"/>
            <ac:spMk id="40" creationId="{972DB859-CE27-D854-108B-90F20F2D12BE}"/>
          </ac:spMkLst>
        </pc:spChg>
        <pc:spChg chg="add mod">
          <ac:chgData name="shibariku0623@icloud.com" userId="47b6e960b06a1f92" providerId="LiveId" clId="{DFDF2D9E-0FA2-4FD2-962D-E4713059FE82}" dt="2025-11-06T12:57:17.034" v="3184" actId="1076"/>
          <ac:spMkLst>
            <pc:docMk/>
            <pc:sldMk cId="2312837047" sldId="379"/>
            <ac:spMk id="45" creationId="{773DA282-AC70-8F4E-6E4B-E71F6A3C1C56}"/>
          </ac:spMkLst>
        </pc:spChg>
        <pc:grpChg chg="mod">
          <ac:chgData name="shibariku0623@icloud.com" userId="47b6e960b06a1f92" providerId="LiveId" clId="{DFDF2D9E-0FA2-4FD2-962D-E4713059FE82}" dt="2025-11-06T12:44:55.161" v="3024" actId="14100"/>
          <ac:grpSpMkLst>
            <pc:docMk/>
            <pc:sldMk cId="2312837047" sldId="379"/>
            <ac:grpSpMk id="8" creationId="{CEE6A122-9463-A5F7-A500-D7EAC2CFE13A}"/>
          </ac:grpSpMkLst>
        </pc:grpChg>
        <pc:picChg chg="add del mod">
          <ac:chgData name="shibariku0623@icloud.com" userId="47b6e960b06a1f92" providerId="LiveId" clId="{DFDF2D9E-0FA2-4FD2-962D-E4713059FE82}" dt="2025-11-06T12:12:23.655" v="2530" actId="478"/>
          <ac:picMkLst>
            <pc:docMk/>
            <pc:sldMk cId="2312837047" sldId="379"/>
            <ac:picMk id="4" creationId="{65FEEC1E-9AE0-5B36-D83D-F70075A8F336}"/>
          </ac:picMkLst>
        </pc:picChg>
        <pc:picChg chg="add mod">
          <ac:chgData name="shibariku0623@icloud.com" userId="47b6e960b06a1f92" providerId="LiveId" clId="{DFDF2D9E-0FA2-4FD2-962D-E4713059FE82}" dt="2025-11-06T12:12:39.623" v="2538"/>
          <ac:picMkLst>
            <pc:docMk/>
            <pc:sldMk cId="2312837047" sldId="379"/>
            <ac:picMk id="29" creationId="{110AB950-E26F-D0F7-5867-0D8077B76DDF}"/>
          </ac:picMkLst>
        </pc:picChg>
        <pc:picChg chg="add del mod">
          <ac:chgData name="shibariku0623@icloud.com" userId="47b6e960b06a1f92" providerId="LiveId" clId="{DFDF2D9E-0FA2-4FD2-962D-E4713059FE82}" dt="2025-11-06T12:55:07.175" v="3032" actId="478"/>
          <ac:picMkLst>
            <pc:docMk/>
            <pc:sldMk cId="2312837047" sldId="379"/>
            <ac:picMk id="33" creationId="{B0D755BE-2CE6-6BED-7941-3B9D744A0F11}"/>
          </ac:picMkLst>
        </pc:picChg>
        <pc:picChg chg="del">
          <ac:chgData name="shibariku0623@icloud.com" userId="47b6e960b06a1f92" providerId="LiveId" clId="{DFDF2D9E-0FA2-4FD2-962D-E4713059FE82}" dt="2025-11-06T12:10:15.390" v="2452" actId="478"/>
          <ac:picMkLst>
            <pc:docMk/>
            <pc:sldMk cId="2312837047" sldId="379"/>
            <ac:picMk id="34" creationId="{D964975D-CFF1-C62F-99BF-0DE3991FC241}"/>
          </ac:picMkLst>
        </pc:picChg>
        <pc:picChg chg="add del mod">
          <ac:chgData name="shibariku0623@icloud.com" userId="47b6e960b06a1f92" providerId="LiveId" clId="{DFDF2D9E-0FA2-4FD2-962D-E4713059FE82}" dt="2025-11-06T12:45:30.501" v="3031" actId="478"/>
          <ac:picMkLst>
            <pc:docMk/>
            <pc:sldMk cId="2312837047" sldId="379"/>
            <ac:picMk id="38" creationId="{77A7A8AB-4CD2-8CDA-5348-6C6537CB051E}"/>
          </ac:picMkLst>
        </pc:picChg>
        <pc:picChg chg="add mod">
          <ac:chgData name="shibariku0623@icloud.com" userId="47b6e960b06a1f92" providerId="LiveId" clId="{DFDF2D9E-0FA2-4FD2-962D-E4713059FE82}" dt="2025-11-06T12:56:15.655" v="3056" actId="1076"/>
          <ac:picMkLst>
            <pc:docMk/>
            <pc:sldMk cId="2312837047" sldId="379"/>
            <ac:picMk id="42" creationId="{FEB52C6C-C2B4-2776-6F84-26DC4F0C9CA9}"/>
          </ac:picMkLst>
        </pc:picChg>
        <pc:picChg chg="add mod">
          <ac:chgData name="shibariku0623@icloud.com" userId="47b6e960b06a1f92" providerId="LiveId" clId="{DFDF2D9E-0FA2-4FD2-962D-E4713059FE82}" dt="2025-11-06T12:56:33.563" v="3064" actId="1076"/>
          <ac:picMkLst>
            <pc:docMk/>
            <pc:sldMk cId="2312837047" sldId="379"/>
            <ac:picMk id="44" creationId="{524579D5-90AB-F54F-46A3-F1EDDE23D2F1}"/>
          </ac:picMkLst>
        </pc:picChg>
        <pc:picChg chg="add mod">
          <ac:chgData name="shibariku0623@icloud.com" userId="47b6e960b06a1f92" providerId="LiveId" clId="{DFDF2D9E-0FA2-4FD2-962D-E4713059FE82}" dt="2025-11-06T12:58:32.701" v="3189" actId="1076"/>
          <ac:picMkLst>
            <pc:docMk/>
            <pc:sldMk cId="2312837047" sldId="379"/>
            <ac:picMk id="47" creationId="{24D08D90-3E40-FD95-4B29-BCFAA9311B44}"/>
          </ac:picMkLst>
        </pc:picChg>
        <pc:picChg chg="add mod">
          <ac:chgData name="shibariku0623@icloud.com" userId="47b6e960b06a1f92" providerId="LiveId" clId="{DFDF2D9E-0FA2-4FD2-962D-E4713059FE82}" dt="2025-11-06T12:59:17.270" v="3196" actId="1076"/>
          <ac:picMkLst>
            <pc:docMk/>
            <pc:sldMk cId="2312837047" sldId="379"/>
            <ac:picMk id="49" creationId="{07FC667B-603F-8660-0FEF-9EB8BD285AF8}"/>
          </ac:picMkLst>
        </pc:picChg>
      </pc:sldChg>
      <pc:sldChg chg="add del">
        <pc:chgData name="shibariku0623@icloud.com" userId="47b6e960b06a1f92" providerId="LiveId" clId="{DFDF2D9E-0FA2-4FD2-962D-E4713059FE82}" dt="2025-11-06T11:23:25.405" v="2278" actId="47"/>
        <pc:sldMkLst>
          <pc:docMk/>
          <pc:sldMk cId="3160386451" sldId="379"/>
        </pc:sldMkLst>
      </pc:sldChg>
      <pc:sldChg chg="addSp delSp modSp add del mod">
        <pc:chgData name="shibariku0623@icloud.com" userId="47b6e960b06a1f92" providerId="LiveId" clId="{DFDF2D9E-0FA2-4FD2-962D-E4713059FE82}" dt="2025-11-06T13:00:03.124" v="3203" actId="47"/>
        <pc:sldMkLst>
          <pc:docMk/>
          <pc:sldMk cId="2152471816" sldId="380"/>
        </pc:sldMkLst>
        <pc:spChg chg="add del mod">
          <ac:chgData name="shibariku0623@icloud.com" userId="47b6e960b06a1f92" providerId="LiveId" clId="{DFDF2D9E-0FA2-4FD2-962D-E4713059FE82}" dt="2025-11-06T12:12:27.432" v="2533" actId="478"/>
          <ac:spMkLst>
            <pc:docMk/>
            <pc:sldMk cId="2152471816" sldId="380"/>
            <ac:spMk id="5" creationId="{B8694547-7D18-A40B-7F2A-3DAF7513F1EF}"/>
          </ac:spMkLst>
        </pc:spChg>
        <pc:spChg chg="add del mod">
          <ac:chgData name="shibariku0623@icloud.com" userId="47b6e960b06a1f92" providerId="LiveId" clId="{DFDF2D9E-0FA2-4FD2-962D-E4713059FE82}" dt="2025-11-06T12:12:27.432" v="2533" actId="478"/>
          <ac:spMkLst>
            <pc:docMk/>
            <pc:sldMk cId="2152471816" sldId="380"/>
            <ac:spMk id="6" creationId="{0FD3E301-7A77-0232-350F-084AAD2B4B76}"/>
          </ac:spMkLst>
        </pc:spChg>
        <pc:spChg chg="add del mod">
          <ac:chgData name="shibariku0623@icloud.com" userId="47b6e960b06a1f92" providerId="LiveId" clId="{DFDF2D9E-0FA2-4FD2-962D-E4713059FE82}" dt="2025-11-06T12:12:27.432" v="2533" actId="478"/>
          <ac:spMkLst>
            <pc:docMk/>
            <pc:sldMk cId="2152471816" sldId="380"/>
            <ac:spMk id="7" creationId="{176CBC70-03BB-0F08-43D8-95B15B7555FB}"/>
          </ac:spMkLst>
        </pc:spChg>
        <pc:spChg chg="mod">
          <ac:chgData name="shibariku0623@icloud.com" userId="47b6e960b06a1f92" providerId="LiveId" clId="{DFDF2D9E-0FA2-4FD2-962D-E4713059FE82}" dt="2025-11-06T11:24:11.273" v="2306" actId="20577"/>
          <ac:spMkLst>
            <pc:docMk/>
            <pc:sldMk cId="2152471816" sldId="380"/>
            <ac:spMk id="9" creationId="{892A17C6-5240-22B0-5ED5-89EE89BE2E1B}"/>
          </ac:spMkLst>
        </pc:spChg>
        <pc:spChg chg="mod">
          <ac:chgData name="shibariku0623@icloud.com" userId="47b6e960b06a1f92" providerId="LiveId" clId="{DFDF2D9E-0FA2-4FD2-962D-E4713059FE82}" dt="2025-11-06T11:24:10.581" v="2305"/>
          <ac:spMkLst>
            <pc:docMk/>
            <pc:sldMk cId="2152471816" sldId="380"/>
            <ac:spMk id="26" creationId="{E64F8107-32A1-3864-BE7B-53D08026C690}"/>
          </ac:spMkLst>
        </pc:spChg>
        <pc:spChg chg="del mod">
          <ac:chgData name="shibariku0623@icloud.com" userId="47b6e960b06a1f92" providerId="LiveId" clId="{DFDF2D9E-0FA2-4FD2-962D-E4713059FE82}" dt="2025-11-06T12:59:50.172" v="3202" actId="478"/>
          <ac:spMkLst>
            <pc:docMk/>
            <pc:sldMk cId="2152471816" sldId="380"/>
            <ac:spMk id="27" creationId="{375EF83B-C796-3F1C-C3BB-646036E01ACF}"/>
          </ac:spMkLst>
        </pc:spChg>
        <pc:spChg chg="add del mod">
          <ac:chgData name="shibariku0623@icloud.com" userId="47b6e960b06a1f92" providerId="LiveId" clId="{DFDF2D9E-0FA2-4FD2-962D-E4713059FE82}" dt="2025-11-06T12:12:27.432" v="2533" actId="478"/>
          <ac:spMkLst>
            <pc:docMk/>
            <pc:sldMk cId="2152471816" sldId="380"/>
            <ac:spMk id="28" creationId="{8B337209-2AFD-42D3-7849-536149F4CA45}"/>
          </ac:spMkLst>
        </pc:spChg>
        <pc:spChg chg="add del mod">
          <ac:chgData name="shibariku0623@icloud.com" userId="47b6e960b06a1f92" providerId="LiveId" clId="{DFDF2D9E-0FA2-4FD2-962D-E4713059FE82}" dt="2025-11-06T12:13:21.800" v="2551" actId="478"/>
          <ac:spMkLst>
            <pc:docMk/>
            <pc:sldMk cId="2152471816" sldId="380"/>
            <ac:spMk id="30" creationId="{DB6B6605-9161-30AA-7B35-8F639841EDB6}"/>
          </ac:spMkLst>
        </pc:spChg>
        <pc:spChg chg="add del mod">
          <ac:chgData name="shibariku0623@icloud.com" userId="47b6e960b06a1f92" providerId="LiveId" clId="{DFDF2D9E-0FA2-4FD2-962D-E4713059FE82}" dt="2025-11-06T12:14:44.540" v="2574" actId="478"/>
          <ac:spMkLst>
            <pc:docMk/>
            <pc:sldMk cId="2152471816" sldId="380"/>
            <ac:spMk id="31" creationId="{747537FF-7512-3A57-8096-018378DFE3A7}"/>
          </ac:spMkLst>
        </pc:spChg>
        <pc:spChg chg="add mod">
          <ac:chgData name="shibariku0623@icloud.com" userId="47b6e960b06a1f92" providerId="LiveId" clId="{DFDF2D9E-0FA2-4FD2-962D-E4713059FE82}" dt="2025-11-06T12:13:22.064" v="2552"/>
          <ac:spMkLst>
            <pc:docMk/>
            <pc:sldMk cId="2152471816" sldId="380"/>
            <ac:spMk id="32" creationId="{84FD9C2B-DA54-D9A1-742A-85E0A1CD1292}"/>
          </ac:spMkLst>
        </pc:spChg>
        <pc:spChg chg="add mod">
          <ac:chgData name="shibariku0623@icloud.com" userId="47b6e960b06a1f92" providerId="LiveId" clId="{DFDF2D9E-0FA2-4FD2-962D-E4713059FE82}" dt="2025-11-06T12:14:44.697" v="2575"/>
          <ac:spMkLst>
            <pc:docMk/>
            <pc:sldMk cId="2152471816" sldId="380"/>
            <ac:spMk id="33" creationId="{CE16B017-F69E-6123-9108-A39318BB66D7}"/>
          </ac:spMkLst>
        </pc:spChg>
        <pc:spChg chg="del">
          <ac:chgData name="shibariku0623@icloud.com" userId="47b6e960b06a1f92" providerId="LiveId" clId="{DFDF2D9E-0FA2-4FD2-962D-E4713059FE82}" dt="2025-11-06T12:10:22.262" v="2455" actId="478"/>
          <ac:spMkLst>
            <pc:docMk/>
            <pc:sldMk cId="2152471816" sldId="380"/>
            <ac:spMk id="36" creationId="{C12EADEF-32A0-2243-C1C4-523942409BA4}"/>
          </ac:spMkLst>
        </pc:spChg>
        <pc:grpChg chg="mod">
          <ac:chgData name="shibariku0623@icloud.com" userId="47b6e960b06a1f92" providerId="LiveId" clId="{DFDF2D9E-0FA2-4FD2-962D-E4713059FE82}" dt="2025-11-06T11:24:10.581" v="2305"/>
          <ac:grpSpMkLst>
            <pc:docMk/>
            <pc:sldMk cId="2152471816" sldId="380"/>
            <ac:grpSpMk id="8" creationId="{94AD134C-E6A2-1606-7D53-EDF763C7FF46}"/>
          </ac:grpSpMkLst>
        </pc:grpChg>
        <pc:picChg chg="add del mod">
          <ac:chgData name="shibariku0623@icloud.com" userId="47b6e960b06a1f92" providerId="LiveId" clId="{DFDF2D9E-0FA2-4FD2-962D-E4713059FE82}" dt="2025-11-06T12:12:26.216" v="2532" actId="478"/>
          <ac:picMkLst>
            <pc:docMk/>
            <pc:sldMk cId="2152471816" sldId="380"/>
            <ac:picMk id="4" creationId="{99DC2879-1717-066B-3C22-D04DA04ABB40}"/>
          </ac:picMkLst>
        </pc:picChg>
        <pc:picChg chg="add mod">
          <ac:chgData name="shibariku0623@icloud.com" userId="47b6e960b06a1f92" providerId="LiveId" clId="{DFDF2D9E-0FA2-4FD2-962D-E4713059FE82}" dt="2025-11-06T12:12:40.099" v="2539"/>
          <ac:picMkLst>
            <pc:docMk/>
            <pc:sldMk cId="2152471816" sldId="380"/>
            <ac:picMk id="29" creationId="{A404C588-C61C-B38E-AC20-8573FEEB0999}"/>
          </ac:picMkLst>
        </pc:picChg>
        <pc:picChg chg="del">
          <ac:chgData name="shibariku0623@icloud.com" userId="47b6e960b06a1f92" providerId="LiveId" clId="{DFDF2D9E-0FA2-4FD2-962D-E4713059FE82}" dt="2025-11-06T12:10:22.262" v="2455" actId="478"/>
          <ac:picMkLst>
            <pc:docMk/>
            <pc:sldMk cId="2152471816" sldId="380"/>
            <ac:picMk id="34" creationId="{348598B5-06C3-DB81-B2F7-7B7D28FA1D5C}"/>
          </ac:picMkLst>
        </pc:picChg>
        <pc:picChg chg="add mod">
          <ac:chgData name="shibariku0623@icloud.com" userId="47b6e960b06a1f92" providerId="LiveId" clId="{DFDF2D9E-0FA2-4FD2-962D-E4713059FE82}" dt="2025-11-06T12:59:47.570" v="3201" actId="1076"/>
          <ac:picMkLst>
            <pc:docMk/>
            <pc:sldMk cId="2152471816" sldId="380"/>
            <ac:picMk id="37" creationId="{510243C2-CB7B-D5AC-8529-E8A772EE93DF}"/>
          </ac:picMkLst>
        </pc:picChg>
      </pc:sldChg>
      <pc:sldChg chg="add del">
        <pc:chgData name="shibariku0623@icloud.com" userId="47b6e960b06a1f92" providerId="LiveId" clId="{DFDF2D9E-0FA2-4FD2-962D-E4713059FE82}" dt="2025-11-06T11:23:23.448" v="2277" actId="47"/>
        <pc:sldMkLst>
          <pc:docMk/>
          <pc:sldMk cId="2173610015" sldId="380"/>
        </pc:sldMkLst>
      </pc:sldChg>
      <pc:sldChg chg="add del">
        <pc:chgData name="shibariku0623@icloud.com" userId="47b6e960b06a1f92" providerId="LiveId" clId="{DFDF2D9E-0FA2-4FD2-962D-E4713059FE82}" dt="2025-11-06T11:23:22.121" v="2276" actId="47"/>
        <pc:sldMkLst>
          <pc:docMk/>
          <pc:sldMk cId="1385107464" sldId="381"/>
        </pc:sldMkLst>
      </pc:sldChg>
      <pc:sldChg chg="addSp delSp modSp add mod">
        <pc:chgData name="shibariku0623@icloud.com" userId="47b6e960b06a1f92" providerId="LiveId" clId="{DFDF2D9E-0FA2-4FD2-962D-E4713059FE82}" dt="2025-11-06T13:02:16.281" v="3288" actId="1076"/>
        <pc:sldMkLst>
          <pc:docMk/>
          <pc:sldMk cId="3391589489" sldId="381"/>
        </pc:sldMkLst>
        <pc:spChg chg="add mod">
          <ac:chgData name="shibariku0623@icloud.com" userId="47b6e960b06a1f92" providerId="LiveId" clId="{DFDF2D9E-0FA2-4FD2-962D-E4713059FE82}" dt="2025-11-06T12:10:27.357" v="2458"/>
          <ac:spMkLst>
            <pc:docMk/>
            <pc:sldMk cId="3391589489" sldId="381"/>
            <ac:spMk id="5" creationId="{14A818FA-6045-2F8D-7992-EC29BBC1C571}"/>
          </ac:spMkLst>
        </pc:spChg>
        <pc:spChg chg="add mod">
          <ac:chgData name="shibariku0623@icloud.com" userId="47b6e960b06a1f92" providerId="LiveId" clId="{DFDF2D9E-0FA2-4FD2-962D-E4713059FE82}" dt="2025-11-06T12:10:27.357" v="2458"/>
          <ac:spMkLst>
            <pc:docMk/>
            <pc:sldMk cId="3391589489" sldId="381"/>
            <ac:spMk id="6" creationId="{CA2CBBD8-3BC2-576E-BCAE-F1F6ECC88E77}"/>
          </ac:spMkLst>
        </pc:spChg>
        <pc:spChg chg="add mod">
          <ac:chgData name="shibariku0623@icloud.com" userId="47b6e960b06a1f92" providerId="LiveId" clId="{DFDF2D9E-0FA2-4FD2-962D-E4713059FE82}" dt="2025-11-06T12:10:27.357" v="2458"/>
          <ac:spMkLst>
            <pc:docMk/>
            <pc:sldMk cId="3391589489" sldId="381"/>
            <ac:spMk id="7" creationId="{952812EA-5876-6774-C1C3-D2F630CE72A0}"/>
          </ac:spMkLst>
        </pc:spChg>
        <pc:spChg chg="mod">
          <ac:chgData name="shibariku0623@icloud.com" userId="47b6e960b06a1f92" providerId="LiveId" clId="{DFDF2D9E-0FA2-4FD2-962D-E4713059FE82}" dt="2025-11-06T11:24:26.872" v="2320" actId="20577"/>
          <ac:spMkLst>
            <pc:docMk/>
            <pc:sldMk cId="3391589489" sldId="381"/>
            <ac:spMk id="9" creationId="{EAA83297-2759-AB2D-9CC9-63DD93127074}"/>
          </ac:spMkLst>
        </pc:spChg>
        <pc:spChg chg="mod">
          <ac:chgData name="shibariku0623@icloud.com" userId="47b6e960b06a1f92" providerId="LiveId" clId="{DFDF2D9E-0FA2-4FD2-962D-E4713059FE82}" dt="2025-11-06T11:24:26.274" v="2319"/>
          <ac:spMkLst>
            <pc:docMk/>
            <pc:sldMk cId="3391589489" sldId="381"/>
            <ac:spMk id="26" creationId="{399F74DC-D64D-78EA-BB8C-DE9FC8042175}"/>
          </ac:spMkLst>
        </pc:spChg>
        <pc:spChg chg="del mod">
          <ac:chgData name="shibariku0623@icloud.com" userId="47b6e960b06a1f92" providerId="LiveId" clId="{DFDF2D9E-0FA2-4FD2-962D-E4713059FE82}" dt="2025-11-06T13:01:04.166" v="3281" actId="478"/>
          <ac:spMkLst>
            <pc:docMk/>
            <pc:sldMk cId="3391589489" sldId="381"/>
            <ac:spMk id="27" creationId="{A7FADAB7-E507-B46A-D5CF-6D9FA9E249AB}"/>
          </ac:spMkLst>
        </pc:spChg>
        <pc:spChg chg="add mod">
          <ac:chgData name="shibariku0623@icloud.com" userId="47b6e960b06a1f92" providerId="LiveId" clId="{DFDF2D9E-0FA2-4FD2-962D-E4713059FE82}" dt="2025-11-06T12:10:27.357" v="2458"/>
          <ac:spMkLst>
            <pc:docMk/>
            <pc:sldMk cId="3391589489" sldId="381"/>
            <ac:spMk id="28" creationId="{4FC124C4-5E0D-FB2A-0419-1A883DEDC028}"/>
          </ac:spMkLst>
        </pc:spChg>
        <pc:spChg chg="add del mod">
          <ac:chgData name="shibariku0623@icloud.com" userId="47b6e960b06a1f92" providerId="LiveId" clId="{DFDF2D9E-0FA2-4FD2-962D-E4713059FE82}" dt="2025-11-06T12:12:30.844" v="2535" actId="478"/>
          <ac:spMkLst>
            <pc:docMk/>
            <pc:sldMk cId="3391589489" sldId="381"/>
            <ac:spMk id="30" creationId="{8E611B0A-2239-977B-350A-B74A6E30271A}"/>
          </ac:spMkLst>
        </pc:spChg>
        <pc:spChg chg="add del mod">
          <ac:chgData name="shibariku0623@icloud.com" userId="47b6e960b06a1f92" providerId="LiveId" clId="{DFDF2D9E-0FA2-4FD2-962D-E4713059FE82}" dt="2025-11-06T12:12:30.844" v="2535" actId="478"/>
          <ac:spMkLst>
            <pc:docMk/>
            <pc:sldMk cId="3391589489" sldId="381"/>
            <ac:spMk id="31" creationId="{FCC2C4A8-B3C1-1A33-74D4-0848252A7343}"/>
          </ac:spMkLst>
        </pc:spChg>
        <pc:spChg chg="add del mod">
          <ac:chgData name="shibariku0623@icloud.com" userId="47b6e960b06a1f92" providerId="LiveId" clId="{DFDF2D9E-0FA2-4FD2-962D-E4713059FE82}" dt="2025-11-06T12:12:30.844" v="2535" actId="478"/>
          <ac:spMkLst>
            <pc:docMk/>
            <pc:sldMk cId="3391589489" sldId="381"/>
            <ac:spMk id="32" creationId="{1930994F-E821-9039-1364-89F5310EF204}"/>
          </ac:spMkLst>
        </pc:spChg>
        <pc:spChg chg="add del mod">
          <ac:chgData name="shibariku0623@icloud.com" userId="47b6e960b06a1f92" providerId="LiveId" clId="{DFDF2D9E-0FA2-4FD2-962D-E4713059FE82}" dt="2025-11-06T12:12:30.844" v="2535" actId="478"/>
          <ac:spMkLst>
            <pc:docMk/>
            <pc:sldMk cId="3391589489" sldId="381"/>
            <ac:spMk id="33" creationId="{7980D86F-0ABD-4C12-D46A-97A0CA077A91}"/>
          </ac:spMkLst>
        </pc:spChg>
        <pc:spChg chg="del">
          <ac:chgData name="shibariku0623@icloud.com" userId="47b6e960b06a1f92" providerId="LiveId" clId="{DFDF2D9E-0FA2-4FD2-962D-E4713059FE82}" dt="2025-11-06T12:10:29.040" v="2459" actId="478"/>
          <ac:spMkLst>
            <pc:docMk/>
            <pc:sldMk cId="3391589489" sldId="381"/>
            <ac:spMk id="36" creationId="{1F01074D-9E77-77B3-9499-268224AA32A4}"/>
          </ac:spMkLst>
        </pc:spChg>
        <pc:spChg chg="add mod">
          <ac:chgData name="shibariku0623@icloud.com" userId="47b6e960b06a1f92" providerId="LiveId" clId="{DFDF2D9E-0FA2-4FD2-962D-E4713059FE82}" dt="2025-11-06T12:13:29.534" v="2553" actId="1076"/>
          <ac:spMkLst>
            <pc:docMk/>
            <pc:sldMk cId="3391589489" sldId="381"/>
            <ac:spMk id="37" creationId="{1B0E7B08-F53A-DC79-B576-7F9475145CF8}"/>
          </ac:spMkLst>
        </pc:spChg>
        <pc:spChg chg="add del mod">
          <ac:chgData name="shibariku0623@icloud.com" userId="47b6e960b06a1f92" providerId="LiveId" clId="{DFDF2D9E-0FA2-4FD2-962D-E4713059FE82}" dt="2025-11-06T12:14:48.452" v="2576" actId="478"/>
          <ac:spMkLst>
            <pc:docMk/>
            <pc:sldMk cId="3391589489" sldId="381"/>
            <ac:spMk id="38" creationId="{154E0A13-925B-EFB9-39BA-3BED817B3E8B}"/>
          </ac:spMkLst>
        </pc:spChg>
        <pc:spChg chg="add mod">
          <ac:chgData name="shibariku0623@icloud.com" userId="47b6e960b06a1f92" providerId="LiveId" clId="{DFDF2D9E-0FA2-4FD2-962D-E4713059FE82}" dt="2025-11-06T13:00:21.052" v="3208" actId="20577"/>
          <ac:spMkLst>
            <pc:docMk/>
            <pc:sldMk cId="3391589489" sldId="381"/>
            <ac:spMk id="39" creationId="{A8342220-1C55-88BA-B92C-855D6C1C52D0}"/>
          </ac:spMkLst>
        </pc:spChg>
        <pc:spChg chg="add mod">
          <ac:chgData name="shibariku0623@icloud.com" userId="47b6e960b06a1f92" providerId="LiveId" clId="{DFDF2D9E-0FA2-4FD2-962D-E4713059FE82}" dt="2025-11-06T13:00:52.948" v="3278" actId="1076"/>
          <ac:spMkLst>
            <pc:docMk/>
            <pc:sldMk cId="3391589489" sldId="381"/>
            <ac:spMk id="41" creationId="{A1AFEF00-B130-CBAD-5A23-079132C3DF05}"/>
          </ac:spMkLst>
        </pc:spChg>
        <pc:grpChg chg="mod">
          <ac:chgData name="shibariku0623@icloud.com" userId="47b6e960b06a1f92" providerId="LiveId" clId="{DFDF2D9E-0FA2-4FD2-962D-E4713059FE82}" dt="2025-11-06T11:24:26.274" v="2319"/>
          <ac:grpSpMkLst>
            <pc:docMk/>
            <pc:sldMk cId="3391589489" sldId="381"/>
            <ac:grpSpMk id="8" creationId="{2FC4C9B9-7AE7-0F4B-689D-F8E33F983D22}"/>
          </ac:grpSpMkLst>
        </pc:grpChg>
        <pc:picChg chg="add mod">
          <ac:chgData name="shibariku0623@icloud.com" userId="47b6e960b06a1f92" providerId="LiveId" clId="{DFDF2D9E-0FA2-4FD2-962D-E4713059FE82}" dt="2025-11-06T12:10:27.357" v="2458"/>
          <ac:picMkLst>
            <pc:docMk/>
            <pc:sldMk cId="3391589489" sldId="381"/>
            <ac:picMk id="4" creationId="{8DB4FB5A-F17D-4E3B-C8D3-4B666F53156D}"/>
          </ac:picMkLst>
        </pc:picChg>
        <pc:picChg chg="add del mod">
          <ac:chgData name="shibariku0623@icloud.com" userId="47b6e960b06a1f92" providerId="LiveId" clId="{DFDF2D9E-0FA2-4FD2-962D-E4713059FE82}" dt="2025-11-06T12:12:30.006" v="2534" actId="478"/>
          <ac:picMkLst>
            <pc:docMk/>
            <pc:sldMk cId="3391589489" sldId="381"/>
            <ac:picMk id="29" creationId="{62BB7FCF-C443-3BBB-C608-307DB42760B4}"/>
          </ac:picMkLst>
        </pc:picChg>
        <pc:picChg chg="del">
          <ac:chgData name="shibariku0623@icloud.com" userId="47b6e960b06a1f92" providerId="LiveId" clId="{DFDF2D9E-0FA2-4FD2-962D-E4713059FE82}" dt="2025-11-06T12:10:29.040" v="2459" actId="478"/>
          <ac:picMkLst>
            <pc:docMk/>
            <pc:sldMk cId="3391589489" sldId="381"/>
            <ac:picMk id="34" creationId="{D1CE594C-4000-6DC4-2C22-0B2267BBB7F3}"/>
          </ac:picMkLst>
        </pc:picChg>
        <pc:picChg chg="add mod">
          <ac:chgData name="shibariku0623@icloud.com" userId="47b6e960b06a1f92" providerId="LiveId" clId="{DFDF2D9E-0FA2-4FD2-962D-E4713059FE82}" dt="2025-11-06T12:12:40.601" v="2540"/>
          <ac:picMkLst>
            <pc:docMk/>
            <pc:sldMk cId="3391589489" sldId="381"/>
            <ac:picMk id="35" creationId="{478E1A5A-BC6D-76F4-9F12-56CEEFEF6002}"/>
          </ac:picMkLst>
        </pc:picChg>
        <pc:picChg chg="add mod">
          <ac:chgData name="shibariku0623@icloud.com" userId="47b6e960b06a1f92" providerId="LiveId" clId="{DFDF2D9E-0FA2-4FD2-962D-E4713059FE82}" dt="2025-11-06T13:01:05.356" v="3282" actId="1076"/>
          <ac:picMkLst>
            <pc:docMk/>
            <pc:sldMk cId="3391589489" sldId="381"/>
            <ac:picMk id="40" creationId="{0CDF7153-72B2-14FA-C189-3C00D6D7E61C}"/>
          </ac:picMkLst>
        </pc:picChg>
        <pc:picChg chg="add mod">
          <ac:chgData name="shibariku0623@icloud.com" userId="47b6e960b06a1f92" providerId="LiveId" clId="{DFDF2D9E-0FA2-4FD2-962D-E4713059FE82}" dt="2025-11-06T13:02:16.281" v="3288" actId="1076"/>
          <ac:picMkLst>
            <pc:docMk/>
            <pc:sldMk cId="3391589489" sldId="381"/>
            <ac:picMk id="43" creationId="{FD659440-4787-1511-D602-6E605D975F45}"/>
          </ac:picMkLst>
        </pc:picChg>
      </pc:sldChg>
      <pc:sldChg chg="delSp modSp add mod">
        <pc:chgData name="shibariku0623@icloud.com" userId="47b6e960b06a1f92" providerId="LiveId" clId="{DFDF2D9E-0FA2-4FD2-962D-E4713059FE82}" dt="2025-11-07T02:55:59.583" v="4527" actId="1076"/>
        <pc:sldMkLst>
          <pc:docMk/>
          <pc:sldMk cId="2027148502" sldId="382"/>
        </pc:sldMkLst>
        <pc:spChg chg="mod">
          <ac:chgData name="shibariku0623@icloud.com" userId="47b6e960b06a1f92" providerId="LiveId" clId="{DFDF2D9E-0FA2-4FD2-962D-E4713059FE82}" dt="2025-11-06T13:02:30.810" v="3298" actId="20577"/>
          <ac:spMkLst>
            <pc:docMk/>
            <pc:sldMk cId="2027148502" sldId="382"/>
            <ac:spMk id="9" creationId="{863CF7D4-6BA4-3689-AA73-A8CAE7E2ADC5}"/>
          </ac:spMkLst>
        </pc:spChg>
        <pc:spChg chg="del">
          <ac:chgData name="shibariku0623@icloud.com" userId="47b6e960b06a1f92" providerId="LiveId" clId="{DFDF2D9E-0FA2-4FD2-962D-E4713059FE82}" dt="2025-11-06T13:27:40.021" v="3301" actId="478"/>
          <ac:spMkLst>
            <pc:docMk/>
            <pc:sldMk cId="2027148502" sldId="382"/>
            <ac:spMk id="37" creationId="{E43E378F-979B-804E-BCFF-08FE3DF9FBE8}"/>
          </ac:spMkLst>
        </pc:spChg>
        <pc:spChg chg="mod">
          <ac:chgData name="shibariku0623@icloud.com" userId="47b6e960b06a1f92" providerId="LiveId" clId="{DFDF2D9E-0FA2-4FD2-962D-E4713059FE82}" dt="2025-11-07T02:55:59.583" v="4527" actId="1076"/>
          <ac:spMkLst>
            <pc:docMk/>
            <pc:sldMk cId="2027148502" sldId="382"/>
            <ac:spMk id="39" creationId="{6C0A9F0C-FD7A-94B3-5539-7C6FE99B9D2D}"/>
          </ac:spMkLst>
        </pc:spChg>
        <pc:spChg chg="del">
          <ac:chgData name="shibariku0623@icloud.com" userId="47b6e960b06a1f92" providerId="LiveId" clId="{DFDF2D9E-0FA2-4FD2-962D-E4713059FE82}" dt="2025-11-06T13:27:42.205" v="3302" actId="478"/>
          <ac:spMkLst>
            <pc:docMk/>
            <pc:sldMk cId="2027148502" sldId="382"/>
            <ac:spMk id="41" creationId="{64273CBA-8A86-C31C-F908-1BAE497F60CA}"/>
          </ac:spMkLst>
        </pc:spChg>
        <pc:picChg chg="del">
          <ac:chgData name="shibariku0623@icloud.com" userId="47b6e960b06a1f92" providerId="LiveId" clId="{DFDF2D9E-0FA2-4FD2-962D-E4713059FE82}" dt="2025-11-06T13:27:04.698" v="3300" actId="478"/>
          <ac:picMkLst>
            <pc:docMk/>
            <pc:sldMk cId="2027148502" sldId="382"/>
            <ac:picMk id="35" creationId="{9071B2A8-F945-12C3-6260-18994C82F755}"/>
          </ac:picMkLst>
        </pc:picChg>
        <pc:picChg chg="del">
          <ac:chgData name="shibariku0623@icloud.com" userId="47b6e960b06a1f92" providerId="LiveId" clId="{DFDF2D9E-0FA2-4FD2-962D-E4713059FE82}" dt="2025-11-06T13:02:32.589" v="3299" actId="478"/>
          <ac:picMkLst>
            <pc:docMk/>
            <pc:sldMk cId="2027148502" sldId="382"/>
            <ac:picMk id="40" creationId="{3A8EC9C1-9CA9-0476-6EE3-1DF4FF489724}"/>
          </ac:picMkLst>
        </pc:picChg>
        <pc:picChg chg="del">
          <ac:chgData name="shibariku0623@icloud.com" userId="47b6e960b06a1f92" providerId="LiveId" clId="{DFDF2D9E-0FA2-4FD2-962D-E4713059FE82}" dt="2025-11-06T13:27:42.600" v="3303" actId="478"/>
          <ac:picMkLst>
            <pc:docMk/>
            <pc:sldMk cId="2027148502" sldId="382"/>
            <ac:picMk id="43" creationId="{AB30FD1F-3381-60D4-9E1E-C2FEE7E062F6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BFC281-721B-4934-9CCF-260B5135F409}" type="datetimeFigureOut">
              <a:rPr kumimoji="1" lang="ja-JP" altLang="en-US" smtClean="0"/>
              <a:t>2025/11/6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558F7A-9C9F-42E9-83A4-0C372CE5784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092747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cvml-expertguide.net/terms/dl/layers/convolution-layer/" TargetMode="External"/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558F7A-9C9F-42E9-83A4-0C372CE5784D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299960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558F7A-9C9F-42E9-83A4-0C372CE5784D}" type="slidenum">
              <a:rPr kumimoji="1" lang="ja-JP" altLang="en-US" smtClean="0"/>
              <a:t>10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204810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sz="12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ウィグナーヴィレ分布・・・スペクトログラムの特徴量の差を強調してシャープにした感じのもの</a:t>
            </a:r>
            <a:endParaRPr lang="en-US" altLang="ja-JP" sz="1200" dirty="0">
              <a:solidFill>
                <a:srgbClr val="292B2B"/>
              </a:solidFill>
              <a:latin typeface="Source Han Sans JP Medium" panose="020B0600070205080204" charset="-128"/>
              <a:ea typeface="Source Han Sans JP Medium" panose="020B0600070205080204" charset="-128"/>
              <a:cs typeface="Source Han Sans JP Medium"/>
              <a:sym typeface="Source Han Sans JP Medium"/>
            </a:endParaRPr>
          </a:p>
          <a:p>
            <a:endParaRPr kumimoji="1" lang="en-US" altLang="ja-JP" sz="1200" dirty="0">
              <a:solidFill>
                <a:srgbClr val="292B2B"/>
              </a:solidFill>
              <a:latin typeface="Source Han Sans JP Medium" panose="020B0600070205080204" charset="-128"/>
              <a:ea typeface="Source Han Sans JP Medium" panose="020B0600070205080204" charset="-128"/>
              <a:sym typeface="Source Han Sans JP Medium"/>
            </a:endParaRPr>
          </a:p>
          <a:p>
            <a:r>
              <a:rPr kumimoji="1" lang="en-US" altLang="ja-JP" sz="1200" dirty="0" err="1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sym typeface="Source Han Sans JP Medium"/>
              </a:rPr>
              <a:t>InceptionNet</a:t>
            </a:r>
            <a:r>
              <a:rPr kumimoji="1" lang="ja-JP" altLang="en-US" sz="12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sym typeface="Source Han Sans JP Medium"/>
              </a:rPr>
              <a:t>・・・</a:t>
            </a:r>
            <a:r>
              <a:rPr lang="ja-JP" altLang="en-US" b="0" i="0" dirty="0">
                <a:solidFill>
                  <a:srgbClr val="CF2E2E"/>
                </a:solidFill>
                <a:effectLst/>
                <a:latin typeface="Arial" panose="020B0604020202020204" pitchFamily="34" charset="0"/>
              </a:rPr>
              <a:t>各</a:t>
            </a:r>
            <a:r>
              <a:rPr lang="ja-JP" altLang="en-US" b="0" i="0" u="none" strike="noStrike" dirty="0">
                <a:solidFill>
                  <a:srgbClr val="016391"/>
                </a:solidFill>
                <a:effectLst/>
                <a:latin typeface="Arial" panose="020B0604020202020204" pitchFamily="34" charset="0"/>
                <a:hlinkClick r:id="rId3" tooltip="畳み込み層(Convolution Layer)とその発展型"/>
              </a:rPr>
              <a:t>畳み込み層</a:t>
            </a:r>
            <a:r>
              <a:rPr lang="ja-JP" altLang="en-US" b="0" i="0" dirty="0">
                <a:solidFill>
                  <a:srgbClr val="CF2E2E"/>
                </a:solidFill>
                <a:effectLst/>
                <a:latin typeface="Arial" panose="020B0604020202020204" pitchFamily="34" charset="0"/>
              </a:rPr>
              <a:t>を，計算効率の良い </a:t>
            </a:r>
            <a:r>
              <a:rPr lang="en-US" altLang="ja-JP" b="1" i="0" dirty="0">
                <a:solidFill>
                  <a:srgbClr val="CF2E2E"/>
                </a:solidFill>
                <a:effectLst/>
                <a:latin typeface="Arial" panose="020B0604020202020204" pitchFamily="34" charset="0"/>
              </a:rPr>
              <a:t>Inception</a:t>
            </a:r>
            <a:r>
              <a:rPr lang="ja-JP" altLang="en-US" b="1" i="0" dirty="0">
                <a:solidFill>
                  <a:srgbClr val="CF2E2E"/>
                </a:solidFill>
                <a:effectLst/>
                <a:latin typeface="Arial" panose="020B0604020202020204" pitchFamily="34" charset="0"/>
              </a:rPr>
              <a:t>ブロック</a:t>
            </a:r>
            <a:r>
              <a:rPr lang="ja-JP" altLang="en-US" b="0" i="0" dirty="0">
                <a:solidFill>
                  <a:srgbClr val="CF2E2E"/>
                </a:solidFill>
                <a:effectLst/>
                <a:latin typeface="Arial" panose="020B0604020202020204" pitchFamily="34" charset="0"/>
              </a:rPr>
              <a:t>で近似・代替させた．</a:t>
            </a:r>
            <a:r>
              <a:rPr lang="en-US" altLang="ja-JP" sz="1200" dirty="0" err="1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AlexNet</a:t>
            </a:r>
            <a:r>
              <a:rPr lang="ja-JP" altLang="en-US" sz="12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，</a:t>
            </a:r>
            <a:r>
              <a:rPr lang="en-US" altLang="ja-JP" sz="12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VGG-16</a:t>
            </a:r>
            <a:r>
              <a:rPr lang="ja-JP" altLang="en-US" sz="12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より精度が高い</a:t>
            </a:r>
            <a:endParaRPr lang="en-US" altLang="ja-JP" sz="1200" dirty="0">
              <a:solidFill>
                <a:srgbClr val="292B2B"/>
              </a:solidFill>
              <a:latin typeface="Source Han Sans JP Medium" panose="020B0600070205080204" charset="-128"/>
              <a:ea typeface="Source Han Sans JP Medium" panose="020B0600070205080204" charset="-128"/>
              <a:cs typeface="Source Han Sans JP Medium"/>
              <a:sym typeface="Source Han Sans JP Medium"/>
            </a:endParaRPr>
          </a:p>
          <a:p>
            <a:pPr>
              <a:buNone/>
            </a:pPr>
            <a:r>
              <a:rPr lang="en-US" altLang="ja-JP" sz="12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Vision</a:t>
            </a:r>
            <a:r>
              <a:rPr lang="ja-JP" altLang="en-US" sz="12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 </a:t>
            </a:r>
            <a:r>
              <a:rPr lang="en-US" altLang="ja-JP" sz="12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Transformer</a:t>
            </a:r>
            <a:r>
              <a:rPr lang="ja-JP" altLang="en-US" sz="12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・・・</a:t>
            </a:r>
            <a:r>
              <a:rPr lang="ja-JP" altLang="en-US" b="1" dirty="0"/>
              <a:t>特徴</a:t>
            </a:r>
            <a:r>
              <a:rPr lang="en-US" altLang="ja-JP" dirty="0"/>
              <a:t>: </a:t>
            </a:r>
            <a:r>
              <a:rPr lang="ja-JP" altLang="en-US" dirty="0"/>
              <a:t>画像をパッチに分割し、</a:t>
            </a:r>
            <a:r>
              <a:rPr lang="en-US" altLang="ja-JP" dirty="0"/>
              <a:t>Transformer</a:t>
            </a:r>
            <a:r>
              <a:rPr lang="ja-JP" altLang="en-US" dirty="0"/>
              <a:t>構造で処理するモデル。</a:t>
            </a:r>
            <a:r>
              <a:rPr lang="ja-JP" altLang="en-US" b="1" dirty="0"/>
              <a:t>利点</a:t>
            </a:r>
            <a:r>
              <a:rPr lang="en-US" altLang="ja-JP" dirty="0"/>
              <a:t>: </a:t>
            </a:r>
            <a:r>
              <a:rPr lang="ja-JP" altLang="en-US" dirty="0"/>
              <a:t>自己注意機構により、長距離の依存関係を捉えやすい。大規模データセットで特に高精度を示す。</a:t>
            </a:r>
            <a:endParaRPr lang="en-US" altLang="ja-JP" dirty="0"/>
          </a:p>
          <a:p>
            <a:pPr>
              <a:buNone/>
            </a:pPr>
            <a:r>
              <a:rPr lang="en-US" altLang="ja-JP" dirty="0" err="1"/>
              <a:t>DenseNet</a:t>
            </a:r>
            <a:r>
              <a:rPr lang="ja-JP" altLang="en-US" dirty="0"/>
              <a:t>・・・</a:t>
            </a:r>
            <a:r>
              <a:rPr lang="ja-JP" altLang="en-US" b="1" dirty="0"/>
              <a:t>特徴</a:t>
            </a:r>
            <a:r>
              <a:rPr lang="en-US" altLang="ja-JP" dirty="0"/>
              <a:t>: </a:t>
            </a:r>
            <a:r>
              <a:rPr lang="ja-JP" altLang="en-US" dirty="0"/>
              <a:t>各層がすべての前の層とフィーチャマップを共有し合う“密結合”構造。</a:t>
            </a:r>
            <a:r>
              <a:rPr lang="ja-JP" altLang="en-US" b="1" dirty="0"/>
              <a:t>利点</a:t>
            </a:r>
            <a:r>
              <a:rPr lang="en-US" altLang="ja-JP" dirty="0"/>
              <a:t>: </a:t>
            </a:r>
            <a:r>
              <a:rPr lang="ja-JP" altLang="en-US" dirty="0"/>
              <a:t>パラメータ効率が高く、深い層でも勾配消失を抑制。小規模データにも比較的強いとされる。</a:t>
            </a:r>
          </a:p>
          <a:p>
            <a:pPr>
              <a:buNone/>
            </a:pPr>
            <a:r>
              <a:rPr lang="en-US" altLang="ja-JP" b="1" dirty="0"/>
              <a:t>Inception</a:t>
            </a:r>
            <a:r>
              <a:rPr lang="ja-JP" altLang="en-US" b="1" dirty="0"/>
              <a:t>系 </a:t>
            </a:r>
            <a:r>
              <a:rPr lang="en-US" altLang="ja-JP" b="1" dirty="0"/>
              <a:t>(</a:t>
            </a:r>
            <a:r>
              <a:rPr lang="en-US" altLang="ja-JP" b="1" dirty="0" err="1"/>
              <a:t>GoogLeNet</a:t>
            </a:r>
            <a:r>
              <a:rPr lang="en-US" altLang="ja-JP" b="1" dirty="0"/>
              <a:t>, Inception-v3 </a:t>
            </a:r>
            <a:r>
              <a:rPr lang="ja-JP" altLang="en-US" b="1" dirty="0"/>
              <a:t>等</a:t>
            </a:r>
            <a:r>
              <a:rPr lang="en-US" altLang="ja-JP" b="1" dirty="0"/>
              <a:t>)</a:t>
            </a:r>
            <a:r>
              <a:rPr lang="ja-JP" altLang="en-US" b="0" dirty="0"/>
              <a:t>・・・</a:t>
            </a:r>
            <a:r>
              <a:rPr lang="ja-JP" altLang="en-US" b="1" dirty="0"/>
              <a:t>特徴</a:t>
            </a:r>
            <a:r>
              <a:rPr lang="en-US" altLang="ja-JP" dirty="0"/>
              <a:t>: “Inception</a:t>
            </a:r>
            <a:r>
              <a:rPr lang="ja-JP" altLang="en-US" dirty="0"/>
              <a:t>モジュール”を用いた畳み込み層の多層化により、計算効率を保ちつつ高い精度を実現。</a:t>
            </a:r>
          </a:p>
          <a:p>
            <a:pPr>
              <a:buNone/>
            </a:pPr>
            <a:r>
              <a:rPr lang="en-US" altLang="ja-JP" dirty="0"/>
              <a:t>WaveNet</a:t>
            </a:r>
            <a:r>
              <a:rPr lang="ja-JP" altLang="en-US" dirty="0"/>
              <a:t>系・・・</a:t>
            </a:r>
            <a:r>
              <a:rPr lang="ja-JP" altLang="en-US" b="1" dirty="0"/>
              <a:t>利点</a:t>
            </a:r>
            <a:r>
              <a:rPr lang="en-US" altLang="ja-JP" dirty="0"/>
              <a:t>: </a:t>
            </a:r>
            <a:r>
              <a:rPr lang="ja-JP" altLang="en-US" dirty="0"/>
              <a:t>時系列・音響特性を詳細に学習でき、特に高解像度の音声解析で有用。</a:t>
            </a:r>
          </a:p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558F7A-9C9F-42E9-83A4-0C372CE5784D}" type="slidenum">
              <a:rPr kumimoji="1" lang="ja-JP" altLang="en-US" smtClean="0"/>
              <a:t>22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72492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35141-B1DA-4BCF-9AAA-97947E23424F}" type="datetime1">
              <a:rPr lang="en-US" altLang="ja-JP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876800" y="9921875"/>
            <a:ext cx="620097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48189-7185-406F-AF7C-BED606B3670B}" type="datetime1">
              <a:rPr lang="en-US" altLang="ja-JP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876800" y="9921875"/>
            <a:ext cx="620097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01697-F5F8-4170-8723-96F9EA86E2DC}" type="datetime1">
              <a:rPr lang="en-US" altLang="ja-JP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876800" y="9921875"/>
            <a:ext cx="620097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CCBFD-D654-4967-8B61-A3494FDAD3C3}" type="datetime1">
              <a:rPr lang="en-US" altLang="ja-JP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76800" y="9921875"/>
            <a:ext cx="620097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F7437-43BB-4691-A20F-B3DC80928B9C}" type="datetime1">
              <a:rPr lang="en-US" altLang="ja-JP" smtClean="0"/>
              <a:t>11/6/2025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4876800" y="9921875"/>
            <a:ext cx="620097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DB0C1-09DA-4824-A9FE-04B648356115}" type="datetime1">
              <a:rPr lang="en-US" altLang="ja-JP" smtClean="0"/>
              <a:t>11/6/2025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4876800" y="9921875"/>
            <a:ext cx="620097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59CF7-FBD3-43A8-86EA-1BFF241249A7}" type="datetime1">
              <a:rPr lang="en-US" altLang="ja-JP" smtClean="0"/>
              <a:t>11/6/2025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228600" y="9715500"/>
            <a:ext cx="620097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D3CE7-97B2-48B0-AAAA-F59DB167F20C}" type="datetime1">
              <a:rPr lang="en-US" altLang="ja-JP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76800" y="9921875"/>
            <a:ext cx="620097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2D9E0-6A31-47E1-86F8-E8D32905AA5C}" type="datetime1">
              <a:rPr lang="en-US" altLang="ja-JP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76800" y="9921875"/>
            <a:ext cx="620097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458458-117C-445C-93D2-58146BCC020C}" type="datetime1">
              <a:rPr lang="en-US" altLang="ja-JP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876800" y="9921875"/>
            <a:ext cx="620097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68477-63A2-4B58-B832-4FD9CBB3DB7F}" type="datetime1">
              <a:rPr lang="en-US" altLang="ja-JP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876800" y="9921875"/>
            <a:ext cx="620097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パラグラフ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838200" y="1523999"/>
            <a:ext cx="16649700" cy="1407239"/>
          </a:xfrm>
        </p:spPr>
        <p:txBody>
          <a:bodyPr>
            <a:noAutofit/>
          </a:bodyPr>
          <a:lstStyle>
            <a:lvl1pPr>
              <a:defRPr sz="5400" b="1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defRPr>
            </a:lvl1pPr>
          </a:lstStyle>
          <a:p>
            <a:r>
              <a:rPr kumimoji="1" lang="ja-JP" altLang="en-US" dirty="0"/>
              <a:t>話題について伝えるべきメッセージ（問いの答え）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 hasCustomPrompt="1"/>
          </p:nvPr>
        </p:nvSpPr>
        <p:spPr>
          <a:xfrm>
            <a:off x="838200" y="3019733"/>
            <a:ext cx="16649700" cy="6858000"/>
          </a:xfrm>
        </p:spPr>
        <p:txBody>
          <a:bodyPr/>
          <a:lstStyle>
            <a:lvl1pPr marL="685800" indent="-685800"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defRPr>
            </a:lvl1pPr>
            <a:lvl2pPr marL="1200150" marR="0" indent="-514350" algn="l" defTabSz="13716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>
                <a:latin typeface="游ゴシック Medium" panose="020B0500000000000000" pitchFamily="50" charset="-128"/>
                <a:ea typeface="游ゴシック Medium" panose="020B0500000000000000" pitchFamily="50" charset="-128"/>
              </a:defRPr>
            </a:lvl2pPr>
          </a:lstStyle>
          <a:p>
            <a:pPr lvl="0"/>
            <a:r>
              <a:rPr kumimoji="1" lang="ja-JP" altLang="en-US" dirty="0"/>
              <a:t>メッセージの補足説明（根拠／解説／具体例）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第２段</a:t>
            </a:r>
            <a:endParaRPr kumimoji="1" lang="en-US" altLang="ja-JP" dirty="0"/>
          </a:p>
          <a:p>
            <a:pPr lvl="2"/>
            <a:r>
              <a:rPr kumimoji="1" lang="ja-JP" altLang="en-US" dirty="0"/>
              <a:t>第３段</a:t>
            </a:r>
            <a:endParaRPr kumimoji="1" lang="en-US" altLang="ja-JP" dirty="0"/>
          </a:p>
          <a:p>
            <a:pPr lvl="3"/>
            <a:r>
              <a:rPr kumimoji="1" lang="ja-JP" altLang="en-US" dirty="0"/>
              <a:t>第４段</a:t>
            </a:r>
            <a:endParaRPr kumimoji="1" lang="en-US" altLang="ja-JP" dirty="0"/>
          </a:p>
          <a:p>
            <a:pPr lvl="4"/>
            <a:r>
              <a:rPr kumimoji="1" lang="ja-JP" altLang="en-US" dirty="0"/>
              <a:t>第５弾</a:t>
            </a:r>
            <a:endParaRPr kumimoji="1" lang="en-US" altLang="ja-JP" dirty="0"/>
          </a:p>
          <a:p>
            <a:pPr lvl="3"/>
            <a:endParaRPr kumimoji="1" lang="en-US" altLang="ja-JP" dirty="0"/>
          </a:p>
          <a:p>
            <a:pPr lvl="3"/>
            <a:endParaRPr kumimoji="1" lang="en-US" altLang="ja-JP" dirty="0"/>
          </a:p>
          <a:p>
            <a:pPr lvl="1"/>
            <a:endParaRPr kumimoji="1" lang="en-US" altLang="ja-JP" dirty="0"/>
          </a:p>
          <a:p>
            <a:pPr lvl="0"/>
            <a:endParaRPr kumimoji="1" lang="en-US" altLang="ja-JP" dirty="0"/>
          </a:p>
          <a:p>
            <a:pPr lvl="0"/>
            <a:endParaRPr kumimoji="1" lang="en-US" altLang="ja-JP" dirty="0"/>
          </a:p>
          <a:p>
            <a:pPr lvl="1"/>
            <a:endParaRPr kumimoji="1" lang="en-US" altLang="ja-JP" dirty="0"/>
          </a:p>
        </p:txBody>
      </p:sp>
      <p:sp>
        <p:nvSpPr>
          <p:cNvPr id="18" name="テキスト プレースホルダー 17"/>
          <p:cNvSpPr>
            <a:spLocks noGrp="1"/>
          </p:cNvSpPr>
          <p:nvPr>
            <p:ph type="body" sz="quarter" idx="11" hasCustomPrompt="1"/>
          </p:nvPr>
        </p:nvSpPr>
        <p:spPr>
          <a:xfrm>
            <a:off x="315861" y="522339"/>
            <a:ext cx="17183100" cy="704850"/>
          </a:xfrm>
        </p:spPr>
        <p:txBody>
          <a:bodyPr/>
          <a:lstStyle>
            <a:lvl1pPr marL="0" indent="0">
              <a:buNone/>
              <a:defRPr b="0">
                <a:latin typeface="游ゴシック Medium" panose="020B0500000000000000" pitchFamily="50" charset="-128"/>
                <a:ea typeface="游ゴシック Medium" panose="020B0500000000000000" pitchFamily="50" charset="-128"/>
              </a:defRPr>
            </a:lvl1pPr>
            <a:lvl2pPr marL="685800" indent="0">
              <a:buNone/>
              <a:defRPr/>
            </a:lvl2pPr>
            <a:lvl3pPr marL="1371600" indent="0">
              <a:buNone/>
              <a:defRPr/>
            </a:lvl3pPr>
            <a:lvl4pPr marL="2057400" indent="0">
              <a:buNone/>
              <a:defRPr/>
            </a:lvl4pPr>
            <a:lvl5pPr marL="2743200" indent="0">
              <a:buNone/>
              <a:defRPr/>
            </a:lvl5pPr>
          </a:lstStyle>
          <a:p>
            <a:pPr lvl="0"/>
            <a:r>
              <a:rPr kumimoji="1" lang="ja-JP" altLang="en-US" dirty="0"/>
              <a:t>スライドの話題＝問い</a:t>
            </a:r>
            <a:r>
              <a:rPr kumimoji="1" lang="en-US" altLang="ja-JP" dirty="0"/>
              <a:t>=</a:t>
            </a:r>
            <a:r>
              <a:rPr kumimoji="1" lang="ja-JP" altLang="en-US" dirty="0"/>
              <a:t>論点</a:t>
            </a:r>
            <a:endParaRPr kumimoji="1" lang="en-US" altLang="ja-JP" dirty="0"/>
          </a:p>
        </p:txBody>
      </p:sp>
      <p:sp>
        <p:nvSpPr>
          <p:cNvPr id="23" name="テキスト ボックス 22"/>
          <p:cNvSpPr txBox="1"/>
          <p:nvPr userDrawn="1"/>
        </p:nvSpPr>
        <p:spPr>
          <a:xfrm>
            <a:off x="17240250" y="473473"/>
            <a:ext cx="7280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86695743-78A6-41C5-8EC9-B94E39B9B94D}" type="slidenum">
              <a:rPr kumimoji="1" lang="ja-JP" altLang="en-US" sz="3600" smtClean="0">
                <a:solidFill>
                  <a:schemeClr val="tx1"/>
                </a:solidFill>
                <a:latin typeface="+mn-lt"/>
                <a:ea typeface="游ゴシック Medium" panose="020B0500000000000000" pitchFamily="50" charset="-128"/>
              </a:rPr>
              <a:t>‹#›</a:t>
            </a:fld>
            <a:endParaRPr kumimoji="1" lang="ja-JP" altLang="en-US" sz="3600" dirty="0">
              <a:solidFill>
                <a:schemeClr val="tx1"/>
              </a:solidFill>
              <a:latin typeface="+mn-lt"/>
              <a:ea typeface="游ゴシック Medium" panose="020B0500000000000000" pitchFamily="50" charset="-128"/>
            </a:endParaRPr>
          </a:p>
        </p:txBody>
      </p:sp>
      <p:cxnSp>
        <p:nvCxnSpPr>
          <p:cNvPr id="26" name="直線コネクタ 25"/>
          <p:cNvCxnSpPr/>
          <p:nvPr userDrawn="1"/>
        </p:nvCxnSpPr>
        <p:spPr>
          <a:xfrm>
            <a:off x="0" y="1238250"/>
            <a:ext cx="18288000" cy="0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5375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446D91-97FF-446E-BDC2-075A4D5370E6}" type="datetime1">
              <a:rPr lang="en-US" altLang="ja-JP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43800" y="6361199"/>
            <a:ext cx="62009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885825" y="495300"/>
            <a:ext cx="16516350" cy="142875"/>
            <a:chOff x="0" y="0"/>
            <a:chExt cx="22021800" cy="190500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17" name="TextBox 17"/>
          <p:cNvSpPr txBox="1"/>
          <p:nvPr/>
        </p:nvSpPr>
        <p:spPr>
          <a:xfrm>
            <a:off x="2216634" y="3669143"/>
            <a:ext cx="13854732" cy="10156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spcBef>
                <a:spcPct val="0"/>
              </a:spcBef>
            </a:pPr>
            <a:r>
              <a:rPr lang="ja-JP" altLang="en-US" sz="6600" dirty="0">
                <a:solidFill>
                  <a:srgbClr val="292B2B"/>
                </a:solidFill>
                <a:latin typeface="Source Han Sans JP Bold"/>
                <a:ea typeface="Source Han Sans JP Bold"/>
                <a:cs typeface="Source Han Sans JP Bold"/>
                <a:sym typeface="Source Han Sans JP Bold"/>
              </a:rPr>
              <a:t>進捗報告</a:t>
            </a:r>
            <a:endParaRPr lang="en-US" sz="6600" dirty="0">
              <a:solidFill>
                <a:srgbClr val="292B2B"/>
              </a:solidFill>
              <a:latin typeface="Source Han Sans JP Bold"/>
              <a:ea typeface="Source Han Sans JP Bold"/>
              <a:cs typeface="Source Han Sans JP Bold"/>
              <a:sym typeface="Source Han Sans JP Bold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885825" y="7729472"/>
            <a:ext cx="16306800" cy="5386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ja-JP" altLang="en-US" sz="4000" dirty="0">
                <a:latin typeface="Source Han Sans JP" panose="020B0600070205080204" charset="-128"/>
                <a:ea typeface="Source Han Sans JP" panose="020B0600070205080204" charset="-128"/>
              </a:rPr>
              <a:t>植木研究室　　</a:t>
            </a:r>
            <a:r>
              <a:rPr lang="en-US" altLang="ja-JP" sz="4000" dirty="0">
                <a:latin typeface="Source Han Sans JP" panose="020B0600070205080204" charset="-128"/>
                <a:ea typeface="Source Han Sans JP" panose="020B0600070205080204" charset="-128"/>
              </a:rPr>
              <a:t>8125517</a:t>
            </a:r>
            <a:r>
              <a:rPr lang="ja-JP" altLang="en-US" sz="4000" dirty="0">
                <a:latin typeface="Source Han Sans JP" panose="020B0600070205080204" charset="-128"/>
                <a:ea typeface="Source Han Sans JP" panose="020B0600070205080204" charset="-128"/>
              </a:rPr>
              <a:t>　　</a:t>
            </a:r>
            <a:r>
              <a:rPr lang="ja-JP" altLang="en-US" sz="4000" dirty="0">
                <a:solidFill>
                  <a:srgbClr val="292B2B"/>
                </a:solidFill>
                <a:latin typeface="Source Han Sans JP" panose="020B0600070205080204" charset="-128"/>
                <a:ea typeface="Source Han Sans JP" panose="020B0600070205080204" charset="-128"/>
                <a:cs typeface="Source Han Sans JP"/>
                <a:sym typeface="Source Han Sans JP"/>
              </a:rPr>
              <a:t>柴崎陸</a:t>
            </a:r>
            <a:endParaRPr lang="en-US" sz="4000" dirty="0">
              <a:solidFill>
                <a:srgbClr val="292B2B"/>
              </a:solidFill>
              <a:latin typeface="Source Han Sans JP" panose="020B0600070205080204" charset="-128"/>
              <a:ea typeface="Source Han Sans JP" panose="020B0600070205080204" charset="-128"/>
              <a:cs typeface="Source Han Sans JP"/>
              <a:sym typeface="Source Han Sans JP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6111044" y="6792441"/>
            <a:ext cx="5785681" cy="5142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dirty="0">
                <a:solidFill>
                  <a:srgbClr val="292B2B"/>
                </a:solidFill>
                <a:latin typeface="Source Han Sans JP" panose="020B0600070205080204" charset="-128"/>
                <a:ea typeface="Source Han Sans JP" panose="020B0600070205080204" charset="-128"/>
                <a:cs typeface="Century Gothic Paneuropean"/>
                <a:sym typeface="Century Gothic Paneuropean"/>
              </a:rPr>
              <a:t>2025年11月7日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885825" y="9645596"/>
            <a:ext cx="16516350" cy="142875"/>
            <a:chOff x="0" y="0"/>
            <a:chExt cx="22021800" cy="190500"/>
          </a:xfrm>
        </p:grpSpPr>
        <p:grpSp>
          <p:nvGrpSpPr>
            <p:cNvPr id="22" name="Group 22"/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 dirty="0"/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9D73F52F-7EA5-9483-9209-847FF8564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13" name="TextBox 24">
            <a:extLst>
              <a:ext uri="{FF2B5EF4-FFF2-40B4-BE49-F238E27FC236}">
                <a16:creationId xmlns:a16="http://schemas.microsoft.com/office/drawing/2014/main" id="{9E46055B-DA28-1F66-CD59-78CAAB0910E0}"/>
              </a:ext>
            </a:extLst>
          </p:cNvPr>
          <p:cNvSpPr txBox="1"/>
          <p:nvPr/>
        </p:nvSpPr>
        <p:spPr>
          <a:xfrm>
            <a:off x="2514600" y="4829466"/>
            <a:ext cx="16306800" cy="7005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ja-JP" altLang="en-US" sz="32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ー</a:t>
            </a:r>
            <a:r>
              <a:rPr lang="en-US" sz="32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CNN</a:t>
            </a:r>
            <a:r>
              <a:rPr lang="ja-JP" altLang="en-US" sz="32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アンサンブル学習に基づく音響識別によるプール沸騰の発生検知ー</a:t>
            </a:r>
            <a:endParaRPr lang="en-US" sz="32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8DB37C-964B-AC11-EDB7-CB194CC0E9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グループ化 47">
            <a:extLst>
              <a:ext uri="{FF2B5EF4-FFF2-40B4-BE49-F238E27FC236}">
                <a16:creationId xmlns:a16="http://schemas.microsoft.com/office/drawing/2014/main" id="{1E877648-141E-2FED-599C-AC5E92A13D55}"/>
              </a:ext>
            </a:extLst>
          </p:cNvPr>
          <p:cNvGrpSpPr/>
          <p:nvPr/>
        </p:nvGrpSpPr>
        <p:grpSpPr>
          <a:xfrm>
            <a:off x="270494" y="246431"/>
            <a:ext cx="698205" cy="10040568"/>
            <a:chOff x="270494" y="246431"/>
            <a:chExt cx="698205" cy="10040568"/>
          </a:xfrm>
        </p:grpSpPr>
        <p:pic>
          <p:nvPicPr>
            <p:cNvPr id="49" name="図 48">
              <a:extLst>
                <a:ext uri="{FF2B5EF4-FFF2-40B4-BE49-F238E27FC236}">
                  <a16:creationId xmlns:a16="http://schemas.microsoft.com/office/drawing/2014/main" id="{A00AF81C-D86D-C07A-3F1F-78B9E44DF21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5400000">
              <a:off x="271822" y="245103"/>
              <a:ext cx="695550" cy="698205"/>
            </a:xfrm>
            <a:prstGeom prst="rect">
              <a:avLst/>
            </a:prstGeom>
          </p:spPr>
        </p:pic>
        <p:sp>
          <p:nvSpPr>
            <p:cNvPr id="50" name="テキスト ボックス 49">
              <a:extLst>
                <a:ext uri="{FF2B5EF4-FFF2-40B4-BE49-F238E27FC236}">
                  <a16:creationId xmlns:a16="http://schemas.microsoft.com/office/drawing/2014/main" id="{2787A3FF-958C-EBE9-52DF-D247C70AB5E5}"/>
                </a:ext>
              </a:extLst>
            </p:cNvPr>
            <p:cNvSpPr txBox="1"/>
            <p:nvPr/>
          </p:nvSpPr>
          <p:spPr>
            <a:xfrm>
              <a:off x="434931" y="1036119"/>
              <a:ext cx="369332" cy="225878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kumimoji="1" lang="en-US" altLang="ja-JP" sz="1200" dirty="0">
                  <a:latin typeface="Source Han Sans JP" panose="020B0600070205080204" charset="-128"/>
                  <a:ea typeface="Source Han Sans JP" panose="020B0600070205080204" charset="-128"/>
                </a:rPr>
                <a:t>Tokyo University of Science</a:t>
              </a:r>
              <a:endParaRPr kumimoji="1" lang="ja-JP" altLang="en-US" sz="1200" dirty="0">
                <a:latin typeface="Source Han Sans JP" panose="020B0600070205080204" charset="-128"/>
                <a:ea typeface="Source Han Sans JP" panose="020B0600070205080204" charset="-128"/>
              </a:endParaRPr>
            </a:p>
          </p:txBody>
        </p:sp>
        <p:cxnSp>
          <p:nvCxnSpPr>
            <p:cNvPr id="51" name="直線コネクタ 50">
              <a:extLst>
                <a:ext uri="{FF2B5EF4-FFF2-40B4-BE49-F238E27FC236}">
                  <a16:creationId xmlns:a16="http://schemas.microsoft.com/office/drawing/2014/main" id="{FD83F56E-025F-21B4-21B5-7CE1068CF5A3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" y="3314700"/>
              <a:ext cx="0" cy="6067497"/>
            </a:xfrm>
            <a:prstGeom prst="line">
              <a:avLst/>
            </a:prstGeom>
            <a:ln>
              <a:solidFill>
                <a:srgbClr val="64A4A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フローチャート: 論理積ゲート 51">
              <a:extLst>
                <a:ext uri="{FF2B5EF4-FFF2-40B4-BE49-F238E27FC236}">
                  <a16:creationId xmlns:a16="http://schemas.microsoft.com/office/drawing/2014/main" id="{F30B28B0-361D-0A34-B344-0CF7B75C2C15}"/>
                </a:ext>
              </a:extLst>
            </p:cNvPr>
            <p:cNvSpPr/>
            <p:nvPr/>
          </p:nvSpPr>
          <p:spPr>
            <a:xfrm rot="16200000">
              <a:off x="141940" y="9634201"/>
              <a:ext cx="924597" cy="381000"/>
            </a:xfrm>
            <a:prstGeom prst="flowChartDelay">
              <a:avLst/>
            </a:prstGeom>
            <a:solidFill>
              <a:srgbClr val="64A4A3"/>
            </a:solidFill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53" name="Group 3">
            <a:extLst>
              <a:ext uri="{FF2B5EF4-FFF2-40B4-BE49-F238E27FC236}">
                <a16:creationId xmlns:a16="http://schemas.microsoft.com/office/drawing/2014/main" id="{7BFE15D1-B194-B181-AC41-0EC9DAC01C9D}"/>
              </a:ext>
            </a:extLst>
          </p:cNvPr>
          <p:cNvGrpSpPr/>
          <p:nvPr/>
        </p:nvGrpSpPr>
        <p:grpSpPr>
          <a:xfrm>
            <a:off x="1371600" y="1069258"/>
            <a:ext cx="16064988" cy="125708"/>
            <a:chOff x="0" y="0"/>
            <a:chExt cx="22021800" cy="190500"/>
          </a:xfrm>
        </p:grpSpPr>
        <p:grpSp>
          <p:nvGrpSpPr>
            <p:cNvPr id="54" name="Group 4">
              <a:extLst>
                <a:ext uri="{FF2B5EF4-FFF2-40B4-BE49-F238E27FC236}">
                  <a16:creationId xmlns:a16="http://schemas.microsoft.com/office/drawing/2014/main" id="{E19D6CF3-783B-2BEB-000A-8FCFFFCD1886}"/>
                </a:ext>
              </a:extLst>
            </p:cNvPr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61" name="Freeform 5">
                <a:extLst>
                  <a:ext uri="{FF2B5EF4-FFF2-40B4-BE49-F238E27FC236}">
                    <a16:creationId xmlns:a16="http://schemas.microsoft.com/office/drawing/2014/main" id="{25183898-DA7F-FAA5-6C4A-BF13209DA889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62" name="TextBox 6">
                <a:extLst>
                  <a:ext uri="{FF2B5EF4-FFF2-40B4-BE49-F238E27FC236}">
                    <a16:creationId xmlns:a16="http://schemas.microsoft.com/office/drawing/2014/main" id="{AF9DE793-621A-3BDA-ABCC-4984981079FB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55" name="Group 7">
              <a:extLst>
                <a:ext uri="{FF2B5EF4-FFF2-40B4-BE49-F238E27FC236}">
                  <a16:creationId xmlns:a16="http://schemas.microsoft.com/office/drawing/2014/main" id="{2E54EF43-91FF-6E0F-058B-14050230655B}"/>
                </a:ext>
              </a:extLst>
            </p:cNvPr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59" name="Freeform 8">
                <a:extLst>
                  <a:ext uri="{FF2B5EF4-FFF2-40B4-BE49-F238E27FC236}">
                    <a16:creationId xmlns:a16="http://schemas.microsoft.com/office/drawing/2014/main" id="{8BA66A8F-9866-DC4A-98C9-37EE00660001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60" name="TextBox 9">
                <a:extLst>
                  <a:ext uri="{FF2B5EF4-FFF2-40B4-BE49-F238E27FC236}">
                    <a16:creationId xmlns:a16="http://schemas.microsoft.com/office/drawing/2014/main" id="{16A319B7-D50F-ED65-AF6B-DF2231064C4C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56" name="Group 10">
              <a:extLst>
                <a:ext uri="{FF2B5EF4-FFF2-40B4-BE49-F238E27FC236}">
                  <a16:creationId xmlns:a16="http://schemas.microsoft.com/office/drawing/2014/main" id="{BE997E21-DD0B-1294-5BF3-75ACAF7CA261}"/>
                </a:ext>
              </a:extLst>
            </p:cNvPr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57" name="Freeform 11">
                <a:extLst>
                  <a:ext uri="{FF2B5EF4-FFF2-40B4-BE49-F238E27FC236}">
                    <a16:creationId xmlns:a16="http://schemas.microsoft.com/office/drawing/2014/main" id="{1A0D9D66-A21B-66AC-D788-D1C54AAAEFED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58" name="TextBox 12">
                <a:extLst>
                  <a:ext uri="{FF2B5EF4-FFF2-40B4-BE49-F238E27FC236}">
                    <a16:creationId xmlns:a16="http://schemas.microsoft.com/office/drawing/2014/main" id="{1D02DA1C-0B30-93CB-EEA0-B2BC98F0CE7A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512" name="スライド番号プレースホルダー 28">
            <a:extLst>
              <a:ext uri="{FF2B5EF4-FFF2-40B4-BE49-F238E27FC236}">
                <a16:creationId xmlns:a16="http://schemas.microsoft.com/office/drawing/2014/main" id="{D09164D7-2F1A-4555-1BC2-B2D96C3AC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23863" y="9825038"/>
            <a:ext cx="392112" cy="420687"/>
          </a:xfrm>
        </p:spPr>
        <p:txBody>
          <a:bodyPr/>
          <a:lstStyle/>
          <a:p>
            <a:fld id="{B6F15528-21DE-4FAA-801E-634DDDAF4B2B}" type="slidenum">
              <a:rPr lang="en-US" sz="2400" smtClean="0">
                <a:solidFill>
                  <a:schemeClr val="bg1"/>
                </a:solidFill>
              </a:rPr>
              <a:pPr/>
              <a:t>2</a:t>
            </a:fld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513" name="TextBox 24">
            <a:extLst>
              <a:ext uri="{FF2B5EF4-FFF2-40B4-BE49-F238E27FC236}">
                <a16:creationId xmlns:a16="http://schemas.microsoft.com/office/drawing/2014/main" id="{2A0635B8-BCCD-4E74-98AE-0624FFDD6BD6}"/>
              </a:ext>
            </a:extLst>
          </p:cNvPr>
          <p:cNvSpPr txBox="1"/>
          <p:nvPr/>
        </p:nvSpPr>
        <p:spPr>
          <a:xfrm>
            <a:off x="1806795" y="305043"/>
            <a:ext cx="2242303" cy="7005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0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Agenda</a:t>
            </a:r>
          </a:p>
        </p:txBody>
      </p:sp>
      <p:grpSp>
        <p:nvGrpSpPr>
          <p:cNvPr id="514" name="グループ化 513">
            <a:extLst>
              <a:ext uri="{FF2B5EF4-FFF2-40B4-BE49-F238E27FC236}">
                <a16:creationId xmlns:a16="http://schemas.microsoft.com/office/drawing/2014/main" id="{B62302C4-E809-FCAB-957F-A716CD8F0562}"/>
              </a:ext>
            </a:extLst>
          </p:cNvPr>
          <p:cNvGrpSpPr/>
          <p:nvPr/>
        </p:nvGrpSpPr>
        <p:grpSpPr>
          <a:xfrm>
            <a:off x="3581400" y="4619863"/>
            <a:ext cx="12343465" cy="1047274"/>
            <a:chOff x="10121433" y="2372121"/>
            <a:chExt cx="6318718" cy="528645"/>
          </a:xfrm>
        </p:grpSpPr>
        <p:sp>
          <p:nvSpPr>
            <p:cNvPr id="515" name="TextBox 22">
              <a:extLst>
                <a:ext uri="{FF2B5EF4-FFF2-40B4-BE49-F238E27FC236}">
                  <a16:creationId xmlns:a16="http://schemas.microsoft.com/office/drawing/2014/main" id="{A243EAE5-356B-1894-75BE-66367ECE2D1E}"/>
                </a:ext>
              </a:extLst>
            </p:cNvPr>
            <p:cNvSpPr txBox="1"/>
            <p:nvPr/>
          </p:nvSpPr>
          <p:spPr>
            <a:xfrm>
              <a:off x="10717809" y="2372121"/>
              <a:ext cx="5722342" cy="51757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9000"/>
                </a:lnSpc>
              </a:pPr>
              <a:r>
                <a:rPr lang="ja-JP" altLang="en-US" sz="4800" dirty="0">
                  <a:solidFill>
                    <a:srgbClr val="292B2B"/>
                  </a:solidFill>
                  <a:latin typeface="Source Han Sans JP Bold" panose="020B0600070205080204" charset="-128"/>
                  <a:ea typeface="Source Han Sans JP Bold" panose="020B0600070205080204" charset="-128"/>
                  <a:cs typeface="Now"/>
                  <a:sym typeface="Now"/>
                </a:rPr>
                <a:t>今週取り組んだこと</a:t>
              </a:r>
              <a:endParaRPr lang="en-US" altLang="ja-JP" sz="4800" dirty="0">
                <a:solidFill>
                  <a:srgbClr val="292B2B"/>
                </a:solidFill>
                <a:latin typeface="Source Han Sans JP Bold" panose="020B0600070205080204" charset="-128"/>
                <a:ea typeface="Source Han Sans JP Bold" panose="020B0600070205080204" charset="-128"/>
                <a:cs typeface="Now"/>
                <a:sym typeface="Now"/>
              </a:endParaRPr>
            </a:p>
          </p:txBody>
        </p:sp>
        <p:sp>
          <p:nvSpPr>
            <p:cNvPr id="516" name="TextBox 23">
              <a:extLst>
                <a:ext uri="{FF2B5EF4-FFF2-40B4-BE49-F238E27FC236}">
                  <a16:creationId xmlns:a16="http://schemas.microsoft.com/office/drawing/2014/main" id="{ED03FC3B-8BEB-F105-968D-F000DB9D8CCD}"/>
                </a:ext>
              </a:extLst>
            </p:cNvPr>
            <p:cNvSpPr txBox="1"/>
            <p:nvPr/>
          </p:nvSpPr>
          <p:spPr>
            <a:xfrm>
              <a:off x="10121433" y="2372121"/>
              <a:ext cx="1151616" cy="5286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9000"/>
                </a:lnSpc>
              </a:pPr>
              <a:r>
                <a:rPr lang="en-US" sz="4800" dirty="0">
                  <a:solidFill>
                    <a:srgbClr val="292B2B"/>
                  </a:solidFill>
                  <a:latin typeface="Now"/>
                  <a:ea typeface="Now"/>
                  <a:cs typeface="Now"/>
                  <a:sym typeface="Now"/>
                </a:rPr>
                <a:t>01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429653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285EE3-CB81-6C30-12F1-23565E28F6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AED237D9-0A97-3EED-A5CA-5059541C7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803F2C2F-446A-1E28-CB16-D9A31819040F}"/>
              </a:ext>
            </a:extLst>
          </p:cNvPr>
          <p:cNvGrpSpPr/>
          <p:nvPr/>
        </p:nvGrpSpPr>
        <p:grpSpPr>
          <a:xfrm>
            <a:off x="270494" y="246431"/>
            <a:ext cx="698205" cy="10040568"/>
            <a:chOff x="270494" y="246431"/>
            <a:chExt cx="698205" cy="10040568"/>
          </a:xfrm>
        </p:grpSpPr>
        <p:pic>
          <p:nvPicPr>
            <p:cNvPr id="11" name="図 10">
              <a:extLst>
                <a:ext uri="{FF2B5EF4-FFF2-40B4-BE49-F238E27FC236}">
                  <a16:creationId xmlns:a16="http://schemas.microsoft.com/office/drawing/2014/main" id="{07A3E63D-4733-2039-0619-91509564252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5400000">
              <a:off x="271822" y="245103"/>
              <a:ext cx="695550" cy="698205"/>
            </a:xfrm>
            <a:prstGeom prst="rect">
              <a:avLst/>
            </a:prstGeom>
          </p:spPr>
        </p:pic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F0A3E237-A3EC-E67D-F878-23A5BA9CE8BC}"/>
                </a:ext>
              </a:extLst>
            </p:cNvPr>
            <p:cNvSpPr txBox="1"/>
            <p:nvPr/>
          </p:nvSpPr>
          <p:spPr>
            <a:xfrm>
              <a:off x="434931" y="1036119"/>
              <a:ext cx="369332" cy="225878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kumimoji="1" lang="en-US" altLang="ja-JP" sz="1200" dirty="0">
                  <a:latin typeface="Source Han Sans JP" panose="020B0600070205080204" charset="-128"/>
                  <a:ea typeface="Source Han Sans JP" panose="020B0600070205080204" charset="-128"/>
                </a:rPr>
                <a:t>Tokyo University of Science</a:t>
              </a:r>
              <a:endParaRPr kumimoji="1" lang="ja-JP" altLang="en-US" sz="1200" dirty="0">
                <a:latin typeface="Source Han Sans JP" panose="020B0600070205080204" charset="-128"/>
                <a:ea typeface="Source Han Sans JP" panose="020B0600070205080204" charset="-128"/>
              </a:endParaRPr>
            </a:p>
          </p:txBody>
        </p:sp>
        <p:cxnSp>
          <p:nvCxnSpPr>
            <p:cNvPr id="13" name="直線コネクタ 12">
              <a:extLst>
                <a:ext uri="{FF2B5EF4-FFF2-40B4-BE49-F238E27FC236}">
                  <a16:creationId xmlns:a16="http://schemas.microsoft.com/office/drawing/2014/main" id="{CAD4C307-D92C-1A46-6751-4774EC1A20D3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" y="3314700"/>
              <a:ext cx="0" cy="6067497"/>
            </a:xfrm>
            <a:prstGeom prst="line">
              <a:avLst/>
            </a:prstGeom>
            <a:ln>
              <a:solidFill>
                <a:srgbClr val="64A4A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フローチャート: 論理積ゲート 13">
              <a:extLst>
                <a:ext uri="{FF2B5EF4-FFF2-40B4-BE49-F238E27FC236}">
                  <a16:creationId xmlns:a16="http://schemas.microsoft.com/office/drawing/2014/main" id="{363A850B-0BBD-126C-31AF-EE003A523F79}"/>
                </a:ext>
              </a:extLst>
            </p:cNvPr>
            <p:cNvSpPr/>
            <p:nvPr/>
          </p:nvSpPr>
          <p:spPr>
            <a:xfrm rot="16200000">
              <a:off x="141940" y="9634201"/>
              <a:ext cx="924597" cy="381000"/>
            </a:xfrm>
            <a:prstGeom prst="flowChartDelay">
              <a:avLst/>
            </a:prstGeom>
            <a:solidFill>
              <a:srgbClr val="64A4A3"/>
            </a:solidFill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5" name="Group 3">
            <a:extLst>
              <a:ext uri="{FF2B5EF4-FFF2-40B4-BE49-F238E27FC236}">
                <a16:creationId xmlns:a16="http://schemas.microsoft.com/office/drawing/2014/main" id="{0D3B2F59-6770-5A2F-C69F-8D7EA0925B55}"/>
              </a:ext>
            </a:extLst>
          </p:cNvPr>
          <p:cNvGrpSpPr/>
          <p:nvPr/>
        </p:nvGrpSpPr>
        <p:grpSpPr>
          <a:xfrm>
            <a:off x="1371600" y="1069258"/>
            <a:ext cx="16064988" cy="125708"/>
            <a:chOff x="0" y="0"/>
            <a:chExt cx="22021800" cy="190500"/>
          </a:xfrm>
        </p:grpSpPr>
        <p:grpSp>
          <p:nvGrpSpPr>
            <p:cNvPr id="16" name="Group 4">
              <a:extLst>
                <a:ext uri="{FF2B5EF4-FFF2-40B4-BE49-F238E27FC236}">
                  <a16:creationId xmlns:a16="http://schemas.microsoft.com/office/drawing/2014/main" id="{00F149EB-B8AE-EE47-F5AF-008EA2369286}"/>
                </a:ext>
              </a:extLst>
            </p:cNvPr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23" name="Freeform 5">
                <a:extLst>
                  <a:ext uri="{FF2B5EF4-FFF2-40B4-BE49-F238E27FC236}">
                    <a16:creationId xmlns:a16="http://schemas.microsoft.com/office/drawing/2014/main" id="{1F40A32C-B3BF-FC43-A60D-A52259E28791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4" name="TextBox 6">
                <a:extLst>
                  <a:ext uri="{FF2B5EF4-FFF2-40B4-BE49-F238E27FC236}">
                    <a16:creationId xmlns:a16="http://schemas.microsoft.com/office/drawing/2014/main" id="{6F9A9472-A3F2-A014-D4A8-DD63D29445E4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7" name="Group 7">
              <a:extLst>
                <a:ext uri="{FF2B5EF4-FFF2-40B4-BE49-F238E27FC236}">
                  <a16:creationId xmlns:a16="http://schemas.microsoft.com/office/drawing/2014/main" id="{C36083AF-9873-6660-5452-0ABD774B3DFD}"/>
                </a:ext>
              </a:extLst>
            </p:cNvPr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21" name="Freeform 8">
                <a:extLst>
                  <a:ext uri="{FF2B5EF4-FFF2-40B4-BE49-F238E27FC236}">
                    <a16:creationId xmlns:a16="http://schemas.microsoft.com/office/drawing/2014/main" id="{9B42650F-A202-32DE-DF71-D6C52054BF55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2" name="TextBox 9">
                <a:extLst>
                  <a:ext uri="{FF2B5EF4-FFF2-40B4-BE49-F238E27FC236}">
                    <a16:creationId xmlns:a16="http://schemas.microsoft.com/office/drawing/2014/main" id="{4E2F8A98-8939-0049-9EB1-E4921C9762C7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8" name="Group 10">
              <a:extLst>
                <a:ext uri="{FF2B5EF4-FFF2-40B4-BE49-F238E27FC236}">
                  <a16:creationId xmlns:a16="http://schemas.microsoft.com/office/drawing/2014/main" id="{331E9817-314B-A069-19E3-C6599E9FC11F}"/>
                </a:ext>
              </a:extLst>
            </p:cNvPr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19" name="Freeform 11">
                <a:extLst>
                  <a:ext uri="{FF2B5EF4-FFF2-40B4-BE49-F238E27FC236}">
                    <a16:creationId xmlns:a16="http://schemas.microsoft.com/office/drawing/2014/main" id="{43CE0BCD-B2F2-4058-FB54-ECCFC9AFB79C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0" name="TextBox 12">
                <a:extLst>
                  <a:ext uri="{FF2B5EF4-FFF2-40B4-BE49-F238E27FC236}">
                    <a16:creationId xmlns:a16="http://schemas.microsoft.com/office/drawing/2014/main" id="{67B7BBB7-DB80-8468-39D9-3A5BA72FEF43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25" name="スライド番号プレースホルダー 28">
            <a:extLst>
              <a:ext uri="{FF2B5EF4-FFF2-40B4-BE49-F238E27FC236}">
                <a16:creationId xmlns:a16="http://schemas.microsoft.com/office/drawing/2014/main" id="{D588AE78-1CB0-AF6D-058A-3AB3BDFE2EA2}"/>
              </a:ext>
            </a:extLst>
          </p:cNvPr>
          <p:cNvSpPr txBox="1">
            <a:spLocks/>
          </p:cNvSpPr>
          <p:nvPr/>
        </p:nvSpPr>
        <p:spPr>
          <a:xfrm>
            <a:off x="270494" y="9748987"/>
            <a:ext cx="599456" cy="4622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2400" smtClean="0"/>
              <a:pPr/>
              <a:t>3</a:t>
            </a:fld>
            <a:endParaRPr lang="en-US" sz="2400" dirty="0"/>
          </a:p>
        </p:txBody>
      </p:sp>
      <p:sp>
        <p:nvSpPr>
          <p:cNvPr id="3" name="TextBox 24">
            <a:extLst>
              <a:ext uri="{FF2B5EF4-FFF2-40B4-BE49-F238E27FC236}">
                <a16:creationId xmlns:a16="http://schemas.microsoft.com/office/drawing/2014/main" id="{3F17B35F-383B-0EEC-4E2E-45B2060962F4}"/>
              </a:ext>
            </a:extLst>
          </p:cNvPr>
          <p:cNvSpPr txBox="1"/>
          <p:nvPr/>
        </p:nvSpPr>
        <p:spPr>
          <a:xfrm>
            <a:off x="1806795" y="305043"/>
            <a:ext cx="7946805" cy="7005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ja-JP" altLang="en-US" sz="40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今週取り組んだこと</a:t>
            </a:r>
            <a:endParaRPr lang="en-US" sz="40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819D22AA-BF2F-DB36-0630-BC8F51E58B20}"/>
              </a:ext>
            </a:extLst>
          </p:cNvPr>
          <p:cNvGrpSpPr/>
          <p:nvPr/>
        </p:nvGrpSpPr>
        <p:grpSpPr>
          <a:xfrm>
            <a:off x="1524000" y="1543414"/>
            <a:ext cx="8915400" cy="552410"/>
            <a:chOff x="1535808" y="1451163"/>
            <a:chExt cx="8639037" cy="552410"/>
          </a:xfrm>
        </p:grpSpPr>
        <p:sp>
          <p:nvSpPr>
            <p:cNvPr id="9" name="TextBox 26">
              <a:extLst>
                <a:ext uri="{FF2B5EF4-FFF2-40B4-BE49-F238E27FC236}">
                  <a16:creationId xmlns:a16="http://schemas.microsoft.com/office/drawing/2014/main" id="{528E2267-62E2-5E44-3578-0597CE496E73}"/>
                </a:ext>
              </a:extLst>
            </p:cNvPr>
            <p:cNvSpPr txBox="1"/>
            <p:nvPr/>
          </p:nvSpPr>
          <p:spPr>
            <a:xfrm>
              <a:off x="1864755" y="1451163"/>
              <a:ext cx="8310090" cy="52597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l">
                <a:lnSpc>
                  <a:spcPts val="4480"/>
                </a:lnSpc>
                <a:spcBef>
                  <a:spcPct val="0"/>
                </a:spcBef>
              </a:pPr>
              <a:r>
                <a:rPr lang="ja-JP" altLang="en-US" sz="2800" dirty="0">
                  <a:solidFill>
                    <a:srgbClr val="292B2B"/>
                  </a:solidFill>
                  <a:latin typeface="Source Han Sans JP Medium"/>
                  <a:ea typeface="Source Han Sans JP Medium"/>
                  <a:cs typeface="Source Han Sans JP Medium"/>
                  <a:sym typeface="Source Han Sans JP Medium"/>
                </a:rPr>
                <a:t>沸騰，未沸騰など各領域のデータで推論して比較</a:t>
              </a:r>
              <a:endParaRPr lang="en-US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endParaRPr>
            </a:p>
          </p:txBody>
        </p:sp>
        <p:sp>
          <p:nvSpPr>
            <p:cNvPr id="26" name="Freeform 5">
              <a:extLst>
                <a:ext uri="{FF2B5EF4-FFF2-40B4-BE49-F238E27FC236}">
                  <a16:creationId xmlns:a16="http://schemas.microsoft.com/office/drawing/2014/main" id="{B31D59CE-39DA-6D25-C9C9-4FD77BE7FF65}"/>
                </a:ext>
              </a:extLst>
            </p:cNvPr>
            <p:cNvSpPr/>
            <p:nvPr/>
          </p:nvSpPr>
          <p:spPr>
            <a:xfrm rot="5400000">
              <a:off x="1341107" y="1672296"/>
              <a:ext cx="525978" cy="136575"/>
            </a:xfrm>
            <a:custGeom>
              <a:avLst/>
              <a:gdLst/>
              <a:ahLst/>
              <a:cxnLst/>
              <a:rect l="l" t="t" r="r" b="b"/>
              <a:pathLst>
                <a:path w="1449995" h="37630">
                  <a:moveTo>
                    <a:pt x="0" y="0"/>
                  </a:moveTo>
                  <a:lnTo>
                    <a:pt x="1449995" y="0"/>
                  </a:lnTo>
                  <a:lnTo>
                    <a:pt x="1449995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64A4A3"/>
            </a:solidFill>
          </p:spPr>
          <p:txBody>
            <a:bodyPr/>
            <a:lstStyle/>
            <a:p>
              <a:endParaRPr lang="ja-JP" altLang="en-US" dirty="0"/>
            </a:p>
          </p:txBody>
        </p:sp>
      </p:grpSp>
      <p:sp>
        <p:nvSpPr>
          <p:cNvPr id="4" name="TextBox 24">
            <a:extLst>
              <a:ext uri="{FF2B5EF4-FFF2-40B4-BE49-F238E27FC236}">
                <a16:creationId xmlns:a16="http://schemas.microsoft.com/office/drawing/2014/main" id="{8051D341-3F4E-05E2-FAF3-B13E18C06953}"/>
              </a:ext>
            </a:extLst>
          </p:cNvPr>
          <p:cNvSpPr txBox="1"/>
          <p:nvPr/>
        </p:nvSpPr>
        <p:spPr>
          <a:xfrm>
            <a:off x="10756901" y="3950084"/>
            <a:ext cx="7391400" cy="28952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14350" indent="-514350" algn="l">
              <a:lnSpc>
                <a:spcPts val="3800"/>
              </a:lnSpc>
              <a:spcBef>
                <a:spcPct val="0"/>
              </a:spcBef>
              <a:buClr>
                <a:srgbClr val="64A4A3"/>
              </a:buClr>
              <a:buFont typeface="+mj-lt"/>
              <a:buAutoNum type="arabicPeriod"/>
            </a:pPr>
            <a:r>
              <a:rPr lang="ja-JP" altLang="en-US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未沸騰領域</a:t>
            </a:r>
            <a:endParaRPr lang="en-US" altLang="ja-JP" sz="28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  <a:p>
            <a:pPr marL="514350" indent="-514350" algn="l">
              <a:lnSpc>
                <a:spcPts val="3800"/>
              </a:lnSpc>
              <a:spcBef>
                <a:spcPct val="0"/>
              </a:spcBef>
              <a:buClr>
                <a:srgbClr val="64A4A3"/>
              </a:buClr>
              <a:buFont typeface="+mj-lt"/>
              <a:buAutoNum type="arabicPeriod"/>
            </a:pPr>
            <a:r>
              <a:rPr lang="ja-JP" altLang="en-US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核沸騰開始直後（沸騰状態）</a:t>
            </a:r>
            <a:endParaRPr lang="en-US" altLang="ja-JP" sz="28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  <a:p>
            <a:pPr marL="514350" indent="-514350" algn="l">
              <a:lnSpc>
                <a:spcPts val="3800"/>
              </a:lnSpc>
              <a:spcBef>
                <a:spcPct val="0"/>
              </a:spcBef>
              <a:buClr>
                <a:srgbClr val="64A4A3"/>
              </a:buClr>
              <a:buFont typeface="+mj-lt"/>
              <a:buAutoNum type="arabicPeriod"/>
            </a:pPr>
            <a:r>
              <a:rPr lang="ja-JP" altLang="en-US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核沸騰開始直後（未沸騰状態）</a:t>
            </a:r>
            <a:endParaRPr lang="en-US" altLang="ja-JP" sz="28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  <a:p>
            <a:pPr marL="514350" indent="-514350">
              <a:lnSpc>
                <a:spcPts val="3800"/>
              </a:lnSpc>
              <a:spcBef>
                <a:spcPct val="0"/>
              </a:spcBef>
              <a:buClr>
                <a:srgbClr val="64A4A3"/>
              </a:buClr>
              <a:buFont typeface="+mj-lt"/>
              <a:buAutoNum type="arabicPeriod"/>
            </a:pPr>
            <a:r>
              <a:rPr lang="ja-JP" altLang="en-US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核沸騰発生～</a:t>
            </a:r>
            <a:r>
              <a:rPr lang="en-US" altLang="ja-JP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100%</a:t>
            </a:r>
            <a:r>
              <a:rPr lang="ja-JP" altLang="en-US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下限（沸騰状態）</a:t>
            </a:r>
            <a:endParaRPr lang="en-US" altLang="ja-JP" sz="28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  <a:p>
            <a:pPr marL="514350" indent="-514350">
              <a:lnSpc>
                <a:spcPts val="3800"/>
              </a:lnSpc>
              <a:spcBef>
                <a:spcPct val="0"/>
              </a:spcBef>
              <a:buClr>
                <a:srgbClr val="64A4A3"/>
              </a:buClr>
              <a:buFont typeface="+mj-lt"/>
              <a:buAutoNum type="arabicPeriod"/>
            </a:pPr>
            <a:r>
              <a:rPr lang="ja-JP" altLang="en-US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核沸騰発生～</a:t>
            </a:r>
            <a:r>
              <a:rPr lang="en-US" altLang="ja-JP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100%</a:t>
            </a:r>
            <a:r>
              <a:rPr lang="ja-JP" altLang="en-US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下限（未沸騰状態）</a:t>
            </a:r>
            <a:endParaRPr lang="en-US" altLang="ja-JP" sz="28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  <a:p>
            <a:pPr marL="514350" indent="-514350">
              <a:lnSpc>
                <a:spcPts val="3800"/>
              </a:lnSpc>
              <a:spcBef>
                <a:spcPct val="0"/>
              </a:spcBef>
              <a:buClr>
                <a:srgbClr val="64A4A3"/>
              </a:buClr>
              <a:buFont typeface="+mj-lt"/>
              <a:buAutoNum type="arabicPeriod"/>
            </a:pPr>
            <a:r>
              <a:rPr lang="en-US" altLang="ja-JP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100%</a:t>
            </a:r>
            <a:r>
              <a:rPr lang="ja-JP" altLang="en-US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検知範囲内</a:t>
            </a:r>
            <a:endParaRPr lang="en-US" altLang="ja-JP" sz="28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  <p:pic>
        <p:nvPicPr>
          <p:cNvPr id="6" name="図 5" descr="グラフ&#10;&#10;AI 生成コンテンツは誤りを含む可能性があります。">
            <a:extLst>
              <a:ext uri="{FF2B5EF4-FFF2-40B4-BE49-F238E27FC236}">
                <a16:creationId xmlns:a16="http://schemas.microsoft.com/office/drawing/2014/main" id="{F551C7C4-BC95-5C39-A657-3F83220A49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4945" y="2777034"/>
            <a:ext cx="9067800" cy="6800851"/>
          </a:xfrm>
          <a:prstGeom prst="rect">
            <a:avLst/>
          </a:prstGeom>
        </p:spPr>
      </p:pic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ACE7EACE-DCC3-D02E-4898-46BB70F6559E}"/>
              </a:ext>
            </a:extLst>
          </p:cNvPr>
          <p:cNvSpPr/>
          <p:nvPr/>
        </p:nvSpPr>
        <p:spPr>
          <a:xfrm>
            <a:off x="6248400" y="5448300"/>
            <a:ext cx="664804" cy="84872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E0DC9448-9579-EC9C-88E0-4A1B35671021}"/>
              </a:ext>
            </a:extLst>
          </p:cNvPr>
          <p:cNvSpPr/>
          <p:nvPr/>
        </p:nvSpPr>
        <p:spPr>
          <a:xfrm>
            <a:off x="4343114" y="7221461"/>
            <a:ext cx="664804" cy="84872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E33795A5-9500-CE4E-59F4-7F1F809E86DB}"/>
              </a:ext>
            </a:extLst>
          </p:cNvPr>
          <p:cNvSpPr/>
          <p:nvPr/>
        </p:nvSpPr>
        <p:spPr>
          <a:xfrm>
            <a:off x="5239292" y="6852740"/>
            <a:ext cx="664804" cy="84872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84697AF4-0346-82A9-1615-DC7790B37053}"/>
              </a:ext>
            </a:extLst>
          </p:cNvPr>
          <p:cNvSpPr/>
          <p:nvPr/>
        </p:nvSpPr>
        <p:spPr>
          <a:xfrm>
            <a:off x="3124200" y="7277100"/>
            <a:ext cx="664804" cy="84872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TextBox 24">
            <a:extLst>
              <a:ext uri="{FF2B5EF4-FFF2-40B4-BE49-F238E27FC236}">
                <a16:creationId xmlns:a16="http://schemas.microsoft.com/office/drawing/2014/main" id="{16630B01-486B-663F-F32A-9C343D025E68}"/>
              </a:ext>
            </a:extLst>
          </p:cNvPr>
          <p:cNvSpPr txBox="1"/>
          <p:nvPr/>
        </p:nvSpPr>
        <p:spPr>
          <a:xfrm>
            <a:off x="6322032" y="4914174"/>
            <a:ext cx="1182344" cy="4586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800"/>
              </a:lnSpc>
              <a:spcBef>
                <a:spcPct val="0"/>
              </a:spcBef>
              <a:buClr>
                <a:srgbClr val="64A4A3"/>
              </a:buClr>
            </a:pPr>
            <a:r>
              <a:rPr lang="ja-JP" altLang="en-US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⑥</a:t>
            </a:r>
            <a:endParaRPr lang="en-US" altLang="ja-JP" sz="28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  <p:sp>
        <p:nvSpPr>
          <p:cNvPr id="36" name="TextBox 24">
            <a:extLst>
              <a:ext uri="{FF2B5EF4-FFF2-40B4-BE49-F238E27FC236}">
                <a16:creationId xmlns:a16="http://schemas.microsoft.com/office/drawing/2014/main" id="{A3E77F93-7DB8-DEF3-B088-3D081B024767}"/>
              </a:ext>
            </a:extLst>
          </p:cNvPr>
          <p:cNvSpPr txBox="1"/>
          <p:nvPr/>
        </p:nvSpPr>
        <p:spPr>
          <a:xfrm>
            <a:off x="5398458" y="7753291"/>
            <a:ext cx="1182344" cy="4586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800"/>
              </a:lnSpc>
              <a:spcBef>
                <a:spcPct val="0"/>
              </a:spcBef>
              <a:buClr>
                <a:srgbClr val="64A4A3"/>
              </a:buClr>
            </a:pPr>
            <a:r>
              <a:rPr lang="ja-JP" altLang="en-US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④⑤</a:t>
            </a:r>
            <a:endParaRPr lang="en-US" altLang="ja-JP" sz="28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  <p:sp>
        <p:nvSpPr>
          <p:cNvPr id="37" name="TextBox 24">
            <a:extLst>
              <a:ext uri="{FF2B5EF4-FFF2-40B4-BE49-F238E27FC236}">
                <a16:creationId xmlns:a16="http://schemas.microsoft.com/office/drawing/2014/main" id="{D8394EA5-678C-D2B9-C068-559F226FCEAC}"/>
              </a:ext>
            </a:extLst>
          </p:cNvPr>
          <p:cNvSpPr txBox="1"/>
          <p:nvPr/>
        </p:nvSpPr>
        <p:spPr>
          <a:xfrm>
            <a:off x="4183948" y="6733085"/>
            <a:ext cx="1182344" cy="4586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800"/>
              </a:lnSpc>
              <a:spcBef>
                <a:spcPct val="0"/>
              </a:spcBef>
              <a:buClr>
                <a:srgbClr val="64A4A3"/>
              </a:buClr>
            </a:pPr>
            <a:r>
              <a:rPr lang="ja-JP" altLang="en-US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②③</a:t>
            </a:r>
            <a:endParaRPr lang="en-US" altLang="ja-JP" sz="28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  <p:sp>
        <p:nvSpPr>
          <p:cNvPr id="38" name="TextBox 24">
            <a:extLst>
              <a:ext uri="{FF2B5EF4-FFF2-40B4-BE49-F238E27FC236}">
                <a16:creationId xmlns:a16="http://schemas.microsoft.com/office/drawing/2014/main" id="{E3A03B70-91DD-866D-3212-9C920354C7CB}"/>
              </a:ext>
            </a:extLst>
          </p:cNvPr>
          <p:cNvSpPr txBox="1"/>
          <p:nvPr/>
        </p:nvSpPr>
        <p:spPr>
          <a:xfrm>
            <a:off x="3197832" y="6707169"/>
            <a:ext cx="1182344" cy="4586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800"/>
              </a:lnSpc>
              <a:spcBef>
                <a:spcPct val="0"/>
              </a:spcBef>
              <a:buClr>
                <a:srgbClr val="64A4A3"/>
              </a:buClr>
            </a:pPr>
            <a:r>
              <a:rPr lang="ja-JP" altLang="en-US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①</a:t>
            </a:r>
            <a:endParaRPr lang="en-US" altLang="ja-JP" sz="28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</p:spTree>
    <p:extLst>
      <p:ext uri="{BB962C8B-B14F-4D97-AF65-F5344CB8AC3E}">
        <p14:creationId xmlns:p14="http://schemas.microsoft.com/office/powerpoint/2010/main" val="27348744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0677AA-FCD0-F2AF-3F58-E8B1BC7C82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8FCFAEE8-8C43-E323-4EE4-FDD01E492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657DD919-424B-A5C3-74C8-C2B1EA93AD00}"/>
              </a:ext>
            </a:extLst>
          </p:cNvPr>
          <p:cNvGrpSpPr/>
          <p:nvPr/>
        </p:nvGrpSpPr>
        <p:grpSpPr>
          <a:xfrm>
            <a:off x="270494" y="246431"/>
            <a:ext cx="698205" cy="10040568"/>
            <a:chOff x="270494" y="246431"/>
            <a:chExt cx="698205" cy="10040568"/>
          </a:xfrm>
        </p:grpSpPr>
        <p:pic>
          <p:nvPicPr>
            <p:cNvPr id="11" name="図 10">
              <a:extLst>
                <a:ext uri="{FF2B5EF4-FFF2-40B4-BE49-F238E27FC236}">
                  <a16:creationId xmlns:a16="http://schemas.microsoft.com/office/drawing/2014/main" id="{27F1165A-DCCE-1B20-F81A-AA84C63AC77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5400000">
              <a:off x="271822" y="245103"/>
              <a:ext cx="695550" cy="698205"/>
            </a:xfrm>
            <a:prstGeom prst="rect">
              <a:avLst/>
            </a:prstGeom>
          </p:spPr>
        </p:pic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80CE30EE-3FFA-9093-A43A-12621947E54F}"/>
                </a:ext>
              </a:extLst>
            </p:cNvPr>
            <p:cNvSpPr txBox="1"/>
            <p:nvPr/>
          </p:nvSpPr>
          <p:spPr>
            <a:xfrm>
              <a:off x="434931" y="1036119"/>
              <a:ext cx="369332" cy="225878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kumimoji="1" lang="en-US" altLang="ja-JP" sz="1200" dirty="0">
                  <a:latin typeface="Source Han Sans JP" panose="020B0600070205080204" charset="-128"/>
                  <a:ea typeface="Source Han Sans JP" panose="020B0600070205080204" charset="-128"/>
                </a:rPr>
                <a:t>Tokyo University of Science</a:t>
              </a:r>
              <a:endParaRPr kumimoji="1" lang="ja-JP" altLang="en-US" sz="1200" dirty="0">
                <a:latin typeface="Source Han Sans JP" panose="020B0600070205080204" charset="-128"/>
                <a:ea typeface="Source Han Sans JP" panose="020B0600070205080204" charset="-128"/>
              </a:endParaRPr>
            </a:p>
          </p:txBody>
        </p:sp>
        <p:cxnSp>
          <p:nvCxnSpPr>
            <p:cNvPr id="13" name="直線コネクタ 12">
              <a:extLst>
                <a:ext uri="{FF2B5EF4-FFF2-40B4-BE49-F238E27FC236}">
                  <a16:creationId xmlns:a16="http://schemas.microsoft.com/office/drawing/2014/main" id="{F2A4ECE9-0793-046A-2866-3A1410E2CC7D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" y="3314700"/>
              <a:ext cx="0" cy="6067497"/>
            </a:xfrm>
            <a:prstGeom prst="line">
              <a:avLst/>
            </a:prstGeom>
            <a:ln>
              <a:solidFill>
                <a:srgbClr val="64A4A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フローチャート: 論理積ゲート 13">
              <a:extLst>
                <a:ext uri="{FF2B5EF4-FFF2-40B4-BE49-F238E27FC236}">
                  <a16:creationId xmlns:a16="http://schemas.microsoft.com/office/drawing/2014/main" id="{68D92C79-A8BA-73D1-622A-115FAD21CA38}"/>
                </a:ext>
              </a:extLst>
            </p:cNvPr>
            <p:cNvSpPr/>
            <p:nvPr/>
          </p:nvSpPr>
          <p:spPr>
            <a:xfrm rot="16200000">
              <a:off x="141940" y="9634201"/>
              <a:ext cx="924597" cy="381000"/>
            </a:xfrm>
            <a:prstGeom prst="flowChartDelay">
              <a:avLst/>
            </a:prstGeom>
            <a:solidFill>
              <a:srgbClr val="64A4A3"/>
            </a:solidFill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5" name="Group 3">
            <a:extLst>
              <a:ext uri="{FF2B5EF4-FFF2-40B4-BE49-F238E27FC236}">
                <a16:creationId xmlns:a16="http://schemas.microsoft.com/office/drawing/2014/main" id="{D75D1FFF-01E6-937B-6934-EAF46633AB52}"/>
              </a:ext>
            </a:extLst>
          </p:cNvPr>
          <p:cNvGrpSpPr/>
          <p:nvPr/>
        </p:nvGrpSpPr>
        <p:grpSpPr>
          <a:xfrm>
            <a:off x="1371600" y="1069258"/>
            <a:ext cx="16064988" cy="125708"/>
            <a:chOff x="0" y="0"/>
            <a:chExt cx="22021800" cy="190500"/>
          </a:xfrm>
        </p:grpSpPr>
        <p:grpSp>
          <p:nvGrpSpPr>
            <p:cNvPr id="16" name="Group 4">
              <a:extLst>
                <a:ext uri="{FF2B5EF4-FFF2-40B4-BE49-F238E27FC236}">
                  <a16:creationId xmlns:a16="http://schemas.microsoft.com/office/drawing/2014/main" id="{5571B376-6A66-97F4-F9AA-1C133590D2FB}"/>
                </a:ext>
              </a:extLst>
            </p:cNvPr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23" name="Freeform 5">
                <a:extLst>
                  <a:ext uri="{FF2B5EF4-FFF2-40B4-BE49-F238E27FC236}">
                    <a16:creationId xmlns:a16="http://schemas.microsoft.com/office/drawing/2014/main" id="{DB1F409E-40F6-0117-DAD2-C179476769C8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4" name="TextBox 6">
                <a:extLst>
                  <a:ext uri="{FF2B5EF4-FFF2-40B4-BE49-F238E27FC236}">
                    <a16:creationId xmlns:a16="http://schemas.microsoft.com/office/drawing/2014/main" id="{C5B20F4D-657C-3239-A389-0A572D3850E3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7" name="Group 7">
              <a:extLst>
                <a:ext uri="{FF2B5EF4-FFF2-40B4-BE49-F238E27FC236}">
                  <a16:creationId xmlns:a16="http://schemas.microsoft.com/office/drawing/2014/main" id="{1DA16DE8-038C-778A-4119-A5E82467EEF2}"/>
                </a:ext>
              </a:extLst>
            </p:cNvPr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21" name="Freeform 8">
                <a:extLst>
                  <a:ext uri="{FF2B5EF4-FFF2-40B4-BE49-F238E27FC236}">
                    <a16:creationId xmlns:a16="http://schemas.microsoft.com/office/drawing/2014/main" id="{F975C2C4-0724-FE44-35CE-E4400BE214B5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2" name="TextBox 9">
                <a:extLst>
                  <a:ext uri="{FF2B5EF4-FFF2-40B4-BE49-F238E27FC236}">
                    <a16:creationId xmlns:a16="http://schemas.microsoft.com/office/drawing/2014/main" id="{50636F41-CDC8-F930-E209-4377046DDB0F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8" name="Group 10">
              <a:extLst>
                <a:ext uri="{FF2B5EF4-FFF2-40B4-BE49-F238E27FC236}">
                  <a16:creationId xmlns:a16="http://schemas.microsoft.com/office/drawing/2014/main" id="{4121776E-8B9B-F628-94E2-B7D4A1F436F1}"/>
                </a:ext>
              </a:extLst>
            </p:cNvPr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19" name="Freeform 11">
                <a:extLst>
                  <a:ext uri="{FF2B5EF4-FFF2-40B4-BE49-F238E27FC236}">
                    <a16:creationId xmlns:a16="http://schemas.microsoft.com/office/drawing/2014/main" id="{C95C7EA5-A92A-0EEA-25A5-ED1FE95D86B3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0" name="TextBox 12">
                <a:extLst>
                  <a:ext uri="{FF2B5EF4-FFF2-40B4-BE49-F238E27FC236}">
                    <a16:creationId xmlns:a16="http://schemas.microsoft.com/office/drawing/2014/main" id="{2530F323-AE3F-8609-63F1-E9AA75A9AAC6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25" name="スライド番号プレースホルダー 28">
            <a:extLst>
              <a:ext uri="{FF2B5EF4-FFF2-40B4-BE49-F238E27FC236}">
                <a16:creationId xmlns:a16="http://schemas.microsoft.com/office/drawing/2014/main" id="{295DCBF7-C7FF-8668-6D46-5C30062B1AD6}"/>
              </a:ext>
            </a:extLst>
          </p:cNvPr>
          <p:cNvSpPr txBox="1">
            <a:spLocks/>
          </p:cNvSpPr>
          <p:nvPr/>
        </p:nvSpPr>
        <p:spPr>
          <a:xfrm>
            <a:off x="270494" y="9748987"/>
            <a:ext cx="599456" cy="4622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2400" smtClean="0"/>
              <a:pPr/>
              <a:t>4</a:t>
            </a:fld>
            <a:endParaRPr lang="en-US" sz="2400" dirty="0"/>
          </a:p>
        </p:txBody>
      </p:sp>
      <p:sp>
        <p:nvSpPr>
          <p:cNvPr id="3" name="TextBox 24">
            <a:extLst>
              <a:ext uri="{FF2B5EF4-FFF2-40B4-BE49-F238E27FC236}">
                <a16:creationId xmlns:a16="http://schemas.microsoft.com/office/drawing/2014/main" id="{5E83D6AF-4670-5FAA-7FAA-927F018BFF72}"/>
              </a:ext>
            </a:extLst>
          </p:cNvPr>
          <p:cNvSpPr txBox="1"/>
          <p:nvPr/>
        </p:nvSpPr>
        <p:spPr>
          <a:xfrm>
            <a:off x="1806795" y="305043"/>
            <a:ext cx="5737005" cy="7005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880"/>
              </a:lnSpc>
              <a:spcBef>
                <a:spcPct val="0"/>
              </a:spcBef>
            </a:pPr>
            <a:r>
              <a:rPr lang="ja-JP" altLang="en-US" sz="40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今週取り組んだこと</a:t>
            </a:r>
            <a:endParaRPr lang="en-US" altLang="ja-JP" sz="40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44EE0CB8-E167-BB51-41B2-00102866A510}"/>
              </a:ext>
            </a:extLst>
          </p:cNvPr>
          <p:cNvGrpSpPr/>
          <p:nvPr/>
        </p:nvGrpSpPr>
        <p:grpSpPr>
          <a:xfrm>
            <a:off x="1524000" y="1569846"/>
            <a:ext cx="7209952" cy="525978"/>
            <a:chOff x="1535808" y="1477595"/>
            <a:chExt cx="8789411" cy="525978"/>
          </a:xfrm>
        </p:grpSpPr>
        <p:sp>
          <p:nvSpPr>
            <p:cNvPr id="9" name="TextBox 26">
              <a:extLst>
                <a:ext uri="{FF2B5EF4-FFF2-40B4-BE49-F238E27FC236}">
                  <a16:creationId xmlns:a16="http://schemas.microsoft.com/office/drawing/2014/main" id="{6FA22FA4-09FE-C5E1-F7B8-374118DC5BC3}"/>
                </a:ext>
              </a:extLst>
            </p:cNvPr>
            <p:cNvSpPr txBox="1"/>
            <p:nvPr/>
          </p:nvSpPr>
          <p:spPr>
            <a:xfrm>
              <a:off x="2015129" y="1522926"/>
              <a:ext cx="8310090" cy="45865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3800"/>
                </a:lnSpc>
                <a:spcBef>
                  <a:spcPct val="0"/>
                </a:spcBef>
                <a:buClr>
                  <a:srgbClr val="64A4A3"/>
                </a:buClr>
              </a:pPr>
              <a:r>
                <a:rPr lang="ja-JP" altLang="en-US" sz="2800" dirty="0">
                  <a:solidFill>
                    <a:srgbClr val="292B2B"/>
                  </a:solidFill>
                  <a:latin typeface="Source Han Sans JP Medium"/>
                  <a:ea typeface="Source Han Sans JP Medium"/>
                  <a:cs typeface="Source Han Sans JP Medium"/>
                  <a:sym typeface="Source Han Sans JP Medium"/>
                </a:rPr>
                <a:t>①未沸騰領域</a:t>
              </a:r>
              <a:endParaRPr lang="en-US" altLang="ja-JP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endParaRPr>
            </a:p>
          </p:txBody>
        </p:sp>
        <p:sp>
          <p:nvSpPr>
            <p:cNvPr id="26" name="Freeform 5">
              <a:extLst>
                <a:ext uri="{FF2B5EF4-FFF2-40B4-BE49-F238E27FC236}">
                  <a16:creationId xmlns:a16="http://schemas.microsoft.com/office/drawing/2014/main" id="{64024EB2-909D-3798-872F-AC0AB4467080}"/>
                </a:ext>
              </a:extLst>
            </p:cNvPr>
            <p:cNvSpPr/>
            <p:nvPr/>
          </p:nvSpPr>
          <p:spPr>
            <a:xfrm rot="5400000">
              <a:off x="1341107" y="1672296"/>
              <a:ext cx="525978" cy="136575"/>
            </a:xfrm>
            <a:custGeom>
              <a:avLst/>
              <a:gdLst/>
              <a:ahLst/>
              <a:cxnLst/>
              <a:rect l="l" t="t" r="r" b="b"/>
              <a:pathLst>
                <a:path w="1449995" h="37630">
                  <a:moveTo>
                    <a:pt x="0" y="0"/>
                  </a:moveTo>
                  <a:lnTo>
                    <a:pt x="1449995" y="0"/>
                  </a:lnTo>
                  <a:lnTo>
                    <a:pt x="1449995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64A4A3"/>
            </a:solidFill>
          </p:spPr>
          <p:txBody>
            <a:bodyPr/>
            <a:lstStyle/>
            <a:p>
              <a:endParaRPr lang="ja-JP" altLang="en-US" dirty="0"/>
            </a:p>
          </p:txBody>
        </p:sp>
      </p:grpSp>
      <p:sp>
        <p:nvSpPr>
          <p:cNvPr id="27" name="TextBox 24">
            <a:extLst>
              <a:ext uri="{FF2B5EF4-FFF2-40B4-BE49-F238E27FC236}">
                <a16:creationId xmlns:a16="http://schemas.microsoft.com/office/drawing/2014/main" id="{6F960731-65DC-C89C-B532-4F7A74388816}"/>
              </a:ext>
            </a:extLst>
          </p:cNvPr>
          <p:cNvSpPr txBox="1"/>
          <p:nvPr/>
        </p:nvSpPr>
        <p:spPr>
          <a:xfrm>
            <a:off x="10883388" y="4257280"/>
            <a:ext cx="6553200" cy="4985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800"/>
              </a:lnSpc>
              <a:spcBef>
                <a:spcPct val="0"/>
              </a:spcBef>
              <a:buClr>
                <a:srgbClr val="64A4A3"/>
              </a:buClr>
            </a:pPr>
            <a:r>
              <a:rPr lang="ja-JP" altLang="en-US" sz="40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全て</a:t>
            </a:r>
            <a:r>
              <a:rPr lang="en-US" altLang="ja-JP" sz="40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162000</a:t>
            </a:r>
            <a:r>
              <a:rPr lang="ja-JP" altLang="en-US" sz="40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付近の値を予測</a:t>
            </a:r>
            <a:endParaRPr lang="en-US" altLang="ja-JP" sz="40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  <p:pic>
        <p:nvPicPr>
          <p:cNvPr id="5" name="図 4" descr="黒い背景に白い文字がある&#10;&#10;AI 生成コンテンツは誤りを含む可能性があります。">
            <a:extLst>
              <a:ext uri="{FF2B5EF4-FFF2-40B4-BE49-F238E27FC236}">
                <a16:creationId xmlns:a16="http://schemas.microsoft.com/office/drawing/2014/main" id="{FB3CE286-0701-BC1E-1681-3BDBF91A38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0013" y="6891482"/>
            <a:ext cx="2607392" cy="2607392"/>
          </a:xfrm>
          <a:prstGeom prst="rect">
            <a:avLst/>
          </a:prstGeom>
        </p:spPr>
      </p:pic>
      <p:pic>
        <p:nvPicPr>
          <p:cNvPr id="6" name="図 5" descr="グラフ&#10;&#10;AI 生成コンテンツは誤りを含む可能性があります。">
            <a:extLst>
              <a:ext uri="{FF2B5EF4-FFF2-40B4-BE49-F238E27FC236}">
                <a16:creationId xmlns:a16="http://schemas.microsoft.com/office/drawing/2014/main" id="{34B71FBC-4D19-42BF-5760-2FD4E8D578A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55599" y="6348448"/>
            <a:ext cx="5003801" cy="3752851"/>
          </a:xfrm>
          <a:prstGeom prst="rect">
            <a:avLst/>
          </a:prstGeom>
        </p:spPr>
      </p:pic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184DDC62-C57C-CF8A-FF2D-DB2DF870BB77}"/>
              </a:ext>
            </a:extLst>
          </p:cNvPr>
          <p:cNvSpPr/>
          <p:nvPr/>
        </p:nvSpPr>
        <p:spPr>
          <a:xfrm>
            <a:off x="14240593" y="8848268"/>
            <a:ext cx="493097" cy="458652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TextBox 24">
            <a:extLst>
              <a:ext uri="{FF2B5EF4-FFF2-40B4-BE49-F238E27FC236}">
                <a16:creationId xmlns:a16="http://schemas.microsoft.com/office/drawing/2014/main" id="{D2476005-2A2F-8306-D425-20D43A410698}"/>
              </a:ext>
            </a:extLst>
          </p:cNvPr>
          <p:cNvSpPr txBox="1"/>
          <p:nvPr/>
        </p:nvSpPr>
        <p:spPr>
          <a:xfrm>
            <a:off x="9671819" y="9659347"/>
            <a:ext cx="4354410" cy="4586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800"/>
              </a:lnSpc>
              <a:spcBef>
                <a:spcPct val="0"/>
              </a:spcBef>
              <a:buClr>
                <a:srgbClr val="64A4A3"/>
              </a:buClr>
            </a:pPr>
            <a:r>
              <a:rPr lang="ja-JP" altLang="en-US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熱流束：</a:t>
            </a:r>
            <a:r>
              <a:rPr lang="en-US" altLang="ja-JP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2.05×10^4</a:t>
            </a:r>
          </a:p>
        </p:txBody>
      </p:sp>
      <p:pic>
        <p:nvPicPr>
          <p:cNvPr id="43" name="図 42" descr="グラフ, 棒グラフ, ウォーターフォール図&#10;&#10;AI 生成コンテンツは誤りを含む可能性があります。">
            <a:extLst>
              <a:ext uri="{FF2B5EF4-FFF2-40B4-BE49-F238E27FC236}">
                <a16:creationId xmlns:a16="http://schemas.microsoft.com/office/drawing/2014/main" id="{C00A398F-333C-635E-D376-EAFF5F84545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820" y="2773952"/>
            <a:ext cx="9201211" cy="5367373"/>
          </a:xfrm>
          <a:prstGeom prst="rect">
            <a:avLst/>
          </a:prstGeom>
        </p:spPr>
      </p:pic>
      <p:sp>
        <p:nvSpPr>
          <p:cNvPr id="44" name="TextBox 24">
            <a:extLst>
              <a:ext uri="{FF2B5EF4-FFF2-40B4-BE49-F238E27FC236}">
                <a16:creationId xmlns:a16="http://schemas.microsoft.com/office/drawing/2014/main" id="{3AB298CE-32D3-722F-FF61-3AEC4E0DA634}"/>
              </a:ext>
            </a:extLst>
          </p:cNvPr>
          <p:cNvSpPr txBox="1"/>
          <p:nvPr/>
        </p:nvSpPr>
        <p:spPr>
          <a:xfrm>
            <a:off x="1806795" y="8177125"/>
            <a:ext cx="2607391" cy="4586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800"/>
              </a:lnSpc>
              <a:spcBef>
                <a:spcPct val="0"/>
              </a:spcBef>
              <a:buClr>
                <a:srgbClr val="64A4A3"/>
              </a:buClr>
            </a:pPr>
            <a:r>
              <a:rPr lang="ja-JP" altLang="en-US" sz="24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実測値｜予測値</a:t>
            </a:r>
            <a:endParaRPr lang="en-US" altLang="ja-JP" sz="24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</p:spTree>
    <p:extLst>
      <p:ext uri="{BB962C8B-B14F-4D97-AF65-F5344CB8AC3E}">
        <p14:creationId xmlns:p14="http://schemas.microsoft.com/office/powerpoint/2010/main" val="12628527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75ADFA-1A00-64B7-2F4D-62C70A203F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10602956-7F7C-7E5E-F6F6-5C1EA8A7D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70D33033-CB7A-B0BD-26B3-E4EB46CC89D8}"/>
              </a:ext>
            </a:extLst>
          </p:cNvPr>
          <p:cNvGrpSpPr/>
          <p:nvPr/>
        </p:nvGrpSpPr>
        <p:grpSpPr>
          <a:xfrm>
            <a:off x="270494" y="246431"/>
            <a:ext cx="698205" cy="10040568"/>
            <a:chOff x="270494" y="246431"/>
            <a:chExt cx="698205" cy="10040568"/>
          </a:xfrm>
        </p:grpSpPr>
        <p:pic>
          <p:nvPicPr>
            <p:cNvPr id="11" name="図 10">
              <a:extLst>
                <a:ext uri="{FF2B5EF4-FFF2-40B4-BE49-F238E27FC236}">
                  <a16:creationId xmlns:a16="http://schemas.microsoft.com/office/drawing/2014/main" id="{650822B1-9525-3DD8-376C-D81E58958A0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5400000">
              <a:off x="271822" y="245103"/>
              <a:ext cx="695550" cy="698205"/>
            </a:xfrm>
            <a:prstGeom prst="rect">
              <a:avLst/>
            </a:prstGeom>
          </p:spPr>
        </p:pic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981045FC-D5E9-F419-F21A-CC577641C142}"/>
                </a:ext>
              </a:extLst>
            </p:cNvPr>
            <p:cNvSpPr txBox="1"/>
            <p:nvPr/>
          </p:nvSpPr>
          <p:spPr>
            <a:xfrm>
              <a:off x="434931" y="1036119"/>
              <a:ext cx="369332" cy="225878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kumimoji="1" lang="en-US" altLang="ja-JP" sz="1200" dirty="0">
                  <a:latin typeface="Source Han Sans JP" panose="020B0600070205080204" charset="-128"/>
                  <a:ea typeface="Source Han Sans JP" panose="020B0600070205080204" charset="-128"/>
                </a:rPr>
                <a:t>Tokyo University of Science</a:t>
              </a:r>
              <a:endParaRPr kumimoji="1" lang="ja-JP" altLang="en-US" sz="1200" dirty="0">
                <a:latin typeface="Source Han Sans JP" panose="020B0600070205080204" charset="-128"/>
                <a:ea typeface="Source Han Sans JP" panose="020B0600070205080204" charset="-128"/>
              </a:endParaRPr>
            </a:p>
          </p:txBody>
        </p:sp>
        <p:cxnSp>
          <p:nvCxnSpPr>
            <p:cNvPr id="13" name="直線コネクタ 12">
              <a:extLst>
                <a:ext uri="{FF2B5EF4-FFF2-40B4-BE49-F238E27FC236}">
                  <a16:creationId xmlns:a16="http://schemas.microsoft.com/office/drawing/2014/main" id="{FA4FE7B5-DD94-80A5-ECFC-C8ECB0AAB890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" y="3314700"/>
              <a:ext cx="0" cy="6067497"/>
            </a:xfrm>
            <a:prstGeom prst="line">
              <a:avLst/>
            </a:prstGeom>
            <a:ln>
              <a:solidFill>
                <a:srgbClr val="64A4A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フローチャート: 論理積ゲート 13">
              <a:extLst>
                <a:ext uri="{FF2B5EF4-FFF2-40B4-BE49-F238E27FC236}">
                  <a16:creationId xmlns:a16="http://schemas.microsoft.com/office/drawing/2014/main" id="{524CB6AF-FEC3-8437-96BA-200447EC953A}"/>
                </a:ext>
              </a:extLst>
            </p:cNvPr>
            <p:cNvSpPr/>
            <p:nvPr/>
          </p:nvSpPr>
          <p:spPr>
            <a:xfrm rot="16200000">
              <a:off x="141940" y="9634201"/>
              <a:ext cx="924597" cy="381000"/>
            </a:xfrm>
            <a:prstGeom prst="flowChartDelay">
              <a:avLst/>
            </a:prstGeom>
            <a:solidFill>
              <a:srgbClr val="64A4A3"/>
            </a:solidFill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5" name="Group 3">
            <a:extLst>
              <a:ext uri="{FF2B5EF4-FFF2-40B4-BE49-F238E27FC236}">
                <a16:creationId xmlns:a16="http://schemas.microsoft.com/office/drawing/2014/main" id="{85E8248D-627D-A721-6DB1-8C6B00D6E900}"/>
              </a:ext>
            </a:extLst>
          </p:cNvPr>
          <p:cNvGrpSpPr/>
          <p:nvPr/>
        </p:nvGrpSpPr>
        <p:grpSpPr>
          <a:xfrm>
            <a:off x="1371600" y="1069258"/>
            <a:ext cx="16064988" cy="125708"/>
            <a:chOff x="0" y="0"/>
            <a:chExt cx="22021800" cy="190500"/>
          </a:xfrm>
        </p:grpSpPr>
        <p:grpSp>
          <p:nvGrpSpPr>
            <p:cNvPr id="16" name="Group 4">
              <a:extLst>
                <a:ext uri="{FF2B5EF4-FFF2-40B4-BE49-F238E27FC236}">
                  <a16:creationId xmlns:a16="http://schemas.microsoft.com/office/drawing/2014/main" id="{6BF6E680-F35E-4C78-DAE5-151D0E906F69}"/>
                </a:ext>
              </a:extLst>
            </p:cNvPr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23" name="Freeform 5">
                <a:extLst>
                  <a:ext uri="{FF2B5EF4-FFF2-40B4-BE49-F238E27FC236}">
                    <a16:creationId xmlns:a16="http://schemas.microsoft.com/office/drawing/2014/main" id="{1736E199-8536-67A4-537D-0CF769781D38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4" name="TextBox 6">
                <a:extLst>
                  <a:ext uri="{FF2B5EF4-FFF2-40B4-BE49-F238E27FC236}">
                    <a16:creationId xmlns:a16="http://schemas.microsoft.com/office/drawing/2014/main" id="{335F8030-FCBE-8110-521D-2BEE0335B8EC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7" name="Group 7">
              <a:extLst>
                <a:ext uri="{FF2B5EF4-FFF2-40B4-BE49-F238E27FC236}">
                  <a16:creationId xmlns:a16="http://schemas.microsoft.com/office/drawing/2014/main" id="{8BD465AD-CF97-3E14-3CC5-15DE7E0EA367}"/>
                </a:ext>
              </a:extLst>
            </p:cNvPr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21" name="Freeform 8">
                <a:extLst>
                  <a:ext uri="{FF2B5EF4-FFF2-40B4-BE49-F238E27FC236}">
                    <a16:creationId xmlns:a16="http://schemas.microsoft.com/office/drawing/2014/main" id="{24E91010-7806-4903-005A-1F1F76CAD623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2" name="TextBox 9">
                <a:extLst>
                  <a:ext uri="{FF2B5EF4-FFF2-40B4-BE49-F238E27FC236}">
                    <a16:creationId xmlns:a16="http://schemas.microsoft.com/office/drawing/2014/main" id="{F87E1622-FC85-1CFA-FB34-018617065427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8" name="Group 10">
              <a:extLst>
                <a:ext uri="{FF2B5EF4-FFF2-40B4-BE49-F238E27FC236}">
                  <a16:creationId xmlns:a16="http://schemas.microsoft.com/office/drawing/2014/main" id="{917346E1-4804-4D26-9F21-28E938FBC3A8}"/>
                </a:ext>
              </a:extLst>
            </p:cNvPr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19" name="Freeform 11">
                <a:extLst>
                  <a:ext uri="{FF2B5EF4-FFF2-40B4-BE49-F238E27FC236}">
                    <a16:creationId xmlns:a16="http://schemas.microsoft.com/office/drawing/2014/main" id="{C4B7FC34-DD0D-D7ED-F242-EC6DA465BED8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0" name="TextBox 12">
                <a:extLst>
                  <a:ext uri="{FF2B5EF4-FFF2-40B4-BE49-F238E27FC236}">
                    <a16:creationId xmlns:a16="http://schemas.microsoft.com/office/drawing/2014/main" id="{51F18934-A7DE-3539-5784-CEB8C3C799ED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25" name="スライド番号プレースホルダー 28">
            <a:extLst>
              <a:ext uri="{FF2B5EF4-FFF2-40B4-BE49-F238E27FC236}">
                <a16:creationId xmlns:a16="http://schemas.microsoft.com/office/drawing/2014/main" id="{1BF9CAE5-16C7-E373-E5B5-972B2B5F7113}"/>
              </a:ext>
            </a:extLst>
          </p:cNvPr>
          <p:cNvSpPr txBox="1">
            <a:spLocks/>
          </p:cNvSpPr>
          <p:nvPr/>
        </p:nvSpPr>
        <p:spPr>
          <a:xfrm>
            <a:off x="270494" y="9748987"/>
            <a:ext cx="599456" cy="4622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2400" smtClean="0"/>
              <a:pPr/>
              <a:t>5</a:t>
            </a:fld>
            <a:endParaRPr lang="en-US" sz="2400" dirty="0"/>
          </a:p>
        </p:txBody>
      </p:sp>
      <p:sp>
        <p:nvSpPr>
          <p:cNvPr id="3" name="TextBox 24">
            <a:extLst>
              <a:ext uri="{FF2B5EF4-FFF2-40B4-BE49-F238E27FC236}">
                <a16:creationId xmlns:a16="http://schemas.microsoft.com/office/drawing/2014/main" id="{F9AB8B32-04FF-E628-961C-89AD080F229D}"/>
              </a:ext>
            </a:extLst>
          </p:cNvPr>
          <p:cNvSpPr txBox="1"/>
          <p:nvPr/>
        </p:nvSpPr>
        <p:spPr>
          <a:xfrm>
            <a:off x="1806795" y="305043"/>
            <a:ext cx="5737005" cy="7005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880"/>
              </a:lnSpc>
              <a:spcBef>
                <a:spcPct val="0"/>
              </a:spcBef>
            </a:pPr>
            <a:r>
              <a:rPr lang="ja-JP" altLang="en-US" sz="40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今週取り組んだこと</a:t>
            </a:r>
            <a:endParaRPr lang="en-US" altLang="ja-JP" sz="40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91B28FE9-4CBC-BE36-B1BC-D1B6B7DD8CAF}"/>
              </a:ext>
            </a:extLst>
          </p:cNvPr>
          <p:cNvGrpSpPr/>
          <p:nvPr/>
        </p:nvGrpSpPr>
        <p:grpSpPr>
          <a:xfrm>
            <a:off x="1524000" y="1569846"/>
            <a:ext cx="11658600" cy="525978"/>
            <a:chOff x="1535808" y="1477595"/>
            <a:chExt cx="8789411" cy="525978"/>
          </a:xfrm>
        </p:grpSpPr>
        <p:sp>
          <p:nvSpPr>
            <p:cNvPr id="9" name="TextBox 26">
              <a:extLst>
                <a:ext uri="{FF2B5EF4-FFF2-40B4-BE49-F238E27FC236}">
                  <a16:creationId xmlns:a16="http://schemas.microsoft.com/office/drawing/2014/main" id="{7EB05043-63AD-F6BB-E2D7-AD6B74B65C1D}"/>
                </a:ext>
              </a:extLst>
            </p:cNvPr>
            <p:cNvSpPr txBox="1"/>
            <p:nvPr/>
          </p:nvSpPr>
          <p:spPr>
            <a:xfrm>
              <a:off x="2015129" y="1522926"/>
              <a:ext cx="8310090" cy="45865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3800"/>
                </a:lnSpc>
                <a:spcBef>
                  <a:spcPct val="0"/>
                </a:spcBef>
                <a:buClr>
                  <a:srgbClr val="64A4A3"/>
                </a:buClr>
              </a:pPr>
              <a:r>
                <a:rPr lang="ja-JP" altLang="en-US" sz="2800" dirty="0">
                  <a:solidFill>
                    <a:srgbClr val="292B2B"/>
                  </a:solidFill>
                  <a:latin typeface="Source Han Sans JP Medium"/>
                  <a:ea typeface="Source Han Sans JP Medium"/>
                  <a:cs typeface="Source Han Sans JP Medium"/>
                  <a:sym typeface="Source Han Sans JP Medium"/>
                </a:rPr>
                <a:t>②核沸騰開始直後（沸騰状態），③核沸騰開始直後（未沸騰状態）</a:t>
              </a:r>
              <a:endParaRPr lang="en-US" altLang="ja-JP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endParaRPr>
            </a:p>
          </p:txBody>
        </p:sp>
        <p:sp>
          <p:nvSpPr>
            <p:cNvPr id="26" name="Freeform 5">
              <a:extLst>
                <a:ext uri="{FF2B5EF4-FFF2-40B4-BE49-F238E27FC236}">
                  <a16:creationId xmlns:a16="http://schemas.microsoft.com/office/drawing/2014/main" id="{7AD0AC43-5678-BE36-2112-89B33DE51652}"/>
                </a:ext>
              </a:extLst>
            </p:cNvPr>
            <p:cNvSpPr/>
            <p:nvPr/>
          </p:nvSpPr>
          <p:spPr>
            <a:xfrm rot="5400000">
              <a:off x="1341107" y="1672296"/>
              <a:ext cx="525978" cy="136575"/>
            </a:xfrm>
            <a:custGeom>
              <a:avLst/>
              <a:gdLst/>
              <a:ahLst/>
              <a:cxnLst/>
              <a:rect l="l" t="t" r="r" b="b"/>
              <a:pathLst>
                <a:path w="1449995" h="37630">
                  <a:moveTo>
                    <a:pt x="0" y="0"/>
                  </a:moveTo>
                  <a:lnTo>
                    <a:pt x="1449995" y="0"/>
                  </a:lnTo>
                  <a:lnTo>
                    <a:pt x="1449995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64A4A3"/>
            </a:solidFill>
          </p:spPr>
          <p:txBody>
            <a:bodyPr/>
            <a:lstStyle/>
            <a:p>
              <a:endParaRPr lang="ja-JP" altLang="en-US" dirty="0"/>
            </a:p>
          </p:txBody>
        </p:sp>
      </p:grpSp>
      <p:pic>
        <p:nvPicPr>
          <p:cNvPr id="29" name="図 28" descr="グラフ&#10;&#10;AI 生成コンテンツは誤りを含む可能性があります。">
            <a:extLst>
              <a:ext uri="{FF2B5EF4-FFF2-40B4-BE49-F238E27FC236}">
                <a16:creationId xmlns:a16="http://schemas.microsoft.com/office/drawing/2014/main" id="{2CF5FFC3-18F6-4AEE-7EDC-3CEEE94250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55599" y="6348448"/>
            <a:ext cx="5003801" cy="3752851"/>
          </a:xfrm>
          <a:prstGeom prst="rect">
            <a:avLst/>
          </a:prstGeom>
        </p:spPr>
      </p:pic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0F912156-1FF3-808D-AAF1-EF82C2BC34BD}"/>
              </a:ext>
            </a:extLst>
          </p:cNvPr>
          <p:cNvSpPr/>
          <p:nvPr/>
        </p:nvSpPr>
        <p:spPr>
          <a:xfrm>
            <a:off x="14512541" y="8759090"/>
            <a:ext cx="493097" cy="458652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TextBox 24">
            <a:extLst>
              <a:ext uri="{FF2B5EF4-FFF2-40B4-BE49-F238E27FC236}">
                <a16:creationId xmlns:a16="http://schemas.microsoft.com/office/drawing/2014/main" id="{7862F2FF-2D3A-F529-08A7-1B04FD31BB7E}"/>
              </a:ext>
            </a:extLst>
          </p:cNvPr>
          <p:cNvSpPr txBox="1"/>
          <p:nvPr/>
        </p:nvSpPr>
        <p:spPr>
          <a:xfrm>
            <a:off x="7924799" y="9680747"/>
            <a:ext cx="4354410" cy="4586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800"/>
              </a:lnSpc>
              <a:spcBef>
                <a:spcPct val="0"/>
              </a:spcBef>
              <a:buClr>
                <a:srgbClr val="64A4A3"/>
              </a:buClr>
            </a:pPr>
            <a:r>
              <a:rPr lang="ja-JP" altLang="en-US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熱流束：</a:t>
            </a:r>
            <a:r>
              <a:rPr lang="en-US" altLang="ja-JP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2.61×10^5</a:t>
            </a:r>
          </a:p>
        </p:txBody>
      </p:sp>
      <p:pic>
        <p:nvPicPr>
          <p:cNvPr id="35" name="図 34" descr="グラフ, 棒グラフ&#10;&#10;AI 生成コンテンツは誤りを含む可能性があります。">
            <a:extLst>
              <a:ext uri="{FF2B5EF4-FFF2-40B4-BE49-F238E27FC236}">
                <a16:creationId xmlns:a16="http://schemas.microsoft.com/office/drawing/2014/main" id="{76DAF464-FBE6-7570-694E-A11AC75DAC1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8752" y="2901363"/>
            <a:ext cx="5936896" cy="3463190"/>
          </a:xfrm>
          <a:prstGeom prst="rect">
            <a:avLst/>
          </a:prstGeom>
        </p:spPr>
      </p:pic>
      <p:pic>
        <p:nvPicPr>
          <p:cNvPr id="38" name="図 37" descr="グラフ, 棒グラフ&#10;&#10;AI 生成コンテンツは誤りを含む可能性があります。">
            <a:extLst>
              <a:ext uri="{FF2B5EF4-FFF2-40B4-BE49-F238E27FC236}">
                <a16:creationId xmlns:a16="http://schemas.microsoft.com/office/drawing/2014/main" id="{1E60D123-EC6D-8BDB-3401-98BCFC86041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8752" y="6748105"/>
            <a:ext cx="5936896" cy="3463190"/>
          </a:xfrm>
          <a:prstGeom prst="rect">
            <a:avLst/>
          </a:prstGeom>
        </p:spPr>
      </p:pic>
      <p:sp>
        <p:nvSpPr>
          <p:cNvPr id="41" name="TextBox 24">
            <a:extLst>
              <a:ext uri="{FF2B5EF4-FFF2-40B4-BE49-F238E27FC236}">
                <a16:creationId xmlns:a16="http://schemas.microsoft.com/office/drawing/2014/main" id="{B1891AB7-FB47-8A37-8689-0BFFEFA1A082}"/>
              </a:ext>
            </a:extLst>
          </p:cNvPr>
          <p:cNvSpPr txBox="1"/>
          <p:nvPr/>
        </p:nvSpPr>
        <p:spPr>
          <a:xfrm>
            <a:off x="1651000" y="6348448"/>
            <a:ext cx="10363200" cy="4586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800"/>
              </a:lnSpc>
              <a:spcBef>
                <a:spcPct val="0"/>
              </a:spcBef>
              <a:buClr>
                <a:srgbClr val="64A4A3"/>
              </a:buClr>
            </a:pPr>
            <a:r>
              <a:rPr lang="ja-JP" altLang="en-US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③核沸騰開始直後（未沸騰状態）</a:t>
            </a:r>
            <a:endParaRPr lang="en-US" altLang="ja-JP" sz="28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  <p:sp>
        <p:nvSpPr>
          <p:cNvPr id="42" name="TextBox 24">
            <a:extLst>
              <a:ext uri="{FF2B5EF4-FFF2-40B4-BE49-F238E27FC236}">
                <a16:creationId xmlns:a16="http://schemas.microsoft.com/office/drawing/2014/main" id="{1C859D0F-3920-1D79-DC05-1A49B25344C1}"/>
              </a:ext>
            </a:extLst>
          </p:cNvPr>
          <p:cNvSpPr txBox="1"/>
          <p:nvPr/>
        </p:nvSpPr>
        <p:spPr>
          <a:xfrm>
            <a:off x="1676400" y="2438411"/>
            <a:ext cx="10363200" cy="4586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800"/>
              </a:lnSpc>
              <a:spcBef>
                <a:spcPct val="0"/>
              </a:spcBef>
              <a:buClr>
                <a:srgbClr val="64A4A3"/>
              </a:buClr>
            </a:pPr>
            <a:r>
              <a:rPr lang="ja-JP" altLang="en-US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②核沸騰開始直後（沸騰状態）</a:t>
            </a:r>
            <a:endParaRPr lang="en-US" altLang="ja-JP" sz="28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  <p:sp>
        <p:nvSpPr>
          <p:cNvPr id="43" name="TextBox 24">
            <a:extLst>
              <a:ext uri="{FF2B5EF4-FFF2-40B4-BE49-F238E27FC236}">
                <a16:creationId xmlns:a16="http://schemas.microsoft.com/office/drawing/2014/main" id="{954578B2-B4C2-A70D-062D-36C2956AAFBA}"/>
              </a:ext>
            </a:extLst>
          </p:cNvPr>
          <p:cNvSpPr txBox="1"/>
          <p:nvPr/>
        </p:nvSpPr>
        <p:spPr>
          <a:xfrm>
            <a:off x="11373438" y="4168874"/>
            <a:ext cx="7264400" cy="9746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indent="-571500">
              <a:lnSpc>
                <a:spcPts val="3800"/>
              </a:lnSpc>
              <a:spcBef>
                <a:spcPct val="0"/>
              </a:spcBef>
              <a:buClr>
                <a:srgbClr val="64A4A3"/>
              </a:buClr>
              <a:buFont typeface="Wingdings" panose="05000000000000000000" pitchFamily="2" charset="2"/>
              <a:buChar char="l"/>
            </a:pPr>
            <a:r>
              <a:rPr lang="ja-JP" altLang="en-US" sz="36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沸騰状態では</a:t>
            </a:r>
            <a:r>
              <a:rPr lang="en-US" altLang="ja-JP" sz="36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160000~190000</a:t>
            </a:r>
          </a:p>
          <a:p>
            <a:pPr marL="571500" indent="-571500" algn="l">
              <a:lnSpc>
                <a:spcPts val="3800"/>
              </a:lnSpc>
              <a:spcBef>
                <a:spcPct val="0"/>
              </a:spcBef>
              <a:buClr>
                <a:srgbClr val="64A4A3"/>
              </a:buClr>
              <a:buFont typeface="Wingdings" panose="05000000000000000000" pitchFamily="2" charset="2"/>
              <a:buChar char="l"/>
            </a:pPr>
            <a:r>
              <a:rPr lang="ja-JP" altLang="en-US" sz="36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未沸騰状態では</a:t>
            </a:r>
            <a:r>
              <a:rPr lang="en-US" altLang="ja-JP" sz="36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162000</a:t>
            </a:r>
            <a:r>
              <a:rPr lang="ja-JP" altLang="en-US" sz="36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付近</a:t>
            </a:r>
          </a:p>
        </p:txBody>
      </p:sp>
      <p:pic>
        <p:nvPicPr>
          <p:cNvPr id="45" name="図 44" descr="黒い背景に白い文字がある&#10;&#10;AI 生成コンテンツは誤りを含む可能性があります。">
            <a:extLst>
              <a:ext uri="{FF2B5EF4-FFF2-40B4-BE49-F238E27FC236}">
                <a16:creationId xmlns:a16="http://schemas.microsoft.com/office/drawing/2014/main" id="{4B591C84-FF68-8BED-822B-39E915238BF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7200" y="3239650"/>
            <a:ext cx="2740749" cy="2740749"/>
          </a:xfrm>
          <a:prstGeom prst="rect">
            <a:avLst/>
          </a:prstGeom>
        </p:spPr>
      </p:pic>
      <p:pic>
        <p:nvPicPr>
          <p:cNvPr id="47" name="図 46" descr="黒い背景に白い文字がある&#10;&#10;AI 生成コンテンツは誤りを含む可能性があります。">
            <a:extLst>
              <a:ext uri="{FF2B5EF4-FFF2-40B4-BE49-F238E27FC236}">
                <a16:creationId xmlns:a16="http://schemas.microsoft.com/office/drawing/2014/main" id="{13BC6E94-2AFF-1914-9115-99C7FF20F88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2600" y="6807100"/>
            <a:ext cx="2740749" cy="2740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82919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86D3C5-634B-B0A7-0D95-79C6D554D1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1EA83D53-05B0-8CE1-7F4F-C89D36D23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CCFA9F93-B8F4-AC19-ADE9-AC7306E1D070}"/>
              </a:ext>
            </a:extLst>
          </p:cNvPr>
          <p:cNvGrpSpPr/>
          <p:nvPr/>
        </p:nvGrpSpPr>
        <p:grpSpPr>
          <a:xfrm>
            <a:off x="270494" y="246431"/>
            <a:ext cx="698205" cy="10040568"/>
            <a:chOff x="270494" y="246431"/>
            <a:chExt cx="698205" cy="10040568"/>
          </a:xfrm>
        </p:grpSpPr>
        <p:pic>
          <p:nvPicPr>
            <p:cNvPr id="11" name="図 10">
              <a:extLst>
                <a:ext uri="{FF2B5EF4-FFF2-40B4-BE49-F238E27FC236}">
                  <a16:creationId xmlns:a16="http://schemas.microsoft.com/office/drawing/2014/main" id="{3AC8DA7E-0101-51FD-BB48-F057EB3C818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5400000">
              <a:off x="271822" y="245103"/>
              <a:ext cx="695550" cy="698205"/>
            </a:xfrm>
            <a:prstGeom prst="rect">
              <a:avLst/>
            </a:prstGeom>
          </p:spPr>
        </p:pic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52821C02-7E58-D0AE-F513-60E2D5EE8A87}"/>
                </a:ext>
              </a:extLst>
            </p:cNvPr>
            <p:cNvSpPr txBox="1"/>
            <p:nvPr/>
          </p:nvSpPr>
          <p:spPr>
            <a:xfrm>
              <a:off x="434931" y="1036119"/>
              <a:ext cx="369332" cy="225878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kumimoji="1" lang="en-US" altLang="ja-JP" sz="1200" dirty="0">
                  <a:latin typeface="Source Han Sans JP" panose="020B0600070205080204" charset="-128"/>
                  <a:ea typeface="Source Han Sans JP" panose="020B0600070205080204" charset="-128"/>
                </a:rPr>
                <a:t>Tokyo University of Science</a:t>
              </a:r>
              <a:endParaRPr kumimoji="1" lang="ja-JP" altLang="en-US" sz="1200" dirty="0">
                <a:latin typeface="Source Han Sans JP" panose="020B0600070205080204" charset="-128"/>
                <a:ea typeface="Source Han Sans JP" panose="020B0600070205080204" charset="-128"/>
              </a:endParaRPr>
            </a:p>
          </p:txBody>
        </p:sp>
        <p:cxnSp>
          <p:nvCxnSpPr>
            <p:cNvPr id="13" name="直線コネクタ 12">
              <a:extLst>
                <a:ext uri="{FF2B5EF4-FFF2-40B4-BE49-F238E27FC236}">
                  <a16:creationId xmlns:a16="http://schemas.microsoft.com/office/drawing/2014/main" id="{429CB46A-9BBA-AD00-6189-EDDEEF68EA38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" y="3314700"/>
              <a:ext cx="0" cy="6067497"/>
            </a:xfrm>
            <a:prstGeom prst="line">
              <a:avLst/>
            </a:prstGeom>
            <a:ln>
              <a:solidFill>
                <a:srgbClr val="64A4A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フローチャート: 論理積ゲート 13">
              <a:extLst>
                <a:ext uri="{FF2B5EF4-FFF2-40B4-BE49-F238E27FC236}">
                  <a16:creationId xmlns:a16="http://schemas.microsoft.com/office/drawing/2014/main" id="{EA7D4139-66DD-474A-D74F-1DD3D2A742E7}"/>
                </a:ext>
              </a:extLst>
            </p:cNvPr>
            <p:cNvSpPr/>
            <p:nvPr/>
          </p:nvSpPr>
          <p:spPr>
            <a:xfrm rot="16200000">
              <a:off x="141940" y="9634201"/>
              <a:ext cx="924597" cy="381000"/>
            </a:xfrm>
            <a:prstGeom prst="flowChartDelay">
              <a:avLst/>
            </a:prstGeom>
            <a:solidFill>
              <a:srgbClr val="64A4A3"/>
            </a:solidFill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5" name="Group 3">
            <a:extLst>
              <a:ext uri="{FF2B5EF4-FFF2-40B4-BE49-F238E27FC236}">
                <a16:creationId xmlns:a16="http://schemas.microsoft.com/office/drawing/2014/main" id="{FB63E9F6-2B89-895A-BE2A-4F7D0BEFADC9}"/>
              </a:ext>
            </a:extLst>
          </p:cNvPr>
          <p:cNvGrpSpPr/>
          <p:nvPr/>
        </p:nvGrpSpPr>
        <p:grpSpPr>
          <a:xfrm>
            <a:off x="1371600" y="1069258"/>
            <a:ext cx="16064988" cy="125708"/>
            <a:chOff x="0" y="0"/>
            <a:chExt cx="22021800" cy="190500"/>
          </a:xfrm>
        </p:grpSpPr>
        <p:grpSp>
          <p:nvGrpSpPr>
            <p:cNvPr id="16" name="Group 4">
              <a:extLst>
                <a:ext uri="{FF2B5EF4-FFF2-40B4-BE49-F238E27FC236}">
                  <a16:creationId xmlns:a16="http://schemas.microsoft.com/office/drawing/2014/main" id="{7B4EAE33-EF5B-B934-E749-78505CB054E5}"/>
                </a:ext>
              </a:extLst>
            </p:cNvPr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23" name="Freeform 5">
                <a:extLst>
                  <a:ext uri="{FF2B5EF4-FFF2-40B4-BE49-F238E27FC236}">
                    <a16:creationId xmlns:a16="http://schemas.microsoft.com/office/drawing/2014/main" id="{9B163C13-B414-2586-47C0-B0E783EC08C6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4" name="TextBox 6">
                <a:extLst>
                  <a:ext uri="{FF2B5EF4-FFF2-40B4-BE49-F238E27FC236}">
                    <a16:creationId xmlns:a16="http://schemas.microsoft.com/office/drawing/2014/main" id="{0B6AE016-38DA-2527-2045-50ABB2442DA9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7" name="Group 7">
              <a:extLst>
                <a:ext uri="{FF2B5EF4-FFF2-40B4-BE49-F238E27FC236}">
                  <a16:creationId xmlns:a16="http://schemas.microsoft.com/office/drawing/2014/main" id="{0E7DB523-454D-E25A-3FDC-0DD658F1BCA8}"/>
                </a:ext>
              </a:extLst>
            </p:cNvPr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21" name="Freeform 8">
                <a:extLst>
                  <a:ext uri="{FF2B5EF4-FFF2-40B4-BE49-F238E27FC236}">
                    <a16:creationId xmlns:a16="http://schemas.microsoft.com/office/drawing/2014/main" id="{7BDD26D0-CE49-8E2A-DCF3-DC2D504B0BE8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2" name="TextBox 9">
                <a:extLst>
                  <a:ext uri="{FF2B5EF4-FFF2-40B4-BE49-F238E27FC236}">
                    <a16:creationId xmlns:a16="http://schemas.microsoft.com/office/drawing/2014/main" id="{D8A08141-4F2D-3D1E-CC08-F186BC09FB5D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8" name="Group 10">
              <a:extLst>
                <a:ext uri="{FF2B5EF4-FFF2-40B4-BE49-F238E27FC236}">
                  <a16:creationId xmlns:a16="http://schemas.microsoft.com/office/drawing/2014/main" id="{F033DFDB-33B6-8289-A932-AFAF2DBFD9C2}"/>
                </a:ext>
              </a:extLst>
            </p:cNvPr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19" name="Freeform 11">
                <a:extLst>
                  <a:ext uri="{FF2B5EF4-FFF2-40B4-BE49-F238E27FC236}">
                    <a16:creationId xmlns:a16="http://schemas.microsoft.com/office/drawing/2014/main" id="{7DAB07B7-2240-FC33-D672-2355F6BCD32D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0" name="TextBox 12">
                <a:extLst>
                  <a:ext uri="{FF2B5EF4-FFF2-40B4-BE49-F238E27FC236}">
                    <a16:creationId xmlns:a16="http://schemas.microsoft.com/office/drawing/2014/main" id="{9EBA93AA-8255-ABC5-90CD-69C919DD530D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25" name="スライド番号プレースホルダー 28">
            <a:extLst>
              <a:ext uri="{FF2B5EF4-FFF2-40B4-BE49-F238E27FC236}">
                <a16:creationId xmlns:a16="http://schemas.microsoft.com/office/drawing/2014/main" id="{41EFA98B-AE3C-DAE6-43A2-D7B098BCA0EA}"/>
              </a:ext>
            </a:extLst>
          </p:cNvPr>
          <p:cNvSpPr txBox="1">
            <a:spLocks/>
          </p:cNvSpPr>
          <p:nvPr/>
        </p:nvSpPr>
        <p:spPr>
          <a:xfrm>
            <a:off x="270494" y="9748987"/>
            <a:ext cx="599456" cy="4622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2400" smtClean="0"/>
              <a:pPr/>
              <a:t>6</a:t>
            </a:fld>
            <a:endParaRPr lang="en-US" sz="2400" dirty="0"/>
          </a:p>
        </p:txBody>
      </p:sp>
      <p:sp>
        <p:nvSpPr>
          <p:cNvPr id="3" name="TextBox 24">
            <a:extLst>
              <a:ext uri="{FF2B5EF4-FFF2-40B4-BE49-F238E27FC236}">
                <a16:creationId xmlns:a16="http://schemas.microsoft.com/office/drawing/2014/main" id="{ADF60C11-3A04-FA79-A884-1919289532D4}"/>
              </a:ext>
            </a:extLst>
          </p:cNvPr>
          <p:cNvSpPr txBox="1"/>
          <p:nvPr/>
        </p:nvSpPr>
        <p:spPr>
          <a:xfrm>
            <a:off x="1806795" y="305043"/>
            <a:ext cx="5737005" cy="7005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880"/>
              </a:lnSpc>
              <a:spcBef>
                <a:spcPct val="0"/>
              </a:spcBef>
            </a:pPr>
            <a:r>
              <a:rPr lang="ja-JP" altLang="en-US" sz="40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今週取り組んだこと</a:t>
            </a:r>
            <a:endParaRPr lang="en-US" altLang="ja-JP" sz="40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CEE6A122-9463-A5F7-A500-D7EAC2CFE13A}"/>
              </a:ext>
            </a:extLst>
          </p:cNvPr>
          <p:cNvGrpSpPr/>
          <p:nvPr/>
        </p:nvGrpSpPr>
        <p:grpSpPr>
          <a:xfrm>
            <a:off x="1523999" y="1569846"/>
            <a:ext cx="15380201" cy="1478608"/>
            <a:chOff x="1535808" y="1477595"/>
            <a:chExt cx="8789411" cy="1478608"/>
          </a:xfrm>
        </p:grpSpPr>
        <p:sp>
          <p:nvSpPr>
            <p:cNvPr id="9" name="TextBox 26">
              <a:extLst>
                <a:ext uri="{FF2B5EF4-FFF2-40B4-BE49-F238E27FC236}">
                  <a16:creationId xmlns:a16="http://schemas.microsoft.com/office/drawing/2014/main" id="{F58BF036-E0B5-B4E7-B910-AF68811483D7}"/>
                </a:ext>
              </a:extLst>
            </p:cNvPr>
            <p:cNvSpPr txBox="1"/>
            <p:nvPr/>
          </p:nvSpPr>
          <p:spPr>
            <a:xfrm>
              <a:off x="2015129" y="1522926"/>
              <a:ext cx="8310090" cy="143327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3800"/>
                </a:lnSpc>
                <a:spcBef>
                  <a:spcPct val="0"/>
                </a:spcBef>
                <a:buClr>
                  <a:srgbClr val="64A4A3"/>
                </a:buClr>
              </a:pPr>
              <a:r>
                <a:rPr lang="ja-JP" altLang="en-US" sz="2800" dirty="0">
                  <a:solidFill>
                    <a:srgbClr val="292B2B"/>
                  </a:solidFill>
                  <a:latin typeface="Source Han Sans JP Medium"/>
                  <a:ea typeface="Source Han Sans JP Medium"/>
                  <a:cs typeface="Source Han Sans JP Medium"/>
                  <a:sym typeface="Source Han Sans JP Medium"/>
                </a:rPr>
                <a:t>④核沸騰発生～</a:t>
              </a:r>
              <a:r>
                <a:rPr lang="en-US" altLang="ja-JP" sz="2800" dirty="0">
                  <a:solidFill>
                    <a:srgbClr val="292B2B"/>
                  </a:solidFill>
                  <a:latin typeface="Source Han Sans JP Medium"/>
                  <a:ea typeface="Source Han Sans JP Medium"/>
                  <a:cs typeface="Source Han Sans JP Medium"/>
                  <a:sym typeface="Source Han Sans JP Medium"/>
                </a:rPr>
                <a:t>100%</a:t>
              </a:r>
              <a:r>
                <a:rPr lang="ja-JP" altLang="en-US" sz="2800" dirty="0">
                  <a:solidFill>
                    <a:srgbClr val="292B2B"/>
                  </a:solidFill>
                  <a:latin typeface="Source Han Sans JP Medium"/>
                  <a:ea typeface="Source Han Sans JP Medium"/>
                  <a:cs typeface="Source Han Sans JP Medium"/>
                  <a:sym typeface="Source Han Sans JP Medium"/>
                </a:rPr>
                <a:t>下限（沸騰状態），⑤核沸騰発生～</a:t>
              </a:r>
              <a:r>
                <a:rPr lang="en-US" altLang="ja-JP" sz="2800" dirty="0">
                  <a:solidFill>
                    <a:srgbClr val="292B2B"/>
                  </a:solidFill>
                  <a:latin typeface="Source Han Sans JP Medium"/>
                  <a:ea typeface="Source Han Sans JP Medium"/>
                  <a:cs typeface="Source Han Sans JP Medium"/>
                  <a:sym typeface="Source Han Sans JP Medium"/>
                </a:rPr>
                <a:t>100%</a:t>
              </a:r>
              <a:r>
                <a:rPr lang="ja-JP" altLang="en-US" sz="2800" dirty="0">
                  <a:solidFill>
                    <a:srgbClr val="292B2B"/>
                  </a:solidFill>
                  <a:latin typeface="Source Han Sans JP Medium"/>
                  <a:ea typeface="Source Han Sans JP Medium"/>
                  <a:cs typeface="Source Han Sans JP Medium"/>
                  <a:sym typeface="Source Han Sans JP Medium"/>
                </a:rPr>
                <a:t>下限（未沸騰状態）</a:t>
              </a:r>
              <a:endParaRPr lang="en-US" altLang="ja-JP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endParaRPr>
            </a:p>
            <a:p>
              <a:pPr>
                <a:lnSpc>
                  <a:spcPts val="3800"/>
                </a:lnSpc>
                <a:spcBef>
                  <a:spcPct val="0"/>
                </a:spcBef>
                <a:buClr>
                  <a:srgbClr val="64A4A3"/>
                </a:buClr>
              </a:pPr>
              <a:endParaRPr lang="en-US" altLang="ja-JP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endParaRPr>
            </a:p>
          </p:txBody>
        </p:sp>
        <p:sp>
          <p:nvSpPr>
            <p:cNvPr id="26" name="Freeform 5">
              <a:extLst>
                <a:ext uri="{FF2B5EF4-FFF2-40B4-BE49-F238E27FC236}">
                  <a16:creationId xmlns:a16="http://schemas.microsoft.com/office/drawing/2014/main" id="{1C4E501F-7147-8031-BFD3-491B06C6D823}"/>
                </a:ext>
              </a:extLst>
            </p:cNvPr>
            <p:cNvSpPr/>
            <p:nvPr/>
          </p:nvSpPr>
          <p:spPr>
            <a:xfrm rot="5400000">
              <a:off x="1341107" y="1672296"/>
              <a:ext cx="525978" cy="136575"/>
            </a:xfrm>
            <a:custGeom>
              <a:avLst/>
              <a:gdLst/>
              <a:ahLst/>
              <a:cxnLst/>
              <a:rect l="l" t="t" r="r" b="b"/>
              <a:pathLst>
                <a:path w="1449995" h="37630">
                  <a:moveTo>
                    <a:pt x="0" y="0"/>
                  </a:moveTo>
                  <a:lnTo>
                    <a:pt x="1449995" y="0"/>
                  </a:lnTo>
                  <a:lnTo>
                    <a:pt x="1449995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64A4A3"/>
            </a:solidFill>
          </p:spPr>
          <p:txBody>
            <a:bodyPr/>
            <a:lstStyle/>
            <a:p>
              <a:endParaRPr lang="ja-JP" altLang="en-US" dirty="0"/>
            </a:p>
          </p:txBody>
        </p:sp>
      </p:grpSp>
      <p:pic>
        <p:nvPicPr>
          <p:cNvPr id="29" name="図 28" descr="グラフ&#10;&#10;AI 生成コンテンツは誤りを含む可能性があります。">
            <a:extLst>
              <a:ext uri="{FF2B5EF4-FFF2-40B4-BE49-F238E27FC236}">
                <a16:creationId xmlns:a16="http://schemas.microsoft.com/office/drawing/2014/main" id="{110AB950-E26F-D0F7-5867-0D8077B76D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55599" y="6348448"/>
            <a:ext cx="5003801" cy="3752851"/>
          </a:xfrm>
          <a:prstGeom prst="rect">
            <a:avLst/>
          </a:prstGeom>
        </p:spPr>
      </p:pic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BED6D20A-5A09-5B09-B2A3-51866688FBEF}"/>
              </a:ext>
            </a:extLst>
          </p:cNvPr>
          <p:cNvSpPr/>
          <p:nvPr/>
        </p:nvSpPr>
        <p:spPr>
          <a:xfrm>
            <a:off x="14935200" y="8572500"/>
            <a:ext cx="493097" cy="458652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TextBox 24">
            <a:extLst>
              <a:ext uri="{FF2B5EF4-FFF2-40B4-BE49-F238E27FC236}">
                <a16:creationId xmlns:a16="http://schemas.microsoft.com/office/drawing/2014/main" id="{BF8480DC-70CF-9CCE-7EE3-20D78049A1C8}"/>
              </a:ext>
            </a:extLst>
          </p:cNvPr>
          <p:cNvSpPr txBox="1"/>
          <p:nvPr/>
        </p:nvSpPr>
        <p:spPr>
          <a:xfrm>
            <a:off x="1689100" y="6754495"/>
            <a:ext cx="10363200" cy="4586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800"/>
              </a:lnSpc>
              <a:spcBef>
                <a:spcPct val="0"/>
              </a:spcBef>
              <a:buClr>
                <a:srgbClr val="64A4A3"/>
              </a:buClr>
            </a:pPr>
            <a:r>
              <a:rPr lang="ja-JP" altLang="en-US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③核沸騰開始直後（未沸騰状態）</a:t>
            </a:r>
            <a:endParaRPr lang="en-US" altLang="ja-JP" sz="28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  <p:sp>
        <p:nvSpPr>
          <p:cNvPr id="37" name="TextBox 24">
            <a:extLst>
              <a:ext uri="{FF2B5EF4-FFF2-40B4-BE49-F238E27FC236}">
                <a16:creationId xmlns:a16="http://schemas.microsoft.com/office/drawing/2014/main" id="{AF7094A0-5585-FD28-8987-93AF41E376AF}"/>
              </a:ext>
            </a:extLst>
          </p:cNvPr>
          <p:cNvSpPr txBox="1"/>
          <p:nvPr/>
        </p:nvSpPr>
        <p:spPr>
          <a:xfrm>
            <a:off x="1941409" y="2336409"/>
            <a:ext cx="10363200" cy="4586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800"/>
              </a:lnSpc>
              <a:spcBef>
                <a:spcPct val="0"/>
              </a:spcBef>
              <a:buClr>
                <a:srgbClr val="64A4A3"/>
              </a:buClr>
            </a:pPr>
            <a:r>
              <a:rPr lang="ja-JP" altLang="en-US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②核沸騰開始直後（沸騰状態）</a:t>
            </a:r>
            <a:endParaRPr lang="en-US" altLang="ja-JP" sz="28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  <p:sp>
        <p:nvSpPr>
          <p:cNvPr id="40" name="TextBox 24">
            <a:extLst>
              <a:ext uri="{FF2B5EF4-FFF2-40B4-BE49-F238E27FC236}">
                <a16:creationId xmlns:a16="http://schemas.microsoft.com/office/drawing/2014/main" id="{972DB859-CE27-D854-108B-90F20F2D12BE}"/>
              </a:ext>
            </a:extLst>
          </p:cNvPr>
          <p:cNvSpPr txBox="1"/>
          <p:nvPr/>
        </p:nvSpPr>
        <p:spPr>
          <a:xfrm>
            <a:off x="7924799" y="9680747"/>
            <a:ext cx="4354410" cy="4586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800"/>
              </a:lnSpc>
              <a:spcBef>
                <a:spcPct val="0"/>
              </a:spcBef>
              <a:buClr>
                <a:srgbClr val="64A4A3"/>
              </a:buClr>
            </a:pPr>
            <a:r>
              <a:rPr lang="ja-JP" altLang="en-US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熱流束：</a:t>
            </a:r>
            <a:r>
              <a:rPr lang="en-US" altLang="ja-JP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4.16×10^5</a:t>
            </a:r>
          </a:p>
        </p:txBody>
      </p:sp>
      <p:pic>
        <p:nvPicPr>
          <p:cNvPr id="42" name="図 41" descr="グラフ, 棒グラフ&#10;&#10;AI 生成コンテンツは誤りを含む可能性があります。">
            <a:extLst>
              <a:ext uri="{FF2B5EF4-FFF2-40B4-BE49-F238E27FC236}">
                <a16:creationId xmlns:a16="http://schemas.microsoft.com/office/drawing/2014/main" id="{FEB52C6C-C2B4-2776-6F84-26DC4F0C9CA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427" y="2795061"/>
            <a:ext cx="6803700" cy="3968825"/>
          </a:xfrm>
          <a:prstGeom prst="rect">
            <a:avLst/>
          </a:prstGeom>
        </p:spPr>
      </p:pic>
      <p:pic>
        <p:nvPicPr>
          <p:cNvPr id="44" name="図 43" descr="図形&#10;&#10;AI 生成コンテンツは誤りを含む可能性があります。">
            <a:extLst>
              <a:ext uri="{FF2B5EF4-FFF2-40B4-BE49-F238E27FC236}">
                <a16:creationId xmlns:a16="http://schemas.microsoft.com/office/drawing/2014/main" id="{524579D5-90AB-F54F-46A3-F1EDDE23D2F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6442" y="3033035"/>
            <a:ext cx="6997714" cy="3492876"/>
          </a:xfrm>
          <a:prstGeom prst="rect">
            <a:avLst/>
          </a:prstGeom>
        </p:spPr>
      </p:pic>
      <p:sp>
        <p:nvSpPr>
          <p:cNvPr id="45" name="TextBox 24">
            <a:extLst>
              <a:ext uri="{FF2B5EF4-FFF2-40B4-BE49-F238E27FC236}">
                <a16:creationId xmlns:a16="http://schemas.microsoft.com/office/drawing/2014/main" id="{773DA282-AC70-8F4E-6E4B-E71F6A3C1C56}"/>
              </a:ext>
            </a:extLst>
          </p:cNvPr>
          <p:cNvSpPr txBox="1"/>
          <p:nvPr/>
        </p:nvSpPr>
        <p:spPr>
          <a:xfrm>
            <a:off x="9296400" y="2486705"/>
            <a:ext cx="9899019" cy="4586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800"/>
              </a:lnSpc>
              <a:spcBef>
                <a:spcPct val="0"/>
              </a:spcBef>
              <a:buClr>
                <a:srgbClr val="64A4A3"/>
              </a:buClr>
            </a:pPr>
            <a:r>
              <a:rPr lang="ja-JP" altLang="en-US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↓左上のスペクトログラムだけうまく予測ができている</a:t>
            </a:r>
            <a:endParaRPr lang="en-US" altLang="ja-JP" sz="28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  <p:pic>
        <p:nvPicPr>
          <p:cNvPr id="47" name="図 46" descr="グラフ, 棒グラフ&#10;&#10;AI 生成コンテンツは誤りを含む可能性があります。">
            <a:extLst>
              <a:ext uri="{FF2B5EF4-FFF2-40B4-BE49-F238E27FC236}">
                <a16:creationId xmlns:a16="http://schemas.microsoft.com/office/drawing/2014/main" id="{24D08D90-3E40-FD95-4B29-BCFAA9311B4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0379" y="7217189"/>
            <a:ext cx="5132738" cy="2994097"/>
          </a:xfrm>
          <a:prstGeom prst="rect">
            <a:avLst/>
          </a:prstGeom>
        </p:spPr>
      </p:pic>
      <p:pic>
        <p:nvPicPr>
          <p:cNvPr id="49" name="図 48" descr="コンピューターのスクリーン&#10;&#10;AI 生成コンテンツは誤りを含む可能性があります。">
            <a:extLst>
              <a:ext uri="{FF2B5EF4-FFF2-40B4-BE49-F238E27FC236}">
                <a16:creationId xmlns:a16="http://schemas.microsoft.com/office/drawing/2014/main" id="{07FC667B-603F-8660-0FEF-9EB8BD285AF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4307" y="7175047"/>
            <a:ext cx="2454861" cy="2454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28370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2BEBE7-0B38-F9DB-C180-7E476F5E91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28C94B08-CE58-415D-AA7A-A950A8F012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119A9A98-4247-A047-1883-EE2C23436DC2}"/>
              </a:ext>
            </a:extLst>
          </p:cNvPr>
          <p:cNvGrpSpPr/>
          <p:nvPr/>
        </p:nvGrpSpPr>
        <p:grpSpPr>
          <a:xfrm>
            <a:off x="270494" y="246431"/>
            <a:ext cx="698205" cy="10040568"/>
            <a:chOff x="270494" y="246431"/>
            <a:chExt cx="698205" cy="10040568"/>
          </a:xfrm>
        </p:grpSpPr>
        <p:pic>
          <p:nvPicPr>
            <p:cNvPr id="11" name="図 10">
              <a:extLst>
                <a:ext uri="{FF2B5EF4-FFF2-40B4-BE49-F238E27FC236}">
                  <a16:creationId xmlns:a16="http://schemas.microsoft.com/office/drawing/2014/main" id="{EE16FF5F-5520-0102-1309-987CD0344CB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5400000">
              <a:off x="271822" y="245103"/>
              <a:ext cx="695550" cy="698205"/>
            </a:xfrm>
            <a:prstGeom prst="rect">
              <a:avLst/>
            </a:prstGeom>
          </p:spPr>
        </p:pic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B76D97EB-55E8-0605-23FC-0B3E3BA7DA37}"/>
                </a:ext>
              </a:extLst>
            </p:cNvPr>
            <p:cNvSpPr txBox="1"/>
            <p:nvPr/>
          </p:nvSpPr>
          <p:spPr>
            <a:xfrm>
              <a:off x="434931" y="1036119"/>
              <a:ext cx="369332" cy="225878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kumimoji="1" lang="en-US" altLang="ja-JP" sz="1200" dirty="0">
                  <a:latin typeface="Source Han Sans JP" panose="020B0600070205080204" charset="-128"/>
                  <a:ea typeface="Source Han Sans JP" panose="020B0600070205080204" charset="-128"/>
                </a:rPr>
                <a:t>Tokyo University of Science</a:t>
              </a:r>
              <a:endParaRPr kumimoji="1" lang="ja-JP" altLang="en-US" sz="1200" dirty="0">
                <a:latin typeface="Source Han Sans JP" panose="020B0600070205080204" charset="-128"/>
                <a:ea typeface="Source Han Sans JP" panose="020B0600070205080204" charset="-128"/>
              </a:endParaRPr>
            </a:p>
          </p:txBody>
        </p:sp>
        <p:cxnSp>
          <p:nvCxnSpPr>
            <p:cNvPr id="13" name="直線コネクタ 12">
              <a:extLst>
                <a:ext uri="{FF2B5EF4-FFF2-40B4-BE49-F238E27FC236}">
                  <a16:creationId xmlns:a16="http://schemas.microsoft.com/office/drawing/2014/main" id="{AF8B3D7E-0DEE-32BF-F0CE-9B7015345755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" y="3314700"/>
              <a:ext cx="0" cy="6067497"/>
            </a:xfrm>
            <a:prstGeom prst="line">
              <a:avLst/>
            </a:prstGeom>
            <a:ln>
              <a:solidFill>
                <a:srgbClr val="64A4A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フローチャート: 論理積ゲート 13">
              <a:extLst>
                <a:ext uri="{FF2B5EF4-FFF2-40B4-BE49-F238E27FC236}">
                  <a16:creationId xmlns:a16="http://schemas.microsoft.com/office/drawing/2014/main" id="{E6BADCB9-6358-A382-D0C9-331168A748D5}"/>
                </a:ext>
              </a:extLst>
            </p:cNvPr>
            <p:cNvSpPr/>
            <p:nvPr/>
          </p:nvSpPr>
          <p:spPr>
            <a:xfrm rot="16200000">
              <a:off x="141940" y="9634201"/>
              <a:ext cx="924597" cy="381000"/>
            </a:xfrm>
            <a:prstGeom prst="flowChartDelay">
              <a:avLst/>
            </a:prstGeom>
            <a:solidFill>
              <a:srgbClr val="64A4A3"/>
            </a:solidFill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5" name="Group 3">
            <a:extLst>
              <a:ext uri="{FF2B5EF4-FFF2-40B4-BE49-F238E27FC236}">
                <a16:creationId xmlns:a16="http://schemas.microsoft.com/office/drawing/2014/main" id="{F1097B68-B1A9-3B22-B3B6-E2874BFC47F0}"/>
              </a:ext>
            </a:extLst>
          </p:cNvPr>
          <p:cNvGrpSpPr/>
          <p:nvPr/>
        </p:nvGrpSpPr>
        <p:grpSpPr>
          <a:xfrm>
            <a:off x="1371600" y="1069258"/>
            <a:ext cx="16064988" cy="125708"/>
            <a:chOff x="0" y="0"/>
            <a:chExt cx="22021800" cy="190500"/>
          </a:xfrm>
        </p:grpSpPr>
        <p:grpSp>
          <p:nvGrpSpPr>
            <p:cNvPr id="16" name="Group 4">
              <a:extLst>
                <a:ext uri="{FF2B5EF4-FFF2-40B4-BE49-F238E27FC236}">
                  <a16:creationId xmlns:a16="http://schemas.microsoft.com/office/drawing/2014/main" id="{C3EDBBD5-BA9C-2457-B863-88EF9A8BB49A}"/>
                </a:ext>
              </a:extLst>
            </p:cNvPr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23" name="Freeform 5">
                <a:extLst>
                  <a:ext uri="{FF2B5EF4-FFF2-40B4-BE49-F238E27FC236}">
                    <a16:creationId xmlns:a16="http://schemas.microsoft.com/office/drawing/2014/main" id="{6F3391E7-D0E3-8145-5EAB-16556F90E331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4" name="TextBox 6">
                <a:extLst>
                  <a:ext uri="{FF2B5EF4-FFF2-40B4-BE49-F238E27FC236}">
                    <a16:creationId xmlns:a16="http://schemas.microsoft.com/office/drawing/2014/main" id="{49DD693C-26BB-5A49-E508-EC544A10665F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7" name="Group 7">
              <a:extLst>
                <a:ext uri="{FF2B5EF4-FFF2-40B4-BE49-F238E27FC236}">
                  <a16:creationId xmlns:a16="http://schemas.microsoft.com/office/drawing/2014/main" id="{6FBAB8BB-EFD9-CAFB-0D01-970212E0A8A0}"/>
                </a:ext>
              </a:extLst>
            </p:cNvPr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21" name="Freeform 8">
                <a:extLst>
                  <a:ext uri="{FF2B5EF4-FFF2-40B4-BE49-F238E27FC236}">
                    <a16:creationId xmlns:a16="http://schemas.microsoft.com/office/drawing/2014/main" id="{432484D6-AC6D-E0EB-1986-F3378CC024F7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2" name="TextBox 9">
                <a:extLst>
                  <a:ext uri="{FF2B5EF4-FFF2-40B4-BE49-F238E27FC236}">
                    <a16:creationId xmlns:a16="http://schemas.microsoft.com/office/drawing/2014/main" id="{3D010FC9-0F22-4614-FA4D-32679726E5E6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8" name="Group 10">
              <a:extLst>
                <a:ext uri="{FF2B5EF4-FFF2-40B4-BE49-F238E27FC236}">
                  <a16:creationId xmlns:a16="http://schemas.microsoft.com/office/drawing/2014/main" id="{8CE9F0A6-8C09-5FD0-9D18-A502E5AC498C}"/>
                </a:ext>
              </a:extLst>
            </p:cNvPr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19" name="Freeform 11">
                <a:extLst>
                  <a:ext uri="{FF2B5EF4-FFF2-40B4-BE49-F238E27FC236}">
                    <a16:creationId xmlns:a16="http://schemas.microsoft.com/office/drawing/2014/main" id="{96154A41-0920-F408-B2F2-3264A9981F87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0" name="TextBox 12">
                <a:extLst>
                  <a:ext uri="{FF2B5EF4-FFF2-40B4-BE49-F238E27FC236}">
                    <a16:creationId xmlns:a16="http://schemas.microsoft.com/office/drawing/2014/main" id="{FAC44AEC-2AE8-F8A1-F3E5-2FA6C787E5CB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25" name="スライド番号プレースホルダー 28">
            <a:extLst>
              <a:ext uri="{FF2B5EF4-FFF2-40B4-BE49-F238E27FC236}">
                <a16:creationId xmlns:a16="http://schemas.microsoft.com/office/drawing/2014/main" id="{F767114D-E73C-E46A-E16C-F2841815587B}"/>
              </a:ext>
            </a:extLst>
          </p:cNvPr>
          <p:cNvSpPr txBox="1">
            <a:spLocks/>
          </p:cNvSpPr>
          <p:nvPr/>
        </p:nvSpPr>
        <p:spPr>
          <a:xfrm>
            <a:off x="270494" y="9748987"/>
            <a:ext cx="599456" cy="4622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2400" smtClean="0"/>
              <a:pPr/>
              <a:t>7</a:t>
            </a:fld>
            <a:endParaRPr lang="en-US" sz="2400" dirty="0"/>
          </a:p>
        </p:txBody>
      </p:sp>
      <p:sp>
        <p:nvSpPr>
          <p:cNvPr id="3" name="TextBox 24">
            <a:extLst>
              <a:ext uri="{FF2B5EF4-FFF2-40B4-BE49-F238E27FC236}">
                <a16:creationId xmlns:a16="http://schemas.microsoft.com/office/drawing/2014/main" id="{3EC13424-7A4D-B8D6-7452-6A88D6497BD1}"/>
              </a:ext>
            </a:extLst>
          </p:cNvPr>
          <p:cNvSpPr txBox="1"/>
          <p:nvPr/>
        </p:nvSpPr>
        <p:spPr>
          <a:xfrm>
            <a:off x="1806795" y="305043"/>
            <a:ext cx="5737005" cy="7005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880"/>
              </a:lnSpc>
              <a:spcBef>
                <a:spcPct val="0"/>
              </a:spcBef>
            </a:pPr>
            <a:r>
              <a:rPr lang="ja-JP" altLang="en-US" sz="40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今週取り組んだこと</a:t>
            </a:r>
            <a:endParaRPr lang="en-US" altLang="ja-JP" sz="40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2FC4C9B9-7AE7-0F4B-689D-F8E33F983D22}"/>
              </a:ext>
            </a:extLst>
          </p:cNvPr>
          <p:cNvGrpSpPr/>
          <p:nvPr/>
        </p:nvGrpSpPr>
        <p:grpSpPr>
          <a:xfrm>
            <a:off x="1524000" y="1569846"/>
            <a:ext cx="7772400" cy="525978"/>
            <a:chOff x="1535808" y="1477595"/>
            <a:chExt cx="8789411" cy="525978"/>
          </a:xfrm>
        </p:grpSpPr>
        <p:sp>
          <p:nvSpPr>
            <p:cNvPr id="9" name="TextBox 26">
              <a:extLst>
                <a:ext uri="{FF2B5EF4-FFF2-40B4-BE49-F238E27FC236}">
                  <a16:creationId xmlns:a16="http://schemas.microsoft.com/office/drawing/2014/main" id="{EAA83297-2759-AB2D-9CC9-63DD93127074}"/>
                </a:ext>
              </a:extLst>
            </p:cNvPr>
            <p:cNvSpPr txBox="1"/>
            <p:nvPr/>
          </p:nvSpPr>
          <p:spPr>
            <a:xfrm>
              <a:off x="2015129" y="1522926"/>
              <a:ext cx="8310090" cy="45865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3800"/>
                </a:lnSpc>
                <a:spcBef>
                  <a:spcPct val="0"/>
                </a:spcBef>
                <a:buClr>
                  <a:srgbClr val="64A4A3"/>
                </a:buClr>
              </a:pPr>
              <a:r>
                <a:rPr lang="ja-JP" altLang="en-US" sz="2800" dirty="0">
                  <a:solidFill>
                    <a:srgbClr val="292B2B"/>
                  </a:solidFill>
                  <a:latin typeface="Source Han Sans JP Medium"/>
                  <a:ea typeface="Source Han Sans JP Medium"/>
                  <a:cs typeface="Source Han Sans JP Medium"/>
                  <a:sym typeface="Source Han Sans JP Medium"/>
                </a:rPr>
                <a:t>⑥</a:t>
              </a:r>
              <a:r>
                <a:rPr lang="en-US" altLang="ja-JP" sz="2800" dirty="0">
                  <a:solidFill>
                    <a:srgbClr val="292B2B"/>
                  </a:solidFill>
                  <a:latin typeface="Source Han Sans JP Medium"/>
                  <a:ea typeface="Source Han Sans JP Medium"/>
                  <a:cs typeface="Source Han Sans JP Medium"/>
                  <a:sym typeface="Source Han Sans JP Medium"/>
                </a:rPr>
                <a:t>100%</a:t>
              </a:r>
              <a:r>
                <a:rPr lang="ja-JP" altLang="en-US" sz="2800" dirty="0">
                  <a:solidFill>
                    <a:srgbClr val="292B2B"/>
                  </a:solidFill>
                  <a:latin typeface="Source Han Sans JP Medium"/>
                  <a:ea typeface="Source Han Sans JP Medium"/>
                  <a:cs typeface="Source Han Sans JP Medium"/>
                  <a:sym typeface="Source Han Sans JP Medium"/>
                </a:rPr>
                <a:t>検知範囲内</a:t>
              </a:r>
              <a:endParaRPr lang="en-US" altLang="ja-JP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endParaRPr>
            </a:p>
          </p:txBody>
        </p:sp>
        <p:sp>
          <p:nvSpPr>
            <p:cNvPr id="26" name="Freeform 5">
              <a:extLst>
                <a:ext uri="{FF2B5EF4-FFF2-40B4-BE49-F238E27FC236}">
                  <a16:creationId xmlns:a16="http://schemas.microsoft.com/office/drawing/2014/main" id="{399F74DC-D64D-78EA-BB8C-DE9FC8042175}"/>
                </a:ext>
              </a:extLst>
            </p:cNvPr>
            <p:cNvSpPr/>
            <p:nvPr/>
          </p:nvSpPr>
          <p:spPr>
            <a:xfrm rot="5400000">
              <a:off x="1341107" y="1672296"/>
              <a:ext cx="525978" cy="136575"/>
            </a:xfrm>
            <a:custGeom>
              <a:avLst/>
              <a:gdLst/>
              <a:ahLst/>
              <a:cxnLst/>
              <a:rect l="l" t="t" r="r" b="b"/>
              <a:pathLst>
                <a:path w="1449995" h="37630">
                  <a:moveTo>
                    <a:pt x="0" y="0"/>
                  </a:moveTo>
                  <a:lnTo>
                    <a:pt x="1449995" y="0"/>
                  </a:lnTo>
                  <a:lnTo>
                    <a:pt x="1449995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64A4A3"/>
            </a:solidFill>
          </p:spPr>
          <p:txBody>
            <a:bodyPr/>
            <a:lstStyle/>
            <a:p>
              <a:endParaRPr lang="ja-JP" altLang="en-US" dirty="0"/>
            </a:p>
          </p:txBody>
        </p:sp>
      </p:grpSp>
      <p:pic>
        <p:nvPicPr>
          <p:cNvPr id="35" name="図 34" descr="グラフ&#10;&#10;AI 生成コンテンツは誤りを含む可能性があります。">
            <a:extLst>
              <a:ext uri="{FF2B5EF4-FFF2-40B4-BE49-F238E27FC236}">
                <a16:creationId xmlns:a16="http://schemas.microsoft.com/office/drawing/2014/main" id="{478E1A5A-BC6D-76F4-9F12-56CEEFEF60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55599" y="6348448"/>
            <a:ext cx="5003801" cy="3752851"/>
          </a:xfrm>
          <a:prstGeom prst="rect">
            <a:avLst/>
          </a:prstGeom>
        </p:spPr>
      </p:pic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1B0E7B08-F53A-DC79-B576-7F9475145CF8}"/>
              </a:ext>
            </a:extLst>
          </p:cNvPr>
          <p:cNvSpPr/>
          <p:nvPr/>
        </p:nvSpPr>
        <p:spPr>
          <a:xfrm>
            <a:off x="15925800" y="7548029"/>
            <a:ext cx="493097" cy="458652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9" name="TextBox 24">
            <a:extLst>
              <a:ext uri="{FF2B5EF4-FFF2-40B4-BE49-F238E27FC236}">
                <a16:creationId xmlns:a16="http://schemas.microsoft.com/office/drawing/2014/main" id="{A8342220-1C55-88BA-B92C-855D6C1C52D0}"/>
              </a:ext>
            </a:extLst>
          </p:cNvPr>
          <p:cNvSpPr txBox="1"/>
          <p:nvPr/>
        </p:nvSpPr>
        <p:spPr>
          <a:xfrm>
            <a:off x="9671819" y="9659347"/>
            <a:ext cx="4354410" cy="4586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800"/>
              </a:lnSpc>
              <a:spcBef>
                <a:spcPct val="0"/>
              </a:spcBef>
              <a:buClr>
                <a:srgbClr val="64A4A3"/>
              </a:buClr>
            </a:pPr>
            <a:r>
              <a:rPr lang="ja-JP" altLang="en-US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熱流束：</a:t>
            </a:r>
            <a:r>
              <a:rPr lang="en-US" altLang="ja-JP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6.76×10^4</a:t>
            </a:r>
          </a:p>
        </p:txBody>
      </p:sp>
      <p:pic>
        <p:nvPicPr>
          <p:cNvPr id="40" name="図 39" descr="グラフ, 棒グラフ&#10;&#10;AI 生成コンテンツは誤りを含む可能性があります。">
            <a:extLst>
              <a:ext uri="{FF2B5EF4-FFF2-40B4-BE49-F238E27FC236}">
                <a16:creationId xmlns:a16="http://schemas.microsoft.com/office/drawing/2014/main" id="{0CDF7153-72B2-14FA-C189-3C00D6D7E61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820" y="2419587"/>
            <a:ext cx="8307274" cy="4845910"/>
          </a:xfrm>
          <a:prstGeom prst="rect">
            <a:avLst/>
          </a:prstGeom>
        </p:spPr>
      </p:pic>
      <p:sp>
        <p:nvSpPr>
          <p:cNvPr id="41" name="TextBox 24">
            <a:extLst>
              <a:ext uri="{FF2B5EF4-FFF2-40B4-BE49-F238E27FC236}">
                <a16:creationId xmlns:a16="http://schemas.microsoft.com/office/drawing/2014/main" id="{A1AFEF00-B130-CBAD-5A23-079132C3DF05}"/>
              </a:ext>
            </a:extLst>
          </p:cNvPr>
          <p:cNvSpPr txBox="1"/>
          <p:nvPr/>
        </p:nvSpPr>
        <p:spPr>
          <a:xfrm>
            <a:off x="12390284" y="4349587"/>
            <a:ext cx="4737612" cy="9859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800"/>
              </a:lnSpc>
              <a:spcBef>
                <a:spcPct val="0"/>
              </a:spcBef>
              <a:buClr>
                <a:srgbClr val="64A4A3"/>
              </a:buClr>
            </a:pPr>
            <a:r>
              <a:rPr lang="ja-JP" altLang="en-US" sz="40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今までで一番予測ができてる</a:t>
            </a:r>
            <a:endParaRPr lang="en-US" altLang="ja-JP" sz="40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  <p:pic>
        <p:nvPicPr>
          <p:cNvPr id="43" name="図 42" descr="パソコンの画面&#10;&#10;AI 生成コンテンツは誤りを含む可能性があります。">
            <a:extLst>
              <a:ext uri="{FF2B5EF4-FFF2-40B4-BE49-F238E27FC236}">
                <a16:creationId xmlns:a16="http://schemas.microsoft.com/office/drawing/2014/main" id="{FD659440-4787-1511-D602-6E605D975F4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17020" y="6736730"/>
            <a:ext cx="2645467" cy="2645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15894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E9ED69-1244-17E1-A7F5-47EF948FEB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C4D46F63-9784-4FA2-DF44-1AE5AAF52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BCFFCA1C-2038-5879-1665-8464F0898569}"/>
              </a:ext>
            </a:extLst>
          </p:cNvPr>
          <p:cNvGrpSpPr/>
          <p:nvPr/>
        </p:nvGrpSpPr>
        <p:grpSpPr>
          <a:xfrm>
            <a:off x="270494" y="246431"/>
            <a:ext cx="698205" cy="10040568"/>
            <a:chOff x="270494" y="246431"/>
            <a:chExt cx="698205" cy="10040568"/>
          </a:xfrm>
        </p:grpSpPr>
        <p:pic>
          <p:nvPicPr>
            <p:cNvPr id="11" name="図 10">
              <a:extLst>
                <a:ext uri="{FF2B5EF4-FFF2-40B4-BE49-F238E27FC236}">
                  <a16:creationId xmlns:a16="http://schemas.microsoft.com/office/drawing/2014/main" id="{907BE934-5E5E-5B44-092A-01C7FBA1DFD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5400000">
              <a:off x="271822" y="245103"/>
              <a:ext cx="695550" cy="698205"/>
            </a:xfrm>
            <a:prstGeom prst="rect">
              <a:avLst/>
            </a:prstGeom>
          </p:spPr>
        </p:pic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3C309EEF-4A9A-2B86-50B3-A97925C4C9DF}"/>
                </a:ext>
              </a:extLst>
            </p:cNvPr>
            <p:cNvSpPr txBox="1"/>
            <p:nvPr/>
          </p:nvSpPr>
          <p:spPr>
            <a:xfrm>
              <a:off x="434931" y="1036119"/>
              <a:ext cx="369332" cy="225878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kumimoji="1" lang="en-US" altLang="ja-JP" sz="1200" dirty="0">
                  <a:latin typeface="Source Han Sans JP" panose="020B0600070205080204" charset="-128"/>
                  <a:ea typeface="Source Han Sans JP" panose="020B0600070205080204" charset="-128"/>
                </a:rPr>
                <a:t>Tokyo University of Science</a:t>
              </a:r>
              <a:endParaRPr kumimoji="1" lang="ja-JP" altLang="en-US" sz="1200" dirty="0">
                <a:latin typeface="Source Han Sans JP" panose="020B0600070205080204" charset="-128"/>
                <a:ea typeface="Source Han Sans JP" panose="020B0600070205080204" charset="-128"/>
              </a:endParaRPr>
            </a:p>
          </p:txBody>
        </p:sp>
        <p:cxnSp>
          <p:nvCxnSpPr>
            <p:cNvPr id="13" name="直線コネクタ 12">
              <a:extLst>
                <a:ext uri="{FF2B5EF4-FFF2-40B4-BE49-F238E27FC236}">
                  <a16:creationId xmlns:a16="http://schemas.microsoft.com/office/drawing/2014/main" id="{9E3AD2B5-EFA2-3044-08E5-14ECE66DEFE3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" y="3314700"/>
              <a:ext cx="0" cy="6067497"/>
            </a:xfrm>
            <a:prstGeom prst="line">
              <a:avLst/>
            </a:prstGeom>
            <a:ln>
              <a:solidFill>
                <a:srgbClr val="64A4A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フローチャート: 論理積ゲート 13">
              <a:extLst>
                <a:ext uri="{FF2B5EF4-FFF2-40B4-BE49-F238E27FC236}">
                  <a16:creationId xmlns:a16="http://schemas.microsoft.com/office/drawing/2014/main" id="{3DA79BC2-C22C-0BDF-E6F4-5E6B558A1966}"/>
                </a:ext>
              </a:extLst>
            </p:cNvPr>
            <p:cNvSpPr/>
            <p:nvPr/>
          </p:nvSpPr>
          <p:spPr>
            <a:xfrm rot="16200000">
              <a:off x="141940" y="9634201"/>
              <a:ext cx="924597" cy="381000"/>
            </a:xfrm>
            <a:prstGeom prst="flowChartDelay">
              <a:avLst/>
            </a:prstGeom>
            <a:solidFill>
              <a:srgbClr val="64A4A3"/>
            </a:solidFill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5" name="Group 3">
            <a:extLst>
              <a:ext uri="{FF2B5EF4-FFF2-40B4-BE49-F238E27FC236}">
                <a16:creationId xmlns:a16="http://schemas.microsoft.com/office/drawing/2014/main" id="{4819A400-2E26-35F8-66F9-42B6290B93F6}"/>
              </a:ext>
            </a:extLst>
          </p:cNvPr>
          <p:cNvGrpSpPr/>
          <p:nvPr/>
        </p:nvGrpSpPr>
        <p:grpSpPr>
          <a:xfrm>
            <a:off x="1371600" y="1069258"/>
            <a:ext cx="16064988" cy="125708"/>
            <a:chOff x="0" y="0"/>
            <a:chExt cx="22021800" cy="190500"/>
          </a:xfrm>
        </p:grpSpPr>
        <p:grpSp>
          <p:nvGrpSpPr>
            <p:cNvPr id="16" name="Group 4">
              <a:extLst>
                <a:ext uri="{FF2B5EF4-FFF2-40B4-BE49-F238E27FC236}">
                  <a16:creationId xmlns:a16="http://schemas.microsoft.com/office/drawing/2014/main" id="{F3B0B4A3-98E0-17AE-1F89-A96FFBD711FB}"/>
                </a:ext>
              </a:extLst>
            </p:cNvPr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23" name="Freeform 5">
                <a:extLst>
                  <a:ext uri="{FF2B5EF4-FFF2-40B4-BE49-F238E27FC236}">
                    <a16:creationId xmlns:a16="http://schemas.microsoft.com/office/drawing/2014/main" id="{92139399-1E1A-6973-233D-EAAE10AEF80A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4" name="TextBox 6">
                <a:extLst>
                  <a:ext uri="{FF2B5EF4-FFF2-40B4-BE49-F238E27FC236}">
                    <a16:creationId xmlns:a16="http://schemas.microsoft.com/office/drawing/2014/main" id="{DCF5CEA0-020C-216C-41B3-66EB39062A61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7" name="Group 7">
              <a:extLst>
                <a:ext uri="{FF2B5EF4-FFF2-40B4-BE49-F238E27FC236}">
                  <a16:creationId xmlns:a16="http://schemas.microsoft.com/office/drawing/2014/main" id="{BF5C1B3F-C0E1-85C9-970B-40756A681A8F}"/>
                </a:ext>
              </a:extLst>
            </p:cNvPr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21" name="Freeform 8">
                <a:extLst>
                  <a:ext uri="{FF2B5EF4-FFF2-40B4-BE49-F238E27FC236}">
                    <a16:creationId xmlns:a16="http://schemas.microsoft.com/office/drawing/2014/main" id="{77E2DA80-7FBB-A3FA-5124-8CBB179D79E5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2" name="TextBox 9">
                <a:extLst>
                  <a:ext uri="{FF2B5EF4-FFF2-40B4-BE49-F238E27FC236}">
                    <a16:creationId xmlns:a16="http://schemas.microsoft.com/office/drawing/2014/main" id="{8E4E7227-8DAC-249D-2466-55B1428CB4B6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8" name="Group 10">
              <a:extLst>
                <a:ext uri="{FF2B5EF4-FFF2-40B4-BE49-F238E27FC236}">
                  <a16:creationId xmlns:a16="http://schemas.microsoft.com/office/drawing/2014/main" id="{31B4FBF6-B677-0464-5F16-2DF0176EA775}"/>
                </a:ext>
              </a:extLst>
            </p:cNvPr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19" name="Freeform 11">
                <a:extLst>
                  <a:ext uri="{FF2B5EF4-FFF2-40B4-BE49-F238E27FC236}">
                    <a16:creationId xmlns:a16="http://schemas.microsoft.com/office/drawing/2014/main" id="{06A6351E-B133-C451-5272-0070091B7C46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0" name="TextBox 12">
                <a:extLst>
                  <a:ext uri="{FF2B5EF4-FFF2-40B4-BE49-F238E27FC236}">
                    <a16:creationId xmlns:a16="http://schemas.microsoft.com/office/drawing/2014/main" id="{BB079A84-1A58-DC02-EFF0-0FBBF7E4F8A6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25" name="スライド番号プレースホルダー 28">
            <a:extLst>
              <a:ext uri="{FF2B5EF4-FFF2-40B4-BE49-F238E27FC236}">
                <a16:creationId xmlns:a16="http://schemas.microsoft.com/office/drawing/2014/main" id="{81BD7AAA-34E9-178F-9952-8ED9D8E5A38C}"/>
              </a:ext>
            </a:extLst>
          </p:cNvPr>
          <p:cNvSpPr txBox="1">
            <a:spLocks/>
          </p:cNvSpPr>
          <p:nvPr/>
        </p:nvSpPr>
        <p:spPr>
          <a:xfrm>
            <a:off x="270494" y="9748987"/>
            <a:ext cx="599456" cy="4622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2400" smtClean="0"/>
              <a:pPr/>
              <a:t>8</a:t>
            </a:fld>
            <a:endParaRPr lang="en-US" sz="2400" dirty="0"/>
          </a:p>
        </p:txBody>
      </p:sp>
      <p:sp>
        <p:nvSpPr>
          <p:cNvPr id="3" name="TextBox 24">
            <a:extLst>
              <a:ext uri="{FF2B5EF4-FFF2-40B4-BE49-F238E27FC236}">
                <a16:creationId xmlns:a16="http://schemas.microsoft.com/office/drawing/2014/main" id="{0F04C3D8-6A8A-43D4-00A2-5D747B77ECF1}"/>
              </a:ext>
            </a:extLst>
          </p:cNvPr>
          <p:cNvSpPr txBox="1"/>
          <p:nvPr/>
        </p:nvSpPr>
        <p:spPr>
          <a:xfrm>
            <a:off x="1806795" y="305043"/>
            <a:ext cx="5737005" cy="7005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880"/>
              </a:lnSpc>
              <a:spcBef>
                <a:spcPct val="0"/>
              </a:spcBef>
            </a:pPr>
            <a:r>
              <a:rPr lang="ja-JP" altLang="en-US" sz="40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今週取り組んだこと</a:t>
            </a:r>
            <a:endParaRPr lang="en-US" altLang="ja-JP" sz="40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A7051B55-E3B1-A695-562B-9A63312C1BF1}"/>
              </a:ext>
            </a:extLst>
          </p:cNvPr>
          <p:cNvGrpSpPr/>
          <p:nvPr/>
        </p:nvGrpSpPr>
        <p:grpSpPr>
          <a:xfrm>
            <a:off x="1524000" y="1569846"/>
            <a:ext cx="7772400" cy="525978"/>
            <a:chOff x="1535808" y="1477595"/>
            <a:chExt cx="8789411" cy="525978"/>
          </a:xfrm>
        </p:grpSpPr>
        <p:sp>
          <p:nvSpPr>
            <p:cNvPr id="9" name="TextBox 26">
              <a:extLst>
                <a:ext uri="{FF2B5EF4-FFF2-40B4-BE49-F238E27FC236}">
                  <a16:creationId xmlns:a16="http://schemas.microsoft.com/office/drawing/2014/main" id="{863CF7D4-6BA4-3689-AA73-A8CAE7E2ADC5}"/>
                </a:ext>
              </a:extLst>
            </p:cNvPr>
            <p:cNvSpPr txBox="1"/>
            <p:nvPr/>
          </p:nvSpPr>
          <p:spPr>
            <a:xfrm>
              <a:off x="2015129" y="1522926"/>
              <a:ext cx="8310090" cy="45865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3800"/>
                </a:lnSpc>
                <a:spcBef>
                  <a:spcPct val="0"/>
                </a:spcBef>
                <a:buClr>
                  <a:srgbClr val="64A4A3"/>
                </a:buClr>
              </a:pPr>
              <a:r>
                <a:rPr lang="ja-JP" altLang="en-US" sz="2800" dirty="0">
                  <a:solidFill>
                    <a:srgbClr val="292B2B"/>
                  </a:solidFill>
                  <a:latin typeface="Source Han Sans JP Medium"/>
                  <a:ea typeface="Source Han Sans JP Medium"/>
                  <a:cs typeface="Source Han Sans JP Medium"/>
                  <a:sym typeface="Source Han Sans JP Medium"/>
                </a:rPr>
                <a:t>考察</a:t>
              </a:r>
              <a:endParaRPr lang="en-US" altLang="ja-JP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endParaRPr>
            </a:p>
          </p:txBody>
        </p:sp>
        <p:sp>
          <p:nvSpPr>
            <p:cNvPr id="26" name="Freeform 5">
              <a:extLst>
                <a:ext uri="{FF2B5EF4-FFF2-40B4-BE49-F238E27FC236}">
                  <a16:creationId xmlns:a16="http://schemas.microsoft.com/office/drawing/2014/main" id="{F3FC39FC-2108-458A-284B-82AC52B07263}"/>
                </a:ext>
              </a:extLst>
            </p:cNvPr>
            <p:cNvSpPr/>
            <p:nvPr/>
          </p:nvSpPr>
          <p:spPr>
            <a:xfrm rot="5400000">
              <a:off x="1341107" y="1672296"/>
              <a:ext cx="525978" cy="136575"/>
            </a:xfrm>
            <a:custGeom>
              <a:avLst/>
              <a:gdLst/>
              <a:ahLst/>
              <a:cxnLst/>
              <a:rect l="l" t="t" r="r" b="b"/>
              <a:pathLst>
                <a:path w="1449995" h="37630">
                  <a:moveTo>
                    <a:pt x="0" y="0"/>
                  </a:moveTo>
                  <a:lnTo>
                    <a:pt x="1449995" y="0"/>
                  </a:lnTo>
                  <a:lnTo>
                    <a:pt x="1449995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64A4A3"/>
            </a:solidFill>
          </p:spPr>
          <p:txBody>
            <a:bodyPr/>
            <a:lstStyle/>
            <a:p>
              <a:endParaRPr lang="ja-JP" altLang="en-US" dirty="0"/>
            </a:p>
          </p:txBody>
        </p:sp>
      </p:grpSp>
      <p:sp>
        <p:nvSpPr>
          <p:cNvPr id="39" name="TextBox 24">
            <a:extLst>
              <a:ext uri="{FF2B5EF4-FFF2-40B4-BE49-F238E27FC236}">
                <a16:creationId xmlns:a16="http://schemas.microsoft.com/office/drawing/2014/main" id="{6C0A9F0C-FD7A-94B3-5539-7C6FE99B9D2D}"/>
              </a:ext>
            </a:extLst>
          </p:cNvPr>
          <p:cNvSpPr txBox="1"/>
          <p:nvPr/>
        </p:nvSpPr>
        <p:spPr>
          <a:xfrm>
            <a:off x="1657472" y="2705100"/>
            <a:ext cx="16208297" cy="43571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l">
              <a:lnSpc>
                <a:spcPts val="3800"/>
              </a:lnSpc>
              <a:spcBef>
                <a:spcPct val="0"/>
              </a:spcBef>
              <a:buClr>
                <a:srgbClr val="64A4A3"/>
              </a:buClr>
              <a:buFont typeface="Wingdings" panose="05000000000000000000" pitchFamily="2" charset="2"/>
              <a:buChar char="l"/>
            </a:pPr>
            <a:r>
              <a:rPr lang="ja-JP" altLang="en-US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データが良くない</a:t>
            </a:r>
            <a:endParaRPr lang="en-US" altLang="ja-JP" sz="28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  <a:p>
            <a:pPr marL="914400" lvl="1" indent="-457200">
              <a:lnSpc>
                <a:spcPts val="3800"/>
              </a:lnSpc>
              <a:spcBef>
                <a:spcPct val="0"/>
              </a:spcBef>
              <a:buClr>
                <a:srgbClr val="64A4A3"/>
              </a:buClr>
              <a:buFont typeface="Wingdings" panose="05000000000000000000" pitchFamily="2" charset="2"/>
              <a:buChar char="l"/>
            </a:pPr>
            <a:r>
              <a:rPr lang="ja-JP" altLang="en-US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昨年の一番沸騰曲線が良いデータをずっと使っている</a:t>
            </a:r>
            <a:endParaRPr lang="en-US" altLang="ja-JP" sz="28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  <a:p>
            <a:pPr lvl="1">
              <a:lnSpc>
                <a:spcPts val="3800"/>
              </a:lnSpc>
              <a:spcBef>
                <a:spcPct val="0"/>
              </a:spcBef>
              <a:buClr>
                <a:srgbClr val="64A4A3"/>
              </a:buClr>
            </a:pPr>
            <a:r>
              <a:rPr lang="en-US" altLang="ja-JP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	</a:t>
            </a:r>
            <a:r>
              <a:rPr lang="ja-JP" altLang="en-US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→沸騰開始点近傍の核沸騰しているデータが足りない</a:t>
            </a:r>
            <a:endParaRPr lang="en-US" altLang="ja-JP" sz="28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  <a:p>
            <a:pPr marL="914400" lvl="1" indent="-457200">
              <a:lnSpc>
                <a:spcPts val="3800"/>
              </a:lnSpc>
              <a:spcBef>
                <a:spcPct val="0"/>
              </a:spcBef>
              <a:buClr>
                <a:srgbClr val="64A4A3"/>
              </a:buClr>
              <a:buFont typeface="Wingdings" panose="05000000000000000000" pitchFamily="2" charset="2"/>
              <a:buChar char="l"/>
            </a:pPr>
            <a:r>
              <a:rPr lang="ja-JP" altLang="en-US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スペクトログラム単位での熱流束を求めることはできないのか？</a:t>
            </a:r>
            <a:endParaRPr lang="en-US" altLang="ja-JP" sz="28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  <a:p>
            <a:pPr lvl="2">
              <a:lnSpc>
                <a:spcPts val="3800"/>
              </a:lnSpc>
              <a:spcBef>
                <a:spcPct val="0"/>
              </a:spcBef>
              <a:buClr>
                <a:srgbClr val="64A4A3"/>
              </a:buClr>
            </a:pPr>
            <a:r>
              <a:rPr lang="ja-JP" altLang="en-US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→現在は同じ熱流束をラベルとして沸騰・未沸騰状態が混在している</a:t>
            </a:r>
            <a:endParaRPr lang="en-US" altLang="ja-JP" sz="28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  <a:p>
            <a:pPr lvl="1">
              <a:lnSpc>
                <a:spcPts val="3800"/>
              </a:lnSpc>
              <a:spcBef>
                <a:spcPct val="0"/>
              </a:spcBef>
              <a:buClr>
                <a:srgbClr val="64A4A3"/>
              </a:buClr>
            </a:pPr>
            <a:r>
              <a:rPr lang="en-US" altLang="ja-JP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NEXT</a:t>
            </a:r>
            <a:r>
              <a:rPr lang="ja-JP" altLang="en-US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：</a:t>
            </a:r>
            <a:endParaRPr lang="en-US" altLang="ja-JP" sz="28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  <a:p>
            <a:pPr marL="1371600" lvl="2" indent="-457200">
              <a:lnSpc>
                <a:spcPts val="3800"/>
              </a:lnSpc>
              <a:spcBef>
                <a:spcPct val="0"/>
              </a:spcBef>
              <a:buClr>
                <a:srgbClr val="64A4A3"/>
              </a:buClr>
              <a:buFont typeface="Wingdings" panose="05000000000000000000" pitchFamily="2" charset="2"/>
              <a:buChar char="p"/>
            </a:pPr>
            <a:r>
              <a:rPr lang="ja-JP" altLang="en-US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沸騰開始点近傍のみ</a:t>
            </a:r>
            <a:r>
              <a:rPr lang="en-US" altLang="ja-JP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0.01V</a:t>
            </a:r>
            <a:r>
              <a:rPr lang="ja-JP" altLang="en-US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刻みなどのデータを使用する</a:t>
            </a:r>
            <a:endParaRPr lang="en-US" altLang="ja-JP" sz="28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  <a:p>
            <a:pPr marL="1371600" lvl="2" indent="-457200">
              <a:lnSpc>
                <a:spcPts val="3800"/>
              </a:lnSpc>
              <a:spcBef>
                <a:spcPct val="0"/>
              </a:spcBef>
              <a:buClr>
                <a:srgbClr val="64A4A3"/>
              </a:buClr>
              <a:buFont typeface="Wingdings" panose="05000000000000000000" pitchFamily="2" charset="2"/>
              <a:buChar char="p"/>
            </a:pPr>
            <a:r>
              <a:rPr lang="en-US" altLang="ja-JP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0~5kHz</a:t>
            </a:r>
            <a:r>
              <a:rPr lang="ja-JP" altLang="en-US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範囲のスペクトログラムを使用する（今は</a:t>
            </a:r>
            <a:r>
              <a:rPr lang="en-US" altLang="ja-JP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44.1kHz</a:t>
            </a:r>
            <a:r>
              <a:rPr lang="ja-JP" altLang="en-US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で高周波数帯も入っている）</a:t>
            </a:r>
            <a:endParaRPr lang="en-US" altLang="ja-JP" sz="28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  <a:p>
            <a:pPr marL="1371600" lvl="2" indent="-457200">
              <a:lnSpc>
                <a:spcPts val="3800"/>
              </a:lnSpc>
              <a:spcBef>
                <a:spcPct val="0"/>
              </a:spcBef>
              <a:buClr>
                <a:srgbClr val="64A4A3"/>
              </a:buClr>
              <a:buFont typeface="Wingdings" panose="05000000000000000000" pitchFamily="2" charset="2"/>
              <a:buChar char="p"/>
            </a:pPr>
            <a:r>
              <a:rPr lang="ja-JP" altLang="en-US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細かい熱流束を算出できるか？</a:t>
            </a:r>
            <a:endParaRPr lang="en-US" altLang="ja-JP" sz="28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</p:spTree>
    <p:extLst>
      <p:ext uri="{BB962C8B-B14F-4D97-AF65-F5344CB8AC3E}">
        <p14:creationId xmlns:p14="http://schemas.microsoft.com/office/powerpoint/2010/main" val="20271485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3B24945-073D-719C-7258-E35D5FA157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グループ化 47">
            <a:extLst>
              <a:ext uri="{FF2B5EF4-FFF2-40B4-BE49-F238E27FC236}">
                <a16:creationId xmlns:a16="http://schemas.microsoft.com/office/drawing/2014/main" id="{5FE33E99-29E3-4312-4004-F45289D0B9AF}"/>
              </a:ext>
            </a:extLst>
          </p:cNvPr>
          <p:cNvGrpSpPr/>
          <p:nvPr/>
        </p:nvGrpSpPr>
        <p:grpSpPr>
          <a:xfrm>
            <a:off x="270494" y="246431"/>
            <a:ext cx="698205" cy="10040568"/>
            <a:chOff x="270494" y="246431"/>
            <a:chExt cx="698205" cy="10040568"/>
          </a:xfrm>
        </p:grpSpPr>
        <p:pic>
          <p:nvPicPr>
            <p:cNvPr id="49" name="図 48">
              <a:extLst>
                <a:ext uri="{FF2B5EF4-FFF2-40B4-BE49-F238E27FC236}">
                  <a16:creationId xmlns:a16="http://schemas.microsoft.com/office/drawing/2014/main" id="{8B9C544C-1671-5A1B-D330-4CF68395C16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5400000">
              <a:off x="271822" y="245103"/>
              <a:ext cx="695550" cy="698205"/>
            </a:xfrm>
            <a:prstGeom prst="rect">
              <a:avLst/>
            </a:prstGeom>
          </p:spPr>
        </p:pic>
        <p:sp>
          <p:nvSpPr>
            <p:cNvPr id="50" name="テキスト ボックス 49">
              <a:extLst>
                <a:ext uri="{FF2B5EF4-FFF2-40B4-BE49-F238E27FC236}">
                  <a16:creationId xmlns:a16="http://schemas.microsoft.com/office/drawing/2014/main" id="{17A83476-8765-3B77-B034-AA13F9572794}"/>
                </a:ext>
              </a:extLst>
            </p:cNvPr>
            <p:cNvSpPr txBox="1"/>
            <p:nvPr/>
          </p:nvSpPr>
          <p:spPr>
            <a:xfrm>
              <a:off x="434931" y="1036119"/>
              <a:ext cx="369332" cy="225878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kumimoji="1" lang="en-US" altLang="ja-JP" sz="1200" dirty="0">
                  <a:latin typeface="Source Han Sans JP" panose="020B0600070205080204" charset="-128"/>
                  <a:ea typeface="Source Han Sans JP" panose="020B0600070205080204" charset="-128"/>
                </a:rPr>
                <a:t>Tokyo University of Science</a:t>
              </a:r>
              <a:endParaRPr kumimoji="1" lang="ja-JP" altLang="en-US" sz="1200" dirty="0">
                <a:latin typeface="Source Han Sans JP" panose="020B0600070205080204" charset="-128"/>
                <a:ea typeface="Source Han Sans JP" panose="020B0600070205080204" charset="-128"/>
              </a:endParaRPr>
            </a:p>
          </p:txBody>
        </p:sp>
        <p:cxnSp>
          <p:nvCxnSpPr>
            <p:cNvPr id="51" name="直線コネクタ 50">
              <a:extLst>
                <a:ext uri="{FF2B5EF4-FFF2-40B4-BE49-F238E27FC236}">
                  <a16:creationId xmlns:a16="http://schemas.microsoft.com/office/drawing/2014/main" id="{033D1C92-CE87-0A9C-EF5F-A9869ED954F1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" y="3314700"/>
              <a:ext cx="0" cy="6067497"/>
            </a:xfrm>
            <a:prstGeom prst="line">
              <a:avLst/>
            </a:prstGeom>
            <a:ln>
              <a:solidFill>
                <a:srgbClr val="64A4A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フローチャート: 論理積ゲート 51">
              <a:extLst>
                <a:ext uri="{FF2B5EF4-FFF2-40B4-BE49-F238E27FC236}">
                  <a16:creationId xmlns:a16="http://schemas.microsoft.com/office/drawing/2014/main" id="{D121FDA2-E036-F735-85DD-1D1E5F732945}"/>
                </a:ext>
              </a:extLst>
            </p:cNvPr>
            <p:cNvSpPr/>
            <p:nvPr/>
          </p:nvSpPr>
          <p:spPr>
            <a:xfrm rot="16200000">
              <a:off x="141940" y="9634201"/>
              <a:ext cx="924597" cy="381000"/>
            </a:xfrm>
            <a:prstGeom prst="flowChartDelay">
              <a:avLst/>
            </a:prstGeom>
            <a:solidFill>
              <a:srgbClr val="64A4A3"/>
            </a:solidFill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53" name="Group 3">
            <a:extLst>
              <a:ext uri="{FF2B5EF4-FFF2-40B4-BE49-F238E27FC236}">
                <a16:creationId xmlns:a16="http://schemas.microsoft.com/office/drawing/2014/main" id="{4479D5A3-DA9C-BF75-E066-0A2B926ACD31}"/>
              </a:ext>
            </a:extLst>
          </p:cNvPr>
          <p:cNvGrpSpPr/>
          <p:nvPr/>
        </p:nvGrpSpPr>
        <p:grpSpPr>
          <a:xfrm>
            <a:off x="1371600" y="1069258"/>
            <a:ext cx="16064988" cy="125708"/>
            <a:chOff x="0" y="0"/>
            <a:chExt cx="22021800" cy="190500"/>
          </a:xfrm>
        </p:grpSpPr>
        <p:grpSp>
          <p:nvGrpSpPr>
            <p:cNvPr id="54" name="Group 4">
              <a:extLst>
                <a:ext uri="{FF2B5EF4-FFF2-40B4-BE49-F238E27FC236}">
                  <a16:creationId xmlns:a16="http://schemas.microsoft.com/office/drawing/2014/main" id="{4CC1C833-01F6-0CD0-CB77-B1973F2C91F3}"/>
                </a:ext>
              </a:extLst>
            </p:cNvPr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61" name="Freeform 5">
                <a:extLst>
                  <a:ext uri="{FF2B5EF4-FFF2-40B4-BE49-F238E27FC236}">
                    <a16:creationId xmlns:a16="http://schemas.microsoft.com/office/drawing/2014/main" id="{A4934229-1FAF-1C41-0746-12317DBC342E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62" name="TextBox 6">
                <a:extLst>
                  <a:ext uri="{FF2B5EF4-FFF2-40B4-BE49-F238E27FC236}">
                    <a16:creationId xmlns:a16="http://schemas.microsoft.com/office/drawing/2014/main" id="{147543F3-89CE-0ACE-883D-3F0626BCD2C1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55" name="Group 7">
              <a:extLst>
                <a:ext uri="{FF2B5EF4-FFF2-40B4-BE49-F238E27FC236}">
                  <a16:creationId xmlns:a16="http://schemas.microsoft.com/office/drawing/2014/main" id="{1A9E0F31-22FF-9B1E-6B13-47FA424BA244}"/>
                </a:ext>
              </a:extLst>
            </p:cNvPr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59" name="Freeform 8">
                <a:extLst>
                  <a:ext uri="{FF2B5EF4-FFF2-40B4-BE49-F238E27FC236}">
                    <a16:creationId xmlns:a16="http://schemas.microsoft.com/office/drawing/2014/main" id="{75F27478-C182-2345-35B1-41327F1964AE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60" name="TextBox 9">
                <a:extLst>
                  <a:ext uri="{FF2B5EF4-FFF2-40B4-BE49-F238E27FC236}">
                    <a16:creationId xmlns:a16="http://schemas.microsoft.com/office/drawing/2014/main" id="{C11A2270-3026-502E-48E4-2D69143C55E5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56" name="Group 10">
              <a:extLst>
                <a:ext uri="{FF2B5EF4-FFF2-40B4-BE49-F238E27FC236}">
                  <a16:creationId xmlns:a16="http://schemas.microsoft.com/office/drawing/2014/main" id="{4E8155C2-FF8B-9242-45CF-981FF643AEBB}"/>
                </a:ext>
              </a:extLst>
            </p:cNvPr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57" name="Freeform 11">
                <a:extLst>
                  <a:ext uri="{FF2B5EF4-FFF2-40B4-BE49-F238E27FC236}">
                    <a16:creationId xmlns:a16="http://schemas.microsoft.com/office/drawing/2014/main" id="{AE0A7EEB-3D2F-1055-2B46-49CC8DEB25A8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58" name="TextBox 12">
                <a:extLst>
                  <a:ext uri="{FF2B5EF4-FFF2-40B4-BE49-F238E27FC236}">
                    <a16:creationId xmlns:a16="http://schemas.microsoft.com/office/drawing/2014/main" id="{9E08F906-B09A-D619-C86E-E38A00792E71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512" name="スライド番号プレースホルダー 28">
            <a:extLst>
              <a:ext uri="{FF2B5EF4-FFF2-40B4-BE49-F238E27FC236}">
                <a16:creationId xmlns:a16="http://schemas.microsoft.com/office/drawing/2014/main" id="{D64BF358-CF9A-1A39-AD81-B8CE493F6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23863" y="9825038"/>
            <a:ext cx="392112" cy="420687"/>
          </a:xfrm>
        </p:spPr>
        <p:txBody>
          <a:bodyPr/>
          <a:lstStyle/>
          <a:p>
            <a:fld id="{B6F15528-21DE-4FAA-801E-634DDDAF4B2B}" type="slidenum">
              <a:rPr lang="en-US" sz="2400" smtClean="0">
                <a:solidFill>
                  <a:schemeClr val="bg1"/>
                </a:solidFill>
              </a:rPr>
              <a:pPr/>
              <a:t>9</a:t>
            </a:fld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513" name="TextBox 24">
            <a:extLst>
              <a:ext uri="{FF2B5EF4-FFF2-40B4-BE49-F238E27FC236}">
                <a16:creationId xmlns:a16="http://schemas.microsoft.com/office/drawing/2014/main" id="{0AE99EE8-EDBF-ECC4-B0F3-5F7EACE25147}"/>
              </a:ext>
            </a:extLst>
          </p:cNvPr>
          <p:cNvSpPr txBox="1"/>
          <p:nvPr/>
        </p:nvSpPr>
        <p:spPr>
          <a:xfrm>
            <a:off x="1806795" y="305043"/>
            <a:ext cx="2242303" cy="7005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0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Agenda</a:t>
            </a:r>
          </a:p>
        </p:txBody>
      </p:sp>
      <p:grpSp>
        <p:nvGrpSpPr>
          <p:cNvPr id="514" name="グループ化 513">
            <a:extLst>
              <a:ext uri="{FF2B5EF4-FFF2-40B4-BE49-F238E27FC236}">
                <a16:creationId xmlns:a16="http://schemas.microsoft.com/office/drawing/2014/main" id="{C4FBC9B2-74F5-96DE-DEE1-A7C99C20008A}"/>
              </a:ext>
            </a:extLst>
          </p:cNvPr>
          <p:cNvGrpSpPr/>
          <p:nvPr/>
        </p:nvGrpSpPr>
        <p:grpSpPr>
          <a:xfrm>
            <a:off x="3657600" y="4159712"/>
            <a:ext cx="12343465" cy="2201436"/>
            <a:chOff x="10121433" y="2372121"/>
            <a:chExt cx="6318718" cy="1111245"/>
          </a:xfrm>
        </p:grpSpPr>
        <p:sp>
          <p:nvSpPr>
            <p:cNvPr id="515" name="TextBox 22">
              <a:extLst>
                <a:ext uri="{FF2B5EF4-FFF2-40B4-BE49-F238E27FC236}">
                  <a16:creationId xmlns:a16="http://schemas.microsoft.com/office/drawing/2014/main" id="{BF58FFCB-78C1-2767-E1E2-6CB066EF0ADD}"/>
                </a:ext>
              </a:extLst>
            </p:cNvPr>
            <p:cNvSpPr txBox="1"/>
            <p:nvPr/>
          </p:nvSpPr>
          <p:spPr>
            <a:xfrm>
              <a:off x="10717809" y="2372121"/>
              <a:ext cx="5722342" cy="110017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9000"/>
                </a:lnSpc>
              </a:pPr>
              <a:r>
                <a:rPr lang="ja-JP" altLang="en-US" sz="4800" dirty="0">
                  <a:solidFill>
                    <a:schemeClr val="bg1">
                      <a:lumMod val="85000"/>
                    </a:schemeClr>
                  </a:solidFill>
                  <a:latin typeface="Source Han Sans JP Bold" panose="020B0600070205080204" charset="-128"/>
                  <a:ea typeface="Source Han Sans JP Bold" panose="020B0600070205080204" charset="-128"/>
                  <a:cs typeface="Now"/>
                  <a:sym typeface="Now"/>
                </a:rPr>
                <a:t>今週取り組んだこと</a:t>
              </a:r>
              <a:endParaRPr lang="en-US" altLang="ja-JP" sz="4800" dirty="0">
                <a:solidFill>
                  <a:schemeClr val="bg1">
                    <a:lumMod val="85000"/>
                  </a:schemeClr>
                </a:solidFill>
                <a:latin typeface="Source Han Sans JP Bold" panose="020B0600070205080204" charset="-128"/>
                <a:ea typeface="Source Han Sans JP Bold" panose="020B0600070205080204" charset="-128"/>
                <a:cs typeface="Now"/>
                <a:sym typeface="Now"/>
              </a:endParaRPr>
            </a:p>
            <a:p>
              <a:pPr algn="l">
                <a:lnSpc>
                  <a:spcPts val="9000"/>
                </a:lnSpc>
              </a:pPr>
              <a:r>
                <a:rPr lang="ja-JP" altLang="en-US" sz="4800" dirty="0">
                  <a:solidFill>
                    <a:srgbClr val="292B2B"/>
                  </a:solidFill>
                  <a:latin typeface="Source Han Sans JP Bold" panose="020B0600070205080204" charset="-128"/>
                  <a:ea typeface="Source Han Sans JP Bold" panose="020B0600070205080204" charset="-128"/>
                  <a:cs typeface="Now"/>
                  <a:sym typeface="Now"/>
                </a:rPr>
                <a:t>今後の計画</a:t>
              </a:r>
              <a:endParaRPr lang="en-US" sz="4800" dirty="0">
                <a:solidFill>
                  <a:srgbClr val="292B2B"/>
                </a:solidFill>
                <a:latin typeface="Source Han Sans JP Bold" panose="020B0600070205080204" charset="-128"/>
                <a:ea typeface="Source Han Sans JP Bold" panose="020B0600070205080204" charset="-128"/>
                <a:cs typeface="Now"/>
                <a:sym typeface="Now"/>
              </a:endParaRPr>
            </a:p>
          </p:txBody>
        </p:sp>
        <p:sp>
          <p:nvSpPr>
            <p:cNvPr id="516" name="TextBox 23">
              <a:extLst>
                <a:ext uri="{FF2B5EF4-FFF2-40B4-BE49-F238E27FC236}">
                  <a16:creationId xmlns:a16="http://schemas.microsoft.com/office/drawing/2014/main" id="{44B77FB2-D279-9E26-3DCE-CF9A35D8D5F0}"/>
                </a:ext>
              </a:extLst>
            </p:cNvPr>
            <p:cNvSpPr txBox="1"/>
            <p:nvPr/>
          </p:nvSpPr>
          <p:spPr>
            <a:xfrm>
              <a:off x="10121433" y="2372121"/>
              <a:ext cx="1151616" cy="11112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9000"/>
                </a:lnSpc>
              </a:pPr>
              <a:r>
                <a:rPr lang="en-US" sz="4800" dirty="0">
                  <a:solidFill>
                    <a:srgbClr val="292B2B"/>
                  </a:solidFill>
                  <a:latin typeface="Now"/>
                  <a:ea typeface="Now"/>
                  <a:cs typeface="Now"/>
                  <a:sym typeface="Now"/>
                </a:rPr>
                <a:t>01</a:t>
              </a:r>
            </a:p>
            <a:p>
              <a:pPr algn="l">
                <a:lnSpc>
                  <a:spcPts val="9000"/>
                </a:lnSpc>
              </a:pPr>
              <a:r>
                <a:rPr lang="en-US" sz="4800" dirty="0">
                  <a:solidFill>
                    <a:srgbClr val="292B2B"/>
                  </a:solidFill>
                  <a:latin typeface="Now"/>
                  <a:ea typeface="Now"/>
                  <a:cs typeface="Now"/>
                  <a:sym typeface="Now"/>
                </a:rPr>
                <a:t>02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754550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0B380CD6-6546-7D10-A42A-9E7F5014A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9BD478F2-93FB-7553-E103-A6B3839A5A0D}"/>
              </a:ext>
            </a:extLst>
          </p:cNvPr>
          <p:cNvGrpSpPr/>
          <p:nvPr/>
        </p:nvGrpSpPr>
        <p:grpSpPr>
          <a:xfrm>
            <a:off x="270494" y="246431"/>
            <a:ext cx="698205" cy="10040568"/>
            <a:chOff x="270494" y="246431"/>
            <a:chExt cx="698205" cy="10040568"/>
          </a:xfrm>
        </p:grpSpPr>
        <p:pic>
          <p:nvPicPr>
            <p:cNvPr id="11" name="図 10">
              <a:extLst>
                <a:ext uri="{FF2B5EF4-FFF2-40B4-BE49-F238E27FC236}">
                  <a16:creationId xmlns:a16="http://schemas.microsoft.com/office/drawing/2014/main" id="{7D11835D-57AA-BE86-BCDE-68226B60256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5400000">
              <a:off x="271822" y="245103"/>
              <a:ext cx="695550" cy="698205"/>
            </a:xfrm>
            <a:prstGeom prst="rect">
              <a:avLst/>
            </a:prstGeom>
          </p:spPr>
        </p:pic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3B78E05A-DEF5-2D6B-B55B-DB82EC5920C4}"/>
                </a:ext>
              </a:extLst>
            </p:cNvPr>
            <p:cNvSpPr txBox="1"/>
            <p:nvPr/>
          </p:nvSpPr>
          <p:spPr>
            <a:xfrm>
              <a:off x="434931" y="1036119"/>
              <a:ext cx="369332" cy="225878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kumimoji="1" lang="en-US" altLang="ja-JP" sz="1200" dirty="0">
                  <a:latin typeface="Source Han Sans JP" panose="020B0600070205080204" charset="-128"/>
                  <a:ea typeface="Source Han Sans JP" panose="020B0600070205080204" charset="-128"/>
                </a:rPr>
                <a:t>Tokyo University of Science</a:t>
              </a:r>
              <a:endParaRPr kumimoji="1" lang="ja-JP" altLang="en-US" sz="1200" dirty="0">
                <a:latin typeface="Source Han Sans JP" panose="020B0600070205080204" charset="-128"/>
                <a:ea typeface="Source Han Sans JP" panose="020B0600070205080204" charset="-128"/>
              </a:endParaRPr>
            </a:p>
          </p:txBody>
        </p:sp>
        <p:cxnSp>
          <p:nvCxnSpPr>
            <p:cNvPr id="13" name="直線コネクタ 12">
              <a:extLst>
                <a:ext uri="{FF2B5EF4-FFF2-40B4-BE49-F238E27FC236}">
                  <a16:creationId xmlns:a16="http://schemas.microsoft.com/office/drawing/2014/main" id="{EEE9B645-6430-60ED-1258-90350A0DD8B6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" y="3314700"/>
              <a:ext cx="0" cy="6067497"/>
            </a:xfrm>
            <a:prstGeom prst="line">
              <a:avLst/>
            </a:prstGeom>
            <a:ln>
              <a:solidFill>
                <a:srgbClr val="64A4A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フローチャート: 論理積ゲート 13">
              <a:extLst>
                <a:ext uri="{FF2B5EF4-FFF2-40B4-BE49-F238E27FC236}">
                  <a16:creationId xmlns:a16="http://schemas.microsoft.com/office/drawing/2014/main" id="{7D062015-C78C-B7BE-0F9C-81E88D230C46}"/>
                </a:ext>
              </a:extLst>
            </p:cNvPr>
            <p:cNvSpPr/>
            <p:nvPr/>
          </p:nvSpPr>
          <p:spPr>
            <a:xfrm rot="16200000">
              <a:off x="141940" y="9634201"/>
              <a:ext cx="924597" cy="381000"/>
            </a:xfrm>
            <a:prstGeom prst="flowChartDelay">
              <a:avLst/>
            </a:prstGeom>
            <a:solidFill>
              <a:srgbClr val="64A4A3"/>
            </a:solidFill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5" name="Group 3">
            <a:extLst>
              <a:ext uri="{FF2B5EF4-FFF2-40B4-BE49-F238E27FC236}">
                <a16:creationId xmlns:a16="http://schemas.microsoft.com/office/drawing/2014/main" id="{60F8FF6D-0F13-7307-815B-B6A9447179C4}"/>
              </a:ext>
            </a:extLst>
          </p:cNvPr>
          <p:cNvGrpSpPr/>
          <p:nvPr/>
        </p:nvGrpSpPr>
        <p:grpSpPr>
          <a:xfrm>
            <a:off x="1371600" y="1069258"/>
            <a:ext cx="16064988" cy="125708"/>
            <a:chOff x="0" y="0"/>
            <a:chExt cx="22021800" cy="190500"/>
          </a:xfrm>
        </p:grpSpPr>
        <p:grpSp>
          <p:nvGrpSpPr>
            <p:cNvPr id="16" name="Group 4">
              <a:extLst>
                <a:ext uri="{FF2B5EF4-FFF2-40B4-BE49-F238E27FC236}">
                  <a16:creationId xmlns:a16="http://schemas.microsoft.com/office/drawing/2014/main" id="{41D664AF-D53E-642F-86FD-B1A855E2DB95}"/>
                </a:ext>
              </a:extLst>
            </p:cNvPr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23" name="Freeform 5">
                <a:extLst>
                  <a:ext uri="{FF2B5EF4-FFF2-40B4-BE49-F238E27FC236}">
                    <a16:creationId xmlns:a16="http://schemas.microsoft.com/office/drawing/2014/main" id="{39CA5124-E45E-0CB1-1810-EE57DA2A98C4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4" name="TextBox 6">
                <a:extLst>
                  <a:ext uri="{FF2B5EF4-FFF2-40B4-BE49-F238E27FC236}">
                    <a16:creationId xmlns:a16="http://schemas.microsoft.com/office/drawing/2014/main" id="{C0A1028B-7828-4E23-A025-A2A2D2431AD6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7" name="Group 7">
              <a:extLst>
                <a:ext uri="{FF2B5EF4-FFF2-40B4-BE49-F238E27FC236}">
                  <a16:creationId xmlns:a16="http://schemas.microsoft.com/office/drawing/2014/main" id="{C17D89E3-8887-6561-DC46-CE8A5DF780C6}"/>
                </a:ext>
              </a:extLst>
            </p:cNvPr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21" name="Freeform 8">
                <a:extLst>
                  <a:ext uri="{FF2B5EF4-FFF2-40B4-BE49-F238E27FC236}">
                    <a16:creationId xmlns:a16="http://schemas.microsoft.com/office/drawing/2014/main" id="{5489C4AE-4A0B-0D6B-1EBE-B87B0D432183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2" name="TextBox 9">
                <a:extLst>
                  <a:ext uri="{FF2B5EF4-FFF2-40B4-BE49-F238E27FC236}">
                    <a16:creationId xmlns:a16="http://schemas.microsoft.com/office/drawing/2014/main" id="{6322874F-AD47-9232-CAC5-BCBEFE78F562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8" name="Group 10">
              <a:extLst>
                <a:ext uri="{FF2B5EF4-FFF2-40B4-BE49-F238E27FC236}">
                  <a16:creationId xmlns:a16="http://schemas.microsoft.com/office/drawing/2014/main" id="{A393E3CE-4414-5AEF-237E-CCB155796221}"/>
                </a:ext>
              </a:extLst>
            </p:cNvPr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19" name="Freeform 11">
                <a:extLst>
                  <a:ext uri="{FF2B5EF4-FFF2-40B4-BE49-F238E27FC236}">
                    <a16:creationId xmlns:a16="http://schemas.microsoft.com/office/drawing/2014/main" id="{340D6A49-4FDE-F2E2-098C-1B68ABAF6172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0" name="TextBox 12">
                <a:extLst>
                  <a:ext uri="{FF2B5EF4-FFF2-40B4-BE49-F238E27FC236}">
                    <a16:creationId xmlns:a16="http://schemas.microsoft.com/office/drawing/2014/main" id="{D07D97A3-99DD-DF89-C8F5-40F48C6E3FF4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25" name="スライド番号プレースホルダー 28">
            <a:extLst>
              <a:ext uri="{FF2B5EF4-FFF2-40B4-BE49-F238E27FC236}">
                <a16:creationId xmlns:a16="http://schemas.microsoft.com/office/drawing/2014/main" id="{99EC6C07-FABB-D71C-DE41-019BC555F7B8}"/>
              </a:ext>
            </a:extLst>
          </p:cNvPr>
          <p:cNvSpPr txBox="1">
            <a:spLocks/>
          </p:cNvSpPr>
          <p:nvPr/>
        </p:nvSpPr>
        <p:spPr>
          <a:xfrm>
            <a:off x="270494" y="9748987"/>
            <a:ext cx="599456" cy="4622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2400" smtClean="0"/>
              <a:pPr/>
              <a:t>10</a:t>
            </a:fld>
            <a:endParaRPr lang="en-US" sz="2400" dirty="0"/>
          </a:p>
        </p:txBody>
      </p:sp>
      <p:graphicFrame>
        <p:nvGraphicFramePr>
          <p:cNvPr id="3" name="表 2">
            <a:extLst>
              <a:ext uri="{FF2B5EF4-FFF2-40B4-BE49-F238E27FC236}">
                <a16:creationId xmlns:a16="http://schemas.microsoft.com/office/drawing/2014/main" id="{0BAFD11F-3F10-483E-AB62-E981D12E431D}"/>
              </a:ext>
            </a:extLst>
          </p:cNvPr>
          <p:cNvGraphicFramePr>
            <a:graphicFrameLocks noGrp="1"/>
          </p:cNvGraphicFramePr>
          <p:nvPr/>
        </p:nvGraphicFramePr>
        <p:xfrm>
          <a:off x="1092167" y="1301729"/>
          <a:ext cx="16623854" cy="887496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92643">
                  <a:extLst>
                    <a:ext uri="{9D8B030D-6E8A-4147-A177-3AD203B41FA5}">
                      <a16:colId xmlns:a16="http://schemas.microsoft.com/office/drawing/2014/main" val="3953687446"/>
                    </a:ext>
                  </a:extLst>
                </a:gridCol>
                <a:gridCol w="1992643">
                  <a:extLst>
                    <a:ext uri="{9D8B030D-6E8A-4147-A177-3AD203B41FA5}">
                      <a16:colId xmlns:a16="http://schemas.microsoft.com/office/drawing/2014/main" val="3910396634"/>
                    </a:ext>
                  </a:extLst>
                </a:gridCol>
                <a:gridCol w="1053214">
                  <a:extLst>
                    <a:ext uri="{9D8B030D-6E8A-4147-A177-3AD203B41FA5}">
                      <a16:colId xmlns:a16="http://schemas.microsoft.com/office/drawing/2014/main" val="1960058633"/>
                    </a:ext>
                  </a:extLst>
                </a:gridCol>
                <a:gridCol w="1053214">
                  <a:extLst>
                    <a:ext uri="{9D8B030D-6E8A-4147-A177-3AD203B41FA5}">
                      <a16:colId xmlns:a16="http://schemas.microsoft.com/office/drawing/2014/main" val="3720012584"/>
                    </a:ext>
                  </a:extLst>
                </a:gridCol>
                <a:gridCol w="1053214">
                  <a:extLst>
                    <a:ext uri="{9D8B030D-6E8A-4147-A177-3AD203B41FA5}">
                      <a16:colId xmlns:a16="http://schemas.microsoft.com/office/drawing/2014/main" val="2249843332"/>
                    </a:ext>
                  </a:extLst>
                </a:gridCol>
                <a:gridCol w="1053214">
                  <a:extLst>
                    <a:ext uri="{9D8B030D-6E8A-4147-A177-3AD203B41FA5}">
                      <a16:colId xmlns:a16="http://schemas.microsoft.com/office/drawing/2014/main" val="980012164"/>
                    </a:ext>
                  </a:extLst>
                </a:gridCol>
                <a:gridCol w="1053214">
                  <a:extLst>
                    <a:ext uri="{9D8B030D-6E8A-4147-A177-3AD203B41FA5}">
                      <a16:colId xmlns:a16="http://schemas.microsoft.com/office/drawing/2014/main" val="149286319"/>
                    </a:ext>
                  </a:extLst>
                </a:gridCol>
                <a:gridCol w="1053214">
                  <a:extLst>
                    <a:ext uri="{9D8B030D-6E8A-4147-A177-3AD203B41FA5}">
                      <a16:colId xmlns:a16="http://schemas.microsoft.com/office/drawing/2014/main" val="510820189"/>
                    </a:ext>
                  </a:extLst>
                </a:gridCol>
                <a:gridCol w="1053214">
                  <a:extLst>
                    <a:ext uri="{9D8B030D-6E8A-4147-A177-3AD203B41FA5}">
                      <a16:colId xmlns:a16="http://schemas.microsoft.com/office/drawing/2014/main" val="3091068966"/>
                    </a:ext>
                  </a:extLst>
                </a:gridCol>
                <a:gridCol w="1053214">
                  <a:extLst>
                    <a:ext uri="{9D8B030D-6E8A-4147-A177-3AD203B41FA5}">
                      <a16:colId xmlns:a16="http://schemas.microsoft.com/office/drawing/2014/main" val="611219766"/>
                    </a:ext>
                  </a:extLst>
                </a:gridCol>
                <a:gridCol w="1053214">
                  <a:extLst>
                    <a:ext uri="{9D8B030D-6E8A-4147-A177-3AD203B41FA5}">
                      <a16:colId xmlns:a16="http://schemas.microsoft.com/office/drawing/2014/main" val="3911321481"/>
                    </a:ext>
                  </a:extLst>
                </a:gridCol>
                <a:gridCol w="1053214">
                  <a:extLst>
                    <a:ext uri="{9D8B030D-6E8A-4147-A177-3AD203B41FA5}">
                      <a16:colId xmlns:a16="http://schemas.microsoft.com/office/drawing/2014/main" val="2429867615"/>
                    </a:ext>
                  </a:extLst>
                </a:gridCol>
                <a:gridCol w="1053214">
                  <a:extLst>
                    <a:ext uri="{9D8B030D-6E8A-4147-A177-3AD203B41FA5}">
                      <a16:colId xmlns:a16="http://schemas.microsoft.com/office/drawing/2014/main" val="1838375867"/>
                    </a:ext>
                  </a:extLst>
                </a:gridCol>
                <a:gridCol w="1053214">
                  <a:extLst>
                    <a:ext uri="{9D8B030D-6E8A-4147-A177-3AD203B41FA5}">
                      <a16:colId xmlns:a16="http://schemas.microsoft.com/office/drawing/2014/main" val="2465989910"/>
                    </a:ext>
                  </a:extLst>
                </a:gridCol>
              </a:tblGrid>
              <a:tr h="453609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項目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2400" b="1" dirty="0">
                        <a:solidFill>
                          <a:schemeClr val="bg1"/>
                        </a:solidFill>
                        <a:latin typeface="Source Han Sans JP Medium" panose="020B0600070205080204" charset="-128"/>
                        <a:ea typeface="Source Han Sans JP Medium" panose="020B060007020508020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4</a:t>
                      </a:r>
                      <a:r>
                        <a:rPr kumimoji="1" lang="ja-JP" altLang="en-US" sz="24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5</a:t>
                      </a:r>
                      <a:r>
                        <a:rPr kumimoji="1" lang="ja-JP" altLang="en-US" sz="24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6</a:t>
                      </a:r>
                      <a:r>
                        <a:rPr kumimoji="1" lang="ja-JP" altLang="en-US" sz="24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24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7</a:t>
                      </a:r>
                      <a:r>
                        <a:rPr kumimoji="1" lang="ja-JP" altLang="en-US" sz="24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24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8</a:t>
                      </a:r>
                      <a:r>
                        <a:rPr kumimoji="1" lang="ja-JP" altLang="en-US" sz="24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9</a:t>
                      </a:r>
                      <a:r>
                        <a:rPr kumimoji="1" lang="ja-JP" altLang="en-US" sz="24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10</a:t>
                      </a:r>
                      <a:r>
                        <a:rPr kumimoji="1" lang="ja-JP" altLang="en-US" sz="24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11</a:t>
                      </a:r>
                      <a:r>
                        <a:rPr kumimoji="1" lang="ja-JP" altLang="en-US" sz="24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12</a:t>
                      </a:r>
                      <a:r>
                        <a:rPr kumimoji="1" lang="ja-JP" altLang="en-US" sz="24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1</a:t>
                      </a:r>
                      <a:r>
                        <a:rPr kumimoji="1" lang="ja-JP" altLang="en-US" sz="24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24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2</a:t>
                      </a:r>
                      <a:r>
                        <a:rPr kumimoji="1" lang="ja-JP" altLang="en-US" sz="24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3</a:t>
                      </a:r>
                      <a:r>
                        <a:rPr kumimoji="1" lang="ja-JP" altLang="en-US" sz="24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924179"/>
                  </a:ext>
                </a:extLst>
              </a:tr>
              <a:tr h="63505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8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特徴量抽出手法の比較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8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CWT, SWT</a:t>
                      </a:r>
                      <a:endParaRPr kumimoji="1" lang="ja-JP" altLang="en-US" sz="1800" b="1" dirty="0">
                        <a:solidFill>
                          <a:schemeClr val="bg1"/>
                        </a:solidFill>
                        <a:latin typeface="Source Han Sans JP Medium" panose="020B0600070205080204" charset="-128"/>
                        <a:ea typeface="Source Han Sans JP Medium" panose="020B060007020508020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6436297"/>
                  </a:ext>
                </a:extLst>
              </a:tr>
              <a:tr h="46566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sz="1800" b="1" dirty="0">
                        <a:solidFill>
                          <a:schemeClr val="bg1"/>
                        </a:solidFill>
                        <a:latin typeface="Source Han Sans JP Medium" panose="020B0600070205080204" charset="-128"/>
                        <a:ea typeface="Source Han Sans JP Medium" panose="020B060007020508020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8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MFCC</a:t>
                      </a:r>
                      <a:endParaRPr kumimoji="1" lang="ja-JP" altLang="en-US" sz="1800" b="1" dirty="0">
                        <a:solidFill>
                          <a:schemeClr val="bg1"/>
                        </a:solidFill>
                        <a:latin typeface="Source Han Sans JP Medium" panose="020B0600070205080204" charset="-128"/>
                        <a:ea typeface="Source Han Sans JP Medium" panose="020B060007020508020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6036847"/>
                  </a:ext>
                </a:extLst>
              </a:tr>
              <a:tr h="46566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sz="1800" b="1" dirty="0">
                        <a:solidFill>
                          <a:schemeClr val="bg1"/>
                        </a:solidFill>
                        <a:latin typeface="Source Han Sans JP Medium" panose="020B0600070205080204" charset="-128"/>
                        <a:ea typeface="Source Han Sans JP Medium" panose="020B060007020508020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8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Wigner-Ville</a:t>
                      </a:r>
                      <a:endParaRPr kumimoji="1" lang="ja-JP" altLang="en-US" sz="1800" b="1" dirty="0">
                        <a:solidFill>
                          <a:schemeClr val="bg1"/>
                        </a:solidFill>
                        <a:latin typeface="Source Han Sans JP Medium" panose="020B0600070205080204" charset="-128"/>
                        <a:ea typeface="Source Han Sans JP Medium" panose="020B060007020508020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8216785"/>
                  </a:ext>
                </a:extLst>
              </a:tr>
              <a:tr h="46566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sz="1800" b="1" dirty="0">
                        <a:solidFill>
                          <a:schemeClr val="bg1"/>
                        </a:solidFill>
                        <a:latin typeface="Source Han Sans JP Medium" panose="020B0600070205080204" charset="-128"/>
                        <a:ea typeface="Source Han Sans JP Medium" panose="020B060007020508020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800" b="1" dirty="0" err="1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Highpass</a:t>
                      </a:r>
                      <a:r>
                        <a:rPr kumimoji="1" lang="en-US" altLang="ja-JP" sz="18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, noise</a:t>
                      </a:r>
                      <a:endParaRPr kumimoji="1" lang="ja-JP" altLang="en-US" sz="1800" b="1" dirty="0">
                        <a:solidFill>
                          <a:schemeClr val="bg1"/>
                        </a:solidFill>
                        <a:latin typeface="Source Han Sans JP Medium" panose="020B0600070205080204" charset="-128"/>
                        <a:ea typeface="Source Han Sans JP Medium" panose="020B060007020508020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3285143"/>
                  </a:ext>
                </a:extLst>
              </a:tr>
              <a:tr h="63505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8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アンサンブル，</a:t>
                      </a:r>
                      <a:endParaRPr kumimoji="1" lang="en-US" altLang="ja-JP" sz="1800" b="1" dirty="0">
                        <a:solidFill>
                          <a:schemeClr val="bg1"/>
                        </a:solidFill>
                        <a:latin typeface="Source Han Sans JP Medium" panose="020B0600070205080204" charset="-128"/>
                        <a:ea typeface="Source Han Sans JP Medium" panose="020B0600070205080204" charset="-128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8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モデル選定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8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モデル数選定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8880657"/>
                  </a:ext>
                </a:extLst>
              </a:tr>
              <a:tr h="63505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sz="1800" b="1" dirty="0">
                        <a:solidFill>
                          <a:schemeClr val="bg1"/>
                        </a:solidFill>
                        <a:latin typeface="Source Han Sans JP Medium" panose="020B0600070205080204" charset="-128"/>
                        <a:ea typeface="Source Han Sans JP Medium" panose="020B060007020508020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800" b="1" dirty="0" err="1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Efficientnet</a:t>
                      </a:r>
                      <a:r>
                        <a:rPr kumimoji="1" lang="ja-JP" altLang="en-US" sz="18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0702121"/>
                  </a:ext>
                </a:extLst>
              </a:tr>
              <a:tr h="63505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sz="1800" b="1" dirty="0">
                        <a:solidFill>
                          <a:schemeClr val="bg1"/>
                        </a:solidFill>
                        <a:latin typeface="Source Han Sans JP Medium" panose="020B0600070205080204" charset="-128"/>
                        <a:ea typeface="Source Han Sans JP Medium" panose="020B060007020508020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800" b="1" dirty="0" err="1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Densenet</a:t>
                      </a:r>
                      <a:r>
                        <a:rPr kumimoji="1" lang="ja-JP" altLang="en-US" sz="18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8582891"/>
                  </a:ext>
                </a:extLst>
              </a:tr>
              <a:tr h="63505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sz="1800" b="1" dirty="0">
                        <a:solidFill>
                          <a:schemeClr val="bg1"/>
                        </a:solidFill>
                        <a:latin typeface="Source Han Sans JP Medium" panose="020B0600070205080204" charset="-128"/>
                        <a:ea typeface="Source Han Sans JP Medium" panose="020B060007020508020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8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Transformer</a:t>
                      </a:r>
                      <a:r>
                        <a:rPr kumimoji="1" lang="ja-JP" altLang="en-US" sz="18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3907726"/>
                  </a:ext>
                </a:extLst>
              </a:tr>
              <a:tr h="63505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sz="1800" b="1" dirty="0">
                        <a:solidFill>
                          <a:schemeClr val="bg1"/>
                        </a:solidFill>
                        <a:latin typeface="Source Han Sans JP Medium" panose="020B0600070205080204" charset="-128"/>
                        <a:ea typeface="Source Han Sans JP Medium" panose="020B060007020508020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8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最適特徴量選定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267393"/>
                  </a:ext>
                </a:extLst>
              </a:tr>
              <a:tr h="63505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sz="1800" b="1" dirty="0">
                        <a:solidFill>
                          <a:schemeClr val="bg1"/>
                        </a:solidFill>
                        <a:latin typeface="Source Han Sans JP Medium" panose="020B0600070205080204" charset="-128"/>
                        <a:ea typeface="Source Han Sans JP Medium" panose="020B060007020508020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8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Wavenet</a:t>
                      </a:r>
                      <a:r>
                        <a:rPr kumimoji="1" lang="ja-JP" altLang="en-US" sz="18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入れるか否か</a:t>
                      </a:r>
                      <a:endParaRPr kumimoji="1" lang="en-US" altLang="ja-JP" sz="1800" b="1" dirty="0">
                        <a:solidFill>
                          <a:schemeClr val="bg1"/>
                        </a:solidFill>
                        <a:latin typeface="Source Han Sans JP Medium" panose="020B0600070205080204" charset="-128"/>
                        <a:ea typeface="Source Han Sans JP Medium" panose="020B060007020508020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0716945"/>
                  </a:ext>
                </a:extLst>
              </a:tr>
              <a:tr h="63505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sz="1800" b="1" dirty="0">
                        <a:solidFill>
                          <a:schemeClr val="bg1"/>
                        </a:solidFill>
                        <a:latin typeface="Source Han Sans JP Medium" panose="020B0600070205080204" charset="-128"/>
                        <a:ea typeface="Source Han Sans JP Medium" panose="020B060007020508020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8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モデル・特徴量組み合わせ選定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5458810"/>
                  </a:ext>
                </a:extLst>
              </a:tr>
              <a:tr h="63505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8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音響データを直接入力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8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Wavenet</a:t>
                      </a:r>
                      <a:r>
                        <a:rPr kumimoji="1" lang="ja-JP" altLang="en-US" sz="18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単体</a:t>
                      </a:r>
                      <a:endParaRPr kumimoji="1" lang="en-US" altLang="ja-JP" sz="1800" b="1" dirty="0">
                        <a:solidFill>
                          <a:schemeClr val="bg1"/>
                        </a:solidFill>
                        <a:latin typeface="Source Han Sans JP Medium" panose="020B0600070205080204" charset="-128"/>
                        <a:ea typeface="Source Han Sans JP Medium" panose="020B0600070205080204" charset="-128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8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で検証</a:t>
                      </a:r>
                      <a:endParaRPr kumimoji="1" lang="en-US" altLang="ja-JP" sz="1800" b="1" dirty="0">
                        <a:solidFill>
                          <a:schemeClr val="bg1"/>
                        </a:solidFill>
                        <a:latin typeface="Source Han Sans JP Medium" panose="020B0600070205080204" charset="-128"/>
                        <a:ea typeface="Source Han Sans JP Medium" panose="020B060007020508020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5024575"/>
                  </a:ext>
                </a:extLst>
              </a:tr>
              <a:tr h="63505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sz="1800" b="1" dirty="0">
                        <a:solidFill>
                          <a:schemeClr val="bg1"/>
                        </a:solidFill>
                        <a:latin typeface="Source Han Sans JP Medium" panose="020B0600070205080204" charset="-128"/>
                        <a:ea typeface="Source Han Sans JP Medium" panose="020B060007020508020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800" b="1" dirty="0" err="1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Wavenet+stft</a:t>
                      </a:r>
                      <a:endParaRPr kumimoji="1" lang="en-US" altLang="ja-JP" sz="1800" b="1" dirty="0">
                        <a:solidFill>
                          <a:schemeClr val="bg1"/>
                        </a:solidFill>
                        <a:latin typeface="Source Han Sans JP Medium" panose="020B0600070205080204" charset="-128"/>
                        <a:ea typeface="Source Han Sans JP Medium" panose="020B0600070205080204" charset="-128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8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で検証</a:t>
                      </a:r>
                      <a:endParaRPr kumimoji="1" lang="en-US" altLang="ja-JP" sz="1800" b="1" dirty="0">
                        <a:solidFill>
                          <a:schemeClr val="bg1"/>
                        </a:solidFill>
                        <a:latin typeface="Source Han Sans JP Medium" panose="020B0600070205080204" charset="-128"/>
                        <a:ea typeface="Source Han Sans JP Medium" panose="020B060007020508020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8402097"/>
                  </a:ext>
                </a:extLst>
              </a:tr>
              <a:tr h="63505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sz="1800" b="1" dirty="0">
                        <a:solidFill>
                          <a:schemeClr val="bg1"/>
                        </a:solidFill>
                        <a:latin typeface="Source Han Sans JP Medium" panose="020B0600070205080204" charset="-128"/>
                        <a:ea typeface="Source Han Sans JP Medium" panose="020B060007020508020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8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Wavenet+</a:t>
                      </a:r>
                      <a:r>
                        <a:rPr kumimoji="1" lang="ja-JP" altLang="en-US" sz="18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メルフィルタで検証</a:t>
                      </a:r>
                      <a:endParaRPr kumimoji="1" lang="en-US" altLang="ja-JP" sz="1800" b="1" dirty="0">
                        <a:solidFill>
                          <a:schemeClr val="bg1"/>
                        </a:solidFill>
                        <a:latin typeface="Source Han Sans JP Medium" panose="020B0600070205080204" charset="-128"/>
                        <a:ea typeface="Source Han Sans JP Medium" panose="020B060007020508020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3315728"/>
                  </a:ext>
                </a:extLst>
              </a:tr>
            </a:tbl>
          </a:graphicData>
        </a:graphic>
      </p:graphicFrame>
      <p:sp>
        <p:nvSpPr>
          <p:cNvPr id="4" name="矢印: 五方向 3">
            <a:extLst>
              <a:ext uri="{FF2B5EF4-FFF2-40B4-BE49-F238E27FC236}">
                <a16:creationId xmlns:a16="http://schemas.microsoft.com/office/drawing/2014/main" id="{CED69314-6E5C-D99F-C791-7A0B1D5015E9}"/>
              </a:ext>
            </a:extLst>
          </p:cNvPr>
          <p:cNvSpPr/>
          <p:nvPr/>
        </p:nvSpPr>
        <p:spPr>
          <a:xfrm>
            <a:off x="6612568" y="8337392"/>
            <a:ext cx="1347915" cy="457200"/>
          </a:xfrm>
          <a:prstGeom prst="homePlate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400" b="1" dirty="0">
              <a:solidFill>
                <a:schemeClr val="tx2">
                  <a:lumMod val="50000"/>
                </a:schemeClr>
              </a:solidFill>
              <a:latin typeface="Source Han Sans JP Medium" panose="020B0600070205080204" charset="-128"/>
              <a:ea typeface="Source Han Sans JP Medium" panose="020B0600070205080204" charset="-128"/>
            </a:endParaRPr>
          </a:p>
        </p:txBody>
      </p:sp>
      <p:sp>
        <p:nvSpPr>
          <p:cNvPr id="5" name="TextBox 24">
            <a:extLst>
              <a:ext uri="{FF2B5EF4-FFF2-40B4-BE49-F238E27FC236}">
                <a16:creationId xmlns:a16="http://schemas.microsoft.com/office/drawing/2014/main" id="{F4C6E962-1682-6D74-EA96-1F07AA9F6988}"/>
              </a:ext>
            </a:extLst>
          </p:cNvPr>
          <p:cNvSpPr txBox="1"/>
          <p:nvPr/>
        </p:nvSpPr>
        <p:spPr>
          <a:xfrm>
            <a:off x="1806795" y="305043"/>
            <a:ext cx="5737005" cy="7005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ja-JP" altLang="en-US" sz="40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今後の計画</a:t>
            </a:r>
            <a:endParaRPr lang="en-US" sz="40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  <p:sp>
        <p:nvSpPr>
          <p:cNvPr id="46" name="矢印: 五方向 45">
            <a:extLst>
              <a:ext uri="{FF2B5EF4-FFF2-40B4-BE49-F238E27FC236}">
                <a16:creationId xmlns:a16="http://schemas.microsoft.com/office/drawing/2014/main" id="{951803F5-EC90-EC35-59D3-589C48EB2B8E}"/>
              </a:ext>
            </a:extLst>
          </p:cNvPr>
          <p:cNvSpPr/>
          <p:nvPr/>
        </p:nvSpPr>
        <p:spPr>
          <a:xfrm>
            <a:off x="11963909" y="7670111"/>
            <a:ext cx="2624993" cy="457200"/>
          </a:xfrm>
          <a:prstGeom prst="homePlate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400" b="1" dirty="0">
                <a:solidFill>
                  <a:schemeClr val="tx2">
                    <a:lumMod val="50000"/>
                  </a:schemeClr>
                </a:solidFill>
                <a:latin typeface="Source Han Sans JP Medium" panose="020B0600070205080204" charset="-128"/>
                <a:ea typeface="Source Han Sans JP Medium" panose="020B0600070205080204" charset="-128"/>
              </a:rPr>
              <a:t>最終的な結果</a:t>
            </a:r>
          </a:p>
        </p:txBody>
      </p:sp>
      <p:sp>
        <p:nvSpPr>
          <p:cNvPr id="47" name="矢印: 五方向 46">
            <a:extLst>
              <a:ext uri="{FF2B5EF4-FFF2-40B4-BE49-F238E27FC236}">
                <a16:creationId xmlns:a16="http://schemas.microsoft.com/office/drawing/2014/main" id="{7607518D-507C-07C4-578C-30FC47FCAD07}"/>
              </a:ext>
            </a:extLst>
          </p:cNvPr>
          <p:cNvSpPr/>
          <p:nvPr/>
        </p:nvSpPr>
        <p:spPr>
          <a:xfrm>
            <a:off x="9021213" y="5165089"/>
            <a:ext cx="1106847" cy="457200"/>
          </a:xfrm>
          <a:prstGeom prst="homePlate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b="1" dirty="0">
              <a:solidFill>
                <a:schemeClr val="tx2">
                  <a:lumMod val="50000"/>
                </a:schemeClr>
              </a:solidFill>
              <a:latin typeface="Source Han Sans JP Medium" panose="020B0600070205080204" charset="-128"/>
              <a:ea typeface="Source Han Sans JP Medium" panose="020B0600070205080204" charset="-128"/>
            </a:endParaRPr>
          </a:p>
        </p:txBody>
      </p:sp>
      <p:sp>
        <p:nvSpPr>
          <p:cNvPr id="48" name="矢印: 五方向 47">
            <a:extLst>
              <a:ext uri="{FF2B5EF4-FFF2-40B4-BE49-F238E27FC236}">
                <a16:creationId xmlns:a16="http://schemas.microsoft.com/office/drawing/2014/main" id="{5925079C-A3D2-1314-A80B-F9DB857AE7A4}"/>
              </a:ext>
            </a:extLst>
          </p:cNvPr>
          <p:cNvSpPr/>
          <p:nvPr/>
        </p:nvSpPr>
        <p:spPr>
          <a:xfrm>
            <a:off x="6606706" y="7040841"/>
            <a:ext cx="2170742" cy="457200"/>
          </a:xfrm>
          <a:prstGeom prst="homePlate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400" b="1" dirty="0">
              <a:solidFill>
                <a:schemeClr val="tx2">
                  <a:lumMod val="50000"/>
                </a:schemeClr>
              </a:solidFill>
              <a:latin typeface="Source Han Sans JP Medium" panose="020B0600070205080204" charset="-128"/>
              <a:ea typeface="Source Han Sans JP Medium" panose="020B0600070205080204" charset="-128"/>
            </a:endParaRPr>
          </a:p>
        </p:txBody>
      </p:sp>
      <p:sp>
        <p:nvSpPr>
          <p:cNvPr id="49" name="矢印: 五方向 48">
            <a:extLst>
              <a:ext uri="{FF2B5EF4-FFF2-40B4-BE49-F238E27FC236}">
                <a16:creationId xmlns:a16="http://schemas.microsoft.com/office/drawing/2014/main" id="{0B034D57-E1BA-C570-920A-B3CF0276F4EE}"/>
              </a:ext>
            </a:extLst>
          </p:cNvPr>
          <p:cNvSpPr/>
          <p:nvPr/>
        </p:nvSpPr>
        <p:spPr>
          <a:xfrm>
            <a:off x="5685222" y="6399854"/>
            <a:ext cx="959820" cy="457200"/>
          </a:xfrm>
          <a:prstGeom prst="homePlate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400" b="1" dirty="0">
              <a:solidFill>
                <a:schemeClr val="tx2">
                  <a:lumMod val="50000"/>
                </a:schemeClr>
              </a:solidFill>
              <a:latin typeface="Source Han Sans JP Medium" panose="020B0600070205080204" charset="-128"/>
              <a:ea typeface="Source Han Sans JP Medium" panose="020B0600070205080204" charset="-128"/>
            </a:endParaRPr>
          </a:p>
        </p:txBody>
      </p:sp>
      <p:sp>
        <p:nvSpPr>
          <p:cNvPr id="50" name="矢印: 五方向 49">
            <a:extLst>
              <a:ext uri="{FF2B5EF4-FFF2-40B4-BE49-F238E27FC236}">
                <a16:creationId xmlns:a16="http://schemas.microsoft.com/office/drawing/2014/main" id="{FF232047-0DD0-325E-C43E-C53931E002D2}"/>
              </a:ext>
            </a:extLst>
          </p:cNvPr>
          <p:cNvSpPr/>
          <p:nvPr/>
        </p:nvSpPr>
        <p:spPr>
          <a:xfrm>
            <a:off x="7960483" y="8978379"/>
            <a:ext cx="816965" cy="457200"/>
          </a:xfrm>
          <a:prstGeom prst="homePlate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400" b="1" dirty="0">
              <a:solidFill>
                <a:schemeClr val="tx2">
                  <a:lumMod val="50000"/>
                </a:schemeClr>
              </a:solidFill>
              <a:latin typeface="Source Han Sans JP Medium" panose="020B0600070205080204" charset="-128"/>
              <a:ea typeface="Source Han Sans JP Medium" panose="020B0600070205080204" charset="-128"/>
            </a:endParaRPr>
          </a:p>
        </p:txBody>
      </p:sp>
      <p:sp>
        <p:nvSpPr>
          <p:cNvPr id="51" name="矢印: 五方向 50">
            <a:extLst>
              <a:ext uri="{FF2B5EF4-FFF2-40B4-BE49-F238E27FC236}">
                <a16:creationId xmlns:a16="http://schemas.microsoft.com/office/drawing/2014/main" id="{D5A8678C-3663-692F-D544-6DBF90417BEE}"/>
              </a:ext>
            </a:extLst>
          </p:cNvPr>
          <p:cNvSpPr/>
          <p:nvPr/>
        </p:nvSpPr>
        <p:spPr>
          <a:xfrm>
            <a:off x="5760223" y="2484205"/>
            <a:ext cx="554396" cy="304800"/>
          </a:xfrm>
          <a:prstGeom prst="homePlate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400" b="1" dirty="0">
              <a:solidFill>
                <a:schemeClr val="tx2">
                  <a:lumMod val="50000"/>
                </a:schemeClr>
              </a:solidFill>
              <a:latin typeface="Source Han Sans JP Medium" panose="020B0600070205080204" charset="-128"/>
              <a:ea typeface="Source Han Sans JP Medium" panose="020B0600070205080204" charset="-128"/>
            </a:endParaRPr>
          </a:p>
        </p:txBody>
      </p:sp>
      <p:sp>
        <p:nvSpPr>
          <p:cNvPr id="52" name="矢印: 五方向 51">
            <a:extLst>
              <a:ext uri="{FF2B5EF4-FFF2-40B4-BE49-F238E27FC236}">
                <a16:creationId xmlns:a16="http://schemas.microsoft.com/office/drawing/2014/main" id="{8E440685-BCCB-F718-68EF-9FA7ED6991B2}"/>
              </a:ext>
            </a:extLst>
          </p:cNvPr>
          <p:cNvSpPr/>
          <p:nvPr/>
        </p:nvSpPr>
        <p:spPr>
          <a:xfrm>
            <a:off x="5671307" y="1965796"/>
            <a:ext cx="554396" cy="304800"/>
          </a:xfrm>
          <a:prstGeom prst="homePlate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400" b="1" dirty="0">
              <a:solidFill>
                <a:schemeClr val="tx2">
                  <a:lumMod val="50000"/>
                </a:schemeClr>
              </a:solidFill>
              <a:latin typeface="Source Han Sans JP Medium" panose="020B0600070205080204" charset="-128"/>
              <a:ea typeface="Source Han Sans JP Medium" panose="020B0600070205080204" charset="-128"/>
            </a:endParaRPr>
          </a:p>
        </p:txBody>
      </p:sp>
      <p:sp>
        <p:nvSpPr>
          <p:cNvPr id="53" name="矢印: 五方向 52">
            <a:extLst>
              <a:ext uri="{FF2B5EF4-FFF2-40B4-BE49-F238E27FC236}">
                <a16:creationId xmlns:a16="http://schemas.microsoft.com/office/drawing/2014/main" id="{441C1260-52CE-C0CD-A020-116428F9F0A8}"/>
              </a:ext>
            </a:extLst>
          </p:cNvPr>
          <p:cNvSpPr/>
          <p:nvPr/>
        </p:nvSpPr>
        <p:spPr>
          <a:xfrm>
            <a:off x="5948505" y="2934663"/>
            <a:ext cx="554396" cy="304800"/>
          </a:xfrm>
          <a:prstGeom prst="homePlate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400" b="1" dirty="0">
              <a:solidFill>
                <a:schemeClr val="tx2">
                  <a:lumMod val="50000"/>
                </a:schemeClr>
              </a:solidFill>
              <a:latin typeface="Source Han Sans JP Medium" panose="020B0600070205080204" charset="-128"/>
              <a:ea typeface="Source Han Sans JP Medium" panose="020B0600070205080204" charset="-128"/>
            </a:endParaRPr>
          </a:p>
        </p:txBody>
      </p:sp>
      <p:sp>
        <p:nvSpPr>
          <p:cNvPr id="56" name="矢印: 五方向 55">
            <a:extLst>
              <a:ext uri="{FF2B5EF4-FFF2-40B4-BE49-F238E27FC236}">
                <a16:creationId xmlns:a16="http://schemas.microsoft.com/office/drawing/2014/main" id="{CF8BAFD6-8353-7912-B7D0-981F037DEC6F}"/>
              </a:ext>
            </a:extLst>
          </p:cNvPr>
          <p:cNvSpPr/>
          <p:nvPr/>
        </p:nvSpPr>
        <p:spPr>
          <a:xfrm>
            <a:off x="6070869" y="3437342"/>
            <a:ext cx="554396" cy="304800"/>
          </a:xfrm>
          <a:prstGeom prst="homePlate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400" b="1" dirty="0">
              <a:solidFill>
                <a:schemeClr val="tx2">
                  <a:lumMod val="50000"/>
                </a:schemeClr>
              </a:solidFill>
              <a:latin typeface="Source Han Sans JP Medium" panose="020B0600070205080204" charset="-128"/>
              <a:ea typeface="Source Han Sans JP Medium" panose="020B0600070205080204" charset="-128"/>
            </a:endParaRPr>
          </a:p>
        </p:txBody>
      </p:sp>
      <p:sp>
        <p:nvSpPr>
          <p:cNvPr id="57" name="矢印: 五方向 56">
            <a:extLst>
              <a:ext uri="{FF2B5EF4-FFF2-40B4-BE49-F238E27FC236}">
                <a16:creationId xmlns:a16="http://schemas.microsoft.com/office/drawing/2014/main" id="{A50ABF9A-B8DC-B70A-A095-F2E1C1E3B357}"/>
              </a:ext>
            </a:extLst>
          </p:cNvPr>
          <p:cNvSpPr/>
          <p:nvPr/>
        </p:nvSpPr>
        <p:spPr>
          <a:xfrm>
            <a:off x="7960483" y="9606531"/>
            <a:ext cx="816965" cy="457200"/>
          </a:xfrm>
          <a:prstGeom prst="homePlate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400" b="1" dirty="0">
              <a:solidFill>
                <a:schemeClr val="tx2">
                  <a:lumMod val="50000"/>
                </a:schemeClr>
              </a:solidFill>
              <a:latin typeface="Source Han Sans JP Medium" panose="020B0600070205080204" charset="-128"/>
              <a:ea typeface="Source Han Sans JP Medium" panose="020B0600070205080204" charset="-128"/>
            </a:endParaRPr>
          </a:p>
        </p:txBody>
      </p:sp>
      <p:sp>
        <p:nvSpPr>
          <p:cNvPr id="62" name="矢印: 五方向 61">
            <a:extLst>
              <a:ext uri="{FF2B5EF4-FFF2-40B4-BE49-F238E27FC236}">
                <a16:creationId xmlns:a16="http://schemas.microsoft.com/office/drawing/2014/main" id="{337B0EAC-3E72-754C-43C1-B6FE50699758}"/>
              </a:ext>
            </a:extLst>
          </p:cNvPr>
          <p:cNvSpPr/>
          <p:nvPr/>
        </p:nvSpPr>
        <p:spPr>
          <a:xfrm>
            <a:off x="10337337" y="3908181"/>
            <a:ext cx="1626573" cy="457200"/>
          </a:xfrm>
          <a:prstGeom prst="homePlate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b="1" dirty="0">
                <a:solidFill>
                  <a:schemeClr val="tx2">
                    <a:lumMod val="50000"/>
                  </a:schemeClr>
                </a:solidFill>
                <a:latin typeface="Source Han Sans JP Medium" panose="020B0600070205080204" charset="-128"/>
                <a:ea typeface="Source Han Sans JP Medium" panose="020B0600070205080204" charset="-128"/>
              </a:rPr>
              <a:t>特徴量固定</a:t>
            </a:r>
          </a:p>
        </p:txBody>
      </p:sp>
      <p:sp>
        <p:nvSpPr>
          <p:cNvPr id="64" name="矢印: 五方向 63">
            <a:extLst>
              <a:ext uri="{FF2B5EF4-FFF2-40B4-BE49-F238E27FC236}">
                <a16:creationId xmlns:a16="http://schemas.microsoft.com/office/drawing/2014/main" id="{7FD6CC0C-B025-53C1-1D20-33E9AB37F20A}"/>
              </a:ext>
            </a:extLst>
          </p:cNvPr>
          <p:cNvSpPr/>
          <p:nvPr/>
        </p:nvSpPr>
        <p:spPr>
          <a:xfrm>
            <a:off x="9230490" y="5793241"/>
            <a:ext cx="1106847" cy="457200"/>
          </a:xfrm>
          <a:prstGeom prst="homePlate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b="1" dirty="0">
              <a:solidFill>
                <a:schemeClr val="tx2">
                  <a:lumMod val="50000"/>
                </a:schemeClr>
              </a:solidFill>
              <a:latin typeface="Source Han Sans JP Medium" panose="020B0600070205080204" charset="-128"/>
              <a:ea typeface="Source Han Sans JP Medium" panose="020B0600070205080204" charset="-128"/>
            </a:endParaRPr>
          </a:p>
        </p:txBody>
      </p:sp>
      <p:cxnSp>
        <p:nvCxnSpPr>
          <p:cNvPr id="66" name="直線コネクタ 65">
            <a:extLst>
              <a:ext uri="{FF2B5EF4-FFF2-40B4-BE49-F238E27FC236}">
                <a16:creationId xmlns:a16="http://schemas.microsoft.com/office/drawing/2014/main" id="{598EDCB1-FFF3-5A52-A644-55976191A447}"/>
              </a:ext>
            </a:extLst>
          </p:cNvPr>
          <p:cNvCxnSpPr>
            <a:cxnSpLocks/>
          </p:cNvCxnSpPr>
          <p:nvPr/>
        </p:nvCxnSpPr>
        <p:spPr>
          <a:xfrm>
            <a:off x="5665446" y="1892469"/>
            <a:ext cx="0" cy="4329184"/>
          </a:xfrm>
          <a:prstGeom prst="line">
            <a:avLst/>
          </a:prstGeom>
          <a:ln w="50800">
            <a:solidFill>
              <a:srgbClr val="5276F8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線コネクタ 67">
            <a:extLst>
              <a:ext uri="{FF2B5EF4-FFF2-40B4-BE49-F238E27FC236}">
                <a16:creationId xmlns:a16="http://schemas.microsoft.com/office/drawing/2014/main" id="{E37EE498-64D0-7E1D-0F26-5D015B8EDBFD}"/>
              </a:ext>
            </a:extLst>
          </p:cNvPr>
          <p:cNvCxnSpPr>
            <a:cxnSpLocks/>
          </p:cNvCxnSpPr>
          <p:nvPr/>
        </p:nvCxnSpPr>
        <p:spPr>
          <a:xfrm>
            <a:off x="6604480" y="1872723"/>
            <a:ext cx="20785" cy="7105656"/>
          </a:xfrm>
          <a:prstGeom prst="line">
            <a:avLst/>
          </a:prstGeom>
          <a:ln w="50800">
            <a:solidFill>
              <a:srgbClr val="5276F8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矢印: 五方向 73">
            <a:extLst>
              <a:ext uri="{FF2B5EF4-FFF2-40B4-BE49-F238E27FC236}">
                <a16:creationId xmlns:a16="http://schemas.microsoft.com/office/drawing/2014/main" id="{1602FFF9-E65F-6166-78B1-07B686D26BA6}"/>
              </a:ext>
            </a:extLst>
          </p:cNvPr>
          <p:cNvSpPr/>
          <p:nvPr/>
        </p:nvSpPr>
        <p:spPr>
          <a:xfrm>
            <a:off x="8777448" y="4486208"/>
            <a:ext cx="1106847" cy="457200"/>
          </a:xfrm>
          <a:prstGeom prst="homePlate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b="1" dirty="0">
              <a:solidFill>
                <a:schemeClr val="tx2">
                  <a:lumMod val="50000"/>
                </a:schemeClr>
              </a:solidFill>
              <a:latin typeface="Source Han Sans JP Medium" panose="020B0600070205080204" charset="-128"/>
              <a:ea typeface="Source Han Sans JP Medium" panose="020B0600070205080204" charset="-128"/>
            </a:endParaRPr>
          </a:p>
        </p:txBody>
      </p:sp>
      <p:cxnSp>
        <p:nvCxnSpPr>
          <p:cNvPr id="70" name="直線コネクタ 69">
            <a:extLst>
              <a:ext uri="{FF2B5EF4-FFF2-40B4-BE49-F238E27FC236}">
                <a16:creationId xmlns:a16="http://schemas.microsoft.com/office/drawing/2014/main" id="{632C3475-130B-6B0C-082A-60E65AE118AA}"/>
              </a:ext>
            </a:extLst>
          </p:cNvPr>
          <p:cNvCxnSpPr>
            <a:cxnSpLocks/>
          </p:cNvCxnSpPr>
          <p:nvPr/>
        </p:nvCxnSpPr>
        <p:spPr>
          <a:xfrm>
            <a:off x="8757672" y="1872723"/>
            <a:ext cx="19776" cy="8303970"/>
          </a:xfrm>
          <a:prstGeom prst="line">
            <a:avLst/>
          </a:prstGeom>
          <a:ln w="50800">
            <a:solidFill>
              <a:srgbClr val="5276F8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線コネクタ 74">
            <a:extLst>
              <a:ext uri="{FF2B5EF4-FFF2-40B4-BE49-F238E27FC236}">
                <a16:creationId xmlns:a16="http://schemas.microsoft.com/office/drawing/2014/main" id="{20BAED29-BFAC-F152-6E4B-899CE76EBB00}"/>
              </a:ext>
            </a:extLst>
          </p:cNvPr>
          <p:cNvCxnSpPr>
            <a:cxnSpLocks/>
          </p:cNvCxnSpPr>
          <p:nvPr/>
        </p:nvCxnSpPr>
        <p:spPr>
          <a:xfrm>
            <a:off x="10339021" y="1892469"/>
            <a:ext cx="0" cy="4329184"/>
          </a:xfrm>
          <a:prstGeom prst="line">
            <a:avLst/>
          </a:prstGeom>
          <a:ln w="50800">
            <a:solidFill>
              <a:srgbClr val="5276F8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線コネクタ 75">
            <a:extLst>
              <a:ext uri="{FF2B5EF4-FFF2-40B4-BE49-F238E27FC236}">
                <a16:creationId xmlns:a16="http://schemas.microsoft.com/office/drawing/2014/main" id="{843A9429-66BF-D880-EEF1-2A18E562DA6A}"/>
              </a:ext>
            </a:extLst>
          </p:cNvPr>
          <p:cNvCxnSpPr>
            <a:cxnSpLocks/>
          </p:cNvCxnSpPr>
          <p:nvPr/>
        </p:nvCxnSpPr>
        <p:spPr>
          <a:xfrm>
            <a:off x="11963910" y="1892469"/>
            <a:ext cx="0" cy="6234842"/>
          </a:xfrm>
          <a:prstGeom prst="line">
            <a:avLst/>
          </a:prstGeom>
          <a:ln w="50800">
            <a:solidFill>
              <a:srgbClr val="5276F8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32426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8D4F469-778D-9F9C-3947-11BA85156C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828546D5-9555-F734-ED48-B60D3C07A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CF111527-7969-5F9C-0FB5-19AD2E8D7FCE}"/>
              </a:ext>
            </a:extLst>
          </p:cNvPr>
          <p:cNvGrpSpPr/>
          <p:nvPr/>
        </p:nvGrpSpPr>
        <p:grpSpPr>
          <a:xfrm>
            <a:off x="270494" y="246431"/>
            <a:ext cx="698205" cy="10040568"/>
            <a:chOff x="270494" y="246431"/>
            <a:chExt cx="698205" cy="10040568"/>
          </a:xfrm>
        </p:grpSpPr>
        <p:pic>
          <p:nvPicPr>
            <p:cNvPr id="11" name="図 10">
              <a:extLst>
                <a:ext uri="{FF2B5EF4-FFF2-40B4-BE49-F238E27FC236}">
                  <a16:creationId xmlns:a16="http://schemas.microsoft.com/office/drawing/2014/main" id="{E265FC20-AA95-0DA0-F03E-D88F88BA9B6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5400000">
              <a:off x="271822" y="245103"/>
              <a:ext cx="695550" cy="698205"/>
            </a:xfrm>
            <a:prstGeom prst="rect">
              <a:avLst/>
            </a:prstGeom>
          </p:spPr>
        </p:pic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F594A856-3E86-31E6-970B-8B864FC2EEFC}"/>
                </a:ext>
              </a:extLst>
            </p:cNvPr>
            <p:cNvSpPr txBox="1"/>
            <p:nvPr/>
          </p:nvSpPr>
          <p:spPr>
            <a:xfrm>
              <a:off x="434931" y="1036119"/>
              <a:ext cx="369332" cy="225878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kumimoji="1" lang="en-US" altLang="ja-JP" sz="1200" dirty="0">
                  <a:latin typeface="Source Han Sans JP" panose="020B0600070205080204" charset="-128"/>
                  <a:ea typeface="Source Han Sans JP" panose="020B0600070205080204" charset="-128"/>
                </a:rPr>
                <a:t>Tokyo University of Science</a:t>
              </a:r>
              <a:endParaRPr kumimoji="1" lang="ja-JP" altLang="en-US" sz="1200" dirty="0">
                <a:latin typeface="Source Han Sans JP" panose="020B0600070205080204" charset="-128"/>
                <a:ea typeface="Source Han Sans JP" panose="020B0600070205080204" charset="-128"/>
              </a:endParaRPr>
            </a:p>
          </p:txBody>
        </p:sp>
        <p:cxnSp>
          <p:nvCxnSpPr>
            <p:cNvPr id="13" name="直線コネクタ 12">
              <a:extLst>
                <a:ext uri="{FF2B5EF4-FFF2-40B4-BE49-F238E27FC236}">
                  <a16:creationId xmlns:a16="http://schemas.microsoft.com/office/drawing/2014/main" id="{73772385-4F02-A7F0-AF87-BFC2A31346DD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" y="3314700"/>
              <a:ext cx="0" cy="6067497"/>
            </a:xfrm>
            <a:prstGeom prst="line">
              <a:avLst/>
            </a:prstGeom>
            <a:ln>
              <a:solidFill>
                <a:srgbClr val="64A4A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フローチャート: 論理積ゲート 13">
              <a:extLst>
                <a:ext uri="{FF2B5EF4-FFF2-40B4-BE49-F238E27FC236}">
                  <a16:creationId xmlns:a16="http://schemas.microsoft.com/office/drawing/2014/main" id="{6F562A09-D22B-56CF-9BDB-A8CE25C8A5D4}"/>
                </a:ext>
              </a:extLst>
            </p:cNvPr>
            <p:cNvSpPr/>
            <p:nvPr/>
          </p:nvSpPr>
          <p:spPr>
            <a:xfrm rot="16200000">
              <a:off x="141940" y="9634201"/>
              <a:ext cx="924597" cy="381000"/>
            </a:xfrm>
            <a:prstGeom prst="flowChartDelay">
              <a:avLst/>
            </a:prstGeom>
            <a:solidFill>
              <a:srgbClr val="64A4A3"/>
            </a:solidFill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5" name="Group 3">
            <a:extLst>
              <a:ext uri="{FF2B5EF4-FFF2-40B4-BE49-F238E27FC236}">
                <a16:creationId xmlns:a16="http://schemas.microsoft.com/office/drawing/2014/main" id="{E7C9948E-8642-E8A5-EC20-415E6C9B37BE}"/>
              </a:ext>
            </a:extLst>
          </p:cNvPr>
          <p:cNvGrpSpPr/>
          <p:nvPr/>
        </p:nvGrpSpPr>
        <p:grpSpPr>
          <a:xfrm>
            <a:off x="1371600" y="1069258"/>
            <a:ext cx="16064988" cy="125708"/>
            <a:chOff x="0" y="0"/>
            <a:chExt cx="22021800" cy="190500"/>
          </a:xfrm>
        </p:grpSpPr>
        <p:grpSp>
          <p:nvGrpSpPr>
            <p:cNvPr id="16" name="Group 4">
              <a:extLst>
                <a:ext uri="{FF2B5EF4-FFF2-40B4-BE49-F238E27FC236}">
                  <a16:creationId xmlns:a16="http://schemas.microsoft.com/office/drawing/2014/main" id="{C50386B2-29D5-C464-A1D3-58C9335A8935}"/>
                </a:ext>
              </a:extLst>
            </p:cNvPr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23" name="Freeform 5">
                <a:extLst>
                  <a:ext uri="{FF2B5EF4-FFF2-40B4-BE49-F238E27FC236}">
                    <a16:creationId xmlns:a16="http://schemas.microsoft.com/office/drawing/2014/main" id="{F5367299-068D-EE13-559F-2028F29CEF4A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4" name="TextBox 6">
                <a:extLst>
                  <a:ext uri="{FF2B5EF4-FFF2-40B4-BE49-F238E27FC236}">
                    <a16:creationId xmlns:a16="http://schemas.microsoft.com/office/drawing/2014/main" id="{96A9C35B-6312-D99D-D002-CCF5C95DA768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7" name="Group 7">
              <a:extLst>
                <a:ext uri="{FF2B5EF4-FFF2-40B4-BE49-F238E27FC236}">
                  <a16:creationId xmlns:a16="http://schemas.microsoft.com/office/drawing/2014/main" id="{DFCE1AC4-8196-8AEB-E717-38ECDA29E55A}"/>
                </a:ext>
              </a:extLst>
            </p:cNvPr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21" name="Freeform 8">
                <a:extLst>
                  <a:ext uri="{FF2B5EF4-FFF2-40B4-BE49-F238E27FC236}">
                    <a16:creationId xmlns:a16="http://schemas.microsoft.com/office/drawing/2014/main" id="{EB415064-F6DB-7A27-B0F0-BCC74E743AED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2" name="TextBox 9">
                <a:extLst>
                  <a:ext uri="{FF2B5EF4-FFF2-40B4-BE49-F238E27FC236}">
                    <a16:creationId xmlns:a16="http://schemas.microsoft.com/office/drawing/2014/main" id="{C6A5749A-643B-B24C-DCC9-5B2393FEE67F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8" name="Group 10">
              <a:extLst>
                <a:ext uri="{FF2B5EF4-FFF2-40B4-BE49-F238E27FC236}">
                  <a16:creationId xmlns:a16="http://schemas.microsoft.com/office/drawing/2014/main" id="{35E0C664-2755-2D2D-A32C-53CDAD8BF772}"/>
                </a:ext>
              </a:extLst>
            </p:cNvPr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19" name="Freeform 11">
                <a:extLst>
                  <a:ext uri="{FF2B5EF4-FFF2-40B4-BE49-F238E27FC236}">
                    <a16:creationId xmlns:a16="http://schemas.microsoft.com/office/drawing/2014/main" id="{1AADC28C-BE6E-20F3-E213-DDBF85DE517B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0" name="TextBox 12">
                <a:extLst>
                  <a:ext uri="{FF2B5EF4-FFF2-40B4-BE49-F238E27FC236}">
                    <a16:creationId xmlns:a16="http://schemas.microsoft.com/office/drawing/2014/main" id="{419D9C16-FD82-94B7-9862-8899E63C05E2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25" name="スライド番号プレースホルダー 28">
            <a:extLst>
              <a:ext uri="{FF2B5EF4-FFF2-40B4-BE49-F238E27FC236}">
                <a16:creationId xmlns:a16="http://schemas.microsoft.com/office/drawing/2014/main" id="{852A462A-D8CA-28F4-1BDD-771F74EB9565}"/>
              </a:ext>
            </a:extLst>
          </p:cNvPr>
          <p:cNvSpPr txBox="1">
            <a:spLocks/>
          </p:cNvSpPr>
          <p:nvPr/>
        </p:nvSpPr>
        <p:spPr>
          <a:xfrm>
            <a:off x="270494" y="9748987"/>
            <a:ext cx="599456" cy="4622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2400" smtClean="0"/>
              <a:pPr/>
              <a:t>11</a:t>
            </a:fld>
            <a:endParaRPr lang="en-US" sz="2400" dirty="0"/>
          </a:p>
        </p:txBody>
      </p:sp>
      <p:sp>
        <p:nvSpPr>
          <p:cNvPr id="3" name="TextBox 24">
            <a:extLst>
              <a:ext uri="{FF2B5EF4-FFF2-40B4-BE49-F238E27FC236}">
                <a16:creationId xmlns:a16="http://schemas.microsoft.com/office/drawing/2014/main" id="{A1DF3554-EC11-AB5C-67F2-E3400E588E79}"/>
              </a:ext>
            </a:extLst>
          </p:cNvPr>
          <p:cNvSpPr txBox="1"/>
          <p:nvPr/>
        </p:nvSpPr>
        <p:spPr>
          <a:xfrm>
            <a:off x="1806795" y="305043"/>
            <a:ext cx="5737005" cy="7005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ja-JP" altLang="en-US" sz="40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今後の計画</a:t>
            </a:r>
            <a:endParaRPr lang="en-US" sz="40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  <p:sp>
        <p:nvSpPr>
          <p:cNvPr id="35" name="TextBox 24">
            <a:extLst>
              <a:ext uri="{FF2B5EF4-FFF2-40B4-BE49-F238E27FC236}">
                <a16:creationId xmlns:a16="http://schemas.microsoft.com/office/drawing/2014/main" id="{37E7B577-1053-1411-4C84-15CE3559CB40}"/>
              </a:ext>
            </a:extLst>
          </p:cNvPr>
          <p:cNvSpPr txBox="1"/>
          <p:nvPr/>
        </p:nvSpPr>
        <p:spPr>
          <a:xfrm>
            <a:off x="1806795" y="2677650"/>
            <a:ext cx="12929353" cy="24079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l">
              <a:lnSpc>
                <a:spcPts val="3800"/>
              </a:lnSpc>
              <a:spcBef>
                <a:spcPct val="0"/>
              </a:spcBef>
              <a:buClr>
                <a:srgbClr val="64A4A3"/>
              </a:buClr>
              <a:buFont typeface="Wingdings" panose="05000000000000000000" pitchFamily="2" charset="2"/>
              <a:buChar char="l"/>
            </a:pPr>
            <a:r>
              <a:rPr lang="ja-JP" altLang="en-US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決定係数でうまくいかなかった原因を特定</a:t>
            </a:r>
            <a:endParaRPr lang="en-US" altLang="ja-JP" sz="28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  <a:p>
            <a:pPr marL="457200" indent="-457200" algn="l">
              <a:lnSpc>
                <a:spcPts val="3800"/>
              </a:lnSpc>
              <a:spcBef>
                <a:spcPct val="0"/>
              </a:spcBef>
              <a:buClr>
                <a:srgbClr val="64A4A3"/>
              </a:buClr>
              <a:buFont typeface="Wingdings" panose="05000000000000000000" pitchFamily="2" charset="2"/>
              <a:buChar char="l"/>
            </a:pPr>
            <a:r>
              <a:rPr lang="ja-JP" altLang="en-US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他の評価指標を使用</a:t>
            </a:r>
            <a:endParaRPr lang="en-US" altLang="ja-JP" sz="28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  <a:p>
            <a:pPr marL="914400" lvl="1" indent="-457200">
              <a:lnSpc>
                <a:spcPts val="3800"/>
              </a:lnSpc>
              <a:spcBef>
                <a:spcPct val="0"/>
              </a:spcBef>
              <a:buClr>
                <a:srgbClr val="64A4A3"/>
              </a:buClr>
              <a:buFont typeface="Wingdings" panose="05000000000000000000" pitchFamily="2" charset="2"/>
              <a:buChar char="l"/>
            </a:pPr>
            <a:r>
              <a:rPr lang="en-US" altLang="ja-JP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MAE</a:t>
            </a:r>
            <a:r>
              <a:rPr lang="ja-JP" altLang="en-US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：誤差の絶対値の平均</a:t>
            </a:r>
            <a:endParaRPr lang="en-US" altLang="ja-JP" sz="28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  <a:p>
            <a:pPr marL="914400" lvl="1" indent="-457200">
              <a:lnSpc>
                <a:spcPts val="3800"/>
              </a:lnSpc>
              <a:spcBef>
                <a:spcPct val="0"/>
              </a:spcBef>
              <a:buClr>
                <a:srgbClr val="64A4A3"/>
              </a:buClr>
              <a:buFont typeface="Wingdings" panose="05000000000000000000" pitchFamily="2" charset="2"/>
              <a:buChar char="l"/>
            </a:pPr>
            <a:r>
              <a:rPr lang="en-US" altLang="ja-JP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RMSE</a:t>
            </a:r>
            <a:r>
              <a:rPr lang="ja-JP" altLang="en-US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：予測値の実測値の差の二乗平均の平方根</a:t>
            </a:r>
            <a:endParaRPr lang="en-US" altLang="ja-JP" sz="28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  <a:p>
            <a:pPr lvl="1">
              <a:lnSpc>
                <a:spcPts val="3800"/>
              </a:lnSpc>
              <a:spcBef>
                <a:spcPct val="0"/>
              </a:spcBef>
              <a:buClr>
                <a:srgbClr val="64A4A3"/>
              </a:buClr>
            </a:pPr>
            <a:r>
              <a:rPr lang="ja-JP" altLang="en-US" sz="280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→モデルの予測の</a:t>
            </a:r>
            <a:endParaRPr lang="en-US" altLang="ja-JP" sz="28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  <p:grpSp>
        <p:nvGrpSpPr>
          <p:cNvPr id="36" name="グループ化 35">
            <a:extLst>
              <a:ext uri="{FF2B5EF4-FFF2-40B4-BE49-F238E27FC236}">
                <a16:creationId xmlns:a16="http://schemas.microsoft.com/office/drawing/2014/main" id="{32233F6B-EBD5-E4F8-74EA-64E0471467D6}"/>
              </a:ext>
            </a:extLst>
          </p:cNvPr>
          <p:cNvGrpSpPr/>
          <p:nvPr/>
        </p:nvGrpSpPr>
        <p:grpSpPr>
          <a:xfrm>
            <a:off x="1371600" y="1680854"/>
            <a:ext cx="7086600" cy="552410"/>
            <a:chOff x="1535808" y="1451163"/>
            <a:chExt cx="8639037" cy="552410"/>
          </a:xfrm>
        </p:grpSpPr>
        <p:sp>
          <p:nvSpPr>
            <p:cNvPr id="37" name="TextBox 26">
              <a:extLst>
                <a:ext uri="{FF2B5EF4-FFF2-40B4-BE49-F238E27FC236}">
                  <a16:creationId xmlns:a16="http://schemas.microsoft.com/office/drawing/2014/main" id="{57AA8263-2BC9-8894-CEDD-D8B08D194ABD}"/>
                </a:ext>
              </a:extLst>
            </p:cNvPr>
            <p:cNvSpPr txBox="1"/>
            <p:nvPr/>
          </p:nvSpPr>
          <p:spPr>
            <a:xfrm>
              <a:off x="1864755" y="1451163"/>
              <a:ext cx="8310090" cy="52597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l">
                <a:lnSpc>
                  <a:spcPts val="4480"/>
                </a:lnSpc>
                <a:spcBef>
                  <a:spcPct val="0"/>
                </a:spcBef>
              </a:pPr>
              <a:r>
                <a:rPr lang="ja-JP" altLang="en-US" sz="2800" dirty="0">
                  <a:solidFill>
                    <a:srgbClr val="292B2B"/>
                  </a:solidFill>
                  <a:latin typeface="Source Han Sans JP Medium"/>
                  <a:ea typeface="Source Han Sans JP Medium"/>
                  <a:cs typeface="Source Han Sans JP Medium"/>
                  <a:sym typeface="Source Han Sans JP Medium"/>
                </a:rPr>
                <a:t>今日以降やること</a:t>
              </a:r>
              <a:endParaRPr lang="en-US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endParaRPr>
            </a:p>
          </p:txBody>
        </p:sp>
        <p:sp>
          <p:nvSpPr>
            <p:cNvPr id="38" name="Freeform 5">
              <a:extLst>
                <a:ext uri="{FF2B5EF4-FFF2-40B4-BE49-F238E27FC236}">
                  <a16:creationId xmlns:a16="http://schemas.microsoft.com/office/drawing/2014/main" id="{7C553263-A8DF-2D80-9D66-B78866C69204}"/>
                </a:ext>
              </a:extLst>
            </p:cNvPr>
            <p:cNvSpPr/>
            <p:nvPr/>
          </p:nvSpPr>
          <p:spPr>
            <a:xfrm rot="5400000">
              <a:off x="1341107" y="1672296"/>
              <a:ext cx="525978" cy="136575"/>
            </a:xfrm>
            <a:custGeom>
              <a:avLst/>
              <a:gdLst/>
              <a:ahLst/>
              <a:cxnLst/>
              <a:rect l="l" t="t" r="r" b="b"/>
              <a:pathLst>
                <a:path w="1449995" h="37630">
                  <a:moveTo>
                    <a:pt x="0" y="0"/>
                  </a:moveTo>
                  <a:lnTo>
                    <a:pt x="1449995" y="0"/>
                  </a:lnTo>
                  <a:lnTo>
                    <a:pt x="1449995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64A4A3"/>
            </a:solidFill>
          </p:spPr>
          <p:txBody>
            <a:bodyPr/>
            <a:lstStyle/>
            <a:p>
              <a:endParaRPr lang="ja-JP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6946861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AF64734-8985-81E7-F02C-1F029A1E5B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A27A156E-8575-6B69-3622-E39FE025C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66CE293C-5E1F-D18B-FDB5-65D382214842}"/>
              </a:ext>
            </a:extLst>
          </p:cNvPr>
          <p:cNvGrpSpPr/>
          <p:nvPr/>
        </p:nvGrpSpPr>
        <p:grpSpPr>
          <a:xfrm>
            <a:off x="270494" y="246431"/>
            <a:ext cx="698205" cy="10040568"/>
            <a:chOff x="270494" y="246431"/>
            <a:chExt cx="698205" cy="10040568"/>
          </a:xfrm>
        </p:grpSpPr>
        <p:pic>
          <p:nvPicPr>
            <p:cNvPr id="11" name="図 10">
              <a:extLst>
                <a:ext uri="{FF2B5EF4-FFF2-40B4-BE49-F238E27FC236}">
                  <a16:creationId xmlns:a16="http://schemas.microsoft.com/office/drawing/2014/main" id="{6966F3BC-CA96-088C-0BC0-9F1CDC571DA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5400000">
              <a:off x="271822" y="245103"/>
              <a:ext cx="695550" cy="698205"/>
            </a:xfrm>
            <a:prstGeom prst="rect">
              <a:avLst/>
            </a:prstGeom>
          </p:spPr>
        </p:pic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1E1E0F52-8445-CFF5-E8F5-1DA3652875F4}"/>
                </a:ext>
              </a:extLst>
            </p:cNvPr>
            <p:cNvSpPr txBox="1"/>
            <p:nvPr/>
          </p:nvSpPr>
          <p:spPr>
            <a:xfrm>
              <a:off x="434931" y="1036119"/>
              <a:ext cx="369332" cy="225878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kumimoji="1" lang="en-US" altLang="ja-JP" sz="1200" dirty="0">
                  <a:latin typeface="Source Han Sans JP" panose="020B0600070205080204" charset="-128"/>
                  <a:ea typeface="Source Han Sans JP" panose="020B0600070205080204" charset="-128"/>
                </a:rPr>
                <a:t>Tokyo University of Science</a:t>
              </a:r>
              <a:endParaRPr kumimoji="1" lang="ja-JP" altLang="en-US" sz="1200" dirty="0">
                <a:latin typeface="Source Han Sans JP" panose="020B0600070205080204" charset="-128"/>
                <a:ea typeface="Source Han Sans JP" panose="020B0600070205080204" charset="-128"/>
              </a:endParaRPr>
            </a:p>
          </p:txBody>
        </p:sp>
        <p:cxnSp>
          <p:nvCxnSpPr>
            <p:cNvPr id="13" name="直線コネクタ 12">
              <a:extLst>
                <a:ext uri="{FF2B5EF4-FFF2-40B4-BE49-F238E27FC236}">
                  <a16:creationId xmlns:a16="http://schemas.microsoft.com/office/drawing/2014/main" id="{AA7B44FE-C6D6-E641-E877-AB39157888C8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" y="3314700"/>
              <a:ext cx="0" cy="6067497"/>
            </a:xfrm>
            <a:prstGeom prst="line">
              <a:avLst/>
            </a:prstGeom>
            <a:ln>
              <a:solidFill>
                <a:srgbClr val="64A4A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フローチャート: 論理積ゲート 13">
              <a:extLst>
                <a:ext uri="{FF2B5EF4-FFF2-40B4-BE49-F238E27FC236}">
                  <a16:creationId xmlns:a16="http://schemas.microsoft.com/office/drawing/2014/main" id="{8457E236-8E0F-A1E6-C866-D08525F305F9}"/>
                </a:ext>
              </a:extLst>
            </p:cNvPr>
            <p:cNvSpPr/>
            <p:nvPr/>
          </p:nvSpPr>
          <p:spPr>
            <a:xfrm rot="16200000">
              <a:off x="141940" y="9634201"/>
              <a:ext cx="924597" cy="381000"/>
            </a:xfrm>
            <a:prstGeom prst="flowChartDelay">
              <a:avLst/>
            </a:prstGeom>
            <a:solidFill>
              <a:srgbClr val="64A4A3"/>
            </a:solidFill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5" name="Group 3">
            <a:extLst>
              <a:ext uri="{FF2B5EF4-FFF2-40B4-BE49-F238E27FC236}">
                <a16:creationId xmlns:a16="http://schemas.microsoft.com/office/drawing/2014/main" id="{2CFB77E1-55B9-6DAC-DAC7-0D6224378FD5}"/>
              </a:ext>
            </a:extLst>
          </p:cNvPr>
          <p:cNvGrpSpPr/>
          <p:nvPr/>
        </p:nvGrpSpPr>
        <p:grpSpPr>
          <a:xfrm>
            <a:off x="1371600" y="1069258"/>
            <a:ext cx="16064988" cy="125708"/>
            <a:chOff x="0" y="0"/>
            <a:chExt cx="22021800" cy="190500"/>
          </a:xfrm>
        </p:grpSpPr>
        <p:grpSp>
          <p:nvGrpSpPr>
            <p:cNvPr id="16" name="Group 4">
              <a:extLst>
                <a:ext uri="{FF2B5EF4-FFF2-40B4-BE49-F238E27FC236}">
                  <a16:creationId xmlns:a16="http://schemas.microsoft.com/office/drawing/2014/main" id="{1568253F-8C4A-AFC2-A164-FCDDA21278C1}"/>
                </a:ext>
              </a:extLst>
            </p:cNvPr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23" name="Freeform 5">
                <a:extLst>
                  <a:ext uri="{FF2B5EF4-FFF2-40B4-BE49-F238E27FC236}">
                    <a16:creationId xmlns:a16="http://schemas.microsoft.com/office/drawing/2014/main" id="{59406484-643D-B43D-711B-AC121845886D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4" name="TextBox 6">
                <a:extLst>
                  <a:ext uri="{FF2B5EF4-FFF2-40B4-BE49-F238E27FC236}">
                    <a16:creationId xmlns:a16="http://schemas.microsoft.com/office/drawing/2014/main" id="{DD767C6C-9D45-CD83-BA9D-1CC1FE433EB8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7" name="Group 7">
              <a:extLst>
                <a:ext uri="{FF2B5EF4-FFF2-40B4-BE49-F238E27FC236}">
                  <a16:creationId xmlns:a16="http://schemas.microsoft.com/office/drawing/2014/main" id="{DE2EB27D-B1FA-DA25-C3AC-2C33F8BBF004}"/>
                </a:ext>
              </a:extLst>
            </p:cNvPr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21" name="Freeform 8">
                <a:extLst>
                  <a:ext uri="{FF2B5EF4-FFF2-40B4-BE49-F238E27FC236}">
                    <a16:creationId xmlns:a16="http://schemas.microsoft.com/office/drawing/2014/main" id="{1FCDB979-A4B9-F2C9-C274-5A66996D55FE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2" name="TextBox 9">
                <a:extLst>
                  <a:ext uri="{FF2B5EF4-FFF2-40B4-BE49-F238E27FC236}">
                    <a16:creationId xmlns:a16="http://schemas.microsoft.com/office/drawing/2014/main" id="{585D3DC2-05F1-9758-61E0-7252AB0F9C6D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8" name="Group 10">
              <a:extLst>
                <a:ext uri="{FF2B5EF4-FFF2-40B4-BE49-F238E27FC236}">
                  <a16:creationId xmlns:a16="http://schemas.microsoft.com/office/drawing/2014/main" id="{74041AA0-9856-2EDC-4DBC-3C6BDCB952DA}"/>
                </a:ext>
              </a:extLst>
            </p:cNvPr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19" name="Freeform 11">
                <a:extLst>
                  <a:ext uri="{FF2B5EF4-FFF2-40B4-BE49-F238E27FC236}">
                    <a16:creationId xmlns:a16="http://schemas.microsoft.com/office/drawing/2014/main" id="{D4C95E30-A392-7B8E-DA75-5129C342B652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0" name="TextBox 12">
                <a:extLst>
                  <a:ext uri="{FF2B5EF4-FFF2-40B4-BE49-F238E27FC236}">
                    <a16:creationId xmlns:a16="http://schemas.microsoft.com/office/drawing/2014/main" id="{8D2236D4-6E05-37AF-0079-3422FEB9A048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25" name="スライド番号プレースホルダー 28">
            <a:extLst>
              <a:ext uri="{FF2B5EF4-FFF2-40B4-BE49-F238E27FC236}">
                <a16:creationId xmlns:a16="http://schemas.microsoft.com/office/drawing/2014/main" id="{C72CE283-7FFF-5153-2645-DD8BA021BEDC}"/>
              </a:ext>
            </a:extLst>
          </p:cNvPr>
          <p:cNvSpPr txBox="1">
            <a:spLocks/>
          </p:cNvSpPr>
          <p:nvPr/>
        </p:nvSpPr>
        <p:spPr>
          <a:xfrm>
            <a:off x="270494" y="9748987"/>
            <a:ext cx="599456" cy="4622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2400" smtClean="0"/>
              <a:pPr/>
              <a:t>12</a:t>
            </a:fld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5618040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A3F31921-B9FC-3DA2-B765-8A0BBA4C40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DBF47597-5171-166F-315A-BD02F0932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9193738A-DFDC-3E1B-8EA4-1C5A472B367C}"/>
              </a:ext>
            </a:extLst>
          </p:cNvPr>
          <p:cNvGrpSpPr/>
          <p:nvPr/>
        </p:nvGrpSpPr>
        <p:grpSpPr>
          <a:xfrm>
            <a:off x="270494" y="246431"/>
            <a:ext cx="698205" cy="10040568"/>
            <a:chOff x="270494" y="246431"/>
            <a:chExt cx="698205" cy="10040568"/>
          </a:xfrm>
        </p:grpSpPr>
        <p:pic>
          <p:nvPicPr>
            <p:cNvPr id="11" name="図 10">
              <a:extLst>
                <a:ext uri="{FF2B5EF4-FFF2-40B4-BE49-F238E27FC236}">
                  <a16:creationId xmlns:a16="http://schemas.microsoft.com/office/drawing/2014/main" id="{F169EBC2-5E7B-3555-E436-A4172F48134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5400000">
              <a:off x="271822" y="245103"/>
              <a:ext cx="695550" cy="698205"/>
            </a:xfrm>
            <a:prstGeom prst="rect">
              <a:avLst/>
            </a:prstGeom>
          </p:spPr>
        </p:pic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7F4CBB17-4D36-FE32-2C0C-11836061C7E3}"/>
                </a:ext>
              </a:extLst>
            </p:cNvPr>
            <p:cNvSpPr txBox="1"/>
            <p:nvPr/>
          </p:nvSpPr>
          <p:spPr>
            <a:xfrm>
              <a:off x="434931" y="1036119"/>
              <a:ext cx="369332" cy="225878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kumimoji="1" lang="en-US" altLang="ja-JP" sz="1200" dirty="0">
                  <a:latin typeface="Source Han Sans JP" panose="020B0600070205080204" charset="-128"/>
                  <a:ea typeface="Source Han Sans JP" panose="020B0600070205080204" charset="-128"/>
                </a:rPr>
                <a:t>Tokyo University of Science</a:t>
              </a:r>
              <a:endParaRPr kumimoji="1" lang="ja-JP" altLang="en-US" sz="1200" dirty="0">
                <a:latin typeface="Source Han Sans JP" panose="020B0600070205080204" charset="-128"/>
                <a:ea typeface="Source Han Sans JP" panose="020B0600070205080204" charset="-128"/>
              </a:endParaRPr>
            </a:p>
          </p:txBody>
        </p:sp>
        <p:cxnSp>
          <p:nvCxnSpPr>
            <p:cNvPr id="13" name="直線コネクタ 12">
              <a:extLst>
                <a:ext uri="{FF2B5EF4-FFF2-40B4-BE49-F238E27FC236}">
                  <a16:creationId xmlns:a16="http://schemas.microsoft.com/office/drawing/2014/main" id="{AB79A041-70A5-4B0B-BBF7-7696516B3622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" y="3314700"/>
              <a:ext cx="0" cy="6067497"/>
            </a:xfrm>
            <a:prstGeom prst="line">
              <a:avLst/>
            </a:prstGeom>
            <a:ln>
              <a:solidFill>
                <a:srgbClr val="64A4A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フローチャート: 論理積ゲート 13">
              <a:extLst>
                <a:ext uri="{FF2B5EF4-FFF2-40B4-BE49-F238E27FC236}">
                  <a16:creationId xmlns:a16="http://schemas.microsoft.com/office/drawing/2014/main" id="{8A29C6B5-A687-2034-B604-03DB0845CB9F}"/>
                </a:ext>
              </a:extLst>
            </p:cNvPr>
            <p:cNvSpPr/>
            <p:nvPr/>
          </p:nvSpPr>
          <p:spPr>
            <a:xfrm rot="16200000">
              <a:off x="141940" y="9634201"/>
              <a:ext cx="924597" cy="381000"/>
            </a:xfrm>
            <a:prstGeom prst="flowChartDelay">
              <a:avLst/>
            </a:prstGeom>
            <a:solidFill>
              <a:srgbClr val="64A4A3"/>
            </a:solidFill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5" name="Group 3">
            <a:extLst>
              <a:ext uri="{FF2B5EF4-FFF2-40B4-BE49-F238E27FC236}">
                <a16:creationId xmlns:a16="http://schemas.microsoft.com/office/drawing/2014/main" id="{D465CA50-DCD9-E6D1-DF50-26EDD12BCA4E}"/>
              </a:ext>
            </a:extLst>
          </p:cNvPr>
          <p:cNvGrpSpPr/>
          <p:nvPr/>
        </p:nvGrpSpPr>
        <p:grpSpPr>
          <a:xfrm>
            <a:off x="1371600" y="1069258"/>
            <a:ext cx="16064988" cy="125708"/>
            <a:chOff x="0" y="0"/>
            <a:chExt cx="22021800" cy="190500"/>
          </a:xfrm>
        </p:grpSpPr>
        <p:grpSp>
          <p:nvGrpSpPr>
            <p:cNvPr id="16" name="Group 4">
              <a:extLst>
                <a:ext uri="{FF2B5EF4-FFF2-40B4-BE49-F238E27FC236}">
                  <a16:creationId xmlns:a16="http://schemas.microsoft.com/office/drawing/2014/main" id="{577A288C-1C2E-C07C-1C06-8422BC8B08F1}"/>
                </a:ext>
              </a:extLst>
            </p:cNvPr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23" name="Freeform 5">
                <a:extLst>
                  <a:ext uri="{FF2B5EF4-FFF2-40B4-BE49-F238E27FC236}">
                    <a16:creationId xmlns:a16="http://schemas.microsoft.com/office/drawing/2014/main" id="{F8588DBA-4A30-EC6C-9035-85D6BA240FE1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4" name="TextBox 6">
                <a:extLst>
                  <a:ext uri="{FF2B5EF4-FFF2-40B4-BE49-F238E27FC236}">
                    <a16:creationId xmlns:a16="http://schemas.microsoft.com/office/drawing/2014/main" id="{F2003900-3796-3F86-EB96-0E0E66E3B8D5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7" name="Group 7">
              <a:extLst>
                <a:ext uri="{FF2B5EF4-FFF2-40B4-BE49-F238E27FC236}">
                  <a16:creationId xmlns:a16="http://schemas.microsoft.com/office/drawing/2014/main" id="{B350E013-3D70-3E7F-C4B6-8517EC5CB7F3}"/>
                </a:ext>
              </a:extLst>
            </p:cNvPr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21" name="Freeform 8">
                <a:extLst>
                  <a:ext uri="{FF2B5EF4-FFF2-40B4-BE49-F238E27FC236}">
                    <a16:creationId xmlns:a16="http://schemas.microsoft.com/office/drawing/2014/main" id="{C173C1D9-4CE9-93FC-FD61-9710D7383256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2" name="TextBox 9">
                <a:extLst>
                  <a:ext uri="{FF2B5EF4-FFF2-40B4-BE49-F238E27FC236}">
                    <a16:creationId xmlns:a16="http://schemas.microsoft.com/office/drawing/2014/main" id="{3D772C60-8A47-7764-F787-8B2B9E186C99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8" name="Group 10">
              <a:extLst>
                <a:ext uri="{FF2B5EF4-FFF2-40B4-BE49-F238E27FC236}">
                  <a16:creationId xmlns:a16="http://schemas.microsoft.com/office/drawing/2014/main" id="{F4F462E7-CE58-683B-75EC-F8D7FAF42AC4}"/>
                </a:ext>
              </a:extLst>
            </p:cNvPr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19" name="Freeform 11">
                <a:extLst>
                  <a:ext uri="{FF2B5EF4-FFF2-40B4-BE49-F238E27FC236}">
                    <a16:creationId xmlns:a16="http://schemas.microsoft.com/office/drawing/2014/main" id="{5B63D461-705B-0407-0394-EF8CF7C3C69D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0" name="TextBox 12">
                <a:extLst>
                  <a:ext uri="{FF2B5EF4-FFF2-40B4-BE49-F238E27FC236}">
                    <a16:creationId xmlns:a16="http://schemas.microsoft.com/office/drawing/2014/main" id="{D5024502-93C6-2444-B0F5-CC3F5A4C43CE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25" name="スライド番号プレースホルダー 28">
            <a:extLst>
              <a:ext uri="{FF2B5EF4-FFF2-40B4-BE49-F238E27FC236}">
                <a16:creationId xmlns:a16="http://schemas.microsoft.com/office/drawing/2014/main" id="{C410EC24-8FBF-330D-E681-616ADBCF2827}"/>
              </a:ext>
            </a:extLst>
          </p:cNvPr>
          <p:cNvSpPr txBox="1">
            <a:spLocks/>
          </p:cNvSpPr>
          <p:nvPr/>
        </p:nvSpPr>
        <p:spPr>
          <a:xfrm>
            <a:off x="270494" y="9748987"/>
            <a:ext cx="599456" cy="4622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2400" smtClean="0"/>
              <a:pPr/>
              <a:t>13</a:t>
            </a:fld>
            <a:endParaRPr lang="en-US" sz="2400" dirty="0"/>
          </a:p>
        </p:txBody>
      </p:sp>
      <p:sp>
        <p:nvSpPr>
          <p:cNvPr id="40" name="四角形: 角を丸くする 39">
            <a:extLst>
              <a:ext uri="{FF2B5EF4-FFF2-40B4-BE49-F238E27FC236}">
                <a16:creationId xmlns:a16="http://schemas.microsoft.com/office/drawing/2014/main" id="{FBA93A78-E2A3-2B8A-54F0-862FD69A2B5D}"/>
              </a:ext>
            </a:extLst>
          </p:cNvPr>
          <p:cNvSpPr/>
          <p:nvPr/>
        </p:nvSpPr>
        <p:spPr>
          <a:xfrm>
            <a:off x="4505864" y="3248630"/>
            <a:ext cx="9796460" cy="4374019"/>
          </a:xfrm>
          <a:prstGeom prst="roundRect">
            <a:avLst/>
          </a:prstGeom>
          <a:solidFill>
            <a:srgbClr val="CFE3E3"/>
          </a:solidFill>
          <a:ln w="57150">
            <a:solidFill>
              <a:srgbClr val="64A4A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034065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CDA979A-2232-B18F-94AD-CE522D420D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4A7B271B-5ABC-22CA-D17A-37FB9584E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B6907253-5DFE-D856-0578-347D8EC8EC25}"/>
              </a:ext>
            </a:extLst>
          </p:cNvPr>
          <p:cNvGrpSpPr/>
          <p:nvPr/>
        </p:nvGrpSpPr>
        <p:grpSpPr>
          <a:xfrm>
            <a:off x="270494" y="246431"/>
            <a:ext cx="698205" cy="10040568"/>
            <a:chOff x="270494" y="246431"/>
            <a:chExt cx="698205" cy="10040568"/>
          </a:xfrm>
        </p:grpSpPr>
        <p:pic>
          <p:nvPicPr>
            <p:cNvPr id="11" name="図 10">
              <a:extLst>
                <a:ext uri="{FF2B5EF4-FFF2-40B4-BE49-F238E27FC236}">
                  <a16:creationId xmlns:a16="http://schemas.microsoft.com/office/drawing/2014/main" id="{BAAC7754-86CA-3FFF-3BD1-1D68547A52F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5400000">
              <a:off x="271822" y="245103"/>
              <a:ext cx="695550" cy="698205"/>
            </a:xfrm>
            <a:prstGeom prst="rect">
              <a:avLst/>
            </a:prstGeom>
          </p:spPr>
        </p:pic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F2DCDF5B-E11A-7623-CE80-751974F6E981}"/>
                </a:ext>
              </a:extLst>
            </p:cNvPr>
            <p:cNvSpPr txBox="1"/>
            <p:nvPr/>
          </p:nvSpPr>
          <p:spPr>
            <a:xfrm>
              <a:off x="434931" y="1036119"/>
              <a:ext cx="369332" cy="225878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kumimoji="1" lang="en-US" altLang="ja-JP" sz="1200" dirty="0">
                  <a:latin typeface="Source Han Sans JP" panose="020B0600070205080204" charset="-128"/>
                  <a:ea typeface="Source Han Sans JP" panose="020B0600070205080204" charset="-128"/>
                </a:rPr>
                <a:t>Tokyo University of Science</a:t>
              </a:r>
              <a:endParaRPr kumimoji="1" lang="ja-JP" altLang="en-US" sz="1200" dirty="0">
                <a:latin typeface="Source Han Sans JP" panose="020B0600070205080204" charset="-128"/>
                <a:ea typeface="Source Han Sans JP" panose="020B0600070205080204" charset="-128"/>
              </a:endParaRPr>
            </a:p>
          </p:txBody>
        </p:sp>
        <p:cxnSp>
          <p:nvCxnSpPr>
            <p:cNvPr id="13" name="直線コネクタ 12">
              <a:extLst>
                <a:ext uri="{FF2B5EF4-FFF2-40B4-BE49-F238E27FC236}">
                  <a16:creationId xmlns:a16="http://schemas.microsoft.com/office/drawing/2014/main" id="{4726FDD1-E140-7398-6DE0-FABEA317E5C0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" y="3314700"/>
              <a:ext cx="0" cy="6067497"/>
            </a:xfrm>
            <a:prstGeom prst="line">
              <a:avLst/>
            </a:prstGeom>
            <a:ln>
              <a:solidFill>
                <a:srgbClr val="64A4A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フローチャート: 論理積ゲート 13">
              <a:extLst>
                <a:ext uri="{FF2B5EF4-FFF2-40B4-BE49-F238E27FC236}">
                  <a16:creationId xmlns:a16="http://schemas.microsoft.com/office/drawing/2014/main" id="{56E3F16A-16C7-EEAC-22BC-F6A786BB6770}"/>
                </a:ext>
              </a:extLst>
            </p:cNvPr>
            <p:cNvSpPr/>
            <p:nvPr/>
          </p:nvSpPr>
          <p:spPr>
            <a:xfrm rot="16200000">
              <a:off x="141940" y="9634201"/>
              <a:ext cx="924597" cy="381000"/>
            </a:xfrm>
            <a:prstGeom prst="flowChartDelay">
              <a:avLst/>
            </a:prstGeom>
            <a:solidFill>
              <a:srgbClr val="64A4A3"/>
            </a:solidFill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5" name="Group 3">
            <a:extLst>
              <a:ext uri="{FF2B5EF4-FFF2-40B4-BE49-F238E27FC236}">
                <a16:creationId xmlns:a16="http://schemas.microsoft.com/office/drawing/2014/main" id="{2CAB03A1-094E-D0F2-240D-924E676976D8}"/>
              </a:ext>
            </a:extLst>
          </p:cNvPr>
          <p:cNvGrpSpPr/>
          <p:nvPr/>
        </p:nvGrpSpPr>
        <p:grpSpPr>
          <a:xfrm>
            <a:off x="1371600" y="1069258"/>
            <a:ext cx="16064988" cy="125708"/>
            <a:chOff x="0" y="0"/>
            <a:chExt cx="22021800" cy="190500"/>
          </a:xfrm>
        </p:grpSpPr>
        <p:grpSp>
          <p:nvGrpSpPr>
            <p:cNvPr id="16" name="Group 4">
              <a:extLst>
                <a:ext uri="{FF2B5EF4-FFF2-40B4-BE49-F238E27FC236}">
                  <a16:creationId xmlns:a16="http://schemas.microsoft.com/office/drawing/2014/main" id="{DAB48B91-42CE-B23B-D329-E6CEAB4AB32A}"/>
                </a:ext>
              </a:extLst>
            </p:cNvPr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23" name="Freeform 5">
                <a:extLst>
                  <a:ext uri="{FF2B5EF4-FFF2-40B4-BE49-F238E27FC236}">
                    <a16:creationId xmlns:a16="http://schemas.microsoft.com/office/drawing/2014/main" id="{AA38163E-472D-88F0-5AC0-909456E2C3FF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4" name="TextBox 6">
                <a:extLst>
                  <a:ext uri="{FF2B5EF4-FFF2-40B4-BE49-F238E27FC236}">
                    <a16:creationId xmlns:a16="http://schemas.microsoft.com/office/drawing/2014/main" id="{E776157F-3EFE-B90B-9B16-25C6CA7AC942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7" name="Group 7">
              <a:extLst>
                <a:ext uri="{FF2B5EF4-FFF2-40B4-BE49-F238E27FC236}">
                  <a16:creationId xmlns:a16="http://schemas.microsoft.com/office/drawing/2014/main" id="{1970744D-84EB-1F9D-AE65-A4498CA8C995}"/>
                </a:ext>
              </a:extLst>
            </p:cNvPr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21" name="Freeform 8">
                <a:extLst>
                  <a:ext uri="{FF2B5EF4-FFF2-40B4-BE49-F238E27FC236}">
                    <a16:creationId xmlns:a16="http://schemas.microsoft.com/office/drawing/2014/main" id="{CCD00C64-A0C9-C0D9-22C9-569C9AF08EF3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2" name="TextBox 9">
                <a:extLst>
                  <a:ext uri="{FF2B5EF4-FFF2-40B4-BE49-F238E27FC236}">
                    <a16:creationId xmlns:a16="http://schemas.microsoft.com/office/drawing/2014/main" id="{77CCE5B6-F293-4F0A-A78D-2D2957C1E7FA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8" name="Group 10">
              <a:extLst>
                <a:ext uri="{FF2B5EF4-FFF2-40B4-BE49-F238E27FC236}">
                  <a16:creationId xmlns:a16="http://schemas.microsoft.com/office/drawing/2014/main" id="{EA5147E1-4B27-A80D-AD07-8BA0AC1C610F}"/>
                </a:ext>
              </a:extLst>
            </p:cNvPr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19" name="Freeform 11">
                <a:extLst>
                  <a:ext uri="{FF2B5EF4-FFF2-40B4-BE49-F238E27FC236}">
                    <a16:creationId xmlns:a16="http://schemas.microsoft.com/office/drawing/2014/main" id="{D7F44DCD-7218-FCF2-EAF1-9F8608304787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0" name="TextBox 12">
                <a:extLst>
                  <a:ext uri="{FF2B5EF4-FFF2-40B4-BE49-F238E27FC236}">
                    <a16:creationId xmlns:a16="http://schemas.microsoft.com/office/drawing/2014/main" id="{B8FDF732-E1E1-3DFA-DA38-E3EE41D46AFD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25" name="スライド番号プレースホルダー 28">
            <a:extLst>
              <a:ext uri="{FF2B5EF4-FFF2-40B4-BE49-F238E27FC236}">
                <a16:creationId xmlns:a16="http://schemas.microsoft.com/office/drawing/2014/main" id="{FB2592BE-DC5F-84A8-CD14-1E93CBEC8EA8}"/>
              </a:ext>
            </a:extLst>
          </p:cNvPr>
          <p:cNvSpPr txBox="1">
            <a:spLocks/>
          </p:cNvSpPr>
          <p:nvPr/>
        </p:nvSpPr>
        <p:spPr>
          <a:xfrm>
            <a:off x="270494" y="9748987"/>
            <a:ext cx="599456" cy="4622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2400" smtClean="0"/>
              <a:pPr/>
              <a:t>14</a:t>
            </a:fld>
            <a:endParaRPr lang="en-US" sz="2400" dirty="0"/>
          </a:p>
        </p:txBody>
      </p:sp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23564E9A-48F7-A2BF-BDB9-894FE932ACB4}"/>
              </a:ext>
            </a:extLst>
          </p:cNvPr>
          <p:cNvGrpSpPr/>
          <p:nvPr/>
        </p:nvGrpSpPr>
        <p:grpSpPr>
          <a:xfrm>
            <a:off x="1418285" y="2853056"/>
            <a:ext cx="2109371" cy="6698440"/>
            <a:chOff x="1418285" y="2853056"/>
            <a:chExt cx="2109371" cy="6698440"/>
          </a:xfrm>
        </p:grpSpPr>
        <p:grpSp>
          <p:nvGrpSpPr>
            <p:cNvPr id="4" name="グループ化 3">
              <a:extLst>
                <a:ext uri="{FF2B5EF4-FFF2-40B4-BE49-F238E27FC236}">
                  <a16:creationId xmlns:a16="http://schemas.microsoft.com/office/drawing/2014/main" id="{CB7EBC46-835F-0297-30D3-0E98C64C6C35}"/>
                </a:ext>
              </a:extLst>
            </p:cNvPr>
            <p:cNvGrpSpPr/>
            <p:nvPr/>
          </p:nvGrpSpPr>
          <p:grpSpPr>
            <a:xfrm>
              <a:off x="1418285" y="2853056"/>
              <a:ext cx="2109371" cy="1008000"/>
              <a:chOff x="1656058" y="3294906"/>
              <a:chExt cx="2109371" cy="1008000"/>
            </a:xfrm>
          </p:grpSpPr>
          <p:sp>
            <p:nvSpPr>
              <p:cNvPr id="36" name="楕円 35">
                <a:extLst>
                  <a:ext uri="{FF2B5EF4-FFF2-40B4-BE49-F238E27FC236}">
                    <a16:creationId xmlns:a16="http://schemas.microsoft.com/office/drawing/2014/main" id="{6E348C05-9A1A-D122-EEAB-CFD55EE6D88D}"/>
                  </a:ext>
                </a:extLst>
              </p:cNvPr>
              <p:cNvSpPr/>
              <p:nvPr/>
            </p:nvSpPr>
            <p:spPr>
              <a:xfrm>
                <a:off x="2757429" y="3294906"/>
                <a:ext cx="1008000" cy="1008000"/>
              </a:xfrm>
              <a:prstGeom prst="ellipse">
                <a:avLst/>
              </a:prstGeom>
              <a:solidFill>
                <a:srgbClr val="64A4A3"/>
              </a:solidFill>
              <a:ln>
                <a:solidFill>
                  <a:srgbClr val="64A4A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ja-JP" sz="2800" dirty="0">
                    <a:latin typeface="Source Han Sans JP Bold" panose="020B0600070205080204" charset="-128"/>
                    <a:ea typeface="Source Han Sans JP Bold" panose="020B0600070205080204" charset="-128"/>
                  </a:rPr>
                  <a:t>1</a:t>
                </a:r>
                <a:endParaRPr kumimoji="1" lang="ja-JP" altLang="en-US" sz="2800" dirty="0">
                  <a:latin typeface="Source Han Sans JP Bold" panose="020B0600070205080204" charset="-128"/>
                  <a:ea typeface="Source Han Sans JP Bold" panose="020B0600070205080204" charset="-128"/>
                </a:endParaRPr>
              </a:p>
            </p:txBody>
          </p:sp>
          <p:cxnSp>
            <p:nvCxnSpPr>
              <p:cNvPr id="37" name="直線コネクタ 36">
                <a:extLst>
                  <a:ext uri="{FF2B5EF4-FFF2-40B4-BE49-F238E27FC236}">
                    <a16:creationId xmlns:a16="http://schemas.microsoft.com/office/drawing/2014/main" id="{2CF08CEB-2BAA-6612-C602-A26369FE46A4}"/>
                  </a:ext>
                </a:extLst>
              </p:cNvPr>
              <p:cNvCxnSpPr>
                <a:cxnSpLocks/>
                <a:endCxn id="36" idx="2"/>
              </p:cNvCxnSpPr>
              <p:nvPr/>
            </p:nvCxnSpPr>
            <p:spPr>
              <a:xfrm>
                <a:off x="1656058" y="3798906"/>
                <a:ext cx="1101371" cy="0"/>
              </a:xfrm>
              <a:prstGeom prst="line">
                <a:avLst/>
              </a:prstGeom>
              <a:ln>
                <a:solidFill>
                  <a:srgbClr val="64A4A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8" name="テキスト ボックス 37">
                <a:extLst>
                  <a:ext uri="{FF2B5EF4-FFF2-40B4-BE49-F238E27FC236}">
                    <a16:creationId xmlns:a16="http://schemas.microsoft.com/office/drawing/2014/main" id="{458AB4EF-9178-D10F-2B7E-AB53EFC60FC1}"/>
                  </a:ext>
                </a:extLst>
              </p:cNvPr>
              <p:cNvSpPr txBox="1"/>
              <p:nvPr/>
            </p:nvSpPr>
            <p:spPr>
              <a:xfrm>
                <a:off x="1806795" y="3437700"/>
                <a:ext cx="100799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ja-JP" spc="300" dirty="0">
                    <a:solidFill>
                      <a:srgbClr val="64A4A3"/>
                    </a:solidFill>
                    <a:latin typeface="Source Han Sans JP" panose="020B0600070205080204" charset="-128"/>
                    <a:ea typeface="Source Han Sans JP" panose="020B0600070205080204" charset="-128"/>
                  </a:rPr>
                  <a:t>Step</a:t>
                </a:r>
                <a:endParaRPr kumimoji="1" lang="ja-JP" altLang="en-US" spc="300" dirty="0">
                  <a:solidFill>
                    <a:srgbClr val="64A4A3"/>
                  </a:solidFill>
                  <a:latin typeface="Source Han Sans JP" panose="020B0600070205080204" charset="-128"/>
                  <a:ea typeface="Source Han Sans JP" panose="020B0600070205080204" charset="-128"/>
                </a:endParaRPr>
              </a:p>
            </p:txBody>
          </p:sp>
        </p:grpSp>
        <p:sp>
          <p:nvSpPr>
            <p:cNvPr id="5" name="矢印: 下 4">
              <a:extLst>
                <a:ext uri="{FF2B5EF4-FFF2-40B4-BE49-F238E27FC236}">
                  <a16:creationId xmlns:a16="http://schemas.microsoft.com/office/drawing/2014/main" id="{882C9F4E-2EAE-5AFA-4E98-427F2C9D9585}"/>
                </a:ext>
              </a:extLst>
            </p:cNvPr>
            <p:cNvSpPr/>
            <p:nvPr/>
          </p:nvSpPr>
          <p:spPr>
            <a:xfrm>
              <a:off x="2977323" y="3850839"/>
              <a:ext cx="92666" cy="875817"/>
            </a:xfrm>
            <a:prstGeom prst="downArrow">
              <a:avLst/>
            </a:prstGeom>
            <a:solidFill>
              <a:srgbClr val="64A4A3"/>
            </a:solidFill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6" name="グループ化 5">
              <a:extLst>
                <a:ext uri="{FF2B5EF4-FFF2-40B4-BE49-F238E27FC236}">
                  <a16:creationId xmlns:a16="http://schemas.microsoft.com/office/drawing/2014/main" id="{619C0457-BFA4-617F-B1B5-7BB08C4AEE88}"/>
                </a:ext>
              </a:extLst>
            </p:cNvPr>
            <p:cNvGrpSpPr/>
            <p:nvPr/>
          </p:nvGrpSpPr>
          <p:grpSpPr>
            <a:xfrm>
              <a:off x="1418285" y="4750923"/>
              <a:ext cx="2109371" cy="1008000"/>
              <a:chOff x="1656058" y="3294906"/>
              <a:chExt cx="2109371" cy="1008000"/>
            </a:xfrm>
          </p:grpSpPr>
          <p:sp>
            <p:nvSpPr>
              <p:cNvPr id="33" name="楕円 32">
                <a:extLst>
                  <a:ext uri="{FF2B5EF4-FFF2-40B4-BE49-F238E27FC236}">
                    <a16:creationId xmlns:a16="http://schemas.microsoft.com/office/drawing/2014/main" id="{814483B7-FC9A-09AE-F50F-576B0C8F9494}"/>
                  </a:ext>
                </a:extLst>
              </p:cNvPr>
              <p:cNvSpPr/>
              <p:nvPr/>
            </p:nvSpPr>
            <p:spPr>
              <a:xfrm>
                <a:off x="2757429" y="3294906"/>
                <a:ext cx="1008000" cy="1008000"/>
              </a:xfrm>
              <a:prstGeom prst="ellipse">
                <a:avLst/>
              </a:prstGeom>
              <a:solidFill>
                <a:srgbClr val="64A4A3"/>
              </a:solidFill>
              <a:ln>
                <a:solidFill>
                  <a:srgbClr val="64A4A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ja-JP" sz="2800" dirty="0">
                    <a:latin typeface="Source Han Sans JP Bold" panose="020B0600070205080204" charset="-128"/>
                    <a:ea typeface="Source Han Sans JP Bold" panose="020B0600070205080204" charset="-128"/>
                  </a:rPr>
                  <a:t>2</a:t>
                </a:r>
                <a:endParaRPr kumimoji="1" lang="ja-JP" altLang="en-US" sz="2800" dirty="0">
                  <a:latin typeface="Source Han Sans JP Bold" panose="020B0600070205080204" charset="-128"/>
                  <a:ea typeface="Source Han Sans JP Bold" panose="020B0600070205080204" charset="-128"/>
                </a:endParaRPr>
              </a:p>
            </p:txBody>
          </p:sp>
          <p:cxnSp>
            <p:nvCxnSpPr>
              <p:cNvPr id="34" name="直線コネクタ 33">
                <a:extLst>
                  <a:ext uri="{FF2B5EF4-FFF2-40B4-BE49-F238E27FC236}">
                    <a16:creationId xmlns:a16="http://schemas.microsoft.com/office/drawing/2014/main" id="{A560ABD3-2469-2242-0899-4B910D99EE21}"/>
                  </a:ext>
                </a:extLst>
              </p:cNvPr>
              <p:cNvCxnSpPr>
                <a:cxnSpLocks/>
                <a:endCxn id="33" idx="2"/>
              </p:cNvCxnSpPr>
              <p:nvPr/>
            </p:nvCxnSpPr>
            <p:spPr>
              <a:xfrm>
                <a:off x="1656058" y="3798906"/>
                <a:ext cx="1101371" cy="0"/>
              </a:xfrm>
              <a:prstGeom prst="line">
                <a:avLst/>
              </a:prstGeom>
              <a:ln>
                <a:solidFill>
                  <a:srgbClr val="64A4A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" name="テキスト ボックス 34">
                <a:extLst>
                  <a:ext uri="{FF2B5EF4-FFF2-40B4-BE49-F238E27FC236}">
                    <a16:creationId xmlns:a16="http://schemas.microsoft.com/office/drawing/2014/main" id="{E10A100C-A7EF-4A15-07CB-FD95148FC385}"/>
                  </a:ext>
                </a:extLst>
              </p:cNvPr>
              <p:cNvSpPr txBox="1"/>
              <p:nvPr/>
            </p:nvSpPr>
            <p:spPr>
              <a:xfrm>
                <a:off x="1806795" y="3437700"/>
                <a:ext cx="100799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ja-JP" spc="300" dirty="0">
                    <a:solidFill>
                      <a:srgbClr val="64A4A3"/>
                    </a:solidFill>
                    <a:latin typeface="Source Han Sans JP" panose="020B0600070205080204" charset="-128"/>
                    <a:ea typeface="Source Han Sans JP" panose="020B0600070205080204" charset="-128"/>
                  </a:rPr>
                  <a:t>Step</a:t>
                </a:r>
                <a:endParaRPr kumimoji="1" lang="ja-JP" altLang="en-US" spc="300" dirty="0">
                  <a:solidFill>
                    <a:srgbClr val="64A4A3"/>
                  </a:solidFill>
                  <a:latin typeface="Source Han Sans JP" panose="020B0600070205080204" charset="-128"/>
                  <a:ea typeface="Source Han Sans JP" panose="020B0600070205080204" charset="-128"/>
                </a:endParaRPr>
              </a:p>
            </p:txBody>
          </p:sp>
        </p:grpSp>
        <p:grpSp>
          <p:nvGrpSpPr>
            <p:cNvPr id="7" name="グループ化 6">
              <a:extLst>
                <a:ext uri="{FF2B5EF4-FFF2-40B4-BE49-F238E27FC236}">
                  <a16:creationId xmlns:a16="http://schemas.microsoft.com/office/drawing/2014/main" id="{08CAE8D0-EC04-A256-96D0-EC12F4DE1F94}"/>
                </a:ext>
              </a:extLst>
            </p:cNvPr>
            <p:cNvGrpSpPr/>
            <p:nvPr/>
          </p:nvGrpSpPr>
          <p:grpSpPr>
            <a:xfrm>
              <a:off x="1418285" y="6648790"/>
              <a:ext cx="2109371" cy="1008000"/>
              <a:chOff x="1656058" y="3294906"/>
              <a:chExt cx="2109371" cy="1008000"/>
            </a:xfrm>
          </p:grpSpPr>
          <p:sp>
            <p:nvSpPr>
              <p:cNvPr id="30" name="楕円 29">
                <a:extLst>
                  <a:ext uri="{FF2B5EF4-FFF2-40B4-BE49-F238E27FC236}">
                    <a16:creationId xmlns:a16="http://schemas.microsoft.com/office/drawing/2014/main" id="{D57DB331-D7A3-4F3B-1225-AF1B51264791}"/>
                  </a:ext>
                </a:extLst>
              </p:cNvPr>
              <p:cNvSpPr/>
              <p:nvPr/>
            </p:nvSpPr>
            <p:spPr>
              <a:xfrm>
                <a:off x="2757429" y="3294906"/>
                <a:ext cx="1008000" cy="1008000"/>
              </a:xfrm>
              <a:prstGeom prst="ellipse">
                <a:avLst/>
              </a:prstGeom>
              <a:solidFill>
                <a:srgbClr val="64A4A3"/>
              </a:solidFill>
              <a:ln>
                <a:solidFill>
                  <a:srgbClr val="64A4A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ja-JP" sz="2800" dirty="0">
                    <a:latin typeface="Source Han Sans JP Bold" panose="020B0600070205080204" charset="-128"/>
                    <a:ea typeface="Source Han Sans JP Bold" panose="020B0600070205080204" charset="-128"/>
                  </a:rPr>
                  <a:t>3</a:t>
                </a:r>
                <a:endParaRPr kumimoji="1" lang="ja-JP" altLang="en-US" sz="2800" dirty="0">
                  <a:latin typeface="Source Han Sans JP Bold" panose="020B0600070205080204" charset="-128"/>
                  <a:ea typeface="Source Han Sans JP Bold" panose="020B0600070205080204" charset="-128"/>
                </a:endParaRPr>
              </a:p>
            </p:txBody>
          </p:sp>
          <p:cxnSp>
            <p:nvCxnSpPr>
              <p:cNvPr id="31" name="直線コネクタ 30">
                <a:extLst>
                  <a:ext uri="{FF2B5EF4-FFF2-40B4-BE49-F238E27FC236}">
                    <a16:creationId xmlns:a16="http://schemas.microsoft.com/office/drawing/2014/main" id="{BC242994-3810-F8C3-F5A0-585E4A64B43E}"/>
                  </a:ext>
                </a:extLst>
              </p:cNvPr>
              <p:cNvCxnSpPr>
                <a:cxnSpLocks/>
                <a:endCxn id="30" idx="2"/>
              </p:cNvCxnSpPr>
              <p:nvPr/>
            </p:nvCxnSpPr>
            <p:spPr>
              <a:xfrm>
                <a:off x="1656058" y="3798906"/>
                <a:ext cx="1101371" cy="0"/>
              </a:xfrm>
              <a:prstGeom prst="line">
                <a:avLst/>
              </a:prstGeom>
              <a:ln>
                <a:solidFill>
                  <a:srgbClr val="64A4A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2" name="テキスト ボックス 31">
                <a:extLst>
                  <a:ext uri="{FF2B5EF4-FFF2-40B4-BE49-F238E27FC236}">
                    <a16:creationId xmlns:a16="http://schemas.microsoft.com/office/drawing/2014/main" id="{C9D61664-2954-9D78-9C5E-BF923A0CE8FC}"/>
                  </a:ext>
                </a:extLst>
              </p:cNvPr>
              <p:cNvSpPr txBox="1"/>
              <p:nvPr/>
            </p:nvSpPr>
            <p:spPr>
              <a:xfrm>
                <a:off x="1806795" y="3437700"/>
                <a:ext cx="100799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ja-JP" spc="300" dirty="0">
                    <a:solidFill>
                      <a:srgbClr val="64A4A3"/>
                    </a:solidFill>
                    <a:latin typeface="Source Han Sans JP" panose="020B0600070205080204" charset="-128"/>
                    <a:ea typeface="Source Han Sans JP" panose="020B0600070205080204" charset="-128"/>
                  </a:rPr>
                  <a:t>Step</a:t>
                </a:r>
                <a:endParaRPr kumimoji="1" lang="ja-JP" altLang="en-US" spc="300" dirty="0">
                  <a:solidFill>
                    <a:srgbClr val="64A4A3"/>
                  </a:solidFill>
                  <a:latin typeface="Source Han Sans JP" panose="020B0600070205080204" charset="-128"/>
                  <a:ea typeface="Source Han Sans JP" panose="020B0600070205080204" charset="-128"/>
                </a:endParaRPr>
              </a:p>
            </p:txBody>
          </p:sp>
        </p:grpSp>
        <p:grpSp>
          <p:nvGrpSpPr>
            <p:cNvPr id="8" name="グループ化 7">
              <a:extLst>
                <a:ext uri="{FF2B5EF4-FFF2-40B4-BE49-F238E27FC236}">
                  <a16:creationId xmlns:a16="http://schemas.microsoft.com/office/drawing/2014/main" id="{B3C7638F-6F35-F7EC-7F78-BAEAE0F27CF9}"/>
                </a:ext>
              </a:extLst>
            </p:cNvPr>
            <p:cNvGrpSpPr/>
            <p:nvPr/>
          </p:nvGrpSpPr>
          <p:grpSpPr>
            <a:xfrm>
              <a:off x="1418285" y="8543496"/>
              <a:ext cx="2109371" cy="1008000"/>
              <a:chOff x="1656058" y="3294906"/>
              <a:chExt cx="2109371" cy="1008000"/>
            </a:xfrm>
          </p:grpSpPr>
          <p:sp>
            <p:nvSpPr>
              <p:cNvPr id="27" name="楕円 26">
                <a:extLst>
                  <a:ext uri="{FF2B5EF4-FFF2-40B4-BE49-F238E27FC236}">
                    <a16:creationId xmlns:a16="http://schemas.microsoft.com/office/drawing/2014/main" id="{6ED34ABB-271D-19B8-B07C-9B8099631699}"/>
                  </a:ext>
                </a:extLst>
              </p:cNvPr>
              <p:cNvSpPr/>
              <p:nvPr/>
            </p:nvSpPr>
            <p:spPr>
              <a:xfrm>
                <a:off x="2757429" y="3294906"/>
                <a:ext cx="1008000" cy="1008000"/>
              </a:xfrm>
              <a:prstGeom prst="ellipse">
                <a:avLst/>
              </a:prstGeom>
              <a:solidFill>
                <a:srgbClr val="64A4A3"/>
              </a:solidFill>
              <a:ln>
                <a:solidFill>
                  <a:srgbClr val="64A4A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ja-JP" sz="2800" dirty="0">
                    <a:latin typeface="Source Han Sans JP Bold" panose="020B0600070205080204" charset="-128"/>
                    <a:ea typeface="Source Han Sans JP Bold" panose="020B0600070205080204" charset="-128"/>
                  </a:rPr>
                  <a:t>4</a:t>
                </a:r>
                <a:endParaRPr kumimoji="1" lang="ja-JP" altLang="en-US" sz="2800" dirty="0">
                  <a:latin typeface="Source Han Sans JP Bold" panose="020B0600070205080204" charset="-128"/>
                  <a:ea typeface="Source Han Sans JP Bold" panose="020B0600070205080204" charset="-128"/>
                </a:endParaRPr>
              </a:p>
            </p:txBody>
          </p:sp>
          <p:cxnSp>
            <p:nvCxnSpPr>
              <p:cNvPr id="28" name="直線コネクタ 27">
                <a:extLst>
                  <a:ext uri="{FF2B5EF4-FFF2-40B4-BE49-F238E27FC236}">
                    <a16:creationId xmlns:a16="http://schemas.microsoft.com/office/drawing/2014/main" id="{F02B6CEA-3828-54E2-4DEA-AC913B84DB1E}"/>
                  </a:ext>
                </a:extLst>
              </p:cNvPr>
              <p:cNvCxnSpPr>
                <a:cxnSpLocks/>
                <a:endCxn id="27" idx="2"/>
              </p:cNvCxnSpPr>
              <p:nvPr/>
            </p:nvCxnSpPr>
            <p:spPr>
              <a:xfrm>
                <a:off x="1656058" y="3798906"/>
                <a:ext cx="1101371" cy="0"/>
              </a:xfrm>
              <a:prstGeom prst="line">
                <a:avLst/>
              </a:prstGeom>
              <a:ln>
                <a:solidFill>
                  <a:srgbClr val="64A4A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9" name="テキスト ボックス 28">
                <a:extLst>
                  <a:ext uri="{FF2B5EF4-FFF2-40B4-BE49-F238E27FC236}">
                    <a16:creationId xmlns:a16="http://schemas.microsoft.com/office/drawing/2014/main" id="{9EAF984D-8798-2A72-8CF7-6E0AC1D81912}"/>
                  </a:ext>
                </a:extLst>
              </p:cNvPr>
              <p:cNvSpPr txBox="1"/>
              <p:nvPr/>
            </p:nvSpPr>
            <p:spPr>
              <a:xfrm>
                <a:off x="1806795" y="3437700"/>
                <a:ext cx="100799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ja-JP" spc="300" dirty="0">
                    <a:solidFill>
                      <a:srgbClr val="64A4A3"/>
                    </a:solidFill>
                    <a:latin typeface="Source Han Sans JP" panose="020B0600070205080204" charset="-128"/>
                    <a:ea typeface="Source Han Sans JP" panose="020B0600070205080204" charset="-128"/>
                  </a:rPr>
                  <a:t>Step</a:t>
                </a:r>
                <a:endParaRPr kumimoji="1" lang="ja-JP" altLang="en-US" spc="300" dirty="0">
                  <a:solidFill>
                    <a:srgbClr val="64A4A3"/>
                  </a:solidFill>
                  <a:latin typeface="Source Han Sans JP" panose="020B0600070205080204" charset="-128"/>
                  <a:ea typeface="Source Han Sans JP" panose="020B0600070205080204" charset="-128"/>
                </a:endParaRPr>
              </a:p>
            </p:txBody>
          </p:sp>
        </p:grpSp>
        <p:sp>
          <p:nvSpPr>
            <p:cNvPr id="9" name="矢印: 下 8">
              <a:extLst>
                <a:ext uri="{FF2B5EF4-FFF2-40B4-BE49-F238E27FC236}">
                  <a16:creationId xmlns:a16="http://schemas.microsoft.com/office/drawing/2014/main" id="{74F26521-2F7F-1B87-CB57-1D58BFF65561}"/>
                </a:ext>
              </a:extLst>
            </p:cNvPr>
            <p:cNvSpPr/>
            <p:nvPr/>
          </p:nvSpPr>
          <p:spPr>
            <a:xfrm>
              <a:off x="2975459" y="5765948"/>
              <a:ext cx="92666" cy="875817"/>
            </a:xfrm>
            <a:prstGeom prst="downArrow">
              <a:avLst/>
            </a:prstGeom>
            <a:solidFill>
              <a:srgbClr val="64A4A3"/>
            </a:solidFill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6" name="矢印: 下 25">
              <a:extLst>
                <a:ext uri="{FF2B5EF4-FFF2-40B4-BE49-F238E27FC236}">
                  <a16:creationId xmlns:a16="http://schemas.microsoft.com/office/drawing/2014/main" id="{9AE6FACA-FE53-AB50-3856-ED5455A3D375}"/>
                </a:ext>
              </a:extLst>
            </p:cNvPr>
            <p:cNvSpPr/>
            <p:nvPr/>
          </p:nvSpPr>
          <p:spPr>
            <a:xfrm>
              <a:off x="2975459" y="7663815"/>
              <a:ext cx="92666" cy="875817"/>
            </a:xfrm>
            <a:prstGeom prst="downArrow">
              <a:avLst/>
            </a:prstGeom>
            <a:solidFill>
              <a:srgbClr val="64A4A3"/>
            </a:solidFill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0002799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1BAE509-1F5F-44D7-895B-AADA5EB01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寸法や色は場合に応じて調整しましょう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DCA4200-D082-429B-A7B9-20EDE7036BD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r>
              <a:rPr kumimoji="1" lang="ja-JP" altLang="en-US" dirty="0"/>
              <a:t>よく使う図形のパターン</a:t>
            </a:r>
          </a:p>
        </p:txBody>
      </p:sp>
      <p:grpSp>
        <p:nvGrpSpPr>
          <p:cNvPr id="11" name="グループ化 10">
            <a:extLst>
              <a:ext uri="{FF2B5EF4-FFF2-40B4-BE49-F238E27FC236}">
                <a16:creationId xmlns:a16="http://schemas.microsoft.com/office/drawing/2014/main" id="{1600F27F-842D-4A09-9876-4F4D6FED49D4}"/>
              </a:ext>
            </a:extLst>
          </p:cNvPr>
          <p:cNvGrpSpPr/>
          <p:nvPr/>
        </p:nvGrpSpPr>
        <p:grpSpPr>
          <a:xfrm rot="3516666">
            <a:off x="1625500" y="4280081"/>
            <a:ext cx="1802963" cy="2351474"/>
            <a:chOff x="2664127" y="3374455"/>
            <a:chExt cx="1201975" cy="1567649"/>
          </a:xfrm>
          <a:solidFill>
            <a:srgbClr val="64A4A3"/>
          </a:solidFill>
        </p:grpSpPr>
        <p:sp>
          <p:nvSpPr>
            <p:cNvPr id="5" name="二等辺三角形 4">
              <a:extLst>
                <a:ext uri="{FF2B5EF4-FFF2-40B4-BE49-F238E27FC236}">
                  <a16:creationId xmlns:a16="http://schemas.microsoft.com/office/drawing/2014/main" id="{031DCB67-E3C0-40A6-82FC-F3A99614C50C}"/>
                </a:ext>
              </a:extLst>
            </p:cNvPr>
            <p:cNvSpPr/>
            <p:nvPr/>
          </p:nvSpPr>
          <p:spPr>
            <a:xfrm rot="21516842">
              <a:off x="3025444" y="3374455"/>
              <a:ext cx="840658" cy="471949"/>
            </a:xfrm>
            <a:prstGeom prst="triangle">
              <a:avLst/>
            </a:pr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 dirty="0"/>
            </a:p>
          </p:txBody>
        </p:sp>
        <p:sp>
          <p:nvSpPr>
            <p:cNvPr id="10" name="フリーフォーム: 図形 9">
              <a:extLst>
                <a:ext uri="{FF2B5EF4-FFF2-40B4-BE49-F238E27FC236}">
                  <a16:creationId xmlns:a16="http://schemas.microsoft.com/office/drawing/2014/main" id="{8F1F7A27-5455-4318-B9EB-F5DC2E371C80}"/>
                </a:ext>
              </a:extLst>
            </p:cNvPr>
            <p:cNvSpPr/>
            <p:nvPr/>
          </p:nvSpPr>
          <p:spPr>
            <a:xfrm>
              <a:off x="2664127" y="3827205"/>
              <a:ext cx="956601" cy="1114899"/>
            </a:xfrm>
            <a:custGeom>
              <a:avLst/>
              <a:gdLst>
                <a:gd name="connsiteX0" fmla="*/ 649311 w 956601"/>
                <a:gd name="connsiteY0" fmla="*/ 0 h 1114899"/>
                <a:gd name="connsiteX1" fmla="*/ 956601 w 956601"/>
                <a:gd name="connsiteY1" fmla="*/ 0 h 1114899"/>
                <a:gd name="connsiteX2" fmla="*/ 951973 w 956601"/>
                <a:gd name="connsiteY2" fmla="*/ 97117 h 1114899"/>
                <a:gd name="connsiteX3" fmla="*/ 5472 w 956601"/>
                <a:gd name="connsiteY3" fmla="*/ 1113687 h 1114899"/>
                <a:gd name="connsiteX4" fmla="*/ 0 w 956601"/>
                <a:gd name="connsiteY4" fmla="*/ 1114899 h 1114899"/>
                <a:gd name="connsiteX5" fmla="*/ 40056 w 956601"/>
                <a:gd name="connsiteY5" fmla="*/ 1089636 h 1114899"/>
                <a:gd name="connsiteX6" fmla="*/ 638394 w 956601"/>
                <a:gd name="connsiteY6" fmla="*/ 162145 h 1114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56601" h="1114899">
                  <a:moveTo>
                    <a:pt x="649311" y="0"/>
                  </a:moveTo>
                  <a:lnTo>
                    <a:pt x="956601" y="0"/>
                  </a:lnTo>
                  <a:lnTo>
                    <a:pt x="951973" y="97117"/>
                  </a:lnTo>
                  <a:cubicBezTo>
                    <a:pt x="906000" y="577465"/>
                    <a:pt x="522068" y="975272"/>
                    <a:pt x="5472" y="1113687"/>
                  </a:cubicBezTo>
                  <a:lnTo>
                    <a:pt x="0" y="1114899"/>
                  </a:lnTo>
                  <a:lnTo>
                    <a:pt x="40056" y="1089636"/>
                  </a:lnTo>
                  <a:cubicBezTo>
                    <a:pt x="365632" y="863013"/>
                    <a:pt x="587911" y="534591"/>
                    <a:pt x="638394" y="162145"/>
                  </a:cubicBezTo>
                  <a:close/>
                </a:path>
              </a:pathLst>
            </a:cu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 dirty="0"/>
            </a:p>
          </p:txBody>
        </p:sp>
      </p:grpSp>
      <p:grpSp>
        <p:nvGrpSpPr>
          <p:cNvPr id="19" name="グループ化 18">
            <a:extLst>
              <a:ext uri="{FF2B5EF4-FFF2-40B4-BE49-F238E27FC236}">
                <a16:creationId xmlns:a16="http://schemas.microsoft.com/office/drawing/2014/main" id="{A84CB4AB-8E74-474F-8F79-B603B9235B46}"/>
              </a:ext>
            </a:extLst>
          </p:cNvPr>
          <p:cNvGrpSpPr/>
          <p:nvPr/>
        </p:nvGrpSpPr>
        <p:grpSpPr>
          <a:xfrm>
            <a:off x="5644050" y="3680489"/>
            <a:ext cx="1277850" cy="3301794"/>
            <a:chOff x="4004187" y="2684206"/>
            <a:chExt cx="851900" cy="2201196"/>
          </a:xfrm>
          <a:solidFill>
            <a:srgbClr val="64A4A3"/>
          </a:solidFill>
        </p:grpSpPr>
        <p:sp>
          <p:nvSpPr>
            <p:cNvPr id="16" name="二等辺三角形 15">
              <a:extLst>
                <a:ext uri="{FF2B5EF4-FFF2-40B4-BE49-F238E27FC236}">
                  <a16:creationId xmlns:a16="http://schemas.microsoft.com/office/drawing/2014/main" id="{77F25128-43F7-4D7B-A506-7861040EA63C}"/>
                </a:ext>
              </a:extLst>
            </p:cNvPr>
            <p:cNvSpPr/>
            <p:nvPr/>
          </p:nvSpPr>
          <p:spPr>
            <a:xfrm>
              <a:off x="4004187" y="2684206"/>
              <a:ext cx="851900" cy="405581"/>
            </a:xfrm>
            <a:prstGeom prst="triangle">
              <a:avLst/>
            </a:pr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/>
            </a:p>
          </p:txBody>
        </p:sp>
        <p:sp>
          <p:nvSpPr>
            <p:cNvPr id="17" name="二等辺三角形 16">
              <a:extLst>
                <a:ext uri="{FF2B5EF4-FFF2-40B4-BE49-F238E27FC236}">
                  <a16:creationId xmlns:a16="http://schemas.microsoft.com/office/drawing/2014/main" id="{425DA271-AEFA-45AB-AD52-737DB7EF67C8}"/>
                </a:ext>
              </a:extLst>
            </p:cNvPr>
            <p:cNvSpPr/>
            <p:nvPr/>
          </p:nvSpPr>
          <p:spPr>
            <a:xfrm rot="10800000">
              <a:off x="4172039" y="4653111"/>
              <a:ext cx="516194" cy="232291"/>
            </a:xfrm>
            <a:prstGeom prst="triangle">
              <a:avLst/>
            </a:pr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/>
            </a:p>
          </p:txBody>
        </p:sp>
        <p:sp>
          <p:nvSpPr>
            <p:cNvPr id="18" name="台形 17">
              <a:extLst>
                <a:ext uri="{FF2B5EF4-FFF2-40B4-BE49-F238E27FC236}">
                  <a16:creationId xmlns:a16="http://schemas.microsoft.com/office/drawing/2014/main" id="{0BE03671-A77A-4398-9395-69D34E2C8634}"/>
                </a:ext>
              </a:extLst>
            </p:cNvPr>
            <p:cNvSpPr/>
            <p:nvPr/>
          </p:nvSpPr>
          <p:spPr>
            <a:xfrm rot="10800000">
              <a:off x="4274402" y="3082408"/>
              <a:ext cx="311469" cy="1570703"/>
            </a:xfrm>
            <a:prstGeom prst="trapezoid">
              <a:avLst/>
            </a:pr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/>
            </a:p>
          </p:txBody>
        </p:sp>
      </p:grpSp>
      <p:grpSp>
        <p:nvGrpSpPr>
          <p:cNvPr id="23" name="グループ化 22">
            <a:extLst>
              <a:ext uri="{FF2B5EF4-FFF2-40B4-BE49-F238E27FC236}">
                <a16:creationId xmlns:a16="http://schemas.microsoft.com/office/drawing/2014/main" id="{53DA5DF4-9734-4A8B-B3F2-EB432821614A}"/>
              </a:ext>
            </a:extLst>
          </p:cNvPr>
          <p:cNvGrpSpPr/>
          <p:nvPr/>
        </p:nvGrpSpPr>
        <p:grpSpPr>
          <a:xfrm>
            <a:off x="7894115" y="4814048"/>
            <a:ext cx="3539613" cy="2168237"/>
            <a:chOff x="4837472" y="2490841"/>
            <a:chExt cx="2359742" cy="1445491"/>
          </a:xfrm>
          <a:solidFill>
            <a:srgbClr val="64A4A3"/>
          </a:solidFill>
        </p:grpSpPr>
        <p:sp>
          <p:nvSpPr>
            <p:cNvPr id="20" name="四角形: 角を丸くする 19">
              <a:extLst>
                <a:ext uri="{FF2B5EF4-FFF2-40B4-BE49-F238E27FC236}">
                  <a16:creationId xmlns:a16="http://schemas.microsoft.com/office/drawing/2014/main" id="{161AF5DB-A2D8-495C-B795-7003573DFCCF}"/>
                </a:ext>
              </a:extLst>
            </p:cNvPr>
            <p:cNvSpPr/>
            <p:nvPr/>
          </p:nvSpPr>
          <p:spPr>
            <a:xfrm>
              <a:off x="4837472" y="2490841"/>
              <a:ext cx="2359742" cy="938159"/>
            </a:xfrm>
            <a:prstGeom prst="roundRect">
              <a:avLst>
                <a:gd name="adj" fmla="val 10379"/>
              </a:avLst>
            </a:pr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 dirty="0"/>
            </a:p>
          </p:txBody>
        </p:sp>
        <p:sp>
          <p:nvSpPr>
            <p:cNvPr id="22" name="二等辺三角形 21">
              <a:extLst>
                <a:ext uri="{FF2B5EF4-FFF2-40B4-BE49-F238E27FC236}">
                  <a16:creationId xmlns:a16="http://schemas.microsoft.com/office/drawing/2014/main" id="{C811F06F-2D36-4904-A2A9-7CD991856DA0}"/>
                </a:ext>
              </a:extLst>
            </p:cNvPr>
            <p:cNvSpPr/>
            <p:nvPr/>
          </p:nvSpPr>
          <p:spPr>
            <a:xfrm rot="11901755">
              <a:off x="4948538" y="3335420"/>
              <a:ext cx="213186" cy="600912"/>
            </a:xfrm>
            <a:prstGeom prst="triangle">
              <a:avLst/>
            </a:pr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/>
            </a:p>
          </p:txBody>
        </p:sp>
      </p:grpSp>
      <p:grpSp>
        <p:nvGrpSpPr>
          <p:cNvPr id="26" name="グループ化 25">
            <a:extLst>
              <a:ext uri="{FF2B5EF4-FFF2-40B4-BE49-F238E27FC236}">
                <a16:creationId xmlns:a16="http://schemas.microsoft.com/office/drawing/2014/main" id="{12B12945-4562-4CBA-BD30-EF9F8726FCD9}"/>
              </a:ext>
            </a:extLst>
          </p:cNvPr>
          <p:cNvGrpSpPr/>
          <p:nvPr/>
        </p:nvGrpSpPr>
        <p:grpSpPr>
          <a:xfrm>
            <a:off x="3950372" y="3529255"/>
            <a:ext cx="1260987" cy="3738716"/>
            <a:chOff x="7800489" y="2818451"/>
            <a:chExt cx="840658" cy="2492477"/>
          </a:xfrm>
          <a:solidFill>
            <a:srgbClr val="64A4A3"/>
          </a:solidFill>
        </p:grpSpPr>
        <p:sp>
          <p:nvSpPr>
            <p:cNvPr id="24" name="二等辺三角形 23">
              <a:extLst>
                <a:ext uri="{FF2B5EF4-FFF2-40B4-BE49-F238E27FC236}">
                  <a16:creationId xmlns:a16="http://schemas.microsoft.com/office/drawing/2014/main" id="{5972915F-3F25-4048-8F16-22D7D6656CAA}"/>
                </a:ext>
              </a:extLst>
            </p:cNvPr>
            <p:cNvSpPr/>
            <p:nvPr/>
          </p:nvSpPr>
          <p:spPr>
            <a:xfrm>
              <a:off x="7800489" y="2818451"/>
              <a:ext cx="840658" cy="412955"/>
            </a:xfrm>
            <a:prstGeom prst="triangle">
              <a:avLst/>
            </a:pr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/>
            </a:p>
          </p:txBody>
        </p:sp>
        <p:sp>
          <p:nvSpPr>
            <p:cNvPr id="25" name="二等辺三角形 24">
              <a:extLst>
                <a:ext uri="{FF2B5EF4-FFF2-40B4-BE49-F238E27FC236}">
                  <a16:creationId xmlns:a16="http://schemas.microsoft.com/office/drawing/2014/main" id="{FC3592AF-4DD9-481B-AE7D-C444443CA44E}"/>
                </a:ext>
              </a:extLst>
            </p:cNvPr>
            <p:cNvSpPr/>
            <p:nvPr/>
          </p:nvSpPr>
          <p:spPr>
            <a:xfrm rot="10800000">
              <a:off x="8070268" y="3224031"/>
              <a:ext cx="274331" cy="2086897"/>
            </a:xfrm>
            <a:prstGeom prst="triangle">
              <a:avLst/>
            </a:pr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/>
            </a:p>
          </p:txBody>
        </p:sp>
      </p:grpSp>
      <p:cxnSp>
        <p:nvCxnSpPr>
          <p:cNvPr id="31" name="直線コネクタ 30">
            <a:extLst>
              <a:ext uri="{FF2B5EF4-FFF2-40B4-BE49-F238E27FC236}">
                <a16:creationId xmlns:a16="http://schemas.microsoft.com/office/drawing/2014/main" id="{E692BBDB-6806-49B7-9241-7D2B547F185E}"/>
              </a:ext>
            </a:extLst>
          </p:cNvPr>
          <p:cNvCxnSpPr>
            <a:cxnSpLocks/>
          </p:cNvCxnSpPr>
          <p:nvPr/>
        </p:nvCxnSpPr>
        <p:spPr>
          <a:xfrm flipV="1">
            <a:off x="11199965" y="4025627"/>
            <a:ext cx="788670" cy="1187847"/>
          </a:xfrm>
          <a:prstGeom prst="line">
            <a:avLst/>
          </a:prstGeom>
          <a:ln>
            <a:solidFill>
              <a:srgbClr val="64A4A3"/>
            </a:solidFill>
            <a:headEnd type="oval" w="lg" len="lg"/>
          </a:ln>
          <a:effectLst>
            <a:glow rad="88900">
              <a:srgbClr val="FFFFFF">
                <a:alpha val="87000"/>
              </a:srgbClr>
            </a:glow>
          </a:effectLst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9" name="楕円 28">
            <a:extLst>
              <a:ext uri="{FF2B5EF4-FFF2-40B4-BE49-F238E27FC236}">
                <a16:creationId xmlns:a16="http://schemas.microsoft.com/office/drawing/2014/main" id="{602DA899-F613-4B35-A569-DACF6D76EEA5}"/>
              </a:ext>
            </a:extLst>
          </p:cNvPr>
          <p:cNvSpPr/>
          <p:nvPr/>
        </p:nvSpPr>
        <p:spPr>
          <a:xfrm>
            <a:off x="11746932" y="3180362"/>
            <a:ext cx="972000" cy="972000"/>
          </a:xfrm>
          <a:prstGeom prst="ellipse">
            <a:avLst/>
          </a:prstGeom>
          <a:solidFill>
            <a:srgbClr val="64A4A3"/>
          </a:solidFill>
          <a:ln>
            <a:solidFill>
              <a:srgbClr val="64A4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4200" b="1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1</a:t>
            </a:r>
            <a:endParaRPr kumimoji="1" lang="ja-JP" altLang="en-US" sz="4200" b="1" dirty="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grpSp>
        <p:nvGrpSpPr>
          <p:cNvPr id="6" name="グループ化 5">
            <a:extLst>
              <a:ext uri="{FF2B5EF4-FFF2-40B4-BE49-F238E27FC236}">
                <a16:creationId xmlns:a16="http://schemas.microsoft.com/office/drawing/2014/main" id="{D97239CB-D2F7-464C-85F9-58EE17B7D302}"/>
              </a:ext>
            </a:extLst>
          </p:cNvPr>
          <p:cNvGrpSpPr/>
          <p:nvPr/>
        </p:nvGrpSpPr>
        <p:grpSpPr>
          <a:xfrm>
            <a:off x="1962177" y="6982284"/>
            <a:ext cx="1407456" cy="1260987"/>
            <a:chOff x="1572269" y="4816089"/>
            <a:chExt cx="938304" cy="840658"/>
          </a:xfrm>
          <a:solidFill>
            <a:srgbClr val="64A4A3"/>
          </a:solidFill>
        </p:grpSpPr>
        <p:sp>
          <p:nvSpPr>
            <p:cNvPr id="27" name="二等辺三角形 26">
              <a:extLst>
                <a:ext uri="{FF2B5EF4-FFF2-40B4-BE49-F238E27FC236}">
                  <a16:creationId xmlns:a16="http://schemas.microsoft.com/office/drawing/2014/main" id="{3B6F705D-F04B-4DBD-8C41-9BCBF909BE34}"/>
                </a:ext>
              </a:extLst>
            </p:cNvPr>
            <p:cNvSpPr/>
            <p:nvPr/>
          </p:nvSpPr>
          <p:spPr>
            <a:xfrm rot="4051206">
              <a:off x="1854270" y="5000443"/>
              <a:ext cx="840658" cy="471949"/>
            </a:xfrm>
            <a:prstGeom prst="triangle">
              <a:avLst/>
            </a:pr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 dirty="0"/>
            </a:p>
          </p:txBody>
        </p:sp>
        <p:sp>
          <p:nvSpPr>
            <p:cNvPr id="30" name="フリーフォーム: 図形 29">
              <a:extLst>
                <a:ext uri="{FF2B5EF4-FFF2-40B4-BE49-F238E27FC236}">
                  <a16:creationId xmlns:a16="http://schemas.microsoft.com/office/drawing/2014/main" id="{3076F6E7-0F39-40A8-B28D-938F6D40299C}"/>
                </a:ext>
              </a:extLst>
            </p:cNvPr>
            <p:cNvSpPr/>
            <p:nvPr/>
          </p:nvSpPr>
          <p:spPr>
            <a:xfrm rot="4134364">
              <a:off x="1636592" y="5135506"/>
              <a:ext cx="382670" cy="511315"/>
            </a:xfrm>
            <a:custGeom>
              <a:avLst/>
              <a:gdLst>
                <a:gd name="connsiteX0" fmla="*/ 75380 w 382670"/>
                <a:gd name="connsiteY0" fmla="*/ 0 h 511315"/>
                <a:gd name="connsiteX1" fmla="*/ 382670 w 382670"/>
                <a:gd name="connsiteY1" fmla="*/ 0 h 511315"/>
                <a:gd name="connsiteX2" fmla="*/ 378042 w 382670"/>
                <a:gd name="connsiteY2" fmla="*/ 97117 h 511315"/>
                <a:gd name="connsiteX3" fmla="*/ 283402 w 382670"/>
                <a:gd name="connsiteY3" fmla="*/ 439138 h 511315"/>
                <a:gd name="connsiteX4" fmla="*/ 241829 w 382670"/>
                <a:gd name="connsiteY4" fmla="*/ 511315 h 511315"/>
                <a:gd name="connsiteX5" fmla="*/ 0 w 382670"/>
                <a:gd name="connsiteY5" fmla="*/ 418030 h 511315"/>
                <a:gd name="connsiteX6" fmla="*/ 37613 w 382670"/>
                <a:gd name="connsiteY6" fmla="*/ 299636 h 511315"/>
                <a:gd name="connsiteX7" fmla="*/ 64463 w 382670"/>
                <a:gd name="connsiteY7" fmla="*/ 162145 h 511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82670" h="511315">
                  <a:moveTo>
                    <a:pt x="75380" y="0"/>
                  </a:moveTo>
                  <a:lnTo>
                    <a:pt x="382670" y="0"/>
                  </a:lnTo>
                  <a:lnTo>
                    <a:pt x="378042" y="97117"/>
                  </a:lnTo>
                  <a:cubicBezTo>
                    <a:pt x="366549" y="217204"/>
                    <a:pt x="333933" y="332132"/>
                    <a:pt x="283402" y="439138"/>
                  </a:cubicBezTo>
                  <a:lnTo>
                    <a:pt x="241829" y="511315"/>
                  </a:lnTo>
                  <a:lnTo>
                    <a:pt x="0" y="418030"/>
                  </a:lnTo>
                  <a:lnTo>
                    <a:pt x="37613" y="299636"/>
                  </a:lnTo>
                  <a:cubicBezTo>
                    <a:pt x="49158" y="254569"/>
                    <a:pt x="58153" y="208701"/>
                    <a:pt x="64463" y="162145"/>
                  </a:cubicBezTo>
                  <a:close/>
                </a:path>
              </a:pathLst>
            </a:cu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ja-JP" altLang="en-US" sz="2700" dirty="0"/>
            </a:p>
          </p:txBody>
        </p:sp>
      </p:grpSp>
      <p:sp>
        <p:nvSpPr>
          <p:cNvPr id="7" name="フリーフォーム: 図形 6">
            <a:extLst>
              <a:ext uri="{FF2B5EF4-FFF2-40B4-BE49-F238E27FC236}">
                <a16:creationId xmlns:a16="http://schemas.microsoft.com/office/drawing/2014/main" id="{5183F042-B05B-8313-D916-4D435BA05131}"/>
              </a:ext>
            </a:extLst>
          </p:cNvPr>
          <p:cNvSpPr/>
          <p:nvPr/>
        </p:nvSpPr>
        <p:spPr>
          <a:xfrm>
            <a:off x="1884582" y="9529028"/>
            <a:ext cx="2070099" cy="303300"/>
          </a:xfrm>
          <a:custGeom>
            <a:avLst/>
            <a:gdLst>
              <a:gd name="connsiteX0" fmla="*/ 0 w 2070099"/>
              <a:gd name="connsiteY0" fmla="*/ 303300 h 303300"/>
              <a:gd name="connsiteX1" fmla="*/ 2070099 w 2070099"/>
              <a:gd name="connsiteY1" fmla="*/ 0 h 303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070099" h="303300" extrusionOk="0">
                <a:moveTo>
                  <a:pt x="0" y="303300"/>
                </a:moveTo>
                <a:cubicBezTo>
                  <a:pt x="665539" y="251203"/>
                  <a:pt x="1437177" y="72383"/>
                  <a:pt x="2070099" y="0"/>
                </a:cubicBezTo>
              </a:path>
            </a:pathLst>
          </a:custGeom>
          <a:noFill/>
          <a:ln cap="rnd">
            <a:solidFill>
              <a:srgbClr val="64A4A3"/>
            </a:solidFill>
            <a:round/>
            <a:headEnd type="none" w="med" len="med"/>
            <a:tailEnd type="arrow" w="lg" len="lg"/>
            <a:extLst>
              <a:ext uri="{C807C97D-BFC1-408E-A445-0C87EB9F89A2}">
                <ask:lineSketchStyleProps xmlns:ask="http://schemas.microsoft.com/office/drawing/2018/sketchyshapes" sd="697022472">
                  <a:custGeom>
                    <a:avLst/>
                    <a:gdLst>
                      <a:gd name="connsiteX0" fmla="*/ 0 w 2709333"/>
                      <a:gd name="connsiteY0" fmla="*/ 321732 h 321733"/>
                      <a:gd name="connsiteX1" fmla="*/ 1245419 w 2709333"/>
                      <a:gd name="connsiteY1" fmla="*/ 105712 h 321733"/>
                      <a:gd name="connsiteX2" fmla="*/ 2709333 w 2709333"/>
                      <a:gd name="connsiteY2" fmla="*/ 0 h 321733"/>
                      <a:gd name="connsiteX0" fmla="*/ 0 w 2709333"/>
                      <a:gd name="connsiteY0" fmla="*/ 321732 h 321732"/>
                      <a:gd name="connsiteX1" fmla="*/ 2709333 w 2709333"/>
                      <a:gd name="connsiteY1" fmla="*/ 0 h 32173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2709333" h="321732" extrusionOk="0">
                        <a:moveTo>
                          <a:pt x="0" y="321732"/>
                        </a:moveTo>
                        <a:lnTo>
                          <a:pt x="2709333" y="0"/>
                        </a:lnTo>
                      </a:path>
                    </a:pathLst>
                  </a:cu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/>
          </a:p>
        </p:txBody>
      </p:sp>
      <p:sp>
        <p:nvSpPr>
          <p:cNvPr id="8" name="右大かっこ 7">
            <a:extLst>
              <a:ext uri="{FF2B5EF4-FFF2-40B4-BE49-F238E27FC236}">
                <a16:creationId xmlns:a16="http://schemas.microsoft.com/office/drawing/2014/main" id="{B56DB7F2-BBFC-B498-CF1C-E6E32288AFD5}"/>
              </a:ext>
            </a:extLst>
          </p:cNvPr>
          <p:cNvSpPr/>
          <p:nvPr/>
        </p:nvSpPr>
        <p:spPr>
          <a:xfrm>
            <a:off x="16312828" y="5143500"/>
            <a:ext cx="113813" cy="3216954"/>
          </a:xfrm>
          <a:custGeom>
            <a:avLst/>
            <a:gdLst>
              <a:gd name="connsiteX0" fmla="*/ 0 w 113813"/>
              <a:gd name="connsiteY0" fmla="*/ 0 h 3216954"/>
              <a:gd name="connsiteX1" fmla="*/ 113813 w 113813"/>
              <a:gd name="connsiteY1" fmla="*/ 9484 h 3216954"/>
              <a:gd name="connsiteX2" fmla="*/ 113813 w 113813"/>
              <a:gd name="connsiteY2" fmla="*/ 3207470 h 3216954"/>
              <a:gd name="connsiteX3" fmla="*/ 0 w 113813"/>
              <a:gd name="connsiteY3" fmla="*/ 3216954 h 3216954"/>
              <a:gd name="connsiteX4" fmla="*/ 0 w 113813"/>
              <a:gd name="connsiteY4" fmla="*/ 0 h 3216954"/>
              <a:gd name="connsiteX0" fmla="*/ 0 w 113813"/>
              <a:gd name="connsiteY0" fmla="*/ 0 h 3216954"/>
              <a:gd name="connsiteX1" fmla="*/ 113813 w 113813"/>
              <a:gd name="connsiteY1" fmla="*/ 9484 h 3216954"/>
              <a:gd name="connsiteX2" fmla="*/ 113813 w 113813"/>
              <a:gd name="connsiteY2" fmla="*/ 3207470 h 3216954"/>
              <a:gd name="connsiteX3" fmla="*/ 0 w 113813"/>
              <a:gd name="connsiteY3" fmla="*/ 3216954 h 32169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3813" h="3216954" stroke="0" extrusionOk="0">
                <a:moveTo>
                  <a:pt x="0" y="0"/>
                </a:moveTo>
                <a:cubicBezTo>
                  <a:pt x="62916" y="47"/>
                  <a:pt x="113694" y="4668"/>
                  <a:pt x="113813" y="9484"/>
                </a:cubicBezTo>
                <a:cubicBezTo>
                  <a:pt x="73971" y="492516"/>
                  <a:pt x="155502" y="2426519"/>
                  <a:pt x="113813" y="3207470"/>
                </a:cubicBezTo>
                <a:cubicBezTo>
                  <a:pt x="109639" y="3210082"/>
                  <a:pt x="61642" y="3216009"/>
                  <a:pt x="0" y="3216954"/>
                </a:cubicBezTo>
                <a:cubicBezTo>
                  <a:pt x="132240" y="1817127"/>
                  <a:pt x="-92512" y="858553"/>
                  <a:pt x="0" y="0"/>
                </a:cubicBezTo>
                <a:close/>
              </a:path>
              <a:path w="113813" h="3216954" fill="none" extrusionOk="0">
                <a:moveTo>
                  <a:pt x="0" y="0"/>
                </a:moveTo>
                <a:cubicBezTo>
                  <a:pt x="63532" y="114"/>
                  <a:pt x="114293" y="4747"/>
                  <a:pt x="113813" y="9484"/>
                </a:cubicBezTo>
                <a:cubicBezTo>
                  <a:pt x="13846" y="1049752"/>
                  <a:pt x="21762" y="1612197"/>
                  <a:pt x="113813" y="3207470"/>
                </a:cubicBezTo>
                <a:cubicBezTo>
                  <a:pt x="112898" y="3213012"/>
                  <a:pt x="68013" y="3217462"/>
                  <a:pt x="0" y="3216954"/>
                </a:cubicBezTo>
              </a:path>
              <a:path w="113813" h="3216954" fill="none" stroke="0" extrusionOk="0">
                <a:moveTo>
                  <a:pt x="0" y="0"/>
                </a:moveTo>
                <a:cubicBezTo>
                  <a:pt x="63573" y="-666"/>
                  <a:pt x="114514" y="4859"/>
                  <a:pt x="113813" y="9484"/>
                </a:cubicBezTo>
                <a:cubicBezTo>
                  <a:pt x="271694" y="1262670"/>
                  <a:pt x="182013" y="2163840"/>
                  <a:pt x="113813" y="3207470"/>
                </a:cubicBezTo>
                <a:cubicBezTo>
                  <a:pt x="118347" y="3212067"/>
                  <a:pt x="63843" y="3215482"/>
                  <a:pt x="0" y="3216954"/>
                </a:cubicBezTo>
              </a:path>
            </a:pathLst>
          </a:custGeom>
          <a:ln w="19050">
            <a:solidFill>
              <a:srgbClr val="64A4A3"/>
            </a:solidFill>
            <a:extLst>
              <a:ext uri="{C807C97D-BFC1-408E-A445-0C87EB9F89A2}">
                <ask:lineSketchStyleProps xmlns:ask="http://schemas.microsoft.com/office/drawing/2018/sketchyshapes" sd="43512134">
                  <a:prstGeom prst="rightBracke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 sz="2700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379F5105-2867-CCBC-D635-B09EBEC74DE8}"/>
              </a:ext>
            </a:extLst>
          </p:cNvPr>
          <p:cNvSpPr txBox="1"/>
          <p:nvPr/>
        </p:nvSpPr>
        <p:spPr>
          <a:xfrm>
            <a:off x="12920096" y="5980866"/>
            <a:ext cx="2574021" cy="507831"/>
          </a:xfrm>
          <a:prstGeom prst="rect">
            <a:avLst/>
          </a:prstGeom>
          <a:solidFill>
            <a:srgbClr val="46877B"/>
          </a:solidFill>
        </p:spPr>
        <p:txBody>
          <a:bodyPr wrap="square">
            <a:spAutoFit/>
          </a:bodyPr>
          <a:lstStyle/>
          <a:p>
            <a:r>
              <a:rPr lang="en-US" altLang="ja-JP" sz="2700" b="1" dirty="0">
                <a:solidFill>
                  <a:schemeClr val="bg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 </a:t>
            </a:r>
            <a:r>
              <a:rPr lang="ja-JP" altLang="en-US" sz="2700" b="1" dirty="0">
                <a:solidFill>
                  <a:schemeClr val="bg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何かの見出し</a:t>
            </a:r>
          </a:p>
        </p:txBody>
      </p:sp>
      <p:sp>
        <p:nvSpPr>
          <p:cNvPr id="36" name="フリーフォーム: 図形 35">
            <a:extLst>
              <a:ext uri="{FF2B5EF4-FFF2-40B4-BE49-F238E27FC236}">
                <a16:creationId xmlns:a16="http://schemas.microsoft.com/office/drawing/2014/main" id="{EFD584C9-55DF-601C-DC7A-86517FFDB48C}"/>
              </a:ext>
            </a:extLst>
          </p:cNvPr>
          <p:cNvSpPr/>
          <p:nvPr/>
        </p:nvSpPr>
        <p:spPr>
          <a:xfrm rot="2149832">
            <a:off x="1849420" y="8034742"/>
            <a:ext cx="1674323" cy="1872653"/>
          </a:xfrm>
          <a:custGeom>
            <a:avLst/>
            <a:gdLst>
              <a:gd name="connsiteX0" fmla="*/ 0 w 6381750"/>
              <a:gd name="connsiteY0" fmla="*/ 87460 h 350919"/>
              <a:gd name="connsiteX1" fmla="*/ 508000 w 6381750"/>
              <a:gd name="connsiteY1" fmla="*/ 258910 h 350919"/>
              <a:gd name="connsiteX2" fmla="*/ 908050 w 6381750"/>
              <a:gd name="connsiteY2" fmla="*/ 125560 h 350919"/>
              <a:gd name="connsiteX3" fmla="*/ 1314450 w 6381750"/>
              <a:gd name="connsiteY3" fmla="*/ 252560 h 350919"/>
              <a:gd name="connsiteX4" fmla="*/ 2032000 w 6381750"/>
              <a:gd name="connsiteY4" fmla="*/ 4910 h 350919"/>
              <a:gd name="connsiteX5" fmla="*/ 2635250 w 6381750"/>
              <a:gd name="connsiteY5" fmla="*/ 100160 h 350919"/>
              <a:gd name="connsiteX6" fmla="*/ 3943350 w 6381750"/>
              <a:gd name="connsiteY6" fmla="*/ 252560 h 350919"/>
              <a:gd name="connsiteX7" fmla="*/ 4648200 w 6381750"/>
              <a:gd name="connsiteY7" fmla="*/ 347810 h 350919"/>
              <a:gd name="connsiteX8" fmla="*/ 5308600 w 6381750"/>
              <a:gd name="connsiteY8" fmla="*/ 138260 h 350919"/>
              <a:gd name="connsiteX9" fmla="*/ 6381750 w 6381750"/>
              <a:gd name="connsiteY9" fmla="*/ 87460 h 350919"/>
              <a:gd name="connsiteX0" fmla="*/ 0 w 6381750"/>
              <a:gd name="connsiteY0" fmla="*/ 84727 h 347987"/>
              <a:gd name="connsiteX1" fmla="*/ 508000 w 6381750"/>
              <a:gd name="connsiteY1" fmla="*/ 256177 h 347987"/>
              <a:gd name="connsiteX2" fmla="*/ 908050 w 6381750"/>
              <a:gd name="connsiteY2" fmla="*/ 122827 h 347987"/>
              <a:gd name="connsiteX3" fmla="*/ 1314450 w 6381750"/>
              <a:gd name="connsiteY3" fmla="*/ 249827 h 347987"/>
              <a:gd name="connsiteX4" fmla="*/ 2032000 w 6381750"/>
              <a:gd name="connsiteY4" fmla="*/ 2177 h 347987"/>
              <a:gd name="connsiteX5" fmla="*/ 2876550 w 6381750"/>
              <a:gd name="connsiteY5" fmla="*/ 135527 h 347987"/>
              <a:gd name="connsiteX6" fmla="*/ 3943350 w 6381750"/>
              <a:gd name="connsiteY6" fmla="*/ 249827 h 347987"/>
              <a:gd name="connsiteX7" fmla="*/ 4648200 w 6381750"/>
              <a:gd name="connsiteY7" fmla="*/ 345077 h 347987"/>
              <a:gd name="connsiteX8" fmla="*/ 5308600 w 6381750"/>
              <a:gd name="connsiteY8" fmla="*/ 135527 h 347987"/>
              <a:gd name="connsiteX9" fmla="*/ 6381750 w 6381750"/>
              <a:gd name="connsiteY9" fmla="*/ 84727 h 347987"/>
              <a:gd name="connsiteX0" fmla="*/ 0 w 6381750"/>
              <a:gd name="connsiteY0" fmla="*/ 84727 h 347987"/>
              <a:gd name="connsiteX1" fmla="*/ 508000 w 6381750"/>
              <a:gd name="connsiteY1" fmla="*/ 256177 h 347987"/>
              <a:gd name="connsiteX2" fmla="*/ 908050 w 6381750"/>
              <a:gd name="connsiteY2" fmla="*/ 122827 h 347987"/>
              <a:gd name="connsiteX3" fmla="*/ 1314450 w 6381750"/>
              <a:gd name="connsiteY3" fmla="*/ 249827 h 347987"/>
              <a:gd name="connsiteX4" fmla="*/ 2032000 w 6381750"/>
              <a:gd name="connsiteY4" fmla="*/ 2177 h 347987"/>
              <a:gd name="connsiteX5" fmla="*/ 2876550 w 6381750"/>
              <a:gd name="connsiteY5" fmla="*/ 135527 h 347987"/>
              <a:gd name="connsiteX6" fmla="*/ 3943350 w 6381750"/>
              <a:gd name="connsiteY6" fmla="*/ 249827 h 347987"/>
              <a:gd name="connsiteX7" fmla="*/ 4648200 w 6381750"/>
              <a:gd name="connsiteY7" fmla="*/ 345077 h 347987"/>
              <a:gd name="connsiteX8" fmla="*/ 5308600 w 6381750"/>
              <a:gd name="connsiteY8" fmla="*/ 135527 h 347987"/>
              <a:gd name="connsiteX9" fmla="*/ 6381750 w 6381750"/>
              <a:gd name="connsiteY9" fmla="*/ 143994 h 347987"/>
              <a:gd name="connsiteX0" fmla="*/ 0 w 6381750"/>
              <a:gd name="connsiteY0" fmla="*/ 84727 h 347987"/>
              <a:gd name="connsiteX1" fmla="*/ 508000 w 6381750"/>
              <a:gd name="connsiteY1" fmla="*/ 256177 h 347987"/>
              <a:gd name="connsiteX2" fmla="*/ 908050 w 6381750"/>
              <a:gd name="connsiteY2" fmla="*/ 122827 h 347987"/>
              <a:gd name="connsiteX3" fmla="*/ 1314450 w 6381750"/>
              <a:gd name="connsiteY3" fmla="*/ 249827 h 347987"/>
              <a:gd name="connsiteX4" fmla="*/ 2032000 w 6381750"/>
              <a:gd name="connsiteY4" fmla="*/ 2177 h 347987"/>
              <a:gd name="connsiteX5" fmla="*/ 2876550 w 6381750"/>
              <a:gd name="connsiteY5" fmla="*/ 135527 h 347987"/>
              <a:gd name="connsiteX6" fmla="*/ 3943350 w 6381750"/>
              <a:gd name="connsiteY6" fmla="*/ 249827 h 347987"/>
              <a:gd name="connsiteX7" fmla="*/ 4648200 w 6381750"/>
              <a:gd name="connsiteY7" fmla="*/ 345077 h 347987"/>
              <a:gd name="connsiteX8" fmla="*/ 5308600 w 6381750"/>
              <a:gd name="connsiteY8" fmla="*/ 135527 h 347987"/>
              <a:gd name="connsiteX9" fmla="*/ 6381750 w 6381750"/>
              <a:gd name="connsiteY9" fmla="*/ 143994 h 347987"/>
              <a:gd name="connsiteX0" fmla="*/ 0 w 6381750"/>
              <a:gd name="connsiteY0" fmla="*/ 84727 h 347987"/>
              <a:gd name="connsiteX1" fmla="*/ 908050 w 6381750"/>
              <a:gd name="connsiteY1" fmla="*/ 122827 h 347987"/>
              <a:gd name="connsiteX2" fmla="*/ 1314450 w 6381750"/>
              <a:gd name="connsiteY2" fmla="*/ 249827 h 347987"/>
              <a:gd name="connsiteX3" fmla="*/ 2032000 w 6381750"/>
              <a:gd name="connsiteY3" fmla="*/ 2177 h 347987"/>
              <a:gd name="connsiteX4" fmla="*/ 2876550 w 6381750"/>
              <a:gd name="connsiteY4" fmla="*/ 135527 h 347987"/>
              <a:gd name="connsiteX5" fmla="*/ 3943350 w 6381750"/>
              <a:gd name="connsiteY5" fmla="*/ 249827 h 347987"/>
              <a:gd name="connsiteX6" fmla="*/ 4648200 w 6381750"/>
              <a:gd name="connsiteY6" fmla="*/ 345077 h 347987"/>
              <a:gd name="connsiteX7" fmla="*/ 5308600 w 6381750"/>
              <a:gd name="connsiteY7" fmla="*/ 135527 h 347987"/>
              <a:gd name="connsiteX8" fmla="*/ 6381750 w 6381750"/>
              <a:gd name="connsiteY8" fmla="*/ 143994 h 347987"/>
              <a:gd name="connsiteX0" fmla="*/ 0 w 6381750"/>
              <a:gd name="connsiteY0" fmla="*/ 84727 h 347987"/>
              <a:gd name="connsiteX1" fmla="*/ 1314450 w 6381750"/>
              <a:gd name="connsiteY1" fmla="*/ 249827 h 347987"/>
              <a:gd name="connsiteX2" fmla="*/ 2032000 w 6381750"/>
              <a:gd name="connsiteY2" fmla="*/ 2177 h 347987"/>
              <a:gd name="connsiteX3" fmla="*/ 2876550 w 6381750"/>
              <a:gd name="connsiteY3" fmla="*/ 135527 h 347987"/>
              <a:gd name="connsiteX4" fmla="*/ 3943350 w 6381750"/>
              <a:gd name="connsiteY4" fmla="*/ 249827 h 347987"/>
              <a:gd name="connsiteX5" fmla="*/ 4648200 w 6381750"/>
              <a:gd name="connsiteY5" fmla="*/ 345077 h 347987"/>
              <a:gd name="connsiteX6" fmla="*/ 5308600 w 6381750"/>
              <a:gd name="connsiteY6" fmla="*/ 135527 h 347987"/>
              <a:gd name="connsiteX7" fmla="*/ 6381750 w 6381750"/>
              <a:gd name="connsiteY7" fmla="*/ 143994 h 347987"/>
              <a:gd name="connsiteX0" fmla="*/ 0 w 6381750"/>
              <a:gd name="connsiteY0" fmla="*/ 83224 h 346484"/>
              <a:gd name="connsiteX1" fmla="*/ 2032000 w 6381750"/>
              <a:gd name="connsiteY1" fmla="*/ 674 h 346484"/>
              <a:gd name="connsiteX2" fmla="*/ 2876550 w 6381750"/>
              <a:gd name="connsiteY2" fmla="*/ 134024 h 346484"/>
              <a:gd name="connsiteX3" fmla="*/ 3943350 w 6381750"/>
              <a:gd name="connsiteY3" fmla="*/ 248324 h 346484"/>
              <a:gd name="connsiteX4" fmla="*/ 4648200 w 6381750"/>
              <a:gd name="connsiteY4" fmla="*/ 343574 h 346484"/>
              <a:gd name="connsiteX5" fmla="*/ 5308600 w 6381750"/>
              <a:gd name="connsiteY5" fmla="*/ 134024 h 346484"/>
              <a:gd name="connsiteX6" fmla="*/ 6381750 w 6381750"/>
              <a:gd name="connsiteY6" fmla="*/ 142491 h 346484"/>
              <a:gd name="connsiteX0" fmla="*/ 0 w 6381750"/>
              <a:gd name="connsiteY0" fmla="*/ 0 h 263260"/>
              <a:gd name="connsiteX1" fmla="*/ 2876550 w 6381750"/>
              <a:gd name="connsiteY1" fmla="*/ 50800 h 263260"/>
              <a:gd name="connsiteX2" fmla="*/ 3943350 w 6381750"/>
              <a:gd name="connsiteY2" fmla="*/ 165100 h 263260"/>
              <a:gd name="connsiteX3" fmla="*/ 4648200 w 6381750"/>
              <a:gd name="connsiteY3" fmla="*/ 260350 h 263260"/>
              <a:gd name="connsiteX4" fmla="*/ 5308600 w 6381750"/>
              <a:gd name="connsiteY4" fmla="*/ 50800 h 263260"/>
              <a:gd name="connsiteX5" fmla="*/ 6381750 w 6381750"/>
              <a:gd name="connsiteY5" fmla="*/ 59267 h 263260"/>
              <a:gd name="connsiteX0" fmla="*/ 0 w 6381750"/>
              <a:gd name="connsiteY0" fmla="*/ 0 h 263260"/>
              <a:gd name="connsiteX1" fmla="*/ 3943350 w 6381750"/>
              <a:gd name="connsiteY1" fmla="*/ 165100 h 263260"/>
              <a:gd name="connsiteX2" fmla="*/ 4648200 w 6381750"/>
              <a:gd name="connsiteY2" fmla="*/ 260350 h 263260"/>
              <a:gd name="connsiteX3" fmla="*/ 5308600 w 6381750"/>
              <a:gd name="connsiteY3" fmla="*/ 50800 h 263260"/>
              <a:gd name="connsiteX4" fmla="*/ 6381750 w 6381750"/>
              <a:gd name="connsiteY4" fmla="*/ 59267 h 263260"/>
              <a:gd name="connsiteX0" fmla="*/ 0 w 6381750"/>
              <a:gd name="connsiteY0" fmla="*/ 0 h 260350"/>
              <a:gd name="connsiteX1" fmla="*/ 4648200 w 6381750"/>
              <a:gd name="connsiteY1" fmla="*/ 260350 h 260350"/>
              <a:gd name="connsiteX2" fmla="*/ 5308600 w 6381750"/>
              <a:gd name="connsiteY2" fmla="*/ 50800 h 260350"/>
              <a:gd name="connsiteX3" fmla="*/ 6381750 w 6381750"/>
              <a:gd name="connsiteY3" fmla="*/ 59267 h 260350"/>
              <a:gd name="connsiteX0" fmla="*/ 0 w 6381750"/>
              <a:gd name="connsiteY0" fmla="*/ 0 h 59267"/>
              <a:gd name="connsiteX1" fmla="*/ 5308600 w 6381750"/>
              <a:gd name="connsiteY1" fmla="*/ 50800 h 59267"/>
              <a:gd name="connsiteX2" fmla="*/ 6381750 w 6381750"/>
              <a:gd name="connsiteY2" fmla="*/ 59267 h 59267"/>
              <a:gd name="connsiteX0" fmla="*/ 0 w 6381750"/>
              <a:gd name="connsiteY0" fmla="*/ 0 h 1124584"/>
              <a:gd name="connsiteX1" fmla="*/ 4528057 w 6381750"/>
              <a:gd name="connsiteY1" fmla="*/ 1124584 h 1124584"/>
              <a:gd name="connsiteX2" fmla="*/ 6381750 w 6381750"/>
              <a:gd name="connsiteY2" fmla="*/ 59267 h 1124584"/>
              <a:gd name="connsiteX0" fmla="*/ 0 w 3161177"/>
              <a:gd name="connsiteY0" fmla="*/ 2112889 h 2112889"/>
              <a:gd name="connsiteX1" fmla="*/ 1307484 w 3161177"/>
              <a:gd name="connsiteY1" fmla="*/ 1067394 h 2112889"/>
              <a:gd name="connsiteX2" fmla="*/ 3161177 w 3161177"/>
              <a:gd name="connsiteY2" fmla="*/ 2077 h 2112889"/>
              <a:gd name="connsiteX0" fmla="*/ 0 w 3161177"/>
              <a:gd name="connsiteY0" fmla="*/ 2110812 h 2110812"/>
              <a:gd name="connsiteX1" fmla="*/ 3161177 w 3161177"/>
              <a:gd name="connsiteY1" fmla="*/ 0 h 2110812"/>
              <a:gd name="connsiteX0" fmla="*/ 0 w 1482258"/>
              <a:gd name="connsiteY0" fmla="*/ 903680 h 903680"/>
              <a:gd name="connsiteX1" fmla="*/ 1482258 w 1482258"/>
              <a:gd name="connsiteY1" fmla="*/ 0 h 9036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482258" h="903680">
                <a:moveTo>
                  <a:pt x="0" y="903680"/>
                </a:moveTo>
                <a:lnTo>
                  <a:pt x="1482258" y="0"/>
                </a:lnTo>
              </a:path>
            </a:pathLst>
          </a:custGeom>
          <a:noFill/>
          <a:ln w="57150">
            <a:solidFill>
              <a:schemeClr val="accent2"/>
            </a:solidFill>
            <a:tailEnd type="triangle"/>
          </a:ln>
          <a:effectLst>
            <a:glow rad="63500">
              <a:schemeClr val="accent2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 dirty="0"/>
          </a:p>
        </p:txBody>
      </p:sp>
      <p:sp>
        <p:nvSpPr>
          <p:cNvPr id="44" name="矢印: 右 43">
            <a:extLst>
              <a:ext uri="{FF2B5EF4-FFF2-40B4-BE49-F238E27FC236}">
                <a16:creationId xmlns:a16="http://schemas.microsoft.com/office/drawing/2014/main" id="{0A2734DE-E047-CC2D-F3E2-E701DEBB69AE}"/>
              </a:ext>
            </a:extLst>
          </p:cNvPr>
          <p:cNvSpPr/>
          <p:nvPr/>
        </p:nvSpPr>
        <p:spPr>
          <a:xfrm>
            <a:off x="5586608" y="7965593"/>
            <a:ext cx="2696796" cy="1689941"/>
          </a:xfrm>
          <a:custGeom>
            <a:avLst/>
            <a:gdLst>
              <a:gd name="connsiteX0" fmla="*/ 0 w 2696796"/>
              <a:gd name="connsiteY0" fmla="*/ 422485 h 1689941"/>
              <a:gd name="connsiteX1" fmla="*/ 1851826 w 2696796"/>
              <a:gd name="connsiteY1" fmla="*/ 422485 h 1689941"/>
              <a:gd name="connsiteX2" fmla="*/ 1851826 w 2696796"/>
              <a:gd name="connsiteY2" fmla="*/ 0 h 1689941"/>
              <a:gd name="connsiteX3" fmla="*/ 2696796 w 2696796"/>
              <a:gd name="connsiteY3" fmla="*/ 844971 h 1689941"/>
              <a:gd name="connsiteX4" fmla="*/ 1851826 w 2696796"/>
              <a:gd name="connsiteY4" fmla="*/ 1689941 h 1689941"/>
              <a:gd name="connsiteX5" fmla="*/ 1851826 w 2696796"/>
              <a:gd name="connsiteY5" fmla="*/ 1267456 h 1689941"/>
              <a:gd name="connsiteX6" fmla="*/ 0 w 2696796"/>
              <a:gd name="connsiteY6" fmla="*/ 1267456 h 1689941"/>
              <a:gd name="connsiteX7" fmla="*/ 0 w 2696796"/>
              <a:gd name="connsiteY7" fmla="*/ 422485 h 1689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96796" h="1689941" fill="none" extrusionOk="0">
                <a:moveTo>
                  <a:pt x="0" y="422485"/>
                </a:moveTo>
                <a:cubicBezTo>
                  <a:pt x="750059" y="538289"/>
                  <a:pt x="1374274" y="509958"/>
                  <a:pt x="1851826" y="422485"/>
                </a:cubicBezTo>
                <a:cubicBezTo>
                  <a:pt x="1837742" y="317939"/>
                  <a:pt x="1819521" y="86815"/>
                  <a:pt x="1851826" y="0"/>
                </a:cubicBezTo>
                <a:cubicBezTo>
                  <a:pt x="2055125" y="337359"/>
                  <a:pt x="2355223" y="517283"/>
                  <a:pt x="2696796" y="844971"/>
                </a:cubicBezTo>
                <a:cubicBezTo>
                  <a:pt x="2529130" y="935746"/>
                  <a:pt x="1941185" y="1523172"/>
                  <a:pt x="1851826" y="1689941"/>
                </a:cubicBezTo>
                <a:cubicBezTo>
                  <a:pt x="1860372" y="1627371"/>
                  <a:pt x="1879261" y="1353147"/>
                  <a:pt x="1851826" y="1267456"/>
                </a:cubicBezTo>
                <a:cubicBezTo>
                  <a:pt x="933186" y="1162485"/>
                  <a:pt x="808602" y="1165236"/>
                  <a:pt x="0" y="1267456"/>
                </a:cubicBezTo>
                <a:cubicBezTo>
                  <a:pt x="31610" y="880851"/>
                  <a:pt x="-14985" y="712018"/>
                  <a:pt x="0" y="422485"/>
                </a:cubicBezTo>
                <a:close/>
              </a:path>
              <a:path w="2696796" h="1689941" stroke="0" extrusionOk="0">
                <a:moveTo>
                  <a:pt x="0" y="422485"/>
                </a:moveTo>
                <a:cubicBezTo>
                  <a:pt x="813686" y="377686"/>
                  <a:pt x="1468457" y="388744"/>
                  <a:pt x="1851826" y="422485"/>
                </a:cubicBezTo>
                <a:cubicBezTo>
                  <a:pt x="1875898" y="270205"/>
                  <a:pt x="1879465" y="54995"/>
                  <a:pt x="1851826" y="0"/>
                </a:cubicBezTo>
                <a:cubicBezTo>
                  <a:pt x="2253481" y="267547"/>
                  <a:pt x="2577189" y="613101"/>
                  <a:pt x="2696796" y="844971"/>
                </a:cubicBezTo>
                <a:cubicBezTo>
                  <a:pt x="2387423" y="1230962"/>
                  <a:pt x="2048119" y="1445984"/>
                  <a:pt x="1851826" y="1689941"/>
                </a:cubicBezTo>
                <a:cubicBezTo>
                  <a:pt x="1878023" y="1627206"/>
                  <a:pt x="1880690" y="1324605"/>
                  <a:pt x="1851826" y="1267456"/>
                </a:cubicBezTo>
                <a:cubicBezTo>
                  <a:pt x="1381968" y="1101894"/>
                  <a:pt x="725925" y="1125102"/>
                  <a:pt x="0" y="1267456"/>
                </a:cubicBezTo>
                <a:cubicBezTo>
                  <a:pt x="-29062" y="886853"/>
                  <a:pt x="-43012" y="569395"/>
                  <a:pt x="0" y="422485"/>
                </a:cubicBezTo>
                <a:close/>
              </a:path>
            </a:pathLst>
          </a:custGeom>
          <a:solidFill>
            <a:srgbClr val="64A4A3"/>
          </a:solidFill>
          <a:ln>
            <a:solidFill>
              <a:srgbClr val="64A4A3"/>
            </a:solidFill>
            <a:extLst>
              <a:ext uri="{C807C97D-BFC1-408E-A445-0C87EB9F89A2}">
                <ask:lineSketchStyleProps xmlns:ask="http://schemas.microsoft.com/office/drawing/2018/sketchyshapes" sd="3864781296">
                  <a:prstGeom prst="rightArrow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/>
          </a:p>
        </p:txBody>
      </p:sp>
      <p:sp>
        <p:nvSpPr>
          <p:cNvPr id="46" name="フリーフォーム: 図形 45">
            <a:extLst>
              <a:ext uri="{FF2B5EF4-FFF2-40B4-BE49-F238E27FC236}">
                <a16:creationId xmlns:a16="http://schemas.microsoft.com/office/drawing/2014/main" id="{6C0FD5AB-5B5F-7AA0-6FBC-206214218608}"/>
              </a:ext>
            </a:extLst>
          </p:cNvPr>
          <p:cNvSpPr/>
          <p:nvPr/>
        </p:nvSpPr>
        <p:spPr>
          <a:xfrm>
            <a:off x="793952" y="4466906"/>
            <a:ext cx="3686175" cy="830102"/>
          </a:xfrm>
          <a:custGeom>
            <a:avLst/>
            <a:gdLst>
              <a:gd name="connsiteX0" fmla="*/ 0 w 2457450"/>
              <a:gd name="connsiteY0" fmla="*/ 553401 h 553401"/>
              <a:gd name="connsiteX1" fmla="*/ 1066800 w 2457450"/>
              <a:gd name="connsiteY1" fmla="*/ 48576 h 553401"/>
              <a:gd name="connsiteX2" fmla="*/ 2457450 w 2457450"/>
              <a:gd name="connsiteY2" fmla="*/ 48576 h 553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57450" h="553401">
                <a:moveTo>
                  <a:pt x="0" y="553401"/>
                </a:moveTo>
                <a:cubicBezTo>
                  <a:pt x="328612" y="343057"/>
                  <a:pt x="657225" y="132713"/>
                  <a:pt x="1066800" y="48576"/>
                </a:cubicBezTo>
                <a:cubicBezTo>
                  <a:pt x="1476375" y="-35561"/>
                  <a:pt x="1966912" y="6507"/>
                  <a:pt x="2457450" y="48576"/>
                </a:cubicBezTo>
              </a:path>
            </a:pathLst>
          </a:custGeom>
          <a:solidFill>
            <a:srgbClr val="64A4A3"/>
          </a:solidFill>
          <a:ln w="38100">
            <a:solidFill>
              <a:srgbClr val="64A4A3"/>
            </a:solidFill>
            <a:headEnd type="none" w="med" len="med"/>
            <a:tailEnd type="triangle" w="med" len="med"/>
          </a:ln>
          <a:effectLst>
            <a:glow rad="152400">
              <a:schemeClr val="bg1"/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/>
          </a:p>
        </p:txBody>
      </p:sp>
      <p:grpSp>
        <p:nvGrpSpPr>
          <p:cNvPr id="9" name="グループ化 8">
            <a:extLst>
              <a:ext uri="{FF2B5EF4-FFF2-40B4-BE49-F238E27FC236}">
                <a16:creationId xmlns:a16="http://schemas.microsoft.com/office/drawing/2014/main" id="{79366D17-C6F6-2F7E-0C8E-D7CA4265F094}"/>
              </a:ext>
            </a:extLst>
          </p:cNvPr>
          <p:cNvGrpSpPr/>
          <p:nvPr/>
        </p:nvGrpSpPr>
        <p:grpSpPr>
          <a:xfrm>
            <a:off x="11620311" y="7721874"/>
            <a:ext cx="1299785" cy="1384718"/>
            <a:chOff x="5897144" y="3284788"/>
            <a:chExt cx="866523" cy="923145"/>
          </a:xfrm>
          <a:solidFill>
            <a:srgbClr val="64A4A3"/>
          </a:solidFill>
        </p:grpSpPr>
        <p:sp>
          <p:nvSpPr>
            <p:cNvPr id="47" name="フリーフォーム: 図形 46">
              <a:extLst>
                <a:ext uri="{FF2B5EF4-FFF2-40B4-BE49-F238E27FC236}">
                  <a16:creationId xmlns:a16="http://schemas.microsoft.com/office/drawing/2014/main" id="{128A1380-4083-A4AF-A9AF-53345AAABDF1}"/>
                </a:ext>
              </a:extLst>
            </p:cNvPr>
            <p:cNvSpPr/>
            <p:nvPr/>
          </p:nvSpPr>
          <p:spPr>
            <a:xfrm>
              <a:off x="5897698" y="3332166"/>
              <a:ext cx="842754" cy="500765"/>
            </a:xfrm>
            <a:custGeom>
              <a:avLst/>
              <a:gdLst>
                <a:gd name="connsiteX0" fmla="*/ 562582 w 768994"/>
                <a:gd name="connsiteY0" fmla="*/ 446438 h 495392"/>
                <a:gd name="connsiteX1" fmla="*/ 62068 w 768994"/>
                <a:gd name="connsiteY1" fmla="*/ 119179 h 495392"/>
                <a:gd name="connsiteX2" fmla="*/ 23567 w 768994"/>
                <a:gd name="connsiteY2" fmla="*/ 311684 h 495392"/>
                <a:gd name="connsiteX3" fmla="*/ 206447 w 768994"/>
                <a:gd name="connsiteY3" fmla="*/ 99928 h 495392"/>
                <a:gd name="connsiteX4" fmla="*/ 312325 w 768994"/>
                <a:gd name="connsiteY4" fmla="*/ 176930 h 495392"/>
                <a:gd name="connsiteX5" fmla="*/ 100569 w 768994"/>
                <a:gd name="connsiteY5" fmla="*/ 494564 h 495392"/>
                <a:gd name="connsiteX6" fmla="*/ 764712 w 768994"/>
                <a:gd name="connsiteY6" fmla="*/ 71052 h 495392"/>
                <a:gd name="connsiteX7" fmla="*/ 398952 w 768994"/>
                <a:gd name="connsiteY7" fmla="*/ 176930 h 495392"/>
                <a:gd name="connsiteX8" fmla="*/ 668459 w 768994"/>
                <a:gd name="connsiteY8" fmla="*/ 388686 h 495392"/>
                <a:gd name="connsiteX9" fmla="*/ 312325 w 768994"/>
                <a:gd name="connsiteY9" fmla="*/ 427187 h 495392"/>
                <a:gd name="connsiteX10" fmla="*/ 360451 w 768994"/>
                <a:gd name="connsiteY10" fmla="*/ 71052 h 495392"/>
                <a:gd name="connsiteX11" fmla="*/ 283449 w 768994"/>
                <a:gd name="connsiteY11" fmla="*/ 13301 h 495392"/>
                <a:gd name="connsiteX12" fmla="*/ 302699 w 768994"/>
                <a:gd name="connsiteY12" fmla="*/ 244307 h 495392"/>
                <a:gd name="connsiteX13" fmla="*/ 639584 w 768994"/>
                <a:gd name="connsiteY13" fmla="*/ 196181 h 495392"/>
                <a:gd name="connsiteX14" fmla="*/ 418203 w 768994"/>
                <a:gd name="connsiteY14" fmla="*/ 80678 h 495392"/>
                <a:gd name="connsiteX15" fmla="*/ 206447 w 768994"/>
                <a:gd name="connsiteY15" fmla="*/ 330935 h 495392"/>
                <a:gd name="connsiteX16" fmla="*/ 235323 w 768994"/>
                <a:gd name="connsiteY16" fmla="*/ 475314 h 495392"/>
                <a:gd name="connsiteX17" fmla="*/ 562582 w 768994"/>
                <a:gd name="connsiteY17" fmla="*/ 446438 h 495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68994" h="495392">
                  <a:moveTo>
                    <a:pt x="562582" y="446438"/>
                  </a:moveTo>
                  <a:cubicBezTo>
                    <a:pt x="533706" y="387082"/>
                    <a:pt x="151904" y="141638"/>
                    <a:pt x="62068" y="119179"/>
                  </a:cubicBezTo>
                  <a:cubicBezTo>
                    <a:pt x="-27768" y="96720"/>
                    <a:pt x="-496" y="314892"/>
                    <a:pt x="23567" y="311684"/>
                  </a:cubicBezTo>
                  <a:cubicBezTo>
                    <a:pt x="47630" y="308476"/>
                    <a:pt x="158321" y="122387"/>
                    <a:pt x="206447" y="99928"/>
                  </a:cubicBezTo>
                  <a:cubicBezTo>
                    <a:pt x="254573" y="77469"/>
                    <a:pt x="329971" y="111157"/>
                    <a:pt x="312325" y="176930"/>
                  </a:cubicBezTo>
                  <a:cubicBezTo>
                    <a:pt x="294679" y="242703"/>
                    <a:pt x="25171" y="512210"/>
                    <a:pt x="100569" y="494564"/>
                  </a:cubicBezTo>
                  <a:cubicBezTo>
                    <a:pt x="175967" y="476918"/>
                    <a:pt x="714982" y="123991"/>
                    <a:pt x="764712" y="71052"/>
                  </a:cubicBezTo>
                  <a:cubicBezTo>
                    <a:pt x="814442" y="18113"/>
                    <a:pt x="414994" y="123991"/>
                    <a:pt x="398952" y="176930"/>
                  </a:cubicBezTo>
                  <a:cubicBezTo>
                    <a:pt x="382910" y="229869"/>
                    <a:pt x="682897" y="346977"/>
                    <a:pt x="668459" y="388686"/>
                  </a:cubicBezTo>
                  <a:cubicBezTo>
                    <a:pt x="654021" y="430395"/>
                    <a:pt x="363660" y="480126"/>
                    <a:pt x="312325" y="427187"/>
                  </a:cubicBezTo>
                  <a:cubicBezTo>
                    <a:pt x="260990" y="374248"/>
                    <a:pt x="365264" y="140033"/>
                    <a:pt x="360451" y="71052"/>
                  </a:cubicBezTo>
                  <a:cubicBezTo>
                    <a:pt x="355638" y="2071"/>
                    <a:pt x="293074" y="-15575"/>
                    <a:pt x="283449" y="13301"/>
                  </a:cubicBezTo>
                  <a:cubicBezTo>
                    <a:pt x="273824" y="42177"/>
                    <a:pt x="243343" y="213827"/>
                    <a:pt x="302699" y="244307"/>
                  </a:cubicBezTo>
                  <a:cubicBezTo>
                    <a:pt x="362055" y="274787"/>
                    <a:pt x="620333" y="223453"/>
                    <a:pt x="639584" y="196181"/>
                  </a:cubicBezTo>
                  <a:cubicBezTo>
                    <a:pt x="658835" y="168909"/>
                    <a:pt x="490393" y="58219"/>
                    <a:pt x="418203" y="80678"/>
                  </a:cubicBezTo>
                  <a:cubicBezTo>
                    <a:pt x="346013" y="103137"/>
                    <a:pt x="236927" y="265162"/>
                    <a:pt x="206447" y="330935"/>
                  </a:cubicBezTo>
                  <a:cubicBezTo>
                    <a:pt x="175967" y="396708"/>
                    <a:pt x="172759" y="462480"/>
                    <a:pt x="235323" y="475314"/>
                  </a:cubicBezTo>
                  <a:cubicBezTo>
                    <a:pt x="297887" y="488148"/>
                    <a:pt x="591458" y="505794"/>
                    <a:pt x="562582" y="446438"/>
                  </a:cubicBezTo>
                  <a:close/>
                </a:path>
              </a:pathLst>
            </a:cu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/>
            </a:p>
          </p:txBody>
        </p:sp>
        <p:sp>
          <p:nvSpPr>
            <p:cNvPr id="48" name="フリーフォーム: 図形 47">
              <a:extLst>
                <a:ext uri="{FF2B5EF4-FFF2-40B4-BE49-F238E27FC236}">
                  <a16:creationId xmlns:a16="http://schemas.microsoft.com/office/drawing/2014/main" id="{0F60FF85-8B94-7CA7-28BD-EE9A8905975E}"/>
                </a:ext>
              </a:extLst>
            </p:cNvPr>
            <p:cNvSpPr/>
            <p:nvPr/>
          </p:nvSpPr>
          <p:spPr>
            <a:xfrm rot="4964407">
              <a:off x="5961743" y="3402000"/>
              <a:ext cx="777334" cy="542909"/>
            </a:xfrm>
            <a:custGeom>
              <a:avLst/>
              <a:gdLst>
                <a:gd name="connsiteX0" fmla="*/ 562582 w 768994"/>
                <a:gd name="connsiteY0" fmla="*/ 446438 h 495392"/>
                <a:gd name="connsiteX1" fmla="*/ 62068 w 768994"/>
                <a:gd name="connsiteY1" fmla="*/ 119179 h 495392"/>
                <a:gd name="connsiteX2" fmla="*/ 23567 w 768994"/>
                <a:gd name="connsiteY2" fmla="*/ 311684 h 495392"/>
                <a:gd name="connsiteX3" fmla="*/ 206447 w 768994"/>
                <a:gd name="connsiteY3" fmla="*/ 99928 h 495392"/>
                <a:gd name="connsiteX4" fmla="*/ 312325 w 768994"/>
                <a:gd name="connsiteY4" fmla="*/ 176930 h 495392"/>
                <a:gd name="connsiteX5" fmla="*/ 100569 w 768994"/>
                <a:gd name="connsiteY5" fmla="*/ 494564 h 495392"/>
                <a:gd name="connsiteX6" fmla="*/ 764712 w 768994"/>
                <a:gd name="connsiteY6" fmla="*/ 71052 h 495392"/>
                <a:gd name="connsiteX7" fmla="*/ 398952 w 768994"/>
                <a:gd name="connsiteY7" fmla="*/ 176930 h 495392"/>
                <a:gd name="connsiteX8" fmla="*/ 668459 w 768994"/>
                <a:gd name="connsiteY8" fmla="*/ 388686 h 495392"/>
                <a:gd name="connsiteX9" fmla="*/ 312325 w 768994"/>
                <a:gd name="connsiteY9" fmla="*/ 427187 h 495392"/>
                <a:gd name="connsiteX10" fmla="*/ 360451 w 768994"/>
                <a:gd name="connsiteY10" fmla="*/ 71052 h 495392"/>
                <a:gd name="connsiteX11" fmla="*/ 283449 w 768994"/>
                <a:gd name="connsiteY11" fmla="*/ 13301 h 495392"/>
                <a:gd name="connsiteX12" fmla="*/ 302699 w 768994"/>
                <a:gd name="connsiteY12" fmla="*/ 244307 h 495392"/>
                <a:gd name="connsiteX13" fmla="*/ 639584 w 768994"/>
                <a:gd name="connsiteY13" fmla="*/ 196181 h 495392"/>
                <a:gd name="connsiteX14" fmla="*/ 418203 w 768994"/>
                <a:gd name="connsiteY14" fmla="*/ 80678 h 495392"/>
                <a:gd name="connsiteX15" fmla="*/ 206447 w 768994"/>
                <a:gd name="connsiteY15" fmla="*/ 330935 h 495392"/>
                <a:gd name="connsiteX16" fmla="*/ 235323 w 768994"/>
                <a:gd name="connsiteY16" fmla="*/ 475314 h 495392"/>
                <a:gd name="connsiteX17" fmla="*/ 562582 w 768994"/>
                <a:gd name="connsiteY17" fmla="*/ 446438 h 495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68994" h="495392">
                  <a:moveTo>
                    <a:pt x="562582" y="446438"/>
                  </a:moveTo>
                  <a:cubicBezTo>
                    <a:pt x="533706" y="387082"/>
                    <a:pt x="151904" y="141638"/>
                    <a:pt x="62068" y="119179"/>
                  </a:cubicBezTo>
                  <a:cubicBezTo>
                    <a:pt x="-27768" y="96720"/>
                    <a:pt x="-496" y="314892"/>
                    <a:pt x="23567" y="311684"/>
                  </a:cubicBezTo>
                  <a:cubicBezTo>
                    <a:pt x="47630" y="308476"/>
                    <a:pt x="158321" y="122387"/>
                    <a:pt x="206447" y="99928"/>
                  </a:cubicBezTo>
                  <a:cubicBezTo>
                    <a:pt x="254573" y="77469"/>
                    <a:pt x="329971" y="111157"/>
                    <a:pt x="312325" y="176930"/>
                  </a:cubicBezTo>
                  <a:cubicBezTo>
                    <a:pt x="294679" y="242703"/>
                    <a:pt x="25171" y="512210"/>
                    <a:pt x="100569" y="494564"/>
                  </a:cubicBezTo>
                  <a:cubicBezTo>
                    <a:pt x="175967" y="476918"/>
                    <a:pt x="714982" y="123991"/>
                    <a:pt x="764712" y="71052"/>
                  </a:cubicBezTo>
                  <a:cubicBezTo>
                    <a:pt x="814442" y="18113"/>
                    <a:pt x="414994" y="123991"/>
                    <a:pt x="398952" y="176930"/>
                  </a:cubicBezTo>
                  <a:cubicBezTo>
                    <a:pt x="382910" y="229869"/>
                    <a:pt x="682897" y="346977"/>
                    <a:pt x="668459" y="388686"/>
                  </a:cubicBezTo>
                  <a:cubicBezTo>
                    <a:pt x="654021" y="430395"/>
                    <a:pt x="363660" y="480126"/>
                    <a:pt x="312325" y="427187"/>
                  </a:cubicBezTo>
                  <a:cubicBezTo>
                    <a:pt x="260990" y="374248"/>
                    <a:pt x="365264" y="140033"/>
                    <a:pt x="360451" y="71052"/>
                  </a:cubicBezTo>
                  <a:cubicBezTo>
                    <a:pt x="355638" y="2071"/>
                    <a:pt x="293074" y="-15575"/>
                    <a:pt x="283449" y="13301"/>
                  </a:cubicBezTo>
                  <a:cubicBezTo>
                    <a:pt x="273824" y="42177"/>
                    <a:pt x="243343" y="213827"/>
                    <a:pt x="302699" y="244307"/>
                  </a:cubicBezTo>
                  <a:cubicBezTo>
                    <a:pt x="362055" y="274787"/>
                    <a:pt x="620333" y="223453"/>
                    <a:pt x="639584" y="196181"/>
                  </a:cubicBezTo>
                  <a:cubicBezTo>
                    <a:pt x="658835" y="168909"/>
                    <a:pt x="490393" y="58219"/>
                    <a:pt x="418203" y="80678"/>
                  </a:cubicBezTo>
                  <a:cubicBezTo>
                    <a:pt x="346013" y="103137"/>
                    <a:pt x="236927" y="265162"/>
                    <a:pt x="206447" y="330935"/>
                  </a:cubicBezTo>
                  <a:cubicBezTo>
                    <a:pt x="175967" y="396708"/>
                    <a:pt x="172759" y="462480"/>
                    <a:pt x="235323" y="475314"/>
                  </a:cubicBezTo>
                  <a:cubicBezTo>
                    <a:pt x="297887" y="488148"/>
                    <a:pt x="591458" y="505794"/>
                    <a:pt x="562582" y="446438"/>
                  </a:cubicBezTo>
                  <a:close/>
                </a:path>
              </a:pathLst>
            </a:cu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/>
            </a:p>
          </p:txBody>
        </p:sp>
        <p:sp>
          <p:nvSpPr>
            <p:cNvPr id="49" name="フリーフォーム: 図形 48">
              <a:extLst>
                <a:ext uri="{FF2B5EF4-FFF2-40B4-BE49-F238E27FC236}">
                  <a16:creationId xmlns:a16="http://schemas.microsoft.com/office/drawing/2014/main" id="{C44C3672-6F4A-8A28-B2E1-FDAAD4B9653C}"/>
                </a:ext>
              </a:extLst>
            </p:cNvPr>
            <p:cNvSpPr/>
            <p:nvPr/>
          </p:nvSpPr>
          <p:spPr>
            <a:xfrm rot="8884375">
              <a:off x="5897144" y="3395723"/>
              <a:ext cx="842754" cy="500765"/>
            </a:xfrm>
            <a:custGeom>
              <a:avLst/>
              <a:gdLst>
                <a:gd name="connsiteX0" fmla="*/ 562582 w 768994"/>
                <a:gd name="connsiteY0" fmla="*/ 446438 h 495392"/>
                <a:gd name="connsiteX1" fmla="*/ 62068 w 768994"/>
                <a:gd name="connsiteY1" fmla="*/ 119179 h 495392"/>
                <a:gd name="connsiteX2" fmla="*/ 23567 w 768994"/>
                <a:gd name="connsiteY2" fmla="*/ 311684 h 495392"/>
                <a:gd name="connsiteX3" fmla="*/ 206447 w 768994"/>
                <a:gd name="connsiteY3" fmla="*/ 99928 h 495392"/>
                <a:gd name="connsiteX4" fmla="*/ 312325 w 768994"/>
                <a:gd name="connsiteY4" fmla="*/ 176930 h 495392"/>
                <a:gd name="connsiteX5" fmla="*/ 100569 w 768994"/>
                <a:gd name="connsiteY5" fmla="*/ 494564 h 495392"/>
                <a:gd name="connsiteX6" fmla="*/ 764712 w 768994"/>
                <a:gd name="connsiteY6" fmla="*/ 71052 h 495392"/>
                <a:gd name="connsiteX7" fmla="*/ 398952 w 768994"/>
                <a:gd name="connsiteY7" fmla="*/ 176930 h 495392"/>
                <a:gd name="connsiteX8" fmla="*/ 668459 w 768994"/>
                <a:gd name="connsiteY8" fmla="*/ 388686 h 495392"/>
                <a:gd name="connsiteX9" fmla="*/ 312325 w 768994"/>
                <a:gd name="connsiteY9" fmla="*/ 427187 h 495392"/>
                <a:gd name="connsiteX10" fmla="*/ 360451 w 768994"/>
                <a:gd name="connsiteY10" fmla="*/ 71052 h 495392"/>
                <a:gd name="connsiteX11" fmla="*/ 283449 w 768994"/>
                <a:gd name="connsiteY11" fmla="*/ 13301 h 495392"/>
                <a:gd name="connsiteX12" fmla="*/ 302699 w 768994"/>
                <a:gd name="connsiteY12" fmla="*/ 244307 h 495392"/>
                <a:gd name="connsiteX13" fmla="*/ 639584 w 768994"/>
                <a:gd name="connsiteY13" fmla="*/ 196181 h 495392"/>
                <a:gd name="connsiteX14" fmla="*/ 418203 w 768994"/>
                <a:gd name="connsiteY14" fmla="*/ 80678 h 495392"/>
                <a:gd name="connsiteX15" fmla="*/ 206447 w 768994"/>
                <a:gd name="connsiteY15" fmla="*/ 330935 h 495392"/>
                <a:gd name="connsiteX16" fmla="*/ 235323 w 768994"/>
                <a:gd name="connsiteY16" fmla="*/ 475314 h 495392"/>
                <a:gd name="connsiteX17" fmla="*/ 562582 w 768994"/>
                <a:gd name="connsiteY17" fmla="*/ 446438 h 495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68994" h="495392">
                  <a:moveTo>
                    <a:pt x="562582" y="446438"/>
                  </a:moveTo>
                  <a:cubicBezTo>
                    <a:pt x="533706" y="387082"/>
                    <a:pt x="151904" y="141638"/>
                    <a:pt x="62068" y="119179"/>
                  </a:cubicBezTo>
                  <a:cubicBezTo>
                    <a:pt x="-27768" y="96720"/>
                    <a:pt x="-496" y="314892"/>
                    <a:pt x="23567" y="311684"/>
                  </a:cubicBezTo>
                  <a:cubicBezTo>
                    <a:pt x="47630" y="308476"/>
                    <a:pt x="158321" y="122387"/>
                    <a:pt x="206447" y="99928"/>
                  </a:cubicBezTo>
                  <a:cubicBezTo>
                    <a:pt x="254573" y="77469"/>
                    <a:pt x="329971" y="111157"/>
                    <a:pt x="312325" y="176930"/>
                  </a:cubicBezTo>
                  <a:cubicBezTo>
                    <a:pt x="294679" y="242703"/>
                    <a:pt x="25171" y="512210"/>
                    <a:pt x="100569" y="494564"/>
                  </a:cubicBezTo>
                  <a:cubicBezTo>
                    <a:pt x="175967" y="476918"/>
                    <a:pt x="714982" y="123991"/>
                    <a:pt x="764712" y="71052"/>
                  </a:cubicBezTo>
                  <a:cubicBezTo>
                    <a:pt x="814442" y="18113"/>
                    <a:pt x="414994" y="123991"/>
                    <a:pt x="398952" y="176930"/>
                  </a:cubicBezTo>
                  <a:cubicBezTo>
                    <a:pt x="382910" y="229869"/>
                    <a:pt x="682897" y="346977"/>
                    <a:pt x="668459" y="388686"/>
                  </a:cubicBezTo>
                  <a:cubicBezTo>
                    <a:pt x="654021" y="430395"/>
                    <a:pt x="363660" y="480126"/>
                    <a:pt x="312325" y="427187"/>
                  </a:cubicBezTo>
                  <a:cubicBezTo>
                    <a:pt x="260990" y="374248"/>
                    <a:pt x="365264" y="140033"/>
                    <a:pt x="360451" y="71052"/>
                  </a:cubicBezTo>
                  <a:cubicBezTo>
                    <a:pt x="355638" y="2071"/>
                    <a:pt x="293074" y="-15575"/>
                    <a:pt x="283449" y="13301"/>
                  </a:cubicBezTo>
                  <a:cubicBezTo>
                    <a:pt x="273824" y="42177"/>
                    <a:pt x="243343" y="213827"/>
                    <a:pt x="302699" y="244307"/>
                  </a:cubicBezTo>
                  <a:cubicBezTo>
                    <a:pt x="362055" y="274787"/>
                    <a:pt x="620333" y="223453"/>
                    <a:pt x="639584" y="196181"/>
                  </a:cubicBezTo>
                  <a:cubicBezTo>
                    <a:pt x="658835" y="168909"/>
                    <a:pt x="490393" y="58219"/>
                    <a:pt x="418203" y="80678"/>
                  </a:cubicBezTo>
                  <a:cubicBezTo>
                    <a:pt x="346013" y="103137"/>
                    <a:pt x="236927" y="265162"/>
                    <a:pt x="206447" y="330935"/>
                  </a:cubicBezTo>
                  <a:cubicBezTo>
                    <a:pt x="175967" y="396708"/>
                    <a:pt x="172759" y="462480"/>
                    <a:pt x="235323" y="475314"/>
                  </a:cubicBezTo>
                  <a:cubicBezTo>
                    <a:pt x="297887" y="488148"/>
                    <a:pt x="591458" y="505794"/>
                    <a:pt x="562582" y="446438"/>
                  </a:cubicBezTo>
                  <a:close/>
                </a:path>
              </a:pathLst>
            </a:cu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/>
            </a:p>
          </p:txBody>
        </p:sp>
        <p:sp>
          <p:nvSpPr>
            <p:cNvPr id="50" name="フリーフォーム: 図形 49">
              <a:extLst>
                <a:ext uri="{FF2B5EF4-FFF2-40B4-BE49-F238E27FC236}">
                  <a16:creationId xmlns:a16="http://schemas.microsoft.com/office/drawing/2014/main" id="{21E955EA-67B5-7ECC-CB8F-3C3E4686AE8A}"/>
                </a:ext>
              </a:extLst>
            </p:cNvPr>
            <p:cNvSpPr/>
            <p:nvPr/>
          </p:nvSpPr>
          <p:spPr>
            <a:xfrm rot="12451915">
              <a:off x="5920913" y="3415024"/>
              <a:ext cx="842754" cy="500765"/>
            </a:xfrm>
            <a:custGeom>
              <a:avLst/>
              <a:gdLst>
                <a:gd name="connsiteX0" fmla="*/ 562582 w 768994"/>
                <a:gd name="connsiteY0" fmla="*/ 446438 h 495392"/>
                <a:gd name="connsiteX1" fmla="*/ 62068 w 768994"/>
                <a:gd name="connsiteY1" fmla="*/ 119179 h 495392"/>
                <a:gd name="connsiteX2" fmla="*/ 23567 w 768994"/>
                <a:gd name="connsiteY2" fmla="*/ 311684 h 495392"/>
                <a:gd name="connsiteX3" fmla="*/ 206447 w 768994"/>
                <a:gd name="connsiteY3" fmla="*/ 99928 h 495392"/>
                <a:gd name="connsiteX4" fmla="*/ 312325 w 768994"/>
                <a:gd name="connsiteY4" fmla="*/ 176930 h 495392"/>
                <a:gd name="connsiteX5" fmla="*/ 100569 w 768994"/>
                <a:gd name="connsiteY5" fmla="*/ 494564 h 495392"/>
                <a:gd name="connsiteX6" fmla="*/ 764712 w 768994"/>
                <a:gd name="connsiteY6" fmla="*/ 71052 h 495392"/>
                <a:gd name="connsiteX7" fmla="*/ 398952 w 768994"/>
                <a:gd name="connsiteY7" fmla="*/ 176930 h 495392"/>
                <a:gd name="connsiteX8" fmla="*/ 668459 w 768994"/>
                <a:gd name="connsiteY8" fmla="*/ 388686 h 495392"/>
                <a:gd name="connsiteX9" fmla="*/ 312325 w 768994"/>
                <a:gd name="connsiteY9" fmla="*/ 427187 h 495392"/>
                <a:gd name="connsiteX10" fmla="*/ 360451 w 768994"/>
                <a:gd name="connsiteY10" fmla="*/ 71052 h 495392"/>
                <a:gd name="connsiteX11" fmla="*/ 283449 w 768994"/>
                <a:gd name="connsiteY11" fmla="*/ 13301 h 495392"/>
                <a:gd name="connsiteX12" fmla="*/ 302699 w 768994"/>
                <a:gd name="connsiteY12" fmla="*/ 244307 h 495392"/>
                <a:gd name="connsiteX13" fmla="*/ 639584 w 768994"/>
                <a:gd name="connsiteY13" fmla="*/ 196181 h 495392"/>
                <a:gd name="connsiteX14" fmla="*/ 418203 w 768994"/>
                <a:gd name="connsiteY14" fmla="*/ 80678 h 495392"/>
                <a:gd name="connsiteX15" fmla="*/ 206447 w 768994"/>
                <a:gd name="connsiteY15" fmla="*/ 330935 h 495392"/>
                <a:gd name="connsiteX16" fmla="*/ 235323 w 768994"/>
                <a:gd name="connsiteY16" fmla="*/ 475314 h 495392"/>
                <a:gd name="connsiteX17" fmla="*/ 562582 w 768994"/>
                <a:gd name="connsiteY17" fmla="*/ 446438 h 495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68994" h="495392">
                  <a:moveTo>
                    <a:pt x="562582" y="446438"/>
                  </a:moveTo>
                  <a:cubicBezTo>
                    <a:pt x="533706" y="387082"/>
                    <a:pt x="151904" y="141638"/>
                    <a:pt x="62068" y="119179"/>
                  </a:cubicBezTo>
                  <a:cubicBezTo>
                    <a:pt x="-27768" y="96720"/>
                    <a:pt x="-496" y="314892"/>
                    <a:pt x="23567" y="311684"/>
                  </a:cubicBezTo>
                  <a:cubicBezTo>
                    <a:pt x="47630" y="308476"/>
                    <a:pt x="158321" y="122387"/>
                    <a:pt x="206447" y="99928"/>
                  </a:cubicBezTo>
                  <a:cubicBezTo>
                    <a:pt x="254573" y="77469"/>
                    <a:pt x="329971" y="111157"/>
                    <a:pt x="312325" y="176930"/>
                  </a:cubicBezTo>
                  <a:cubicBezTo>
                    <a:pt x="294679" y="242703"/>
                    <a:pt x="25171" y="512210"/>
                    <a:pt x="100569" y="494564"/>
                  </a:cubicBezTo>
                  <a:cubicBezTo>
                    <a:pt x="175967" y="476918"/>
                    <a:pt x="714982" y="123991"/>
                    <a:pt x="764712" y="71052"/>
                  </a:cubicBezTo>
                  <a:cubicBezTo>
                    <a:pt x="814442" y="18113"/>
                    <a:pt x="414994" y="123991"/>
                    <a:pt x="398952" y="176930"/>
                  </a:cubicBezTo>
                  <a:cubicBezTo>
                    <a:pt x="382910" y="229869"/>
                    <a:pt x="682897" y="346977"/>
                    <a:pt x="668459" y="388686"/>
                  </a:cubicBezTo>
                  <a:cubicBezTo>
                    <a:pt x="654021" y="430395"/>
                    <a:pt x="363660" y="480126"/>
                    <a:pt x="312325" y="427187"/>
                  </a:cubicBezTo>
                  <a:cubicBezTo>
                    <a:pt x="260990" y="374248"/>
                    <a:pt x="365264" y="140033"/>
                    <a:pt x="360451" y="71052"/>
                  </a:cubicBezTo>
                  <a:cubicBezTo>
                    <a:pt x="355638" y="2071"/>
                    <a:pt x="293074" y="-15575"/>
                    <a:pt x="283449" y="13301"/>
                  </a:cubicBezTo>
                  <a:cubicBezTo>
                    <a:pt x="273824" y="42177"/>
                    <a:pt x="243343" y="213827"/>
                    <a:pt x="302699" y="244307"/>
                  </a:cubicBezTo>
                  <a:cubicBezTo>
                    <a:pt x="362055" y="274787"/>
                    <a:pt x="620333" y="223453"/>
                    <a:pt x="639584" y="196181"/>
                  </a:cubicBezTo>
                  <a:cubicBezTo>
                    <a:pt x="658835" y="168909"/>
                    <a:pt x="490393" y="58219"/>
                    <a:pt x="418203" y="80678"/>
                  </a:cubicBezTo>
                  <a:cubicBezTo>
                    <a:pt x="346013" y="103137"/>
                    <a:pt x="236927" y="265162"/>
                    <a:pt x="206447" y="330935"/>
                  </a:cubicBezTo>
                  <a:cubicBezTo>
                    <a:pt x="175967" y="396708"/>
                    <a:pt x="172759" y="462480"/>
                    <a:pt x="235323" y="475314"/>
                  </a:cubicBezTo>
                  <a:cubicBezTo>
                    <a:pt x="297887" y="488148"/>
                    <a:pt x="591458" y="505794"/>
                    <a:pt x="562582" y="446438"/>
                  </a:cubicBezTo>
                  <a:close/>
                </a:path>
              </a:pathLst>
            </a:cu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/>
            </a:p>
          </p:txBody>
        </p:sp>
        <p:sp>
          <p:nvSpPr>
            <p:cNvPr id="51" name="フリーフォーム: 図形 50">
              <a:extLst>
                <a:ext uri="{FF2B5EF4-FFF2-40B4-BE49-F238E27FC236}">
                  <a16:creationId xmlns:a16="http://schemas.microsoft.com/office/drawing/2014/main" id="{BDF494D2-1DAE-AEB3-A146-38DB5558CB4C}"/>
                </a:ext>
              </a:extLst>
            </p:cNvPr>
            <p:cNvSpPr/>
            <p:nvPr/>
          </p:nvSpPr>
          <p:spPr>
            <a:xfrm rot="15479593">
              <a:off x="5960037" y="3712865"/>
              <a:ext cx="777334" cy="212802"/>
            </a:xfrm>
            <a:custGeom>
              <a:avLst/>
              <a:gdLst>
                <a:gd name="connsiteX0" fmla="*/ 562582 w 768994"/>
                <a:gd name="connsiteY0" fmla="*/ 446438 h 495392"/>
                <a:gd name="connsiteX1" fmla="*/ 62068 w 768994"/>
                <a:gd name="connsiteY1" fmla="*/ 119179 h 495392"/>
                <a:gd name="connsiteX2" fmla="*/ 23567 w 768994"/>
                <a:gd name="connsiteY2" fmla="*/ 311684 h 495392"/>
                <a:gd name="connsiteX3" fmla="*/ 206447 w 768994"/>
                <a:gd name="connsiteY3" fmla="*/ 99928 h 495392"/>
                <a:gd name="connsiteX4" fmla="*/ 312325 w 768994"/>
                <a:gd name="connsiteY4" fmla="*/ 176930 h 495392"/>
                <a:gd name="connsiteX5" fmla="*/ 100569 w 768994"/>
                <a:gd name="connsiteY5" fmla="*/ 494564 h 495392"/>
                <a:gd name="connsiteX6" fmla="*/ 764712 w 768994"/>
                <a:gd name="connsiteY6" fmla="*/ 71052 h 495392"/>
                <a:gd name="connsiteX7" fmla="*/ 398952 w 768994"/>
                <a:gd name="connsiteY7" fmla="*/ 176930 h 495392"/>
                <a:gd name="connsiteX8" fmla="*/ 668459 w 768994"/>
                <a:gd name="connsiteY8" fmla="*/ 388686 h 495392"/>
                <a:gd name="connsiteX9" fmla="*/ 312325 w 768994"/>
                <a:gd name="connsiteY9" fmla="*/ 427187 h 495392"/>
                <a:gd name="connsiteX10" fmla="*/ 360451 w 768994"/>
                <a:gd name="connsiteY10" fmla="*/ 71052 h 495392"/>
                <a:gd name="connsiteX11" fmla="*/ 283449 w 768994"/>
                <a:gd name="connsiteY11" fmla="*/ 13301 h 495392"/>
                <a:gd name="connsiteX12" fmla="*/ 302699 w 768994"/>
                <a:gd name="connsiteY12" fmla="*/ 244307 h 495392"/>
                <a:gd name="connsiteX13" fmla="*/ 639584 w 768994"/>
                <a:gd name="connsiteY13" fmla="*/ 196181 h 495392"/>
                <a:gd name="connsiteX14" fmla="*/ 418203 w 768994"/>
                <a:gd name="connsiteY14" fmla="*/ 80678 h 495392"/>
                <a:gd name="connsiteX15" fmla="*/ 206447 w 768994"/>
                <a:gd name="connsiteY15" fmla="*/ 330935 h 495392"/>
                <a:gd name="connsiteX16" fmla="*/ 235323 w 768994"/>
                <a:gd name="connsiteY16" fmla="*/ 475314 h 495392"/>
                <a:gd name="connsiteX17" fmla="*/ 562582 w 768994"/>
                <a:gd name="connsiteY17" fmla="*/ 446438 h 495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68994" h="495392">
                  <a:moveTo>
                    <a:pt x="562582" y="446438"/>
                  </a:moveTo>
                  <a:cubicBezTo>
                    <a:pt x="533706" y="387082"/>
                    <a:pt x="151904" y="141638"/>
                    <a:pt x="62068" y="119179"/>
                  </a:cubicBezTo>
                  <a:cubicBezTo>
                    <a:pt x="-27768" y="96720"/>
                    <a:pt x="-496" y="314892"/>
                    <a:pt x="23567" y="311684"/>
                  </a:cubicBezTo>
                  <a:cubicBezTo>
                    <a:pt x="47630" y="308476"/>
                    <a:pt x="158321" y="122387"/>
                    <a:pt x="206447" y="99928"/>
                  </a:cubicBezTo>
                  <a:cubicBezTo>
                    <a:pt x="254573" y="77469"/>
                    <a:pt x="329971" y="111157"/>
                    <a:pt x="312325" y="176930"/>
                  </a:cubicBezTo>
                  <a:cubicBezTo>
                    <a:pt x="294679" y="242703"/>
                    <a:pt x="25171" y="512210"/>
                    <a:pt x="100569" y="494564"/>
                  </a:cubicBezTo>
                  <a:cubicBezTo>
                    <a:pt x="175967" y="476918"/>
                    <a:pt x="714982" y="123991"/>
                    <a:pt x="764712" y="71052"/>
                  </a:cubicBezTo>
                  <a:cubicBezTo>
                    <a:pt x="814442" y="18113"/>
                    <a:pt x="414994" y="123991"/>
                    <a:pt x="398952" y="176930"/>
                  </a:cubicBezTo>
                  <a:cubicBezTo>
                    <a:pt x="382910" y="229869"/>
                    <a:pt x="682897" y="346977"/>
                    <a:pt x="668459" y="388686"/>
                  </a:cubicBezTo>
                  <a:cubicBezTo>
                    <a:pt x="654021" y="430395"/>
                    <a:pt x="363660" y="480126"/>
                    <a:pt x="312325" y="427187"/>
                  </a:cubicBezTo>
                  <a:cubicBezTo>
                    <a:pt x="260990" y="374248"/>
                    <a:pt x="365264" y="140033"/>
                    <a:pt x="360451" y="71052"/>
                  </a:cubicBezTo>
                  <a:cubicBezTo>
                    <a:pt x="355638" y="2071"/>
                    <a:pt x="293074" y="-15575"/>
                    <a:pt x="283449" y="13301"/>
                  </a:cubicBezTo>
                  <a:cubicBezTo>
                    <a:pt x="273824" y="42177"/>
                    <a:pt x="243343" y="213827"/>
                    <a:pt x="302699" y="244307"/>
                  </a:cubicBezTo>
                  <a:cubicBezTo>
                    <a:pt x="362055" y="274787"/>
                    <a:pt x="620333" y="223453"/>
                    <a:pt x="639584" y="196181"/>
                  </a:cubicBezTo>
                  <a:cubicBezTo>
                    <a:pt x="658835" y="168909"/>
                    <a:pt x="490393" y="58219"/>
                    <a:pt x="418203" y="80678"/>
                  </a:cubicBezTo>
                  <a:cubicBezTo>
                    <a:pt x="346013" y="103137"/>
                    <a:pt x="236927" y="265162"/>
                    <a:pt x="206447" y="330935"/>
                  </a:cubicBezTo>
                  <a:cubicBezTo>
                    <a:pt x="175967" y="396708"/>
                    <a:pt x="172759" y="462480"/>
                    <a:pt x="235323" y="475314"/>
                  </a:cubicBezTo>
                  <a:cubicBezTo>
                    <a:pt x="297887" y="488148"/>
                    <a:pt x="591458" y="505794"/>
                    <a:pt x="562582" y="446438"/>
                  </a:cubicBezTo>
                  <a:close/>
                </a:path>
              </a:pathLst>
            </a:cu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/>
            </a:p>
          </p:txBody>
        </p:sp>
      </p:grpSp>
    </p:spTree>
    <p:extLst>
      <p:ext uri="{BB962C8B-B14F-4D97-AF65-F5344CB8AC3E}">
        <p14:creationId xmlns:p14="http://schemas.microsoft.com/office/powerpoint/2010/main" val="17990791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A62966E-E008-9DDC-DD95-31FEDECDAB7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r>
              <a:rPr kumimoji="1" lang="ja-JP" altLang="en-US" dirty="0"/>
              <a:t>良く使う図形パターン</a:t>
            </a:r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A0811D00-B639-7D58-D363-8290AD29E62C}"/>
              </a:ext>
            </a:extLst>
          </p:cNvPr>
          <p:cNvSpPr/>
          <p:nvPr/>
        </p:nvSpPr>
        <p:spPr>
          <a:xfrm>
            <a:off x="4184884" y="2022403"/>
            <a:ext cx="3348000" cy="3348000"/>
          </a:xfrm>
          <a:prstGeom prst="ellipse">
            <a:avLst/>
          </a:prstGeom>
          <a:solidFill>
            <a:srgbClr val="64A4A3"/>
          </a:solidFill>
          <a:ln>
            <a:solidFill>
              <a:srgbClr val="64A4A3"/>
            </a:solidFill>
            <a:extLst>
              <a:ext uri="{C807C97D-BFC1-408E-A445-0C87EB9F89A2}">
                <ask:lineSketchStyleProps xmlns:ask="http://schemas.microsoft.com/office/drawing/2018/sketchyshapes" sd="138476517">
                  <a:custGeom>
                    <a:avLst/>
                    <a:gdLst>
                      <a:gd name="connsiteX0" fmla="*/ 0 w 2396691"/>
                      <a:gd name="connsiteY0" fmla="*/ 1176574 h 2353148"/>
                      <a:gd name="connsiteX1" fmla="*/ 1198346 w 2396691"/>
                      <a:gd name="connsiteY1" fmla="*/ 0 h 2353148"/>
                      <a:gd name="connsiteX2" fmla="*/ 2396692 w 2396691"/>
                      <a:gd name="connsiteY2" fmla="*/ 1176574 h 2353148"/>
                      <a:gd name="connsiteX3" fmla="*/ 1198346 w 2396691"/>
                      <a:gd name="connsiteY3" fmla="*/ 2353148 h 2353148"/>
                      <a:gd name="connsiteX4" fmla="*/ 0 w 2396691"/>
                      <a:gd name="connsiteY4" fmla="*/ 1176574 h 235314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2396691" h="2353148" fill="none" extrusionOk="0">
                        <a:moveTo>
                          <a:pt x="0" y="1176574"/>
                        </a:moveTo>
                        <a:cubicBezTo>
                          <a:pt x="17053" y="544093"/>
                          <a:pt x="596455" y="78735"/>
                          <a:pt x="1198346" y="0"/>
                        </a:cubicBezTo>
                        <a:cubicBezTo>
                          <a:pt x="1834464" y="-42937"/>
                          <a:pt x="2341220" y="491711"/>
                          <a:pt x="2396692" y="1176574"/>
                        </a:cubicBezTo>
                        <a:cubicBezTo>
                          <a:pt x="2434753" y="1879535"/>
                          <a:pt x="1880410" y="2333741"/>
                          <a:pt x="1198346" y="2353148"/>
                        </a:cubicBezTo>
                        <a:cubicBezTo>
                          <a:pt x="503664" y="2298627"/>
                          <a:pt x="14412" y="1848257"/>
                          <a:pt x="0" y="1176574"/>
                        </a:cubicBezTo>
                        <a:close/>
                      </a:path>
                      <a:path w="2396691" h="2353148" stroke="0" extrusionOk="0">
                        <a:moveTo>
                          <a:pt x="0" y="1176574"/>
                        </a:moveTo>
                        <a:cubicBezTo>
                          <a:pt x="22017" y="512503"/>
                          <a:pt x="554245" y="-126587"/>
                          <a:pt x="1198346" y="0"/>
                        </a:cubicBezTo>
                        <a:cubicBezTo>
                          <a:pt x="1782464" y="-71399"/>
                          <a:pt x="2410063" y="501058"/>
                          <a:pt x="2396692" y="1176574"/>
                        </a:cubicBezTo>
                        <a:cubicBezTo>
                          <a:pt x="2422326" y="1889440"/>
                          <a:pt x="1843165" y="2478575"/>
                          <a:pt x="1198346" y="2353148"/>
                        </a:cubicBezTo>
                        <a:cubicBezTo>
                          <a:pt x="488789" y="2321300"/>
                          <a:pt x="-48884" y="1872731"/>
                          <a:pt x="0" y="1176574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CEE3C2FA-C4E2-9188-98AB-D6750654E01E}"/>
              </a:ext>
            </a:extLst>
          </p:cNvPr>
          <p:cNvSpPr txBox="1"/>
          <p:nvPr/>
        </p:nvSpPr>
        <p:spPr>
          <a:xfrm>
            <a:off x="4133428" y="2845245"/>
            <a:ext cx="359503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4200" b="1" dirty="0">
                <a:solidFill>
                  <a:schemeClr val="bg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①</a:t>
            </a:r>
            <a:endParaRPr lang="en-US" altLang="ja-JP" sz="4200" b="1" dirty="0">
              <a:solidFill>
                <a:schemeClr val="bg1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  <a:p>
            <a:pPr algn="ctr"/>
            <a:r>
              <a:rPr lang="ja-JP" altLang="en-US" sz="4200" b="1" dirty="0">
                <a:solidFill>
                  <a:schemeClr val="bg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ひとつめ</a:t>
            </a:r>
            <a:endParaRPr kumimoji="1" lang="ja-JP" altLang="en-US" sz="4200" b="1" dirty="0">
              <a:solidFill>
                <a:schemeClr val="bg1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F600B182-1E03-FE3F-38CF-BE77E0F38AC6}"/>
              </a:ext>
            </a:extLst>
          </p:cNvPr>
          <p:cNvSpPr/>
          <p:nvPr/>
        </p:nvSpPr>
        <p:spPr>
          <a:xfrm>
            <a:off x="2147695" y="5427553"/>
            <a:ext cx="3348000" cy="3348000"/>
          </a:xfrm>
          <a:prstGeom prst="ellipse">
            <a:avLst/>
          </a:prstGeom>
          <a:solidFill>
            <a:srgbClr val="64A4A3"/>
          </a:solidFill>
          <a:ln>
            <a:solidFill>
              <a:srgbClr val="64A4A3"/>
            </a:solidFill>
            <a:extLst>
              <a:ext uri="{C807C97D-BFC1-408E-A445-0C87EB9F89A2}">
                <ask:lineSketchStyleProps xmlns:ask="http://schemas.microsoft.com/office/drawing/2018/sketchyshapes" sd="138476517">
                  <a:custGeom>
                    <a:avLst/>
                    <a:gdLst>
                      <a:gd name="connsiteX0" fmla="*/ 0 w 2396691"/>
                      <a:gd name="connsiteY0" fmla="*/ 1176574 h 2353148"/>
                      <a:gd name="connsiteX1" fmla="*/ 1198346 w 2396691"/>
                      <a:gd name="connsiteY1" fmla="*/ 0 h 2353148"/>
                      <a:gd name="connsiteX2" fmla="*/ 2396692 w 2396691"/>
                      <a:gd name="connsiteY2" fmla="*/ 1176574 h 2353148"/>
                      <a:gd name="connsiteX3" fmla="*/ 1198346 w 2396691"/>
                      <a:gd name="connsiteY3" fmla="*/ 2353148 h 2353148"/>
                      <a:gd name="connsiteX4" fmla="*/ 0 w 2396691"/>
                      <a:gd name="connsiteY4" fmla="*/ 1176574 h 235314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2396691" h="2353148" fill="none" extrusionOk="0">
                        <a:moveTo>
                          <a:pt x="0" y="1176574"/>
                        </a:moveTo>
                        <a:cubicBezTo>
                          <a:pt x="17053" y="544093"/>
                          <a:pt x="596455" y="78735"/>
                          <a:pt x="1198346" y="0"/>
                        </a:cubicBezTo>
                        <a:cubicBezTo>
                          <a:pt x="1834464" y="-42937"/>
                          <a:pt x="2341220" y="491711"/>
                          <a:pt x="2396692" y="1176574"/>
                        </a:cubicBezTo>
                        <a:cubicBezTo>
                          <a:pt x="2434753" y="1879535"/>
                          <a:pt x="1880410" y="2333741"/>
                          <a:pt x="1198346" y="2353148"/>
                        </a:cubicBezTo>
                        <a:cubicBezTo>
                          <a:pt x="503664" y="2298627"/>
                          <a:pt x="14412" y="1848257"/>
                          <a:pt x="0" y="1176574"/>
                        </a:cubicBezTo>
                        <a:close/>
                      </a:path>
                      <a:path w="2396691" h="2353148" stroke="0" extrusionOk="0">
                        <a:moveTo>
                          <a:pt x="0" y="1176574"/>
                        </a:moveTo>
                        <a:cubicBezTo>
                          <a:pt x="22017" y="512503"/>
                          <a:pt x="554245" y="-126587"/>
                          <a:pt x="1198346" y="0"/>
                        </a:cubicBezTo>
                        <a:cubicBezTo>
                          <a:pt x="1782464" y="-71399"/>
                          <a:pt x="2410063" y="501058"/>
                          <a:pt x="2396692" y="1176574"/>
                        </a:cubicBezTo>
                        <a:cubicBezTo>
                          <a:pt x="2422326" y="1889440"/>
                          <a:pt x="1843165" y="2478575"/>
                          <a:pt x="1198346" y="2353148"/>
                        </a:cubicBezTo>
                        <a:cubicBezTo>
                          <a:pt x="488789" y="2321300"/>
                          <a:pt x="-48884" y="1872731"/>
                          <a:pt x="0" y="1176574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80636C0C-4196-FBC8-E6B1-2A2B6B9C99B7}"/>
              </a:ext>
            </a:extLst>
          </p:cNvPr>
          <p:cNvSpPr txBox="1"/>
          <p:nvPr/>
        </p:nvSpPr>
        <p:spPr>
          <a:xfrm>
            <a:off x="2024176" y="6275208"/>
            <a:ext cx="359503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4200" b="1" dirty="0">
                <a:solidFill>
                  <a:schemeClr val="bg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③</a:t>
            </a:r>
            <a:endParaRPr lang="en-US" altLang="ja-JP" sz="4200" b="1" dirty="0">
              <a:solidFill>
                <a:schemeClr val="bg1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  <a:p>
            <a:pPr algn="ctr"/>
            <a:r>
              <a:rPr lang="ja-JP" altLang="en-US" sz="4200" b="1" dirty="0">
                <a:solidFill>
                  <a:schemeClr val="bg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みっつめ</a:t>
            </a:r>
            <a:endParaRPr kumimoji="1" lang="ja-JP" altLang="en-US" sz="4200" b="1" dirty="0">
              <a:solidFill>
                <a:schemeClr val="bg1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9" name="楕円 8">
            <a:extLst>
              <a:ext uri="{FF2B5EF4-FFF2-40B4-BE49-F238E27FC236}">
                <a16:creationId xmlns:a16="http://schemas.microsoft.com/office/drawing/2014/main" id="{11B58024-0DF9-700C-3393-339C7F03622C}"/>
              </a:ext>
            </a:extLst>
          </p:cNvPr>
          <p:cNvSpPr/>
          <p:nvPr/>
        </p:nvSpPr>
        <p:spPr>
          <a:xfrm>
            <a:off x="6272491" y="5408503"/>
            <a:ext cx="3348000" cy="3348000"/>
          </a:xfrm>
          <a:prstGeom prst="ellipse">
            <a:avLst/>
          </a:prstGeom>
          <a:solidFill>
            <a:srgbClr val="64A4A3"/>
          </a:solidFill>
          <a:ln>
            <a:solidFill>
              <a:srgbClr val="64A4A3"/>
            </a:solidFill>
            <a:extLst>
              <a:ext uri="{C807C97D-BFC1-408E-A445-0C87EB9F89A2}">
                <ask:lineSketchStyleProps xmlns:ask="http://schemas.microsoft.com/office/drawing/2018/sketchyshapes" sd="138476517">
                  <a:custGeom>
                    <a:avLst/>
                    <a:gdLst>
                      <a:gd name="connsiteX0" fmla="*/ 0 w 2396691"/>
                      <a:gd name="connsiteY0" fmla="*/ 1176574 h 2353148"/>
                      <a:gd name="connsiteX1" fmla="*/ 1198346 w 2396691"/>
                      <a:gd name="connsiteY1" fmla="*/ 0 h 2353148"/>
                      <a:gd name="connsiteX2" fmla="*/ 2396692 w 2396691"/>
                      <a:gd name="connsiteY2" fmla="*/ 1176574 h 2353148"/>
                      <a:gd name="connsiteX3" fmla="*/ 1198346 w 2396691"/>
                      <a:gd name="connsiteY3" fmla="*/ 2353148 h 2353148"/>
                      <a:gd name="connsiteX4" fmla="*/ 0 w 2396691"/>
                      <a:gd name="connsiteY4" fmla="*/ 1176574 h 235314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2396691" h="2353148" fill="none" extrusionOk="0">
                        <a:moveTo>
                          <a:pt x="0" y="1176574"/>
                        </a:moveTo>
                        <a:cubicBezTo>
                          <a:pt x="17053" y="544093"/>
                          <a:pt x="596455" y="78735"/>
                          <a:pt x="1198346" y="0"/>
                        </a:cubicBezTo>
                        <a:cubicBezTo>
                          <a:pt x="1834464" y="-42937"/>
                          <a:pt x="2341220" y="491711"/>
                          <a:pt x="2396692" y="1176574"/>
                        </a:cubicBezTo>
                        <a:cubicBezTo>
                          <a:pt x="2434753" y="1879535"/>
                          <a:pt x="1880410" y="2333741"/>
                          <a:pt x="1198346" y="2353148"/>
                        </a:cubicBezTo>
                        <a:cubicBezTo>
                          <a:pt x="503664" y="2298627"/>
                          <a:pt x="14412" y="1848257"/>
                          <a:pt x="0" y="1176574"/>
                        </a:cubicBezTo>
                        <a:close/>
                      </a:path>
                      <a:path w="2396691" h="2353148" stroke="0" extrusionOk="0">
                        <a:moveTo>
                          <a:pt x="0" y="1176574"/>
                        </a:moveTo>
                        <a:cubicBezTo>
                          <a:pt x="22017" y="512503"/>
                          <a:pt x="554245" y="-126587"/>
                          <a:pt x="1198346" y="0"/>
                        </a:cubicBezTo>
                        <a:cubicBezTo>
                          <a:pt x="1782464" y="-71399"/>
                          <a:pt x="2410063" y="501058"/>
                          <a:pt x="2396692" y="1176574"/>
                        </a:cubicBezTo>
                        <a:cubicBezTo>
                          <a:pt x="2422326" y="1889440"/>
                          <a:pt x="1843165" y="2478575"/>
                          <a:pt x="1198346" y="2353148"/>
                        </a:cubicBezTo>
                        <a:cubicBezTo>
                          <a:pt x="488789" y="2321300"/>
                          <a:pt x="-48884" y="1872731"/>
                          <a:pt x="0" y="1176574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7E243A9B-ED86-339C-E2EB-EFDFA00CF9EF}"/>
              </a:ext>
            </a:extLst>
          </p:cNvPr>
          <p:cNvSpPr txBox="1"/>
          <p:nvPr/>
        </p:nvSpPr>
        <p:spPr>
          <a:xfrm>
            <a:off x="6191896" y="6261975"/>
            <a:ext cx="359503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4200" b="1" dirty="0">
                <a:solidFill>
                  <a:schemeClr val="bg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➁</a:t>
            </a:r>
            <a:endParaRPr lang="en-US" altLang="ja-JP" sz="4200" b="1" dirty="0">
              <a:solidFill>
                <a:schemeClr val="bg1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  <a:p>
            <a:pPr algn="ctr"/>
            <a:r>
              <a:rPr lang="ja-JP" altLang="en-US" sz="4200" b="1" dirty="0">
                <a:solidFill>
                  <a:schemeClr val="bg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ふたつめ</a:t>
            </a:r>
            <a:endParaRPr kumimoji="1" lang="ja-JP" altLang="en-US" sz="4200" b="1" dirty="0">
              <a:solidFill>
                <a:schemeClr val="bg1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grpSp>
        <p:nvGrpSpPr>
          <p:cNvPr id="11" name="グループ化 10">
            <a:extLst>
              <a:ext uri="{FF2B5EF4-FFF2-40B4-BE49-F238E27FC236}">
                <a16:creationId xmlns:a16="http://schemas.microsoft.com/office/drawing/2014/main" id="{27510278-8BCC-2772-B7D4-6900CC651828}"/>
              </a:ext>
            </a:extLst>
          </p:cNvPr>
          <p:cNvGrpSpPr/>
          <p:nvPr/>
        </p:nvGrpSpPr>
        <p:grpSpPr>
          <a:xfrm flipV="1">
            <a:off x="7656401" y="3988125"/>
            <a:ext cx="1200356" cy="1439429"/>
            <a:chOff x="2664127" y="3374455"/>
            <a:chExt cx="1201975" cy="1567649"/>
          </a:xfrm>
          <a:solidFill>
            <a:srgbClr val="64A4A3"/>
          </a:solidFill>
        </p:grpSpPr>
        <p:sp>
          <p:nvSpPr>
            <p:cNvPr id="12" name="二等辺三角形 11">
              <a:extLst>
                <a:ext uri="{FF2B5EF4-FFF2-40B4-BE49-F238E27FC236}">
                  <a16:creationId xmlns:a16="http://schemas.microsoft.com/office/drawing/2014/main" id="{88C38720-FF04-C2D5-1BFB-D6E04C389897}"/>
                </a:ext>
              </a:extLst>
            </p:cNvPr>
            <p:cNvSpPr/>
            <p:nvPr/>
          </p:nvSpPr>
          <p:spPr>
            <a:xfrm rot="21516842">
              <a:off x="3025444" y="3374455"/>
              <a:ext cx="840658" cy="471949"/>
            </a:xfrm>
            <a:prstGeom prst="triangle">
              <a:avLst/>
            </a:pr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 dirty="0"/>
            </a:p>
          </p:txBody>
        </p:sp>
        <p:sp>
          <p:nvSpPr>
            <p:cNvPr id="13" name="フリーフォーム: 図形 12">
              <a:extLst>
                <a:ext uri="{FF2B5EF4-FFF2-40B4-BE49-F238E27FC236}">
                  <a16:creationId xmlns:a16="http://schemas.microsoft.com/office/drawing/2014/main" id="{DCA25AA5-6EC2-3A91-C987-1FA6D6720F6A}"/>
                </a:ext>
              </a:extLst>
            </p:cNvPr>
            <p:cNvSpPr/>
            <p:nvPr/>
          </p:nvSpPr>
          <p:spPr>
            <a:xfrm>
              <a:off x="2664127" y="3827205"/>
              <a:ext cx="956601" cy="1114899"/>
            </a:xfrm>
            <a:custGeom>
              <a:avLst/>
              <a:gdLst>
                <a:gd name="connsiteX0" fmla="*/ 649311 w 956601"/>
                <a:gd name="connsiteY0" fmla="*/ 0 h 1114899"/>
                <a:gd name="connsiteX1" fmla="*/ 956601 w 956601"/>
                <a:gd name="connsiteY1" fmla="*/ 0 h 1114899"/>
                <a:gd name="connsiteX2" fmla="*/ 951973 w 956601"/>
                <a:gd name="connsiteY2" fmla="*/ 97117 h 1114899"/>
                <a:gd name="connsiteX3" fmla="*/ 5472 w 956601"/>
                <a:gd name="connsiteY3" fmla="*/ 1113687 h 1114899"/>
                <a:gd name="connsiteX4" fmla="*/ 0 w 956601"/>
                <a:gd name="connsiteY4" fmla="*/ 1114899 h 1114899"/>
                <a:gd name="connsiteX5" fmla="*/ 40056 w 956601"/>
                <a:gd name="connsiteY5" fmla="*/ 1089636 h 1114899"/>
                <a:gd name="connsiteX6" fmla="*/ 638394 w 956601"/>
                <a:gd name="connsiteY6" fmla="*/ 162145 h 1114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56601" h="1114899">
                  <a:moveTo>
                    <a:pt x="649311" y="0"/>
                  </a:moveTo>
                  <a:lnTo>
                    <a:pt x="956601" y="0"/>
                  </a:lnTo>
                  <a:lnTo>
                    <a:pt x="951973" y="97117"/>
                  </a:lnTo>
                  <a:cubicBezTo>
                    <a:pt x="906000" y="577465"/>
                    <a:pt x="522068" y="975272"/>
                    <a:pt x="5472" y="1113687"/>
                  </a:cubicBezTo>
                  <a:lnTo>
                    <a:pt x="0" y="1114899"/>
                  </a:lnTo>
                  <a:lnTo>
                    <a:pt x="40056" y="1089636"/>
                  </a:lnTo>
                  <a:cubicBezTo>
                    <a:pt x="365632" y="863013"/>
                    <a:pt x="587911" y="534591"/>
                    <a:pt x="638394" y="162145"/>
                  </a:cubicBezTo>
                  <a:close/>
                </a:path>
              </a:pathLst>
            </a:cu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 dirty="0"/>
            </a:p>
          </p:txBody>
        </p:sp>
      </p:grpSp>
      <p:grpSp>
        <p:nvGrpSpPr>
          <p:cNvPr id="14" name="グループ化 13">
            <a:extLst>
              <a:ext uri="{FF2B5EF4-FFF2-40B4-BE49-F238E27FC236}">
                <a16:creationId xmlns:a16="http://schemas.microsoft.com/office/drawing/2014/main" id="{39545FA0-67FF-9A70-C888-13A69A398782}"/>
              </a:ext>
            </a:extLst>
          </p:cNvPr>
          <p:cNvGrpSpPr/>
          <p:nvPr/>
        </p:nvGrpSpPr>
        <p:grpSpPr>
          <a:xfrm rot="7241964" flipV="1">
            <a:off x="5188908" y="7778500"/>
            <a:ext cx="1200356" cy="1439429"/>
            <a:chOff x="2664127" y="3374455"/>
            <a:chExt cx="1201975" cy="1567649"/>
          </a:xfrm>
          <a:solidFill>
            <a:srgbClr val="64A4A3"/>
          </a:solidFill>
        </p:grpSpPr>
        <p:sp>
          <p:nvSpPr>
            <p:cNvPr id="15" name="二等辺三角形 14">
              <a:extLst>
                <a:ext uri="{FF2B5EF4-FFF2-40B4-BE49-F238E27FC236}">
                  <a16:creationId xmlns:a16="http://schemas.microsoft.com/office/drawing/2014/main" id="{3767BD8E-FB78-2A44-9179-41A94C34D17A}"/>
                </a:ext>
              </a:extLst>
            </p:cNvPr>
            <p:cNvSpPr/>
            <p:nvPr/>
          </p:nvSpPr>
          <p:spPr>
            <a:xfrm rot="21516842">
              <a:off x="3025444" y="3374455"/>
              <a:ext cx="840658" cy="471949"/>
            </a:xfrm>
            <a:prstGeom prst="triangle">
              <a:avLst/>
            </a:pr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 dirty="0"/>
            </a:p>
          </p:txBody>
        </p:sp>
        <p:sp>
          <p:nvSpPr>
            <p:cNvPr id="16" name="フリーフォーム: 図形 15">
              <a:extLst>
                <a:ext uri="{FF2B5EF4-FFF2-40B4-BE49-F238E27FC236}">
                  <a16:creationId xmlns:a16="http://schemas.microsoft.com/office/drawing/2014/main" id="{55A6798D-20C7-E00B-7A02-153B6F17D077}"/>
                </a:ext>
              </a:extLst>
            </p:cNvPr>
            <p:cNvSpPr/>
            <p:nvPr/>
          </p:nvSpPr>
          <p:spPr>
            <a:xfrm>
              <a:off x="2664127" y="3827205"/>
              <a:ext cx="956601" cy="1114899"/>
            </a:xfrm>
            <a:custGeom>
              <a:avLst/>
              <a:gdLst>
                <a:gd name="connsiteX0" fmla="*/ 649311 w 956601"/>
                <a:gd name="connsiteY0" fmla="*/ 0 h 1114899"/>
                <a:gd name="connsiteX1" fmla="*/ 956601 w 956601"/>
                <a:gd name="connsiteY1" fmla="*/ 0 h 1114899"/>
                <a:gd name="connsiteX2" fmla="*/ 951973 w 956601"/>
                <a:gd name="connsiteY2" fmla="*/ 97117 h 1114899"/>
                <a:gd name="connsiteX3" fmla="*/ 5472 w 956601"/>
                <a:gd name="connsiteY3" fmla="*/ 1113687 h 1114899"/>
                <a:gd name="connsiteX4" fmla="*/ 0 w 956601"/>
                <a:gd name="connsiteY4" fmla="*/ 1114899 h 1114899"/>
                <a:gd name="connsiteX5" fmla="*/ 40056 w 956601"/>
                <a:gd name="connsiteY5" fmla="*/ 1089636 h 1114899"/>
                <a:gd name="connsiteX6" fmla="*/ 638394 w 956601"/>
                <a:gd name="connsiteY6" fmla="*/ 162145 h 1114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56601" h="1114899">
                  <a:moveTo>
                    <a:pt x="649311" y="0"/>
                  </a:moveTo>
                  <a:lnTo>
                    <a:pt x="956601" y="0"/>
                  </a:lnTo>
                  <a:lnTo>
                    <a:pt x="951973" y="97117"/>
                  </a:lnTo>
                  <a:cubicBezTo>
                    <a:pt x="906000" y="577465"/>
                    <a:pt x="522068" y="975272"/>
                    <a:pt x="5472" y="1113687"/>
                  </a:cubicBezTo>
                  <a:lnTo>
                    <a:pt x="0" y="1114899"/>
                  </a:lnTo>
                  <a:lnTo>
                    <a:pt x="40056" y="1089636"/>
                  </a:lnTo>
                  <a:cubicBezTo>
                    <a:pt x="365632" y="863013"/>
                    <a:pt x="587911" y="534591"/>
                    <a:pt x="638394" y="162145"/>
                  </a:cubicBezTo>
                  <a:close/>
                </a:path>
              </a:pathLst>
            </a:cu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 dirty="0"/>
            </a:p>
          </p:txBody>
        </p:sp>
      </p:grpSp>
      <p:grpSp>
        <p:nvGrpSpPr>
          <p:cNvPr id="17" name="グループ化 16">
            <a:extLst>
              <a:ext uri="{FF2B5EF4-FFF2-40B4-BE49-F238E27FC236}">
                <a16:creationId xmlns:a16="http://schemas.microsoft.com/office/drawing/2014/main" id="{1CC218CC-EEBC-1865-D9BB-837546C65874}"/>
              </a:ext>
            </a:extLst>
          </p:cNvPr>
          <p:cNvGrpSpPr/>
          <p:nvPr/>
        </p:nvGrpSpPr>
        <p:grpSpPr>
          <a:xfrm rot="14081671" flipV="1">
            <a:off x="3008535" y="3805423"/>
            <a:ext cx="1200356" cy="1439429"/>
            <a:chOff x="2664127" y="3374455"/>
            <a:chExt cx="1201975" cy="1567649"/>
          </a:xfrm>
          <a:solidFill>
            <a:srgbClr val="64A4A3"/>
          </a:solidFill>
        </p:grpSpPr>
        <p:sp>
          <p:nvSpPr>
            <p:cNvPr id="18" name="二等辺三角形 17">
              <a:extLst>
                <a:ext uri="{FF2B5EF4-FFF2-40B4-BE49-F238E27FC236}">
                  <a16:creationId xmlns:a16="http://schemas.microsoft.com/office/drawing/2014/main" id="{F2F7520D-B9C9-EE46-43C0-1974C9EE110E}"/>
                </a:ext>
              </a:extLst>
            </p:cNvPr>
            <p:cNvSpPr/>
            <p:nvPr/>
          </p:nvSpPr>
          <p:spPr>
            <a:xfrm rot="21516842">
              <a:off x="3025444" y="3374455"/>
              <a:ext cx="840658" cy="471949"/>
            </a:xfrm>
            <a:prstGeom prst="triangle">
              <a:avLst/>
            </a:pr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 dirty="0"/>
            </a:p>
          </p:txBody>
        </p:sp>
        <p:sp>
          <p:nvSpPr>
            <p:cNvPr id="19" name="フリーフォーム: 図形 18">
              <a:extLst>
                <a:ext uri="{FF2B5EF4-FFF2-40B4-BE49-F238E27FC236}">
                  <a16:creationId xmlns:a16="http://schemas.microsoft.com/office/drawing/2014/main" id="{91521E69-6981-7659-CD42-1242DA646433}"/>
                </a:ext>
              </a:extLst>
            </p:cNvPr>
            <p:cNvSpPr/>
            <p:nvPr/>
          </p:nvSpPr>
          <p:spPr>
            <a:xfrm>
              <a:off x="2664127" y="3827205"/>
              <a:ext cx="956601" cy="1114899"/>
            </a:xfrm>
            <a:custGeom>
              <a:avLst/>
              <a:gdLst>
                <a:gd name="connsiteX0" fmla="*/ 649311 w 956601"/>
                <a:gd name="connsiteY0" fmla="*/ 0 h 1114899"/>
                <a:gd name="connsiteX1" fmla="*/ 956601 w 956601"/>
                <a:gd name="connsiteY1" fmla="*/ 0 h 1114899"/>
                <a:gd name="connsiteX2" fmla="*/ 951973 w 956601"/>
                <a:gd name="connsiteY2" fmla="*/ 97117 h 1114899"/>
                <a:gd name="connsiteX3" fmla="*/ 5472 w 956601"/>
                <a:gd name="connsiteY3" fmla="*/ 1113687 h 1114899"/>
                <a:gd name="connsiteX4" fmla="*/ 0 w 956601"/>
                <a:gd name="connsiteY4" fmla="*/ 1114899 h 1114899"/>
                <a:gd name="connsiteX5" fmla="*/ 40056 w 956601"/>
                <a:gd name="connsiteY5" fmla="*/ 1089636 h 1114899"/>
                <a:gd name="connsiteX6" fmla="*/ 638394 w 956601"/>
                <a:gd name="connsiteY6" fmla="*/ 162145 h 1114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56601" h="1114899">
                  <a:moveTo>
                    <a:pt x="649311" y="0"/>
                  </a:moveTo>
                  <a:lnTo>
                    <a:pt x="956601" y="0"/>
                  </a:lnTo>
                  <a:lnTo>
                    <a:pt x="951973" y="97117"/>
                  </a:lnTo>
                  <a:cubicBezTo>
                    <a:pt x="906000" y="577465"/>
                    <a:pt x="522068" y="975272"/>
                    <a:pt x="5472" y="1113687"/>
                  </a:cubicBezTo>
                  <a:lnTo>
                    <a:pt x="0" y="1114899"/>
                  </a:lnTo>
                  <a:lnTo>
                    <a:pt x="40056" y="1089636"/>
                  </a:lnTo>
                  <a:cubicBezTo>
                    <a:pt x="365632" y="863013"/>
                    <a:pt x="587911" y="534591"/>
                    <a:pt x="638394" y="162145"/>
                  </a:cubicBezTo>
                  <a:close/>
                </a:path>
              </a:pathLst>
            </a:cu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 dirty="0"/>
            </a:p>
          </p:txBody>
        </p:sp>
      </p:grp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DBABD0C2-66B5-256B-4604-E348FEFAC56D}"/>
              </a:ext>
            </a:extLst>
          </p:cNvPr>
          <p:cNvSpPr txBox="1"/>
          <p:nvPr/>
        </p:nvSpPr>
        <p:spPr>
          <a:xfrm>
            <a:off x="8172533" y="4335169"/>
            <a:ext cx="255117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30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変化</a:t>
            </a:r>
            <a:endParaRPr lang="en-US" altLang="ja-JP" sz="3000" b="1" dirty="0">
              <a:solidFill>
                <a:srgbClr val="64A4A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D3D28F20-D312-FC56-A45A-9A9DD0F018F0}"/>
              </a:ext>
            </a:extLst>
          </p:cNvPr>
          <p:cNvSpPr txBox="1"/>
          <p:nvPr/>
        </p:nvSpPr>
        <p:spPr>
          <a:xfrm>
            <a:off x="4750090" y="8830626"/>
            <a:ext cx="255117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30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変化</a:t>
            </a:r>
            <a:endParaRPr lang="en-US" altLang="ja-JP" sz="3000" b="1" dirty="0">
              <a:solidFill>
                <a:srgbClr val="64A4A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032857B8-91F1-CA95-91BD-24CB159AB079}"/>
              </a:ext>
            </a:extLst>
          </p:cNvPr>
          <p:cNvSpPr txBox="1"/>
          <p:nvPr/>
        </p:nvSpPr>
        <p:spPr>
          <a:xfrm>
            <a:off x="924026" y="4403562"/>
            <a:ext cx="255117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30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変化</a:t>
            </a:r>
            <a:endParaRPr lang="en-US" altLang="ja-JP" sz="3000" b="1" dirty="0">
              <a:solidFill>
                <a:srgbClr val="64A4A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25" name="楕円 24">
            <a:extLst>
              <a:ext uri="{FF2B5EF4-FFF2-40B4-BE49-F238E27FC236}">
                <a16:creationId xmlns:a16="http://schemas.microsoft.com/office/drawing/2014/main" id="{FA69373F-043A-BD62-065E-9238200A2914}"/>
              </a:ext>
            </a:extLst>
          </p:cNvPr>
          <p:cNvSpPr/>
          <p:nvPr/>
        </p:nvSpPr>
        <p:spPr>
          <a:xfrm>
            <a:off x="11193983" y="2476893"/>
            <a:ext cx="485775" cy="485775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  <a:effectLst>
            <a:glow rad="101600">
              <a:schemeClr val="accent2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/>
          </a:p>
        </p:txBody>
      </p:sp>
      <p:sp>
        <p:nvSpPr>
          <p:cNvPr id="26" name="楕円 25">
            <a:extLst>
              <a:ext uri="{FF2B5EF4-FFF2-40B4-BE49-F238E27FC236}">
                <a16:creationId xmlns:a16="http://schemas.microsoft.com/office/drawing/2014/main" id="{47A74F06-9B64-1B4A-43BA-C938BE525936}"/>
              </a:ext>
            </a:extLst>
          </p:cNvPr>
          <p:cNvSpPr/>
          <p:nvPr/>
        </p:nvSpPr>
        <p:spPr>
          <a:xfrm>
            <a:off x="12162225" y="2476668"/>
            <a:ext cx="486000" cy="486000"/>
          </a:xfrm>
          <a:prstGeom prst="ellipse">
            <a:avLst/>
          </a:prstGeom>
          <a:solidFill>
            <a:srgbClr val="46877B"/>
          </a:solidFill>
          <a:ln>
            <a:solidFill>
              <a:srgbClr val="46877B"/>
            </a:solidFill>
          </a:ln>
          <a:effectLst>
            <a:glow rad="101600">
              <a:srgbClr val="46877B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 dirty="0"/>
          </a:p>
        </p:txBody>
      </p:sp>
      <p:sp>
        <p:nvSpPr>
          <p:cNvPr id="27" name="楕円 26">
            <a:extLst>
              <a:ext uri="{FF2B5EF4-FFF2-40B4-BE49-F238E27FC236}">
                <a16:creationId xmlns:a16="http://schemas.microsoft.com/office/drawing/2014/main" id="{804C8D84-DF1A-9E36-6B35-4F08C09A0AEE}"/>
              </a:ext>
            </a:extLst>
          </p:cNvPr>
          <p:cNvSpPr/>
          <p:nvPr/>
        </p:nvSpPr>
        <p:spPr>
          <a:xfrm>
            <a:off x="11595549" y="3247604"/>
            <a:ext cx="514350" cy="499901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/>
          </a:p>
        </p:txBody>
      </p:sp>
      <p:sp>
        <p:nvSpPr>
          <p:cNvPr id="28" name="楕円 27">
            <a:extLst>
              <a:ext uri="{FF2B5EF4-FFF2-40B4-BE49-F238E27FC236}">
                <a16:creationId xmlns:a16="http://schemas.microsoft.com/office/drawing/2014/main" id="{57C0E608-BA74-F485-BAE3-702170BC32CC}"/>
              </a:ext>
            </a:extLst>
          </p:cNvPr>
          <p:cNvSpPr/>
          <p:nvPr/>
        </p:nvSpPr>
        <p:spPr>
          <a:xfrm>
            <a:off x="12792395" y="4590541"/>
            <a:ext cx="4352231" cy="1854809"/>
          </a:xfrm>
          <a:custGeom>
            <a:avLst/>
            <a:gdLst>
              <a:gd name="connsiteX0" fmla="*/ 0 w 4352231"/>
              <a:gd name="connsiteY0" fmla="*/ 927405 h 1854809"/>
              <a:gd name="connsiteX1" fmla="*/ 2176116 w 4352231"/>
              <a:gd name="connsiteY1" fmla="*/ 0 h 1854809"/>
              <a:gd name="connsiteX2" fmla="*/ 4352232 w 4352231"/>
              <a:gd name="connsiteY2" fmla="*/ 927405 h 1854809"/>
              <a:gd name="connsiteX3" fmla="*/ 2176116 w 4352231"/>
              <a:gd name="connsiteY3" fmla="*/ 1854810 h 1854809"/>
              <a:gd name="connsiteX4" fmla="*/ 0 w 4352231"/>
              <a:gd name="connsiteY4" fmla="*/ 927405 h 18548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52231" h="1854809" fill="none" extrusionOk="0">
                <a:moveTo>
                  <a:pt x="0" y="927405"/>
                </a:moveTo>
                <a:cubicBezTo>
                  <a:pt x="88957" y="330664"/>
                  <a:pt x="1036204" y="4086"/>
                  <a:pt x="2176116" y="0"/>
                </a:cubicBezTo>
                <a:cubicBezTo>
                  <a:pt x="3424330" y="79274"/>
                  <a:pt x="4334726" y="414837"/>
                  <a:pt x="4352232" y="927405"/>
                </a:cubicBezTo>
                <a:cubicBezTo>
                  <a:pt x="4538447" y="1466601"/>
                  <a:pt x="3219053" y="1782293"/>
                  <a:pt x="2176116" y="1854810"/>
                </a:cubicBezTo>
                <a:cubicBezTo>
                  <a:pt x="964531" y="1857719"/>
                  <a:pt x="57048" y="1362262"/>
                  <a:pt x="0" y="927405"/>
                </a:cubicBezTo>
                <a:close/>
              </a:path>
              <a:path w="4352231" h="1854809" stroke="0" extrusionOk="0">
                <a:moveTo>
                  <a:pt x="0" y="927405"/>
                </a:moveTo>
                <a:cubicBezTo>
                  <a:pt x="-13236" y="438434"/>
                  <a:pt x="897001" y="-31912"/>
                  <a:pt x="2176116" y="0"/>
                </a:cubicBezTo>
                <a:cubicBezTo>
                  <a:pt x="3410746" y="-4841"/>
                  <a:pt x="4332356" y="451413"/>
                  <a:pt x="4352232" y="927405"/>
                </a:cubicBezTo>
                <a:cubicBezTo>
                  <a:pt x="4293016" y="1459389"/>
                  <a:pt x="3346187" y="1892372"/>
                  <a:pt x="2176116" y="1854810"/>
                </a:cubicBezTo>
                <a:cubicBezTo>
                  <a:pt x="1017127" y="1827082"/>
                  <a:pt x="-51413" y="1451390"/>
                  <a:pt x="0" y="927405"/>
                </a:cubicBezTo>
                <a:close/>
              </a:path>
            </a:pathLst>
          </a:custGeom>
          <a:solidFill>
            <a:srgbClr val="D3E9E5"/>
          </a:solidFill>
          <a:ln>
            <a:solidFill>
              <a:srgbClr val="D3E9E5"/>
            </a:solidFill>
            <a:extLst>
              <a:ext uri="{C807C97D-BFC1-408E-A445-0C87EB9F89A2}">
                <ask:lineSketchStyleProps xmlns:ask="http://schemas.microsoft.com/office/drawing/2018/sketchyshapes" sd="981765707">
                  <a:prstGeom prst="ellipse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/>
          </a:p>
        </p:txBody>
      </p:sp>
      <p:sp>
        <p:nvSpPr>
          <p:cNvPr id="29" name="楕円 28">
            <a:extLst>
              <a:ext uri="{FF2B5EF4-FFF2-40B4-BE49-F238E27FC236}">
                <a16:creationId xmlns:a16="http://schemas.microsoft.com/office/drawing/2014/main" id="{11994F12-90A6-E96A-5BE6-5E9F08D17B74}"/>
              </a:ext>
            </a:extLst>
          </p:cNvPr>
          <p:cNvSpPr/>
          <p:nvPr/>
        </p:nvSpPr>
        <p:spPr>
          <a:xfrm>
            <a:off x="14277877" y="2351718"/>
            <a:ext cx="3352691" cy="3265911"/>
          </a:xfrm>
          <a:custGeom>
            <a:avLst/>
            <a:gdLst>
              <a:gd name="connsiteX0" fmla="*/ 0 w 3352691"/>
              <a:gd name="connsiteY0" fmla="*/ 1632956 h 3265911"/>
              <a:gd name="connsiteX1" fmla="*/ 1676346 w 3352691"/>
              <a:gd name="connsiteY1" fmla="*/ 0 h 3265911"/>
              <a:gd name="connsiteX2" fmla="*/ 3352692 w 3352691"/>
              <a:gd name="connsiteY2" fmla="*/ 1632956 h 3265911"/>
              <a:gd name="connsiteX3" fmla="*/ 1676346 w 3352691"/>
              <a:gd name="connsiteY3" fmla="*/ 3265912 h 3265911"/>
              <a:gd name="connsiteX4" fmla="*/ 0 w 3352691"/>
              <a:gd name="connsiteY4" fmla="*/ 1632956 h 3265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52691" h="3265911" fill="none" extrusionOk="0">
                <a:moveTo>
                  <a:pt x="0" y="1632956"/>
                </a:moveTo>
                <a:cubicBezTo>
                  <a:pt x="-97699" y="748535"/>
                  <a:pt x="738675" y="32818"/>
                  <a:pt x="1676346" y="0"/>
                </a:cubicBezTo>
                <a:cubicBezTo>
                  <a:pt x="2462672" y="-52220"/>
                  <a:pt x="3428322" y="768244"/>
                  <a:pt x="3352692" y="1632956"/>
                </a:cubicBezTo>
                <a:cubicBezTo>
                  <a:pt x="3420273" y="2363079"/>
                  <a:pt x="2615245" y="3285864"/>
                  <a:pt x="1676346" y="3265912"/>
                </a:cubicBezTo>
                <a:cubicBezTo>
                  <a:pt x="769438" y="3282794"/>
                  <a:pt x="48290" y="2512588"/>
                  <a:pt x="0" y="1632956"/>
                </a:cubicBezTo>
                <a:close/>
              </a:path>
              <a:path w="3352691" h="3265911" stroke="0" extrusionOk="0">
                <a:moveTo>
                  <a:pt x="0" y="1632956"/>
                </a:moveTo>
                <a:cubicBezTo>
                  <a:pt x="46380" y="805402"/>
                  <a:pt x="750896" y="-39621"/>
                  <a:pt x="1676346" y="0"/>
                </a:cubicBezTo>
                <a:cubicBezTo>
                  <a:pt x="2634870" y="157129"/>
                  <a:pt x="3332799" y="717393"/>
                  <a:pt x="3352692" y="1632956"/>
                </a:cubicBezTo>
                <a:cubicBezTo>
                  <a:pt x="3359065" y="2487079"/>
                  <a:pt x="2599756" y="3181794"/>
                  <a:pt x="1676346" y="3265912"/>
                </a:cubicBezTo>
                <a:cubicBezTo>
                  <a:pt x="754001" y="3248309"/>
                  <a:pt x="16605" y="2464779"/>
                  <a:pt x="0" y="1632956"/>
                </a:cubicBezTo>
                <a:close/>
              </a:path>
            </a:pathLst>
          </a:custGeom>
          <a:solidFill>
            <a:srgbClr val="64A4A3"/>
          </a:solidFill>
          <a:ln>
            <a:solidFill>
              <a:srgbClr val="64A4A3"/>
            </a:solidFill>
            <a:extLst>
              <a:ext uri="{C807C97D-BFC1-408E-A445-0C87EB9F89A2}">
                <ask:lineSketchStyleProps xmlns:ask="http://schemas.microsoft.com/office/drawing/2018/sketchyshapes" sd="3669468432">
                  <a:prstGeom prst="ellipse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700" b="1" dirty="0">
                <a:solidFill>
                  <a:schemeClr val="bg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 </a:t>
            </a:r>
            <a:r>
              <a:rPr lang="ja-JP" altLang="en-US" sz="4200" b="1" dirty="0">
                <a:solidFill>
                  <a:schemeClr val="bg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何か</a:t>
            </a:r>
            <a:endParaRPr lang="en-US" altLang="ja-JP" sz="4200" b="1" dirty="0">
              <a:solidFill>
                <a:schemeClr val="bg1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  <a:p>
            <a:pPr algn="ctr"/>
            <a:r>
              <a:rPr lang="ja-JP" altLang="en-US" sz="2700" dirty="0">
                <a:solidFill>
                  <a:schemeClr val="bg1"/>
                </a:solidFill>
                <a:latin typeface="+mn-ea"/>
              </a:rPr>
              <a:t>メッセージ</a:t>
            </a:r>
            <a:endParaRPr lang="ja-JP" altLang="en-US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9B369ACC-5757-B80B-61BF-EC839E501C38}"/>
              </a:ext>
            </a:extLst>
          </p:cNvPr>
          <p:cNvSpPr/>
          <p:nvPr/>
        </p:nvSpPr>
        <p:spPr>
          <a:xfrm rot="20169432">
            <a:off x="13193370" y="5255011"/>
            <a:ext cx="4740048" cy="251132"/>
          </a:xfrm>
          <a:custGeom>
            <a:avLst/>
            <a:gdLst>
              <a:gd name="connsiteX0" fmla="*/ 0 w 4740048"/>
              <a:gd name="connsiteY0" fmla="*/ 0 h 251132"/>
              <a:gd name="connsiteX1" fmla="*/ 4740048 w 4740048"/>
              <a:gd name="connsiteY1" fmla="*/ 0 h 251132"/>
              <a:gd name="connsiteX2" fmla="*/ 4740048 w 4740048"/>
              <a:gd name="connsiteY2" fmla="*/ 251132 h 251132"/>
              <a:gd name="connsiteX3" fmla="*/ 0 w 4740048"/>
              <a:gd name="connsiteY3" fmla="*/ 251132 h 251132"/>
              <a:gd name="connsiteX4" fmla="*/ 0 w 4740048"/>
              <a:gd name="connsiteY4" fmla="*/ 0 h 2511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40048" h="251132" fill="none" extrusionOk="0">
                <a:moveTo>
                  <a:pt x="0" y="0"/>
                </a:moveTo>
                <a:cubicBezTo>
                  <a:pt x="1734634" y="-130857"/>
                  <a:pt x="3117599" y="63250"/>
                  <a:pt x="4740048" y="0"/>
                </a:cubicBezTo>
                <a:cubicBezTo>
                  <a:pt x="4755970" y="41621"/>
                  <a:pt x="4740267" y="197754"/>
                  <a:pt x="4740048" y="251132"/>
                </a:cubicBezTo>
                <a:cubicBezTo>
                  <a:pt x="3980916" y="305796"/>
                  <a:pt x="1888052" y="299234"/>
                  <a:pt x="0" y="251132"/>
                </a:cubicBezTo>
                <a:cubicBezTo>
                  <a:pt x="4336" y="213336"/>
                  <a:pt x="-10589" y="59554"/>
                  <a:pt x="0" y="0"/>
                </a:cubicBezTo>
                <a:close/>
              </a:path>
              <a:path w="4740048" h="251132" stroke="0" extrusionOk="0">
                <a:moveTo>
                  <a:pt x="0" y="0"/>
                </a:moveTo>
                <a:cubicBezTo>
                  <a:pt x="1979577" y="93023"/>
                  <a:pt x="3628114" y="111448"/>
                  <a:pt x="4740048" y="0"/>
                </a:cubicBezTo>
                <a:cubicBezTo>
                  <a:pt x="4752646" y="86854"/>
                  <a:pt x="4755007" y="191159"/>
                  <a:pt x="4740048" y="251132"/>
                </a:cubicBezTo>
                <a:cubicBezTo>
                  <a:pt x="4207713" y="249248"/>
                  <a:pt x="2324524" y="327263"/>
                  <a:pt x="0" y="251132"/>
                </a:cubicBezTo>
                <a:cubicBezTo>
                  <a:pt x="-18793" y="149885"/>
                  <a:pt x="-20569" y="84404"/>
                  <a:pt x="0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1001808606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/>
          </a:p>
        </p:txBody>
      </p:sp>
      <p:sp>
        <p:nvSpPr>
          <p:cNvPr id="31" name="十字形 30">
            <a:extLst>
              <a:ext uri="{FF2B5EF4-FFF2-40B4-BE49-F238E27FC236}">
                <a16:creationId xmlns:a16="http://schemas.microsoft.com/office/drawing/2014/main" id="{AE6B2308-93E3-CE3B-D6A4-F65B8B44608F}"/>
              </a:ext>
            </a:extLst>
          </p:cNvPr>
          <p:cNvSpPr/>
          <p:nvPr/>
        </p:nvSpPr>
        <p:spPr>
          <a:xfrm rot="2590055">
            <a:off x="12398882" y="6619589"/>
            <a:ext cx="2804579" cy="2829827"/>
          </a:xfrm>
          <a:custGeom>
            <a:avLst/>
            <a:gdLst>
              <a:gd name="connsiteX0" fmla="*/ 0 w 2804579"/>
              <a:gd name="connsiteY0" fmla="*/ 1307523 h 2829827"/>
              <a:gd name="connsiteX1" fmla="*/ 1307523 w 2804579"/>
              <a:gd name="connsiteY1" fmla="*/ 1307523 h 2829827"/>
              <a:gd name="connsiteX2" fmla="*/ 1307523 w 2804579"/>
              <a:gd name="connsiteY2" fmla="*/ 0 h 2829827"/>
              <a:gd name="connsiteX3" fmla="*/ 1497056 w 2804579"/>
              <a:gd name="connsiteY3" fmla="*/ 0 h 2829827"/>
              <a:gd name="connsiteX4" fmla="*/ 1497056 w 2804579"/>
              <a:gd name="connsiteY4" fmla="*/ 1307523 h 2829827"/>
              <a:gd name="connsiteX5" fmla="*/ 2804579 w 2804579"/>
              <a:gd name="connsiteY5" fmla="*/ 1307523 h 2829827"/>
              <a:gd name="connsiteX6" fmla="*/ 2804579 w 2804579"/>
              <a:gd name="connsiteY6" fmla="*/ 1522304 h 2829827"/>
              <a:gd name="connsiteX7" fmla="*/ 1497056 w 2804579"/>
              <a:gd name="connsiteY7" fmla="*/ 1522304 h 2829827"/>
              <a:gd name="connsiteX8" fmla="*/ 1497056 w 2804579"/>
              <a:gd name="connsiteY8" fmla="*/ 2829827 h 2829827"/>
              <a:gd name="connsiteX9" fmla="*/ 1307523 w 2804579"/>
              <a:gd name="connsiteY9" fmla="*/ 2829827 h 2829827"/>
              <a:gd name="connsiteX10" fmla="*/ 1307523 w 2804579"/>
              <a:gd name="connsiteY10" fmla="*/ 1522304 h 2829827"/>
              <a:gd name="connsiteX11" fmla="*/ 0 w 2804579"/>
              <a:gd name="connsiteY11" fmla="*/ 1522304 h 2829827"/>
              <a:gd name="connsiteX12" fmla="*/ 0 w 2804579"/>
              <a:gd name="connsiteY12" fmla="*/ 1307523 h 28298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804579" h="2829827" fill="none" extrusionOk="0">
                <a:moveTo>
                  <a:pt x="0" y="1307523"/>
                </a:moveTo>
                <a:cubicBezTo>
                  <a:pt x="546129" y="1353204"/>
                  <a:pt x="911528" y="1222900"/>
                  <a:pt x="1307523" y="1307523"/>
                </a:cubicBezTo>
                <a:cubicBezTo>
                  <a:pt x="1341216" y="1088394"/>
                  <a:pt x="1342035" y="206473"/>
                  <a:pt x="1307523" y="0"/>
                </a:cubicBezTo>
                <a:cubicBezTo>
                  <a:pt x="1369576" y="12874"/>
                  <a:pt x="1417781" y="10368"/>
                  <a:pt x="1497056" y="0"/>
                </a:cubicBezTo>
                <a:cubicBezTo>
                  <a:pt x="1415750" y="252949"/>
                  <a:pt x="1496548" y="1114016"/>
                  <a:pt x="1497056" y="1307523"/>
                </a:cubicBezTo>
                <a:cubicBezTo>
                  <a:pt x="1775166" y="1237105"/>
                  <a:pt x="2311653" y="1292227"/>
                  <a:pt x="2804579" y="1307523"/>
                </a:cubicBezTo>
                <a:cubicBezTo>
                  <a:pt x="2807269" y="1352914"/>
                  <a:pt x="2785612" y="1478252"/>
                  <a:pt x="2804579" y="1522304"/>
                </a:cubicBezTo>
                <a:cubicBezTo>
                  <a:pt x="2613178" y="1487643"/>
                  <a:pt x="1694709" y="1488030"/>
                  <a:pt x="1497056" y="1522304"/>
                </a:cubicBezTo>
                <a:cubicBezTo>
                  <a:pt x="1419620" y="1858364"/>
                  <a:pt x="1386465" y="2356596"/>
                  <a:pt x="1497056" y="2829827"/>
                </a:cubicBezTo>
                <a:cubicBezTo>
                  <a:pt x="1423672" y="2826318"/>
                  <a:pt x="1377315" y="2846623"/>
                  <a:pt x="1307523" y="2829827"/>
                </a:cubicBezTo>
                <a:cubicBezTo>
                  <a:pt x="1218376" y="2194120"/>
                  <a:pt x="1360294" y="1756082"/>
                  <a:pt x="1307523" y="1522304"/>
                </a:cubicBezTo>
                <a:cubicBezTo>
                  <a:pt x="718539" y="1520958"/>
                  <a:pt x="586764" y="1507087"/>
                  <a:pt x="0" y="1522304"/>
                </a:cubicBezTo>
                <a:cubicBezTo>
                  <a:pt x="-17792" y="1448935"/>
                  <a:pt x="-15342" y="1329404"/>
                  <a:pt x="0" y="1307523"/>
                </a:cubicBezTo>
                <a:close/>
              </a:path>
              <a:path w="2804579" h="2829827" stroke="0" extrusionOk="0">
                <a:moveTo>
                  <a:pt x="0" y="1307523"/>
                </a:moveTo>
                <a:cubicBezTo>
                  <a:pt x="563140" y="1203224"/>
                  <a:pt x="995196" y="1223847"/>
                  <a:pt x="1307523" y="1307523"/>
                </a:cubicBezTo>
                <a:cubicBezTo>
                  <a:pt x="1250057" y="671566"/>
                  <a:pt x="1261814" y="237231"/>
                  <a:pt x="1307523" y="0"/>
                </a:cubicBezTo>
                <a:cubicBezTo>
                  <a:pt x="1347624" y="13670"/>
                  <a:pt x="1426167" y="5277"/>
                  <a:pt x="1497056" y="0"/>
                </a:cubicBezTo>
                <a:cubicBezTo>
                  <a:pt x="1451848" y="379705"/>
                  <a:pt x="1471064" y="751305"/>
                  <a:pt x="1497056" y="1307523"/>
                </a:cubicBezTo>
                <a:cubicBezTo>
                  <a:pt x="1901207" y="1374512"/>
                  <a:pt x="2231359" y="1302522"/>
                  <a:pt x="2804579" y="1307523"/>
                </a:cubicBezTo>
                <a:cubicBezTo>
                  <a:pt x="2805706" y="1370535"/>
                  <a:pt x="2804669" y="1481285"/>
                  <a:pt x="2804579" y="1522304"/>
                </a:cubicBezTo>
                <a:cubicBezTo>
                  <a:pt x="2480120" y="1629485"/>
                  <a:pt x="1655909" y="1425656"/>
                  <a:pt x="1497056" y="1522304"/>
                </a:cubicBezTo>
                <a:cubicBezTo>
                  <a:pt x="1435266" y="1676934"/>
                  <a:pt x="1552363" y="2510066"/>
                  <a:pt x="1497056" y="2829827"/>
                </a:cubicBezTo>
                <a:cubicBezTo>
                  <a:pt x="1423552" y="2816915"/>
                  <a:pt x="1354516" y="2844796"/>
                  <a:pt x="1307523" y="2829827"/>
                </a:cubicBezTo>
                <a:cubicBezTo>
                  <a:pt x="1371595" y="2453642"/>
                  <a:pt x="1334464" y="1679310"/>
                  <a:pt x="1307523" y="1522304"/>
                </a:cubicBezTo>
                <a:cubicBezTo>
                  <a:pt x="826046" y="1499581"/>
                  <a:pt x="347693" y="1473210"/>
                  <a:pt x="0" y="1522304"/>
                </a:cubicBezTo>
                <a:cubicBezTo>
                  <a:pt x="592" y="1489249"/>
                  <a:pt x="615" y="1357665"/>
                  <a:pt x="0" y="1307523"/>
                </a:cubicBezTo>
                <a:close/>
              </a:path>
            </a:pathLst>
          </a:custGeom>
          <a:solidFill>
            <a:srgbClr val="64A4A3"/>
          </a:solidFill>
          <a:ln>
            <a:solidFill>
              <a:srgbClr val="64A4A3"/>
            </a:solidFill>
            <a:extLst>
              <a:ext uri="{C807C97D-BFC1-408E-A445-0C87EB9F89A2}">
                <ask:lineSketchStyleProps xmlns:ask="http://schemas.microsoft.com/office/drawing/2018/sketchyshapes" sd="3129110413">
                  <a:prstGeom prst="plus">
                    <a:avLst>
                      <a:gd name="adj" fmla="val 46621"/>
                    </a:avLst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/>
          </a:p>
        </p:txBody>
      </p:sp>
      <p:sp>
        <p:nvSpPr>
          <p:cNvPr id="32" name="楕円 31">
            <a:extLst>
              <a:ext uri="{FF2B5EF4-FFF2-40B4-BE49-F238E27FC236}">
                <a16:creationId xmlns:a16="http://schemas.microsoft.com/office/drawing/2014/main" id="{4548D72B-CA5C-59FC-584F-E0EF5BBB25BA}"/>
              </a:ext>
            </a:extLst>
          </p:cNvPr>
          <p:cNvSpPr/>
          <p:nvPr/>
        </p:nvSpPr>
        <p:spPr>
          <a:xfrm>
            <a:off x="10636382" y="7189093"/>
            <a:ext cx="1880229" cy="1854809"/>
          </a:xfrm>
          <a:custGeom>
            <a:avLst/>
            <a:gdLst>
              <a:gd name="connsiteX0" fmla="*/ 0 w 1880229"/>
              <a:gd name="connsiteY0" fmla="*/ 927405 h 1854809"/>
              <a:gd name="connsiteX1" fmla="*/ 940115 w 1880229"/>
              <a:gd name="connsiteY1" fmla="*/ 0 h 1854809"/>
              <a:gd name="connsiteX2" fmla="*/ 1880230 w 1880229"/>
              <a:gd name="connsiteY2" fmla="*/ 927405 h 1854809"/>
              <a:gd name="connsiteX3" fmla="*/ 940115 w 1880229"/>
              <a:gd name="connsiteY3" fmla="*/ 1854810 h 1854809"/>
              <a:gd name="connsiteX4" fmla="*/ 0 w 1880229"/>
              <a:gd name="connsiteY4" fmla="*/ 927405 h 18548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80229" h="1854809" fill="none" extrusionOk="0">
                <a:moveTo>
                  <a:pt x="0" y="927405"/>
                </a:moveTo>
                <a:cubicBezTo>
                  <a:pt x="-31656" y="465265"/>
                  <a:pt x="380975" y="23539"/>
                  <a:pt x="940115" y="0"/>
                </a:cubicBezTo>
                <a:cubicBezTo>
                  <a:pt x="1409338" y="81906"/>
                  <a:pt x="1945919" y="359550"/>
                  <a:pt x="1880230" y="927405"/>
                </a:cubicBezTo>
                <a:cubicBezTo>
                  <a:pt x="1897146" y="1424287"/>
                  <a:pt x="1513839" y="1852201"/>
                  <a:pt x="940115" y="1854810"/>
                </a:cubicBezTo>
                <a:cubicBezTo>
                  <a:pt x="380899" y="1927985"/>
                  <a:pt x="37518" y="1380507"/>
                  <a:pt x="0" y="927405"/>
                </a:cubicBezTo>
                <a:close/>
              </a:path>
              <a:path w="1880229" h="1854809" stroke="0" extrusionOk="0">
                <a:moveTo>
                  <a:pt x="0" y="927405"/>
                </a:moveTo>
                <a:cubicBezTo>
                  <a:pt x="13242" y="429430"/>
                  <a:pt x="374410" y="60284"/>
                  <a:pt x="940115" y="0"/>
                </a:cubicBezTo>
                <a:cubicBezTo>
                  <a:pt x="1447961" y="-60579"/>
                  <a:pt x="1833167" y="413132"/>
                  <a:pt x="1880230" y="927405"/>
                </a:cubicBezTo>
                <a:cubicBezTo>
                  <a:pt x="1889290" y="1508620"/>
                  <a:pt x="1497226" y="1859062"/>
                  <a:pt x="940115" y="1854810"/>
                </a:cubicBezTo>
                <a:cubicBezTo>
                  <a:pt x="423948" y="1868344"/>
                  <a:pt x="75426" y="1470206"/>
                  <a:pt x="0" y="927405"/>
                </a:cubicBezTo>
                <a:close/>
              </a:path>
            </a:pathLst>
          </a:custGeom>
          <a:solidFill>
            <a:srgbClr val="64A4A3"/>
          </a:solidFill>
          <a:ln w="76200">
            <a:solidFill>
              <a:srgbClr val="64A4A3"/>
            </a:solidFill>
            <a:extLst>
              <a:ext uri="{C807C97D-BFC1-408E-A445-0C87EB9F89A2}">
                <ask:lineSketchStyleProps xmlns:ask="http://schemas.microsoft.com/office/drawing/2018/sketchyshapes" sd="1678478707">
                  <a:prstGeom prst="ellipse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 dirty="0"/>
          </a:p>
        </p:txBody>
      </p:sp>
    </p:spTree>
    <p:extLst>
      <p:ext uri="{BB962C8B-B14F-4D97-AF65-F5344CB8AC3E}">
        <p14:creationId xmlns:p14="http://schemas.microsoft.com/office/powerpoint/2010/main" val="27312343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DE16C55-369C-4304-9852-55ED13ACD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523999"/>
            <a:ext cx="17036846" cy="1407239"/>
          </a:xfrm>
        </p:spPr>
        <p:txBody>
          <a:bodyPr/>
          <a:lstStyle/>
          <a:p>
            <a:r>
              <a:rPr lang="ja-JP" altLang="en-US" dirty="0"/>
              <a:t>３つあることが一目でわかる</a:t>
            </a:r>
            <a:endParaRPr kumimoji="1" lang="ja-JP" altLang="en-US" dirty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B61A5A0-94BF-4998-8B9C-2A7D26AFF2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r>
              <a:rPr lang="ja-JP" altLang="en-US" dirty="0"/>
              <a:t>３</a:t>
            </a:r>
            <a:r>
              <a:rPr kumimoji="1" lang="ja-JP" altLang="en-US" dirty="0"/>
              <a:t>カードのレイアウトテンプレート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39C0D132-2F4B-4006-8549-232F72C8420E}"/>
              </a:ext>
            </a:extLst>
          </p:cNvPr>
          <p:cNvSpPr/>
          <p:nvPr/>
        </p:nvSpPr>
        <p:spPr>
          <a:xfrm>
            <a:off x="706907" y="2991765"/>
            <a:ext cx="5474010" cy="6933285"/>
          </a:xfrm>
          <a:prstGeom prst="rect">
            <a:avLst/>
          </a:prstGeom>
          <a:solidFill>
            <a:srgbClr val="FFFFFF"/>
          </a:solidFill>
          <a:ln w="19050">
            <a:solidFill>
              <a:srgbClr val="64A4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>
              <a:solidFill>
                <a:srgbClr val="64A4A3"/>
              </a:solidFill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A6B3703F-3442-4C13-A424-26EDC78FA83C}"/>
              </a:ext>
            </a:extLst>
          </p:cNvPr>
          <p:cNvSpPr/>
          <p:nvPr/>
        </p:nvSpPr>
        <p:spPr>
          <a:xfrm>
            <a:off x="6472065" y="2981670"/>
            <a:ext cx="5474010" cy="6933285"/>
          </a:xfrm>
          <a:prstGeom prst="rect">
            <a:avLst/>
          </a:prstGeom>
          <a:solidFill>
            <a:srgbClr val="FFFFFF"/>
          </a:solidFill>
          <a:ln w="19050">
            <a:solidFill>
              <a:srgbClr val="64A4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>
              <a:solidFill>
                <a:srgbClr val="64A4A3"/>
              </a:solidFill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12938DBA-3C61-44F9-B40C-5EE6E7382AD8}"/>
              </a:ext>
            </a:extLst>
          </p:cNvPr>
          <p:cNvSpPr/>
          <p:nvPr/>
        </p:nvSpPr>
        <p:spPr>
          <a:xfrm>
            <a:off x="12197907" y="2991765"/>
            <a:ext cx="5474010" cy="6933285"/>
          </a:xfrm>
          <a:prstGeom prst="rect">
            <a:avLst/>
          </a:prstGeom>
          <a:solidFill>
            <a:srgbClr val="FFFFFF"/>
          </a:solidFill>
          <a:ln w="19050">
            <a:solidFill>
              <a:srgbClr val="64A4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>
              <a:solidFill>
                <a:srgbClr val="64A4A3"/>
              </a:solidFill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8841067-3C56-4306-BDEF-96AAF2CDC245}"/>
              </a:ext>
            </a:extLst>
          </p:cNvPr>
          <p:cNvSpPr txBox="1"/>
          <p:nvPr/>
        </p:nvSpPr>
        <p:spPr>
          <a:xfrm>
            <a:off x="796889" y="3009896"/>
            <a:ext cx="1338828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1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</a:t>
            </a:r>
            <a:r>
              <a:rPr kumimoji="1" lang="ja-JP" altLang="en-US" sz="27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①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36301C33-873B-474E-BF88-9FB516462188}"/>
              </a:ext>
            </a:extLst>
          </p:cNvPr>
          <p:cNvSpPr txBox="1"/>
          <p:nvPr/>
        </p:nvSpPr>
        <p:spPr>
          <a:xfrm>
            <a:off x="6537153" y="3005557"/>
            <a:ext cx="1338828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1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</a:t>
            </a:r>
            <a:r>
              <a:rPr kumimoji="1" lang="ja-JP" altLang="en-US" sz="27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②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5D7ED84C-8E42-4B3F-9C8D-98BF1B9561CF}"/>
              </a:ext>
            </a:extLst>
          </p:cNvPr>
          <p:cNvSpPr txBox="1"/>
          <p:nvPr/>
        </p:nvSpPr>
        <p:spPr>
          <a:xfrm>
            <a:off x="719551" y="3420558"/>
            <a:ext cx="395492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2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カードの見出し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621D5999-FC9D-4598-9163-72444CBA8BFD}"/>
              </a:ext>
            </a:extLst>
          </p:cNvPr>
          <p:cNvSpPr txBox="1"/>
          <p:nvPr/>
        </p:nvSpPr>
        <p:spPr>
          <a:xfrm>
            <a:off x="6499666" y="3420558"/>
            <a:ext cx="395492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42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カードの見出し</a:t>
            </a:r>
            <a:endParaRPr kumimoji="1" lang="ja-JP" altLang="en-US" sz="4200" b="1" dirty="0">
              <a:solidFill>
                <a:srgbClr val="64A4A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C150C880-B64C-462F-9C59-C613006463BF}"/>
              </a:ext>
            </a:extLst>
          </p:cNvPr>
          <p:cNvSpPr txBox="1"/>
          <p:nvPr/>
        </p:nvSpPr>
        <p:spPr>
          <a:xfrm>
            <a:off x="12304028" y="3005557"/>
            <a:ext cx="1338828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1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</a:t>
            </a:r>
            <a:r>
              <a:rPr kumimoji="1" lang="ja-JP" altLang="en-US" sz="27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③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65A50A97-71BB-427E-9EEF-4F8464471794}"/>
              </a:ext>
            </a:extLst>
          </p:cNvPr>
          <p:cNvSpPr txBox="1"/>
          <p:nvPr/>
        </p:nvSpPr>
        <p:spPr>
          <a:xfrm>
            <a:off x="12222295" y="3420558"/>
            <a:ext cx="395492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2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カードの見出し</a:t>
            </a:r>
          </a:p>
        </p:txBody>
      </p:sp>
    </p:spTree>
    <p:extLst>
      <p:ext uri="{BB962C8B-B14F-4D97-AF65-F5344CB8AC3E}">
        <p14:creationId xmlns:p14="http://schemas.microsoft.com/office/powerpoint/2010/main" val="13524943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DE16C55-369C-4304-9852-55ED13ACD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523999"/>
            <a:ext cx="17036846" cy="1407239"/>
          </a:xfrm>
        </p:spPr>
        <p:txBody>
          <a:bodyPr/>
          <a:lstStyle/>
          <a:p>
            <a:r>
              <a:rPr lang="ja-JP" altLang="en-US" dirty="0"/>
              <a:t>順序関係がある場合は並列よりこちらが良い</a:t>
            </a:r>
            <a:endParaRPr kumimoji="1" lang="ja-JP" altLang="en-US" dirty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B61A5A0-94BF-4998-8B9C-2A7D26AFF2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r>
              <a:rPr lang="ja-JP" altLang="en-US" dirty="0"/>
              <a:t>３</a:t>
            </a:r>
            <a:r>
              <a:rPr kumimoji="1" lang="ja-JP" altLang="en-US" dirty="0"/>
              <a:t>カードのレイアウトテンプレートのアレンジ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39C0D132-2F4B-4006-8549-232F72C8420E}"/>
              </a:ext>
            </a:extLst>
          </p:cNvPr>
          <p:cNvSpPr/>
          <p:nvPr/>
        </p:nvSpPr>
        <p:spPr>
          <a:xfrm>
            <a:off x="706906" y="2991765"/>
            <a:ext cx="6500603" cy="5179002"/>
          </a:xfrm>
          <a:prstGeom prst="rect">
            <a:avLst/>
          </a:prstGeom>
          <a:solidFill>
            <a:srgbClr val="FFFFFF"/>
          </a:solidFill>
          <a:ln w="19050">
            <a:solidFill>
              <a:srgbClr val="64A4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A6B3703F-3442-4C13-A424-26EDC78FA83C}"/>
              </a:ext>
            </a:extLst>
          </p:cNvPr>
          <p:cNvSpPr/>
          <p:nvPr/>
        </p:nvSpPr>
        <p:spPr>
          <a:xfrm>
            <a:off x="5963245" y="3711716"/>
            <a:ext cx="6500603" cy="5191656"/>
          </a:xfrm>
          <a:prstGeom prst="rect">
            <a:avLst/>
          </a:prstGeom>
          <a:solidFill>
            <a:srgbClr val="FFFFFF"/>
          </a:solidFill>
          <a:ln w="19050">
            <a:solidFill>
              <a:srgbClr val="64A4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12938DBA-3C61-44F9-B40C-5EE6E7382AD8}"/>
              </a:ext>
            </a:extLst>
          </p:cNvPr>
          <p:cNvSpPr/>
          <p:nvPr/>
        </p:nvSpPr>
        <p:spPr>
          <a:xfrm>
            <a:off x="11219584" y="4444320"/>
            <a:ext cx="6500603" cy="5191656"/>
          </a:xfrm>
          <a:prstGeom prst="rect">
            <a:avLst/>
          </a:prstGeom>
          <a:solidFill>
            <a:srgbClr val="FFFFFF"/>
          </a:solidFill>
          <a:ln w="19050">
            <a:solidFill>
              <a:srgbClr val="64A4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8841067-3C56-4306-BDEF-96AAF2CDC245}"/>
              </a:ext>
            </a:extLst>
          </p:cNvPr>
          <p:cNvSpPr txBox="1"/>
          <p:nvPr/>
        </p:nvSpPr>
        <p:spPr>
          <a:xfrm>
            <a:off x="796889" y="3009896"/>
            <a:ext cx="1338828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1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</a:t>
            </a:r>
            <a:r>
              <a:rPr kumimoji="1" lang="ja-JP" altLang="en-US" sz="27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①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36301C33-873B-474E-BF88-9FB516462188}"/>
              </a:ext>
            </a:extLst>
          </p:cNvPr>
          <p:cNvSpPr txBox="1"/>
          <p:nvPr/>
        </p:nvSpPr>
        <p:spPr>
          <a:xfrm>
            <a:off x="6028334" y="3735602"/>
            <a:ext cx="1338828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1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</a:t>
            </a:r>
            <a:r>
              <a:rPr kumimoji="1" lang="ja-JP" altLang="en-US" sz="27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②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5D7ED84C-8E42-4B3F-9C8D-98BF1B9561CF}"/>
              </a:ext>
            </a:extLst>
          </p:cNvPr>
          <p:cNvSpPr txBox="1"/>
          <p:nvPr/>
        </p:nvSpPr>
        <p:spPr>
          <a:xfrm>
            <a:off x="719551" y="3420558"/>
            <a:ext cx="395492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2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カードの見出し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621D5999-FC9D-4598-9163-72444CBA8BFD}"/>
              </a:ext>
            </a:extLst>
          </p:cNvPr>
          <p:cNvSpPr txBox="1"/>
          <p:nvPr/>
        </p:nvSpPr>
        <p:spPr>
          <a:xfrm>
            <a:off x="5990846" y="4150604"/>
            <a:ext cx="395492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42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カードの見出し</a:t>
            </a:r>
            <a:endParaRPr kumimoji="1" lang="ja-JP" altLang="en-US" sz="4200" b="1" dirty="0">
              <a:solidFill>
                <a:srgbClr val="64A4A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C150C880-B64C-462F-9C59-C613006463BF}"/>
              </a:ext>
            </a:extLst>
          </p:cNvPr>
          <p:cNvSpPr txBox="1"/>
          <p:nvPr/>
        </p:nvSpPr>
        <p:spPr>
          <a:xfrm>
            <a:off x="11325705" y="4458112"/>
            <a:ext cx="1338828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1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</a:t>
            </a:r>
            <a:r>
              <a:rPr kumimoji="1" lang="ja-JP" altLang="en-US" sz="27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③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65A50A97-71BB-427E-9EEF-4F8464471794}"/>
              </a:ext>
            </a:extLst>
          </p:cNvPr>
          <p:cNvSpPr txBox="1"/>
          <p:nvPr/>
        </p:nvSpPr>
        <p:spPr>
          <a:xfrm>
            <a:off x="11243972" y="4873113"/>
            <a:ext cx="395492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2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カードの見出し</a:t>
            </a:r>
          </a:p>
        </p:txBody>
      </p:sp>
      <p:grpSp>
        <p:nvGrpSpPr>
          <p:cNvPr id="14" name="グループ化 13">
            <a:extLst>
              <a:ext uri="{FF2B5EF4-FFF2-40B4-BE49-F238E27FC236}">
                <a16:creationId xmlns:a16="http://schemas.microsoft.com/office/drawing/2014/main" id="{17F509DC-624C-49A3-87E6-BBEE33EDEF3D}"/>
              </a:ext>
            </a:extLst>
          </p:cNvPr>
          <p:cNvGrpSpPr/>
          <p:nvPr/>
        </p:nvGrpSpPr>
        <p:grpSpPr>
          <a:xfrm rot="19356426" flipV="1">
            <a:off x="7018232" y="2852777"/>
            <a:ext cx="957501" cy="1422230"/>
            <a:chOff x="2664127" y="3374455"/>
            <a:chExt cx="1201975" cy="1567649"/>
          </a:xfrm>
          <a:solidFill>
            <a:srgbClr val="64A4A3"/>
          </a:solidFill>
        </p:grpSpPr>
        <p:sp>
          <p:nvSpPr>
            <p:cNvPr id="15" name="二等辺三角形 14">
              <a:extLst>
                <a:ext uri="{FF2B5EF4-FFF2-40B4-BE49-F238E27FC236}">
                  <a16:creationId xmlns:a16="http://schemas.microsoft.com/office/drawing/2014/main" id="{9EEC710F-D694-4533-BCFA-E134D0A97020}"/>
                </a:ext>
              </a:extLst>
            </p:cNvPr>
            <p:cNvSpPr/>
            <p:nvPr/>
          </p:nvSpPr>
          <p:spPr>
            <a:xfrm rot="21516842">
              <a:off x="3025444" y="3374455"/>
              <a:ext cx="840658" cy="471949"/>
            </a:xfrm>
            <a:prstGeom prst="triangle">
              <a:avLst/>
            </a:pr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 dirty="0">
                <a:solidFill>
                  <a:srgbClr val="64A4A3"/>
                </a:solidFill>
              </a:endParaRPr>
            </a:p>
          </p:txBody>
        </p:sp>
        <p:sp>
          <p:nvSpPr>
            <p:cNvPr id="16" name="フリーフォーム: 図形 15">
              <a:extLst>
                <a:ext uri="{FF2B5EF4-FFF2-40B4-BE49-F238E27FC236}">
                  <a16:creationId xmlns:a16="http://schemas.microsoft.com/office/drawing/2014/main" id="{15C81248-34D7-4734-9365-7AF9C9D6CE42}"/>
                </a:ext>
              </a:extLst>
            </p:cNvPr>
            <p:cNvSpPr/>
            <p:nvPr/>
          </p:nvSpPr>
          <p:spPr>
            <a:xfrm>
              <a:off x="2664127" y="3827205"/>
              <a:ext cx="956601" cy="1114899"/>
            </a:xfrm>
            <a:custGeom>
              <a:avLst/>
              <a:gdLst>
                <a:gd name="connsiteX0" fmla="*/ 649311 w 956601"/>
                <a:gd name="connsiteY0" fmla="*/ 0 h 1114899"/>
                <a:gd name="connsiteX1" fmla="*/ 956601 w 956601"/>
                <a:gd name="connsiteY1" fmla="*/ 0 h 1114899"/>
                <a:gd name="connsiteX2" fmla="*/ 951973 w 956601"/>
                <a:gd name="connsiteY2" fmla="*/ 97117 h 1114899"/>
                <a:gd name="connsiteX3" fmla="*/ 5472 w 956601"/>
                <a:gd name="connsiteY3" fmla="*/ 1113687 h 1114899"/>
                <a:gd name="connsiteX4" fmla="*/ 0 w 956601"/>
                <a:gd name="connsiteY4" fmla="*/ 1114899 h 1114899"/>
                <a:gd name="connsiteX5" fmla="*/ 40056 w 956601"/>
                <a:gd name="connsiteY5" fmla="*/ 1089636 h 1114899"/>
                <a:gd name="connsiteX6" fmla="*/ 638394 w 956601"/>
                <a:gd name="connsiteY6" fmla="*/ 162145 h 1114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56601" h="1114899">
                  <a:moveTo>
                    <a:pt x="649311" y="0"/>
                  </a:moveTo>
                  <a:lnTo>
                    <a:pt x="956601" y="0"/>
                  </a:lnTo>
                  <a:lnTo>
                    <a:pt x="951973" y="97117"/>
                  </a:lnTo>
                  <a:cubicBezTo>
                    <a:pt x="906000" y="577465"/>
                    <a:pt x="522068" y="975272"/>
                    <a:pt x="5472" y="1113687"/>
                  </a:cubicBezTo>
                  <a:lnTo>
                    <a:pt x="0" y="1114899"/>
                  </a:lnTo>
                  <a:lnTo>
                    <a:pt x="40056" y="1089636"/>
                  </a:lnTo>
                  <a:cubicBezTo>
                    <a:pt x="365632" y="863013"/>
                    <a:pt x="587911" y="534591"/>
                    <a:pt x="638394" y="162145"/>
                  </a:cubicBezTo>
                  <a:close/>
                </a:path>
              </a:pathLst>
            </a:cu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 dirty="0">
                <a:solidFill>
                  <a:srgbClr val="64A4A3"/>
                </a:solidFill>
              </a:endParaRPr>
            </a:p>
          </p:txBody>
        </p:sp>
      </p:grpSp>
      <p:grpSp>
        <p:nvGrpSpPr>
          <p:cNvPr id="17" name="グループ化 16">
            <a:extLst>
              <a:ext uri="{FF2B5EF4-FFF2-40B4-BE49-F238E27FC236}">
                <a16:creationId xmlns:a16="http://schemas.microsoft.com/office/drawing/2014/main" id="{62916356-7E2D-4DCC-AB30-31745E58C8A8}"/>
              </a:ext>
            </a:extLst>
          </p:cNvPr>
          <p:cNvGrpSpPr/>
          <p:nvPr/>
        </p:nvGrpSpPr>
        <p:grpSpPr>
          <a:xfrm rot="19356426" flipV="1">
            <a:off x="12264131" y="3530297"/>
            <a:ext cx="957501" cy="1422230"/>
            <a:chOff x="2664127" y="3374455"/>
            <a:chExt cx="1201975" cy="1567649"/>
          </a:xfrm>
          <a:solidFill>
            <a:srgbClr val="64A4A3"/>
          </a:solidFill>
        </p:grpSpPr>
        <p:sp>
          <p:nvSpPr>
            <p:cNvPr id="18" name="二等辺三角形 17">
              <a:extLst>
                <a:ext uri="{FF2B5EF4-FFF2-40B4-BE49-F238E27FC236}">
                  <a16:creationId xmlns:a16="http://schemas.microsoft.com/office/drawing/2014/main" id="{C87AD141-B943-4BC4-BD07-C571A6486C27}"/>
                </a:ext>
              </a:extLst>
            </p:cNvPr>
            <p:cNvSpPr/>
            <p:nvPr/>
          </p:nvSpPr>
          <p:spPr>
            <a:xfrm rot="21516842">
              <a:off x="3025444" y="3374455"/>
              <a:ext cx="840658" cy="471949"/>
            </a:xfrm>
            <a:prstGeom prst="triangle">
              <a:avLst/>
            </a:pr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 dirty="0">
                <a:solidFill>
                  <a:srgbClr val="64A4A3"/>
                </a:solidFill>
              </a:endParaRPr>
            </a:p>
          </p:txBody>
        </p:sp>
        <p:sp>
          <p:nvSpPr>
            <p:cNvPr id="19" name="フリーフォーム: 図形 18">
              <a:extLst>
                <a:ext uri="{FF2B5EF4-FFF2-40B4-BE49-F238E27FC236}">
                  <a16:creationId xmlns:a16="http://schemas.microsoft.com/office/drawing/2014/main" id="{7964E781-5C13-4DB8-8006-A03F32235976}"/>
                </a:ext>
              </a:extLst>
            </p:cNvPr>
            <p:cNvSpPr/>
            <p:nvPr/>
          </p:nvSpPr>
          <p:spPr>
            <a:xfrm>
              <a:off x="2664127" y="3827205"/>
              <a:ext cx="956601" cy="1114899"/>
            </a:xfrm>
            <a:custGeom>
              <a:avLst/>
              <a:gdLst>
                <a:gd name="connsiteX0" fmla="*/ 649311 w 956601"/>
                <a:gd name="connsiteY0" fmla="*/ 0 h 1114899"/>
                <a:gd name="connsiteX1" fmla="*/ 956601 w 956601"/>
                <a:gd name="connsiteY1" fmla="*/ 0 h 1114899"/>
                <a:gd name="connsiteX2" fmla="*/ 951973 w 956601"/>
                <a:gd name="connsiteY2" fmla="*/ 97117 h 1114899"/>
                <a:gd name="connsiteX3" fmla="*/ 5472 w 956601"/>
                <a:gd name="connsiteY3" fmla="*/ 1113687 h 1114899"/>
                <a:gd name="connsiteX4" fmla="*/ 0 w 956601"/>
                <a:gd name="connsiteY4" fmla="*/ 1114899 h 1114899"/>
                <a:gd name="connsiteX5" fmla="*/ 40056 w 956601"/>
                <a:gd name="connsiteY5" fmla="*/ 1089636 h 1114899"/>
                <a:gd name="connsiteX6" fmla="*/ 638394 w 956601"/>
                <a:gd name="connsiteY6" fmla="*/ 162145 h 1114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56601" h="1114899">
                  <a:moveTo>
                    <a:pt x="649311" y="0"/>
                  </a:moveTo>
                  <a:lnTo>
                    <a:pt x="956601" y="0"/>
                  </a:lnTo>
                  <a:lnTo>
                    <a:pt x="951973" y="97117"/>
                  </a:lnTo>
                  <a:cubicBezTo>
                    <a:pt x="906000" y="577465"/>
                    <a:pt x="522068" y="975272"/>
                    <a:pt x="5472" y="1113687"/>
                  </a:cubicBezTo>
                  <a:lnTo>
                    <a:pt x="0" y="1114899"/>
                  </a:lnTo>
                  <a:lnTo>
                    <a:pt x="40056" y="1089636"/>
                  </a:lnTo>
                  <a:cubicBezTo>
                    <a:pt x="365632" y="863013"/>
                    <a:pt x="587911" y="534591"/>
                    <a:pt x="638394" y="162145"/>
                  </a:cubicBezTo>
                  <a:close/>
                </a:path>
              </a:pathLst>
            </a:cu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 dirty="0">
                <a:solidFill>
                  <a:srgbClr val="64A4A3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353251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DE16C55-369C-4304-9852-55ED13ACD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523999"/>
            <a:ext cx="17036846" cy="1407239"/>
          </a:xfrm>
        </p:spPr>
        <p:txBody>
          <a:bodyPr/>
          <a:lstStyle/>
          <a:p>
            <a:r>
              <a:rPr lang="ja-JP" altLang="en-US" dirty="0"/>
              <a:t>カードの間隔やアスペクト比は適宜調整</a:t>
            </a:r>
            <a:endParaRPr kumimoji="1" lang="ja-JP" altLang="en-US" dirty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B61A5A0-94BF-4998-8B9C-2A7D26AFF2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r>
              <a:rPr kumimoji="1" lang="ja-JP" altLang="en-US" dirty="0"/>
              <a:t>４カードのレイアウトテンプレート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39C0D132-2F4B-4006-8549-232F72C8420E}"/>
              </a:ext>
            </a:extLst>
          </p:cNvPr>
          <p:cNvSpPr/>
          <p:nvPr/>
        </p:nvSpPr>
        <p:spPr>
          <a:xfrm>
            <a:off x="961314" y="2991765"/>
            <a:ext cx="8012514" cy="3291048"/>
          </a:xfrm>
          <a:prstGeom prst="rect">
            <a:avLst/>
          </a:prstGeom>
          <a:solidFill>
            <a:srgbClr val="FFFFFF"/>
          </a:solidFill>
          <a:ln w="19050">
            <a:solidFill>
              <a:srgbClr val="64A4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8841067-3C56-4306-BDEF-96AAF2CDC245}"/>
              </a:ext>
            </a:extLst>
          </p:cNvPr>
          <p:cNvSpPr txBox="1"/>
          <p:nvPr/>
        </p:nvSpPr>
        <p:spPr>
          <a:xfrm>
            <a:off x="1051298" y="3009896"/>
            <a:ext cx="1338828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1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</a:t>
            </a:r>
            <a:r>
              <a:rPr kumimoji="1" lang="ja-JP" altLang="en-US" sz="27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①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5D7ED84C-8E42-4B3F-9C8D-98BF1B9561CF}"/>
              </a:ext>
            </a:extLst>
          </p:cNvPr>
          <p:cNvSpPr txBox="1"/>
          <p:nvPr/>
        </p:nvSpPr>
        <p:spPr>
          <a:xfrm>
            <a:off x="973960" y="3420558"/>
            <a:ext cx="395492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2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カードの見出し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5232DDF0-95D5-460E-AA94-DC8D8DD0F064}"/>
              </a:ext>
            </a:extLst>
          </p:cNvPr>
          <p:cNvSpPr/>
          <p:nvPr/>
        </p:nvSpPr>
        <p:spPr>
          <a:xfrm>
            <a:off x="961314" y="6586685"/>
            <a:ext cx="8012514" cy="3291048"/>
          </a:xfrm>
          <a:prstGeom prst="rect">
            <a:avLst/>
          </a:prstGeom>
          <a:solidFill>
            <a:srgbClr val="FFFFFF"/>
          </a:solidFill>
          <a:ln w="19050">
            <a:solidFill>
              <a:srgbClr val="64A4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C202D58C-18EE-4E67-9AEF-1DB098633F06}"/>
              </a:ext>
            </a:extLst>
          </p:cNvPr>
          <p:cNvSpPr txBox="1"/>
          <p:nvPr/>
        </p:nvSpPr>
        <p:spPr>
          <a:xfrm>
            <a:off x="1051298" y="6604816"/>
            <a:ext cx="1338828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1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</a:t>
            </a:r>
            <a:r>
              <a:rPr lang="ja-JP" altLang="en-US" sz="27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②</a:t>
            </a:r>
            <a:endParaRPr kumimoji="1" lang="ja-JP" altLang="en-US" sz="2700" b="1" dirty="0">
              <a:solidFill>
                <a:srgbClr val="64A4A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543829EA-747F-4BA0-8F66-AFA3FDC010E5}"/>
              </a:ext>
            </a:extLst>
          </p:cNvPr>
          <p:cNvSpPr txBox="1"/>
          <p:nvPr/>
        </p:nvSpPr>
        <p:spPr>
          <a:xfrm>
            <a:off x="973960" y="7015478"/>
            <a:ext cx="395492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2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カードの見出し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9F1A11E8-9C9F-4A77-8B31-57D3139B4012}"/>
              </a:ext>
            </a:extLst>
          </p:cNvPr>
          <p:cNvSpPr/>
          <p:nvPr/>
        </p:nvSpPr>
        <p:spPr>
          <a:xfrm>
            <a:off x="9301527" y="2991765"/>
            <a:ext cx="8012514" cy="3291048"/>
          </a:xfrm>
          <a:prstGeom prst="rect">
            <a:avLst/>
          </a:prstGeom>
          <a:solidFill>
            <a:srgbClr val="FFFFFF"/>
          </a:solidFill>
          <a:ln w="19050">
            <a:solidFill>
              <a:srgbClr val="64A4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305F87C2-6D93-4EA3-9EEA-55D3CDA272FA}"/>
              </a:ext>
            </a:extLst>
          </p:cNvPr>
          <p:cNvSpPr txBox="1"/>
          <p:nvPr/>
        </p:nvSpPr>
        <p:spPr>
          <a:xfrm>
            <a:off x="9391511" y="3009896"/>
            <a:ext cx="1338828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1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</a:t>
            </a:r>
            <a:r>
              <a:rPr kumimoji="1" lang="ja-JP" altLang="en-US" sz="27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③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DC663FC7-C1AA-4982-A767-1FF58FE96905}"/>
              </a:ext>
            </a:extLst>
          </p:cNvPr>
          <p:cNvSpPr txBox="1"/>
          <p:nvPr/>
        </p:nvSpPr>
        <p:spPr>
          <a:xfrm>
            <a:off x="9314173" y="3420558"/>
            <a:ext cx="395492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2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カードの見出し</a:t>
            </a: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4ACBC013-96B2-409F-A562-B589C1D0B1BD}"/>
              </a:ext>
            </a:extLst>
          </p:cNvPr>
          <p:cNvSpPr/>
          <p:nvPr/>
        </p:nvSpPr>
        <p:spPr>
          <a:xfrm>
            <a:off x="9301527" y="6586685"/>
            <a:ext cx="8012514" cy="3291048"/>
          </a:xfrm>
          <a:prstGeom prst="rect">
            <a:avLst/>
          </a:prstGeom>
          <a:solidFill>
            <a:srgbClr val="FFFFFF"/>
          </a:solidFill>
          <a:ln w="19050">
            <a:solidFill>
              <a:srgbClr val="64A4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E3373E90-C939-46D0-994B-AB3E8CD503F8}"/>
              </a:ext>
            </a:extLst>
          </p:cNvPr>
          <p:cNvSpPr txBox="1"/>
          <p:nvPr/>
        </p:nvSpPr>
        <p:spPr>
          <a:xfrm>
            <a:off x="9391511" y="6604816"/>
            <a:ext cx="1338828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1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</a:t>
            </a:r>
            <a:r>
              <a:rPr kumimoji="1" lang="ja-JP" altLang="en-US" sz="27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④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0D3CB004-3604-4BD1-BEAE-D199DD31A9E0}"/>
              </a:ext>
            </a:extLst>
          </p:cNvPr>
          <p:cNvSpPr txBox="1"/>
          <p:nvPr/>
        </p:nvSpPr>
        <p:spPr>
          <a:xfrm>
            <a:off x="9314173" y="7015478"/>
            <a:ext cx="395492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2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カードの見出し</a:t>
            </a:r>
          </a:p>
        </p:txBody>
      </p:sp>
    </p:spTree>
    <p:extLst>
      <p:ext uri="{BB962C8B-B14F-4D97-AF65-F5344CB8AC3E}">
        <p14:creationId xmlns:p14="http://schemas.microsoft.com/office/powerpoint/2010/main" val="38382897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9F1A11E8-9C9F-4A77-8B31-57D3139B4012}"/>
              </a:ext>
            </a:extLst>
          </p:cNvPr>
          <p:cNvSpPr/>
          <p:nvPr/>
        </p:nvSpPr>
        <p:spPr>
          <a:xfrm>
            <a:off x="9301527" y="2991765"/>
            <a:ext cx="8012514" cy="3291048"/>
          </a:xfrm>
          <a:prstGeom prst="rect">
            <a:avLst/>
          </a:prstGeom>
          <a:solidFill>
            <a:srgbClr val="FFFFFF"/>
          </a:solidFill>
          <a:ln w="19050">
            <a:solidFill>
              <a:srgbClr val="64A4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/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4ACBC013-96B2-409F-A562-B589C1D0B1BD}"/>
              </a:ext>
            </a:extLst>
          </p:cNvPr>
          <p:cNvSpPr/>
          <p:nvPr/>
        </p:nvSpPr>
        <p:spPr>
          <a:xfrm>
            <a:off x="9301527" y="6586685"/>
            <a:ext cx="8012514" cy="3291048"/>
          </a:xfrm>
          <a:prstGeom prst="rect">
            <a:avLst/>
          </a:prstGeom>
          <a:solidFill>
            <a:srgbClr val="FFFFFF"/>
          </a:solidFill>
          <a:ln w="19050">
            <a:solidFill>
              <a:srgbClr val="64A4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5232DDF0-95D5-460E-AA94-DC8D8DD0F064}"/>
              </a:ext>
            </a:extLst>
          </p:cNvPr>
          <p:cNvSpPr/>
          <p:nvPr/>
        </p:nvSpPr>
        <p:spPr>
          <a:xfrm>
            <a:off x="961314" y="6586685"/>
            <a:ext cx="8012514" cy="3291048"/>
          </a:xfrm>
          <a:prstGeom prst="rect">
            <a:avLst/>
          </a:prstGeom>
          <a:solidFill>
            <a:srgbClr val="FFFFFF"/>
          </a:solidFill>
          <a:ln w="19050">
            <a:solidFill>
              <a:srgbClr val="64A4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39C0D132-2F4B-4006-8549-232F72C8420E}"/>
              </a:ext>
            </a:extLst>
          </p:cNvPr>
          <p:cNvSpPr/>
          <p:nvPr/>
        </p:nvSpPr>
        <p:spPr>
          <a:xfrm>
            <a:off x="961314" y="2991765"/>
            <a:ext cx="8012514" cy="3291048"/>
          </a:xfrm>
          <a:prstGeom prst="rect">
            <a:avLst/>
          </a:prstGeom>
          <a:solidFill>
            <a:srgbClr val="FFFFFF"/>
          </a:solidFill>
          <a:ln w="19050">
            <a:solidFill>
              <a:srgbClr val="64A4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6DE16C55-369C-4304-9852-55ED13ACD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523999"/>
            <a:ext cx="17036846" cy="1407239"/>
          </a:xfrm>
        </p:spPr>
        <p:txBody>
          <a:bodyPr/>
          <a:lstStyle/>
          <a:p>
            <a:r>
              <a:rPr lang="ja-JP" altLang="en-US" dirty="0"/>
              <a:t>循環がある場合はこんな感じが良い</a:t>
            </a:r>
            <a:endParaRPr kumimoji="1" lang="ja-JP" altLang="en-US" dirty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B61A5A0-94BF-4998-8B9C-2A7D26AFF2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r>
              <a:rPr kumimoji="1" lang="ja-JP" altLang="en-US" dirty="0"/>
              <a:t>４カードのレイアウトテンプレートのアレンジ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8841067-3C56-4306-BDEF-96AAF2CDC245}"/>
              </a:ext>
            </a:extLst>
          </p:cNvPr>
          <p:cNvSpPr txBox="1"/>
          <p:nvPr/>
        </p:nvSpPr>
        <p:spPr>
          <a:xfrm>
            <a:off x="1051298" y="3009896"/>
            <a:ext cx="1338828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1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</a:t>
            </a:r>
            <a:r>
              <a:rPr kumimoji="1" lang="ja-JP" altLang="en-US" sz="27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①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5D7ED84C-8E42-4B3F-9C8D-98BF1B9561CF}"/>
              </a:ext>
            </a:extLst>
          </p:cNvPr>
          <p:cNvSpPr txBox="1"/>
          <p:nvPr/>
        </p:nvSpPr>
        <p:spPr>
          <a:xfrm>
            <a:off x="973960" y="3420558"/>
            <a:ext cx="395492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2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カードの見出し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C202D58C-18EE-4E67-9AEF-1DB098633F06}"/>
              </a:ext>
            </a:extLst>
          </p:cNvPr>
          <p:cNvSpPr txBox="1"/>
          <p:nvPr/>
        </p:nvSpPr>
        <p:spPr>
          <a:xfrm>
            <a:off x="1051298" y="6604816"/>
            <a:ext cx="1338828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1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</a:t>
            </a:r>
            <a:r>
              <a:rPr lang="ja-JP" altLang="en-US" sz="27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②</a:t>
            </a:r>
            <a:endParaRPr kumimoji="1" lang="ja-JP" altLang="en-US" sz="2700" b="1" dirty="0">
              <a:solidFill>
                <a:srgbClr val="64A4A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543829EA-747F-4BA0-8F66-AFA3FDC010E5}"/>
              </a:ext>
            </a:extLst>
          </p:cNvPr>
          <p:cNvSpPr txBox="1"/>
          <p:nvPr/>
        </p:nvSpPr>
        <p:spPr>
          <a:xfrm>
            <a:off x="973960" y="7015478"/>
            <a:ext cx="395492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2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カードの見出し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305F87C2-6D93-4EA3-9EEA-55D3CDA272FA}"/>
              </a:ext>
            </a:extLst>
          </p:cNvPr>
          <p:cNvSpPr txBox="1"/>
          <p:nvPr/>
        </p:nvSpPr>
        <p:spPr>
          <a:xfrm>
            <a:off x="9391511" y="3009896"/>
            <a:ext cx="1338828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1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</a:t>
            </a:r>
            <a:r>
              <a:rPr kumimoji="1" lang="ja-JP" altLang="en-US" sz="27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③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DC663FC7-C1AA-4982-A767-1FF58FE96905}"/>
              </a:ext>
            </a:extLst>
          </p:cNvPr>
          <p:cNvSpPr txBox="1"/>
          <p:nvPr/>
        </p:nvSpPr>
        <p:spPr>
          <a:xfrm>
            <a:off x="9314173" y="3420558"/>
            <a:ext cx="395492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2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カードの見出し</a:t>
            </a: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E3373E90-C939-46D0-994B-AB3E8CD503F8}"/>
              </a:ext>
            </a:extLst>
          </p:cNvPr>
          <p:cNvSpPr txBox="1"/>
          <p:nvPr/>
        </p:nvSpPr>
        <p:spPr>
          <a:xfrm>
            <a:off x="9391511" y="6604816"/>
            <a:ext cx="1338828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1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</a:t>
            </a:r>
            <a:r>
              <a:rPr kumimoji="1" lang="ja-JP" altLang="en-US" sz="27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④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0D3CB004-3604-4BD1-BEAE-D199DD31A9E0}"/>
              </a:ext>
            </a:extLst>
          </p:cNvPr>
          <p:cNvSpPr txBox="1"/>
          <p:nvPr/>
        </p:nvSpPr>
        <p:spPr>
          <a:xfrm>
            <a:off x="9314173" y="7015478"/>
            <a:ext cx="395492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2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カードの見出し</a:t>
            </a:r>
          </a:p>
        </p:txBody>
      </p:sp>
      <p:grpSp>
        <p:nvGrpSpPr>
          <p:cNvPr id="38" name="グループ化 37">
            <a:extLst>
              <a:ext uri="{FF2B5EF4-FFF2-40B4-BE49-F238E27FC236}">
                <a16:creationId xmlns:a16="http://schemas.microsoft.com/office/drawing/2014/main" id="{F763E3EA-C838-48BF-92C8-FD155CD72C61}"/>
              </a:ext>
            </a:extLst>
          </p:cNvPr>
          <p:cNvGrpSpPr/>
          <p:nvPr/>
        </p:nvGrpSpPr>
        <p:grpSpPr>
          <a:xfrm>
            <a:off x="8945065" y="7587607"/>
            <a:ext cx="892892" cy="784832"/>
            <a:chOff x="1572269" y="4816089"/>
            <a:chExt cx="938304" cy="840658"/>
          </a:xfrm>
          <a:solidFill>
            <a:srgbClr val="64A4A3"/>
          </a:solidFill>
        </p:grpSpPr>
        <p:sp>
          <p:nvSpPr>
            <p:cNvPr id="39" name="二等辺三角形 38">
              <a:extLst>
                <a:ext uri="{FF2B5EF4-FFF2-40B4-BE49-F238E27FC236}">
                  <a16:creationId xmlns:a16="http://schemas.microsoft.com/office/drawing/2014/main" id="{857E573D-CBEA-4840-BB8D-12A43C05AF2C}"/>
                </a:ext>
              </a:extLst>
            </p:cNvPr>
            <p:cNvSpPr/>
            <p:nvPr/>
          </p:nvSpPr>
          <p:spPr>
            <a:xfrm rot="4051206">
              <a:off x="1854270" y="5000443"/>
              <a:ext cx="840658" cy="471949"/>
            </a:xfrm>
            <a:prstGeom prst="triangle">
              <a:avLst/>
            </a:pr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 dirty="0"/>
            </a:p>
          </p:txBody>
        </p:sp>
        <p:sp>
          <p:nvSpPr>
            <p:cNvPr id="40" name="フリーフォーム: 図形 39">
              <a:extLst>
                <a:ext uri="{FF2B5EF4-FFF2-40B4-BE49-F238E27FC236}">
                  <a16:creationId xmlns:a16="http://schemas.microsoft.com/office/drawing/2014/main" id="{5EF6E50A-F8C0-4A0B-828C-3A1574F01379}"/>
                </a:ext>
              </a:extLst>
            </p:cNvPr>
            <p:cNvSpPr/>
            <p:nvPr/>
          </p:nvSpPr>
          <p:spPr>
            <a:xfrm rot="4134364">
              <a:off x="1636592" y="5135506"/>
              <a:ext cx="382670" cy="511315"/>
            </a:xfrm>
            <a:custGeom>
              <a:avLst/>
              <a:gdLst>
                <a:gd name="connsiteX0" fmla="*/ 75380 w 382670"/>
                <a:gd name="connsiteY0" fmla="*/ 0 h 511315"/>
                <a:gd name="connsiteX1" fmla="*/ 382670 w 382670"/>
                <a:gd name="connsiteY1" fmla="*/ 0 h 511315"/>
                <a:gd name="connsiteX2" fmla="*/ 378042 w 382670"/>
                <a:gd name="connsiteY2" fmla="*/ 97117 h 511315"/>
                <a:gd name="connsiteX3" fmla="*/ 283402 w 382670"/>
                <a:gd name="connsiteY3" fmla="*/ 439138 h 511315"/>
                <a:gd name="connsiteX4" fmla="*/ 241829 w 382670"/>
                <a:gd name="connsiteY4" fmla="*/ 511315 h 511315"/>
                <a:gd name="connsiteX5" fmla="*/ 0 w 382670"/>
                <a:gd name="connsiteY5" fmla="*/ 418030 h 511315"/>
                <a:gd name="connsiteX6" fmla="*/ 37613 w 382670"/>
                <a:gd name="connsiteY6" fmla="*/ 299636 h 511315"/>
                <a:gd name="connsiteX7" fmla="*/ 64463 w 382670"/>
                <a:gd name="connsiteY7" fmla="*/ 162145 h 511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82670" h="511315">
                  <a:moveTo>
                    <a:pt x="75380" y="0"/>
                  </a:moveTo>
                  <a:lnTo>
                    <a:pt x="382670" y="0"/>
                  </a:lnTo>
                  <a:lnTo>
                    <a:pt x="378042" y="97117"/>
                  </a:lnTo>
                  <a:cubicBezTo>
                    <a:pt x="366549" y="217204"/>
                    <a:pt x="333933" y="332132"/>
                    <a:pt x="283402" y="439138"/>
                  </a:cubicBezTo>
                  <a:lnTo>
                    <a:pt x="241829" y="511315"/>
                  </a:lnTo>
                  <a:lnTo>
                    <a:pt x="0" y="418030"/>
                  </a:lnTo>
                  <a:lnTo>
                    <a:pt x="37613" y="299636"/>
                  </a:lnTo>
                  <a:cubicBezTo>
                    <a:pt x="49158" y="254569"/>
                    <a:pt x="58153" y="208701"/>
                    <a:pt x="64463" y="162145"/>
                  </a:cubicBezTo>
                  <a:close/>
                </a:path>
              </a:pathLst>
            </a:cu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ja-JP" altLang="en-US" sz="2700" dirty="0"/>
            </a:p>
          </p:txBody>
        </p:sp>
      </p:grpSp>
      <p:grpSp>
        <p:nvGrpSpPr>
          <p:cNvPr id="41" name="グループ化 40">
            <a:extLst>
              <a:ext uri="{FF2B5EF4-FFF2-40B4-BE49-F238E27FC236}">
                <a16:creationId xmlns:a16="http://schemas.microsoft.com/office/drawing/2014/main" id="{98959377-C979-4DBC-91B0-EE8A4B495524}"/>
              </a:ext>
            </a:extLst>
          </p:cNvPr>
          <p:cNvGrpSpPr/>
          <p:nvPr/>
        </p:nvGrpSpPr>
        <p:grpSpPr>
          <a:xfrm rot="16200000">
            <a:off x="10306592" y="5778655"/>
            <a:ext cx="892892" cy="784832"/>
            <a:chOff x="1572269" y="4816089"/>
            <a:chExt cx="938304" cy="840658"/>
          </a:xfrm>
          <a:solidFill>
            <a:srgbClr val="64A4A3"/>
          </a:solidFill>
        </p:grpSpPr>
        <p:sp>
          <p:nvSpPr>
            <p:cNvPr id="42" name="二等辺三角形 41">
              <a:extLst>
                <a:ext uri="{FF2B5EF4-FFF2-40B4-BE49-F238E27FC236}">
                  <a16:creationId xmlns:a16="http://schemas.microsoft.com/office/drawing/2014/main" id="{D24E386F-2924-40CC-9E36-E7C432F87F61}"/>
                </a:ext>
              </a:extLst>
            </p:cNvPr>
            <p:cNvSpPr/>
            <p:nvPr/>
          </p:nvSpPr>
          <p:spPr>
            <a:xfrm rot="4051206">
              <a:off x="1854270" y="5000443"/>
              <a:ext cx="840658" cy="471949"/>
            </a:xfrm>
            <a:prstGeom prst="triangle">
              <a:avLst/>
            </a:pr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 dirty="0"/>
            </a:p>
          </p:txBody>
        </p:sp>
        <p:sp>
          <p:nvSpPr>
            <p:cNvPr id="43" name="フリーフォーム: 図形 42">
              <a:extLst>
                <a:ext uri="{FF2B5EF4-FFF2-40B4-BE49-F238E27FC236}">
                  <a16:creationId xmlns:a16="http://schemas.microsoft.com/office/drawing/2014/main" id="{01947CE4-9925-438C-87B9-4BD670E28BBC}"/>
                </a:ext>
              </a:extLst>
            </p:cNvPr>
            <p:cNvSpPr/>
            <p:nvPr/>
          </p:nvSpPr>
          <p:spPr>
            <a:xfrm rot="4134364">
              <a:off x="1636592" y="5135506"/>
              <a:ext cx="382670" cy="511315"/>
            </a:xfrm>
            <a:custGeom>
              <a:avLst/>
              <a:gdLst>
                <a:gd name="connsiteX0" fmla="*/ 75380 w 382670"/>
                <a:gd name="connsiteY0" fmla="*/ 0 h 511315"/>
                <a:gd name="connsiteX1" fmla="*/ 382670 w 382670"/>
                <a:gd name="connsiteY1" fmla="*/ 0 h 511315"/>
                <a:gd name="connsiteX2" fmla="*/ 378042 w 382670"/>
                <a:gd name="connsiteY2" fmla="*/ 97117 h 511315"/>
                <a:gd name="connsiteX3" fmla="*/ 283402 w 382670"/>
                <a:gd name="connsiteY3" fmla="*/ 439138 h 511315"/>
                <a:gd name="connsiteX4" fmla="*/ 241829 w 382670"/>
                <a:gd name="connsiteY4" fmla="*/ 511315 h 511315"/>
                <a:gd name="connsiteX5" fmla="*/ 0 w 382670"/>
                <a:gd name="connsiteY5" fmla="*/ 418030 h 511315"/>
                <a:gd name="connsiteX6" fmla="*/ 37613 w 382670"/>
                <a:gd name="connsiteY6" fmla="*/ 299636 h 511315"/>
                <a:gd name="connsiteX7" fmla="*/ 64463 w 382670"/>
                <a:gd name="connsiteY7" fmla="*/ 162145 h 511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82670" h="511315">
                  <a:moveTo>
                    <a:pt x="75380" y="0"/>
                  </a:moveTo>
                  <a:lnTo>
                    <a:pt x="382670" y="0"/>
                  </a:lnTo>
                  <a:lnTo>
                    <a:pt x="378042" y="97117"/>
                  </a:lnTo>
                  <a:cubicBezTo>
                    <a:pt x="366549" y="217204"/>
                    <a:pt x="333933" y="332132"/>
                    <a:pt x="283402" y="439138"/>
                  </a:cubicBezTo>
                  <a:lnTo>
                    <a:pt x="241829" y="511315"/>
                  </a:lnTo>
                  <a:lnTo>
                    <a:pt x="0" y="418030"/>
                  </a:lnTo>
                  <a:lnTo>
                    <a:pt x="37613" y="299636"/>
                  </a:lnTo>
                  <a:cubicBezTo>
                    <a:pt x="49158" y="254569"/>
                    <a:pt x="58153" y="208701"/>
                    <a:pt x="64463" y="162145"/>
                  </a:cubicBezTo>
                  <a:close/>
                </a:path>
              </a:pathLst>
            </a:cu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ja-JP" altLang="en-US" sz="2700" dirty="0"/>
            </a:p>
          </p:txBody>
        </p:sp>
      </p:grpSp>
      <p:grpSp>
        <p:nvGrpSpPr>
          <p:cNvPr id="44" name="グループ化 43">
            <a:extLst>
              <a:ext uri="{FF2B5EF4-FFF2-40B4-BE49-F238E27FC236}">
                <a16:creationId xmlns:a16="http://schemas.microsoft.com/office/drawing/2014/main" id="{3F72FAD5-5227-424C-B040-A021696E413C}"/>
              </a:ext>
            </a:extLst>
          </p:cNvPr>
          <p:cNvGrpSpPr/>
          <p:nvPr/>
        </p:nvGrpSpPr>
        <p:grpSpPr>
          <a:xfrm rot="10800000">
            <a:off x="8433982" y="4615708"/>
            <a:ext cx="892892" cy="784832"/>
            <a:chOff x="1572269" y="4816089"/>
            <a:chExt cx="938304" cy="840658"/>
          </a:xfrm>
          <a:solidFill>
            <a:srgbClr val="64A4A3"/>
          </a:solidFill>
        </p:grpSpPr>
        <p:sp>
          <p:nvSpPr>
            <p:cNvPr id="45" name="二等辺三角形 44">
              <a:extLst>
                <a:ext uri="{FF2B5EF4-FFF2-40B4-BE49-F238E27FC236}">
                  <a16:creationId xmlns:a16="http://schemas.microsoft.com/office/drawing/2014/main" id="{CC9CF80C-33A0-4CD9-A492-0F5FE96D7E9F}"/>
                </a:ext>
              </a:extLst>
            </p:cNvPr>
            <p:cNvSpPr/>
            <p:nvPr/>
          </p:nvSpPr>
          <p:spPr>
            <a:xfrm rot="4051206">
              <a:off x="1854270" y="5000443"/>
              <a:ext cx="840658" cy="471949"/>
            </a:xfrm>
            <a:prstGeom prst="triangle">
              <a:avLst/>
            </a:pr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 dirty="0"/>
            </a:p>
          </p:txBody>
        </p:sp>
        <p:sp>
          <p:nvSpPr>
            <p:cNvPr id="46" name="フリーフォーム: 図形 45">
              <a:extLst>
                <a:ext uri="{FF2B5EF4-FFF2-40B4-BE49-F238E27FC236}">
                  <a16:creationId xmlns:a16="http://schemas.microsoft.com/office/drawing/2014/main" id="{464BB2E2-722B-44B5-98C5-2E999D1E52E1}"/>
                </a:ext>
              </a:extLst>
            </p:cNvPr>
            <p:cNvSpPr/>
            <p:nvPr/>
          </p:nvSpPr>
          <p:spPr>
            <a:xfrm rot="4134364">
              <a:off x="1636592" y="5135506"/>
              <a:ext cx="382670" cy="511315"/>
            </a:xfrm>
            <a:custGeom>
              <a:avLst/>
              <a:gdLst>
                <a:gd name="connsiteX0" fmla="*/ 75380 w 382670"/>
                <a:gd name="connsiteY0" fmla="*/ 0 h 511315"/>
                <a:gd name="connsiteX1" fmla="*/ 382670 w 382670"/>
                <a:gd name="connsiteY1" fmla="*/ 0 h 511315"/>
                <a:gd name="connsiteX2" fmla="*/ 378042 w 382670"/>
                <a:gd name="connsiteY2" fmla="*/ 97117 h 511315"/>
                <a:gd name="connsiteX3" fmla="*/ 283402 w 382670"/>
                <a:gd name="connsiteY3" fmla="*/ 439138 h 511315"/>
                <a:gd name="connsiteX4" fmla="*/ 241829 w 382670"/>
                <a:gd name="connsiteY4" fmla="*/ 511315 h 511315"/>
                <a:gd name="connsiteX5" fmla="*/ 0 w 382670"/>
                <a:gd name="connsiteY5" fmla="*/ 418030 h 511315"/>
                <a:gd name="connsiteX6" fmla="*/ 37613 w 382670"/>
                <a:gd name="connsiteY6" fmla="*/ 299636 h 511315"/>
                <a:gd name="connsiteX7" fmla="*/ 64463 w 382670"/>
                <a:gd name="connsiteY7" fmla="*/ 162145 h 511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82670" h="511315">
                  <a:moveTo>
                    <a:pt x="75380" y="0"/>
                  </a:moveTo>
                  <a:lnTo>
                    <a:pt x="382670" y="0"/>
                  </a:lnTo>
                  <a:lnTo>
                    <a:pt x="378042" y="97117"/>
                  </a:lnTo>
                  <a:cubicBezTo>
                    <a:pt x="366549" y="217204"/>
                    <a:pt x="333933" y="332132"/>
                    <a:pt x="283402" y="439138"/>
                  </a:cubicBezTo>
                  <a:lnTo>
                    <a:pt x="241829" y="511315"/>
                  </a:lnTo>
                  <a:lnTo>
                    <a:pt x="0" y="418030"/>
                  </a:lnTo>
                  <a:lnTo>
                    <a:pt x="37613" y="299636"/>
                  </a:lnTo>
                  <a:cubicBezTo>
                    <a:pt x="49158" y="254569"/>
                    <a:pt x="58153" y="208701"/>
                    <a:pt x="64463" y="162145"/>
                  </a:cubicBezTo>
                  <a:close/>
                </a:path>
              </a:pathLst>
            </a:cu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ja-JP" altLang="en-US" sz="2700" dirty="0"/>
            </a:p>
          </p:txBody>
        </p:sp>
      </p:grpSp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DF776DC2-B0C8-4C4B-870E-11E5094A648C}"/>
              </a:ext>
            </a:extLst>
          </p:cNvPr>
          <p:cNvGrpSpPr/>
          <p:nvPr/>
        </p:nvGrpSpPr>
        <p:grpSpPr>
          <a:xfrm rot="5400000">
            <a:off x="7198267" y="6321241"/>
            <a:ext cx="892892" cy="784832"/>
            <a:chOff x="1572269" y="4816089"/>
            <a:chExt cx="938304" cy="840658"/>
          </a:xfrm>
          <a:solidFill>
            <a:srgbClr val="64A4A3"/>
          </a:solidFill>
        </p:grpSpPr>
        <p:sp>
          <p:nvSpPr>
            <p:cNvPr id="48" name="二等辺三角形 47">
              <a:extLst>
                <a:ext uri="{FF2B5EF4-FFF2-40B4-BE49-F238E27FC236}">
                  <a16:creationId xmlns:a16="http://schemas.microsoft.com/office/drawing/2014/main" id="{B73EA7B5-2C86-4BC2-927B-676AE8EE2F83}"/>
                </a:ext>
              </a:extLst>
            </p:cNvPr>
            <p:cNvSpPr/>
            <p:nvPr/>
          </p:nvSpPr>
          <p:spPr>
            <a:xfrm rot="4051206">
              <a:off x="1854270" y="5000443"/>
              <a:ext cx="840658" cy="471949"/>
            </a:xfrm>
            <a:prstGeom prst="triangle">
              <a:avLst/>
            </a:pr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 dirty="0"/>
            </a:p>
          </p:txBody>
        </p:sp>
        <p:sp>
          <p:nvSpPr>
            <p:cNvPr id="49" name="フリーフォーム: 図形 48">
              <a:extLst>
                <a:ext uri="{FF2B5EF4-FFF2-40B4-BE49-F238E27FC236}">
                  <a16:creationId xmlns:a16="http://schemas.microsoft.com/office/drawing/2014/main" id="{6394FB25-B87E-4AD3-80ED-6FD1473CADC2}"/>
                </a:ext>
              </a:extLst>
            </p:cNvPr>
            <p:cNvSpPr/>
            <p:nvPr/>
          </p:nvSpPr>
          <p:spPr>
            <a:xfrm rot="4134364">
              <a:off x="1636592" y="5135506"/>
              <a:ext cx="382670" cy="511315"/>
            </a:xfrm>
            <a:custGeom>
              <a:avLst/>
              <a:gdLst>
                <a:gd name="connsiteX0" fmla="*/ 75380 w 382670"/>
                <a:gd name="connsiteY0" fmla="*/ 0 h 511315"/>
                <a:gd name="connsiteX1" fmla="*/ 382670 w 382670"/>
                <a:gd name="connsiteY1" fmla="*/ 0 h 511315"/>
                <a:gd name="connsiteX2" fmla="*/ 378042 w 382670"/>
                <a:gd name="connsiteY2" fmla="*/ 97117 h 511315"/>
                <a:gd name="connsiteX3" fmla="*/ 283402 w 382670"/>
                <a:gd name="connsiteY3" fmla="*/ 439138 h 511315"/>
                <a:gd name="connsiteX4" fmla="*/ 241829 w 382670"/>
                <a:gd name="connsiteY4" fmla="*/ 511315 h 511315"/>
                <a:gd name="connsiteX5" fmla="*/ 0 w 382670"/>
                <a:gd name="connsiteY5" fmla="*/ 418030 h 511315"/>
                <a:gd name="connsiteX6" fmla="*/ 37613 w 382670"/>
                <a:gd name="connsiteY6" fmla="*/ 299636 h 511315"/>
                <a:gd name="connsiteX7" fmla="*/ 64463 w 382670"/>
                <a:gd name="connsiteY7" fmla="*/ 162145 h 511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82670" h="511315">
                  <a:moveTo>
                    <a:pt x="75380" y="0"/>
                  </a:moveTo>
                  <a:lnTo>
                    <a:pt x="382670" y="0"/>
                  </a:lnTo>
                  <a:lnTo>
                    <a:pt x="378042" y="97117"/>
                  </a:lnTo>
                  <a:cubicBezTo>
                    <a:pt x="366549" y="217204"/>
                    <a:pt x="333933" y="332132"/>
                    <a:pt x="283402" y="439138"/>
                  </a:cubicBezTo>
                  <a:lnTo>
                    <a:pt x="241829" y="511315"/>
                  </a:lnTo>
                  <a:lnTo>
                    <a:pt x="0" y="418030"/>
                  </a:lnTo>
                  <a:lnTo>
                    <a:pt x="37613" y="299636"/>
                  </a:lnTo>
                  <a:cubicBezTo>
                    <a:pt x="49158" y="254569"/>
                    <a:pt x="58153" y="208701"/>
                    <a:pt x="64463" y="162145"/>
                  </a:cubicBezTo>
                  <a:close/>
                </a:path>
              </a:pathLst>
            </a:cu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ja-JP" altLang="en-US" sz="2700" dirty="0"/>
            </a:p>
          </p:txBody>
        </p:sp>
      </p:grpSp>
    </p:spTree>
    <p:extLst>
      <p:ext uri="{BB962C8B-B14F-4D97-AF65-F5344CB8AC3E}">
        <p14:creationId xmlns:p14="http://schemas.microsoft.com/office/powerpoint/2010/main" val="19941948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1ED241A-C9FC-FF15-3966-AAEA80CC19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FFA1AE13-BB24-F776-672F-0480F6753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21</a:t>
            </a:fld>
            <a:endParaRPr lang="en-US"/>
          </a:p>
        </p:txBody>
      </p: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37B588F8-D1F9-A7CB-7907-D079845B8A5B}"/>
              </a:ext>
            </a:extLst>
          </p:cNvPr>
          <p:cNvGrpSpPr/>
          <p:nvPr/>
        </p:nvGrpSpPr>
        <p:grpSpPr>
          <a:xfrm>
            <a:off x="270494" y="246431"/>
            <a:ext cx="698205" cy="10040568"/>
            <a:chOff x="270494" y="246431"/>
            <a:chExt cx="698205" cy="10040568"/>
          </a:xfrm>
        </p:grpSpPr>
        <p:pic>
          <p:nvPicPr>
            <p:cNvPr id="11" name="図 10">
              <a:extLst>
                <a:ext uri="{FF2B5EF4-FFF2-40B4-BE49-F238E27FC236}">
                  <a16:creationId xmlns:a16="http://schemas.microsoft.com/office/drawing/2014/main" id="{B531EF3E-8726-0237-E35D-3957828D1F3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5400000">
              <a:off x="271822" y="245103"/>
              <a:ext cx="695550" cy="698205"/>
            </a:xfrm>
            <a:prstGeom prst="rect">
              <a:avLst/>
            </a:prstGeom>
          </p:spPr>
        </p:pic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86286439-0A2D-6434-0473-D5C48760162C}"/>
                </a:ext>
              </a:extLst>
            </p:cNvPr>
            <p:cNvSpPr txBox="1"/>
            <p:nvPr/>
          </p:nvSpPr>
          <p:spPr>
            <a:xfrm>
              <a:off x="434931" y="1036119"/>
              <a:ext cx="369332" cy="225878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kumimoji="1" lang="en-US" altLang="ja-JP" sz="1200" dirty="0">
                  <a:latin typeface="Source Han Sans JP" panose="020B0600070205080204" charset="-128"/>
                  <a:ea typeface="Source Han Sans JP" panose="020B0600070205080204" charset="-128"/>
                </a:rPr>
                <a:t>Tokyo University of Science</a:t>
              </a:r>
              <a:endParaRPr kumimoji="1" lang="ja-JP" altLang="en-US" sz="1200" dirty="0">
                <a:latin typeface="Source Han Sans JP" panose="020B0600070205080204" charset="-128"/>
                <a:ea typeface="Source Han Sans JP" panose="020B0600070205080204" charset="-128"/>
              </a:endParaRPr>
            </a:p>
          </p:txBody>
        </p:sp>
        <p:cxnSp>
          <p:nvCxnSpPr>
            <p:cNvPr id="13" name="直線コネクタ 12">
              <a:extLst>
                <a:ext uri="{FF2B5EF4-FFF2-40B4-BE49-F238E27FC236}">
                  <a16:creationId xmlns:a16="http://schemas.microsoft.com/office/drawing/2014/main" id="{0E6D59ED-7DF4-275C-4BDE-606D258867C9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" y="3314700"/>
              <a:ext cx="0" cy="6067497"/>
            </a:xfrm>
            <a:prstGeom prst="line">
              <a:avLst/>
            </a:prstGeom>
            <a:ln>
              <a:solidFill>
                <a:srgbClr val="64A4A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フローチャート: 論理積ゲート 13">
              <a:extLst>
                <a:ext uri="{FF2B5EF4-FFF2-40B4-BE49-F238E27FC236}">
                  <a16:creationId xmlns:a16="http://schemas.microsoft.com/office/drawing/2014/main" id="{2030A6D4-F810-D3A2-C445-08B1FD4E12E1}"/>
                </a:ext>
              </a:extLst>
            </p:cNvPr>
            <p:cNvSpPr/>
            <p:nvPr/>
          </p:nvSpPr>
          <p:spPr>
            <a:xfrm rot="16200000">
              <a:off x="141940" y="9634201"/>
              <a:ext cx="924597" cy="381000"/>
            </a:xfrm>
            <a:prstGeom prst="flowChartDelay">
              <a:avLst/>
            </a:prstGeom>
            <a:solidFill>
              <a:srgbClr val="64A4A3"/>
            </a:solidFill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5" name="Group 3">
            <a:extLst>
              <a:ext uri="{FF2B5EF4-FFF2-40B4-BE49-F238E27FC236}">
                <a16:creationId xmlns:a16="http://schemas.microsoft.com/office/drawing/2014/main" id="{79D9877D-6650-4197-B730-0B54C1BD8182}"/>
              </a:ext>
            </a:extLst>
          </p:cNvPr>
          <p:cNvGrpSpPr/>
          <p:nvPr/>
        </p:nvGrpSpPr>
        <p:grpSpPr>
          <a:xfrm>
            <a:off x="1371600" y="1069258"/>
            <a:ext cx="16064988" cy="125708"/>
            <a:chOff x="0" y="0"/>
            <a:chExt cx="22021800" cy="190500"/>
          </a:xfrm>
        </p:grpSpPr>
        <p:grpSp>
          <p:nvGrpSpPr>
            <p:cNvPr id="16" name="Group 4">
              <a:extLst>
                <a:ext uri="{FF2B5EF4-FFF2-40B4-BE49-F238E27FC236}">
                  <a16:creationId xmlns:a16="http://schemas.microsoft.com/office/drawing/2014/main" id="{5A2A5BD0-F660-7AC7-7241-FF963A7B3DD0}"/>
                </a:ext>
              </a:extLst>
            </p:cNvPr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23" name="Freeform 5">
                <a:extLst>
                  <a:ext uri="{FF2B5EF4-FFF2-40B4-BE49-F238E27FC236}">
                    <a16:creationId xmlns:a16="http://schemas.microsoft.com/office/drawing/2014/main" id="{0E3039CB-E991-5B2A-CEA9-89E6384A18F8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4" name="TextBox 6">
                <a:extLst>
                  <a:ext uri="{FF2B5EF4-FFF2-40B4-BE49-F238E27FC236}">
                    <a16:creationId xmlns:a16="http://schemas.microsoft.com/office/drawing/2014/main" id="{FF33ACF9-7C4A-E330-5505-51E00FAC235F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7" name="Group 7">
              <a:extLst>
                <a:ext uri="{FF2B5EF4-FFF2-40B4-BE49-F238E27FC236}">
                  <a16:creationId xmlns:a16="http://schemas.microsoft.com/office/drawing/2014/main" id="{0CB57FE4-A55C-3206-1173-9546E7018A30}"/>
                </a:ext>
              </a:extLst>
            </p:cNvPr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21" name="Freeform 8">
                <a:extLst>
                  <a:ext uri="{FF2B5EF4-FFF2-40B4-BE49-F238E27FC236}">
                    <a16:creationId xmlns:a16="http://schemas.microsoft.com/office/drawing/2014/main" id="{D81D15F9-4298-1A4A-CDF4-00D94FF10534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2" name="TextBox 9">
                <a:extLst>
                  <a:ext uri="{FF2B5EF4-FFF2-40B4-BE49-F238E27FC236}">
                    <a16:creationId xmlns:a16="http://schemas.microsoft.com/office/drawing/2014/main" id="{C249ED53-69BF-2B50-97CA-38FA65381425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8" name="Group 10">
              <a:extLst>
                <a:ext uri="{FF2B5EF4-FFF2-40B4-BE49-F238E27FC236}">
                  <a16:creationId xmlns:a16="http://schemas.microsoft.com/office/drawing/2014/main" id="{6B1CFBC1-307E-481A-9800-861D29E310E4}"/>
                </a:ext>
              </a:extLst>
            </p:cNvPr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19" name="Freeform 11">
                <a:extLst>
                  <a:ext uri="{FF2B5EF4-FFF2-40B4-BE49-F238E27FC236}">
                    <a16:creationId xmlns:a16="http://schemas.microsoft.com/office/drawing/2014/main" id="{B13A1C20-1CAE-E8FA-9E54-AAAE29513070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0" name="TextBox 12">
                <a:extLst>
                  <a:ext uri="{FF2B5EF4-FFF2-40B4-BE49-F238E27FC236}">
                    <a16:creationId xmlns:a16="http://schemas.microsoft.com/office/drawing/2014/main" id="{1D0245B8-0F77-418E-D6F2-F1B08E586018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25" name="スライド番号プレースホルダー 28">
            <a:extLst>
              <a:ext uri="{FF2B5EF4-FFF2-40B4-BE49-F238E27FC236}">
                <a16:creationId xmlns:a16="http://schemas.microsoft.com/office/drawing/2014/main" id="{747B3D34-4759-4E95-4DFA-E27801C70E57}"/>
              </a:ext>
            </a:extLst>
          </p:cNvPr>
          <p:cNvSpPr txBox="1">
            <a:spLocks/>
          </p:cNvSpPr>
          <p:nvPr/>
        </p:nvSpPr>
        <p:spPr>
          <a:xfrm>
            <a:off x="270494" y="9748987"/>
            <a:ext cx="599456" cy="4622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2400" smtClean="0"/>
              <a:pPr/>
              <a:t>21</a:t>
            </a:fld>
            <a:endParaRPr lang="en-US" sz="2400" dirty="0"/>
          </a:p>
        </p:txBody>
      </p:sp>
      <p:sp>
        <p:nvSpPr>
          <p:cNvPr id="3" name="TextBox 24">
            <a:extLst>
              <a:ext uri="{FF2B5EF4-FFF2-40B4-BE49-F238E27FC236}">
                <a16:creationId xmlns:a16="http://schemas.microsoft.com/office/drawing/2014/main" id="{2E8FD745-6583-A4E2-96D5-550D9CD753F2}"/>
              </a:ext>
            </a:extLst>
          </p:cNvPr>
          <p:cNvSpPr txBox="1"/>
          <p:nvPr/>
        </p:nvSpPr>
        <p:spPr>
          <a:xfrm>
            <a:off x="1806795" y="305043"/>
            <a:ext cx="5737005" cy="7005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ja-JP" altLang="en-US" sz="40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研究概要・目的</a:t>
            </a:r>
            <a:endParaRPr lang="en-US" sz="40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5F056377-98C0-F647-35AE-818CBE60B0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91304" y="1492657"/>
            <a:ext cx="5645284" cy="4020316"/>
          </a:xfrm>
          <a:prstGeom prst="rect">
            <a:avLst/>
          </a:prstGeom>
        </p:spPr>
      </p:pic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388ACCB2-BF29-D5D4-7DCD-76178E698937}"/>
              </a:ext>
            </a:extLst>
          </p:cNvPr>
          <p:cNvGrpSpPr/>
          <p:nvPr/>
        </p:nvGrpSpPr>
        <p:grpSpPr>
          <a:xfrm>
            <a:off x="1433699" y="1726516"/>
            <a:ext cx="7086600" cy="552410"/>
            <a:chOff x="1535808" y="1451163"/>
            <a:chExt cx="8639037" cy="552410"/>
          </a:xfrm>
        </p:grpSpPr>
        <p:sp>
          <p:nvSpPr>
            <p:cNvPr id="9" name="TextBox 26">
              <a:extLst>
                <a:ext uri="{FF2B5EF4-FFF2-40B4-BE49-F238E27FC236}">
                  <a16:creationId xmlns:a16="http://schemas.microsoft.com/office/drawing/2014/main" id="{9AEA600C-7DC7-491F-2610-794663655BEF}"/>
                </a:ext>
              </a:extLst>
            </p:cNvPr>
            <p:cNvSpPr txBox="1"/>
            <p:nvPr/>
          </p:nvSpPr>
          <p:spPr>
            <a:xfrm>
              <a:off x="1864755" y="1451163"/>
              <a:ext cx="8310090" cy="52597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l">
                <a:lnSpc>
                  <a:spcPts val="4480"/>
                </a:lnSpc>
                <a:spcBef>
                  <a:spcPct val="0"/>
                </a:spcBef>
              </a:pPr>
              <a:r>
                <a:rPr lang="ja-JP" altLang="en-US" sz="2800" dirty="0">
                  <a:solidFill>
                    <a:srgbClr val="292B2B"/>
                  </a:solidFill>
                  <a:latin typeface="Source Han Sans JP Medium"/>
                  <a:ea typeface="Source Han Sans JP Medium"/>
                  <a:cs typeface="Source Han Sans JP Medium"/>
                  <a:sym typeface="Source Han Sans JP Medium"/>
                </a:rPr>
                <a:t>背景</a:t>
              </a:r>
              <a:endParaRPr lang="en-US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endParaRPr>
            </a:p>
          </p:txBody>
        </p:sp>
        <p:sp>
          <p:nvSpPr>
            <p:cNvPr id="26" name="Freeform 5">
              <a:extLst>
                <a:ext uri="{FF2B5EF4-FFF2-40B4-BE49-F238E27FC236}">
                  <a16:creationId xmlns:a16="http://schemas.microsoft.com/office/drawing/2014/main" id="{6728D633-723E-FC3E-3569-1F1B35914104}"/>
                </a:ext>
              </a:extLst>
            </p:cNvPr>
            <p:cNvSpPr/>
            <p:nvPr/>
          </p:nvSpPr>
          <p:spPr>
            <a:xfrm rot="5400000">
              <a:off x="1341107" y="1672296"/>
              <a:ext cx="525978" cy="136575"/>
            </a:xfrm>
            <a:custGeom>
              <a:avLst/>
              <a:gdLst/>
              <a:ahLst/>
              <a:cxnLst/>
              <a:rect l="l" t="t" r="r" b="b"/>
              <a:pathLst>
                <a:path w="1449995" h="37630">
                  <a:moveTo>
                    <a:pt x="0" y="0"/>
                  </a:moveTo>
                  <a:lnTo>
                    <a:pt x="1449995" y="0"/>
                  </a:lnTo>
                  <a:lnTo>
                    <a:pt x="1449995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64A4A3"/>
            </a:solidFill>
          </p:spPr>
          <p:txBody>
            <a:bodyPr/>
            <a:lstStyle/>
            <a:p>
              <a:endParaRPr lang="ja-JP" altLang="en-US" dirty="0"/>
            </a:p>
          </p:txBody>
        </p:sp>
      </p:grpSp>
      <p:sp>
        <p:nvSpPr>
          <p:cNvPr id="27" name="TextBox 24">
            <a:extLst>
              <a:ext uri="{FF2B5EF4-FFF2-40B4-BE49-F238E27FC236}">
                <a16:creationId xmlns:a16="http://schemas.microsoft.com/office/drawing/2014/main" id="{9BA32C65-E2AB-29BE-89FF-84943B5F1B94}"/>
              </a:ext>
            </a:extLst>
          </p:cNvPr>
          <p:cNvSpPr txBox="1"/>
          <p:nvPr/>
        </p:nvSpPr>
        <p:spPr>
          <a:xfrm>
            <a:off x="1820969" y="2228279"/>
            <a:ext cx="9331364" cy="6606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l">
              <a:lnSpc>
                <a:spcPts val="5880"/>
              </a:lnSpc>
              <a:spcBef>
                <a:spcPct val="0"/>
              </a:spcBef>
              <a:buClr>
                <a:srgbClr val="64A4A3"/>
              </a:buClr>
              <a:buFont typeface="Wingdings" panose="05000000000000000000" pitchFamily="2" charset="2"/>
              <a:buChar char="l"/>
            </a:pPr>
            <a:r>
              <a:rPr lang="ja-JP" altLang="en-US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炉心局所閉塞による冷却材沸騰現象</a:t>
            </a:r>
            <a:endParaRPr lang="en-US" altLang="ja-JP" sz="28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  <p:sp>
        <p:nvSpPr>
          <p:cNvPr id="29" name="TextBox 24">
            <a:extLst>
              <a:ext uri="{FF2B5EF4-FFF2-40B4-BE49-F238E27FC236}">
                <a16:creationId xmlns:a16="http://schemas.microsoft.com/office/drawing/2014/main" id="{7D6250E1-4234-5829-2BED-A233DBEE4B18}"/>
              </a:ext>
            </a:extLst>
          </p:cNvPr>
          <p:cNvSpPr txBox="1"/>
          <p:nvPr/>
        </p:nvSpPr>
        <p:spPr>
          <a:xfrm>
            <a:off x="9246872" y="2333003"/>
            <a:ext cx="2180698" cy="7005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  <a:buClr>
                <a:srgbClr val="64A4A3"/>
              </a:buClr>
            </a:pPr>
            <a:r>
              <a:rPr lang="ja-JP" altLang="en-US" sz="4000" dirty="0">
                <a:solidFill>
                  <a:srgbClr val="5276F8"/>
                </a:solidFill>
                <a:latin typeface="Source Han Sans JP Bold" panose="020B0600070205080204" charset="-128"/>
                <a:ea typeface="Source Han Sans JP Bold" panose="020B0600070205080204" charset="-128"/>
                <a:cs typeface="Source Han Sans JP Medium"/>
                <a:sym typeface="Source Han Sans JP Medium"/>
              </a:rPr>
              <a:t>早期検知</a:t>
            </a:r>
            <a:endParaRPr lang="en-US" sz="40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  <p:grpSp>
        <p:nvGrpSpPr>
          <p:cNvPr id="30" name="グループ化 29">
            <a:extLst>
              <a:ext uri="{FF2B5EF4-FFF2-40B4-BE49-F238E27FC236}">
                <a16:creationId xmlns:a16="http://schemas.microsoft.com/office/drawing/2014/main" id="{F047786E-814E-AA8C-0089-D190BCD9C103}"/>
              </a:ext>
            </a:extLst>
          </p:cNvPr>
          <p:cNvGrpSpPr/>
          <p:nvPr/>
        </p:nvGrpSpPr>
        <p:grpSpPr>
          <a:xfrm>
            <a:off x="1433699" y="5512973"/>
            <a:ext cx="7086600" cy="552410"/>
            <a:chOff x="1535808" y="1451163"/>
            <a:chExt cx="8639037" cy="552410"/>
          </a:xfrm>
        </p:grpSpPr>
        <p:sp>
          <p:nvSpPr>
            <p:cNvPr id="31" name="TextBox 26">
              <a:extLst>
                <a:ext uri="{FF2B5EF4-FFF2-40B4-BE49-F238E27FC236}">
                  <a16:creationId xmlns:a16="http://schemas.microsoft.com/office/drawing/2014/main" id="{1748A553-7691-7BB2-FAE7-DE23A26395F0}"/>
                </a:ext>
              </a:extLst>
            </p:cNvPr>
            <p:cNvSpPr txBox="1"/>
            <p:nvPr/>
          </p:nvSpPr>
          <p:spPr>
            <a:xfrm>
              <a:off x="1864755" y="1451163"/>
              <a:ext cx="8310090" cy="52597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l">
                <a:lnSpc>
                  <a:spcPts val="4480"/>
                </a:lnSpc>
                <a:spcBef>
                  <a:spcPct val="0"/>
                </a:spcBef>
              </a:pPr>
              <a:r>
                <a:rPr lang="ja-JP" altLang="en-US" sz="2800" dirty="0">
                  <a:solidFill>
                    <a:srgbClr val="292B2B"/>
                  </a:solidFill>
                  <a:latin typeface="Source Han Sans JP Medium"/>
                  <a:ea typeface="Source Han Sans JP Medium"/>
                  <a:cs typeface="Source Han Sans JP Medium"/>
                  <a:sym typeface="Source Han Sans JP Medium"/>
                </a:rPr>
                <a:t>方法</a:t>
              </a:r>
              <a:endParaRPr lang="en-US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endParaRPr>
            </a:p>
          </p:txBody>
        </p:sp>
        <p:sp>
          <p:nvSpPr>
            <p:cNvPr id="32" name="Freeform 5">
              <a:extLst>
                <a:ext uri="{FF2B5EF4-FFF2-40B4-BE49-F238E27FC236}">
                  <a16:creationId xmlns:a16="http://schemas.microsoft.com/office/drawing/2014/main" id="{856F9FBA-A477-1AF8-AC8B-631C752F0AD6}"/>
                </a:ext>
              </a:extLst>
            </p:cNvPr>
            <p:cNvSpPr/>
            <p:nvPr/>
          </p:nvSpPr>
          <p:spPr>
            <a:xfrm rot="5400000">
              <a:off x="1341107" y="1672296"/>
              <a:ext cx="525978" cy="136575"/>
            </a:xfrm>
            <a:custGeom>
              <a:avLst/>
              <a:gdLst/>
              <a:ahLst/>
              <a:cxnLst/>
              <a:rect l="l" t="t" r="r" b="b"/>
              <a:pathLst>
                <a:path w="1449995" h="37630">
                  <a:moveTo>
                    <a:pt x="0" y="0"/>
                  </a:moveTo>
                  <a:lnTo>
                    <a:pt x="1449995" y="0"/>
                  </a:lnTo>
                  <a:lnTo>
                    <a:pt x="1449995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64A4A3"/>
            </a:solidFill>
          </p:spPr>
          <p:txBody>
            <a:bodyPr/>
            <a:lstStyle/>
            <a:p>
              <a:endParaRPr lang="ja-JP" altLang="en-US" dirty="0"/>
            </a:p>
          </p:txBody>
        </p:sp>
      </p:grpSp>
      <p:sp>
        <p:nvSpPr>
          <p:cNvPr id="33" name="TextBox 24">
            <a:extLst>
              <a:ext uri="{FF2B5EF4-FFF2-40B4-BE49-F238E27FC236}">
                <a16:creationId xmlns:a16="http://schemas.microsoft.com/office/drawing/2014/main" id="{2290DD55-5868-8A71-4438-C87EF6FB3036}"/>
              </a:ext>
            </a:extLst>
          </p:cNvPr>
          <p:cNvSpPr txBox="1"/>
          <p:nvPr/>
        </p:nvSpPr>
        <p:spPr>
          <a:xfrm>
            <a:off x="1820970" y="6236100"/>
            <a:ext cx="9137728" cy="8786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l">
              <a:lnSpc>
                <a:spcPts val="3500"/>
              </a:lnSpc>
              <a:spcBef>
                <a:spcPct val="0"/>
              </a:spcBef>
              <a:buClr>
                <a:srgbClr val="64A4A3"/>
              </a:buClr>
              <a:buFont typeface="Wingdings" panose="05000000000000000000" pitchFamily="2" charset="2"/>
              <a:buChar char="l"/>
            </a:pPr>
            <a:r>
              <a:rPr lang="ja-JP" altLang="en-US" sz="2800" dirty="0">
                <a:latin typeface="Source Han Sans JP Medium" panose="020B0600070205080204" charset="-128"/>
                <a:ea typeface="Source Han Sans JP Medium" panose="020B0600070205080204" charset="-128"/>
              </a:rPr>
              <a:t>プール沸騰実験で取得した音響データを</a:t>
            </a:r>
            <a:r>
              <a:rPr lang="en-US" altLang="ja-JP" sz="2800" dirty="0">
                <a:latin typeface="Source Han Sans JP Medium" panose="020B0600070205080204" charset="-128"/>
                <a:ea typeface="Source Han Sans JP Medium" panose="020B0600070205080204" charset="-128"/>
              </a:rPr>
              <a:t>STFT</a:t>
            </a:r>
            <a:r>
              <a:rPr lang="ja-JP" altLang="en-US" sz="2800" dirty="0">
                <a:latin typeface="Source Han Sans JP Medium" panose="020B0600070205080204" charset="-128"/>
                <a:ea typeface="Source Han Sans JP Medium" panose="020B0600070205080204" charset="-128"/>
              </a:rPr>
              <a:t>解析後</a:t>
            </a:r>
            <a:r>
              <a:rPr lang="en-US" altLang="ja-JP" sz="2800" dirty="0">
                <a:latin typeface="Source Han Sans JP Medium" panose="020B0600070205080204" charset="-128"/>
                <a:ea typeface="Source Han Sans JP Medium" panose="020B0600070205080204" charset="-128"/>
              </a:rPr>
              <a:t>CNN</a:t>
            </a:r>
            <a:r>
              <a:rPr lang="ja-JP" altLang="en-US" sz="2800" dirty="0">
                <a:latin typeface="Source Han Sans JP Medium" panose="020B0600070205080204" charset="-128"/>
                <a:ea typeface="Source Han Sans JP Medium" panose="020B0600070205080204" charset="-128"/>
              </a:rPr>
              <a:t>アンサンブルで回帰分析し，熱流束予測</a:t>
            </a:r>
            <a:endParaRPr lang="en-US" sz="2800" dirty="0">
              <a:solidFill>
                <a:srgbClr val="292B2B"/>
              </a:solidFill>
              <a:latin typeface="Source Han Sans JP Medium" panose="020B0600070205080204" charset="-128"/>
              <a:ea typeface="Source Han Sans JP Medium" panose="020B0600070205080204" charset="-128"/>
              <a:cs typeface="Source Han Sans JP Medium"/>
              <a:sym typeface="Source Han Sans JP Medium"/>
            </a:endParaRPr>
          </a:p>
        </p:txBody>
      </p:sp>
      <p:sp>
        <p:nvSpPr>
          <p:cNvPr id="34" name="矢印: 下 33">
            <a:extLst>
              <a:ext uri="{FF2B5EF4-FFF2-40B4-BE49-F238E27FC236}">
                <a16:creationId xmlns:a16="http://schemas.microsoft.com/office/drawing/2014/main" id="{C46BDFA9-E811-6F15-5241-C1D9BDDA46E3}"/>
              </a:ext>
            </a:extLst>
          </p:cNvPr>
          <p:cNvSpPr/>
          <p:nvPr/>
        </p:nvSpPr>
        <p:spPr>
          <a:xfrm rot="16200000">
            <a:off x="8240557" y="2404407"/>
            <a:ext cx="687239" cy="544432"/>
          </a:xfrm>
          <a:prstGeom prst="downArrow">
            <a:avLst/>
          </a:prstGeom>
          <a:solidFill>
            <a:srgbClr val="64A4A3"/>
          </a:solidFill>
          <a:ln>
            <a:solidFill>
              <a:srgbClr val="64A4A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TextBox 24">
            <a:extLst>
              <a:ext uri="{FF2B5EF4-FFF2-40B4-BE49-F238E27FC236}">
                <a16:creationId xmlns:a16="http://schemas.microsoft.com/office/drawing/2014/main" id="{CF4B3684-5CC8-016C-ACCF-A2281BFE663A}"/>
              </a:ext>
            </a:extLst>
          </p:cNvPr>
          <p:cNvSpPr txBox="1"/>
          <p:nvPr/>
        </p:nvSpPr>
        <p:spPr>
          <a:xfrm>
            <a:off x="1820969" y="4121248"/>
            <a:ext cx="9331364" cy="9459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l">
              <a:lnSpc>
                <a:spcPts val="3800"/>
              </a:lnSpc>
              <a:spcBef>
                <a:spcPct val="0"/>
              </a:spcBef>
              <a:buClr>
                <a:srgbClr val="64A4A3"/>
              </a:buClr>
              <a:buFont typeface="Wingdings" panose="05000000000000000000" pitchFamily="2" charset="2"/>
              <a:buChar char="l"/>
            </a:pPr>
            <a:r>
              <a:rPr lang="ja-JP" altLang="en-US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ラベル付与によらない沸騰発生検知手法の構築・検証</a:t>
            </a:r>
            <a:endParaRPr lang="en-US" altLang="ja-JP" sz="28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  <a:p>
            <a:pPr marL="457200" indent="-457200" algn="l">
              <a:lnSpc>
                <a:spcPts val="3800"/>
              </a:lnSpc>
              <a:spcBef>
                <a:spcPct val="0"/>
              </a:spcBef>
              <a:buClr>
                <a:srgbClr val="64A4A3"/>
              </a:buClr>
              <a:buFont typeface="Wingdings" panose="05000000000000000000" pitchFamily="2" charset="2"/>
              <a:buChar char="l"/>
            </a:pPr>
            <a:r>
              <a:rPr lang="ja-JP" altLang="en-US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ノイズ耐性，予測安定性の精度向上</a:t>
            </a:r>
            <a:endParaRPr lang="en-US" altLang="ja-JP" sz="28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  <p:grpSp>
        <p:nvGrpSpPr>
          <p:cNvPr id="36" name="グループ化 35">
            <a:extLst>
              <a:ext uri="{FF2B5EF4-FFF2-40B4-BE49-F238E27FC236}">
                <a16:creationId xmlns:a16="http://schemas.microsoft.com/office/drawing/2014/main" id="{E77AFF26-1458-3CB4-28F3-5612EC8FDD17}"/>
              </a:ext>
            </a:extLst>
          </p:cNvPr>
          <p:cNvGrpSpPr/>
          <p:nvPr/>
        </p:nvGrpSpPr>
        <p:grpSpPr>
          <a:xfrm>
            <a:off x="1433698" y="3426501"/>
            <a:ext cx="7086600" cy="552410"/>
            <a:chOff x="1535808" y="1451163"/>
            <a:chExt cx="8639037" cy="552410"/>
          </a:xfrm>
        </p:grpSpPr>
        <p:sp>
          <p:nvSpPr>
            <p:cNvPr id="37" name="TextBox 26">
              <a:extLst>
                <a:ext uri="{FF2B5EF4-FFF2-40B4-BE49-F238E27FC236}">
                  <a16:creationId xmlns:a16="http://schemas.microsoft.com/office/drawing/2014/main" id="{A66FE43E-0D02-30E3-C5AC-FAE445B7A941}"/>
                </a:ext>
              </a:extLst>
            </p:cNvPr>
            <p:cNvSpPr txBox="1"/>
            <p:nvPr/>
          </p:nvSpPr>
          <p:spPr>
            <a:xfrm>
              <a:off x="1864755" y="1451163"/>
              <a:ext cx="8310090" cy="52597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l">
                <a:lnSpc>
                  <a:spcPts val="4480"/>
                </a:lnSpc>
                <a:spcBef>
                  <a:spcPct val="0"/>
                </a:spcBef>
              </a:pPr>
              <a:r>
                <a:rPr lang="ja-JP" altLang="en-US" sz="2800" dirty="0">
                  <a:solidFill>
                    <a:srgbClr val="292B2B"/>
                  </a:solidFill>
                  <a:latin typeface="Source Han Sans JP Medium"/>
                  <a:ea typeface="Source Han Sans JP Medium"/>
                  <a:cs typeface="Source Han Sans JP Medium"/>
                  <a:sym typeface="Source Han Sans JP Medium"/>
                </a:rPr>
                <a:t>目的</a:t>
              </a:r>
              <a:endParaRPr lang="en-US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endParaRPr>
            </a:p>
          </p:txBody>
        </p:sp>
        <p:sp>
          <p:nvSpPr>
            <p:cNvPr id="38" name="Freeform 5">
              <a:extLst>
                <a:ext uri="{FF2B5EF4-FFF2-40B4-BE49-F238E27FC236}">
                  <a16:creationId xmlns:a16="http://schemas.microsoft.com/office/drawing/2014/main" id="{9BACC1F7-16E5-CEF4-18BC-9133D52CBA41}"/>
                </a:ext>
              </a:extLst>
            </p:cNvPr>
            <p:cNvSpPr/>
            <p:nvPr/>
          </p:nvSpPr>
          <p:spPr>
            <a:xfrm rot="5400000">
              <a:off x="1341107" y="1672296"/>
              <a:ext cx="525978" cy="136575"/>
            </a:xfrm>
            <a:custGeom>
              <a:avLst/>
              <a:gdLst/>
              <a:ahLst/>
              <a:cxnLst/>
              <a:rect l="l" t="t" r="r" b="b"/>
              <a:pathLst>
                <a:path w="1449995" h="37630">
                  <a:moveTo>
                    <a:pt x="0" y="0"/>
                  </a:moveTo>
                  <a:lnTo>
                    <a:pt x="1449995" y="0"/>
                  </a:lnTo>
                  <a:lnTo>
                    <a:pt x="1449995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64A4A3"/>
            </a:solidFill>
          </p:spPr>
          <p:txBody>
            <a:bodyPr/>
            <a:lstStyle/>
            <a:p>
              <a:endParaRPr lang="ja-JP" altLang="en-US" dirty="0"/>
            </a:p>
          </p:txBody>
        </p:sp>
      </p:grpSp>
      <p:pic>
        <p:nvPicPr>
          <p:cNvPr id="39" name="図 38" descr="グラフ, 散布図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8DCDB9DF-84CA-4F74-8996-879D8BF7CA6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5" t="10320" r="8579"/>
          <a:stretch/>
        </p:blipFill>
        <p:spPr>
          <a:xfrm>
            <a:off x="11829031" y="5729758"/>
            <a:ext cx="5938366" cy="4448478"/>
          </a:xfrm>
          <a:prstGeom prst="rect">
            <a:avLst/>
          </a:prstGeom>
        </p:spPr>
      </p:pic>
      <p:sp>
        <p:nvSpPr>
          <p:cNvPr id="41" name="矢印: 下 40">
            <a:extLst>
              <a:ext uri="{FF2B5EF4-FFF2-40B4-BE49-F238E27FC236}">
                <a16:creationId xmlns:a16="http://schemas.microsoft.com/office/drawing/2014/main" id="{EFD7DA9D-A1C5-E58E-24EC-DE88E7D637FE}"/>
              </a:ext>
            </a:extLst>
          </p:cNvPr>
          <p:cNvSpPr/>
          <p:nvPr/>
        </p:nvSpPr>
        <p:spPr>
          <a:xfrm>
            <a:off x="5718973" y="7311887"/>
            <a:ext cx="779803" cy="451163"/>
          </a:xfrm>
          <a:prstGeom prst="downArrow">
            <a:avLst/>
          </a:prstGeom>
          <a:solidFill>
            <a:srgbClr val="64A4A3"/>
          </a:solidFill>
          <a:ln>
            <a:solidFill>
              <a:srgbClr val="64A4A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" name="TextBox 24">
            <a:extLst>
              <a:ext uri="{FF2B5EF4-FFF2-40B4-BE49-F238E27FC236}">
                <a16:creationId xmlns:a16="http://schemas.microsoft.com/office/drawing/2014/main" id="{55F3C078-4010-EED2-4A08-9F4AD53B9BAB}"/>
              </a:ext>
            </a:extLst>
          </p:cNvPr>
          <p:cNvSpPr txBox="1"/>
          <p:nvPr/>
        </p:nvSpPr>
        <p:spPr>
          <a:xfrm>
            <a:off x="1806794" y="7953997"/>
            <a:ext cx="8099205" cy="11541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l">
              <a:lnSpc>
                <a:spcPts val="4500"/>
              </a:lnSpc>
              <a:spcBef>
                <a:spcPct val="0"/>
              </a:spcBef>
              <a:buClr>
                <a:srgbClr val="64A4A3"/>
              </a:buClr>
              <a:buFont typeface="Wingdings" panose="05000000000000000000" pitchFamily="2" charset="2"/>
              <a:buChar char="l"/>
            </a:pPr>
            <a:r>
              <a:rPr lang="ja-JP" altLang="en-US" sz="2800" dirty="0">
                <a:latin typeface="Source Han Sans JP Medium" panose="020B0600070205080204" charset="-128"/>
                <a:ea typeface="Source Han Sans JP Medium" panose="020B0600070205080204" charset="-128"/>
              </a:rPr>
              <a:t>実際の沸騰開始熱流束と予測熱流束を比較し，</a:t>
            </a:r>
            <a:r>
              <a:rPr lang="ja-JP" altLang="en-US" sz="4000" dirty="0">
                <a:solidFill>
                  <a:srgbClr val="5276F8"/>
                </a:solidFill>
                <a:latin typeface="Source Han Sans JP Medium" panose="020B0600070205080204" charset="-128"/>
                <a:ea typeface="Source Han Sans JP Medium" panose="020B0600070205080204" charset="-128"/>
              </a:rPr>
              <a:t>沸騰発生検知下限熱流束</a:t>
            </a:r>
            <a:r>
              <a:rPr lang="ja-JP" altLang="en-US" sz="2800" dirty="0">
                <a:latin typeface="Source Han Sans JP Medium" panose="020B0600070205080204" charset="-128"/>
                <a:ea typeface="Source Han Sans JP Medium" panose="020B0600070205080204" charset="-128"/>
              </a:rPr>
              <a:t>を定量評価</a:t>
            </a:r>
            <a:endParaRPr lang="en-US" sz="2800" dirty="0">
              <a:solidFill>
                <a:srgbClr val="292B2B"/>
              </a:solidFill>
              <a:latin typeface="Source Han Sans JP Medium" panose="020B0600070205080204" charset="-128"/>
              <a:ea typeface="Source Han Sans JP Medium" panose="020B0600070205080204" charset="-128"/>
              <a:cs typeface="Source Han Sans JP Medium"/>
              <a:sym typeface="Source Han Sans JP Medium"/>
            </a:endParaRPr>
          </a:p>
        </p:txBody>
      </p:sp>
    </p:spTree>
    <p:extLst>
      <p:ext uri="{BB962C8B-B14F-4D97-AF65-F5344CB8AC3E}">
        <p14:creationId xmlns:p14="http://schemas.microsoft.com/office/powerpoint/2010/main" val="18398232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C5EBCF2-66FE-50AD-430A-AE796CEA78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四角形: 角を丸くする 50">
            <a:extLst>
              <a:ext uri="{FF2B5EF4-FFF2-40B4-BE49-F238E27FC236}">
                <a16:creationId xmlns:a16="http://schemas.microsoft.com/office/drawing/2014/main" id="{49822320-4F42-63FC-50BD-66784AF93ED1}"/>
              </a:ext>
            </a:extLst>
          </p:cNvPr>
          <p:cNvSpPr/>
          <p:nvPr/>
        </p:nvSpPr>
        <p:spPr>
          <a:xfrm>
            <a:off x="8902409" y="6058049"/>
            <a:ext cx="2984791" cy="1130291"/>
          </a:xfrm>
          <a:prstGeom prst="roundRect">
            <a:avLst/>
          </a:prstGeom>
          <a:solidFill>
            <a:srgbClr val="CFE3E3"/>
          </a:solidFill>
          <a:ln w="57150">
            <a:solidFill>
              <a:srgbClr val="64A4A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6" name="四角形: 角を丸くする 45">
            <a:extLst>
              <a:ext uri="{FF2B5EF4-FFF2-40B4-BE49-F238E27FC236}">
                <a16:creationId xmlns:a16="http://schemas.microsoft.com/office/drawing/2014/main" id="{E0903AFE-C435-779F-32AC-20BD95A60CC3}"/>
              </a:ext>
            </a:extLst>
          </p:cNvPr>
          <p:cNvSpPr/>
          <p:nvPr/>
        </p:nvSpPr>
        <p:spPr>
          <a:xfrm>
            <a:off x="8902409" y="7900382"/>
            <a:ext cx="6155923" cy="1997680"/>
          </a:xfrm>
          <a:prstGeom prst="roundRect">
            <a:avLst/>
          </a:prstGeom>
          <a:solidFill>
            <a:srgbClr val="CFE3E3"/>
          </a:solidFill>
          <a:ln w="57150">
            <a:solidFill>
              <a:srgbClr val="64A4A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四角形: 角を丸くする 40">
            <a:extLst>
              <a:ext uri="{FF2B5EF4-FFF2-40B4-BE49-F238E27FC236}">
                <a16:creationId xmlns:a16="http://schemas.microsoft.com/office/drawing/2014/main" id="{A53FB69D-2B41-EC42-2A66-D90425E4E7A9}"/>
              </a:ext>
            </a:extLst>
          </p:cNvPr>
          <p:cNvSpPr/>
          <p:nvPr/>
        </p:nvSpPr>
        <p:spPr>
          <a:xfrm>
            <a:off x="8831010" y="3333484"/>
            <a:ext cx="8583411" cy="1998887"/>
          </a:xfrm>
          <a:prstGeom prst="roundRect">
            <a:avLst/>
          </a:prstGeom>
          <a:solidFill>
            <a:srgbClr val="CFE3E3"/>
          </a:solidFill>
          <a:ln w="57150">
            <a:solidFill>
              <a:srgbClr val="64A4A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0" name="四角形: 角を丸くする 39">
            <a:extLst>
              <a:ext uri="{FF2B5EF4-FFF2-40B4-BE49-F238E27FC236}">
                <a16:creationId xmlns:a16="http://schemas.microsoft.com/office/drawing/2014/main" id="{ECC09C4C-217C-9855-FA25-980B3A1FD1E7}"/>
              </a:ext>
            </a:extLst>
          </p:cNvPr>
          <p:cNvSpPr/>
          <p:nvPr/>
        </p:nvSpPr>
        <p:spPr>
          <a:xfrm>
            <a:off x="8839517" y="1434447"/>
            <a:ext cx="7579003" cy="1566720"/>
          </a:xfrm>
          <a:prstGeom prst="roundRect">
            <a:avLst/>
          </a:prstGeom>
          <a:solidFill>
            <a:srgbClr val="CFE3E3"/>
          </a:solidFill>
          <a:ln w="57150">
            <a:solidFill>
              <a:srgbClr val="64A4A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7F47781F-16B9-83C0-EDF8-E2DFABA86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22</a:t>
            </a:fld>
            <a:endParaRPr lang="en-US"/>
          </a:p>
        </p:txBody>
      </p: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DC8DE4F2-467D-CAAF-17CF-1467033D3C73}"/>
              </a:ext>
            </a:extLst>
          </p:cNvPr>
          <p:cNvGrpSpPr/>
          <p:nvPr/>
        </p:nvGrpSpPr>
        <p:grpSpPr>
          <a:xfrm>
            <a:off x="270494" y="246431"/>
            <a:ext cx="698205" cy="10040568"/>
            <a:chOff x="270494" y="246431"/>
            <a:chExt cx="698205" cy="10040568"/>
          </a:xfrm>
        </p:grpSpPr>
        <p:pic>
          <p:nvPicPr>
            <p:cNvPr id="11" name="図 10">
              <a:extLst>
                <a:ext uri="{FF2B5EF4-FFF2-40B4-BE49-F238E27FC236}">
                  <a16:creationId xmlns:a16="http://schemas.microsoft.com/office/drawing/2014/main" id="{768CA480-91D9-6E59-B5C3-FFF3F604E5B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5400000">
              <a:off x="271822" y="245103"/>
              <a:ext cx="695550" cy="698205"/>
            </a:xfrm>
            <a:prstGeom prst="rect">
              <a:avLst/>
            </a:prstGeom>
          </p:spPr>
        </p:pic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242EE9D9-4155-C45D-D9F1-D468905E99EF}"/>
                </a:ext>
              </a:extLst>
            </p:cNvPr>
            <p:cNvSpPr txBox="1"/>
            <p:nvPr/>
          </p:nvSpPr>
          <p:spPr>
            <a:xfrm>
              <a:off x="434931" y="1036119"/>
              <a:ext cx="369332" cy="225878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kumimoji="1" lang="en-US" altLang="ja-JP" sz="1200" dirty="0">
                  <a:latin typeface="Source Han Sans JP" panose="020B0600070205080204" charset="-128"/>
                  <a:ea typeface="Source Han Sans JP" panose="020B0600070205080204" charset="-128"/>
                </a:rPr>
                <a:t>Tokyo University of Science</a:t>
              </a:r>
              <a:endParaRPr kumimoji="1" lang="ja-JP" altLang="en-US" sz="1200" dirty="0">
                <a:latin typeface="Source Han Sans JP" panose="020B0600070205080204" charset="-128"/>
                <a:ea typeface="Source Han Sans JP" panose="020B0600070205080204" charset="-128"/>
              </a:endParaRPr>
            </a:p>
          </p:txBody>
        </p:sp>
        <p:cxnSp>
          <p:nvCxnSpPr>
            <p:cNvPr id="13" name="直線コネクタ 12">
              <a:extLst>
                <a:ext uri="{FF2B5EF4-FFF2-40B4-BE49-F238E27FC236}">
                  <a16:creationId xmlns:a16="http://schemas.microsoft.com/office/drawing/2014/main" id="{8109078D-CDEE-5133-6EDF-C6DD41D9E6AE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" y="3314700"/>
              <a:ext cx="0" cy="6067497"/>
            </a:xfrm>
            <a:prstGeom prst="line">
              <a:avLst/>
            </a:prstGeom>
            <a:ln>
              <a:solidFill>
                <a:srgbClr val="64A4A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フローチャート: 論理積ゲート 13">
              <a:extLst>
                <a:ext uri="{FF2B5EF4-FFF2-40B4-BE49-F238E27FC236}">
                  <a16:creationId xmlns:a16="http://schemas.microsoft.com/office/drawing/2014/main" id="{652A209A-2B60-5BF4-E526-711F653E1870}"/>
                </a:ext>
              </a:extLst>
            </p:cNvPr>
            <p:cNvSpPr/>
            <p:nvPr/>
          </p:nvSpPr>
          <p:spPr>
            <a:xfrm rot="16200000">
              <a:off x="141940" y="9634201"/>
              <a:ext cx="924597" cy="381000"/>
            </a:xfrm>
            <a:prstGeom prst="flowChartDelay">
              <a:avLst/>
            </a:prstGeom>
            <a:solidFill>
              <a:srgbClr val="64A4A3"/>
            </a:solidFill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5" name="Group 3">
            <a:extLst>
              <a:ext uri="{FF2B5EF4-FFF2-40B4-BE49-F238E27FC236}">
                <a16:creationId xmlns:a16="http://schemas.microsoft.com/office/drawing/2014/main" id="{A5F636E9-9FDE-C6A8-7993-72FCF9C8C8DD}"/>
              </a:ext>
            </a:extLst>
          </p:cNvPr>
          <p:cNvGrpSpPr/>
          <p:nvPr/>
        </p:nvGrpSpPr>
        <p:grpSpPr>
          <a:xfrm>
            <a:off x="1371600" y="1069258"/>
            <a:ext cx="16064988" cy="125708"/>
            <a:chOff x="0" y="0"/>
            <a:chExt cx="22021800" cy="190500"/>
          </a:xfrm>
        </p:grpSpPr>
        <p:grpSp>
          <p:nvGrpSpPr>
            <p:cNvPr id="16" name="Group 4">
              <a:extLst>
                <a:ext uri="{FF2B5EF4-FFF2-40B4-BE49-F238E27FC236}">
                  <a16:creationId xmlns:a16="http://schemas.microsoft.com/office/drawing/2014/main" id="{4BD9DE42-F188-DE83-E120-93DA70AD9049}"/>
                </a:ext>
              </a:extLst>
            </p:cNvPr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23" name="Freeform 5">
                <a:extLst>
                  <a:ext uri="{FF2B5EF4-FFF2-40B4-BE49-F238E27FC236}">
                    <a16:creationId xmlns:a16="http://schemas.microsoft.com/office/drawing/2014/main" id="{C675EFD7-04B0-4A71-887F-C2655C3A7AB9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4" name="TextBox 6">
                <a:extLst>
                  <a:ext uri="{FF2B5EF4-FFF2-40B4-BE49-F238E27FC236}">
                    <a16:creationId xmlns:a16="http://schemas.microsoft.com/office/drawing/2014/main" id="{67E599D1-C474-5D2C-90AC-AC21D723B381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7" name="Group 7">
              <a:extLst>
                <a:ext uri="{FF2B5EF4-FFF2-40B4-BE49-F238E27FC236}">
                  <a16:creationId xmlns:a16="http://schemas.microsoft.com/office/drawing/2014/main" id="{9C16FD54-9A02-0E75-5377-882BF2C74C32}"/>
                </a:ext>
              </a:extLst>
            </p:cNvPr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21" name="Freeform 8">
                <a:extLst>
                  <a:ext uri="{FF2B5EF4-FFF2-40B4-BE49-F238E27FC236}">
                    <a16:creationId xmlns:a16="http://schemas.microsoft.com/office/drawing/2014/main" id="{08D7559D-2A3B-D635-0AD4-F99324F608A4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2" name="TextBox 9">
                <a:extLst>
                  <a:ext uri="{FF2B5EF4-FFF2-40B4-BE49-F238E27FC236}">
                    <a16:creationId xmlns:a16="http://schemas.microsoft.com/office/drawing/2014/main" id="{6D01229B-F32C-A13C-35E0-139E9A3F7F48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8" name="Group 10">
              <a:extLst>
                <a:ext uri="{FF2B5EF4-FFF2-40B4-BE49-F238E27FC236}">
                  <a16:creationId xmlns:a16="http://schemas.microsoft.com/office/drawing/2014/main" id="{502F4A2B-4C3D-2B19-20EC-72897CCAF2F5}"/>
                </a:ext>
              </a:extLst>
            </p:cNvPr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19" name="Freeform 11">
                <a:extLst>
                  <a:ext uri="{FF2B5EF4-FFF2-40B4-BE49-F238E27FC236}">
                    <a16:creationId xmlns:a16="http://schemas.microsoft.com/office/drawing/2014/main" id="{B72D99A4-97E6-46F7-9C36-663C8638CFA3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0" name="TextBox 12">
                <a:extLst>
                  <a:ext uri="{FF2B5EF4-FFF2-40B4-BE49-F238E27FC236}">
                    <a16:creationId xmlns:a16="http://schemas.microsoft.com/office/drawing/2014/main" id="{86D770E4-E924-C831-8000-D9EDBA168EAA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25" name="スライド番号プレースホルダー 28">
            <a:extLst>
              <a:ext uri="{FF2B5EF4-FFF2-40B4-BE49-F238E27FC236}">
                <a16:creationId xmlns:a16="http://schemas.microsoft.com/office/drawing/2014/main" id="{9F91BE15-7A6C-4D4B-A801-40A996F917F4}"/>
              </a:ext>
            </a:extLst>
          </p:cNvPr>
          <p:cNvSpPr txBox="1">
            <a:spLocks/>
          </p:cNvSpPr>
          <p:nvPr/>
        </p:nvSpPr>
        <p:spPr>
          <a:xfrm>
            <a:off x="270494" y="9748987"/>
            <a:ext cx="599456" cy="4622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2400" smtClean="0"/>
              <a:pPr/>
              <a:t>22</a:t>
            </a:fld>
            <a:endParaRPr lang="en-US" sz="2400" dirty="0"/>
          </a:p>
        </p:txBody>
      </p:sp>
      <p:sp>
        <p:nvSpPr>
          <p:cNvPr id="3" name="TextBox 24">
            <a:extLst>
              <a:ext uri="{FF2B5EF4-FFF2-40B4-BE49-F238E27FC236}">
                <a16:creationId xmlns:a16="http://schemas.microsoft.com/office/drawing/2014/main" id="{CC63A3F2-F528-F444-0694-96656D4D2EE7}"/>
              </a:ext>
            </a:extLst>
          </p:cNvPr>
          <p:cNvSpPr txBox="1"/>
          <p:nvPr/>
        </p:nvSpPr>
        <p:spPr>
          <a:xfrm>
            <a:off x="1806795" y="305043"/>
            <a:ext cx="5737005" cy="7005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ja-JP" altLang="en-US" sz="40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課題</a:t>
            </a:r>
            <a:endParaRPr lang="en-US" sz="40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  <p:sp>
        <p:nvSpPr>
          <p:cNvPr id="26" name="TextBox 24">
            <a:extLst>
              <a:ext uri="{FF2B5EF4-FFF2-40B4-BE49-F238E27FC236}">
                <a16:creationId xmlns:a16="http://schemas.microsoft.com/office/drawing/2014/main" id="{F654432F-30B3-B2B1-6908-94C95F95F10D}"/>
              </a:ext>
            </a:extLst>
          </p:cNvPr>
          <p:cNvSpPr txBox="1"/>
          <p:nvPr/>
        </p:nvSpPr>
        <p:spPr>
          <a:xfrm>
            <a:off x="2157732" y="2236987"/>
            <a:ext cx="5538468" cy="4297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l">
              <a:lnSpc>
                <a:spcPts val="3500"/>
              </a:lnSpc>
              <a:spcBef>
                <a:spcPct val="0"/>
              </a:spcBef>
              <a:buClr>
                <a:schemeClr val="tx1"/>
              </a:buClr>
              <a:buFont typeface="Wingdings" panose="05000000000000000000" pitchFamily="2" charset="2"/>
              <a:buChar char="l"/>
            </a:pPr>
            <a:r>
              <a:rPr lang="en-US" sz="28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STFT</a:t>
            </a:r>
            <a:r>
              <a:rPr lang="ja-JP" altLang="en-US" sz="28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（短時間フーリエ変換）</a:t>
            </a:r>
            <a:endParaRPr lang="en-US" sz="2800" dirty="0">
              <a:solidFill>
                <a:srgbClr val="292B2B"/>
              </a:solidFill>
              <a:latin typeface="Source Han Sans JP Medium" panose="020B0600070205080204" charset="-128"/>
              <a:ea typeface="Source Han Sans JP Medium" panose="020B0600070205080204" charset="-128"/>
              <a:cs typeface="Source Han Sans JP Medium"/>
              <a:sym typeface="Source Han Sans JP Medium"/>
            </a:endParaRPr>
          </a:p>
        </p:txBody>
      </p:sp>
      <p:sp>
        <p:nvSpPr>
          <p:cNvPr id="28" name="TextBox 26">
            <a:extLst>
              <a:ext uri="{FF2B5EF4-FFF2-40B4-BE49-F238E27FC236}">
                <a16:creationId xmlns:a16="http://schemas.microsoft.com/office/drawing/2014/main" id="{9DCD4B87-F981-F368-07DB-159F93AD6E73}"/>
              </a:ext>
            </a:extLst>
          </p:cNvPr>
          <p:cNvSpPr txBox="1"/>
          <p:nvPr/>
        </p:nvSpPr>
        <p:spPr>
          <a:xfrm>
            <a:off x="1759652" y="1533456"/>
            <a:ext cx="5538468" cy="5525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14350" lvl="0" indent="-514350" algn="l">
              <a:lnSpc>
                <a:spcPts val="4480"/>
              </a:lnSpc>
              <a:spcBef>
                <a:spcPct val="0"/>
              </a:spcBef>
              <a:buClr>
                <a:schemeClr val="tx1"/>
              </a:buClr>
              <a:buFont typeface="+mj-lt"/>
              <a:buAutoNum type="arabicPeriod"/>
            </a:pPr>
            <a:r>
              <a:rPr lang="ja-JP" altLang="en-US" sz="36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特徴量抽出手法の比較</a:t>
            </a:r>
            <a:endParaRPr lang="en-US" sz="36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  <p:sp>
        <p:nvSpPr>
          <p:cNvPr id="30" name="矢印: 下 29">
            <a:extLst>
              <a:ext uri="{FF2B5EF4-FFF2-40B4-BE49-F238E27FC236}">
                <a16:creationId xmlns:a16="http://schemas.microsoft.com/office/drawing/2014/main" id="{9D54E7EB-D170-71C9-9A5D-37BC4AE1D604}"/>
              </a:ext>
            </a:extLst>
          </p:cNvPr>
          <p:cNvSpPr/>
          <p:nvPr/>
        </p:nvSpPr>
        <p:spPr>
          <a:xfrm rot="16200000">
            <a:off x="7726542" y="1916555"/>
            <a:ext cx="779803" cy="451163"/>
          </a:xfrm>
          <a:prstGeom prst="downArrow">
            <a:avLst/>
          </a:prstGeom>
          <a:solidFill>
            <a:srgbClr val="64A4A3"/>
          </a:solidFill>
          <a:ln>
            <a:solidFill>
              <a:srgbClr val="64A4A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TextBox 24">
            <a:extLst>
              <a:ext uri="{FF2B5EF4-FFF2-40B4-BE49-F238E27FC236}">
                <a16:creationId xmlns:a16="http://schemas.microsoft.com/office/drawing/2014/main" id="{3116C781-842F-0649-B753-C32F5959CADF}"/>
              </a:ext>
            </a:extLst>
          </p:cNvPr>
          <p:cNvSpPr txBox="1"/>
          <p:nvPr/>
        </p:nvSpPr>
        <p:spPr>
          <a:xfrm>
            <a:off x="9034179" y="1582644"/>
            <a:ext cx="7843197" cy="13274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l">
              <a:lnSpc>
                <a:spcPts val="3500"/>
              </a:lnSpc>
              <a:spcBef>
                <a:spcPct val="0"/>
              </a:spcBef>
              <a:buClr>
                <a:srgbClr val="64A4A3"/>
              </a:buClr>
              <a:buFont typeface="Wingdings" panose="05000000000000000000" pitchFamily="2" charset="2"/>
              <a:buChar char="l"/>
            </a:pPr>
            <a:r>
              <a:rPr lang="ja-JP" altLang="en-US" sz="28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ウェーブレット変換（</a:t>
            </a:r>
            <a:r>
              <a:rPr lang="en-US" altLang="ja-JP" sz="28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SWT</a:t>
            </a:r>
            <a:r>
              <a:rPr lang="ja-JP" altLang="en-US" sz="28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，</a:t>
            </a:r>
            <a:r>
              <a:rPr lang="en-US" altLang="ja-JP" sz="28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CWT</a:t>
            </a:r>
            <a:r>
              <a:rPr lang="ja-JP" altLang="en-US" sz="28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）</a:t>
            </a:r>
            <a:endParaRPr lang="en-US" altLang="ja-JP" sz="2800" dirty="0">
              <a:solidFill>
                <a:srgbClr val="292B2B"/>
              </a:solidFill>
              <a:latin typeface="Source Han Sans JP Medium" panose="020B0600070205080204" charset="-128"/>
              <a:ea typeface="Source Han Sans JP Medium" panose="020B0600070205080204" charset="-128"/>
              <a:cs typeface="Source Han Sans JP Medium"/>
              <a:sym typeface="Source Han Sans JP Medium"/>
            </a:endParaRPr>
          </a:p>
          <a:p>
            <a:pPr marL="457200" indent="-457200" algn="l">
              <a:lnSpc>
                <a:spcPts val="3500"/>
              </a:lnSpc>
              <a:spcBef>
                <a:spcPct val="0"/>
              </a:spcBef>
              <a:buClr>
                <a:srgbClr val="64A4A3"/>
              </a:buClr>
              <a:buFont typeface="Wingdings" panose="05000000000000000000" pitchFamily="2" charset="2"/>
              <a:buChar char="l"/>
            </a:pPr>
            <a:r>
              <a:rPr lang="ja-JP" altLang="en-US" sz="28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メル周波数ケプストラム係数（</a:t>
            </a:r>
            <a:r>
              <a:rPr lang="en-US" altLang="ja-JP" sz="28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MFCC</a:t>
            </a:r>
            <a:r>
              <a:rPr lang="ja-JP" altLang="en-US" sz="28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）</a:t>
            </a:r>
            <a:endParaRPr lang="en-US" altLang="ja-JP" sz="2800" dirty="0">
              <a:solidFill>
                <a:srgbClr val="292B2B"/>
              </a:solidFill>
              <a:latin typeface="Source Han Sans JP Medium" panose="020B0600070205080204" charset="-128"/>
              <a:ea typeface="Source Han Sans JP Medium" panose="020B0600070205080204" charset="-128"/>
              <a:cs typeface="Source Han Sans JP Medium"/>
              <a:sym typeface="Source Han Sans JP Medium"/>
            </a:endParaRPr>
          </a:p>
          <a:p>
            <a:pPr marL="457200" indent="-457200" algn="l">
              <a:lnSpc>
                <a:spcPts val="3500"/>
              </a:lnSpc>
              <a:spcBef>
                <a:spcPct val="0"/>
              </a:spcBef>
              <a:buClr>
                <a:srgbClr val="64A4A3"/>
              </a:buClr>
              <a:buFont typeface="Wingdings" panose="05000000000000000000" pitchFamily="2" charset="2"/>
              <a:buChar char="l"/>
            </a:pPr>
            <a:r>
              <a:rPr lang="ja-JP" altLang="en-US" sz="28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ウィグナーヴィレ分布（</a:t>
            </a:r>
            <a:r>
              <a:rPr lang="en-US" altLang="ja-JP" sz="28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Wigner-Ville</a:t>
            </a:r>
            <a:r>
              <a:rPr lang="ja-JP" altLang="en-US" sz="28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分布）</a:t>
            </a:r>
            <a:endParaRPr lang="en-US" sz="2800" dirty="0">
              <a:solidFill>
                <a:srgbClr val="292B2B"/>
              </a:solidFill>
              <a:latin typeface="Source Han Sans JP Medium" panose="020B0600070205080204" charset="-128"/>
              <a:ea typeface="Source Han Sans JP Medium" panose="020B0600070205080204" charset="-128"/>
              <a:cs typeface="Source Han Sans JP Medium"/>
              <a:sym typeface="Source Han Sans JP Medium"/>
            </a:endParaRPr>
          </a:p>
        </p:txBody>
      </p:sp>
      <p:sp>
        <p:nvSpPr>
          <p:cNvPr id="35" name="TextBox 26">
            <a:extLst>
              <a:ext uri="{FF2B5EF4-FFF2-40B4-BE49-F238E27FC236}">
                <a16:creationId xmlns:a16="http://schemas.microsoft.com/office/drawing/2014/main" id="{22BA9913-4133-9691-CCD6-B7A21EDD07B8}"/>
              </a:ext>
            </a:extLst>
          </p:cNvPr>
          <p:cNvSpPr txBox="1"/>
          <p:nvPr/>
        </p:nvSpPr>
        <p:spPr>
          <a:xfrm>
            <a:off x="1751145" y="3120462"/>
            <a:ext cx="4641140" cy="11296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42950" lvl="0" indent="-742950" algn="l">
              <a:lnSpc>
                <a:spcPts val="4480"/>
              </a:lnSpc>
              <a:spcBef>
                <a:spcPct val="0"/>
              </a:spcBef>
              <a:buClr>
                <a:schemeClr val="tx1"/>
              </a:buClr>
              <a:buFont typeface="+mj-lt"/>
              <a:buAutoNum type="arabicPeriod" startAt="2"/>
            </a:pPr>
            <a:r>
              <a:rPr lang="ja-JP" altLang="en-US" sz="36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アンサンブル手法，モデル選定基準</a:t>
            </a:r>
            <a:endParaRPr lang="en-US" sz="36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  <p:sp>
        <p:nvSpPr>
          <p:cNvPr id="36" name="TextBox 24">
            <a:extLst>
              <a:ext uri="{FF2B5EF4-FFF2-40B4-BE49-F238E27FC236}">
                <a16:creationId xmlns:a16="http://schemas.microsoft.com/office/drawing/2014/main" id="{304B879A-56A1-794D-7013-49911F49614B}"/>
              </a:ext>
            </a:extLst>
          </p:cNvPr>
          <p:cNvSpPr txBox="1"/>
          <p:nvPr/>
        </p:nvSpPr>
        <p:spPr>
          <a:xfrm>
            <a:off x="2153354" y="4383982"/>
            <a:ext cx="5538467" cy="8786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l">
              <a:lnSpc>
                <a:spcPts val="3500"/>
              </a:lnSpc>
              <a:spcBef>
                <a:spcPct val="0"/>
              </a:spcBef>
              <a:buClr>
                <a:schemeClr val="tx1"/>
              </a:buClr>
              <a:buFont typeface="Wingdings" panose="05000000000000000000" pitchFamily="2" charset="2"/>
              <a:buChar char="l"/>
            </a:pPr>
            <a:r>
              <a:rPr lang="en-US" altLang="ja-JP" sz="2800" dirty="0" err="1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AlexNet</a:t>
            </a:r>
            <a:r>
              <a:rPr lang="ja-JP" altLang="en-US" sz="28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，</a:t>
            </a:r>
            <a:r>
              <a:rPr lang="en-US" altLang="ja-JP" sz="28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ResNet-50</a:t>
            </a:r>
            <a:r>
              <a:rPr lang="ja-JP" altLang="en-US" sz="28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，</a:t>
            </a:r>
            <a:r>
              <a:rPr lang="en-US" altLang="ja-JP" sz="28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VGG-16</a:t>
            </a:r>
            <a:r>
              <a:rPr lang="ja-JP" altLang="en-US" sz="28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を重み付き平均</a:t>
            </a:r>
            <a:endParaRPr lang="en-US" sz="2800" dirty="0">
              <a:solidFill>
                <a:srgbClr val="292B2B"/>
              </a:solidFill>
              <a:latin typeface="Source Han Sans JP Medium" panose="020B0600070205080204" charset="-128"/>
              <a:ea typeface="Source Han Sans JP Medium" panose="020B0600070205080204" charset="-128"/>
              <a:cs typeface="Source Han Sans JP Medium"/>
              <a:sym typeface="Source Han Sans JP Medium"/>
            </a:endParaRPr>
          </a:p>
        </p:txBody>
      </p:sp>
      <p:sp>
        <p:nvSpPr>
          <p:cNvPr id="37" name="矢印: 下 36">
            <a:extLst>
              <a:ext uri="{FF2B5EF4-FFF2-40B4-BE49-F238E27FC236}">
                <a16:creationId xmlns:a16="http://schemas.microsoft.com/office/drawing/2014/main" id="{B95166D6-74A7-F064-E749-A74A6FA4BDB6}"/>
              </a:ext>
            </a:extLst>
          </p:cNvPr>
          <p:cNvSpPr/>
          <p:nvPr/>
        </p:nvSpPr>
        <p:spPr>
          <a:xfrm rot="16200000">
            <a:off x="7718034" y="4088446"/>
            <a:ext cx="779803" cy="451163"/>
          </a:xfrm>
          <a:prstGeom prst="downArrow">
            <a:avLst/>
          </a:prstGeom>
          <a:solidFill>
            <a:srgbClr val="64A4A3"/>
          </a:solidFill>
          <a:ln>
            <a:solidFill>
              <a:srgbClr val="64A4A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8" name="TextBox 24">
            <a:extLst>
              <a:ext uri="{FF2B5EF4-FFF2-40B4-BE49-F238E27FC236}">
                <a16:creationId xmlns:a16="http://schemas.microsoft.com/office/drawing/2014/main" id="{B5876D98-1CE6-CD92-293B-2F7245D03592}"/>
              </a:ext>
            </a:extLst>
          </p:cNvPr>
          <p:cNvSpPr txBox="1"/>
          <p:nvPr/>
        </p:nvSpPr>
        <p:spPr>
          <a:xfrm>
            <a:off x="9121840" y="3453109"/>
            <a:ext cx="8069755" cy="1776320"/>
          </a:xfrm>
          <a:prstGeom prst="rect">
            <a:avLst/>
          </a:prstGeom>
        </p:spPr>
        <p:txBody>
          <a:bodyPr wrap="square" lIns="0" tIns="0" rIns="0" bIns="0" numCol="1" rtlCol="0" anchor="t">
            <a:spAutoFit/>
          </a:bodyPr>
          <a:lstStyle/>
          <a:p>
            <a:pPr marL="457200" indent="-457200" algn="l">
              <a:lnSpc>
                <a:spcPts val="3500"/>
              </a:lnSpc>
              <a:spcBef>
                <a:spcPct val="0"/>
              </a:spcBef>
              <a:buClr>
                <a:srgbClr val="64A4A3"/>
              </a:buClr>
              <a:buFont typeface="Wingdings" panose="05000000000000000000" pitchFamily="2" charset="2"/>
              <a:buChar char="l"/>
            </a:pPr>
            <a:r>
              <a:rPr lang="en-US" sz="28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Transformer</a:t>
            </a:r>
            <a:r>
              <a:rPr lang="ja-JP" altLang="en-US" sz="28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系（</a:t>
            </a:r>
            <a:r>
              <a:rPr lang="en-US" sz="28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Vision</a:t>
            </a:r>
            <a:r>
              <a:rPr lang="ja-JP" altLang="en-US" sz="28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 </a:t>
            </a:r>
            <a:r>
              <a:rPr lang="en-US" altLang="ja-JP" sz="28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Transformer</a:t>
            </a:r>
            <a:r>
              <a:rPr lang="ja-JP" altLang="en-US" sz="28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，</a:t>
            </a:r>
            <a:r>
              <a:rPr lang="en-US" altLang="ja-JP" sz="2800" dirty="0" err="1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ViT</a:t>
            </a:r>
            <a:r>
              <a:rPr lang="ja-JP" altLang="en-US" sz="28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）</a:t>
            </a:r>
            <a:endParaRPr lang="en-US" altLang="ja-JP" sz="2800" dirty="0">
              <a:solidFill>
                <a:srgbClr val="292B2B"/>
              </a:solidFill>
              <a:latin typeface="Source Han Sans JP Medium" panose="020B0600070205080204" charset="-128"/>
              <a:ea typeface="Source Han Sans JP Medium" panose="020B0600070205080204" charset="-128"/>
              <a:cs typeface="Source Han Sans JP Medium"/>
              <a:sym typeface="Source Han Sans JP Medium"/>
            </a:endParaRPr>
          </a:p>
          <a:p>
            <a:pPr marL="457200" indent="-457200">
              <a:lnSpc>
                <a:spcPts val="3500"/>
              </a:lnSpc>
              <a:spcBef>
                <a:spcPct val="0"/>
              </a:spcBef>
              <a:buClr>
                <a:srgbClr val="64A4A3"/>
              </a:buClr>
              <a:buFont typeface="Wingdings" panose="05000000000000000000" pitchFamily="2" charset="2"/>
              <a:buChar char="l"/>
            </a:pPr>
            <a:r>
              <a:rPr lang="en-US" altLang="ja-JP" sz="28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Inception</a:t>
            </a:r>
            <a:r>
              <a:rPr lang="ja-JP" altLang="en-US" sz="28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系</a:t>
            </a:r>
            <a:endParaRPr lang="en-US" sz="2800" dirty="0">
              <a:solidFill>
                <a:srgbClr val="292B2B"/>
              </a:solidFill>
              <a:latin typeface="Source Han Sans JP Medium" panose="020B0600070205080204" charset="-128"/>
              <a:ea typeface="Source Han Sans JP Medium" panose="020B0600070205080204" charset="-128"/>
              <a:cs typeface="Source Han Sans JP Medium"/>
              <a:sym typeface="Source Han Sans JP Medium"/>
            </a:endParaRPr>
          </a:p>
          <a:p>
            <a:pPr marL="457200" indent="-457200" algn="l">
              <a:lnSpc>
                <a:spcPts val="3500"/>
              </a:lnSpc>
              <a:spcBef>
                <a:spcPct val="0"/>
              </a:spcBef>
              <a:buClr>
                <a:srgbClr val="64A4A3"/>
              </a:buClr>
              <a:buFont typeface="Wingdings" panose="05000000000000000000" pitchFamily="2" charset="2"/>
              <a:buChar char="l"/>
            </a:pPr>
            <a:r>
              <a:rPr lang="en-US" sz="2800" dirty="0" err="1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DenseNet</a:t>
            </a:r>
            <a:endParaRPr lang="en-US" sz="2800" dirty="0">
              <a:solidFill>
                <a:srgbClr val="292B2B"/>
              </a:solidFill>
              <a:latin typeface="Source Han Sans JP Medium" panose="020B0600070205080204" charset="-128"/>
              <a:ea typeface="Source Han Sans JP Medium" panose="020B0600070205080204" charset="-128"/>
              <a:cs typeface="Source Han Sans JP Medium"/>
              <a:sym typeface="Source Han Sans JP Medium"/>
            </a:endParaRPr>
          </a:p>
          <a:p>
            <a:pPr marL="457200" indent="-457200" algn="l">
              <a:lnSpc>
                <a:spcPts val="3500"/>
              </a:lnSpc>
              <a:spcBef>
                <a:spcPct val="0"/>
              </a:spcBef>
              <a:buClr>
                <a:srgbClr val="64A4A3"/>
              </a:buClr>
              <a:buFont typeface="Wingdings" panose="05000000000000000000" pitchFamily="2" charset="2"/>
              <a:buChar char="l"/>
            </a:pPr>
            <a:r>
              <a:rPr lang="en-US" sz="2800" dirty="0" err="1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EfficientNet</a:t>
            </a:r>
            <a:endParaRPr lang="en-US" sz="2800" dirty="0">
              <a:solidFill>
                <a:srgbClr val="292B2B"/>
              </a:solidFill>
              <a:latin typeface="Source Han Sans JP Medium" panose="020B0600070205080204" charset="-128"/>
              <a:ea typeface="Source Han Sans JP Medium" panose="020B0600070205080204" charset="-128"/>
              <a:cs typeface="Source Han Sans JP Medium"/>
              <a:sym typeface="Source Han Sans JP Medium"/>
            </a:endParaRPr>
          </a:p>
        </p:txBody>
      </p:sp>
      <p:sp>
        <p:nvSpPr>
          <p:cNvPr id="39" name="TextBox 26">
            <a:extLst>
              <a:ext uri="{FF2B5EF4-FFF2-40B4-BE49-F238E27FC236}">
                <a16:creationId xmlns:a16="http://schemas.microsoft.com/office/drawing/2014/main" id="{0826B590-5BC7-BE29-01E3-4932A09CA75B}"/>
              </a:ext>
            </a:extLst>
          </p:cNvPr>
          <p:cNvSpPr txBox="1"/>
          <p:nvPr/>
        </p:nvSpPr>
        <p:spPr>
          <a:xfrm>
            <a:off x="1751145" y="7700887"/>
            <a:ext cx="5140386" cy="5525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42950" lvl="0" indent="-742950" algn="l">
              <a:lnSpc>
                <a:spcPts val="4480"/>
              </a:lnSpc>
              <a:spcBef>
                <a:spcPct val="0"/>
              </a:spcBef>
              <a:buClr>
                <a:schemeClr val="tx1"/>
              </a:buClr>
              <a:buFont typeface="+mj-lt"/>
              <a:buAutoNum type="arabicPeriod" startAt="4"/>
            </a:pPr>
            <a:r>
              <a:rPr lang="ja-JP" altLang="en-US" sz="36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規制基準と検知要件</a:t>
            </a:r>
            <a:endParaRPr lang="en-US" sz="36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  <p:sp>
        <p:nvSpPr>
          <p:cNvPr id="42" name="TextBox 24">
            <a:extLst>
              <a:ext uri="{FF2B5EF4-FFF2-40B4-BE49-F238E27FC236}">
                <a16:creationId xmlns:a16="http://schemas.microsoft.com/office/drawing/2014/main" id="{573D8E9A-AF05-B5DC-9821-D6F43798DFB4}"/>
              </a:ext>
            </a:extLst>
          </p:cNvPr>
          <p:cNvSpPr txBox="1"/>
          <p:nvPr/>
        </p:nvSpPr>
        <p:spPr>
          <a:xfrm>
            <a:off x="12059433" y="4766254"/>
            <a:ext cx="5132163" cy="4297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500"/>
              </a:lnSpc>
              <a:spcBef>
                <a:spcPct val="0"/>
              </a:spcBef>
              <a:buClr>
                <a:schemeClr val="tx1"/>
              </a:buClr>
            </a:pPr>
            <a:r>
              <a:rPr lang="ja-JP" altLang="en-US" sz="28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＆　特徴量とのアンサンブル？</a:t>
            </a:r>
            <a:endParaRPr lang="en-US" sz="2800" dirty="0">
              <a:solidFill>
                <a:srgbClr val="292B2B"/>
              </a:solidFill>
              <a:latin typeface="Source Han Sans JP Medium" panose="020B0600070205080204" charset="-128"/>
              <a:ea typeface="Source Han Sans JP Medium" panose="020B0600070205080204" charset="-128"/>
              <a:cs typeface="Source Han Sans JP Medium"/>
              <a:sym typeface="Source Han Sans JP Medium"/>
            </a:endParaRPr>
          </a:p>
        </p:txBody>
      </p:sp>
      <p:sp>
        <p:nvSpPr>
          <p:cNvPr id="43" name="TextBox 24">
            <a:extLst>
              <a:ext uri="{FF2B5EF4-FFF2-40B4-BE49-F238E27FC236}">
                <a16:creationId xmlns:a16="http://schemas.microsoft.com/office/drawing/2014/main" id="{ABDC11CB-F4EF-0711-E86F-4B53569677F7}"/>
              </a:ext>
            </a:extLst>
          </p:cNvPr>
          <p:cNvSpPr txBox="1"/>
          <p:nvPr/>
        </p:nvSpPr>
        <p:spPr>
          <a:xfrm>
            <a:off x="2185811" y="8454127"/>
            <a:ext cx="5140387" cy="8786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l">
              <a:lnSpc>
                <a:spcPts val="3500"/>
              </a:lnSpc>
              <a:spcBef>
                <a:spcPct val="0"/>
              </a:spcBef>
              <a:buClr>
                <a:schemeClr val="tx1"/>
              </a:buClr>
              <a:buFont typeface="Wingdings" panose="05000000000000000000" pitchFamily="2" charset="2"/>
              <a:buChar char="l"/>
            </a:pPr>
            <a:r>
              <a:rPr lang="ja-JP" altLang="en-US" sz="28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沸騰発生検知下限を定量的に予測するだけ</a:t>
            </a:r>
            <a:endParaRPr lang="en-US" sz="2800" dirty="0">
              <a:solidFill>
                <a:srgbClr val="292B2B"/>
              </a:solidFill>
              <a:latin typeface="Source Han Sans JP Medium" panose="020B0600070205080204" charset="-128"/>
              <a:ea typeface="Source Han Sans JP Medium" panose="020B0600070205080204" charset="-128"/>
              <a:cs typeface="Source Han Sans JP Medium"/>
              <a:sym typeface="Source Han Sans JP Medium"/>
            </a:endParaRPr>
          </a:p>
        </p:txBody>
      </p:sp>
      <p:sp>
        <p:nvSpPr>
          <p:cNvPr id="44" name="TextBox 24">
            <a:extLst>
              <a:ext uri="{FF2B5EF4-FFF2-40B4-BE49-F238E27FC236}">
                <a16:creationId xmlns:a16="http://schemas.microsoft.com/office/drawing/2014/main" id="{DA43D8C3-0B04-4A76-C0E1-C1063F81D74B}"/>
              </a:ext>
            </a:extLst>
          </p:cNvPr>
          <p:cNvSpPr txBox="1"/>
          <p:nvPr/>
        </p:nvSpPr>
        <p:spPr>
          <a:xfrm>
            <a:off x="9087547" y="8005286"/>
            <a:ext cx="6046991" cy="17763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l">
              <a:lnSpc>
                <a:spcPts val="3500"/>
              </a:lnSpc>
              <a:spcBef>
                <a:spcPct val="0"/>
              </a:spcBef>
              <a:buClr>
                <a:srgbClr val="64A4A3"/>
              </a:buClr>
              <a:buFont typeface="Wingdings" panose="05000000000000000000" pitchFamily="2" charset="2"/>
              <a:buChar char="l"/>
            </a:pPr>
            <a:r>
              <a:rPr lang="en-US" altLang="ja-JP" sz="2800" i="0" dirty="0">
                <a:solidFill>
                  <a:srgbClr val="232425"/>
                </a:solidFill>
                <a:effectLst/>
                <a:latin typeface="Source Han Sans JP Medium" panose="020B0600070205080204" charset="-128"/>
                <a:ea typeface="Source Han Sans JP Medium" panose="020B0600070205080204" charset="-128"/>
              </a:rPr>
              <a:t>IAEA</a:t>
            </a:r>
            <a:r>
              <a:rPr lang="ja-JP" altLang="en-US" sz="2800" i="0" dirty="0">
                <a:solidFill>
                  <a:srgbClr val="232425"/>
                </a:solidFill>
                <a:effectLst/>
                <a:latin typeface="Source Han Sans JP Medium" panose="020B0600070205080204" charset="-128"/>
                <a:ea typeface="Source Han Sans JP Medium" panose="020B0600070205080204" charset="-128"/>
              </a:rPr>
              <a:t>安全基準</a:t>
            </a:r>
            <a:endParaRPr lang="en-US" altLang="ja-JP" sz="2800" i="0" dirty="0">
              <a:solidFill>
                <a:srgbClr val="292B2B"/>
              </a:solidFill>
              <a:effectLst/>
              <a:latin typeface="Source Han Sans JP Medium" panose="020B0600070205080204" charset="-128"/>
              <a:ea typeface="Source Han Sans JP Medium" panose="020B0600070205080204" charset="-128"/>
              <a:sym typeface="Source Han Sans JP Medium"/>
            </a:endParaRPr>
          </a:p>
          <a:p>
            <a:pPr marL="457200" indent="-457200" algn="l">
              <a:lnSpc>
                <a:spcPts val="3500"/>
              </a:lnSpc>
              <a:spcBef>
                <a:spcPct val="0"/>
              </a:spcBef>
              <a:buClr>
                <a:srgbClr val="64A4A3"/>
              </a:buClr>
              <a:buFont typeface="Wingdings" panose="05000000000000000000" pitchFamily="2" charset="2"/>
              <a:buChar char="l"/>
            </a:pPr>
            <a:r>
              <a:rPr lang="en-US" altLang="ja-JP" sz="2800" i="0" dirty="0">
                <a:solidFill>
                  <a:srgbClr val="232425"/>
                </a:solidFill>
                <a:effectLst/>
                <a:latin typeface="Source Han Sans JP Medium" panose="020B0600070205080204" charset="-128"/>
                <a:ea typeface="Source Han Sans JP Medium" panose="020B0600070205080204" charset="-128"/>
              </a:rPr>
              <a:t>NRC</a:t>
            </a:r>
            <a:r>
              <a:rPr lang="ja-JP" altLang="en-US" sz="2800" i="0" dirty="0">
                <a:solidFill>
                  <a:srgbClr val="232425"/>
                </a:solidFill>
                <a:effectLst/>
                <a:latin typeface="Source Han Sans JP Medium" panose="020B0600070205080204" charset="-128"/>
                <a:ea typeface="Source Han Sans JP Medium" panose="020B0600070205080204" charset="-128"/>
              </a:rPr>
              <a:t>原子炉保護システム</a:t>
            </a:r>
            <a:endParaRPr lang="en-US" altLang="ja-JP" sz="2800" dirty="0">
              <a:solidFill>
                <a:srgbClr val="292B2B"/>
              </a:solidFill>
              <a:latin typeface="Source Han Sans JP Medium" panose="020B0600070205080204" charset="-128"/>
              <a:ea typeface="Source Han Sans JP Medium" panose="020B0600070205080204" charset="-128"/>
              <a:sym typeface="Source Han Sans JP Medium"/>
            </a:endParaRPr>
          </a:p>
          <a:p>
            <a:pPr marL="457200" indent="-457200" algn="l">
              <a:lnSpc>
                <a:spcPts val="3500"/>
              </a:lnSpc>
              <a:spcBef>
                <a:spcPct val="0"/>
              </a:spcBef>
              <a:buClr>
                <a:srgbClr val="64A4A3"/>
              </a:buClr>
              <a:buFont typeface="Wingdings" panose="05000000000000000000" pitchFamily="2" charset="2"/>
              <a:buChar char="l"/>
            </a:pPr>
            <a:r>
              <a:rPr lang="en-US" altLang="ja-JP" sz="2800" i="0" dirty="0">
                <a:solidFill>
                  <a:srgbClr val="232425"/>
                </a:solidFill>
                <a:effectLst/>
                <a:latin typeface="Source Han Sans JP Medium" panose="020B0600070205080204" charset="-128"/>
                <a:ea typeface="Source Han Sans JP Medium" panose="020B0600070205080204" charset="-128"/>
              </a:rPr>
              <a:t>EUR</a:t>
            </a:r>
            <a:r>
              <a:rPr lang="ja-JP" altLang="en-US" sz="2800" i="0" dirty="0">
                <a:solidFill>
                  <a:srgbClr val="232425"/>
                </a:solidFill>
                <a:effectLst/>
                <a:latin typeface="Source Han Sans JP Medium" panose="020B0600070205080204" charset="-128"/>
                <a:ea typeface="Source Han Sans JP Medium" panose="020B0600070205080204" charset="-128"/>
              </a:rPr>
              <a:t>原子力プラント異常検知性能</a:t>
            </a:r>
            <a:endParaRPr lang="en-US" altLang="ja-JP" sz="2800" i="0" dirty="0">
              <a:solidFill>
                <a:srgbClr val="292B2B"/>
              </a:solidFill>
              <a:effectLst/>
              <a:latin typeface="Source Han Sans JP Medium" panose="020B0600070205080204" charset="-128"/>
              <a:ea typeface="Source Han Sans JP Medium" panose="020B0600070205080204" charset="-128"/>
              <a:sym typeface="Source Han Sans JP Medium"/>
            </a:endParaRPr>
          </a:p>
          <a:p>
            <a:pPr marL="457200" indent="-457200" algn="l">
              <a:lnSpc>
                <a:spcPts val="3500"/>
              </a:lnSpc>
              <a:spcBef>
                <a:spcPct val="0"/>
              </a:spcBef>
              <a:buClr>
                <a:srgbClr val="64A4A3"/>
              </a:buClr>
              <a:buFont typeface="Wingdings" panose="05000000000000000000" pitchFamily="2" charset="2"/>
              <a:buChar char="l"/>
            </a:pPr>
            <a:r>
              <a:rPr lang="ja-JP" altLang="en-US" sz="2800" i="0" dirty="0">
                <a:solidFill>
                  <a:srgbClr val="232425"/>
                </a:solidFill>
                <a:effectLst/>
                <a:latin typeface="Source Han Sans JP Medium" panose="020B0600070205080204" charset="-128"/>
                <a:ea typeface="Source Han Sans JP Medium" panose="020B0600070205080204" charset="-128"/>
              </a:rPr>
              <a:t>その他の国際基準</a:t>
            </a:r>
            <a:endParaRPr lang="en-US" sz="2800" dirty="0">
              <a:solidFill>
                <a:srgbClr val="292B2B"/>
              </a:solidFill>
              <a:latin typeface="Source Han Sans JP Medium" panose="020B0600070205080204" charset="-128"/>
              <a:ea typeface="Source Han Sans JP Medium" panose="020B0600070205080204" charset="-128"/>
              <a:cs typeface="Source Han Sans JP Medium"/>
              <a:sym typeface="Source Han Sans JP Medium"/>
            </a:endParaRPr>
          </a:p>
        </p:txBody>
      </p:sp>
      <p:sp>
        <p:nvSpPr>
          <p:cNvPr id="45" name="矢印: 下 44">
            <a:extLst>
              <a:ext uri="{FF2B5EF4-FFF2-40B4-BE49-F238E27FC236}">
                <a16:creationId xmlns:a16="http://schemas.microsoft.com/office/drawing/2014/main" id="{66D5E141-3D79-304A-87A0-FBCDCEE101ED}"/>
              </a:ext>
            </a:extLst>
          </p:cNvPr>
          <p:cNvSpPr/>
          <p:nvPr/>
        </p:nvSpPr>
        <p:spPr>
          <a:xfrm rot="16200000">
            <a:off x="7710363" y="8378176"/>
            <a:ext cx="779803" cy="451163"/>
          </a:xfrm>
          <a:prstGeom prst="downArrow">
            <a:avLst/>
          </a:prstGeom>
          <a:solidFill>
            <a:srgbClr val="64A4A3"/>
          </a:solidFill>
          <a:ln>
            <a:solidFill>
              <a:srgbClr val="64A4A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7" name="TextBox 26">
            <a:extLst>
              <a:ext uri="{FF2B5EF4-FFF2-40B4-BE49-F238E27FC236}">
                <a16:creationId xmlns:a16="http://schemas.microsoft.com/office/drawing/2014/main" id="{E2D0E963-BAA0-8729-70DC-2DB283D2676D}"/>
              </a:ext>
            </a:extLst>
          </p:cNvPr>
          <p:cNvSpPr txBox="1"/>
          <p:nvPr/>
        </p:nvSpPr>
        <p:spPr>
          <a:xfrm>
            <a:off x="1751145" y="5626976"/>
            <a:ext cx="5909301" cy="5525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42950" lvl="0" indent="-742950" algn="l">
              <a:lnSpc>
                <a:spcPts val="4480"/>
              </a:lnSpc>
              <a:spcBef>
                <a:spcPct val="0"/>
              </a:spcBef>
              <a:buClr>
                <a:schemeClr val="tx1"/>
              </a:buClr>
              <a:buFont typeface="+mj-lt"/>
              <a:buAutoNum type="arabicPeriod" startAt="3"/>
            </a:pPr>
            <a:r>
              <a:rPr lang="ja-JP" altLang="en-US" sz="36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音響データを画像に変換</a:t>
            </a:r>
            <a:endParaRPr lang="en-US" sz="36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  <p:sp>
        <p:nvSpPr>
          <p:cNvPr id="48" name="TextBox 24">
            <a:extLst>
              <a:ext uri="{FF2B5EF4-FFF2-40B4-BE49-F238E27FC236}">
                <a16:creationId xmlns:a16="http://schemas.microsoft.com/office/drawing/2014/main" id="{7F2007BA-29E6-D354-F36C-8B51F0373C17}"/>
              </a:ext>
            </a:extLst>
          </p:cNvPr>
          <p:cNvSpPr txBox="1"/>
          <p:nvPr/>
        </p:nvSpPr>
        <p:spPr>
          <a:xfrm>
            <a:off x="2153354" y="6381514"/>
            <a:ext cx="5538467" cy="8786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l">
              <a:lnSpc>
                <a:spcPts val="3500"/>
              </a:lnSpc>
              <a:spcBef>
                <a:spcPct val="0"/>
              </a:spcBef>
              <a:buClr>
                <a:schemeClr val="tx1"/>
              </a:buClr>
              <a:buFont typeface="Wingdings" panose="05000000000000000000" pitchFamily="2" charset="2"/>
              <a:buChar char="l"/>
            </a:pPr>
            <a:r>
              <a:rPr lang="ja-JP" altLang="en-US" sz="28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周波数解析（</a:t>
            </a:r>
            <a:r>
              <a:rPr lang="en-US" altLang="ja-JP" sz="28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STFT</a:t>
            </a:r>
            <a:r>
              <a:rPr lang="ja-JP" altLang="en-US" sz="28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）でスペクトログラムに変換</a:t>
            </a:r>
            <a:endParaRPr lang="en-US" sz="2800" dirty="0">
              <a:solidFill>
                <a:srgbClr val="292B2B"/>
              </a:solidFill>
              <a:latin typeface="Source Han Sans JP Medium" panose="020B0600070205080204" charset="-128"/>
              <a:ea typeface="Source Han Sans JP Medium" panose="020B0600070205080204" charset="-128"/>
              <a:cs typeface="Source Han Sans JP Medium"/>
              <a:sym typeface="Source Han Sans JP Medium"/>
            </a:endParaRPr>
          </a:p>
        </p:txBody>
      </p:sp>
      <p:sp>
        <p:nvSpPr>
          <p:cNvPr id="49" name="矢印: 下 48">
            <a:extLst>
              <a:ext uri="{FF2B5EF4-FFF2-40B4-BE49-F238E27FC236}">
                <a16:creationId xmlns:a16="http://schemas.microsoft.com/office/drawing/2014/main" id="{354345D9-FC41-6BC9-B070-59AFBA435D96}"/>
              </a:ext>
            </a:extLst>
          </p:cNvPr>
          <p:cNvSpPr/>
          <p:nvPr/>
        </p:nvSpPr>
        <p:spPr>
          <a:xfrm rot="16200000">
            <a:off x="7706056" y="6295802"/>
            <a:ext cx="779803" cy="451163"/>
          </a:xfrm>
          <a:prstGeom prst="downArrow">
            <a:avLst/>
          </a:prstGeom>
          <a:solidFill>
            <a:srgbClr val="64A4A3"/>
          </a:solidFill>
          <a:ln>
            <a:solidFill>
              <a:srgbClr val="64A4A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0" name="TextBox 24">
            <a:extLst>
              <a:ext uri="{FF2B5EF4-FFF2-40B4-BE49-F238E27FC236}">
                <a16:creationId xmlns:a16="http://schemas.microsoft.com/office/drawing/2014/main" id="{93ACDEA6-F40A-CF9F-FE1F-51F4FA31536D}"/>
              </a:ext>
            </a:extLst>
          </p:cNvPr>
          <p:cNvSpPr txBox="1"/>
          <p:nvPr/>
        </p:nvSpPr>
        <p:spPr>
          <a:xfrm>
            <a:off x="9126793" y="6177057"/>
            <a:ext cx="2379408" cy="8786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l">
              <a:lnSpc>
                <a:spcPts val="3500"/>
              </a:lnSpc>
              <a:spcBef>
                <a:spcPct val="0"/>
              </a:spcBef>
              <a:buClr>
                <a:srgbClr val="64A4A3"/>
              </a:buClr>
              <a:buFont typeface="Wingdings" panose="05000000000000000000" pitchFamily="2" charset="2"/>
              <a:buChar char="l"/>
            </a:pPr>
            <a:r>
              <a:rPr lang="en-US" sz="2800" dirty="0">
                <a:solidFill>
                  <a:srgbClr val="232425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1</a:t>
            </a:r>
            <a:r>
              <a:rPr lang="ja-JP" altLang="en-US" sz="2800" dirty="0">
                <a:solidFill>
                  <a:srgbClr val="232425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次元</a:t>
            </a:r>
            <a:r>
              <a:rPr lang="en-US" altLang="ja-JP" sz="2800" dirty="0">
                <a:solidFill>
                  <a:srgbClr val="232425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CNN</a:t>
            </a:r>
          </a:p>
          <a:p>
            <a:pPr marL="457200" indent="-457200" algn="l">
              <a:lnSpc>
                <a:spcPts val="3500"/>
              </a:lnSpc>
              <a:spcBef>
                <a:spcPct val="0"/>
              </a:spcBef>
              <a:buClr>
                <a:srgbClr val="64A4A3"/>
              </a:buClr>
              <a:buFont typeface="Wingdings" panose="05000000000000000000" pitchFamily="2" charset="2"/>
              <a:buChar char="l"/>
            </a:pPr>
            <a:r>
              <a:rPr lang="en-US" altLang="ja-JP" sz="2800" dirty="0">
                <a:solidFill>
                  <a:srgbClr val="232425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WaveNet</a:t>
            </a:r>
            <a:r>
              <a:rPr lang="ja-JP" altLang="en-US" sz="2800" dirty="0">
                <a:solidFill>
                  <a:srgbClr val="232425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系</a:t>
            </a:r>
            <a:endParaRPr lang="en-US" altLang="ja-JP" sz="2800" dirty="0">
              <a:solidFill>
                <a:srgbClr val="232425"/>
              </a:solidFill>
              <a:latin typeface="Source Han Sans JP Medium" panose="020B0600070205080204" charset="-128"/>
              <a:ea typeface="Source Han Sans JP Medium" panose="020B0600070205080204" charset="-128"/>
              <a:cs typeface="Source Han Sans JP Medium"/>
              <a:sym typeface="Source Han Sans JP Medium"/>
            </a:endParaRPr>
          </a:p>
        </p:txBody>
      </p:sp>
    </p:spTree>
    <p:extLst>
      <p:ext uri="{BB962C8B-B14F-4D97-AF65-F5344CB8AC3E}">
        <p14:creationId xmlns:p14="http://schemas.microsoft.com/office/powerpoint/2010/main" val="4275123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28074</TotalTime>
  <Words>1147</Words>
  <Application>Microsoft Office PowerPoint</Application>
  <PresentationFormat>ユーザー設定</PresentationFormat>
  <Paragraphs>247</Paragraphs>
  <Slides>22</Slides>
  <Notes>3</Notes>
  <HiddenSlides>14</HiddenSlides>
  <MMClips>0</MMClips>
  <ScaleCrop>false</ScaleCrop>
  <HeadingPairs>
    <vt:vector size="6" baseType="variant">
      <vt:variant>
        <vt:lpstr>使用されているフォント</vt:lpstr>
      </vt:variant>
      <vt:variant>
        <vt:i4>10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22</vt:i4>
      </vt:variant>
    </vt:vector>
  </HeadingPairs>
  <TitlesOfParts>
    <vt:vector size="33" baseType="lpstr">
      <vt:lpstr>Source Han Sans JP</vt:lpstr>
      <vt:lpstr>Source Han Sans JP Medium</vt:lpstr>
      <vt:lpstr>Now</vt:lpstr>
      <vt:lpstr>Calibri</vt:lpstr>
      <vt:lpstr>Meiryo UI</vt:lpstr>
      <vt:lpstr>Wingdings</vt:lpstr>
      <vt:lpstr>Source Han Sans JP Bold</vt:lpstr>
      <vt:lpstr>Arial</vt:lpstr>
      <vt:lpstr>游ゴシック</vt:lpstr>
      <vt:lpstr>游ゴシック Medium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寸法や色は場合に応じて調整しましょう</vt:lpstr>
      <vt:lpstr>PowerPoint プレゼンテーション</vt:lpstr>
      <vt:lpstr>３つあることが一目でわかる</vt:lpstr>
      <vt:lpstr>順序関係がある場合は並列よりこちらが良い</vt:lpstr>
      <vt:lpstr>カードの間隔やアスペクト比は適宜調整</vt:lpstr>
      <vt:lpstr>循環がある場合はこんな感じが良い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グリーン ホワイト シンプル 業務改善 提案書 ビジネス グラフ 表 プレゼンテーション</dc:title>
  <dc:creator>shiba</dc:creator>
  <cp:lastModifiedBy>shibariku0623@icloud.com</cp:lastModifiedBy>
  <cp:revision>5</cp:revision>
  <dcterms:created xsi:type="dcterms:W3CDTF">2006-08-16T00:00:00Z</dcterms:created>
  <dcterms:modified xsi:type="dcterms:W3CDTF">2025-11-07T02:56:30Z</dcterms:modified>
  <dc:identifier>DAGKJCfN4aw</dc:identifier>
</cp:coreProperties>
</file>
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82" r:id="rId4"/>
    <p:sldId id="277" r:id="rId5"/>
    <p:sldId id="278" r:id="rId6"/>
    <p:sldId id="283" r:id="rId7"/>
    <p:sldId id="279" r:id="rId8"/>
    <p:sldId id="284" r:id="rId9"/>
    <p:sldId id="290" r:id="rId10"/>
    <p:sldId id="275" r:id="rId11"/>
    <p:sldId id="263" r:id="rId12"/>
    <p:sldId id="267" r:id="rId13"/>
    <p:sldId id="280" r:id="rId14"/>
    <p:sldId id="281" r:id="rId15"/>
    <p:sldId id="288" r:id="rId16"/>
    <p:sldId id="285" r:id="rId17"/>
    <p:sldId id="292" r:id="rId18"/>
    <p:sldId id="291" r:id="rId19"/>
    <p:sldId id="293" r:id="rId20"/>
    <p:sldId id="294" r:id="rId21"/>
    <p:sldId id="289" r:id="rId22"/>
    <p:sldId id="286" r:id="rId23"/>
    <p:sldId id="287" r:id="rId24"/>
    <p:sldId id="269" r:id="rId25"/>
  </p:sldIdLst>
  <p:sldSz cx="18288000" cy="10287000"/>
  <p:notesSz cx="6858000" cy="9144000"/>
  <p:embeddedFontLst>
    <p:embeddedFont>
      <p:font typeface="Source Han Sans JP" panose="020B0600070205080204" charset="-128"/>
      <p:regular r:id="rId27"/>
    </p:embeddedFont>
    <p:embeddedFont>
      <p:font typeface="Source Han Sans JP Bold" panose="020B0600070205080204" charset="-128"/>
      <p:regular r:id="rId28"/>
    </p:embeddedFont>
    <p:embeddedFont>
      <p:font typeface="Source Han Sans JP Medium" panose="020B0600070205080204" charset="-128"/>
      <p:regular r:id="rId29"/>
    </p:embeddedFont>
    <p:embeddedFont>
      <p:font typeface="Century Gothic Paneuropean" panose="020B0600070205080204" charset="0"/>
      <p:regular r:id="rId30"/>
    </p:embeddedFont>
    <p:embeddedFont>
      <p:font typeface="Now" panose="020B0600070205080204" charset="0"/>
      <p:regular r:id="rId31"/>
    </p:embeddedFont>
    <p:embeddedFont>
      <p:font typeface="Now Medium" panose="020B0600070205080204" charset="0"/>
      <p:regular r:id="rId32"/>
    </p:embeddedFont>
    <p:embeddedFont>
      <p:font typeface="游ゴシック" panose="020B0400000000000000" pitchFamily="50" charset="-128"/>
      <p:regular r:id="rId33"/>
      <p:bold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B2B1"/>
    <a:srgbClr val="BBD7D6"/>
    <a:srgbClr val="A0C8C7"/>
    <a:srgbClr val="8BBBBA"/>
    <a:srgbClr val="ECF1F1"/>
    <a:srgbClr val="6CA8A7"/>
    <a:srgbClr val="64A4A3"/>
    <a:srgbClr val="406D6C"/>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5B5418-841C-4577-A6C3-663632A3D129}" v="74" dt="2024-10-28T07:50:59.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6" d="100"/>
          <a:sy n="46" d="100"/>
        </p:scale>
        <p:origin x="10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riku0623@icloud.com" userId="47b6e960b06a1f92" providerId="LiveId" clId="{D15B5418-841C-4577-A6C3-663632A3D129}"/>
    <pc:docChg chg="undo custSel addSld delSld modSld sldOrd">
      <pc:chgData name="shibariku0623@icloud.com" userId="47b6e960b06a1f92" providerId="LiveId" clId="{D15B5418-841C-4577-A6C3-663632A3D129}" dt="2024-10-29T01:06:17.055" v="6370" actId="207"/>
      <pc:docMkLst>
        <pc:docMk/>
      </pc:docMkLst>
      <pc:sldChg chg="modSp mod">
        <pc:chgData name="shibariku0623@icloud.com" userId="47b6e960b06a1f92" providerId="LiveId" clId="{D15B5418-841C-4577-A6C3-663632A3D129}" dt="2024-10-29T00:35:24.825" v="6360" actId="20577"/>
        <pc:sldMkLst>
          <pc:docMk/>
          <pc:sldMk cId="0" sldId="256"/>
        </pc:sldMkLst>
        <pc:spChg chg="mod">
          <ac:chgData name="shibariku0623@icloud.com" userId="47b6e960b06a1f92" providerId="LiveId" clId="{D15B5418-841C-4577-A6C3-663632A3D129}" dt="2024-10-29T00:35:24.825" v="6360" actId="20577"/>
          <ac:spMkLst>
            <pc:docMk/>
            <pc:sldMk cId="0" sldId="256"/>
            <ac:spMk id="19" creationId="{00000000-0000-0000-0000-000000000000}"/>
          </ac:spMkLst>
        </pc:spChg>
      </pc:sldChg>
      <pc:sldChg chg="modSp mod">
        <pc:chgData name="shibariku0623@icloud.com" userId="47b6e960b06a1f92" providerId="LiveId" clId="{D15B5418-841C-4577-A6C3-663632A3D129}" dt="2024-10-24T15:33:59.749" v="507" actId="20577"/>
        <pc:sldMkLst>
          <pc:docMk/>
          <pc:sldMk cId="0" sldId="263"/>
        </pc:sldMkLst>
        <pc:spChg chg="mod">
          <ac:chgData name="shibariku0623@icloud.com" userId="47b6e960b06a1f92" providerId="LiveId" clId="{D15B5418-841C-4577-A6C3-663632A3D129}" dt="2024-10-24T15:33:59.749" v="507" actId="20577"/>
          <ac:spMkLst>
            <pc:docMk/>
            <pc:sldMk cId="0" sldId="263"/>
            <ac:spMk id="25" creationId="{00000000-0000-0000-0000-000000000000}"/>
          </ac:spMkLst>
        </pc:spChg>
      </pc:sldChg>
      <pc:sldChg chg="addSp delSp modSp mod ord">
        <pc:chgData name="shibariku0623@icloud.com" userId="47b6e960b06a1f92" providerId="LiveId" clId="{D15B5418-841C-4577-A6C3-663632A3D129}" dt="2024-10-29T00:14:30.795" v="6354" actId="20577"/>
        <pc:sldMkLst>
          <pc:docMk/>
          <pc:sldMk cId="3968650787" sldId="275"/>
        </pc:sldMkLst>
        <pc:spChg chg="mod">
          <ac:chgData name="shibariku0623@icloud.com" userId="47b6e960b06a1f92" providerId="LiveId" clId="{D15B5418-841C-4577-A6C3-663632A3D129}" dt="2024-10-25T07:02:35.255" v="666" actId="20577"/>
          <ac:spMkLst>
            <pc:docMk/>
            <pc:sldMk cId="3968650787" sldId="275"/>
            <ac:spMk id="74" creationId="{B69AE8EE-A579-B597-C565-3CA3039847F5}"/>
          </ac:spMkLst>
        </pc:spChg>
        <pc:spChg chg="mod">
          <ac:chgData name="shibariku0623@icloud.com" userId="47b6e960b06a1f92" providerId="LiveId" clId="{D15B5418-841C-4577-A6C3-663632A3D129}" dt="2024-10-25T07:02:34.785" v="664" actId="20577"/>
          <ac:spMkLst>
            <pc:docMk/>
            <pc:sldMk cId="3968650787" sldId="275"/>
            <ac:spMk id="77" creationId="{86EFD5B6-52BA-78A8-CFB3-B149E3E5895F}"/>
          </ac:spMkLst>
        </pc:spChg>
        <pc:spChg chg="mod">
          <ac:chgData name="shibariku0623@icloud.com" userId="47b6e960b06a1f92" providerId="LiveId" clId="{D15B5418-841C-4577-A6C3-663632A3D129}" dt="2024-10-25T07:02:34.237" v="661" actId="20577"/>
          <ac:spMkLst>
            <pc:docMk/>
            <pc:sldMk cId="3968650787" sldId="275"/>
            <ac:spMk id="80" creationId="{3662561F-205F-1C86-07CA-7B033591CCAC}"/>
          </ac:spMkLst>
        </pc:spChg>
        <pc:spChg chg="mod">
          <ac:chgData name="shibariku0623@icloud.com" userId="47b6e960b06a1f92" providerId="LiveId" clId="{D15B5418-841C-4577-A6C3-663632A3D129}" dt="2024-10-25T07:02:33.876" v="659" actId="20577"/>
          <ac:spMkLst>
            <pc:docMk/>
            <pc:sldMk cId="3968650787" sldId="275"/>
            <ac:spMk id="83" creationId="{1D0F8391-FC13-F78F-3818-37386D82A239}"/>
          </ac:spMkLst>
        </pc:spChg>
        <pc:spChg chg="mod">
          <ac:chgData name="shibariku0623@icloud.com" userId="47b6e960b06a1f92" providerId="LiveId" clId="{D15B5418-841C-4577-A6C3-663632A3D129}" dt="2024-10-25T07:03:04.239" v="687" actId="20577"/>
          <ac:spMkLst>
            <pc:docMk/>
            <pc:sldMk cId="3968650787" sldId="275"/>
            <ac:spMk id="86" creationId="{6A29E2D7-6C1E-14D4-7894-3ECFB735CD53}"/>
          </ac:spMkLst>
        </pc:spChg>
        <pc:spChg chg="mod">
          <ac:chgData name="shibariku0623@icloud.com" userId="47b6e960b06a1f92" providerId="LiveId" clId="{D15B5418-841C-4577-A6C3-663632A3D129}" dt="2024-10-29T00:14:30.795" v="6354" actId="20577"/>
          <ac:spMkLst>
            <pc:docMk/>
            <pc:sldMk cId="3968650787" sldId="275"/>
            <ac:spMk id="89" creationId="{7A9CA286-CC91-7C88-16BB-1000F67E6B53}"/>
          </ac:spMkLst>
        </pc:spChg>
        <pc:spChg chg="mod topLvl">
          <ac:chgData name="shibariku0623@icloud.com" userId="47b6e960b06a1f92" providerId="LiveId" clId="{D15B5418-841C-4577-A6C3-663632A3D129}" dt="2024-10-26T09:07:58.821" v="3790" actId="165"/>
          <ac:spMkLst>
            <pc:docMk/>
            <pc:sldMk cId="3968650787" sldId="275"/>
            <ac:spMk id="112" creationId="{5448011F-2B50-D963-5E65-DF039FF7EB09}"/>
          </ac:spMkLst>
        </pc:spChg>
        <pc:spChg chg="mod topLvl">
          <ac:chgData name="shibariku0623@icloud.com" userId="47b6e960b06a1f92" providerId="LiveId" clId="{D15B5418-841C-4577-A6C3-663632A3D129}" dt="2024-10-26T09:07:58.821" v="3790" actId="165"/>
          <ac:spMkLst>
            <pc:docMk/>
            <pc:sldMk cId="3968650787" sldId="275"/>
            <ac:spMk id="113" creationId="{D47C32D5-8E25-10ED-71FB-F31F7FBBAB4F}"/>
          </ac:spMkLst>
        </pc:spChg>
        <pc:spChg chg="mod topLvl">
          <ac:chgData name="shibariku0623@icloud.com" userId="47b6e960b06a1f92" providerId="LiveId" clId="{D15B5418-841C-4577-A6C3-663632A3D129}" dt="2024-10-26T09:07:58.821" v="3790" actId="165"/>
          <ac:spMkLst>
            <pc:docMk/>
            <pc:sldMk cId="3968650787" sldId="275"/>
            <ac:spMk id="115" creationId="{534B5E4D-03EE-52A6-1D22-0EEB430F8D01}"/>
          </ac:spMkLst>
        </pc:spChg>
        <pc:grpChg chg="add del mod">
          <ac:chgData name="shibariku0623@icloud.com" userId="47b6e960b06a1f92" providerId="LiveId" clId="{D15B5418-841C-4577-A6C3-663632A3D129}" dt="2024-10-26T09:07:58.821" v="3790" actId="165"/>
          <ac:grpSpMkLst>
            <pc:docMk/>
            <pc:sldMk cId="3968650787" sldId="275"/>
            <ac:grpSpMk id="22" creationId="{E77FC366-7851-AB51-0B73-6E54AA4280A9}"/>
          </ac:grpSpMkLst>
        </pc:grpChg>
      </pc:sldChg>
      <pc:sldChg chg="addSp modSp mod">
        <pc:chgData name="shibariku0623@icloud.com" userId="47b6e960b06a1f92" providerId="LiveId" clId="{D15B5418-841C-4577-A6C3-663632A3D129}" dt="2024-10-29T00:08:16.770" v="6320" actId="20577"/>
        <pc:sldMkLst>
          <pc:docMk/>
          <pc:sldMk cId="632024819" sldId="277"/>
        </pc:sldMkLst>
        <pc:spChg chg="add mod">
          <ac:chgData name="shibariku0623@icloud.com" userId="47b6e960b06a1f92" providerId="LiveId" clId="{D15B5418-841C-4577-A6C3-663632A3D129}" dt="2024-10-25T07:23:55.305" v="1394" actId="1076"/>
          <ac:spMkLst>
            <pc:docMk/>
            <pc:sldMk cId="632024819" sldId="277"/>
            <ac:spMk id="26" creationId="{D7CDFAD2-89E1-03C0-7A3C-AFB51C657011}"/>
          </ac:spMkLst>
        </pc:spChg>
        <pc:spChg chg="mod">
          <ac:chgData name="shibariku0623@icloud.com" userId="47b6e960b06a1f92" providerId="LiveId" clId="{D15B5418-841C-4577-A6C3-663632A3D129}" dt="2024-10-29T00:08:16.770" v="6320" actId="20577"/>
          <ac:spMkLst>
            <pc:docMk/>
            <pc:sldMk cId="632024819" sldId="277"/>
            <ac:spMk id="30" creationId="{1FE2A5AB-F6B7-0011-B112-A4E8E850D0AF}"/>
          </ac:spMkLst>
        </pc:spChg>
        <pc:spChg chg="mod">
          <ac:chgData name="shibariku0623@icloud.com" userId="47b6e960b06a1f92" providerId="LiveId" clId="{D15B5418-841C-4577-A6C3-663632A3D129}" dt="2024-10-24T13:50:46.001" v="478" actId="1076"/>
          <ac:spMkLst>
            <pc:docMk/>
            <pc:sldMk cId="632024819" sldId="277"/>
            <ac:spMk id="32" creationId="{7826D9AB-0F72-BAB2-20C5-026E9CCB1F13}"/>
          </ac:spMkLst>
        </pc:spChg>
        <pc:spChg chg="mod">
          <ac:chgData name="shibariku0623@icloud.com" userId="47b6e960b06a1f92" providerId="LiveId" clId="{D15B5418-841C-4577-A6C3-663632A3D129}" dt="2024-10-24T13:50:43.124" v="477" actId="1076"/>
          <ac:spMkLst>
            <pc:docMk/>
            <pc:sldMk cId="632024819" sldId="277"/>
            <ac:spMk id="34" creationId="{ABB53C2E-7DB4-E6D9-65B3-755576C01F89}"/>
          </ac:spMkLst>
        </pc:spChg>
      </pc:sldChg>
      <pc:sldChg chg="addSp delSp modSp mod">
        <pc:chgData name="shibariku0623@icloud.com" userId="47b6e960b06a1f92" providerId="LiveId" clId="{D15B5418-841C-4577-A6C3-663632A3D129}" dt="2024-10-29T00:12:12.671" v="6340" actId="20577"/>
        <pc:sldMkLst>
          <pc:docMk/>
          <pc:sldMk cId="260892850" sldId="278"/>
        </pc:sldMkLst>
        <pc:spChg chg="mod">
          <ac:chgData name="shibariku0623@icloud.com" userId="47b6e960b06a1f92" providerId="LiveId" clId="{D15B5418-841C-4577-A6C3-663632A3D129}" dt="2024-10-24T13:49:20.472" v="379" actId="1076"/>
          <ac:spMkLst>
            <pc:docMk/>
            <pc:sldMk cId="260892850" sldId="278"/>
            <ac:spMk id="23" creationId="{D9AD7586-6509-574D-DFF1-30FD28086FB8}"/>
          </ac:spMkLst>
        </pc:spChg>
        <pc:spChg chg="add del mod">
          <ac:chgData name="shibariku0623@icloud.com" userId="47b6e960b06a1f92" providerId="LiveId" clId="{D15B5418-841C-4577-A6C3-663632A3D129}" dt="2024-10-24T13:49:13.894" v="377" actId="478"/>
          <ac:spMkLst>
            <pc:docMk/>
            <pc:sldMk cId="260892850" sldId="278"/>
            <ac:spMk id="26" creationId="{8A1C0ADB-D06C-2B32-602B-6B246E620AB3}"/>
          </ac:spMkLst>
        </pc:spChg>
        <pc:spChg chg="mod">
          <ac:chgData name="shibariku0623@icloud.com" userId="47b6e960b06a1f92" providerId="LiveId" clId="{D15B5418-841C-4577-A6C3-663632A3D129}" dt="2024-10-29T00:12:12.671" v="6340" actId="20577"/>
          <ac:spMkLst>
            <pc:docMk/>
            <pc:sldMk cId="260892850" sldId="278"/>
            <ac:spMk id="30" creationId="{1FE2A5AB-F6B7-0011-B112-A4E8E850D0AF}"/>
          </ac:spMkLst>
        </pc:spChg>
      </pc:sldChg>
      <pc:sldChg chg="modSp mod">
        <pc:chgData name="shibariku0623@icloud.com" userId="47b6e960b06a1f92" providerId="LiveId" clId="{D15B5418-841C-4577-A6C3-663632A3D129}" dt="2024-10-29T01:06:17.055" v="6370" actId="207"/>
        <pc:sldMkLst>
          <pc:docMk/>
          <pc:sldMk cId="862819513" sldId="279"/>
        </pc:sldMkLst>
        <pc:spChg chg="mod">
          <ac:chgData name="shibariku0623@icloud.com" userId="47b6e960b06a1f92" providerId="LiveId" clId="{D15B5418-841C-4577-A6C3-663632A3D129}" dt="2024-10-29T01:06:17.055" v="6370" actId="207"/>
          <ac:spMkLst>
            <pc:docMk/>
            <pc:sldMk cId="862819513" sldId="279"/>
            <ac:spMk id="26" creationId="{3CBF144F-5444-AD9F-4569-64074F8B2464}"/>
          </ac:spMkLst>
        </pc:spChg>
      </pc:sldChg>
      <pc:sldChg chg="addSp delSp modSp mod">
        <pc:chgData name="shibariku0623@icloud.com" userId="47b6e960b06a1f92" providerId="LiveId" clId="{D15B5418-841C-4577-A6C3-663632A3D129}" dt="2024-10-28T07:51:11.622" v="6313" actId="1076"/>
        <pc:sldMkLst>
          <pc:docMk/>
          <pc:sldMk cId="585515259" sldId="287"/>
        </pc:sldMkLst>
        <pc:spChg chg="mod topLvl">
          <ac:chgData name="shibariku0623@icloud.com" userId="47b6e960b06a1f92" providerId="LiveId" clId="{D15B5418-841C-4577-A6C3-663632A3D129}" dt="2024-10-28T07:50:49.512" v="6311" actId="165"/>
          <ac:spMkLst>
            <pc:docMk/>
            <pc:sldMk cId="585515259" sldId="287"/>
            <ac:spMk id="21" creationId="{00000000-0000-0000-0000-000000000000}"/>
          </ac:spMkLst>
        </pc:spChg>
        <pc:spChg chg="add del mod topLvl">
          <ac:chgData name="shibariku0623@icloud.com" userId="47b6e960b06a1f92" providerId="LiveId" clId="{D15B5418-841C-4577-A6C3-663632A3D129}" dt="2024-10-28T07:49:49.901" v="6252" actId="478"/>
          <ac:spMkLst>
            <pc:docMk/>
            <pc:sldMk cId="585515259" sldId="287"/>
            <ac:spMk id="22" creationId="{0C634B6B-327F-6809-88F3-D74F0D1BEE46}"/>
          </ac:spMkLst>
        </pc:spChg>
        <pc:spChg chg="mod">
          <ac:chgData name="shibariku0623@icloud.com" userId="47b6e960b06a1f92" providerId="LiveId" clId="{D15B5418-841C-4577-A6C3-663632A3D129}" dt="2024-10-28T07:50:49.512" v="6311" actId="165"/>
          <ac:spMkLst>
            <pc:docMk/>
            <pc:sldMk cId="585515259" sldId="287"/>
            <ac:spMk id="26" creationId="{0702A874-B53A-90EC-1543-F2E8AB9F594D}"/>
          </ac:spMkLst>
        </pc:spChg>
        <pc:spChg chg="mod">
          <ac:chgData name="shibariku0623@icloud.com" userId="47b6e960b06a1f92" providerId="LiveId" clId="{D15B5418-841C-4577-A6C3-663632A3D129}" dt="2024-10-28T07:50:49.512" v="6311" actId="165"/>
          <ac:spMkLst>
            <pc:docMk/>
            <pc:sldMk cId="585515259" sldId="287"/>
            <ac:spMk id="29" creationId="{FF5D2E94-0F12-1536-2232-7F1B25A11741}"/>
          </ac:spMkLst>
        </pc:spChg>
        <pc:spChg chg="mod">
          <ac:chgData name="shibariku0623@icloud.com" userId="47b6e960b06a1f92" providerId="LiveId" clId="{D15B5418-841C-4577-A6C3-663632A3D129}" dt="2024-10-28T07:50:49.512" v="6311" actId="165"/>
          <ac:spMkLst>
            <pc:docMk/>
            <pc:sldMk cId="585515259" sldId="287"/>
            <ac:spMk id="31" creationId="{5B2A3DCB-698E-A4B9-1B46-96272FE464E0}"/>
          </ac:spMkLst>
        </pc:spChg>
        <pc:spChg chg="mod">
          <ac:chgData name="shibariku0623@icloud.com" userId="47b6e960b06a1f92" providerId="LiveId" clId="{D15B5418-841C-4577-A6C3-663632A3D129}" dt="2024-10-28T07:50:49.512" v="6311" actId="165"/>
          <ac:spMkLst>
            <pc:docMk/>
            <pc:sldMk cId="585515259" sldId="287"/>
            <ac:spMk id="33" creationId="{AB751958-B8BC-2491-A029-8F5AF50FD759}"/>
          </ac:spMkLst>
        </pc:spChg>
        <pc:spChg chg="mod">
          <ac:chgData name="shibariku0623@icloud.com" userId="47b6e960b06a1f92" providerId="LiveId" clId="{D15B5418-841C-4577-A6C3-663632A3D129}" dt="2024-10-28T07:50:49.512" v="6311" actId="165"/>
          <ac:spMkLst>
            <pc:docMk/>
            <pc:sldMk cId="585515259" sldId="287"/>
            <ac:spMk id="34" creationId="{8BADC78C-335F-2CC6-79A7-95A697C75411}"/>
          </ac:spMkLst>
        </pc:spChg>
        <pc:spChg chg="add mod topLvl">
          <ac:chgData name="shibariku0623@icloud.com" userId="47b6e960b06a1f92" providerId="LiveId" clId="{D15B5418-841C-4577-A6C3-663632A3D129}" dt="2024-10-28T07:50:59.043" v="6312" actId="164"/>
          <ac:spMkLst>
            <pc:docMk/>
            <pc:sldMk cId="585515259" sldId="287"/>
            <ac:spMk id="35" creationId="{7964F7FA-B0F9-C21F-B052-3592C0A9CF1B}"/>
          </ac:spMkLst>
        </pc:spChg>
        <pc:spChg chg="mod">
          <ac:chgData name="shibariku0623@icloud.com" userId="47b6e960b06a1f92" providerId="LiveId" clId="{D15B5418-841C-4577-A6C3-663632A3D129}" dt="2024-10-28T07:50:49.512" v="6311" actId="165"/>
          <ac:spMkLst>
            <pc:docMk/>
            <pc:sldMk cId="585515259" sldId="287"/>
            <ac:spMk id="36" creationId="{124D5BBA-87F0-E4DF-458B-B0ED3A9BDD21}"/>
          </ac:spMkLst>
        </pc:spChg>
        <pc:grpChg chg="mod">
          <ac:chgData name="shibariku0623@icloud.com" userId="47b6e960b06a1f92" providerId="LiveId" clId="{D15B5418-841C-4577-A6C3-663632A3D129}" dt="2024-10-28T07:50:49.512" v="6311" actId="165"/>
          <ac:grpSpMkLst>
            <pc:docMk/>
            <pc:sldMk cId="585515259" sldId="287"/>
            <ac:grpSpMk id="27" creationId="{36AB8344-229D-6211-5237-75C7362C514B}"/>
          </ac:grpSpMkLst>
        </pc:grpChg>
        <pc:grpChg chg="add del mod">
          <ac:chgData name="shibariku0623@icloud.com" userId="47b6e960b06a1f92" providerId="LiveId" clId="{D15B5418-841C-4577-A6C3-663632A3D129}" dt="2024-10-28T07:49:49.901" v="6252" actId="478"/>
          <ac:grpSpMkLst>
            <pc:docMk/>
            <pc:sldMk cId="585515259" sldId="287"/>
            <ac:grpSpMk id="28" creationId="{A437F578-8D9F-B012-38F3-F23496232850}"/>
          </ac:grpSpMkLst>
        </pc:grpChg>
        <pc:grpChg chg="mod">
          <ac:chgData name="shibariku0623@icloud.com" userId="47b6e960b06a1f92" providerId="LiveId" clId="{D15B5418-841C-4577-A6C3-663632A3D129}" dt="2024-10-28T07:50:49.512" v="6311" actId="165"/>
          <ac:grpSpMkLst>
            <pc:docMk/>
            <pc:sldMk cId="585515259" sldId="287"/>
            <ac:grpSpMk id="30" creationId="{30F37F19-0E47-51EA-5070-813F86980DA1}"/>
          </ac:grpSpMkLst>
        </pc:grpChg>
        <pc:grpChg chg="mod">
          <ac:chgData name="shibariku0623@icloud.com" userId="47b6e960b06a1f92" providerId="LiveId" clId="{D15B5418-841C-4577-A6C3-663632A3D129}" dt="2024-10-28T07:50:49.512" v="6311" actId="165"/>
          <ac:grpSpMkLst>
            <pc:docMk/>
            <pc:sldMk cId="585515259" sldId="287"/>
            <ac:grpSpMk id="32" creationId="{9EDB21BA-E644-9054-428F-9410693E2DF2}"/>
          </ac:grpSpMkLst>
        </pc:grpChg>
        <pc:grpChg chg="mod topLvl">
          <ac:chgData name="shibariku0623@icloud.com" userId="47b6e960b06a1f92" providerId="LiveId" clId="{D15B5418-841C-4577-A6C3-663632A3D129}" dt="2024-10-28T07:50:59.043" v="6312" actId="164"/>
          <ac:grpSpMkLst>
            <pc:docMk/>
            <pc:sldMk cId="585515259" sldId="287"/>
            <ac:grpSpMk id="37" creationId="{6BF1CC99-C6F5-EC45-80A9-A3627F3C76E8}"/>
          </ac:grpSpMkLst>
        </pc:grpChg>
        <pc:grpChg chg="add del mod">
          <ac:chgData name="shibariku0623@icloud.com" userId="47b6e960b06a1f92" providerId="LiveId" clId="{D15B5418-841C-4577-A6C3-663632A3D129}" dt="2024-10-28T07:50:49.512" v="6311" actId="165"/>
          <ac:grpSpMkLst>
            <pc:docMk/>
            <pc:sldMk cId="585515259" sldId="287"/>
            <ac:grpSpMk id="38" creationId="{EE33D05A-329E-4664-EF23-1BD70B65A65F}"/>
          </ac:grpSpMkLst>
        </pc:grpChg>
        <pc:grpChg chg="add mod">
          <ac:chgData name="shibariku0623@icloud.com" userId="47b6e960b06a1f92" providerId="LiveId" clId="{D15B5418-841C-4577-A6C3-663632A3D129}" dt="2024-10-28T07:51:11.622" v="6313" actId="1076"/>
          <ac:grpSpMkLst>
            <pc:docMk/>
            <pc:sldMk cId="585515259" sldId="287"/>
            <ac:grpSpMk id="39" creationId="{79A3FDCF-CC84-D4B6-8028-7A9749F9924A}"/>
          </ac:grpSpMkLst>
        </pc:grpChg>
      </pc:sldChg>
      <pc:sldChg chg="addSp delSp modSp add mod">
        <pc:chgData name="shibariku0623@icloud.com" userId="47b6e960b06a1f92" providerId="LiveId" clId="{D15B5418-841C-4577-A6C3-663632A3D129}" dt="2024-10-25T07:25:53.887" v="1451" actId="1076"/>
        <pc:sldMkLst>
          <pc:docMk/>
          <pc:sldMk cId="2595958383" sldId="288"/>
        </pc:sldMkLst>
        <pc:spChg chg="add mod">
          <ac:chgData name="shibariku0623@icloud.com" userId="47b6e960b06a1f92" providerId="LiveId" clId="{D15B5418-841C-4577-A6C3-663632A3D129}" dt="2024-10-25T07:25:28" v="1450" actId="20577"/>
          <ac:spMkLst>
            <pc:docMk/>
            <pc:sldMk cId="2595958383" sldId="288"/>
            <ac:spMk id="23" creationId="{2A37BFCD-FEC9-0AB0-D8A9-57F781275CAC}"/>
          </ac:spMkLst>
        </pc:spChg>
        <pc:spChg chg="add mod">
          <ac:chgData name="shibariku0623@icloud.com" userId="47b6e960b06a1f92" providerId="LiveId" clId="{D15B5418-841C-4577-A6C3-663632A3D129}" dt="2024-10-25T07:14:07.595" v="1096" actId="1076"/>
          <ac:spMkLst>
            <pc:docMk/>
            <pc:sldMk cId="2595958383" sldId="288"/>
            <ac:spMk id="27" creationId="{5256FDF3-8EA9-6D22-BB59-28BE947A7425}"/>
          </ac:spMkLst>
        </pc:spChg>
        <pc:spChg chg="del">
          <ac:chgData name="shibariku0623@icloud.com" userId="47b6e960b06a1f92" providerId="LiveId" clId="{D15B5418-841C-4577-A6C3-663632A3D129}" dt="2024-10-25T07:08:08.805" v="831" actId="478"/>
          <ac:spMkLst>
            <pc:docMk/>
            <pc:sldMk cId="2595958383" sldId="288"/>
            <ac:spMk id="49" creationId="{E0662FAE-12B5-CD51-CCB5-3E6D6DFE58CE}"/>
          </ac:spMkLst>
        </pc:spChg>
        <pc:spChg chg="mod topLvl">
          <ac:chgData name="shibariku0623@icloud.com" userId="47b6e960b06a1f92" providerId="LiveId" clId="{D15B5418-841C-4577-A6C3-663632A3D129}" dt="2024-10-25T07:25:53.887" v="1451" actId="1076"/>
          <ac:spMkLst>
            <pc:docMk/>
            <pc:sldMk cId="2595958383" sldId="288"/>
            <ac:spMk id="58" creationId="{303C19F2-D657-1D33-04F7-B80266173CBE}"/>
          </ac:spMkLst>
        </pc:spChg>
        <pc:spChg chg="mod topLvl">
          <ac:chgData name="shibariku0623@icloud.com" userId="47b6e960b06a1f92" providerId="LiveId" clId="{D15B5418-841C-4577-A6C3-663632A3D129}" dt="2024-10-25T07:10:14.261" v="848" actId="14100"/>
          <ac:spMkLst>
            <pc:docMk/>
            <pc:sldMk cId="2595958383" sldId="288"/>
            <ac:spMk id="59" creationId="{EF94FC30-E7CD-1D33-F4EA-18F563487097}"/>
          </ac:spMkLst>
        </pc:spChg>
        <pc:spChg chg="mod">
          <ac:chgData name="shibariku0623@icloud.com" userId="47b6e960b06a1f92" providerId="LiveId" clId="{D15B5418-841C-4577-A6C3-663632A3D129}" dt="2024-10-25T07:06:25.286" v="795" actId="14100"/>
          <ac:spMkLst>
            <pc:docMk/>
            <pc:sldMk cId="2595958383" sldId="288"/>
            <ac:spMk id="62" creationId="{B54BC4E1-0510-9D02-26DF-A9DBA5A78483}"/>
          </ac:spMkLst>
        </pc:spChg>
        <pc:spChg chg="mod">
          <ac:chgData name="shibariku0623@icloud.com" userId="47b6e960b06a1f92" providerId="LiveId" clId="{D15B5418-841C-4577-A6C3-663632A3D129}" dt="2024-10-25T07:06:31.788" v="796" actId="1076"/>
          <ac:spMkLst>
            <pc:docMk/>
            <pc:sldMk cId="2595958383" sldId="288"/>
            <ac:spMk id="63" creationId="{309878EF-DA54-BB4E-9575-216AD8BC6837}"/>
          </ac:spMkLst>
        </pc:spChg>
        <pc:grpChg chg="del">
          <ac:chgData name="shibariku0623@icloud.com" userId="47b6e960b06a1f92" providerId="LiveId" clId="{D15B5418-841C-4577-A6C3-663632A3D129}" dt="2024-10-25T07:05:55.333" v="700" actId="478"/>
          <ac:grpSpMkLst>
            <pc:docMk/>
            <pc:sldMk cId="2595958383" sldId="288"/>
            <ac:grpSpMk id="51" creationId="{AFD0ACFC-A3D2-1A92-5C44-2CEBF2C6A2BB}"/>
          </ac:grpSpMkLst>
        </pc:grpChg>
        <pc:grpChg chg="del mod">
          <ac:chgData name="shibariku0623@icloud.com" userId="47b6e960b06a1f92" providerId="LiveId" clId="{D15B5418-841C-4577-A6C3-663632A3D129}" dt="2024-10-25T07:09:37.765" v="843" actId="165"/>
          <ac:grpSpMkLst>
            <pc:docMk/>
            <pc:sldMk cId="2595958383" sldId="288"/>
            <ac:grpSpMk id="57" creationId="{F07AE6C9-1AAE-E0DB-C5EF-501BFDC15CCA}"/>
          </ac:grpSpMkLst>
        </pc:grpChg>
        <pc:grpChg chg="del mod">
          <ac:chgData name="shibariku0623@icloud.com" userId="47b6e960b06a1f92" providerId="LiveId" clId="{D15B5418-841C-4577-A6C3-663632A3D129}" dt="2024-10-25T07:07:31.619" v="803" actId="478"/>
          <ac:grpSpMkLst>
            <pc:docMk/>
            <pc:sldMk cId="2595958383" sldId="288"/>
            <ac:grpSpMk id="60" creationId="{7BAC39D2-7B3E-9957-9DFD-F3E8E59EA28B}"/>
          </ac:grpSpMkLst>
        </pc:grpChg>
        <pc:grpChg chg="del">
          <ac:chgData name="shibariku0623@icloud.com" userId="47b6e960b06a1f92" providerId="LiveId" clId="{D15B5418-841C-4577-A6C3-663632A3D129}" dt="2024-10-25T07:06:54.182" v="798" actId="478"/>
          <ac:grpSpMkLst>
            <pc:docMk/>
            <pc:sldMk cId="2595958383" sldId="288"/>
            <ac:grpSpMk id="66" creationId="{3FA73A4C-4F49-47D3-7F09-7BFBCA709D37}"/>
          </ac:grpSpMkLst>
        </pc:grpChg>
        <pc:picChg chg="del">
          <ac:chgData name="shibariku0623@icloud.com" userId="47b6e960b06a1f92" providerId="LiveId" clId="{D15B5418-841C-4577-A6C3-663632A3D129}" dt="2024-10-25T07:05:43.722" v="698" actId="478"/>
          <ac:picMkLst>
            <pc:docMk/>
            <pc:sldMk cId="2595958383" sldId="288"/>
            <ac:picMk id="40" creationId="{EBB0B74D-5889-C561-9CDC-34FBAC7078A1}"/>
          </ac:picMkLst>
        </pc:picChg>
        <pc:picChg chg="del">
          <ac:chgData name="shibariku0623@icloud.com" userId="47b6e960b06a1f92" providerId="LiveId" clId="{D15B5418-841C-4577-A6C3-663632A3D129}" dt="2024-10-25T07:05:45.938" v="699" actId="478"/>
          <ac:picMkLst>
            <pc:docMk/>
            <pc:sldMk cId="2595958383" sldId="288"/>
            <ac:picMk id="43" creationId="{D850A141-D2C3-3F08-F438-18CF7F646825}"/>
          </ac:picMkLst>
        </pc:picChg>
      </pc:sldChg>
      <pc:sldChg chg="addSp delSp modSp add mod ord">
        <pc:chgData name="shibariku0623@icloud.com" userId="47b6e960b06a1f92" providerId="LiveId" clId="{D15B5418-841C-4577-A6C3-663632A3D129}" dt="2024-10-28T07:47:01.281" v="6202" actId="20577"/>
        <pc:sldMkLst>
          <pc:docMk/>
          <pc:sldMk cId="1428640287" sldId="289"/>
        </pc:sldMkLst>
        <pc:spChg chg="del">
          <ac:chgData name="shibariku0623@icloud.com" userId="47b6e960b06a1f92" providerId="LiveId" clId="{D15B5418-841C-4577-A6C3-663632A3D129}" dt="2024-10-26T00:39:05.182" v="1536" actId="478"/>
          <ac:spMkLst>
            <pc:docMk/>
            <pc:sldMk cId="1428640287" sldId="289"/>
            <ac:spMk id="23" creationId="{A669A3CB-BE1D-6C6B-5F0D-698378A450D0}"/>
          </ac:spMkLst>
        </pc:spChg>
        <pc:spChg chg="add mod">
          <ac:chgData name="shibariku0623@icloud.com" userId="47b6e960b06a1f92" providerId="LiveId" clId="{D15B5418-841C-4577-A6C3-663632A3D129}" dt="2024-10-28T07:43:22.251" v="6168" actId="1076"/>
          <ac:spMkLst>
            <pc:docMk/>
            <pc:sldMk cId="1428640287" sldId="289"/>
            <ac:spMk id="23" creationId="{C73F2D69-AB2E-DD61-44C2-73C0B24936D5}"/>
          </ac:spMkLst>
        </pc:spChg>
        <pc:spChg chg="add mod">
          <ac:chgData name="shibariku0623@icloud.com" userId="47b6e960b06a1f92" providerId="LiveId" clId="{D15B5418-841C-4577-A6C3-663632A3D129}" dt="2024-10-28T07:47:01.281" v="6202" actId="20577"/>
          <ac:spMkLst>
            <pc:docMk/>
            <pc:sldMk cId="1428640287" sldId="289"/>
            <ac:spMk id="24" creationId="{69A2DEA1-70D5-BA73-12F1-E1C3E242D34D}"/>
          </ac:spMkLst>
        </pc:spChg>
        <pc:spChg chg="add del mod">
          <ac:chgData name="shibariku0623@icloud.com" userId="47b6e960b06a1f92" providerId="LiveId" clId="{D15B5418-841C-4577-A6C3-663632A3D129}" dt="2024-10-26T10:22:34.537" v="4034" actId="478"/>
          <ac:spMkLst>
            <pc:docMk/>
            <pc:sldMk cId="1428640287" sldId="289"/>
            <ac:spMk id="24" creationId="{E2A0005C-EFA5-12B1-EBAB-DF4DB3D29674}"/>
          </ac:spMkLst>
        </pc:spChg>
        <pc:spChg chg="add mod">
          <ac:chgData name="shibariku0623@icloud.com" userId="47b6e960b06a1f92" providerId="LiveId" clId="{D15B5418-841C-4577-A6C3-663632A3D129}" dt="2024-10-26T10:22:01.211" v="4014"/>
          <ac:spMkLst>
            <pc:docMk/>
            <pc:sldMk cId="1428640287" sldId="289"/>
            <ac:spMk id="25" creationId="{41ECC7CE-C1F5-6946-7E0D-8431DA1FE9FD}"/>
          </ac:spMkLst>
        </pc:spChg>
        <pc:spChg chg="add mod">
          <ac:chgData name="shibariku0623@icloud.com" userId="47b6e960b06a1f92" providerId="LiveId" clId="{D15B5418-841C-4577-A6C3-663632A3D129}" dt="2024-10-28T07:39:11.439" v="5909" actId="20577"/>
          <ac:spMkLst>
            <pc:docMk/>
            <pc:sldMk cId="1428640287" sldId="289"/>
            <ac:spMk id="26" creationId="{1F5E68AD-C1EC-985F-BAD8-61AE76905949}"/>
          </ac:spMkLst>
        </pc:spChg>
        <pc:spChg chg="del">
          <ac:chgData name="shibariku0623@icloud.com" userId="47b6e960b06a1f92" providerId="LiveId" clId="{D15B5418-841C-4577-A6C3-663632A3D129}" dt="2024-10-26T00:39:05.182" v="1536" actId="478"/>
          <ac:spMkLst>
            <pc:docMk/>
            <pc:sldMk cId="1428640287" sldId="289"/>
            <ac:spMk id="27" creationId="{664EEDA0-C1B2-D873-655E-B7874FD6BD2F}"/>
          </ac:spMkLst>
        </pc:spChg>
        <pc:spChg chg="add mod">
          <ac:chgData name="shibariku0623@icloud.com" userId="47b6e960b06a1f92" providerId="LiveId" clId="{D15B5418-841C-4577-A6C3-663632A3D129}" dt="2024-10-28T07:39:18.876" v="5910" actId="1076"/>
          <ac:spMkLst>
            <pc:docMk/>
            <pc:sldMk cId="1428640287" sldId="289"/>
            <ac:spMk id="28" creationId="{F25F5282-2282-8D00-C89F-100EEE5ED746}"/>
          </ac:spMkLst>
        </pc:spChg>
        <pc:spChg chg="mod">
          <ac:chgData name="shibariku0623@icloud.com" userId="47b6e960b06a1f92" providerId="LiveId" clId="{D15B5418-841C-4577-A6C3-663632A3D129}" dt="2024-10-25T07:26:45.252" v="1535" actId="14100"/>
          <ac:spMkLst>
            <pc:docMk/>
            <pc:sldMk cId="1428640287" sldId="289"/>
            <ac:spMk id="33" creationId="{78B163C6-0CC5-9118-3849-B37AE46A04B8}"/>
          </ac:spMkLst>
        </pc:spChg>
        <pc:spChg chg="mod">
          <ac:chgData name="shibariku0623@icloud.com" userId="47b6e960b06a1f92" providerId="LiveId" clId="{D15B5418-841C-4577-A6C3-663632A3D129}" dt="2024-10-25T07:26:24.640" v="1456" actId="20577"/>
          <ac:spMkLst>
            <pc:docMk/>
            <pc:sldMk cId="1428640287" sldId="289"/>
            <ac:spMk id="34" creationId="{BCEEC638-F136-8EF8-9F5C-A1691AFC0076}"/>
          </ac:spMkLst>
        </pc:spChg>
        <pc:spChg chg="add del mod">
          <ac:chgData name="shibariku0623@icloud.com" userId="47b6e960b06a1f92" providerId="LiveId" clId="{D15B5418-841C-4577-A6C3-663632A3D129}" dt="2024-10-26T10:23:00.723" v="4080" actId="14100"/>
          <ac:spMkLst>
            <pc:docMk/>
            <pc:sldMk cId="1428640287" sldId="289"/>
            <ac:spMk id="58" creationId="{2A376DD8-BBB6-E9B8-57E2-00A14AA1F406}"/>
          </ac:spMkLst>
        </pc:spChg>
        <pc:spChg chg="del">
          <ac:chgData name="shibariku0623@icloud.com" userId="47b6e960b06a1f92" providerId="LiveId" clId="{D15B5418-841C-4577-A6C3-663632A3D129}" dt="2024-10-26T00:39:05.182" v="1536" actId="478"/>
          <ac:spMkLst>
            <pc:docMk/>
            <pc:sldMk cId="1428640287" sldId="289"/>
            <ac:spMk id="59" creationId="{609C9F01-BCA4-4753-B35F-5AC8278F12BA}"/>
          </ac:spMkLst>
        </pc:spChg>
      </pc:sldChg>
      <pc:sldChg chg="addSp delSp modSp add mod ord setBg">
        <pc:chgData name="shibariku0623@icloud.com" userId="47b6e960b06a1f92" providerId="LiveId" clId="{D15B5418-841C-4577-A6C3-663632A3D129}" dt="2024-10-26T01:27:56.650" v="2174" actId="1076"/>
        <pc:sldMkLst>
          <pc:docMk/>
          <pc:sldMk cId="2465341568" sldId="290"/>
        </pc:sldMkLst>
        <pc:spChg chg="add del">
          <ac:chgData name="shibariku0623@icloud.com" userId="47b6e960b06a1f92" providerId="LiveId" clId="{D15B5418-841C-4577-A6C3-663632A3D129}" dt="2024-10-26T00:53:09.028" v="1598" actId="478"/>
          <ac:spMkLst>
            <pc:docMk/>
            <pc:sldMk cId="2465341568" sldId="290"/>
            <ac:spMk id="21" creationId="{43832673-7123-D76F-D701-341097A44958}"/>
          </ac:spMkLst>
        </pc:spChg>
        <pc:spChg chg="add del mod ord">
          <ac:chgData name="shibariku0623@icloud.com" userId="47b6e960b06a1f92" providerId="LiveId" clId="{D15B5418-841C-4577-A6C3-663632A3D129}" dt="2024-10-26T01:22:23.297" v="1920" actId="164"/>
          <ac:spMkLst>
            <pc:docMk/>
            <pc:sldMk cId="2465341568" sldId="290"/>
            <ac:spMk id="22" creationId="{F06C4201-809D-C4B7-B5BB-FEF7F671196C}"/>
          </ac:spMkLst>
        </pc:spChg>
        <pc:spChg chg="mod">
          <ac:chgData name="shibariku0623@icloud.com" userId="47b6e960b06a1f92" providerId="LiveId" clId="{D15B5418-841C-4577-A6C3-663632A3D129}" dt="2024-10-26T00:51:19.670" v="1596" actId="14100"/>
          <ac:spMkLst>
            <pc:docMk/>
            <pc:sldMk cId="2465341568" sldId="290"/>
            <ac:spMk id="24" creationId="{D1B84ADB-EAC3-7277-5E02-54E44A1560D6}"/>
          </ac:spMkLst>
        </pc:spChg>
        <pc:spChg chg="add del mod">
          <ac:chgData name="shibariku0623@icloud.com" userId="47b6e960b06a1f92" providerId="LiveId" clId="{D15B5418-841C-4577-A6C3-663632A3D129}" dt="2024-10-26T01:20:19.722" v="1906" actId="478"/>
          <ac:spMkLst>
            <pc:docMk/>
            <pc:sldMk cId="2465341568" sldId="290"/>
            <ac:spMk id="26" creationId="{40A3D944-FFF0-B307-B214-EBD95E70A4D1}"/>
          </ac:spMkLst>
        </pc:spChg>
        <pc:spChg chg="add del mod">
          <ac:chgData name="shibariku0623@icloud.com" userId="47b6e960b06a1f92" providerId="LiveId" clId="{D15B5418-841C-4577-A6C3-663632A3D129}" dt="2024-10-26T01:22:32.751" v="1922" actId="478"/>
          <ac:spMkLst>
            <pc:docMk/>
            <pc:sldMk cId="2465341568" sldId="290"/>
            <ac:spMk id="27" creationId="{035083A2-EA28-5949-4AFB-7FDD1A6BF496}"/>
          </ac:spMkLst>
        </pc:spChg>
        <pc:spChg chg="add del mod">
          <ac:chgData name="shibariku0623@icloud.com" userId="47b6e960b06a1f92" providerId="LiveId" clId="{D15B5418-841C-4577-A6C3-663632A3D129}" dt="2024-10-26T01:23:20.374" v="2027" actId="478"/>
          <ac:spMkLst>
            <pc:docMk/>
            <pc:sldMk cId="2465341568" sldId="290"/>
            <ac:spMk id="29" creationId="{B0477F57-5385-7FE2-4593-289C2B246CD9}"/>
          </ac:spMkLst>
        </pc:spChg>
        <pc:spChg chg="add del mod">
          <ac:chgData name="shibariku0623@icloud.com" userId="47b6e960b06a1f92" providerId="LiveId" clId="{D15B5418-841C-4577-A6C3-663632A3D129}" dt="2024-10-26T01:23:50.960" v="2089" actId="478"/>
          <ac:spMkLst>
            <pc:docMk/>
            <pc:sldMk cId="2465341568" sldId="290"/>
            <ac:spMk id="30" creationId="{F65FE566-4D81-E833-5651-8C8B712499AA}"/>
          </ac:spMkLst>
        </pc:spChg>
        <pc:spChg chg="add mod">
          <ac:chgData name="shibariku0623@icloud.com" userId="47b6e960b06a1f92" providerId="LiveId" clId="{D15B5418-841C-4577-A6C3-663632A3D129}" dt="2024-10-26T01:22:23.297" v="1920" actId="164"/>
          <ac:spMkLst>
            <pc:docMk/>
            <pc:sldMk cId="2465341568" sldId="290"/>
            <ac:spMk id="31" creationId="{029808A9-CFDE-9114-6F0B-95CA97D76D66}"/>
          </ac:spMkLst>
        </pc:spChg>
        <pc:spChg chg="mod">
          <ac:chgData name="shibariku0623@icloud.com" userId="47b6e960b06a1f92" providerId="LiveId" clId="{D15B5418-841C-4577-A6C3-663632A3D129}" dt="2024-10-26T01:22:35.767" v="1923"/>
          <ac:spMkLst>
            <pc:docMk/>
            <pc:sldMk cId="2465341568" sldId="290"/>
            <ac:spMk id="34" creationId="{20C7F791-3358-F5F0-2709-51C2F3F9666A}"/>
          </ac:spMkLst>
        </pc:spChg>
        <pc:spChg chg="mod">
          <ac:chgData name="shibariku0623@icloud.com" userId="47b6e960b06a1f92" providerId="LiveId" clId="{D15B5418-841C-4577-A6C3-663632A3D129}" dt="2024-10-26T01:27:39.362" v="2172" actId="20577"/>
          <ac:spMkLst>
            <pc:docMk/>
            <pc:sldMk cId="2465341568" sldId="290"/>
            <ac:spMk id="35" creationId="{42FA08BD-A15A-C161-7420-B551BE740526}"/>
          </ac:spMkLst>
        </pc:spChg>
        <pc:spChg chg="mod">
          <ac:chgData name="shibariku0623@icloud.com" userId="47b6e960b06a1f92" providerId="LiveId" clId="{D15B5418-841C-4577-A6C3-663632A3D129}" dt="2024-10-26T01:23:23.786" v="2028"/>
          <ac:spMkLst>
            <pc:docMk/>
            <pc:sldMk cId="2465341568" sldId="290"/>
            <ac:spMk id="37" creationId="{3221C5B1-14EA-6CE1-87AD-9FD742FC5DC3}"/>
          </ac:spMkLst>
        </pc:spChg>
        <pc:spChg chg="mod">
          <ac:chgData name="shibariku0623@icloud.com" userId="47b6e960b06a1f92" providerId="LiveId" clId="{D15B5418-841C-4577-A6C3-663632A3D129}" dt="2024-10-26T01:23:43.799" v="2087" actId="20577"/>
          <ac:spMkLst>
            <pc:docMk/>
            <pc:sldMk cId="2465341568" sldId="290"/>
            <ac:spMk id="38" creationId="{5A1DA0F9-F140-675E-3623-E032BDAC19A3}"/>
          </ac:spMkLst>
        </pc:spChg>
        <pc:spChg chg="add mod">
          <ac:chgData name="shibariku0623@icloud.com" userId="47b6e960b06a1f92" providerId="LiveId" clId="{D15B5418-841C-4577-A6C3-663632A3D129}" dt="2024-10-26T01:27:18.058" v="2157" actId="1076"/>
          <ac:spMkLst>
            <pc:docMk/>
            <pc:sldMk cId="2465341568" sldId="290"/>
            <ac:spMk id="39" creationId="{C26BC4E8-7DEA-5926-40EA-AF11FA99E74D}"/>
          </ac:spMkLst>
        </pc:spChg>
        <pc:spChg chg="add mod">
          <ac:chgData name="shibariku0623@icloud.com" userId="47b6e960b06a1f92" providerId="LiveId" clId="{D15B5418-841C-4577-A6C3-663632A3D129}" dt="2024-10-26T01:27:18.058" v="2157" actId="1076"/>
          <ac:spMkLst>
            <pc:docMk/>
            <pc:sldMk cId="2465341568" sldId="290"/>
            <ac:spMk id="40" creationId="{45CA7BD2-AAB4-CA2F-C47A-FE0B41350057}"/>
          </ac:spMkLst>
        </pc:spChg>
        <pc:spChg chg="add del mod">
          <ac:chgData name="shibariku0623@icloud.com" userId="47b6e960b06a1f92" providerId="LiveId" clId="{D15B5418-841C-4577-A6C3-663632A3D129}" dt="2024-10-26T01:27:04.749" v="2156" actId="478"/>
          <ac:spMkLst>
            <pc:docMk/>
            <pc:sldMk cId="2465341568" sldId="290"/>
            <ac:spMk id="41" creationId="{FEF6E4DE-9635-D1E2-800C-393F1542C517}"/>
          </ac:spMkLst>
        </pc:spChg>
        <pc:spChg chg="add del">
          <ac:chgData name="shibariku0623@icloud.com" userId="47b6e960b06a1f92" providerId="LiveId" clId="{D15B5418-841C-4577-A6C3-663632A3D129}" dt="2024-10-26T00:53:15.315" v="1599" actId="478"/>
          <ac:spMkLst>
            <pc:docMk/>
            <pc:sldMk cId="2465341568" sldId="290"/>
            <ac:spMk id="112" creationId="{B7CAB0C0-6DDC-84E3-440B-2BE19A350CDD}"/>
          </ac:spMkLst>
        </pc:spChg>
        <pc:spChg chg="add del">
          <ac:chgData name="shibariku0623@icloud.com" userId="47b6e960b06a1f92" providerId="LiveId" clId="{D15B5418-841C-4577-A6C3-663632A3D129}" dt="2024-10-26T00:53:15.315" v="1599" actId="478"/>
          <ac:spMkLst>
            <pc:docMk/>
            <pc:sldMk cId="2465341568" sldId="290"/>
            <ac:spMk id="113" creationId="{0E50F9C6-47FB-2F71-683F-CB6F9DB8F023}"/>
          </ac:spMkLst>
        </pc:spChg>
        <pc:spChg chg="add del">
          <ac:chgData name="shibariku0623@icloud.com" userId="47b6e960b06a1f92" providerId="LiveId" clId="{D15B5418-841C-4577-A6C3-663632A3D129}" dt="2024-10-26T00:53:15.315" v="1599" actId="478"/>
          <ac:spMkLst>
            <pc:docMk/>
            <pc:sldMk cId="2465341568" sldId="290"/>
            <ac:spMk id="115" creationId="{61769438-F25D-32A9-C762-F38C4B378985}"/>
          </ac:spMkLst>
        </pc:spChg>
        <pc:grpChg chg="add mod">
          <ac:chgData name="shibariku0623@icloud.com" userId="47b6e960b06a1f92" providerId="LiveId" clId="{D15B5418-841C-4577-A6C3-663632A3D129}" dt="2024-10-26T01:27:18.058" v="2157" actId="1076"/>
          <ac:grpSpMkLst>
            <pc:docMk/>
            <pc:sldMk cId="2465341568" sldId="290"/>
            <ac:grpSpMk id="32" creationId="{840ACDC4-DF9F-6553-3C8E-EF03D54D509A}"/>
          </ac:grpSpMkLst>
        </pc:grpChg>
        <pc:grpChg chg="add mod">
          <ac:chgData name="shibariku0623@icloud.com" userId="47b6e960b06a1f92" providerId="LiveId" clId="{D15B5418-841C-4577-A6C3-663632A3D129}" dt="2024-10-26T01:27:56.650" v="2174" actId="1076"/>
          <ac:grpSpMkLst>
            <pc:docMk/>
            <pc:sldMk cId="2465341568" sldId="290"/>
            <ac:grpSpMk id="33" creationId="{95B55837-A1F5-2B16-5BCC-8A823860EE32}"/>
          </ac:grpSpMkLst>
        </pc:grpChg>
        <pc:grpChg chg="add mod">
          <ac:chgData name="shibariku0623@icloud.com" userId="47b6e960b06a1f92" providerId="LiveId" clId="{D15B5418-841C-4577-A6C3-663632A3D129}" dt="2024-10-26T01:27:18.058" v="2157" actId="1076"/>
          <ac:grpSpMkLst>
            <pc:docMk/>
            <pc:sldMk cId="2465341568" sldId="290"/>
            <ac:grpSpMk id="36" creationId="{3E84B247-88E5-DC4E-5125-0394EEEE0C6E}"/>
          </ac:grpSpMkLst>
        </pc:grpChg>
        <pc:grpChg chg="add del">
          <ac:chgData name="shibariku0623@icloud.com" userId="47b6e960b06a1f92" providerId="LiveId" clId="{D15B5418-841C-4577-A6C3-663632A3D129}" dt="2024-10-26T00:53:15.315" v="1599" actId="478"/>
          <ac:grpSpMkLst>
            <pc:docMk/>
            <pc:sldMk cId="2465341568" sldId="290"/>
            <ac:grpSpMk id="71" creationId="{4E7EC00D-E361-9564-FAB2-7532C146BE6F}"/>
          </ac:grpSpMkLst>
        </pc:grpChg>
        <pc:grpChg chg="add del">
          <ac:chgData name="shibariku0623@icloud.com" userId="47b6e960b06a1f92" providerId="LiveId" clId="{D15B5418-841C-4577-A6C3-663632A3D129}" dt="2024-10-26T00:53:15.315" v="1599" actId="478"/>
          <ac:grpSpMkLst>
            <pc:docMk/>
            <pc:sldMk cId="2465341568" sldId="290"/>
            <ac:grpSpMk id="72" creationId="{0491C034-928F-2F66-FE5B-5008A072B475}"/>
          </ac:grpSpMkLst>
        </pc:grpChg>
        <pc:grpChg chg="add del">
          <ac:chgData name="shibariku0623@icloud.com" userId="47b6e960b06a1f92" providerId="LiveId" clId="{D15B5418-841C-4577-A6C3-663632A3D129}" dt="2024-10-26T00:53:15.315" v="1599" actId="478"/>
          <ac:grpSpMkLst>
            <pc:docMk/>
            <pc:sldMk cId="2465341568" sldId="290"/>
            <ac:grpSpMk id="75" creationId="{9E0A314F-E2D0-34B9-F574-9C50DA55A08F}"/>
          </ac:grpSpMkLst>
        </pc:grpChg>
        <pc:grpChg chg="add del">
          <ac:chgData name="shibariku0623@icloud.com" userId="47b6e960b06a1f92" providerId="LiveId" clId="{D15B5418-841C-4577-A6C3-663632A3D129}" dt="2024-10-26T00:53:15.315" v="1599" actId="478"/>
          <ac:grpSpMkLst>
            <pc:docMk/>
            <pc:sldMk cId="2465341568" sldId="290"/>
            <ac:grpSpMk id="78" creationId="{8EB7583B-4F61-9EAF-A6BF-3A2687BDB41E}"/>
          </ac:grpSpMkLst>
        </pc:grpChg>
        <pc:grpChg chg="add del">
          <ac:chgData name="shibariku0623@icloud.com" userId="47b6e960b06a1f92" providerId="LiveId" clId="{D15B5418-841C-4577-A6C3-663632A3D129}" dt="2024-10-26T00:53:15.315" v="1599" actId="478"/>
          <ac:grpSpMkLst>
            <pc:docMk/>
            <pc:sldMk cId="2465341568" sldId="290"/>
            <ac:grpSpMk id="81" creationId="{087A68D6-52D5-9137-5EBE-C3FA6B972DEA}"/>
          </ac:grpSpMkLst>
        </pc:grpChg>
        <pc:grpChg chg="add del">
          <ac:chgData name="shibariku0623@icloud.com" userId="47b6e960b06a1f92" providerId="LiveId" clId="{D15B5418-841C-4577-A6C3-663632A3D129}" dt="2024-10-26T00:53:15.315" v="1599" actId="478"/>
          <ac:grpSpMkLst>
            <pc:docMk/>
            <pc:sldMk cId="2465341568" sldId="290"/>
            <ac:grpSpMk id="84" creationId="{0E45B6CB-55DB-139E-E68B-C6FAC06832E2}"/>
          </ac:grpSpMkLst>
        </pc:grpChg>
        <pc:grpChg chg="add del">
          <ac:chgData name="shibariku0623@icloud.com" userId="47b6e960b06a1f92" providerId="LiveId" clId="{D15B5418-841C-4577-A6C3-663632A3D129}" dt="2024-10-26T00:53:15.315" v="1599" actId="478"/>
          <ac:grpSpMkLst>
            <pc:docMk/>
            <pc:sldMk cId="2465341568" sldId="290"/>
            <ac:grpSpMk id="87" creationId="{5F55243A-98FC-EF84-F364-82CEB6CEED5F}"/>
          </ac:grpSpMkLst>
        </pc:grpChg>
        <pc:cxnChg chg="add del mod">
          <ac:chgData name="shibariku0623@icloud.com" userId="47b6e960b06a1f92" providerId="LiveId" clId="{D15B5418-841C-4577-A6C3-663632A3D129}" dt="2024-10-26T00:53:15.315" v="1599" actId="478"/>
          <ac:cxnSpMkLst>
            <pc:docMk/>
            <pc:sldMk cId="2465341568" sldId="290"/>
            <ac:cxnSpMk id="91" creationId="{83CDA00F-AD32-81C4-DD76-CA55562418E8}"/>
          </ac:cxnSpMkLst>
        </pc:cxnChg>
        <pc:cxnChg chg="add del mod">
          <ac:chgData name="shibariku0623@icloud.com" userId="47b6e960b06a1f92" providerId="LiveId" clId="{D15B5418-841C-4577-A6C3-663632A3D129}" dt="2024-10-26T00:53:15.315" v="1599" actId="478"/>
          <ac:cxnSpMkLst>
            <pc:docMk/>
            <pc:sldMk cId="2465341568" sldId="290"/>
            <ac:cxnSpMk id="93" creationId="{F99AF913-EC34-D288-42B8-89C29601F04A}"/>
          </ac:cxnSpMkLst>
        </pc:cxnChg>
        <pc:cxnChg chg="add del">
          <ac:chgData name="shibariku0623@icloud.com" userId="47b6e960b06a1f92" providerId="LiveId" clId="{D15B5418-841C-4577-A6C3-663632A3D129}" dt="2024-10-26T00:53:15.315" v="1599" actId="478"/>
          <ac:cxnSpMkLst>
            <pc:docMk/>
            <pc:sldMk cId="2465341568" sldId="290"/>
            <ac:cxnSpMk id="95" creationId="{B9B6DA35-1A48-7312-7F05-A3DF19BFEDC4}"/>
          </ac:cxnSpMkLst>
        </pc:cxnChg>
        <pc:cxnChg chg="add del">
          <ac:chgData name="shibariku0623@icloud.com" userId="47b6e960b06a1f92" providerId="LiveId" clId="{D15B5418-841C-4577-A6C3-663632A3D129}" dt="2024-10-26T00:53:15.315" v="1599" actId="478"/>
          <ac:cxnSpMkLst>
            <pc:docMk/>
            <pc:sldMk cId="2465341568" sldId="290"/>
            <ac:cxnSpMk id="96" creationId="{F25C1DD0-61D5-BB66-D337-444A7E68123D}"/>
          </ac:cxnSpMkLst>
        </pc:cxnChg>
        <pc:cxnChg chg="add del mod">
          <ac:chgData name="shibariku0623@icloud.com" userId="47b6e960b06a1f92" providerId="LiveId" clId="{D15B5418-841C-4577-A6C3-663632A3D129}" dt="2024-10-26T00:53:15.315" v="1599" actId="478"/>
          <ac:cxnSpMkLst>
            <pc:docMk/>
            <pc:sldMk cId="2465341568" sldId="290"/>
            <ac:cxnSpMk id="98" creationId="{434485D2-E5A5-5DE8-F259-3EB71886C66B}"/>
          </ac:cxnSpMkLst>
        </pc:cxnChg>
        <pc:cxnChg chg="add del">
          <ac:chgData name="shibariku0623@icloud.com" userId="47b6e960b06a1f92" providerId="LiveId" clId="{D15B5418-841C-4577-A6C3-663632A3D129}" dt="2024-10-26T00:53:15.315" v="1599" actId="478"/>
          <ac:cxnSpMkLst>
            <pc:docMk/>
            <pc:sldMk cId="2465341568" sldId="290"/>
            <ac:cxnSpMk id="100" creationId="{4730C149-1B78-49D2-6626-5DEAF4D46C1D}"/>
          </ac:cxnSpMkLst>
        </pc:cxnChg>
        <pc:cxnChg chg="add del">
          <ac:chgData name="shibariku0623@icloud.com" userId="47b6e960b06a1f92" providerId="LiveId" clId="{D15B5418-841C-4577-A6C3-663632A3D129}" dt="2024-10-26T00:53:19.077" v="1600" actId="478"/>
          <ac:cxnSpMkLst>
            <pc:docMk/>
            <pc:sldMk cId="2465341568" sldId="290"/>
            <ac:cxnSpMk id="104" creationId="{B2918F13-F619-2C4B-2695-ECBD72D7B067}"/>
          </ac:cxnSpMkLst>
        </pc:cxnChg>
        <pc:cxnChg chg="add del">
          <ac:chgData name="shibariku0623@icloud.com" userId="47b6e960b06a1f92" providerId="LiveId" clId="{D15B5418-841C-4577-A6C3-663632A3D129}" dt="2024-10-26T00:53:21.615" v="1601" actId="478"/>
          <ac:cxnSpMkLst>
            <pc:docMk/>
            <pc:sldMk cId="2465341568" sldId="290"/>
            <ac:cxnSpMk id="107" creationId="{7CB70C7B-01B4-158C-8E82-12871B53F54C}"/>
          </ac:cxnSpMkLst>
        </pc:cxnChg>
        <pc:cxnChg chg="add del mod">
          <ac:chgData name="shibariku0623@icloud.com" userId="47b6e960b06a1f92" providerId="LiveId" clId="{D15B5418-841C-4577-A6C3-663632A3D129}" dt="2024-10-26T00:53:24.874" v="1602" actId="478"/>
          <ac:cxnSpMkLst>
            <pc:docMk/>
            <pc:sldMk cId="2465341568" sldId="290"/>
            <ac:cxnSpMk id="109" creationId="{85F1A342-1F83-009D-F64B-14B2B9513BC3}"/>
          </ac:cxnSpMkLst>
        </pc:cxnChg>
        <pc:cxnChg chg="add del mod">
          <ac:chgData name="shibariku0623@icloud.com" userId="47b6e960b06a1f92" providerId="LiveId" clId="{D15B5418-841C-4577-A6C3-663632A3D129}" dt="2024-10-26T00:53:15.315" v="1599" actId="478"/>
          <ac:cxnSpMkLst>
            <pc:docMk/>
            <pc:sldMk cId="2465341568" sldId="290"/>
            <ac:cxnSpMk id="111" creationId="{10FD5FFC-2B13-5620-AC72-E20DC0D7F950}"/>
          </ac:cxnSpMkLst>
        </pc:cxnChg>
      </pc:sldChg>
      <pc:sldChg chg="addSp delSp modSp add mod ord">
        <pc:chgData name="shibariku0623@icloud.com" userId="47b6e960b06a1f92" providerId="LiveId" clId="{D15B5418-841C-4577-A6C3-663632A3D129}" dt="2024-10-28T23:59:47.505" v="6315" actId="20577"/>
        <pc:sldMkLst>
          <pc:docMk/>
          <pc:sldMk cId="375572077" sldId="291"/>
        </pc:sldMkLst>
        <pc:spChg chg="mod">
          <ac:chgData name="shibariku0623@icloud.com" userId="47b6e960b06a1f92" providerId="LiveId" clId="{D15B5418-841C-4577-A6C3-663632A3D129}" dt="2024-10-28T01:34:42.923" v="4361" actId="1076"/>
          <ac:spMkLst>
            <pc:docMk/>
            <pc:sldMk cId="375572077" sldId="291"/>
            <ac:spMk id="22" creationId="{AE671010-407A-51CA-A262-2EC9C413B90C}"/>
          </ac:spMkLst>
        </pc:spChg>
        <pc:spChg chg="mod">
          <ac:chgData name="shibariku0623@icloud.com" userId="47b6e960b06a1f92" providerId="LiveId" clId="{D15B5418-841C-4577-A6C3-663632A3D129}" dt="2024-10-26T01:28:45.858" v="2228" actId="20577"/>
          <ac:spMkLst>
            <pc:docMk/>
            <pc:sldMk cId="375572077" sldId="291"/>
            <ac:spMk id="24" creationId="{C6EC8D59-3F99-7455-C3F2-013B73168F55}"/>
          </ac:spMkLst>
        </pc:spChg>
        <pc:spChg chg="mod">
          <ac:chgData name="shibariku0623@icloud.com" userId="47b6e960b06a1f92" providerId="LiveId" clId="{D15B5418-841C-4577-A6C3-663632A3D129}" dt="2024-10-26T01:28:27.377" v="2179" actId="20577"/>
          <ac:spMkLst>
            <pc:docMk/>
            <pc:sldMk cId="375572077" sldId="291"/>
            <ac:spMk id="25" creationId="{F238FB1F-B55C-48CF-0462-A3350D0C76F9}"/>
          </ac:spMkLst>
        </pc:spChg>
        <pc:spChg chg="add del mod">
          <ac:chgData name="shibariku0623@icloud.com" userId="47b6e960b06a1f92" providerId="LiveId" clId="{D15B5418-841C-4577-A6C3-663632A3D129}" dt="2024-10-26T09:07:02.085" v="3782" actId="478"/>
          <ac:spMkLst>
            <pc:docMk/>
            <pc:sldMk cId="375572077" sldId="291"/>
            <ac:spMk id="26" creationId="{5AE37113-1675-610B-70B1-A19ADA630F5C}"/>
          </ac:spMkLst>
        </pc:spChg>
        <pc:spChg chg="add del mod">
          <ac:chgData name="shibariku0623@icloud.com" userId="47b6e960b06a1f92" providerId="LiveId" clId="{D15B5418-841C-4577-A6C3-663632A3D129}" dt="2024-10-26T09:07:07.882" v="3785" actId="478"/>
          <ac:spMkLst>
            <pc:docMk/>
            <pc:sldMk cId="375572077" sldId="291"/>
            <ac:spMk id="27" creationId="{D0584EA5-5C3A-D96C-39AB-67CDE02C1960}"/>
          </ac:spMkLst>
        </pc:spChg>
        <pc:spChg chg="add del mod">
          <ac:chgData name="shibariku0623@icloud.com" userId="47b6e960b06a1f92" providerId="LiveId" clId="{D15B5418-841C-4577-A6C3-663632A3D129}" dt="2024-10-28T02:48:29.897" v="4784" actId="164"/>
          <ac:spMkLst>
            <pc:docMk/>
            <pc:sldMk cId="375572077" sldId="291"/>
            <ac:spMk id="28" creationId="{4DD386DE-3CFD-C429-495B-FAEBAF45EDF4}"/>
          </ac:spMkLst>
        </pc:spChg>
        <pc:spChg chg="add mod">
          <ac:chgData name="shibariku0623@icloud.com" userId="47b6e960b06a1f92" providerId="LiveId" clId="{D15B5418-841C-4577-A6C3-663632A3D129}" dt="2024-10-28T02:54:18.650" v="4801" actId="1076"/>
          <ac:spMkLst>
            <pc:docMk/>
            <pc:sldMk cId="375572077" sldId="291"/>
            <ac:spMk id="29" creationId="{38DAD56B-1301-0310-CA96-F705C178A3F3}"/>
          </ac:spMkLst>
        </pc:spChg>
        <pc:spChg chg="add mod">
          <ac:chgData name="shibariku0623@icloud.com" userId="47b6e960b06a1f92" providerId="LiveId" clId="{D15B5418-841C-4577-A6C3-663632A3D129}" dt="2024-10-28T03:42:40.206" v="5196" actId="1076"/>
          <ac:spMkLst>
            <pc:docMk/>
            <pc:sldMk cId="375572077" sldId="291"/>
            <ac:spMk id="30" creationId="{CDEEB79F-1E91-7A92-F814-F115D16680FF}"/>
          </ac:spMkLst>
        </pc:spChg>
        <pc:spChg chg="mod">
          <ac:chgData name="shibariku0623@icloud.com" userId="47b6e960b06a1f92" providerId="LiveId" clId="{D15B5418-841C-4577-A6C3-663632A3D129}" dt="2024-10-28T01:33:18.617" v="4355" actId="255"/>
          <ac:spMkLst>
            <pc:docMk/>
            <pc:sldMk cId="375572077" sldId="291"/>
            <ac:spMk id="31" creationId="{2F6D020A-908F-C092-9857-5156171C0A00}"/>
          </ac:spMkLst>
        </pc:spChg>
        <pc:spChg chg="mod">
          <ac:chgData name="shibariku0623@icloud.com" userId="47b6e960b06a1f92" providerId="LiveId" clId="{D15B5418-841C-4577-A6C3-663632A3D129}" dt="2024-10-28T01:33:18.617" v="4355" actId="255"/>
          <ac:spMkLst>
            <pc:docMk/>
            <pc:sldMk cId="375572077" sldId="291"/>
            <ac:spMk id="34" creationId="{07C6AE42-E8B8-F661-7FF8-9AFCBFE846C0}"/>
          </ac:spMkLst>
        </pc:spChg>
        <pc:spChg chg="mod">
          <ac:chgData name="shibariku0623@icloud.com" userId="47b6e960b06a1f92" providerId="LiveId" clId="{D15B5418-841C-4577-A6C3-663632A3D129}" dt="2024-10-28T02:55:39.877" v="4803" actId="1076"/>
          <ac:spMkLst>
            <pc:docMk/>
            <pc:sldMk cId="375572077" sldId="291"/>
            <ac:spMk id="35" creationId="{75369C52-E5E2-B747-EC25-CD9074542C44}"/>
          </ac:spMkLst>
        </pc:spChg>
        <pc:spChg chg="mod">
          <ac:chgData name="shibariku0623@icloud.com" userId="47b6e960b06a1f92" providerId="LiveId" clId="{D15B5418-841C-4577-A6C3-663632A3D129}" dt="2024-10-28T01:33:18.617" v="4355" actId="255"/>
          <ac:spMkLst>
            <pc:docMk/>
            <pc:sldMk cId="375572077" sldId="291"/>
            <ac:spMk id="37" creationId="{BDB6E7F1-8E11-859F-8660-5436632845D4}"/>
          </ac:spMkLst>
        </pc:spChg>
        <pc:spChg chg="mod">
          <ac:chgData name="shibariku0623@icloud.com" userId="47b6e960b06a1f92" providerId="LiveId" clId="{D15B5418-841C-4577-A6C3-663632A3D129}" dt="2024-10-28T01:36:35.669" v="4370" actId="1076"/>
          <ac:spMkLst>
            <pc:docMk/>
            <pc:sldMk cId="375572077" sldId="291"/>
            <ac:spMk id="38" creationId="{39B0DF75-EDFB-82A8-A23A-9DD8AEBC032D}"/>
          </ac:spMkLst>
        </pc:spChg>
        <pc:spChg chg="mod">
          <ac:chgData name="shibariku0623@icloud.com" userId="47b6e960b06a1f92" providerId="LiveId" clId="{D15B5418-841C-4577-A6C3-663632A3D129}" dt="2024-10-28T02:55:33.823" v="4802" actId="1076"/>
          <ac:spMkLst>
            <pc:docMk/>
            <pc:sldMk cId="375572077" sldId="291"/>
            <ac:spMk id="39" creationId="{FF1E4749-3A95-E617-4FC0-E66C31FD408E}"/>
          </ac:spMkLst>
        </pc:spChg>
        <pc:spChg chg="mod">
          <ac:chgData name="shibariku0623@icloud.com" userId="47b6e960b06a1f92" providerId="LiveId" clId="{D15B5418-841C-4577-A6C3-663632A3D129}" dt="2024-10-28T02:55:53.961" v="4805" actId="1076"/>
          <ac:spMkLst>
            <pc:docMk/>
            <pc:sldMk cId="375572077" sldId="291"/>
            <ac:spMk id="40" creationId="{7ECEE408-DE36-85B9-5F0C-6AE368F085CC}"/>
          </ac:spMkLst>
        </pc:spChg>
        <pc:spChg chg="add mod">
          <ac:chgData name="shibariku0623@icloud.com" userId="47b6e960b06a1f92" providerId="LiveId" clId="{D15B5418-841C-4577-A6C3-663632A3D129}" dt="2024-10-28T04:17:55.647" v="5523" actId="1076"/>
          <ac:spMkLst>
            <pc:docMk/>
            <pc:sldMk cId="375572077" sldId="291"/>
            <ac:spMk id="41" creationId="{39CF3E46-5330-624A-B426-FE7846B4593D}"/>
          </ac:spMkLst>
        </pc:spChg>
        <pc:spChg chg="add mod">
          <ac:chgData name="shibariku0623@icloud.com" userId="47b6e960b06a1f92" providerId="LiveId" clId="{D15B5418-841C-4577-A6C3-663632A3D129}" dt="2024-10-28T04:25:33.432" v="5610" actId="20577"/>
          <ac:spMkLst>
            <pc:docMk/>
            <pc:sldMk cId="375572077" sldId="291"/>
            <ac:spMk id="42" creationId="{981B2DEC-D946-A52A-E072-934E327B9F6D}"/>
          </ac:spMkLst>
        </pc:spChg>
        <pc:spChg chg="add mod">
          <ac:chgData name="shibariku0623@icloud.com" userId="47b6e960b06a1f92" providerId="LiveId" clId="{D15B5418-841C-4577-A6C3-663632A3D129}" dt="2024-10-28T23:59:47.505" v="6315" actId="20577"/>
          <ac:spMkLst>
            <pc:docMk/>
            <pc:sldMk cId="375572077" sldId="291"/>
            <ac:spMk id="45" creationId="{2A489ED5-6303-4F6E-75F2-D969712D1148}"/>
          </ac:spMkLst>
        </pc:spChg>
        <pc:grpChg chg="add mod">
          <ac:chgData name="shibariku0623@icloud.com" userId="47b6e960b06a1f92" providerId="LiveId" clId="{D15B5418-841C-4577-A6C3-663632A3D129}" dt="2024-10-28T02:54:14.004" v="4800" actId="1076"/>
          <ac:grpSpMkLst>
            <pc:docMk/>
            <pc:sldMk cId="375572077" sldId="291"/>
            <ac:grpSpMk id="26" creationId="{8C3AED4B-7C4B-C172-359E-2D0AD2C5B92F}"/>
          </ac:grpSpMkLst>
        </pc:grpChg>
        <pc:grpChg chg="mod">
          <ac:chgData name="shibariku0623@icloud.com" userId="47b6e960b06a1f92" providerId="LiveId" clId="{D15B5418-841C-4577-A6C3-663632A3D129}" dt="2024-10-28T01:33:30.043" v="4357" actId="1076"/>
          <ac:grpSpMkLst>
            <pc:docMk/>
            <pc:sldMk cId="375572077" sldId="291"/>
            <ac:grpSpMk id="32" creationId="{E2DBB5B3-B54F-6CFF-FB19-6668474D0E57}"/>
          </ac:grpSpMkLst>
        </pc:grpChg>
        <pc:grpChg chg="mod">
          <ac:chgData name="shibariku0623@icloud.com" userId="47b6e960b06a1f92" providerId="LiveId" clId="{D15B5418-841C-4577-A6C3-663632A3D129}" dt="2024-10-28T02:55:48.627" v="4804" actId="1076"/>
          <ac:grpSpMkLst>
            <pc:docMk/>
            <pc:sldMk cId="375572077" sldId="291"/>
            <ac:grpSpMk id="33" creationId="{2D2A20AF-44EA-6FFA-84F5-294071290EAA}"/>
          </ac:grpSpMkLst>
        </pc:grpChg>
        <pc:grpChg chg="mod">
          <ac:chgData name="shibariku0623@icloud.com" userId="47b6e960b06a1f92" providerId="LiveId" clId="{D15B5418-841C-4577-A6C3-663632A3D129}" dt="2024-10-28T02:55:57.935" v="4806" actId="1076"/>
          <ac:grpSpMkLst>
            <pc:docMk/>
            <pc:sldMk cId="375572077" sldId="291"/>
            <ac:grpSpMk id="36" creationId="{3BB4627B-C80C-B0D8-520D-A7B95B5D312A}"/>
          </ac:grpSpMkLst>
        </pc:grpChg>
        <pc:picChg chg="add del mod">
          <ac:chgData name="shibariku0623@icloud.com" userId="47b6e960b06a1f92" providerId="LiveId" clId="{D15B5418-841C-4577-A6C3-663632A3D129}" dt="2024-10-28T04:09:03.472" v="5202" actId="478"/>
          <ac:picMkLst>
            <pc:docMk/>
            <pc:sldMk cId="375572077" sldId="291"/>
            <ac:picMk id="27" creationId="{B0F90162-DF7E-C475-76CE-9940659FC756}"/>
          </ac:picMkLst>
        </pc:picChg>
        <pc:picChg chg="add mod">
          <ac:chgData name="shibariku0623@icloud.com" userId="47b6e960b06a1f92" providerId="LiveId" clId="{D15B5418-841C-4577-A6C3-663632A3D129}" dt="2024-10-28T04:18:00.707" v="5524" actId="1076"/>
          <ac:picMkLst>
            <pc:docMk/>
            <pc:sldMk cId="375572077" sldId="291"/>
            <ac:picMk id="44" creationId="{14508F32-75AC-D8F0-448C-8C654EF8E32A}"/>
          </ac:picMkLst>
        </pc:picChg>
      </pc:sldChg>
      <pc:sldChg chg="addSp delSp modSp add mod ord setBg">
        <pc:chgData name="shibariku0623@icloud.com" userId="47b6e960b06a1f92" providerId="LiveId" clId="{D15B5418-841C-4577-A6C3-663632A3D129}" dt="2024-10-28T03:07:15.029" v="4991" actId="14100"/>
        <pc:sldMkLst>
          <pc:docMk/>
          <pc:sldMk cId="2412679805" sldId="292"/>
        </pc:sldMkLst>
        <pc:spChg chg="mod">
          <ac:chgData name="shibariku0623@icloud.com" userId="47b6e960b06a1f92" providerId="LiveId" clId="{D15B5418-841C-4577-A6C3-663632A3D129}" dt="2024-10-28T02:38:28.154" v="4735" actId="1076"/>
          <ac:spMkLst>
            <pc:docMk/>
            <pc:sldMk cId="2412679805" sldId="292"/>
            <ac:spMk id="21" creationId="{3BF119E0-E7A4-A0C6-0B73-22182B08AB56}"/>
          </ac:spMkLst>
        </pc:spChg>
        <pc:spChg chg="add mod">
          <ac:chgData name="shibariku0623@icloud.com" userId="47b6e960b06a1f92" providerId="LiveId" clId="{D15B5418-841C-4577-A6C3-663632A3D129}" dt="2024-10-26T01:39:18.466" v="2504"/>
          <ac:spMkLst>
            <pc:docMk/>
            <pc:sldMk cId="2412679805" sldId="292"/>
            <ac:spMk id="22" creationId="{2386411B-EEC3-885A-5EA6-FFBEF340D076}"/>
          </ac:spMkLst>
        </pc:spChg>
        <pc:spChg chg="del mod">
          <ac:chgData name="shibariku0623@icloud.com" userId="47b6e960b06a1f92" providerId="LiveId" clId="{D15B5418-841C-4577-A6C3-663632A3D129}" dt="2024-10-26T01:39:12.433" v="2503"/>
          <ac:spMkLst>
            <pc:docMk/>
            <pc:sldMk cId="2412679805" sldId="292"/>
            <ac:spMk id="24" creationId="{0F79958A-7714-BD1D-10F2-CBF187A840B7}"/>
          </ac:spMkLst>
        </pc:spChg>
        <pc:spChg chg="add mod">
          <ac:chgData name="shibariku0623@icloud.com" userId="47b6e960b06a1f92" providerId="LiveId" clId="{D15B5418-841C-4577-A6C3-663632A3D129}" dt="2024-10-28T02:38:36.599" v="4736" actId="1076"/>
          <ac:spMkLst>
            <pc:docMk/>
            <pc:sldMk cId="2412679805" sldId="292"/>
            <ac:spMk id="24" creationId="{16E126AC-C01F-54FD-9B86-2A4FF1737F14}"/>
          </ac:spMkLst>
        </pc:spChg>
        <pc:spChg chg="mod">
          <ac:chgData name="shibariku0623@icloud.com" userId="47b6e960b06a1f92" providerId="LiveId" clId="{D15B5418-841C-4577-A6C3-663632A3D129}" dt="2024-10-26T01:34:59.164" v="2428" actId="20577"/>
          <ac:spMkLst>
            <pc:docMk/>
            <pc:sldMk cId="2412679805" sldId="292"/>
            <ac:spMk id="25" creationId="{92A7CDFD-D688-4110-680F-1BC861DDC03D}"/>
          </ac:spMkLst>
        </pc:spChg>
        <pc:spChg chg="add mod">
          <ac:chgData name="shibariku0623@icloud.com" userId="47b6e960b06a1f92" providerId="LiveId" clId="{D15B5418-841C-4577-A6C3-663632A3D129}" dt="2024-10-28T02:38:40.115" v="4737" actId="1076"/>
          <ac:spMkLst>
            <pc:docMk/>
            <pc:sldMk cId="2412679805" sldId="292"/>
            <ac:spMk id="26" creationId="{3EE77BFB-5331-6984-AC78-AC401F5DA0C3}"/>
          </ac:spMkLst>
        </pc:spChg>
        <pc:spChg chg="add del mod">
          <ac:chgData name="shibariku0623@icloud.com" userId="47b6e960b06a1f92" providerId="LiveId" clId="{D15B5418-841C-4577-A6C3-663632A3D129}" dt="2024-10-28T02:38:36.599" v="4736" actId="1076"/>
          <ac:spMkLst>
            <pc:docMk/>
            <pc:sldMk cId="2412679805" sldId="292"/>
            <ac:spMk id="27" creationId="{7A02A666-FBB7-4778-7336-7219B25049C4}"/>
          </ac:spMkLst>
        </pc:spChg>
        <pc:spChg chg="add mod">
          <ac:chgData name="shibariku0623@icloud.com" userId="47b6e960b06a1f92" providerId="LiveId" clId="{D15B5418-841C-4577-A6C3-663632A3D129}" dt="2024-10-28T02:38:36.599" v="4736" actId="1076"/>
          <ac:spMkLst>
            <pc:docMk/>
            <pc:sldMk cId="2412679805" sldId="292"/>
            <ac:spMk id="28" creationId="{5FD26B50-1104-4ED1-AA5C-3F5650C4B949}"/>
          </ac:spMkLst>
        </pc:spChg>
        <pc:spChg chg="add mod">
          <ac:chgData name="shibariku0623@icloud.com" userId="47b6e960b06a1f92" providerId="LiveId" clId="{D15B5418-841C-4577-A6C3-663632A3D129}" dt="2024-10-28T02:38:36.599" v="4736" actId="1076"/>
          <ac:spMkLst>
            <pc:docMk/>
            <pc:sldMk cId="2412679805" sldId="292"/>
            <ac:spMk id="32" creationId="{A3F34285-905B-4A60-282B-78A8FA6D7E48}"/>
          </ac:spMkLst>
        </pc:spChg>
        <pc:spChg chg="add mod">
          <ac:chgData name="shibariku0623@icloud.com" userId="47b6e960b06a1f92" providerId="LiveId" clId="{D15B5418-841C-4577-A6C3-663632A3D129}" dt="2024-10-28T02:38:36.599" v="4736" actId="1076"/>
          <ac:spMkLst>
            <pc:docMk/>
            <pc:sldMk cId="2412679805" sldId="292"/>
            <ac:spMk id="33" creationId="{328B630F-EF36-23D5-DAC6-4326EE8C8512}"/>
          </ac:spMkLst>
        </pc:spChg>
        <pc:spChg chg="add mod">
          <ac:chgData name="shibariku0623@icloud.com" userId="47b6e960b06a1f92" providerId="LiveId" clId="{D15B5418-841C-4577-A6C3-663632A3D129}" dt="2024-10-28T02:18:36.252" v="4710" actId="1076"/>
          <ac:spMkLst>
            <pc:docMk/>
            <pc:sldMk cId="2412679805" sldId="292"/>
            <ac:spMk id="34" creationId="{FC9E7FF9-BDA8-8CF5-3D0E-B6C63BC1E481}"/>
          </ac:spMkLst>
        </pc:spChg>
        <pc:spChg chg="add mod">
          <ac:chgData name="shibariku0623@icloud.com" userId="47b6e960b06a1f92" providerId="LiveId" clId="{D15B5418-841C-4577-A6C3-663632A3D129}" dt="2024-10-28T02:38:36.599" v="4736" actId="1076"/>
          <ac:spMkLst>
            <pc:docMk/>
            <pc:sldMk cId="2412679805" sldId="292"/>
            <ac:spMk id="35" creationId="{75774C4E-2349-C65E-3B33-A236225DBABF}"/>
          </ac:spMkLst>
        </pc:spChg>
        <pc:spChg chg="add del mod">
          <ac:chgData name="shibariku0623@icloud.com" userId="47b6e960b06a1f92" providerId="LiveId" clId="{D15B5418-841C-4577-A6C3-663632A3D129}" dt="2024-10-28T01:55:38.552" v="4525" actId="478"/>
          <ac:spMkLst>
            <pc:docMk/>
            <pc:sldMk cId="2412679805" sldId="292"/>
            <ac:spMk id="36" creationId="{FC985E7E-8736-A236-4CD3-A049432C98BA}"/>
          </ac:spMkLst>
        </pc:spChg>
        <pc:spChg chg="add mod">
          <ac:chgData name="shibariku0623@icloud.com" userId="47b6e960b06a1f92" providerId="LiveId" clId="{D15B5418-841C-4577-A6C3-663632A3D129}" dt="2024-10-28T01:54:43.796" v="4512" actId="255"/>
          <ac:spMkLst>
            <pc:docMk/>
            <pc:sldMk cId="2412679805" sldId="292"/>
            <ac:spMk id="37" creationId="{64DAC289-01DE-CB90-CA06-1E8E6E59CDD5}"/>
          </ac:spMkLst>
        </pc:spChg>
        <pc:spChg chg="add del mod">
          <ac:chgData name="shibariku0623@icloud.com" userId="47b6e960b06a1f92" providerId="LiveId" clId="{D15B5418-841C-4577-A6C3-663632A3D129}" dt="2024-10-28T01:55:40.630" v="4526" actId="478"/>
          <ac:spMkLst>
            <pc:docMk/>
            <pc:sldMk cId="2412679805" sldId="292"/>
            <ac:spMk id="39" creationId="{20C114DF-E144-5AD5-1F7E-86F927C2B2F4}"/>
          </ac:spMkLst>
        </pc:spChg>
        <pc:spChg chg="add mod">
          <ac:chgData name="shibariku0623@icloud.com" userId="47b6e960b06a1f92" providerId="LiveId" clId="{D15B5418-841C-4577-A6C3-663632A3D129}" dt="2024-10-28T03:07:15.029" v="4991" actId="14100"/>
          <ac:spMkLst>
            <pc:docMk/>
            <pc:sldMk cId="2412679805" sldId="292"/>
            <ac:spMk id="41" creationId="{66D27F77-D698-2B92-842D-A7A0EFA0B9D5}"/>
          </ac:spMkLst>
        </pc:spChg>
        <pc:spChg chg="add mod">
          <ac:chgData name="shibariku0623@icloud.com" userId="47b6e960b06a1f92" providerId="LiveId" clId="{D15B5418-841C-4577-A6C3-663632A3D129}" dt="2024-10-28T03:03:40.929" v="4822" actId="1076"/>
          <ac:spMkLst>
            <pc:docMk/>
            <pc:sldMk cId="2412679805" sldId="292"/>
            <ac:spMk id="43" creationId="{FCA12108-106E-21A0-7160-A8A7BC367D5E}"/>
          </ac:spMkLst>
        </pc:spChg>
        <pc:spChg chg="add mod">
          <ac:chgData name="shibariku0623@icloud.com" userId="47b6e960b06a1f92" providerId="LiveId" clId="{D15B5418-841C-4577-A6C3-663632A3D129}" dt="2024-10-28T03:03:52.805" v="4824" actId="1076"/>
          <ac:spMkLst>
            <pc:docMk/>
            <pc:sldMk cId="2412679805" sldId="292"/>
            <ac:spMk id="44" creationId="{471B250B-C996-F106-6875-85B0C03C48BC}"/>
          </ac:spMkLst>
        </pc:spChg>
        <pc:spChg chg="del">
          <ac:chgData name="shibariku0623@icloud.com" userId="47b6e960b06a1f92" providerId="LiveId" clId="{D15B5418-841C-4577-A6C3-663632A3D129}" dt="2024-10-26T01:39:45.536" v="2505" actId="478"/>
          <ac:spMkLst>
            <pc:docMk/>
            <pc:sldMk cId="2412679805" sldId="292"/>
            <ac:spMk id="112" creationId="{7E36F3B2-4D80-81CB-597E-A4B3A4C1F93A}"/>
          </ac:spMkLst>
        </pc:spChg>
        <pc:spChg chg="del">
          <ac:chgData name="shibariku0623@icloud.com" userId="47b6e960b06a1f92" providerId="LiveId" clId="{D15B5418-841C-4577-A6C3-663632A3D129}" dt="2024-10-26T01:39:45.536" v="2505" actId="478"/>
          <ac:spMkLst>
            <pc:docMk/>
            <pc:sldMk cId="2412679805" sldId="292"/>
            <ac:spMk id="113" creationId="{3815F51C-E429-9A96-349A-2E5EC1FF6D15}"/>
          </ac:spMkLst>
        </pc:spChg>
        <pc:spChg chg="del">
          <ac:chgData name="shibariku0623@icloud.com" userId="47b6e960b06a1f92" providerId="LiveId" clId="{D15B5418-841C-4577-A6C3-663632A3D129}" dt="2024-10-26T01:39:45.536" v="2505" actId="478"/>
          <ac:spMkLst>
            <pc:docMk/>
            <pc:sldMk cId="2412679805" sldId="292"/>
            <ac:spMk id="115" creationId="{AF06D402-2656-2B90-CA53-6186EA271F0B}"/>
          </ac:spMkLst>
        </pc:spChg>
        <pc:grpChg chg="add mod">
          <ac:chgData name="shibariku0623@icloud.com" userId="47b6e960b06a1f92" providerId="LiveId" clId="{D15B5418-841C-4577-A6C3-663632A3D129}" dt="2024-10-28T02:38:36.599" v="4736" actId="1076"/>
          <ac:grpSpMkLst>
            <pc:docMk/>
            <pc:sldMk cId="2412679805" sldId="292"/>
            <ac:grpSpMk id="38" creationId="{85012B2D-C7B6-02BE-B6B3-0D7177540A06}"/>
          </ac:grpSpMkLst>
        </pc:grpChg>
        <pc:grpChg chg="del">
          <ac:chgData name="shibariku0623@icloud.com" userId="47b6e960b06a1f92" providerId="LiveId" clId="{D15B5418-841C-4577-A6C3-663632A3D129}" dt="2024-10-26T01:39:45.536" v="2505" actId="478"/>
          <ac:grpSpMkLst>
            <pc:docMk/>
            <pc:sldMk cId="2412679805" sldId="292"/>
            <ac:grpSpMk id="71" creationId="{780D92C2-727F-CD96-57E4-216072A3320E}"/>
          </ac:grpSpMkLst>
        </pc:grpChg>
        <pc:grpChg chg="del">
          <ac:chgData name="shibariku0623@icloud.com" userId="47b6e960b06a1f92" providerId="LiveId" clId="{D15B5418-841C-4577-A6C3-663632A3D129}" dt="2024-10-26T01:39:45.536" v="2505" actId="478"/>
          <ac:grpSpMkLst>
            <pc:docMk/>
            <pc:sldMk cId="2412679805" sldId="292"/>
            <ac:grpSpMk id="72" creationId="{72B62646-3E7A-39B4-A387-6D76AF4632A8}"/>
          </ac:grpSpMkLst>
        </pc:grpChg>
        <pc:grpChg chg="del">
          <ac:chgData name="shibariku0623@icloud.com" userId="47b6e960b06a1f92" providerId="LiveId" clId="{D15B5418-841C-4577-A6C3-663632A3D129}" dt="2024-10-26T01:39:45.536" v="2505" actId="478"/>
          <ac:grpSpMkLst>
            <pc:docMk/>
            <pc:sldMk cId="2412679805" sldId="292"/>
            <ac:grpSpMk id="75" creationId="{5D024A3B-7756-3DBF-82FE-8E554F912C8A}"/>
          </ac:grpSpMkLst>
        </pc:grpChg>
        <pc:grpChg chg="del">
          <ac:chgData name="shibariku0623@icloud.com" userId="47b6e960b06a1f92" providerId="LiveId" clId="{D15B5418-841C-4577-A6C3-663632A3D129}" dt="2024-10-26T01:39:45.536" v="2505" actId="478"/>
          <ac:grpSpMkLst>
            <pc:docMk/>
            <pc:sldMk cId="2412679805" sldId="292"/>
            <ac:grpSpMk id="78" creationId="{FFA0E3CB-CD6F-E6B2-7446-ADD23B60DB43}"/>
          </ac:grpSpMkLst>
        </pc:grpChg>
        <pc:grpChg chg="del">
          <ac:chgData name="shibariku0623@icloud.com" userId="47b6e960b06a1f92" providerId="LiveId" clId="{D15B5418-841C-4577-A6C3-663632A3D129}" dt="2024-10-26T01:39:45.536" v="2505" actId="478"/>
          <ac:grpSpMkLst>
            <pc:docMk/>
            <pc:sldMk cId="2412679805" sldId="292"/>
            <ac:grpSpMk id="81" creationId="{E9966BF0-54E4-5645-B43B-3CDEE3CA13D9}"/>
          </ac:grpSpMkLst>
        </pc:grpChg>
        <pc:grpChg chg="del">
          <ac:chgData name="shibariku0623@icloud.com" userId="47b6e960b06a1f92" providerId="LiveId" clId="{D15B5418-841C-4577-A6C3-663632A3D129}" dt="2024-10-26T01:39:45.536" v="2505" actId="478"/>
          <ac:grpSpMkLst>
            <pc:docMk/>
            <pc:sldMk cId="2412679805" sldId="292"/>
            <ac:grpSpMk id="84" creationId="{AF67F25B-2ED9-7A43-C552-FF077BB6ECE1}"/>
          </ac:grpSpMkLst>
        </pc:grpChg>
        <pc:grpChg chg="del">
          <ac:chgData name="shibariku0623@icloud.com" userId="47b6e960b06a1f92" providerId="LiveId" clId="{D15B5418-841C-4577-A6C3-663632A3D129}" dt="2024-10-26T01:39:45.536" v="2505" actId="478"/>
          <ac:grpSpMkLst>
            <pc:docMk/>
            <pc:sldMk cId="2412679805" sldId="292"/>
            <ac:grpSpMk id="87" creationId="{0454145C-E795-3B50-B5B1-E5731AFCA5A0}"/>
          </ac:grpSpMkLst>
        </pc:grpChg>
        <pc:picChg chg="add mod">
          <ac:chgData name="shibariku0623@icloud.com" userId="47b6e960b06a1f92" providerId="LiveId" clId="{D15B5418-841C-4577-A6C3-663632A3D129}" dt="2024-10-28T02:39:03.771" v="4741" actId="1076"/>
          <ac:picMkLst>
            <pc:docMk/>
            <pc:sldMk cId="2412679805" sldId="292"/>
            <ac:picMk id="30" creationId="{589D97CC-0479-68D2-B1E8-586C8D95FBCE}"/>
          </ac:picMkLst>
        </pc:picChg>
        <pc:picChg chg="add mod">
          <ac:chgData name="shibariku0623@icloud.com" userId="47b6e960b06a1f92" providerId="LiveId" clId="{D15B5418-841C-4577-A6C3-663632A3D129}" dt="2024-10-28T02:40:00.895" v="4744" actId="1076"/>
          <ac:picMkLst>
            <pc:docMk/>
            <pc:sldMk cId="2412679805" sldId="292"/>
            <ac:picMk id="40" creationId="{D5B9959C-C119-7F76-A46C-0992E82405D5}"/>
          </ac:picMkLst>
        </pc:picChg>
        <pc:cxnChg chg="add del mod">
          <ac:chgData name="shibariku0623@icloud.com" userId="47b6e960b06a1f92" providerId="LiveId" clId="{D15B5418-841C-4577-A6C3-663632A3D129}" dt="2024-10-26T02:36:10.918" v="2625" actId="478"/>
          <ac:cxnSpMkLst>
            <pc:docMk/>
            <pc:sldMk cId="2412679805" sldId="292"/>
            <ac:cxnSpMk id="30" creationId="{1EEAE465-C363-A913-2B69-21E573DA5141}"/>
          </ac:cxnSpMkLst>
        </pc:cxnChg>
        <pc:cxnChg chg="del mod">
          <ac:chgData name="shibariku0623@icloud.com" userId="47b6e960b06a1f92" providerId="LiveId" clId="{D15B5418-841C-4577-A6C3-663632A3D129}" dt="2024-10-26T01:39:45.536" v="2505" actId="478"/>
          <ac:cxnSpMkLst>
            <pc:docMk/>
            <pc:sldMk cId="2412679805" sldId="292"/>
            <ac:cxnSpMk id="91" creationId="{C60B930C-5C94-FEEB-59EE-CF37AF146041}"/>
          </ac:cxnSpMkLst>
        </pc:cxnChg>
        <pc:cxnChg chg="del mod">
          <ac:chgData name="shibariku0623@icloud.com" userId="47b6e960b06a1f92" providerId="LiveId" clId="{D15B5418-841C-4577-A6C3-663632A3D129}" dt="2024-10-26T01:39:45.536" v="2505" actId="478"/>
          <ac:cxnSpMkLst>
            <pc:docMk/>
            <pc:sldMk cId="2412679805" sldId="292"/>
            <ac:cxnSpMk id="93" creationId="{AD0ECBA7-09E1-1F44-066E-EBD61BD03875}"/>
          </ac:cxnSpMkLst>
        </pc:cxnChg>
        <pc:cxnChg chg="del">
          <ac:chgData name="shibariku0623@icloud.com" userId="47b6e960b06a1f92" providerId="LiveId" clId="{D15B5418-841C-4577-A6C3-663632A3D129}" dt="2024-10-26T01:39:45.536" v="2505" actId="478"/>
          <ac:cxnSpMkLst>
            <pc:docMk/>
            <pc:sldMk cId="2412679805" sldId="292"/>
            <ac:cxnSpMk id="95" creationId="{F9459D97-E553-8A5A-CDE3-947EAB55680E}"/>
          </ac:cxnSpMkLst>
        </pc:cxnChg>
        <pc:cxnChg chg="del">
          <ac:chgData name="shibariku0623@icloud.com" userId="47b6e960b06a1f92" providerId="LiveId" clId="{D15B5418-841C-4577-A6C3-663632A3D129}" dt="2024-10-26T01:39:45.536" v="2505" actId="478"/>
          <ac:cxnSpMkLst>
            <pc:docMk/>
            <pc:sldMk cId="2412679805" sldId="292"/>
            <ac:cxnSpMk id="96" creationId="{DE9CF306-6780-E49D-D464-019248C81460}"/>
          </ac:cxnSpMkLst>
        </pc:cxnChg>
        <pc:cxnChg chg="del mod">
          <ac:chgData name="shibariku0623@icloud.com" userId="47b6e960b06a1f92" providerId="LiveId" clId="{D15B5418-841C-4577-A6C3-663632A3D129}" dt="2024-10-26T01:39:45.536" v="2505" actId="478"/>
          <ac:cxnSpMkLst>
            <pc:docMk/>
            <pc:sldMk cId="2412679805" sldId="292"/>
            <ac:cxnSpMk id="98" creationId="{46FB3BE7-8836-75F8-AAA5-F9CB32BCD58A}"/>
          </ac:cxnSpMkLst>
        </pc:cxnChg>
        <pc:cxnChg chg="del">
          <ac:chgData name="shibariku0623@icloud.com" userId="47b6e960b06a1f92" providerId="LiveId" clId="{D15B5418-841C-4577-A6C3-663632A3D129}" dt="2024-10-26T01:39:45.536" v="2505" actId="478"/>
          <ac:cxnSpMkLst>
            <pc:docMk/>
            <pc:sldMk cId="2412679805" sldId="292"/>
            <ac:cxnSpMk id="100" creationId="{E367C02E-188F-53AE-0A8D-978A9B460E35}"/>
          </ac:cxnSpMkLst>
        </pc:cxnChg>
        <pc:cxnChg chg="del">
          <ac:chgData name="shibariku0623@icloud.com" userId="47b6e960b06a1f92" providerId="LiveId" clId="{D15B5418-841C-4577-A6C3-663632A3D129}" dt="2024-10-26T01:39:45.536" v="2505" actId="478"/>
          <ac:cxnSpMkLst>
            <pc:docMk/>
            <pc:sldMk cId="2412679805" sldId="292"/>
            <ac:cxnSpMk id="104" creationId="{179F445E-EAB8-F2E6-0E84-690CA4C74827}"/>
          </ac:cxnSpMkLst>
        </pc:cxnChg>
        <pc:cxnChg chg="del">
          <ac:chgData name="shibariku0623@icloud.com" userId="47b6e960b06a1f92" providerId="LiveId" clId="{D15B5418-841C-4577-A6C3-663632A3D129}" dt="2024-10-26T01:39:45.536" v="2505" actId="478"/>
          <ac:cxnSpMkLst>
            <pc:docMk/>
            <pc:sldMk cId="2412679805" sldId="292"/>
            <ac:cxnSpMk id="107" creationId="{8F385AF9-AC87-C904-C1F1-0AC03281855D}"/>
          </ac:cxnSpMkLst>
        </pc:cxnChg>
        <pc:cxnChg chg="del mod">
          <ac:chgData name="shibariku0623@icloud.com" userId="47b6e960b06a1f92" providerId="LiveId" clId="{D15B5418-841C-4577-A6C3-663632A3D129}" dt="2024-10-26T01:39:45.536" v="2505" actId="478"/>
          <ac:cxnSpMkLst>
            <pc:docMk/>
            <pc:sldMk cId="2412679805" sldId="292"/>
            <ac:cxnSpMk id="109" creationId="{91F5A4EE-7F4A-48A4-359F-999EE746A886}"/>
          </ac:cxnSpMkLst>
        </pc:cxnChg>
        <pc:cxnChg chg="del mod">
          <ac:chgData name="shibariku0623@icloud.com" userId="47b6e960b06a1f92" providerId="LiveId" clId="{D15B5418-841C-4577-A6C3-663632A3D129}" dt="2024-10-26T01:39:45.536" v="2505" actId="478"/>
          <ac:cxnSpMkLst>
            <pc:docMk/>
            <pc:sldMk cId="2412679805" sldId="292"/>
            <ac:cxnSpMk id="111" creationId="{CD3B0B80-54C6-714C-982D-46E964ECDBB0}"/>
          </ac:cxnSpMkLst>
        </pc:cxnChg>
      </pc:sldChg>
      <pc:sldChg chg="addSp delSp modSp add mod ord">
        <pc:chgData name="shibariku0623@icloud.com" userId="47b6e960b06a1f92" providerId="LiveId" clId="{D15B5418-841C-4577-A6C3-663632A3D129}" dt="2024-10-26T10:23:54.194" v="4083" actId="14100"/>
        <pc:sldMkLst>
          <pc:docMk/>
          <pc:sldMk cId="1249858868" sldId="293"/>
        </pc:sldMkLst>
        <pc:spChg chg="add mod">
          <ac:chgData name="shibariku0623@icloud.com" userId="47b6e960b06a1f92" providerId="LiveId" clId="{D15B5418-841C-4577-A6C3-663632A3D129}" dt="2024-10-26T04:51:53.842" v="3166"/>
          <ac:spMkLst>
            <pc:docMk/>
            <pc:sldMk cId="1249858868" sldId="293"/>
            <ac:spMk id="23" creationId="{16A528A6-A021-D633-97E2-594BF45D06D2}"/>
          </ac:spMkLst>
        </pc:spChg>
        <pc:spChg chg="add mod">
          <ac:chgData name="shibariku0623@icloud.com" userId="47b6e960b06a1f92" providerId="LiveId" clId="{D15B5418-841C-4577-A6C3-663632A3D129}" dt="2024-10-26T04:51:53.842" v="3166"/>
          <ac:spMkLst>
            <pc:docMk/>
            <pc:sldMk cId="1249858868" sldId="293"/>
            <ac:spMk id="31" creationId="{F0983E3F-9ECA-9AB3-EEC9-69CAD28BAACC}"/>
          </ac:spMkLst>
        </pc:spChg>
        <pc:spChg chg="del">
          <ac:chgData name="shibariku0623@icloud.com" userId="47b6e960b06a1f92" providerId="LiveId" clId="{D15B5418-841C-4577-A6C3-663632A3D129}" dt="2024-10-26T04:51:53.556" v="3165" actId="478"/>
          <ac:spMkLst>
            <pc:docMk/>
            <pc:sldMk cId="1249858868" sldId="293"/>
            <ac:spMk id="33" creationId="{B80B20F2-ACA3-2454-4BC8-A1D46193C878}"/>
          </ac:spMkLst>
        </pc:spChg>
        <pc:spChg chg="del">
          <ac:chgData name="shibariku0623@icloud.com" userId="47b6e960b06a1f92" providerId="LiveId" clId="{D15B5418-841C-4577-A6C3-663632A3D129}" dt="2024-10-26T04:51:53.556" v="3165" actId="478"/>
          <ac:spMkLst>
            <pc:docMk/>
            <pc:sldMk cId="1249858868" sldId="293"/>
            <ac:spMk id="34" creationId="{B6ADFA6A-DB1A-9B08-EEDF-0E051D65A142}"/>
          </ac:spMkLst>
        </pc:spChg>
        <pc:spChg chg="mod">
          <ac:chgData name="shibariku0623@icloud.com" userId="47b6e960b06a1f92" providerId="LiveId" clId="{D15B5418-841C-4577-A6C3-663632A3D129}" dt="2024-10-26T08:22:23.395" v="3640" actId="947"/>
          <ac:spMkLst>
            <pc:docMk/>
            <pc:sldMk cId="1249858868" sldId="293"/>
            <ac:spMk id="36" creationId="{8E577E88-4410-4E40-1885-78D31797CC68}"/>
          </ac:spMkLst>
        </pc:spChg>
        <pc:spChg chg="mod">
          <ac:chgData name="shibariku0623@icloud.com" userId="47b6e960b06a1f92" providerId="LiveId" clId="{D15B5418-841C-4577-A6C3-663632A3D129}" dt="2024-10-26T04:52:54.583" v="3191" actId="20577"/>
          <ac:spMkLst>
            <pc:docMk/>
            <pc:sldMk cId="1249858868" sldId="293"/>
            <ac:spMk id="38" creationId="{99A15509-860C-EDD4-3AEF-E4C87F532D51}"/>
          </ac:spMkLst>
        </pc:spChg>
        <pc:spChg chg="mod">
          <ac:chgData name="shibariku0623@icloud.com" userId="47b6e960b06a1f92" providerId="LiveId" clId="{D15B5418-841C-4577-A6C3-663632A3D129}" dt="2024-10-26T10:05:10.861" v="4010"/>
          <ac:spMkLst>
            <pc:docMk/>
            <pc:sldMk cId="1249858868" sldId="293"/>
            <ac:spMk id="48" creationId="{2287B677-D731-45BB-D1EF-12852FB26B75}"/>
          </ac:spMkLst>
        </pc:spChg>
        <pc:spChg chg="del">
          <ac:chgData name="shibariku0623@icloud.com" userId="47b6e960b06a1f92" providerId="LiveId" clId="{D15B5418-841C-4577-A6C3-663632A3D129}" dt="2024-10-26T04:51:53.556" v="3165" actId="478"/>
          <ac:spMkLst>
            <pc:docMk/>
            <pc:sldMk cId="1249858868" sldId="293"/>
            <ac:spMk id="49" creationId="{F2C0528D-0DD1-97AE-67DA-0B5176624217}"/>
          </ac:spMkLst>
        </pc:spChg>
        <pc:spChg chg="mod">
          <ac:chgData name="shibariku0623@icloud.com" userId="47b6e960b06a1f92" providerId="LiveId" clId="{D15B5418-841C-4577-A6C3-663632A3D129}" dt="2024-10-26T10:05:10.861" v="4010"/>
          <ac:spMkLst>
            <pc:docMk/>
            <pc:sldMk cId="1249858868" sldId="293"/>
            <ac:spMk id="53" creationId="{3A7C76C3-1FDC-0FD0-30F5-3013C332D198}"/>
          </ac:spMkLst>
        </pc:spChg>
        <pc:grpChg chg="add del mod">
          <ac:chgData name="shibariku0623@icloud.com" userId="47b6e960b06a1f92" providerId="LiveId" clId="{D15B5418-841C-4577-A6C3-663632A3D129}" dt="2024-10-26T10:21:33.873" v="4013" actId="478"/>
          <ac:grpSpMkLst>
            <pc:docMk/>
            <pc:sldMk cId="1249858868" sldId="293"/>
            <ac:grpSpMk id="43" creationId="{E97D0C89-061F-6BF5-3577-FBB900043010}"/>
          </ac:grpSpMkLst>
        </pc:grpChg>
        <pc:grpChg chg="del">
          <ac:chgData name="shibariku0623@icloud.com" userId="47b6e960b06a1f92" providerId="LiveId" clId="{D15B5418-841C-4577-A6C3-663632A3D129}" dt="2024-10-26T08:01:21.936" v="3214" actId="478"/>
          <ac:grpSpMkLst>
            <pc:docMk/>
            <pc:sldMk cId="1249858868" sldId="293"/>
            <ac:grpSpMk id="44" creationId="{D3D66F68-D9B1-A7E1-524A-0B1329E9B9FB}"/>
          </ac:grpSpMkLst>
        </pc:grpChg>
        <pc:grpChg chg="del">
          <ac:chgData name="shibariku0623@icloud.com" userId="47b6e960b06a1f92" providerId="LiveId" clId="{D15B5418-841C-4577-A6C3-663632A3D129}" dt="2024-10-26T09:03:46.146" v="3767" actId="478"/>
          <ac:grpSpMkLst>
            <pc:docMk/>
            <pc:sldMk cId="1249858868" sldId="293"/>
            <ac:grpSpMk id="47" creationId="{8F9F2CAA-BCE6-E635-7EDF-921C767F357A}"/>
          </ac:grpSpMkLst>
        </pc:grpChg>
        <pc:grpChg chg="mod">
          <ac:chgData name="shibariku0623@icloud.com" userId="47b6e960b06a1f92" providerId="LiveId" clId="{D15B5418-841C-4577-A6C3-663632A3D129}" dt="2024-10-26T08:22:46.535" v="3643" actId="14100"/>
          <ac:grpSpMkLst>
            <pc:docMk/>
            <pc:sldMk cId="1249858868" sldId="293"/>
            <ac:grpSpMk id="51" creationId="{0F61B356-58B3-57E5-4E86-37B66B7DF985}"/>
          </ac:grpSpMkLst>
        </pc:grpChg>
        <pc:grpChg chg="del">
          <ac:chgData name="shibariku0623@icloud.com" userId="47b6e960b06a1f92" providerId="LiveId" clId="{D15B5418-841C-4577-A6C3-663632A3D129}" dt="2024-10-26T08:22:34.530" v="3642" actId="478"/>
          <ac:grpSpMkLst>
            <pc:docMk/>
            <pc:sldMk cId="1249858868" sldId="293"/>
            <ac:grpSpMk id="52" creationId="{E299A3D4-DC8D-1EB0-37E6-F612DC558ED0}"/>
          </ac:grpSpMkLst>
        </pc:grpChg>
        <pc:graphicFrameChg chg="add del mod modGraphic">
          <ac:chgData name="shibariku0623@icloud.com" userId="47b6e960b06a1f92" providerId="LiveId" clId="{D15B5418-841C-4577-A6C3-663632A3D129}" dt="2024-10-26T10:01:19.535" v="3986" actId="207"/>
          <ac:graphicFrameMkLst>
            <pc:docMk/>
            <pc:sldMk cId="1249858868" sldId="293"/>
            <ac:graphicFrameMk id="40" creationId="{1B3906EE-979D-F0B7-54C2-B5867314DC87}"/>
          </ac:graphicFrameMkLst>
        </pc:graphicFrameChg>
        <pc:picChg chg="del">
          <ac:chgData name="shibariku0623@icloud.com" userId="47b6e960b06a1f92" providerId="LiveId" clId="{D15B5418-841C-4577-A6C3-663632A3D129}" dt="2024-10-26T04:53:10.568" v="3212" actId="478"/>
          <ac:picMkLst>
            <pc:docMk/>
            <pc:sldMk cId="1249858868" sldId="293"/>
            <ac:picMk id="30" creationId="{79E5A0A9-882D-E4D2-6BC2-F4FAE9C41BE7}"/>
          </ac:picMkLst>
        </pc:picChg>
        <pc:picChg chg="del">
          <ac:chgData name="shibariku0623@icloud.com" userId="47b6e960b06a1f92" providerId="LiveId" clId="{D15B5418-841C-4577-A6C3-663632A3D129}" dt="2024-10-26T04:53:13.147" v="3213" actId="478"/>
          <ac:picMkLst>
            <pc:docMk/>
            <pc:sldMk cId="1249858868" sldId="293"/>
            <ac:picMk id="32" creationId="{73967DFC-1D7C-AF27-FAA1-71AC6B03B1C2}"/>
          </ac:picMkLst>
        </pc:picChg>
        <pc:picChg chg="add mod">
          <ac:chgData name="shibariku0623@icloud.com" userId="47b6e960b06a1f92" providerId="LiveId" clId="{D15B5418-841C-4577-A6C3-663632A3D129}" dt="2024-10-26T10:23:54.194" v="4083" actId="14100"/>
          <ac:picMkLst>
            <pc:docMk/>
            <pc:sldMk cId="1249858868" sldId="293"/>
            <ac:picMk id="42" creationId="{DAD0C318-C2B6-A0CC-173C-7A139DAE8F78}"/>
          </ac:picMkLst>
        </pc:picChg>
      </pc:sldChg>
      <pc:sldChg chg="addSp delSp modSp add mod">
        <pc:chgData name="shibariku0623@icloud.com" userId="47b6e960b06a1f92" providerId="LiveId" clId="{D15B5418-841C-4577-A6C3-663632A3D129}" dt="2024-10-26T10:04:28.075" v="4006" actId="14100"/>
        <pc:sldMkLst>
          <pc:docMk/>
          <pc:sldMk cId="3738115433" sldId="294"/>
        </pc:sldMkLst>
        <pc:spChg chg="mod">
          <ac:chgData name="shibariku0623@icloud.com" userId="47b6e960b06a1f92" providerId="LiveId" clId="{D15B5418-841C-4577-A6C3-663632A3D129}" dt="2024-10-26T08:23:16.935" v="3661" actId="165"/>
          <ac:spMkLst>
            <pc:docMk/>
            <pc:sldMk cId="3738115433" sldId="294"/>
            <ac:spMk id="28" creationId="{D739335F-8099-52A8-F490-B5E69C306F8F}"/>
          </ac:spMkLst>
        </pc:spChg>
        <pc:spChg chg="mod">
          <ac:chgData name="shibariku0623@icloud.com" userId="47b6e960b06a1f92" providerId="LiveId" clId="{D15B5418-841C-4577-A6C3-663632A3D129}" dt="2024-10-26T08:23:16.935" v="3661" actId="165"/>
          <ac:spMkLst>
            <pc:docMk/>
            <pc:sldMk cId="3738115433" sldId="294"/>
            <ac:spMk id="29" creationId="{AEF5683A-7DCF-A52C-BDFC-1080E09B204C}"/>
          </ac:spMkLst>
        </pc:spChg>
        <pc:spChg chg="mod topLvl">
          <ac:chgData name="shibariku0623@icloud.com" userId="47b6e960b06a1f92" providerId="LiveId" clId="{D15B5418-841C-4577-A6C3-663632A3D129}" dt="2024-10-26T08:23:58.090" v="3665" actId="164"/>
          <ac:spMkLst>
            <pc:docMk/>
            <pc:sldMk cId="3738115433" sldId="294"/>
            <ac:spMk id="38" creationId="{6D371AFD-B670-A93F-3239-884AC5F7BB97}"/>
          </ac:spMkLst>
        </pc:spChg>
        <pc:grpChg chg="mod">
          <ac:chgData name="shibariku0623@icloud.com" userId="47b6e960b06a1f92" providerId="LiveId" clId="{D15B5418-841C-4577-A6C3-663632A3D129}" dt="2024-10-26T10:03:31.029" v="4000" actId="962"/>
          <ac:grpSpMkLst>
            <pc:docMk/>
            <pc:sldMk cId="3738115433" sldId="294"/>
            <ac:grpSpMk id="12" creationId="{2DC84034-D8D0-757E-47A1-873E7788DB9D}"/>
          </ac:grpSpMkLst>
        </pc:grpChg>
        <pc:grpChg chg="mod topLvl">
          <ac:chgData name="shibariku0623@icloud.com" userId="47b6e960b06a1f92" providerId="LiveId" clId="{D15B5418-841C-4577-A6C3-663632A3D129}" dt="2024-10-26T08:23:58.090" v="3665" actId="164"/>
          <ac:grpSpMkLst>
            <pc:docMk/>
            <pc:sldMk cId="3738115433" sldId="294"/>
            <ac:grpSpMk id="27" creationId="{CF860A91-5B53-A332-2339-A7D20297F3DD}"/>
          </ac:grpSpMkLst>
        </pc:grpChg>
        <pc:grpChg chg="add mod">
          <ac:chgData name="shibariku0623@icloud.com" userId="47b6e960b06a1f92" providerId="LiveId" clId="{D15B5418-841C-4577-A6C3-663632A3D129}" dt="2024-10-26T08:24:27.825" v="3667" actId="1076"/>
          <ac:grpSpMkLst>
            <pc:docMk/>
            <pc:sldMk cId="3738115433" sldId="294"/>
            <ac:grpSpMk id="30" creationId="{B5E215B5-1863-B55E-69CB-A10EBC320C03}"/>
          </ac:grpSpMkLst>
        </pc:grpChg>
        <pc:grpChg chg="del">
          <ac:chgData name="shibariku0623@icloud.com" userId="47b6e960b06a1f92" providerId="LiveId" clId="{D15B5418-841C-4577-A6C3-663632A3D129}" dt="2024-10-26T09:03:49.915" v="3768" actId="478"/>
          <ac:grpSpMkLst>
            <pc:docMk/>
            <pc:sldMk cId="3738115433" sldId="294"/>
            <ac:grpSpMk id="47" creationId="{FCE59593-0910-D6B4-87AD-8FDF41CD4234}"/>
          </ac:grpSpMkLst>
        </pc:grpChg>
        <pc:grpChg chg="del">
          <ac:chgData name="shibariku0623@icloud.com" userId="47b6e960b06a1f92" providerId="LiveId" clId="{D15B5418-841C-4577-A6C3-663632A3D129}" dt="2024-10-26T08:22:51.965" v="3644" actId="478"/>
          <ac:grpSpMkLst>
            <pc:docMk/>
            <pc:sldMk cId="3738115433" sldId="294"/>
            <ac:grpSpMk id="51" creationId="{A1D5272D-1D43-D69A-1CAB-02E33B6D22C3}"/>
          </ac:grpSpMkLst>
        </pc:grpChg>
        <pc:grpChg chg="del mod">
          <ac:chgData name="shibariku0623@icloud.com" userId="47b6e960b06a1f92" providerId="LiveId" clId="{D15B5418-841C-4577-A6C3-663632A3D129}" dt="2024-10-26T08:23:16.935" v="3661" actId="165"/>
          <ac:grpSpMkLst>
            <pc:docMk/>
            <pc:sldMk cId="3738115433" sldId="294"/>
            <ac:grpSpMk id="52" creationId="{3E20AA0B-4A79-7C93-7399-C87889AD7C74}"/>
          </ac:grpSpMkLst>
        </pc:grpChg>
        <pc:graphicFrameChg chg="modGraphic">
          <ac:chgData name="shibariku0623@icloud.com" userId="47b6e960b06a1f92" providerId="LiveId" clId="{D15B5418-841C-4577-A6C3-663632A3D129}" dt="2024-10-26T10:01:29.782" v="3987" actId="207"/>
          <ac:graphicFrameMkLst>
            <pc:docMk/>
            <pc:sldMk cId="3738115433" sldId="294"/>
            <ac:graphicFrameMk id="40" creationId="{49577216-3F86-16EF-9CB3-17DE161D377B}"/>
          </ac:graphicFrameMkLst>
        </pc:graphicFrameChg>
        <pc:picChg chg="add mod">
          <ac:chgData name="shibariku0623@icloud.com" userId="47b6e960b06a1f92" providerId="LiveId" clId="{D15B5418-841C-4577-A6C3-663632A3D129}" dt="2024-10-26T10:02:37.209" v="3997" actId="1076"/>
          <ac:picMkLst>
            <pc:docMk/>
            <pc:sldMk cId="3738115433" sldId="294"/>
            <ac:picMk id="33" creationId="{137C3C65-E2F9-D2C1-2A19-91081E70D190}"/>
          </ac:picMkLst>
        </pc:picChg>
        <pc:picChg chg="add mod">
          <ac:chgData name="shibariku0623@icloud.com" userId="47b6e960b06a1f92" providerId="LiveId" clId="{D15B5418-841C-4577-A6C3-663632A3D129}" dt="2024-10-26T10:04:28.075" v="4006" actId="14100"/>
          <ac:picMkLst>
            <pc:docMk/>
            <pc:sldMk cId="3738115433" sldId="294"/>
            <ac:picMk id="41" creationId="{1164F8F0-A5DE-5383-674B-A9765574E841}"/>
          </ac:picMkLst>
        </pc:picChg>
      </pc:sldChg>
      <pc:sldChg chg="addSp delSp modSp add del mod ord">
        <pc:chgData name="shibariku0623@icloud.com" userId="47b6e960b06a1f92" providerId="LiveId" clId="{D15B5418-841C-4577-A6C3-663632A3D129}" dt="2024-10-26T01:38:31.882" v="2475" actId="47"/>
        <pc:sldMkLst>
          <pc:docMk/>
          <pc:sldMk cId="2811899270" sldId="297"/>
        </pc:sldMkLst>
        <pc:spChg chg="mod">
          <ac:chgData name="shibariku0623@icloud.com" userId="47b6e960b06a1f92" providerId="LiveId" clId="{D15B5418-841C-4577-A6C3-663632A3D129}" dt="2024-10-26T01:36:29.267" v="2434" actId="1076"/>
          <ac:spMkLst>
            <pc:docMk/>
            <pc:sldMk cId="2811899270" sldId="297"/>
            <ac:spMk id="22" creationId="{B78EC879-03EF-AC15-0536-E95AD42D0BC2}"/>
          </ac:spMkLst>
        </pc:spChg>
        <pc:spChg chg="mod">
          <ac:chgData name="shibariku0623@icloud.com" userId="47b6e960b06a1f92" providerId="LiveId" clId="{D15B5418-841C-4577-A6C3-663632A3D129}" dt="2024-10-26T01:36:29.267" v="2434" actId="1076"/>
          <ac:spMkLst>
            <pc:docMk/>
            <pc:sldMk cId="2811899270" sldId="297"/>
            <ac:spMk id="23" creationId="{BAA8F6A8-2C41-6ADD-2E55-EABEBCB00FEA}"/>
          </ac:spMkLst>
        </pc:spChg>
        <pc:spChg chg="del">
          <ac:chgData name="shibariku0623@icloud.com" userId="47b6e960b06a1f92" providerId="LiveId" clId="{D15B5418-841C-4577-A6C3-663632A3D129}" dt="2024-10-26T01:36:08.476" v="2432" actId="478"/>
          <ac:spMkLst>
            <pc:docMk/>
            <pc:sldMk cId="2811899270" sldId="297"/>
            <ac:spMk id="24" creationId="{12A3BB47-ECD0-9658-B7A6-EAE8B4A9F1A3}"/>
          </ac:spMkLst>
        </pc:spChg>
        <pc:spChg chg="del">
          <ac:chgData name="shibariku0623@icloud.com" userId="47b6e960b06a1f92" providerId="LiveId" clId="{D15B5418-841C-4577-A6C3-663632A3D129}" dt="2024-10-26T01:36:08.476" v="2432" actId="478"/>
          <ac:spMkLst>
            <pc:docMk/>
            <pc:sldMk cId="2811899270" sldId="297"/>
            <ac:spMk id="25" creationId="{B82DE04D-0ACB-B436-7705-238480931807}"/>
          </ac:spMkLst>
        </pc:spChg>
        <pc:spChg chg="add mod">
          <ac:chgData name="shibariku0623@icloud.com" userId="47b6e960b06a1f92" providerId="LiveId" clId="{D15B5418-841C-4577-A6C3-663632A3D129}" dt="2024-10-26T01:36:08.665" v="2433"/>
          <ac:spMkLst>
            <pc:docMk/>
            <pc:sldMk cId="2811899270" sldId="297"/>
            <ac:spMk id="26" creationId="{3CCE61D3-063E-9CE0-CA07-282CB8B189C5}"/>
          </ac:spMkLst>
        </pc:spChg>
        <pc:spChg chg="add mod">
          <ac:chgData name="shibariku0623@icloud.com" userId="47b6e960b06a1f92" providerId="LiveId" clId="{D15B5418-841C-4577-A6C3-663632A3D129}" dt="2024-10-26T01:36:08.665" v="2433"/>
          <ac:spMkLst>
            <pc:docMk/>
            <pc:sldMk cId="2811899270" sldId="297"/>
            <ac:spMk id="27" creationId="{45034CDB-D008-E993-35BF-E0563367E685}"/>
          </ac:spMkLst>
        </pc:spChg>
        <pc:spChg chg="add mod">
          <ac:chgData name="shibariku0623@icloud.com" userId="47b6e960b06a1f92" providerId="LiveId" clId="{D15B5418-841C-4577-A6C3-663632A3D129}" dt="2024-10-26T01:36:37.110" v="2436" actId="1076"/>
          <ac:spMkLst>
            <pc:docMk/>
            <pc:sldMk cId="2811899270" sldId="297"/>
            <ac:spMk id="28" creationId="{7732E784-66ED-8CE9-90AA-4988385FE6A3}"/>
          </ac:spMkLst>
        </pc:spChg>
        <pc:spChg chg="mod">
          <ac:chgData name="shibariku0623@icloud.com" userId="47b6e960b06a1f92" providerId="LiveId" clId="{D15B5418-841C-4577-A6C3-663632A3D129}" dt="2024-10-26T01:36:29.267" v="2434" actId="1076"/>
          <ac:spMkLst>
            <pc:docMk/>
            <pc:sldMk cId="2811899270" sldId="297"/>
            <ac:spMk id="30" creationId="{87968A74-5E9F-6839-BEDF-D1FEB204C220}"/>
          </ac:spMkLst>
        </pc:spChg>
        <pc:spChg chg="add mod">
          <ac:chgData name="shibariku0623@icloud.com" userId="47b6e960b06a1f92" providerId="LiveId" clId="{D15B5418-841C-4577-A6C3-663632A3D129}" dt="2024-10-26T01:37:03.865" v="2474" actId="20577"/>
          <ac:spMkLst>
            <pc:docMk/>
            <pc:sldMk cId="2811899270" sldId="297"/>
            <ac:spMk id="31" creationId="{A89B6A69-FD75-9C2C-FF54-8BC9FA82F64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2024/10/29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9A982E-F34B-49B3-8847-8DEA52C902AE}" type="datetime1">
              <a:rPr lang="en-US" altLang="ja-JP"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C3C4C4-8034-4B74-A3E5-B6287EDC523C}" type="datetime1">
              <a:rPr lang="en-US" altLang="ja-JP"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3DA07B-C635-4B36-82F6-01978278E64C}" type="datetime1">
              <a:rPr lang="en-US" altLang="ja-JP"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22420DD-E074-40B5-94EE-0DD91554270F}" type="datetime1">
              <a:rPr lang="en-US" altLang="ja-JP"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3341EC-65DD-4E77-9338-45F8757CFDC6}" type="datetime1">
              <a:rPr lang="en-US" altLang="ja-JP" smtClean="0"/>
              <a:t>10/29/2024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AAB288-6C6B-4AF7-B990-206A31287ED9}" type="datetime1">
              <a:rPr lang="en-US" altLang="ja-JP" smtClean="0"/>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6D7EA4-E1FB-4006-A78D-42B807D18202}" type="datetime1">
              <a:rPr lang="en-US" altLang="ja-JP" smtClean="0"/>
              <a:t>10/29/2024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3908D4-45AC-4B27-B3E5-4FC9EEA773CB}" type="datetime1">
              <a:rPr lang="en-US" altLang="ja-JP"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97A0B9-9DAD-4BB3-A65B-D541739E8686}" type="datetime1">
              <a:rPr lang="en-US" altLang="ja-JP"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B2C505-3AE9-414B-8F20-1BCEC2AB96A7}" type="datetime1">
              <a:rPr lang="en-US" altLang="ja-JP"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735036-8154-489A-9438-6B73A935956A}" type="datetime1">
              <a:rPr lang="en-US" altLang="ja-JP"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02A76A-8849-43AF-947B-5A98BF2C788A}" type="datetime1">
              <a:rPr lang="en-US" altLang="ja-JP" smtClean="0"/>
              <a:t>10/29/2024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hyperlink" Target="https://www.kikagaku.co.jp/kikagaku-blog/roc-auc/"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3" name="Group 3"/>
          <p:cNvGrpSpPr/>
          <p:nvPr/>
        </p:nvGrpSpPr>
        <p:grpSpPr>
          <a:xfrm>
            <a:off x="885825" y="885825"/>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16634" y="3669143"/>
            <a:ext cx="13854732" cy="2031325"/>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深層学習に基づく音響識別によるプール沸騰の検知</a:t>
            </a:r>
            <a:r>
              <a:rPr lang="en-US" altLang="ja-JP" sz="6600" dirty="0">
                <a:solidFill>
                  <a:srgbClr val="292B2B"/>
                </a:solidFill>
                <a:latin typeface="Source Han Sans JP Bold"/>
                <a:ea typeface="Source Han Sans JP Bold"/>
                <a:cs typeface="Source Han Sans JP Bold"/>
                <a:sym typeface="Source Han Sans JP Bold"/>
              </a:rPr>
              <a:t>:</a:t>
            </a:r>
            <a:r>
              <a:rPr lang="ja-JP" altLang="en-US" sz="6600" dirty="0">
                <a:solidFill>
                  <a:srgbClr val="292B2B"/>
                </a:solidFill>
                <a:latin typeface="Source Han Sans JP Bold"/>
                <a:ea typeface="Source Han Sans JP Bold"/>
                <a:cs typeface="Source Han Sans JP Bold"/>
                <a:sym typeface="Source Han Sans JP Bold"/>
              </a:rPr>
              <a:t>アンサンブル学習</a:t>
            </a:r>
            <a:endParaRPr lang="en-US" sz="66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en-US" altLang="ja-JP" sz="4000" dirty="0"/>
              <a:t>B4</a:t>
            </a:r>
            <a:r>
              <a:rPr lang="ja-JP" altLang="en-US" sz="4000" dirty="0"/>
              <a:t>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2024年10月29日</a:t>
            </a:r>
          </a:p>
        </p:txBody>
      </p:sp>
      <p:grpSp>
        <p:nvGrpSpPr>
          <p:cNvPr id="21" name="Group 21"/>
          <p:cNvGrpSpPr/>
          <p:nvPr/>
        </p:nvGrpSpPr>
        <p:grpSpPr>
          <a:xfrm>
            <a:off x="885825" y="9258300"/>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16516350" cy="142875"/>
            <a:chOff x="0" y="0"/>
            <a:chExt cx="22021800" cy="190500"/>
          </a:xfrm>
        </p:grpSpPr>
        <p:grpSp>
          <p:nvGrpSpPr>
            <p:cNvPr id="3" name="Group 3"/>
            <p:cNvGrpSpPr/>
            <p:nvPr/>
          </p:nvGrpSpPr>
          <p:grpSpPr>
            <a:xfrm>
              <a:off x="0" y="0"/>
              <a:ext cx="7340600" cy="190500"/>
              <a:chOff x="0" y="0"/>
              <a:chExt cx="1449995" cy="37630"/>
            </a:xfrm>
          </p:grpSpPr>
          <p:sp>
            <p:nvSpPr>
              <p:cNvPr id="4" name="Freeform 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p:cNvGrpSpPr/>
            <p:nvPr/>
          </p:nvGrpSpPr>
          <p:grpSpPr>
            <a:xfrm>
              <a:off x="7340600" y="0"/>
              <a:ext cx="7340600" cy="190500"/>
              <a:chOff x="0" y="0"/>
              <a:chExt cx="1449995" cy="37630"/>
            </a:xfrm>
          </p:grpSpPr>
          <p:sp>
            <p:nvSpPr>
              <p:cNvPr id="7" name="Freeform 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p:cNvGrpSpPr/>
            <p:nvPr/>
          </p:nvGrpSpPr>
          <p:grpSpPr>
            <a:xfrm>
              <a:off x="14681200" y="0"/>
              <a:ext cx="7340600" cy="190500"/>
              <a:chOff x="0" y="0"/>
              <a:chExt cx="1449995" cy="37630"/>
            </a:xfrm>
          </p:grpSpPr>
          <p:sp>
            <p:nvSpPr>
              <p:cNvPr id="10" name="Freeform 1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p:cNvGrpSpPr/>
          <p:nvPr/>
        </p:nvGrpSpPr>
        <p:grpSpPr>
          <a:xfrm>
            <a:off x="885825" y="9258300"/>
            <a:ext cx="16516350" cy="142875"/>
            <a:chOff x="0" y="0"/>
            <a:chExt cx="22021800" cy="190500"/>
          </a:xfrm>
        </p:grpSpPr>
        <p:grpSp>
          <p:nvGrpSpPr>
            <p:cNvPr id="13" name="Group 13"/>
            <p:cNvGrpSpPr/>
            <p:nvPr/>
          </p:nvGrpSpPr>
          <p:grpSpPr>
            <a:xfrm>
              <a:off x="0" y="0"/>
              <a:ext cx="7340600" cy="190500"/>
              <a:chOff x="0" y="0"/>
              <a:chExt cx="1449995" cy="37630"/>
            </a:xfrm>
          </p:grpSpPr>
          <p:sp>
            <p:nvSpPr>
              <p:cNvPr id="14" name="Freeform 1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p:cNvGrpSpPr/>
            <p:nvPr/>
          </p:nvGrpSpPr>
          <p:grpSpPr>
            <a:xfrm>
              <a:off x="7340600" y="0"/>
              <a:ext cx="7340600" cy="190500"/>
              <a:chOff x="0" y="0"/>
              <a:chExt cx="1449995" cy="37630"/>
            </a:xfrm>
          </p:grpSpPr>
          <p:sp>
            <p:nvSpPr>
              <p:cNvPr id="17" name="Freeform 1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p:cNvGrpSpPr/>
            <p:nvPr/>
          </p:nvGrpSpPr>
          <p:grpSpPr>
            <a:xfrm>
              <a:off x="14681200" y="0"/>
              <a:ext cx="7340600" cy="190500"/>
              <a:chOff x="0" y="0"/>
              <a:chExt cx="1449995" cy="37630"/>
            </a:xfrm>
          </p:grpSpPr>
          <p:sp>
            <p:nvSpPr>
              <p:cNvPr id="20" name="Freeform 2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CFCC6537-0657-C9F8-D676-784DA51D2742}"/>
              </a:ext>
            </a:extLst>
          </p:cNvPr>
          <p:cNvGrpSpPr/>
          <p:nvPr/>
        </p:nvGrpSpPr>
        <p:grpSpPr>
          <a:xfrm>
            <a:off x="9128334" y="3442072"/>
            <a:ext cx="8058208" cy="3402855"/>
            <a:chOff x="10121433" y="2372121"/>
            <a:chExt cx="6318717" cy="3402855"/>
          </a:xfrm>
        </p:grpSpPr>
        <p:sp>
          <p:nvSpPr>
            <p:cNvPr id="22" name="TextBox 22"/>
            <p:cNvSpPr txBox="1"/>
            <p:nvPr/>
          </p:nvSpPr>
          <p:spPr>
            <a:xfrm>
              <a:off x="11273049" y="2372121"/>
              <a:ext cx="5167101" cy="3389133"/>
            </a:xfrm>
            <a:prstGeom prst="rect">
              <a:avLst/>
            </a:prstGeom>
          </p:spPr>
          <p:txBody>
            <a:bodyPr lIns="0" tIns="0" rIns="0" bIns="0" rtlCol="0" anchor="t">
              <a:spAutoFit/>
            </a:bodyPr>
            <a:lstStyle/>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研究背景</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プール沸騰実験</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ラベル分類によるアンサンブル学習</a:t>
              </a:r>
              <a:endParaRPr lang="en-US" altLang="ja-JP"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回帰分析と</a:t>
              </a:r>
              <a:r>
                <a:rPr lang="en-US" altLang="ja-JP" sz="2999" dirty="0">
                  <a:solidFill>
                    <a:srgbClr val="292B2B"/>
                  </a:solidFill>
                  <a:latin typeface="Source Han Sans JP" panose="020B0600070205080204" charset="-128"/>
                  <a:ea typeface="Source Han Sans JP" panose="020B0600070205080204" charset="-128"/>
                  <a:cs typeface="Now"/>
                  <a:sym typeface="Now"/>
                </a:rPr>
                <a:t>ROC</a:t>
              </a:r>
              <a:r>
                <a:rPr lang="ja-JP" altLang="en-US" sz="2999" dirty="0">
                  <a:solidFill>
                    <a:srgbClr val="292B2B"/>
                  </a:solidFill>
                  <a:latin typeface="Source Han Sans JP" panose="020B0600070205080204" charset="-128"/>
                  <a:ea typeface="Source Han Sans JP" panose="020B0600070205080204" charset="-128"/>
                  <a:cs typeface="Now"/>
                  <a:sym typeface="Now"/>
                </a:rPr>
                <a:t>曲線によるモデル評価</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今後の展望</a:t>
              </a:r>
              <a:endParaRPr lang="en-US" sz="2999" dirty="0">
                <a:solidFill>
                  <a:srgbClr val="292B2B"/>
                </a:solidFill>
                <a:latin typeface="Source Han Sans JP" panose="020B0600070205080204" charset="-128"/>
                <a:ea typeface="Source Han Sans JP" panose="020B0600070205080204" charset="-128"/>
                <a:cs typeface="Now"/>
                <a:sym typeface="Now"/>
              </a:endParaRPr>
            </a:p>
          </p:txBody>
        </p:sp>
        <p:sp>
          <p:nvSpPr>
            <p:cNvPr id="23" name="TextBox 23"/>
            <p:cNvSpPr txBox="1"/>
            <p:nvPr/>
          </p:nvSpPr>
          <p:spPr>
            <a:xfrm>
              <a:off x="10121433" y="2372121"/>
              <a:ext cx="1151616" cy="3402855"/>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r>
                <a:rPr lang="en-US" sz="2999" dirty="0">
                  <a:solidFill>
                    <a:srgbClr val="292B2B"/>
                  </a:solidFill>
                  <a:latin typeface="Now"/>
                  <a:ea typeface="Now"/>
                  <a:cs typeface="Now"/>
                  <a:sym typeface="Now"/>
                </a:rPr>
                <a:t>04</a:t>
              </a:r>
            </a:p>
            <a:p>
              <a:pPr algn="l">
                <a:lnSpc>
                  <a:spcPts val="5399"/>
                </a:lnSpc>
              </a:pPr>
              <a:r>
                <a:rPr lang="en-US" sz="2999" dirty="0">
                  <a:solidFill>
                    <a:srgbClr val="292B2B"/>
                  </a:solidFill>
                  <a:latin typeface="Now"/>
                  <a:ea typeface="Now"/>
                  <a:cs typeface="Now"/>
                  <a:sym typeface="Now"/>
                </a:rPr>
                <a:t>05</a:t>
              </a:r>
            </a:p>
          </p:txBody>
        </p:sp>
      </p:grpSp>
      <p:sp>
        <p:nvSpPr>
          <p:cNvPr id="24" name="TextBox 24"/>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CFEA42C1-DCAC-B099-7B61-C85F1CACC3CC}"/>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a:t>
            </a:fld>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224BE-CF79-0C82-3CBA-351B40842AC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768B9A-86C1-4D04-DB8E-D0DB726DB54B}"/>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5D89109A-EC71-77E4-01E6-844DDDDFECAD}"/>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A9C67E64-C2B2-7E66-78A3-3C3A9FC2E6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540DA209-44D3-5D7A-49AB-E2EF961BAE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4E0FCE44-94B3-26F3-3802-5013E6C2BBC7}"/>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F0C3B0A4-36CF-9B1A-62DF-1FCD9DB9146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5D6C8103-D9FF-3D3D-2109-26D1159A8D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CCC81295-399D-96AA-E752-ECCB111C12CF}"/>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C3A5DBD5-2825-42AD-A31F-79298160986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5EB8B192-DAAA-1289-92D5-C4E4817202F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60143ADF-FE26-B45B-E974-E8B6CE40A18C}"/>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6FD73BB9-5984-EB54-F216-7CBA46430ED8}"/>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2222C16A-8591-9B71-2F85-01D08E62992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9AF02C90-7B1D-6ABC-38C3-8881E6FCD29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570F9896-92FE-56FB-1A26-5C506C42429A}"/>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2DEF7DA3-814A-4562-2FEB-7E1A606FD06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5948BA9F-8F32-0787-B238-C53EC21A722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72256F61-69F9-4773-05AF-55255B750BE3}"/>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56B7AE42-5005-24C7-CB17-E8861A0052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FD0F52C9-F543-7D46-CC34-4F4E9B59697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0C7D6B14-CCCC-52D1-B286-B640C57B536D}"/>
              </a:ext>
            </a:extLst>
          </p:cNvPr>
          <p:cNvGrpSpPr/>
          <p:nvPr/>
        </p:nvGrpSpPr>
        <p:grpSpPr>
          <a:xfrm>
            <a:off x="9128334" y="3442072"/>
            <a:ext cx="8058208" cy="3402855"/>
            <a:chOff x="10121433" y="2372121"/>
            <a:chExt cx="6318717" cy="3402855"/>
          </a:xfrm>
        </p:grpSpPr>
        <p:sp>
          <p:nvSpPr>
            <p:cNvPr id="22" name="TextBox 22">
              <a:extLst>
                <a:ext uri="{FF2B5EF4-FFF2-40B4-BE49-F238E27FC236}">
                  <a16:creationId xmlns:a16="http://schemas.microsoft.com/office/drawing/2014/main" id="{406C918D-ED04-E1A8-D971-A371E78DD08D}"/>
                </a:ext>
              </a:extLst>
            </p:cNvPr>
            <p:cNvSpPr txBox="1"/>
            <p:nvPr/>
          </p:nvSpPr>
          <p:spPr>
            <a:xfrm>
              <a:off x="11273049" y="2372121"/>
              <a:ext cx="5167101" cy="3389133"/>
            </a:xfrm>
            <a:prstGeom prst="rect">
              <a:avLst/>
            </a:prstGeom>
          </p:spPr>
          <p:txBody>
            <a:bodyPr lIns="0" tIns="0" rIns="0" bIns="0" rtlCol="0" anchor="t">
              <a:spAutoFit/>
            </a:bodyPr>
            <a:lstStyle/>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研究背景</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プール沸騰実験</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ラベル分類によるアンサンブル学習</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回帰分析と</a:t>
              </a:r>
              <a:r>
                <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rPr>
                <a:t>ROC</a:t>
              </a: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曲線によるモデル評価</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今後の展望</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C7E070BE-00ED-83B2-FA69-302BCDBE1AD1}"/>
                </a:ext>
              </a:extLst>
            </p:cNvPr>
            <p:cNvSpPr txBox="1"/>
            <p:nvPr/>
          </p:nvSpPr>
          <p:spPr>
            <a:xfrm>
              <a:off x="10121433" y="2372121"/>
              <a:ext cx="1151616" cy="3402855"/>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r>
                <a:rPr lang="en-US" sz="2999" dirty="0">
                  <a:solidFill>
                    <a:srgbClr val="292B2B"/>
                  </a:solidFill>
                  <a:latin typeface="Now"/>
                  <a:ea typeface="Now"/>
                  <a:cs typeface="Now"/>
                  <a:sym typeface="Now"/>
                </a:rPr>
                <a:t>04</a:t>
              </a:r>
            </a:p>
            <a:p>
              <a:pPr algn="l">
                <a:lnSpc>
                  <a:spcPts val="5399"/>
                </a:lnSpc>
              </a:pPr>
              <a:r>
                <a:rPr lang="en-US" sz="2999" dirty="0">
                  <a:solidFill>
                    <a:srgbClr val="292B2B"/>
                  </a:solidFill>
                  <a:latin typeface="Now"/>
                  <a:ea typeface="Now"/>
                  <a:cs typeface="Now"/>
                  <a:sym typeface="Now"/>
                </a:rPr>
                <a:t>05</a:t>
              </a:r>
            </a:p>
          </p:txBody>
        </p:sp>
      </p:grpSp>
      <p:sp>
        <p:nvSpPr>
          <p:cNvPr id="24" name="TextBox 24">
            <a:extLst>
              <a:ext uri="{FF2B5EF4-FFF2-40B4-BE49-F238E27FC236}">
                <a16:creationId xmlns:a16="http://schemas.microsoft.com/office/drawing/2014/main" id="{3273BD75-F966-B474-2C85-34448127DAA5}"/>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9715E72E-BB7F-B3FF-A980-D6B3C1225F22}"/>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F2B988F2-717A-C95A-194F-24F4662CFF3D}"/>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F081DA92-11F1-0756-F14C-D1B7FD0FB04B}"/>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3</a:t>
            </a:fld>
            <a:endParaRPr lang="en-US" sz="4800" dirty="0"/>
          </a:p>
        </p:txBody>
      </p:sp>
    </p:spTree>
    <p:extLst>
      <p:ext uri="{BB962C8B-B14F-4D97-AF65-F5344CB8AC3E}">
        <p14:creationId xmlns:p14="http://schemas.microsoft.com/office/powerpoint/2010/main" val="2485962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p:cNvSpPr txBox="1"/>
          <p:nvPr/>
        </p:nvSpPr>
        <p:spPr>
          <a:xfrm>
            <a:off x="2709919" y="1676416"/>
            <a:ext cx="4466734" cy="727187"/>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研究背景</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01</a:t>
            </a:r>
          </a:p>
        </p:txBody>
      </p:sp>
      <p:sp>
        <p:nvSpPr>
          <p:cNvPr id="23" name="TextBox 26">
            <a:extLst>
              <a:ext uri="{FF2B5EF4-FFF2-40B4-BE49-F238E27FC236}">
                <a16:creationId xmlns:a16="http://schemas.microsoft.com/office/drawing/2014/main" id="{D9AD7586-6509-574D-DFF1-30FD28086FB8}"/>
              </a:ext>
            </a:extLst>
          </p:cNvPr>
          <p:cNvSpPr txBox="1"/>
          <p:nvPr/>
        </p:nvSpPr>
        <p:spPr>
          <a:xfrm>
            <a:off x="1143000" y="3380276"/>
            <a:ext cx="1371600" cy="552587"/>
          </a:xfrm>
          <a:prstGeom prst="rect">
            <a:avLst/>
          </a:prstGeom>
        </p:spPr>
        <p:txBody>
          <a:bodyPr wrap="square" lIns="0" tIns="0" rIns="0" bIns="0" rtlCol="0" anchor="t">
            <a:spAutoFit/>
          </a:bodyPr>
          <a:lstStyle/>
          <a:p>
            <a:pPr marL="0" lvl="0" indent="0" algn="l">
              <a:lnSpc>
                <a:spcPts val="4480"/>
              </a:lnSpc>
              <a:spcBef>
                <a:spcPct val="0"/>
              </a:spcBef>
            </a:pPr>
            <a:r>
              <a:rPr lang="en-US" sz="3600" dirty="0">
                <a:solidFill>
                  <a:srgbClr val="292B2B"/>
                </a:solidFill>
                <a:latin typeface="Source Han Sans JP Medium"/>
                <a:ea typeface="Source Han Sans JP Medium"/>
                <a:cs typeface="Source Han Sans JP Medium"/>
                <a:sym typeface="Source Han Sans JP Medium"/>
              </a:rPr>
              <a:t>[</a:t>
            </a:r>
            <a:r>
              <a:rPr lang="en-US" sz="3600" dirty="0" err="1">
                <a:solidFill>
                  <a:srgbClr val="292B2B"/>
                </a:solidFill>
                <a:latin typeface="Source Han Sans JP Medium"/>
                <a:ea typeface="Source Han Sans JP Medium"/>
                <a:cs typeface="Source Han Sans JP Medium"/>
                <a:sym typeface="Source Han Sans JP Medium"/>
              </a:rPr>
              <a:t>背景</a:t>
            </a:r>
            <a:r>
              <a:rPr lang="en-US" sz="3600" dirty="0">
                <a:solidFill>
                  <a:srgbClr val="292B2B"/>
                </a:solidFill>
                <a:latin typeface="Source Han Sans JP Medium"/>
                <a:ea typeface="Source Han Sans JP Medium"/>
                <a:cs typeface="Source Han Sans JP Medium"/>
                <a:sym typeface="Source Han Sans JP Medium"/>
              </a:rPr>
              <a:t>]</a:t>
            </a:r>
          </a:p>
        </p:txBody>
      </p:sp>
      <p:sp>
        <p:nvSpPr>
          <p:cNvPr id="29" name="スライド番号プレースホルダー 28">
            <a:extLst>
              <a:ext uri="{FF2B5EF4-FFF2-40B4-BE49-F238E27FC236}">
                <a16:creationId xmlns:a16="http://schemas.microsoft.com/office/drawing/2014/main" id="{27224670-9190-F1F6-7A02-DB54144436E0}"/>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4</a:t>
            </a:fld>
            <a:endParaRPr lang="en-US" sz="4800" dirty="0"/>
          </a:p>
        </p:txBody>
      </p:sp>
      <p:sp>
        <p:nvSpPr>
          <p:cNvPr id="30" name="TextBox 25">
            <a:extLst>
              <a:ext uri="{FF2B5EF4-FFF2-40B4-BE49-F238E27FC236}">
                <a16:creationId xmlns:a16="http://schemas.microsoft.com/office/drawing/2014/main" id="{1FE2A5AB-F6B7-0011-B112-A4E8E850D0AF}"/>
              </a:ext>
            </a:extLst>
          </p:cNvPr>
          <p:cNvSpPr txBox="1"/>
          <p:nvPr/>
        </p:nvSpPr>
        <p:spPr>
          <a:xfrm>
            <a:off x="3691064" y="3974869"/>
            <a:ext cx="11333445" cy="3141886"/>
          </a:xfrm>
          <a:prstGeom prst="rect">
            <a:avLst/>
          </a:prstGeom>
        </p:spPr>
        <p:txBody>
          <a:bodyPr wrap="square" lIns="0" tIns="0" rIns="0" bIns="0" rtlCol="0" anchor="t">
            <a:spAutoFit/>
          </a:bodyPr>
          <a:lstStyle/>
          <a:p>
            <a:pPr marL="457200" indent="-457200" algn="l">
              <a:lnSpc>
                <a:spcPts val="3520"/>
              </a:lnSpc>
              <a:buClr>
                <a:srgbClr val="64A4A3"/>
              </a:buClr>
              <a:buSzPct val="100000"/>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炉心で生じる事象を，その初期段階で検知できずに損傷に至ってから検出される事例</a:t>
            </a:r>
            <a:endParaRPr lang="en-US" altLang="ja-JP" sz="3200" dirty="0">
              <a:solidFill>
                <a:srgbClr val="292B2B"/>
              </a:solidFill>
              <a:latin typeface="Source Han Sans JP"/>
              <a:ea typeface="Source Han Sans JP"/>
              <a:cs typeface="Source Han Sans JP"/>
              <a:sym typeface="Source Han Sans JP"/>
            </a:endParaRPr>
          </a:p>
          <a:p>
            <a:pPr algn="l">
              <a:lnSpc>
                <a:spcPts val="3520"/>
              </a:lnSpc>
              <a:buClr>
                <a:srgbClr val="64A4A3"/>
              </a:buClr>
              <a:buSzPct val="100000"/>
            </a:pPr>
            <a:endParaRPr lang="en-US" altLang="ja-JP" sz="3200" dirty="0">
              <a:solidFill>
                <a:srgbClr val="292B2B"/>
              </a:solidFill>
              <a:latin typeface="Source Han Sans JP"/>
              <a:ea typeface="Source Han Sans JP"/>
              <a:cs typeface="Source Han Sans JP"/>
              <a:sym typeface="Source Han Sans JP"/>
            </a:endParaRPr>
          </a:p>
          <a:p>
            <a:pPr>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a:t>
            </a:r>
            <a:r>
              <a:rPr lang="ja-JP" altLang="en-US" sz="3200" u="none" strike="noStrike" dirty="0">
                <a:solidFill>
                  <a:srgbClr val="292B2B"/>
                </a:solidFill>
                <a:latin typeface="Source Han Sans JP"/>
                <a:ea typeface="Source Han Sans JP"/>
                <a:cs typeface="Source Han Sans JP"/>
                <a:sym typeface="Source Han Sans JP"/>
              </a:rPr>
              <a:t>原子炉内の局所閉塞による炉心溶融を原因とする事故</a:t>
            </a:r>
            <a:r>
              <a:rPr lang="en-US" altLang="ja-JP" sz="3200" dirty="0">
                <a:solidFill>
                  <a:srgbClr val="292B2B"/>
                </a:solidFill>
                <a:latin typeface="Source Han Sans JP"/>
                <a:ea typeface="Source Han Sans JP"/>
                <a:cs typeface="Source Han Sans JP"/>
                <a:sym typeface="Source Han Sans JP"/>
              </a:rPr>
              <a:t>[1]</a:t>
            </a:r>
            <a:endParaRPr lang="en-US" altLang="ja-JP" sz="3200" u="none" strike="noStrike" dirty="0">
              <a:solidFill>
                <a:srgbClr val="292B2B"/>
              </a:solidFill>
              <a:latin typeface="Source Han Sans JP"/>
              <a:ea typeface="Source Han Sans JP"/>
              <a:cs typeface="Source Han Sans JP"/>
              <a:sym typeface="Source Han Sans JP"/>
            </a:endParaRPr>
          </a:p>
          <a:p>
            <a:pPr>
              <a:lnSpc>
                <a:spcPts val="3520"/>
              </a:lnSpc>
              <a:buClr>
                <a:srgbClr val="64A4A3"/>
              </a:buClr>
              <a:buSzPct val="100000"/>
            </a:pPr>
            <a:endParaRPr lang="en-US" altLang="ja-JP" sz="3200" dirty="0">
              <a:solidFill>
                <a:srgbClr val="292B2B"/>
              </a:solidFill>
              <a:latin typeface="Source Han Sans JP"/>
              <a:ea typeface="Source Han Sans JP"/>
              <a:cs typeface="Source Han Sans JP"/>
              <a:sym typeface="Source Han Sans JP"/>
            </a:endParaRPr>
          </a:p>
          <a:p>
            <a:pPr marL="457200" indent="-457200">
              <a:lnSpc>
                <a:spcPts val="3520"/>
              </a:lnSpc>
              <a:buClr>
                <a:srgbClr val="64A4A3"/>
              </a:buClr>
              <a:buSzPct val="100000"/>
              <a:buFont typeface="Wingdings" panose="05000000000000000000" pitchFamily="2" charset="2"/>
              <a:buChar char="l"/>
            </a:pPr>
            <a:r>
              <a:rPr lang="ja-JP" altLang="en-US" sz="3200" u="none" strike="noStrike" dirty="0">
                <a:solidFill>
                  <a:srgbClr val="292B2B"/>
                </a:solidFill>
                <a:latin typeface="Source Han Sans JP"/>
                <a:ea typeface="Source Han Sans JP"/>
                <a:cs typeface="Source Han Sans JP"/>
                <a:sym typeface="Source Han Sans JP"/>
              </a:rPr>
              <a:t>深層防護における第二層に位置づけられる</a:t>
            </a:r>
            <a:r>
              <a:rPr lang="ja-JP" altLang="en-US" sz="3200" b="1" dirty="0">
                <a:solidFill>
                  <a:srgbClr val="64A4A3"/>
                </a:solidFill>
                <a:latin typeface="Source Han Sans JP"/>
                <a:ea typeface="Source Han Sans JP"/>
                <a:cs typeface="Source Han Sans JP"/>
                <a:sym typeface="Source Han Sans JP"/>
              </a:rPr>
              <a:t>「異常の早期検知」</a:t>
            </a:r>
            <a:r>
              <a:rPr lang="ja-JP" altLang="en-US" sz="3200" dirty="0">
                <a:solidFill>
                  <a:srgbClr val="292B2B"/>
                </a:solidFill>
                <a:latin typeface="Source Han Sans JP"/>
                <a:ea typeface="Source Han Sans JP"/>
                <a:cs typeface="Source Han Sans JP"/>
                <a:sym typeface="Source Han Sans JP"/>
              </a:rPr>
              <a:t>の重要性</a:t>
            </a:r>
            <a:r>
              <a:rPr lang="en-US" altLang="ja-JP" sz="3200" dirty="0">
                <a:solidFill>
                  <a:srgbClr val="292B2B"/>
                </a:solidFill>
                <a:latin typeface="Source Han Sans JP"/>
                <a:ea typeface="Source Han Sans JP"/>
                <a:cs typeface="Source Han Sans JP"/>
                <a:sym typeface="Source Han Sans JP"/>
              </a:rPr>
              <a:t>[2]</a:t>
            </a:r>
            <a:endParaRPr lang="en-US" altLang="ja-JP" sz="3200" u="none" strike="noStrike" dirty="0">
              <a:solidFill>
                <a:srgbClr val="292B2B"/>
              </a:solidFill>
              <a:latin typeface="Source Han Sans JP"/>
              <a:ea typeface="Source Han Sans JP"/>
              <a:cs typeface="Source Han Sans JP"/>
              <a:sym typeface="Source Han Sans JP"/>
            </a:endParaRPr>
          </a:p>
        </p:txBody>
      </p:sp>
      <p:sp>
        <p:nvSpPr>
          <p:cNvPr id="32" name="矢印: 下 31">
            <a:extLst>
              <a:ext uri="{FF2B5EF4-FFF2-40B4-BE49-F238E27FC236}">
                <a16:creationId xmlns:a16="http://schemas.microsoft.com/office/drawing/2014/main" id="{7826D9AB-0F72-BAB2-20C5-026E9CCB1F13}"/>
              </a:ext>
            </a:extLst>
          </p:cNvPr>
          <p:cNvSpPr/>
          <p:nvPr/>
        </p:nvSpPr>
        <p:spPr>
          <a:xfrm>
            <a:off x="8637431" y="7162041"/>
            <a:ext cx="1013138" cy="612703"/>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ABB53C2E-7DB4-E6D9-65B3-755576C01F89}"/>
              </a:ext>
            </a:extLst>
          </p:cNvPr>
          <p:cNvSpPr txBox="1"/>
          <p:nvPr/>
        </p:nvSpPr>
        <p:spPr>
          <a:xfrm>
            <a:off x="3484816" y="8076111"/>
            <a:ext cx="11745939" cy="588687"/>
          </a:xfrm>
          <a:prstGeom prst="rect">
            <a:avLst/>
          </a:prstGeom>
          <a:noFill/>
        </p:spPr>
        <p:txBody>
          <a:bodyPr wrap="square">
            <a:spAutoFit/>
          </a:bodyPr>
          <a:lstStyle/>
          <a:p>
            <a:pPr algn="l">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閉塞に次いで発生するナトリウムの核沸騰音の</a:t>
            </a:r>
            <a:r>
              <a:rPr lang="ja-JP" altLang="en-US" sz="4800" dirty="0">
                <a:solidFill>
                  <a:srgbClr val="64A4A3"/>
                </a:solidFill>
                <a:latin typeface="Source Han Sans JP Bold" panose="020B0600070205080204" charset="-128"/>
                <a:ea typeface="Source Han Sans JP Bold" panose="020B0600070205080204" charset="-128"/>
                <a:cs typeface="Source Han Sans JP"/>
                <a:sym typeface="Source Han Sans JP"/>
              </a:rPr>
              <a:t>早期検知</a:t>
            </a:r>
            <a:endParaRPr lang="en-US" altLang="ja-JP" sz="4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26" name="テキスト ボックス 25">
            <a:extLst>
              <a:ext uri="{FF2B5EF4-FFF2-40B4-BE49-F238E27FC236}">
                <a16:creationId xmlns:a16="http://schemas.microsoft.com/office/drawing/2014/main" id="{D7CDFAD2-89E1-03C0-7A3C-AFB51C657011}"/>
              </a:ext>
            </a:extLst>
          </p:cNvPr>
          <p:cNvSpPr txBox="1"/>
          <p:nvPr/>
        </p:nvSpPr>
        <p:spPr>
          <a:xfrm>
            <a:off x="885825" y="9526851"/>
            <a:ext cx="11946579" cy="646331"/>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[1]</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Harvey</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A.</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Wagner,</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E.</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Alexanderson,</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Fermi-I: New Age for Nuclear Power, ANS (1979).</a:t>
            </a:r>
          </a:p>
          <a:p>
            <a:pPr>
              <a:buClr>
                <a:srgbClr val="64A4A3"/>
              </a:buClr>
              <a:buSzPct val="100000"/>
            </a:pPr>
            <a:r>
              <a:rPr lang="en-US" altLang="ja-JP" sz="1800" u="none" strike="noStrike" dirty="0">
                <a:solidFill>
                  <a:srgbClr val="292B2B"/>
                </a:solidFill>
                <a:latin typeface="Source Han Sans JP"/>
                <a:ea typeface="Source Han Sans JP"/>
                <a:cs typeface="Source Han Sans JP"/>
                <a:sym typeface="Source Han Sans JP"/>
              </a:rPr>
              <a:t>[2]</a:t>
            </a:r>
            <a:r>
              <a:rPr lang="ja-JP" altLang="en-US" sz="1800" u="none" strike="noStrike" dirty="0">
                <a:solidFill>
                  <a:srgbClr val="292B2B"/>
                </a:solidFill>
                <a:latin typeface="Source Han Sans JP"/>
                <a:ea typeface="Source Han Sans JP"/>
                <a:cs typeface="Source Han Sans JP"/>
                <a:sym typeface="Source Han Sans JP"/>
              </a:rPr>
              <a:t>山口彰</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「深層防護の考え方</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活用」の検討状況</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標準委員会セッション</a:t>
            </a:r>
            <a:r>
              <a:rPr lang="en-US" altLang="ja-JP" sz="1800" u="none" strike="noStrike" dirty="0">
                <a:solidFill>
                  <a:srgbClr val="292B2B"/>
                </a:solidFill>
                <a:latin typeface="Source Han Sans JP"/>
                <a:ea typeface="Source Han Sans JP"/>
                <a:cs typeface="Source Han Sans JP"/>
                <a:sym typeface="Source Han Sans JP"/>
              </a:rPr>
              <a:t>1(</a:t>
            </a:r>
            <a:r>
              <a:rPr lang="ja-JP" altLang="en-US" sz="1800" u="none" strike="noStrike" dirty="0">
                <a:solidFill>
                  <a:srgbClr val="292B2B"/>
                </a:solidFill>
                <a:latin typeface="Source Han Sans JP"/>
                <a:ea typeface="Source Han Sans JP"/>
                <a:cs typeface="Source Han Sans JP"/>
                <a:sym typeface="Source Han Sans JP"/>
              </a:rPr>
              <a:t>原子力安全検討会</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分科会</a:t>
            </a:r>
            <a:r>
              <a:rPr lang="en-US" altLang="ja-JP" sz="1800" u="none" strike="noStrike" dirty="0">
                <a:solidFill>
                  <a:srgbClr val="292B2B"/>
                </a:solidFill>
                <a:latin typeface="Source Han Sans JP"/>
                <a:ea typeface="Source Han Sans JP"/>
                <a:cs typeface="Source Han Sans JP"/>
                <a:sym typeface="Source Han Sans JP"/>
              </a:rPr>
              <a:t>)</a:t>
            </a:r>
          </a:p>
        </p:txBody>
      </p:sp>
    </p:spTree>
    <p:extLst>
      <p:ext uri="{BB962C8B-B14F-4D97-AF65-F5344CB8AC3E}">
        <p14:creationId xmlns:p14="http://schemas.microsoft.com/office/powerpoint/2010/main" val="63202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p:cNvSpPr txBox="1"/>
          <p:nvPr/>
        </p:nvSpPr>
        <p:spPr>
          <a:xfrm>
            <a:off x="2709919" y="1676416"/>
            <a:ext cx="4466734" cy="727187"/>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研究背景</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01</a:t>
            </a:r>
          </a:p>
        </p:txBody>
      </p:sp>
      <p:sp>
        <p:nvSpPr>
          <p:cNvPr id="23" name="TextBox 26">
            <a:extLst>
              <a:ext uri="{FF2B5EF4-FFF2-40B4-BE49-F238E27FC236}">
                <a16:creationId xmlns:a16="http://schemas.microsoft.com/office/drawing/2014/main" id="{D9AD7586-6509-574D-DFF1-30FD28086FB8}"/>
              </a:ext>
            </a:extLst>
          </p:cNvPr>
          <p:cNvSpPr txBox="1"/>
          <p:nvPr/>
        </p:nvSpPr>
        <p:spPr>
          <a:xfrm>
            <a:off x="1436744" y="3619091"/>
            <a:ext cx="2546350" cy="592535"/>
          </a:xfrm>
          <a:prstGeom prst="rect">
            <a:avLst/>
          </a:prstGeom>
        </p:spPr>
        <p:txBody>
          <a:bodyPr wrap="square" lIns="0" tIns="0" rIns="0" bIns="0" rtlCol="0" anchor="t">
            <a:spAutoFit/>
          </a:bodyPr>
          <a:lstStyle/>
          <a:p>
            <a:pPr marL="0" lvl="0" indent="0" algn="l">
              <a:lnSpc>
                <a:spcPts val="44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t>
            </a:r>
            <a:r>
              <a:rPr lang="ja-JP" altLang="en-US" sz="4000" dirty="0">
                <a:solidFill>
                  <a:srgbClr val="292B2B"/>
                </a:solidFill>
                <a:latin typeface="Source Han Sans JP Medium"/>
                <a:ea typeface="Source Han Sans JP Medium"/>
                <a:cs typeface="Source Han Sans JP Medium"/>
                <a:sym typeface="Source Han Sans JP Medium"/>
              </a:rPr>
              <a:t>目的</a:t>
            </a:r>
            <a:r>
              <a:rPr lang="en-US" sz="4000" dirty="0">
                <a:solidFill>
                  <a:srgbClr val="292B2B"/>
                </a:solidFill>
                <a:latin typeface="Source Han Sans JP Medium"/>
                <a:ea typeface="Source Han Sans JP Medium"/>
                <a:cs typeface="Source Han Sans JP Medium"/>
                <a:sym typeface="Source Han Sans JP Medium"/>
              </a:rPr>
              <a:t>]</a:t>
            </a:r>
          </a:p>
        </p:txBody>
      </p:sp>
      <p:sp>
        <p:nvSpPr>
          <p:cNvPr id="29" name="スライド番号プレースホルダー 28">
            <a:extLst>
              <a:ext uri="{FF2B5EF4-FFF2-40B4-BE49-F238E27FC236}">
                <a16:creationId xmlns:a16="http://schemas.microsoft.com/office/drawing/2014/main" id="{27224670-9190-F1F6-7A02-DB54144436E0}"/>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5</a:t>
            </a:fld>
            <a:endParaRPr lang="en-US" sz="4800" dirty="0"/>
          </a:p>
        </p:txBody>
      </p:sp>
      <p:sp>
        <p:nvSpPr>
          <p:cNvPr id="30" name="TextBox 25">
            <a:extLst>
              <a:ext uri="{FF2B5EF4-FFF2-40B4-BE49-F238E27FC236}">
                <a16:creationId xmlns:a16="http://schemas.microsoft.com/office/drawing/2014/main" id="{1FE2A5AB-F6B7-0011-B112-A4E8E850D0AF}"/>
              </a:ext>
            </a:extLst>
          </p:cNvPr>
          <p:cNvSpPr txBox="1"/>
          <p:nvPr/>
        </p:nvSpPr>
        <p:spPr>
          <a:xfrm>
            <a:off x="2301875" y="4459250"/>
            <a:ext cx="14549381" cy="4303486"/>
          </a:xfrm>
          <a:prstGeom prst="rect">
            <a:avLst/>
          </a:prstGeom>
        </p:spPr>
        <p:txBody>
          <a:bodyPr wrap="square" lIns="0" tIns="0" rIns="0" bIns="0" rtlCol="0" anchor="t">
            <a:spAutoFit/>
          </a:bodyPr>
          <a:lstStyle/>
          <a:p>
            <a:pPr algn="l">
              <a:lnSpc>
                <a:spcPct val="150000"/>
              </a:lnSpc>
              <a:buClr>
                <a:srgbClr val="64A4A3"/>
              </a:buClr>
              <a:buSzPct val="100000"/>
            </a:pPr>
            <a:r>
              <a:rPr lang="ja-JP" altLang="en-US" sz="4800" b="0" i="0" dirty="0">
                <a:solidFill>
                  <a:srgbClr val="1D1C1D"/>
                </a:solidFill>
                <a:effectLst/>
                <a:highlight>
                  <a:srgbClr val="F8F8F8"/>
                </a:highlight>
                <a:latin typeface="NotoSansJP"/>
              </a:rPr>
              <a:t>次世代のナトリウム冷却高速炉の実用化には安全性の強化が不可欠であることから，沸騰音検知の精度向上のためにアンサンブル学習を採用して総合的な評価を行うこと</a:t>
            </a:r>
            <a:endParaRPr lang="en-US" altLang="ja-JP" sz="4800" u="none" strike="noStrike" dirty="0">
              <a:solidFill>
                <a:srgbClr val="292B2B"/>
              </a:solidFill>
              <a:latin typeface="Source Han Sans JP"/>
              <a:ea typeface="Source Han Sans JP"/>
              <a:cs typeface="Source Han Sans JP"/>
              <a:sym typeface="Source Han Sans JP"/>
            </a:endParaRPr>
          </a:p>
        </p:txBody>
      </p:sp>
    </p:spTree>
    <p:extLst>
      <p:ext uri="{BB962C8B-B14F-4D97-AF65-F5344CB8AC3E}">
        <p14:creationId xmlns:p14="http://schemas.microsoft.com/office/powerpoint/2010/main" val="260892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23276-8934-A751-72D4-1185C994022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5B5695B-61E6-B8F4-09F5-E54E1DC4E9FA}"/>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61403C69-904D-6DA1-A1AC-5F051B5BD3E9}"/>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A151899C-24D5-4DFC-A892-F629A6EC02F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4471E1DB-46FB-2A90-23DB-31C29891C96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F946BC37-A191-2B10-7DAC-EC80D8ACDF07}"/>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176E13A6-E003-0F18-AF87-EF0EAB857E5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4DAC0381-83CD-2AB1-6A19-1D1BE14D581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166B8C22-5188-5110-AB80-46A33215B39C}"/>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701D4384-4B0C-DC0C-2A41-2249A53B7C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696997A6-0FC9-D623-CBD7-B3808975951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4114A329-78C0-8FAA-AF98-E8A756E8401F}"/>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8D988E24-9037-FEB1-CDEB-B699B1D98030}"/>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28E43C8A-54EC-533A-F462-EFF9498AC5A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6BEF45C7-D489-C162-BCF6-03399DD8D70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C06209D2-1FF5-B8BE-3C5E-04CA738AC046}"/>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D56B1F03-3F67-9667-B773-50635FDB7E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D8A82B34-1A3D-073F-9C2F-82AA2856B21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D318E51E-8183-5E08-C185-610A1DA7C1CB}"/>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1AE6F4A8-16B8-A77A-7D3D-B202FDF10C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0FF64554-D2B1-B380-F8F8-48A1D3B65E0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D81DA22D-CD19-EA07-8EDD-D2ABEE95D78C}"/>
              </a:ext>
            </a:extLst>
          </p:cNvPr>
          <p:cNvGrpSpPr/>
          <p:nvPr/>
        </p:nvGrpSpPr>
        <p:grpSpPr>
          <a:xfrm>
            <a:off x="9128334" y="3442072"/>
            <a:ext cx="8058208" cy="3402855"/>
            <a:chOff x="10121433" y="2372121"/>
            <a:chExt cx="6318717" cy="3402855"/>
          </a:xfrm>
        </p:grpSpPr>
        <p:sp>
          <p:nvSpPr>
            <p:cNvPr id="22" name="TextBox 22">
              <a:extLst>
                <a:ext uri="{FF2B5EF4-FFF2-40B4-BE49-F238E27FC236}">
                  <a16:creationId xmlns:a16="http://schemas.microsoft.com/office/drawing/2014/main" id="{8E89A032-CE5C-37DA-9F37-CE3878B2ED15}"/>
                </a:ext>
              </a:extLst>
            </p:cNvPr>
            <p:cNvSpPr txBox="1"/>
            <p:nvPr/>
          </p:nvSpPr>
          <p:spPr>
            <a:xfrm>
              <a:off x="11273049" y="2372121"/>
              <a:ext cx="5167101" cy="3389133"/>
            </a:xfrm>
            <a:prstGeom prst="rect">
              <a:avLst/>
            </a:prstGeom>
          </p:spPr>
          <p:txBody>
            <a:bodyPr lIns="0" tIns="0" rIns="0" bIns="0" rtlCol="0" anchor="t">
              <a:spAutoFit/>
            </a:bodyPr>
            <a:lstStyle/>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研究背景</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latin typeface="Source Han Sans JP" panose="020B0600070205080204" charset="-128"/>
                  <a:ea typeface="Source Han Sans JP" panose="020B0600070205080204" charset="-128"/>
                  <a:cs typeface="Now"/>
                  <a:sym typeface="Now"/>
                </a:rPr>
                <a:t>プール沸騰実験</a:t>
              </a:r>
              <a:endParaRPr lang="en-US" sz="2999" dirty="0">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ラベル分類によるアンサンブル学習</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回帰分析と</a:t>
              </a:r>
              <a:r>
                <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rPr>
                <a:t>ROC</a:t>
              </a: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曲線によるモデル評価</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今後の展望</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A44D9C4C-E710-D030-97CD-D4B442959986}"/>
                </a:ext>
              </a:extLst>
            </p:cNvPr>
            <p:cNvSpPr txBox="1"/>
            <p:nvPr/>
          </p:nvSpPr>
          <p:spPr>
            <a:xfrm>
              <a:off x="10121433" y="2372121"/>
              <a:ext cx="1151616" cy="3402855"/>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r>
                <a:rPr lang="en-US" sz="2999" dirty="0">
                  <a:solidFill>
                    <a:srgbClr val="292B2B"/>
                  </a:solidFill>
                  <a:latin typeface="Now"/>
                  <a:ea typeface="Now"/>
                  <a:cs typeface="Now"/>
                  <a:sym typeface="Now"/>
                </a:rPr>
                <a:t>04</a:t>
              </a:r>
            </a:p>
            <a:p>
              <a:pPr algn="l">
                <a:lnSpc>
                  <a:spcPts val="5399"/>
                </a:lnSpc>
              </a:pPr>
              <a:r>
                <a:rPr lang="en-US" sz="2999" dirty="0">
                  <a:solidFill>
                    <a:srgbClr val="292B2B"/>
                  </a:solidFill>
                  <a:latin typeface="Now"/>
                  <a:ea typeface="Now"/>
                  <a:cs typeface="Now"/>
                  <a:sym typeface="Now"/>
                </a:rPr>
                <a:t>05</a:t>
              </a:r>
            </a:p>
          </p:txBody>
        </p:sp>
      </p:grpSp>
      <p:sp>
        <p:nvSpPr>
          <p:cNvPr id="24" name="TextBox 24">
            <a:extLst>
              <a:ext uri="{FF2B5EF4-FFF2-40B4-BE49-F238E27FC236}">
                <a16:creationId xmlns:a16="http://schemas.microsoft.com/office/drawing/2014/main" id="{F3DDB343-0023-C7A2-057F-6FE4E789D3FC}"/>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C755DEB3-D757-061F-0B52-837A6BD08BCD}"/>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2D571ABE-F6B4-DA10-62A2-EAE0525645FB}"/>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85900168-F9D3-FBCD-A96B-DBC19397FBBD}"/>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6</a:t>
            </a:fld>
            <a:endParaRPr lang="en-US" sz="4800" dirty="0"/>
          </a:p>
        </p:txBody>
      </p:sp>
    </p:spTree>
    <p:extLst>
      <p:ext uri="{BB962C8B-B14F-4D97-AF65-F5344CB8AC3E}">
        <p14:creationId xmlns:p14="http://schemas.microsoft.com/office/powerpoint/2010/main" val="3802149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p:cNvSpPr txBox="1"/>
          <p:nvPr/>
        </p:nvSpPr>
        <p:spPr>
          <a:xfrm>
            <a:off x="2709919" y="1676416"/>
            <a:ext cx="4466734" cy="727187"/>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プール沸騰実験</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02</a:t>
            </a:r>
          </a:p>
        </p:txBody>
      </p:sp>
      <p:sp>
        <p:nvSpPr>
          <p:cNvPr id="23" name="スライド番号プレースホルダー 28">
            <a:extLst>
              <a:ext uri="{FF2B5EF4-FFF2-40B4-BE49-F238E27FC236}">
                <a16:creationId xmlns:a16="http://schemas.microsoft.com/office/drawing/2014/main" id="{6AF0E138-3C39-EA60-2418-086D1D581B5F}"/>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7</a:t>
            </a:fld>
            <a:endParaRPr lang="en-US" sz="4800" dirty="0"/>
          </a:p>
        </p:txBody>
      </p:sp>
      <p:sp>
        <p:nvSpPr>
          <p:cNvPr id="28" name="TextBox 26">
            <a:extLst>
              <a:ext uri="{FF2B5EF4-FFF2-40B4-BE49-F238E27FC236}">
                <a16:creationId xmlns:a16="http://schemas.microsoft.com/office/drawing/2014/main" id="{79AE947C-91E9-4EAC-A8D8-2C2F4BB40336}"/>
              </a:ext>
            </a:extLst>
          </p:cNvPr>
          <p:cNvSpPr txBox="1"/>
          <p:nvPr/>
        </p:nvSpPr>
        <p:spPr>
          <a:xfrm>
            <a:off x="1143000" y="3315765"/>
            <a:ext cx="2546350" cy="577081"/>
          </a:xfrm>
          <a:prstGeom prst="rect">
            <a:avLst/>
          </a:prstGeom>
        </p:spPr>
        <p:txBody>
          <a:bodyPr wrap="square" lIns="0" tIns="0" rIns="0" bIns="0" rtlCol="0" anchor="t">
            <a:spAutoFit/>
          </a:bodyPr>
          <a:lstStyle/>
          <a:p>
            <a:pPr marL="0" lvl="0" indent="0" algn="l">
              <a:lnSpc>
                <a:spcPts val="44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t>
            </a:r>
            <a:r>
              <a:rPr lang="ja-JP" altLang="en-US" sz="4000" dirty="0">
                <a:solidFill>
                  <a:srgbClr val="292B2B"/>
                </a:solidFill>
                <a:latin typeface="Source Han Sans JP Medium"/>
                <a:ea typeface="Source Han Sans JP Medium"/>
                <a:cs typeface="Source Han Sans JP Medium"/>
                <a:sym typeface="Source Han Sans JP Medium"/>
              </a:rPr>
              <a:t>手順</a:t>
            </a:r>
            <a:r>
              <a:rPr lang="en-US" sz="4000" dirty="0">
                <a:solidFill>
                  <a:srgbClr val="292B2B"/>
                </a:solidFill>
                <a:latin typeface="Source Han Sans JP Medium"/>
                <a:ea typeface="Source Han Sans JP Medium"/>
                <a:cs typeface="Source Han Sans JP Medium"/>
                <a:sym typeface="Source Han Sans JP Medium"/>
              </a:rPr>
              <a:t>]</a:t>
            </a:r>
          </a:p>
        </p:txBody>
      </p:sp>
      <p:grpSp>
        <p:nvGrpSpPr>
          <p:cNvPr id="29" name="グループ化 28">
            <a:extLst>
              <a:ext uri="{FF2B5EF4-FFF2-40B4-BE49-F238E27FC236}">
                <a16:creationId xmlns:a16="http://schemas.microsoft.com/office/drawing/2014/main" id="{9A8F8AAF-A92C-51AA-C68C-4A3BA9D770F6}"/>
              </a:ext>
            </a:extLst>
          </p:cNvPr>
          <p:cNvGrpSpPr/>
          <p:nvPr/>
        </p:nvGrpSpPr>
        <p:grpSpPr>
          <a:xfrm>
            <a:off x="1447800" y="3977570"/>
            <a:ext cx="11619847" cy="4914487"/>
            <a:chOff x="4191000" y="4440739"/>
            <a:chExt cx="7647224" cy="4914487"/>
          </a:xfrm>
        </p:grpSpPr>
        <p:sp>
          <p:nvSpPr>
            <p:cNvPr id="26" name="TextBox 22">
              <a:extLst>
                <a:ext uri="{FF2B5EF4-FFF2-40B4-BE49-F238E27FC236}">
                  <a16:creationId xmlns:a16="http://schemas.microsoft.com/office/drawing/2014/main" id="{3CBF144F-5444-AD9F-4569-64074F8B2464}"/>
                </a:ext>
              </a:extLst>
            </p:cNvPr>
            <p:cNvSpPr txBox="1"/>
            <p:nvPr/>
          </p:nvSpPr>
          <p:spPr>
            <a:xfrm>
              <a:off x="4893080" y="4440739"/>
              <a:ext cx="6945144" cy="4898008"/>
            </a:xfrm>
            <a:prstGeom prst="rect">
              <a:avLst/>
            </a:prstGeom>
          </p:spPr>
          <p:txBody>
            <a:bodyPr wrap="square" lIns="0" tIns="0" rIns="0" bIns="0" rtlCol="0" anchor="t">
              <a:spAutoFit/>
            </a:bodyPr>
            <a:lstStyle/>
            <a:p>
              <a:pPr algn="l">
                <a:lnSpc>
                  <a:spcPct val="150000"/>
                </a:lnSpc>
              </a:pPr>
              <a:r>
                <a:rPr lang="ja-JP" altLang="en-US" sz="3600" dirty="0">
                  <a:solidFill>
                    <a:srgbClr val="292B2B"/>
                  </a:solidFill>
                  <a:latin typeface="Source Han Sans JP" panose="020B0600070205080204" charset="-128"/>
                  <a:ea typeface="Source Han Sans JP" panose="020B0600070205080204" charset="-128"/>
                  <a:cs typeface="Now"/>
                  <a:sym typeface="Now"/>
                </a:rPr>
                <a:t>超純水を</a:t>
              </a:r>
              <a:r>
                <a:rPr lang="en-US" altLang="ja-JP" sz="3600" dirty="0">
                  <a:solidFill>
                    <a:srgbClr val="292B2B"/>
                  </a:solidFill>
                  <a:latin typeface="Source Han Sans JP" panose="020B0600070205080204" charset="-128"/>
                  <a:ea typeface="Source Han Sans JP" panose="020B0600070205080204" charset="-128"/>
                  <a:cs typeface="Now"/>
                  <a:sym typeface="Now"/>
                </a:rPr>
                <a:t>4.0L </a:t>
              </a:r>
              <a:r>
                <a:rPr lang="ja-JP" altLang="en-US" sz="3600" dirty="0">
                  <a:solidFill>
                    <a:srgbClr val="292B2B"/>
                  </a:solidFill>
                  <a:latin typeface="Source Han Sans JP" panose="020B0600070205080204" charset="-128"/>
                  <a:ea typeface="Source Han Sans JP" panose="020B0600070205080204" charset="-128"/>
                  <a:cs typeface="Now"/>
                  <a:sym typeface="Now"/>
                </a:rPr>
                <a:t>用意</a:t>
              </a:r>
              <a:endParaRPr lang="en-US" sz="3600" dirty="0">
                <a:solidFill>
                  <a:srgbClr val="292B2B"/>
                </a:solidFill>
                <a:latin typeface="Source Han Sans JP" panose="020B0600070205080204" charset="-128"/>
                <a:ea typeface="Source Han Sans JP" panose="020B0600070205080204" charset="-128"/>
                <a:cs typeface="Now"/>
                <a:sym typeface="Now"/>
              </a:endParaRPr>
            </a:p>
            <a:p>
              <a:pPr algn="l">
                <a:lnSpc>
                  <a:spcPct val="150000"/>
                </a:lnSpc>
              </a:pPr>
              <a:r>
                <a:rPr lang="ja-JP" altLang="en-US" sz="3600" dirty="0">
                  <a:solidFill>
                    <a:srgbClr val="292B2B"/>
                  </a:solidFill>
                  <a:latin typeface="Source Han Sans JP" panose="020B0600070205080204" charset="-128"/>
                  <a:ea typeface="Source Han Sans JP" panose="020B0600070205080204" charset="-128"/>
                  <a:cs typeface="Now"/>
                  <a:sym typeface="Now"/>
                </a:rPr>
                <a:t>白金細線</a:t>
              </a:r>
              <a:r>
                <a:rPr lang="en-US" altLang="ja-JP" sz="3600" dirty="0">
                  <a:solidFill>
                    <a:srgbClr val="292B2B"/>
                  </a:solidFill>
                  <a:latin typeface="Source Han Sans JP" panose="020B0600070205080204" charset="-128"/>
                  <a:ea typeface="Source Han Sans JP" panose="020B0600070205080204" charset="-128"/>
                  <a:cs typeface="Now"/>
                  <a:sym typeface="Now"/>
                </a:rPr>
                <a:t>(</a:t>
              </a:r>
              <a:r>
                <a:rPr lang="ja-JP" altLang="en-US" sz="3600" dirty="0">
                  <a:solidFill>
                    <a:srgbClr val="292B2B"/>
                  </a:solidFill>
                  <a:latin typeface="Source Han Sans JP" panose="020B0600070205080204" charset="-128"/>
                  <a:ea typeface="Source Han Sans JP" panose="020B0600070205080204" charset="-128"/>
                  <a:cs typeface="Now"/>
                  <a:sym typeface="Now"/>
                </a:rPr>
                <a:t>直径</a:t>
              </a:r>
              <a:r>
                <a:rPr lang="en-US" altLang="ja-JP" sz="3600" dirty="0">
                  <a:solidFill>
                    <a:srgbClr val="292B2B"/>
                  </a:solidFill>
                  <a:latin typeface="Source Han Sans JP" panose="020B0600070205080204" charset="-128"/>
                  <a:ea typeface="Source Han Sans JP" panose="020B0600070205080204" charset="-128"/>
                  <a:cs typeface="Now"/>
                  <a:sym typeface="Now"/>
                </a:rPr>
                <a:t>0.3mm)</a:t>
              </a:r>
              <a:r>
                <a:rPr lang="ja-JP" altLang="en-US" sz="3600" dirty="0">
                  <a:solidFill>
                    <a:srgbClr val="292B2B"/>
                  </a:solidFill>
                  <a:latin typeface="Source Han Sans JP" panose="020B0600070205080204" charset="-128"/>
                  <a:ea typeface="Source Han Sans JP" panose="020B0600070205080204" charset="-128"/>
                  <a:cs typeface="Now"/>
                  <a:sym typeface="Now"/>
                </a:rPr>
                <a:t>、計測機器の準備</a:t>
              </a:r>
              <a:endParaRPr lang="en-US" altLang="ja-JP" sz="3600" dirty="0">
                <a:solidFill>
                  <a:srgbClr val="292B2B"/>
                </a:solidFill>
                <a:latin typeface="Source Han Sans JP" panose="020B0600070205080204" charset="-128"/>
                <a:ea typeface="Source Han Sans JP" panose="020B0600070205080204" charset="-128"/>
                <a:cs typeface="Now"/>
                <a:sym typeface="Now"/>
              </a:endParaRPr>
            </a:p>
            <a:p>
              <a:pPr algn="l">
                <a:lnSpc>
                  <a:spcPct val="150000"/>
                </a:lnSpc>
              </a:pPr>
              <a:r>
                <a:rPr lang="ja-JP" altLang="en-US" sz="3600" dirty="0">
                  <a:solidFill>
                    <a:srgbClr val="292B2B"/>
                  </a:solidFill>
                  <a:latin typeface="Source Han Sans JP" panose="020B0600070205080204" charset="-128"/>
                  <a:ea typeface="Source Han Sans JP" panose="020B0600070205080204" charset="-128"/>
                  <a:cs typeface="Now"/>
                  <a:sym typeface="Now"/>
                </a:rPr>
                <a:t>脱気</a:t>
              </a:r>
              <a:endParaRPr lang="en-US" altLang="ja-JP" sz="3600" dirty="0">
                <a:solidFill>
                  <a:srgbClr val="292B2B"/>
                </a:solidFill>
                <a:latin typeface="Source Han Sans JP" panose="020B0600070205080204" charset="-128"/>
                <a:ea typeface="Source Han Sans JP" panose="020B0600070205080204" charset="-128"/>
                <a:cs typeface="Now"/>
                <a:sym typeface="Now"/>
              </a:endParaRPr>
            </a:p>
            <a:p>
              <a:pPr algn="l">
                <a:lnSpc>
                  <a:spcPct val="150000"/>
                </a:lnSpc>
              </a:pPr>
              <a:r>
                <a:rPr lang="ja-JP" altLang="en-US" sz="3600" dirty="0">
                  <a:solidFill>
                    <a:srgbClr val="292B2B"/>
                  </a:solidFill>
                  <a:latin typeface="Source Han Sans JP" panose="020B0600070205080204" charset="-128"/>
                  <a:ea typeface="Source Han Sans JP" panose="020B0600070205080204" charset="-128"/>
                  <a:cs typeface="Now"/>
                  <a:sym typeface="Now"/>
                </a:rPr>
                <a:t>自然冷却から攪拌棒</a:t>
              </a:r>
              <a:r>
                <a:rPr lang="en-US" altLang="ja-JP" sz="3600" dirty="0">
                  <a:solidFill>
                    <a:srgbClr val="292B2B"/>
                  </a:solidFill>
                  <a:latin typeface="Source Han Sans JP" panose="020B0600070205080204" charset="-128"/>
                  <a:ea typeface="Source Han Sans JP" panose="020B0600070205080204" charset="-128"/>
                  <a:cs typeface="Now"/>
                  <a:sym typeface="Now"/>
                </a:rPr>
                <a:t>(120rpm)</a:t>
              </a:r>
              <a:r>
                <a:rPr lang="ja-JP" altLang="en-US" sz="3600" dirty="0">
                  <a:solidFill>
                    <a:srgbClr val="292B2B"/>
                  </a:solidFill>
                  <a:latin typeface="Source Han Sans JP" panose="020B0600070205080204" charset="-128"/>
                  <a:ea typeface="Source Han Sans JP" panose="020B0600070205080204" charset="-128"/>
                  <a:cs typeface="Now"/>
                  <a:sym typeface="Now"/>
                </a:rPr>
                <a:t>で</a:t>
              </a:r>
              <a:r>
                <a:rPr lang="en-US" altLang="ja-JP" sz="3600" dirty="0">
                  <a:solidFill>
                    <a:srgbClr val="7CB2B1"/>
                  </a:solidFill>
                  <a:latin typeface="Source Han Sans JP" panose="020B0600070205080204" charset="-128"/>
                  <a:ea typeface="Source Han Sans JP" panose="020B0600070205080204" charset="-128"/>
                  <a:cs typeface="Now"/>
                  <a:sym typeface="Now"/>
                </a:rPr>
                <a:t>80</a:t>
              </a:r>
              <a:r>
                <a:rPr lang="ja-JP" altLang="en-US" sz="3600" dirty="0">
                  <a:solidFill>
                    <a:srgbClr val="292B2B"/>
                  </a:solidFill>
                  <a:latin typeface="Source Han Sans JP" panose="020B0600070205080204" charset="-128"/>
                  <a:ea typeface="Source Han Sans JP" panose="020B0600070205080204" charset="-128"/>
                  <a:cs typeface="Now"/>
                  <a:sym typeface="Now"/>
                </a:rPr>
                <a:t>℃を維持</a:t>
              </a:r>
              <a:endParaRPr lang="en-US" altLang="ja-JP" sz="3600" dirty="0">
                <a:solidFill>
                  <a:srgbClr val="292B2B"/>
                </a:solidFill>
                <a:latin typeface="Source Han Sans JP" panose="020B0600070205080204" charset="-128"/>
                <a:ea typeface="Source Han Sans JP" panose="020B0600070205080204" charset="-128"/>
                <a:cs typeface="Now"/>
                <a:sym typeface="Now"/>
              </a:endParaRPr>
            </a:p>
            <a:p>
              <a:pPr algn="l">
                <a:lnSpc>
                  <a:spcPct val="150000"/>
                </a:lnSpc>
              </a:pPr>
              <a:r>
                <a:rPr lang="ja-JP" altLang="en-US" sz="3600" dirty="0">
                  <a:solidFill>
                    <a:srgbClr val="292B2B"/>
                  </a:solidFill>
                  <a:latin typeface="Source Han Sans JP" panose="020B0600070205080204" charset="-128"/>
                  <a:ea typeface="Source Han Sans JP" panose="020B0600070205080204" charset="-128"/>
                  <a:cs typeface="Now"/>
                  <a:sym typeface="Now"/>
                </a:rPr>
                <a:t>ハイドロフォンで録音</a:t>
              </a:r>
              <a:endParaRPr lang="en-US" altLang="ja-JP" sz="3600" dirty="0">
                <a:solidFill>
                  <a:srgbClr val="292B2B"/>
                </a:solidFill>
                <a:latin typeface="Source Han Sans JP" panose="020B0600070205080204" charset="-128"/>
                <a:ea typeface="Source Han Sans JP" panose="020B0600070205080204" charset="-128"/>
                <a:cs typeface="Now"/>
                <a:sym typeface="Now"/>
              </a:endParaRPr>
            </a:p>
            <a:p>
              <a:pPr algn="l">
                <a:lnSpc>
                  <a:spcPct val="150000"/>
                </a:lnSpc>
              </a:pPr>
              <a:r>
                <a:rPr lang="ja-JP" altLang="en-US" sz="3600" dirty="0">
                  <a:solidFill>
                    <a:srgbClr val="292B2B"/>
                  </a:solidFill>
                  <a:latin typeface="Source Han Sans JP" panose="020B0600070205080204" charset="-128"/>
                  <a:ea typeface="Source Han Sans JP" panose="020B0600070205080204" charset="-128"/>
                  <a:cs typeface="Now"/>
                  <a:sym typeface="Now"/>
                </a:rPr>
                <a:t>細線の印加電圧を、</a:t>
              </a:r>
              <a:r>
                <a:rPr lang="en-US" altLang="ja-JP" sz="3600" dirty="0">
                  <a:solidFill>
                    <a:srgbClr val="292B2B"/>
                  </a:solidFill>
                  <a:latin typeface="Source Han Sans JP" panose="020B0600070205080204" charset="-128"/>
                  <a:ea typeface="Source Han Sans JP" panose="020B0600070205080204" charset="-128"/>
                  <a:cs typeface="Now"/>
                  <a:sym typeface="Now"/>
                </a:rPr>
                <a:t>0.0 V</a:t>
              </a:r>
              <a:r>
                <a:rPr lang="ja-JP" altLang="en-US" sz="3600" dirty="0">
                  <a:solidFill>
                    <a:srgbClr val="292B2B"/>
                  </a:solidFill>
                  <a:latin typeface="Source Han Sans JP" panose="020B0600070205080204" charset="-128"/>
                  <a:ea typeface="Source Han Sans JP" panose="020B0600070205080204" charset="-128"/>
                  <a:cs typeface="Now"/>
                  <a:sym typeface="Now"/>
                </a:rPr>
                <a:t>～</a:t>
              </a:r>
              <a:r>
                <a:rPr lang="en-US" altLang="ja-JP" sz="3600" dirty="0">
                  <a:solidFill>
                    <a:srgbClr val="292B2B"/>
                  </a:solidFill>
                  <a:latin typeface="Source Han Sans JP" panose="020B0600070205080204" charset="-128"/>
                  <a:ea typeface="Source Han Sans JP" panose="020B0600070205080204" charset="-128"/>
                  <a:cs typeface="Now"/>
                  <a:sym typeface="Now"/>
                </a:rPr>
                <a:t>3.0V</a:t>
              </a:r>
              <a:r>
                <a:rPr lang="ja-JP" altLang="en-US" sz="3600" dirty="0">
                  <a:solidFill>
                    <a:srgbClr val="292B2B"/>
                  </a:solidFill>
                  <a:latin typeface="Source Han Sans JP" panose="020B0600070205080204" charset="-128"/>
                  <a:ea typeface="Source Han Sans JP" panose="020B0600070205080204" charset="-128"/>
                  <a:cs typeface="Now"/>
                  <a:sym typeface="Now"/>
                </a:rPr>
                <a:t>まで</a:t>
              </a:r>
              <a:r>
                <a:rPr lang="en-US" altLang="ja-JP" sz="3600" dirty="0">
                  <a:solidFill>
                    <a:srgbClr val="292B2B"/>
                  </a:solidFill>
                  <a:latin typeface="Source Han Sans JP" panose="020B0600070205080204" charset="-128"/>
                  <a:ea typeface="Source Han Sans JP" panose="020B0600070205080204" charset="-128"/>
                  <a:cs typeface="Now"/>
                  <a:sym typeface="Now"/>
                </a:rPr>
                <a:t>0.1V</a:t>
              </a:r>
              <a:r>
                <a:rPr lang="ja-JP" altLang="en-US" sz="3600" dirty="0">
                  <a:solidFill>
                    <a:srgbClr val="292B2B"/>
                  </a:solidFill>
                  <a:latin typeface="Source Han Sans JP" panose="020B0600070205080204" charset="-128"/>
                  <a:ea typeface="Source Han Sans JP" panose="020B0600070205080204" charset="-128"/>
                  <a:cs typeface="Now"/>
                  <a:sym typeface="Now"/>
                </a:rPr>
                <a:t>刻み</a:t>
              </a:r>
              <a:endParaRPr lang="en-US" sz="3600" dirty="0">
                <a:solidFill>
                  <a:srgbClr val="292B2B"/>
                </a:solidFill>
                <a:latin typeface="Source Han Sans JP" panose="020B0600070205080204" charset="-128"/>
                <a:ea typeface="Source Han Sans JP" panose="020B0600070205080204" charset="-128"/>
                <a:cs typeface="Now"/>
                <a:sym typeface="Now"/>
              </a:endParaRPr>
            </a:p>
          </p:txBody>
        </p:sp>
        <p:sp>
          <p:nvSpPr>
            <p:cNvPr id="27" name="TextBox 23">
              <a:extLst>
                <a:ext uri="{FF2B5EF4-FFF2-40B4-BE49-F238E27FC236}">
                  <a16:creationId xmlns:a16="http://schemas.microsoft.com/office/drawing/2014/main" id="{9F1F5D8F-BADD-C98E-EA7C-562458404374}"/>
                </a:ext>
              </a:extLst>
            </p:cNvPr>
            <p:cNvSpPr txBox="1"/>
            <p:nvPr/>
          </p:nvSpPr>
          <p:spPr>
            <a:xfrm>
              <a:off x="4191000" y="4440739"/>
              <a:ext cx="1151616" cy="4914487"/>
            </a:xfrm>
            <a:prstGeom prst="rect">
              <a:avLst/>
            </a:prstGeom>
          </p:spPr>
          <p:txBody>
            <a:bodyPr lIns="0" tIns="0" rIns="0" bIns="0" rtlCol="0" anchor="t">
              <a:spAutoFit/>
            </a:bodyPr>
            <a:lstStyle/>
            <a:p>
              <a:pPr algn="l">
                <a:lnSpc>
                  <a:spcPct val="150000"/>
                </a:lnSpc>
              </a:pPr>
              <a:r>
                <a:rPr lang="en-US" sz="3600" dirty="0">
                  <a:solidFill>
                    <a:srgbClr val="64A4A3"/>
                  </a:solidFill>
                  <a:latin typeface="Now"/>
                  <a:ea typeface="Now"/>
                  <a:cs typeface="Now"/>
                  <a:sym typeface="Now"/>
                </a:rPr>
                <a:t>01</a:t>
              </a:r>
            </a:p>
            <a:p>
              <a:pPr algn="l">
                <a:lnSpc>
                  <a:spcPct val="150000"/>
                </a:lnSpc>
              </a:pPr>
              <a:r>
                <a:rPr lang="en-US" sz="3600" dirty="0">
                  <a:solidFill>
                    <a:srgbClr val="64A4A3"/>
                  </a:solidFill>
                  <a:latin typeface="Now"/>
                  <a:ea typeface="Now"/>
                  <a:cs typeface="Now"/>
                  <a:sym typeface="Now"/>
                </a:rPr>
                <a:t>02</a:t>
              </a:r>
            </a:p>
            <a:p>
              <a:pPr algn="l">
                <a:lnSpc>
                  <a:spcPct val="150000"/>
                </a:lnSpc>
              </a:pPr>
              <a:r>
                <a:rPr lang="en-US" sz="3600" dirty="0">
                  <a:solidFill>
                    <a:srgbClr val="64A4A3"/>
                  </a:solidFill>
                  <a:latin typeface="Now"/>
                  <a:ea typeface="Now"/>
                  <a:cs typeface="Now"/>
                  <a:sym typeface="Now"/>
                </a:rPr>
                <a:t>03</a:t>
              </a:r>
            </a:p>
            <a:p>
              <a:pPr algn="l">
                <a:lnSpc>
                  <a:spcPct val="150000"/>
                </a:lnSpc>
              </a:pPr>
              <a:r>
                <a:rPr lang="en-US" sz="3600" dirty="0">
                  <a:solidFill>
                    <a:srgbClr val="64A4A3"/>
                  </a:solidFill>
                  <a:latin typeface="Now"/>
                  <a:ea typeface="Now"/>
                  <a:cs typeface="Now"/>
                  <a:sym typeface="Now"/>
                </a:rPr>
                <a:t>04</a:t>
              </a:r>
            </a:p>
            <a:p>
              <a:pPr algn="l">
                <a:lnSpc>
                  <a:spcPct val="150000"/>
                </a:lnSpc>
              </a:pPr>
              <a:r>
                <a:rPr lang="en-US" sz="3600" dirty="0">
                  <a:solidFill>
                    <a:srgbClr val="64A4A3"/>
                  </a:solidFill>
                  <a:latin typeface="Now"/>
                  <a:ea typeface="Now"/>
                  <a:cs typeface="Now"/>
                  <a:sym typeface="Now"/>
                </a:rPr>
                <a:t>05</a:t>
              </a:r>
            </a:p>
            <a:p>
              <a:pPr algn="l">
                <a:lnSpc>
                  <a:spcPct val="150000"/>
                </a:lnSpc>
              </a:pPr>
              <a:r>
                <a:rPr lang="en-US" sz="3600" dirty="0">
                  <a:solidFill>
                    <a:srgbClr val="64A4A3"/>
                  </a:solidFill>
                  <a:latin typeface="Now"/>
                  <a:ea typeface="Now"/>
                  <a:cs typeface="Now"/>
                  <a:sym typeface="Now"/>
                </a:rPr>
                <a:t>06</a:t>
              </a:r>
            </a:p>
          </p:txBody>
        </p:sp>
      </p:grpSp>
      <p:pic>
        <p:nvPicPr>
          <p:cNvPr id="34" name="図 33" descr="屋内, エンジン が含まれている画像&#10;&#10;自動的に生成された説明">
            <a:extLst>
              <a:ext uri="{FF2B5EF4-FFF2-40B4-BE49-F238E27FC236}">
                <a16:creationId xmlns:a16="http://schemas.microsoft.com/office/drawing/2014/main" id="{A929CF1E-76B0-9F18-088C-9920585616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2005713" y="3810906"/>
            <a:ext cx="5860348" cy="4395261"/>
          </a:xfrm>
          <a:prstGeom prst="rect">
            <a:avLst/>
          </a:prstGeom>
        </p:spPr>
      </p:pic>
    </p:spTree>
    <p:extLst>
      <p:ext uri="{BB962C8B-B14F-4D97-AF65-F5344CB8AC3E}">
        <p14:creationId xmlns:p14="http://schemas.microsoft.com/office/powerpoint/2010/main" val="862819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86ED-B3C6-5553-2245-30F810E5CF5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91BDA6C-5C1D-A7D7-8FA0-68DDD54752CC}"/>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BE70F78D-DC69-5F60-0DC1-BD12455A53BB}"/>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1ED052AC-EC25-FA43-94A5-17F7228BEFB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9112FDE9-2AEF-5634-1711-CEF455524D8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C01929F2-6E4C-0576-E154-C077A82A1947}"/>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17898D5F-15BF-203F-B64C-9D6AEE62474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180F0D4B-9AED-8EA6-70F7-E0A68EC39B6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BCC224F3-2E9C-8640-197C-AEA0FFAC3364}"/>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81DDC7C5-F4AA-4613-2C7E-13098A68A1C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B6309ACC-2ADC-4A5E-2963-F168D5C4A03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56E40C6D-4851-D912-2BD8-6E52A41B7F08}"/>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F75AA3C2-B149-BAD4-A9B0-3B79E535DD76}"/>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33CCEB68-D3C5-5712-4AA0-523F90EBCB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5FFACA7C-BFD6-63CE-C815-D4A8331D35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76A15D4D-607E-C6C7-3324-D21CBADCB2D5}"/>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657E0C65-6C0D-019B-FA00-4DEA9375C1F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3DA9AE0B-B49D-2D59-980B-15D456AF807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C95BF51B-FFE9-5F1F-8A8F-1C79F62FDD0D}"/>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7CC57A6E-93DF-2863-5584-784AF356C24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F72E35FA-68DA-6865-4C73-188384F90D4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6A9EB4A1-D052-982C-B06D-0D39DD987232}"/>
              </a:ext>
            </a:extLst>
          </p:cNvPr>
          <p:cNvGrpSpPr/>
          <p:nvPr/>
        </p:nvGrpSpPr>
        <p:grpSpPr>
          <a:xfrm>
            <a:off x="9128334" y="3442072"/>
            <a:ext cx="8058208" cy="3402855"/>
            <a:chOff x="10121433" y="2372121"/>
            <a:chExt cx="6318717" cy="3402855"/>
          </a:xfrm>
        </p:grpSpPr>
        <p:sp>
          <p:nvSpPr>
            <p:cNvPr id="22" name="TextBox 22">
              <a:extLst>
                <a:ext uri="{FF2B5EF4-FFF2-40B4-BE49-F238E27FC236}">
                  <a16:creationId xmlns:a16="http://schemas.microsoft.com/office/drawing/2014/main" id="{D46505A0-3D44-B909-57B8-74BCEE1C1D7B}"/>
                </a:ext>
              </a:extLst>
            </p:cNvPr>
            <p:cNvSpPr txBox="1"/>
            <p:nvPr/>
          </p:nvSpPr>
          <p:spPr>
            <a:xfrm>
              <a:off x="11273049" y="2372121"/>
              <a:ext cx="5167101" cy="3389133"/>
            </a:xfrm>
            <a:prstGeom prst="rect">
              <a:avLst/>
            </a:prstGeom>
          </p:spPr>
          <p:txBody>
            <a:bodyPr lIns="0" tIns="0" rIns="0" bIns="0" rtlCol="0" anchor="t">
              <a:spAutoFit/>
            </a:bodyPr>
            <a:lstStyle/>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研究背景</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プール沸騰実験</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latin typeface="Source Han Sans JP" panose="020B0600070205080204" charset="-128"/>
                  <a:ea typeface="Source Han Sans JP" panose="020B0600070205080204" charset="-128"/>
                  <a:cs typeface="Now"/>
                  <a:sym typeface="Now"/>
                </a:rPr>
                <a:t>ラベル分類によるアンサンブル学習</a:t>
              </a: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回帰分析と</a:t>
              </a:r>
              <a:r>
                <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rPr>
                <a:t>ROC</a:t>
              </a: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曲線によるモデル評価</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今後の展望</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660D0DE9-A006-40DC-D645-81689CDF0A8D}"/>
                </a:ext>
              </a:extLst>
            </p:cNvPr>
            <p:cNvSpPr txBox="1"/>
            <p:nvPr/>
          </p:nvSpPr>
          <p:spPr>
            <a:xfrm>
              <a:off x="10121433" y="2372121"/>
              <a:ext cx="1151616" cy="3402855"/>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r>
                <a:rPr lang="en-US" sz="2999" dirty="0">
                  <a:solidFill>
                    <a:srgbClr val="292B2B"/>
                  </a:solidFill>
                  <a:latin typeface="Now"/>
                  <a:ea typeface="Now"/>
                  <a:cs typeface="Now"/>
                  <a:sym typeface="Now"/>
                </a:rPr>
                <a:t>04</a:t>
              </a:r>
            </a:p>
            <a:p>
              <a:pPr algn="l">
                <a:lnSpc>
                  <a:spcPts val="5399"/>
                </a:lnSpc>
              </a:pPr>
              <a:r>
                <a:rPr lang="en-US" sz="2999" dirty="0">
                  <a:solidFill>
                    <a:srgbClr val="292B2B"/>
                  </a:solidFill>
                  <a:latin typeface="Now"/>
                  <a:ea typeface="Now"/>
                  <a:cs typeface="Now"/>
                  <a:sym typeface="Now"/>
                </a:rPr>
                <a:t>05</a:t>
              </a:r>
            </a:p>
          </p:txBody>
        </p:sp>
      </p:grpSp>
      <p:sp>
        <p:nvSpPr>
          <p:cNvPr id="24" name="TextBox 24">
            <a:extLst>
              <a:ext uri="{FF2B5EF4-FFF2-40B4-BE49-F238E27FC236}">
                <a16:creationId xmlns:a16="http://schemas.microsoft.com/office/drawing/2014/main" id="{13164ABD-1A26-4F58-C685-E925F437F678}"/>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175F3EFF-AE31-A1BB-9DE1-97514760E3A3}"/>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C1272B4F-1936-4268-4534-A694E35F6CBB}"/>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CEF12238-C46A-AE50-53D2-3EC4E1B4DEFB}"/>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8</a:t>
            </a:fld>
            <a:endParaRPr lang="en-US" sz="4800" dirty="0"/>
          </a:p>
        </p:txBody>
      </p:sp>
    </p:spTree>
    <p:extLst>
      <p:ext uri="{BB962C8B-B14F-4D97-AF65-F5344CB8AC3E}">
        <p14:creationId xmlns:p14="http://schemas.microsoft.com/office/powerpoint/2010/main" val="42319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DEEA8-574A-F10C-1564-78768E3088F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D6B21E-A2CE-552D-2BF5-9CB4D7CE9AD2}"/>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19070968-29BE-E621-E373-99469D09DAF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517D5BC9-D0B7-0AA8-DFCB-5F873C0EBA8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EFED3B16-25F4-18D1-2372-0A707E55AFA3}"/>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0691D52C-A1BB-9117-FD86-526D39E70D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8C647166-1074-432A-43C8-85C60F5EA8A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CEC9A6FE-F31F-362D-BF63-04798784DD2A}"/>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407DDA5E-3419-8E9D-FC22-133222BECA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ECB130A8-07DA-8481-76CA-8FC64D8838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5C5E22D8-DB62-85F4-F9E1-FB4DE72FF660}"/>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7C81C391-4278-E43E-0203-5DFC5C055270}"/>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4BD00B36-5C83-BB0C-1632-EB4B30E297F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2D5D1C1D-43F7-A1A1-6696-96AA056F99A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A17FE033-C0DF-FBD9-E608-0C6B80F064A2}"/>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BFAE9C72-4CA1-73E0-7970-6057C22A4D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8F555227-2D95-0B3A-C01A-59C6A9E831B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DF90A4AC-FCE5-7EDE-EC98-DBF0729EFD9A}"/>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CF9CFA95-3404-23E0-293A-FDC0337E9CC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D456EEC2-DE09-E5B6-8F61-C872D58157F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43832673-7123-D76F-D701-341097A44958}"/>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D1B84ADB-EAC3-7277-5E02-54E44A1560D6}"/>
              </a:ext>
            </a:extLst>
          </p:cNvPr>
          <p:cNvSpPr txBox="1"/>
          <p:nvPr/>
        </p:nvSpPr>
        <p:spPr>
          <a:xfrm>
            <a:off x="2709918" y="1676416"/>
            <a:ext cx="10472681" cy="727187"/>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ラベル分類によるアンサンブル学習</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4F9B08C6-68EA-FB3B-E308-8B2817ADE2CA}"/>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4B7855C6-E40E-692F-8B75-9BA4BE46CA6C}"/>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9</a:t>
            </a:fld>
            <a:endParaRPr lang="en-US" sz="4800" dirty="0"/>
          </a:p>
        </p:txBody>
      </p:sp>
      <p:grpSp>
        <p:nvGrpSpPr>
          <p:cNvPr id="32" name="グループ化 31">
            <a:extLst>
              <a:ext uri="{FF2B5EF4-FFF2-40B4-BE49-F238E27FC236}">
                <a16:creationId xmlns:a16="http://schemas.microsoft.com/office/drawing/2014/main" id="{840ACDC4-DF9F-6553-3C8E-EF03D54D509A}"/>
              </a:ext>
            </a:extLst>
          </p:cNvPr>
          <p:cNvGrpSpPr/>
          <p:nvPr/>
        </p:nvGrpSpPr>
        <p:grpSpPr>
          <a:xfrm>
            <a:off x="1913366" y="3790769"/>
            <a:ext cx="14461268" cy="781033"/>
            <a:chOff x="1913366" y="4321055"/>
            <a:chExt cx="14461268" cy="781033"/>
          </a:xfrm>
        </p:grpSpPr>
        <p:sp>
          <p:nvSpPr>
            <p:cNvPr id="31" name="フローチャート: 代替処理 30">
              <a:extLst>
                <a:ext uri="{FF2B5EF4-FFF2-40B4-BE49-F238E27FC236}">
                  <a16:creationId xmlns:a16="http://schemas.microsoft.com/office/drawing/2014/main" id="{029808A9-CFDE-9114-6F0B-95CA97D76D66}"/>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TextBox 25">
              <a:extLst>
                <a:ext uri="{FF2B5EF4-FFF2-40B4-BE49-F238E27FC236}">
                  <a16:creationId xmlns:a16="http://schemas.microsoft.com/office/drawing/2014/main" id="{F06C4201-809D-C4B7-B5BB-FEF7F671196C}"/>
                </a:ext>
              </a:extLst>
            </p:cNvPr>
            <p:cNvSpPr txBox="1"/>
            <p:nvPr/>
          </p:nvSpPr>
          <p:spPr>
            <a:xfrm>
              <a:off x="2201916" y="4531604"/>
              <a:ext cx="14139736" cy="448841"/>
            </a:xfrm>
            <a:prstGeom prst="rect">
              <a:avLst/>
            </a:prstGeom>
          </p:spPr>
          <p:txBody>
            <a:bodyPr wrap="square" lIns="0" tIns="0" rIns="0" bIns="0" rtlCol="0" anchor="t">
              <a:spAutoFit/>
            </a:bodyPr>
            <a:lstStyle/>
            <a:p>
              <a:pPr algn="l">
                <a:lnSpc>
                  <a:spcPts val="3520"/>
                </a:lnSpc>
                <a:buClr>
                  <a:srgbClr val="64A4A3"/>
                </a:buClr>
                <a:buSzPct val="100000"/>
              </a:pPr>
              <a:r>
                <a:rPr lang="ja-JP" altLang="en-US" sz="3200" u="none" strike="noStrike" dirty="0">
                  <a:solidFill>
                    <a:schemeClr val="bg1"/>
                  </a:solidFill>
                  <a:latin typeface="Source Han Sans JP"/>
                  <a:ea typeface="Source Han Sans JP"/>
                  <a:cs typeface="Source Han Sans JP"/>
                  <a:sym typeface="Source Han Sans JP"/>
                </a:rPr>
                <a:t>実験で得た沸騰音，非沸騰音をスペクトログラムにし，データセットを作成</a:t>
              </a:r>
              <a:endParaRPr lang="en-US" altLang="ja-JP" sz="3200" u="none" strike="noStrike" dirty="0">
                <a:solidFill>
                  <a:schemeClr val="bg1"/>
                </a:solidFill>
                <a:latin typeface="Source Han Sans JP"/>
                <a:ea typeface="Source Han Sans JP"/>
                <a:cs typeface="Source Han Sans JP"/>
                <a:sym typeface="Source Han Sans JP"/>
              </a:endParaRPr>
            </a:p>
          </p:txBody>
        </p:sp>
      </p:grpSp>
      <p:grpSp>
        <p:nvGrpSpPr>
          <p:cNvPr id="33" name="グループ化 32">
            <a:extLst>
              <a:ext uri="{FF2B5EF4-FFF2-40B4-BE49-F238E27FC236}">
                <a16:creationId xmlns:a16="http://schemas.microsoft.com/office/drawing/2014/main" id="{95B55837-A1F5-2B16-5BCC-8A823860EE32}"/>
              </a:ext>
            </a:extLst>
          </p:cNvPr>
          <p:cNvGrpSpPr/>
          <p:nvPr/>
        </p:nvGrpSpPr>
        <p:grpSpPr>
          <a:xfrm>
            <a:off x="3402292" y="5570538"/>
            <a:ext cx="11483415" cy="1108231"/>
            <a:chOff x="1913366" y="4321055"/>
            <a:chExt cx="14461268" cy="1108231"/>
          </a:xfrm>
        </p:grpSpPr>
        <p:sp>
          <p:nvSpPr>
            <p:cNvPr id="34" name="フローチャート: 代替処理 33">
              <a:extLst>
                <a:ext uri="{FF2B5EF4-FFF2-40B4-BE49-F238E27FC236}">
                  <a16:creationId xmlns:a16="http://schemas.microsoft.com/office/drawing/2014/main" id="{20C7F791-3358-F5F0-2709-51C2F3F9666A}"/>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TextBox 25">
              <a:extLst>
                <a:ext uri="{FF2B5EF4-FFF2-40B4-BE49-F238E27FC236}">
                  <a16:creationId xmlns:a16="http://schemas.microsoft.com/office/drawing/2014/main" id="{42FA08BD-A15A-C161-7420-B551BE740526}"/>
                </a:ext>
              </a:extLst>
            </p:cNvPr>
            <p:cNvSpPr txBox="1"/>
            <p:nvPr/>
          </p:nvSpPr>
          <p:spPr>
            <a:xfrm>
              <a:off x="2201916" y="4531604"/>
              <a:ext cx="14139736" cy="897682"/>
            </a:xfrm>
            <a:prstGeom prst="rect">
              <a:avLst/>
            </a:prstGeom>
          </p:spPr>
          <p:txBody>
            <a:bodyPr wrap="square" lIns="0" tIns="0" rIns="0" bIns="0" rtlCol="0" anchor="t">
              <a:spAutoFit/>
            </a:bodyPr>
            <a:lstStyle/>
            <a:p>
              <a:pPr algn="l">
                <a:lnSpc>
                  <a:spcPts val="3520"/>
                </a:lnSpc>
                <a:buClr>
                  <a:srgbClr val="64A4A3"/>
                </a:buClr>
                <a:buSzPct val="100000"/>
              </a:pPr>
              <a:r>
                <a:rPr lang="ja-JP" altLang="en-US" sz="3200" dirty="0">
                  <a:solidFill>
                    <a:schemeClr val="bg1"/>
                  </a:solidFill>
                  <a:latin typeface="Source Han Sans JP"/>
                  <a:ea typeface="Source Han Sans JP"/>
                  <a:cs typeface="Source Han Sans JP"/>
                  <a:sym typeface="Source Han Sans JP"/>
                </a:rPr>
                <a:t>作成したデータセットを入力データとしてアンサンブル学習</a:t>
              </a:r>
              <a:endParaRPr lang="en-US" altLang="ja-JP" sz="3200" u="none" strike="noStrike" dirty="0">
                <a:solidFill>
                  <a:schemeClr val="bg1"/>
                </a:solidFill>
                <a:latin typeface="Source Han Sans JP"/>
                <a:ea typeface="Source Han Sans JP"/>
                <a:cs typeface="Source Han Sans JP"/>
                <a:sym typeface="Source Han Sans JP"/>
              </a:endParaRPr>
            </a:p>
          </p:txBody>
        </p:sp>
      </p:grpSp>
      <p:grpSp>
        <p:nvGrpSpPr>
          <p:cNvPr id="36" name="グループ化 35">
            <a:extLst>
              <a:ext uri="{FF2B5EF4-FFF2-40B4-BE49-F238E27FC236}">
                <a16:creationId xmlns:a16="http://schemas.microsoft.com/office/drawing/2014/main" id="{3E84B247-88E5-DC4E-5125-0394EEEE0C6E}"/>
              </a:ext>
            </a:extLst>
          </p:cNvPr>
          <p:cNvGrpSpPr/>
          <p:nvPr/>
        </p:nvGrpSpPr>
        <p:grpSpPr>
          <a:xfrm>
            <a:off x="5489465" y="7458383"/>
            <a:ext cx="7309070" cy="781033"/>
            <a:chOff x="1913366" y="4321055"/>
            <a:chExt cx="14461268" cy="781033"/>
          </a:xfrm>
        </p:grpSpPr>
        <p:sp>
          <p:nvSpPr>
            <p:cNvPr id="37" name="フローチャート: 代替処理 36">
              <a:extLst>
                <a:ext uri="{FF2B5EF4-FFF2-40B4-BE49-F238E27FC236}">
                  <a16:creationId xmlns:a16="http://schemas.microsoft.com/office/drawing/2014/main" id="{3221C5B1-14EA-6CE1-87AD-9FD742FC5DC3}"/>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TextBox 25">
              <a:extLst>
                <a:ext uri="{FF2B5EF4-FFF2-40B4-BE49-F238E27FC236}">
                  <a16:creationId xmlns:a16="http://schemas.microsoft.com/office/drawing/2014/main" id="{5A1DA0F9-F140-675E-3623-E032BDAC19A3}"/>
                </a:ext>
              </a:extLst>
            </p:cNvPr>
            <p:cNvSpPr txBox="1"/>
            <p:nvPr/>
          </p:nvSpPr>
          <p:spPr>
            <a:xfrm>
              <a:off x="2201916" y="4531604"/>
              <a:ext cx="14139736" cy="448841"/>
            </a:xfrm>
            <a:prstGeom prst="rect">
              <a:avLst/>
            </a:prstGeom>
          </p:spPr>
          <p:txBody>
            <a:bodyPr wrap="square" lIns="0" tIns="0" rIns="0" bIns="0" rtlCol="0" anchor="t">
              <a:spAutoFit/>
            </a:bodyPr>
            <a:lstStyle/>
            <a:p>
              <a:pPr algn="l">
                <a:lnSpc>
                  <a:spcPts val="3520"/>
                </a:lnSpc>
                <a:buClr>
                  <a:srgbClr val="64A4A3"/>
                </a:buClr>
                <a:buSzPct val="100000"/>
              </a:pPr>
              <a:r>
                <a:rPr lang="ja-JP" altLang="en-US" sz="3200" u="none" strike="noStrike" dirty="0">
                  <a:solidFill>
                    <a:schemeClr val="bg1"/>
                  </a:solidFill>
                  <a:latin typeface="Source Han Sans JP"/>
                  <a:ea typeface="Source Han Sans JP"/>
                  <a:cs typeface="Source Han Sans JP"/>
                  <a:sym typeface="Source Han Sans JP"/>
                </a:rPr>
                <a:t>ラベル付けをして分類し，精度を計算</a:t>
              </a:r>
              <a:endParaRPr lang="en-US" altLang="ja-JP" sz="3200" u="none" strike="noStrike" dirty="0">
                <a:solidFill>
                  <a:schemeClr val="bg1"/>
                </a:solidFill>
                <a:latin typeface="Source Han Sans JP"/>
                <a:ea typeface="Source Han Sans JP"/>
                <a:cs typeface="Source Han Sans JP"/>
                <a:sym typeface="Source Han Sans JP"/>
              </a:endParaRPr>
            </a:p>
          </p:txBody>
        </p:sp>
      </p:grpSp>
      <p:sp>
        <p:nvSpPr>
          <p:cNvPr id="39" name="フローチャート: 組合せ 38">
            <a:extLst>
              <a:ext uri="{FF2B5EF4-FFF2-40B4-BE49-F238E27FC236}">
                <a16:creationId xmlns:a16="http://schemas.microsoft.com/office/drawing/2014/main" id="{C26BC4E8-7DEA-5926-40EA-AF11FA99E74D}"/>
              </a:ext>
            </a:extLst>
          </p:cNvPr>
          <p:cNvSpPr/>
          <p:nvPr/>
        </p:nvSpPr>
        <p:spPr>
          <a:xfrm>
            <a:off x="8686800" y="4884925"/>
            <a:ext cx="914400" cy="456628"/>
          </a:xfrm>
          <a:prstGeom prst="flowChartMerge">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フローチャート: 組合せ 39">
            <a:extLst>
              <a:ext uri="{FF2B5EF4-FFF2-40B4-BE49-F238E27FC236}">
                <a16:creationId xmlns:a16="http://schemas.microsoft.com/office/drawing/2014/main" id="{45CA7BD2-AAB4-CA2F-C47A-FE0B41350057}"/>
              </a:ext>
            </a:extLst>
          </p:cNvPr>
          <p:cNvSpPr/>
          <p:nvPr/>
        </p:nvSpPr>
        <p:spPr>
          <a:xfrm>
            <a:off x="8686800" y="6690646"/>
            <a:ext cx="914400" cy="456628"/>
          </a:xfrm>
          <a:prstGeom prst="flowChartMerge">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65341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p:cNvSpPr txBox="1"/>
          <p:nvPr/>
        </p:nvSpPr>
        <p:spPr>
          <a:xfrm>
            <a:off x="2709918" y="1676416"/>
            <a:ext cx="7805681" cy="727187"/>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データセット作成</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D960F128-A11E-06C0-B8F5-CE33823A51D1}"/>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10</a:t>
            </a:fld>
            <a:endParaRPr lang="en-US" sz="4800" dirty="0"/>
          </a:p>
        </p:txBody>
      </p:sp>
      <p:grpSp>
        <p:nvGrpSpPr>
          <p:cNvPr id="71" name="グループ化 70">
            <a:extLst>
              <a:ext uri="{FF2B5EF4-FFF2-40B4-BE49-F238E27FC236}">
                <a16:creationId xmlns:a16="http://schemas.microsoft.com/office/drawing/2014/main" id="{847CCECC-F031-B0C9-3E16-BD9415CC8D25}"/>
              </a:ext>
            </a:extLst>
          </p:cNvPr>
          <p:cNvGrpSpPr/>
          <p:nvPr/>
        </p:nvGrpSpPr>
        <p:grpSpPr>
          <a:xfrm>
            <a:off x="1476347" y="3290540"/>
            <a:ext cx="4937892" cy="624245"/>
            <a:chOff x="7818054" y="5559595"/>
            <a:chExt cx="4937892" cy="624245"/>
          </a:xfrm>
        </p:grpSpPr>
        <p:sp>
          <p:nvSpPr>
            <p:cNvPr id="64" name="正方形/長方形 63">
              <a:extLst>
                <a:ext uri="{FF2B5EF4-FFF2-40B4-BE49-F238E27FC236}">
                  <a16:creationId xmlns:a16="http://schemas.microsoft.com/office/drawing/2014/main" id="{0B67373C-A5B9-647A-25B7-A386120A8B74}"/>
                </a:ext>
              </a:extLst>
            </p:cNvPr>
            <p:cNvSpPr/>
            <p:nvPr/>
          </p:nvSpPr>
          <p:spPr>
            <a:xfrm>
              <a:off x="7818054" y="5559595"/>
              <a:ext cx="4937892" cy="624245"/>
            </a:xfrm>
            <a:prstGeom prst="rect">
              <a:avLst/>
            </a:prstGeom>
            <a:solidFill>
              <a:srgbClr val="64A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Box 29">
              <a:extLst>
                <a:ext uri="{FF2B5EF4-FFF2-40B4-BE49-F238E27FC236}">
                  <a16:creationId xmlns:a16="http://schemas.microsoft.com/office/drawing/2014/main" id="{EE9F15B8-0239-7C6E-7B99-8021B8AC34C2}"/>
                </a:ext>
              </a:extLst>
            </p:cNvPr>
            <p:cNvSpPr txBox="1"/>
            <p:nvPr/>
          </p:nvSpPr>
          <p:spPr>
            <a:xfrm>
              <a:off x="7818054" y="5640678"/>
              <a:ext cx="4937892" cy="481607"/>
            </a:xfrm>
            <a:prstGeom prst="rect">
              <a:avLst/>
            </a:prstGeom>
          </p:spPr>
          <p:txBody>
            <a:bodyPr wrap="square" lIns="0" tIns="0" rIns="0" bIns="0" rtlCol="0" anchor="t">
              <a:spAutoFit/>
            </a:bodyPr>
            <a:lstStyle/>
            <a:p>
              <a:pPr marL="0" lvl="0" indent="0" algn="ctr">
                <a:lnSpc>
                  <a:spcPts val="3919"/>
                </a:lnSpc>
                <a:spcBef>
                  <a:spcPct val="0"/>
                </a:spcBef>
              </a:pPr>
              <a:r>
                <a:rPr lang="en-US" sz="3200" dirty="0">
                  <a:solidFill>
                    <a:schemeClr val="bg1"/>
                  </a:solidFill>
                  <a:latin typeface="Source Han Sans JP Medium"/>
                  <a:ea typeface="Source Han Sans JP Medium"/>
                  <a:cs typeface="Source Han Sans JP Medium"/>
                  <a:sym typeface="Source Han Sans JP Medium"/>
                </a:rPr>
                <a:t>Wav</a:t>
              </a:r>
              <a:r>
                <a:rPr lang="ja-JP" altLang="en-US" sz="3200" dirty="0">
                  <a:solidFill>
                    <a:schemeClr val="bg1"/>
                  </a:solidFill>
                  <a:latin typeface="Source Han Sans JP Medium"/>
                  <a:ea typeface="Source Han Sans JP Medium"/>
                  <a:cs typeface="Source Han Sans JP Medium"/>
                  <a:sym typeface="Source Han Sans JP Medium"/>
                </a:rPr>
                <a:t>データ読み込み</a:t>
              </a:r>
              <a:endParaRPr lang="en-US" sz="3200" dirty="0">
                <a:solidFill>
                  <a:schemeClr val="bg1"/>
                </a:solidFill>
                <a:latin typeface="Source Han Sans JP Medium"/>
                <a:ea typeface="Source Han Sans JP Medium"/>
                <a:cs typeface="Source Han Sans JP Medium"/>
                <a:sym typeface="Source Han Sans JP Medium"/>
              </a:endParaRPr>
            </a:p>
          </p:txBody>
        </p:sp>
      </p:grpSp>
      <p:grpSp>
        <p:nvGrpSpPr>
          <p:cNvPr id="72" name="グループ化 71">
            <a:extLst>
              <a:ext uri="{FF2B5EF4-FFF2-40B4-BE49-F238E27FC236}">
                <a16:creationId xmlns:a16="http://schemas.microsoft.com/office/drawing/2014/main" id="{EE9A07E2-C01F-4C68-2452-87A09589B6B2}"/>
              </a:ext>
            </a:extLst>
          </p:cNvPr>
          <p:cNvGrpSpPr/>
          <p:nvPr/>
        </p:nvGrpSpPr>
        <p:grpSpPr>
          <a:xfrm>
            <a:off x="1476347" y="4431706"/>
            <a:ext cx="4937892" cy="624245"/>
            <a:chOff x="7818054" y="5559595"/>
            <a:chExt cx="4937892" cy="624245"/>
          </a:xfrm>
        </p:grpSpPr>
        <p:sp>
          <p:nvSpPr>
            <p:cNvPr id="73" name="正方形/長方形 72">
              <a:extLst>
                <a:ext uri="{FF2B5EF4-FFF2-40B4-BE49-F238E27FC236}">
                  <a16:creationId xmlns:a16="http://schemas.microsoft.com/office/drawing/2014/main" id="{756EC254-CEF7-910F-15C7-CD4AA8C33DC2}"/>
                </a:ext>
              </a:extLst>
            </p:cNvPr>
            <p:cNvSpPr/>
            <p:nvPr/>
          </p:nvSpPr>
          <p:spPr>
            <a:xfrm>
              <a:off x="7818054" y="5559595"/>
              <a:ext cx="4937892" cy="624245"/>
            </a:xfrm>
            <a:prstGeom prst="rect">
              <a:avLst/>
            </a:prstGeom>
            <a:solidFill>
              <a:srgbClr val="64A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TextBox 29">
              <a:extLst>
                <a:ext uri="{FF2B5EF4-FFF2-40B4-BE49-F238E27FC236}">
                  <a16:creationId xmlns:a16="http://schemas.microsoft.com/office/drawing/2014/main" id="{B69AE8EE-A579-B597-C565-3CA3039847F5}"/>
                </a:ext>
              </a:extLst>
            </p:cNvPr>
            <p:cNvSpPr txBox="1"/>
            <p:nvPr/>
          </p:nvSpPr>
          <p:spPr>
            <a:xfrm>
              <a:off x="7818054" y="5640678"/>
              <a:ext cx="4937892" cy="481607"/>
            </a:xfrm>
            <a:prstGeom prst="rect">
              <a:avLst/>
            </a:prstGeom>
          </p:spPr>
          <p:txBody>
            <a:bodyPr wrap="square" lIns="0" tIns="0" rIns="0" bIns="0" rtlCol="0" anchor="t">
              <a:spAutoFit/>
            </a:bodyPr>
            <a:lstStyle/>
            <a:p>
              <a:pPr marL="0" lvl="0" indent="0" algn="ctr">
                <a:lnSpc>
                  <a:spcPts val="3919"/>
                </a:lnSpc>
                <a:spcBef>
                  <a:spcPct val="0"/>
                </a:spcBef>
              </a:pPr>
              <a:r>
                <a:rPr lang="en-US" sz="3200" dirty="0">
                  <a:solidFill>
                    <a:schemeClr val="bg1"/>
                  </a:solidFill>
                  <a:latin typeface="Source Han Sans JP Medium"/>
                  <a:ea typeface="Source Han Sans JP Medium"/>
                  <a:cs typeface="Source Han Sans JP Medium"/>
                  <a:sym typeface="Source Han Sans JP Medium"/>
                </a:rPr>
                <a:t>1</a:t>
              </a:r>
              <a:r>
                <a:rPr lang="ja-JP" altLang="en-US" sz="3200" dirty="0">
                  <a:solidFill>
                    <a:schemeClr val="bg1"/>
                  </a:solidFill>
                  <a:latin typeface="Source Han Sans JP Medium"/>
                  <a:ea typeface="Source Han Sans JP Medium"/>
                  <a:cs typeface="Source Han Sans JP Medium"/>
                  <a:sym typeface="Source Han Sans JP Medium"/>
                </a:rPr>
                <a:t>秒区切り</a:t>
              </a:r>
              <a:endParaRPr lang="en-US" sz="3200" dirty="0">
                <a:solidFill>
                  <a:schemeClr val="bg1"/>
                </a:solidFill>
                <a:latin typeface="Source Han Sans JP Medium"/>
                <a:ea typeface="Source Han Sans JP Medium"/>
                <a:cs typeface="Source Han Sans JP Medium"/>
                <a:sym typeface="Source Han Sans JP Medium"/>
              </a:endParaRPr>
            </a:p>
          </p:txBody>
        </p:sp>
      </p:grpSp>
      <p:grpSp>
        <p:nvGrpSpPr>
          <p:cNvPr id="75" name="グループ化 74">
            <a:extLst>
              <a:ext uri="{FF2B5EF4-FFF2-40B4-BE49-F238E27FC236}">
                <a16:creationId xmlns:a16="http://schemas.microsoft.com/office/drawing/2014/main" id="{342837AD-89D9-AB61-4B22-8560EDB50AC9}"/>
              </a:ext>
            </a:extLst>
          </p:cNvPr>
          <p:cNvGrpSpPr/>
          <p:nvPr/>
        </p:nvGrpSpPr>
        <p:grpSpPr>
          <a:xfrm>
            <a:off x="1476347" y="5572872"/>
            <a:ext cx="4937892" cy="624245"/>
            <a:chOff x="7818054" y="5559595"/>
            <a:chExt cx="4937892" cy="624245"/>
          </a:xfrm>
        </p:grpSpPr>
        <p:sp>
          <p:nvSpPr>
            <p:cNvPr id="76" name="正方形/長方形 75">
              <a:extLst>
                <a:ext uri="{FF2B5EF4-FFF2-40B4-BE49-F238E27FC236}">
                  <a16:creationId xmlns:a16="http://schemas.microsoft.com/office/drawing/2014/main" id="{C2D7AE98-340A-B3CA-ECA1-0C37BBE30982}"/>
                </a:ext>
              </a:extLst>
            </p:cNvPr>
            <p:cNvSpPr/>
            <p:nvPr/>
          </p:nvSpPr>
          <p:spPr>
            <a:xfrm>
              <a:off x="7818054" y="5559595"/>
              <a:ext cx="4937892" cy="624245"/>
            </a:xfrm>
            <a:prstGeom prst="rect">
              <a:avLst/>
            </a:prstGeom>
            <a:solidFill>
              <a:srgbClr val="64A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TextBox 29">
              <a:extLst>
                <a:ext uri="{FF2B5EF4-FFF2-40B4-BE49-F238E27FC236}">
                  <a16:creationId xmlns:a16="http://schemas.microsoft.com/office/drawing/2014/main" id="{86EFD5B6-52BA-78A8-CFB3-B149E3E5895F}"/>
                </a:ext>
              </a:extLst>
            </p:cNvPr>
            <p:cNvSpPr txBox="1"/>
            <p:nvPr/>
          </p:nvSpPr>
          <p:spPr>
            <a:xfrm>
              <a:off x="7818054" y="5640678"/>
              <a:ext cx="4937892" cy="481607"/>
            </a:xfrm>
            <a:prstGeom prst="rect">
              <a:avLst/>
            </a:prstGeom>
          </p:spPr>
          <p:txBody>
            <a:bodyPr wrap="square" lIns="0" tIns="0" rIns="0" bIns="0" rtlCol="0" anchor="t">
              <a:spAutoFit/>
            </a:bodyPr>
            <a:lstStyle/>
            <a:p>
              <a:pPr marL="0" lvl="0" indent="0" algn="ctr">
                <a:lnSpc>
                  <a:spcPts val="3919"/>
                </a:lnSpc>
                <a:spcBef>
                  <a:spcPct val="0"/>
                </a:spcBef>
              </a:pPr>
              <a:r>
                <a:rPr lang="en-US" sz="3200" dirty="0">
                  <a:solidFill>
                    <a:schemeClr val="bg1"/>
                  </a:solidFill>
                  <a:latin typeface="Source Han Sans JP Medium"/>
                  <a:ea typeface="Source Han Sans JP Medium"/>
                  <a:cs typeface="Source Han Sans JP Medium"/>
                  <a:sym typeface="Source Han Sans JP Medium"/>
                </a:rPr>
                <a:t>STFT</a:t>
              </a:r>
            </a:p>
          </p:txBody>
        </p:sp>
      </p:grpSp>
      <p:grpSp>
        <p:nvGrpSpPr>
          <p:cNvPr id="78" name="グループ化 77">
            <a:extLst>
              <a:ext uri="{FF2B5EF4-FFF2-40B4-BE49-F238E27FC236}">
                <a16:creationId xmlns:a16="http://schemas.microsoft.com/office/drawing/2014/main" id="{79C8843A-B260-CC2E-A4F4-F80577329471}"/>
              </a:ext>
            </a:extLst>
          </p:cNvPr>
          <p:cNvGrpSpPr/>
          <p:nvPr/>
        </p:nvGrpSpPr>
        <p:grpSpPr>
          <a:xfrm>
            <a:off x="1477391" y="6741646"/>
            <a:ext cx="4937892" cy="624245"/>
            <a:chOff x="7818054" y="5559595"/>
            <a:chExt cx="4937892" cy="624245"/>
          </a:xfrm>
        </p:grpSpPr>
        <p:sp>
          <p:nvSpPr>
            <p:cNvPr id="79" name="正方形/長方形 78">
              <a:extLst>
                <a:ext uri="{FF2B5EF4-FFF2-40B4-BE49-F238E27FC236}">
                  <a16:creationId xmlns:a16="http://schemas.microsoft.com/office/drawing/2014/main" id="{E1A930D6-8CAF-4EBC-B693-017309A9282F}"/>
                </a:ext>
              </a:extLst>
            </p:cNvPr>
            <p:cNvSpPr/>
            <p:nvPr/>
          </p:nvSpPr>
          <p:spPr>
            <a:xfrm>
              <a:off x="7818054" y="5559595"/>
              <a:ext cx="4937892" cy="624245"/>
            </a:xfrm>
            <a:prstGeom prst="rect">
              <a:avLst/>
            </a:prstGeom>
            <a:solidFill>
              <a:srgbClr val="64A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TextBox 29">
              <a:extLst>
                <a:ext uri="{FF2B5EF4-FFF2-40B4-BE49-F238E27FC236}">
                  <a16:creationId xmlns:a16="http://schemas.microsoft.com/office/drawing/2014/main" id="{3662561F-205F-1C86-07CA-7B033591CCAC}"/>
                </a:ext>
              </a:extLst>
            </p:cNvPr>
            <p:cNvSpPr txBox="1"/>
            <p:nvPr/>
          </p:nvSpPr>
          <p:spPr>
            <a:xfrm>
              <a:off x="7818054" y="5640678"/>
              <a:ext cx="4937892" cy="481607"/>
            </a:xfrm>
            <a:prstGeom prst="rect">
              <a:avLst/>
            </a:prstGeom>
          </p:spPr>
          <p:txBody>
            <a:bodyPr wrap="square" lIns="0" tIns="0" rIns="0" bIns="0" rtlCol="0" anchor="t">
              <a:spAutoFit/>
            </a:bodyPr>
            <a:lstStyle/>
            <a:p>
              <a:pPr marL="0" lvl="0" indent="0" algn="ctr">
                <a:lnSpc>
                  <a:spcPts val="3919"/>
                </a:lnSpc>
                <a:spcBef>
                  <a:spcPct val="0"/>
                </a:spcBef>
              </a:pPr>
              <a:r>
                <a:rPr lang="ja-JP" altLang="en-US" sz="3200" dirty="0">
                  <a:solidFill>
                    <a:schemeClr val="bg1"/>
                  </a:solidFill>
                  <a:latin typeface="Source Han Sans JP Medium"/>
                  <a:ea typeface="Source Han Sans JP Medium"/>
                  <a:cs typeface="Source Han Sans JP Medium"/>
                  <a:sym typeface="Source Han Sans JP Medium"/>
                </a:rPr>
                <a:t>振幅スペクトル</a:t>
              </a:r>
              <a:endParaRPr lang="en-US" sz="3200" dirty="0">
                <a:solidFill>
                  <a:schemeClr val="bg1"/>
                </a:solidFill>
                <a:latin typeface="Source Han Sans JP Medium"/>
                <a:ea typeface="Source Han Sans JP Medium"/>
                <a:cs typeface="Source Han Sans JP Medium"/>
                <a:sym typeface="Source Han Sans JP Medium"/>
              </a:endParaRPr>
            </a:p>
          </p:txBody>
        </p:sp>
      </p:grpSp>
      <p:grpSp>
        <p:nvGrpSpPr>
          <p:cNvPr id="81" name="グループ化 80">
            <a:extLst>
              <a:ext uri="{FF2B5EF4-FFF2-40B4-BE49-F238E27FC236}">
                <a16:creationId xmlns:a16="http://schemas.microsoft.com/office/drawing/2014/main" id="{344A91B3-9F72-4257-A934-F0BA76B19193}"/>
              </a:ext>
            </a:extLst>
          </p:cNvPr>
          <p:cNvGrpSpPr/>
          <p:nvPr/>
        </p:nvGrpSpPr>
        <p:grpSpPr>
          <a:xfrm>
            <a:off x="1476347" y="7910919"/>
            <a:ext cx="4937892" cy="624245"/>
            <a:chOff x="7818054" y="5559595"/>
            <a:chExt cx="4937892" cy="624245"/>
          </a:xfrm>
        </p:grpSpPr>
        <p:sp>
          <p:nvSpPr>
            <p:cNvPr id="82" name="正方形/長方形 81">
              <a:extLst>
                <a:ext uri="{FF2B5EF4-FFF2-40B4-BE49-F238E27FC236}">
                  <a16:creationId xmlns:a16="http://schemas.microsoft.com/office/drawing/2014/main" id="{49B97B97-96FB-65C6-4C09-74B740CBFC3C}"/>
                </a:ext>
              </a:extLst>
            </p:cNvPr>
            <p:cNvSpPr/>
            <p:nvPr/>
          </p:nvSpPr>
          <p:spPr>
            <a:xfrm>
              <a:off x="7818054" y="5559595"/>
              <a:ext cx="4937892" cy="624245"/>
            </a:xfrm>
            <a:prstGeom prst="rect">
              <a:avLst/>
            </a:prstGeom>
            <a:solidFill>
              <a:srgbClr val="64A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TextBox 29">
              <a:extLst>
                <a:ext uri="{FF2B5EF4-FFF2-40B4-BE49-F238E27FC236}">
                  <a16:creationId xmlns:a16="http://schemas.microsoft.com/office/drawing/2014/main" id="{1D0F8391-FC13-F78F-3818-37386D82A239}"/>
                </a:ext>
              </a:extLst>
            </p:cNvPr>
            <p:cNvSpPr txBox="1"/>
            <p:nvPr/>
          </p:nvSpPr>
          <p:spPr>
            <a:xfrm>
              <a:off x="7818054" y="5640678"/>
              <a:ext cx="4937892" cy="481607"/>
            </a:xfrm>
            <a:prstGeom prst="rect">
              <a:avLst/>
            </a:prstGeom>
          </p:spPr>
          <p:txBody>
            <a:bodyPr wrap="square" lIns="0" tIns="0" rIns="0" bIns="0" rtlCol="0" anchor="t">
              <a:spAutoFit/>
            </a:bodyPr>
            <a:lstStyle/>
            <a:p>
              <a:pPr marL="0" lvl="0" indent="0" algn="ctr">
                <a:lnSpc>
                  <a:spcPts val="3919"/>
                </a:lnSpc>
                <a:spcBef>
                  <a:spcPct val="0"/>
                </a:spcBef>
              </a:pPr>
              <a:r>
                <a:rPr lang="en-US" sz="3200" dirty="0">
                  <a:solidFill>
                    <a:schemeClr val="bg1"/>
                  </a:solidFill>
                  <a:latin typeface="Source Han Sans JP Medium"/>
                  <a:ea typeface="Source Han Sans JP Medium"/>
                  <a:cs typeface="Source Han Sans JP Medium"/>
                  <a:sym typeface="Source Han Sans JP Medium"/>
                </a:rPr>
                <a:t>(224, 224)</a:t>
              </a:r>
              <a:r>
                <a:rPr lang="ja-JP" altLang="en-US" sz="3200" dirty="0">
                  <a:solidFill>
                    <a:schemeClr val="bg1"/>
                  </a:solidFill>
                  <a:latin typeface="Source Han Sans JP Medium"/>
                  <a:ea typeface="Source Han Sans JP Medium"/>
                  <a:cs typeface="Source Han Sans JP Medium"/>
                  <a:sym typeface="Source Han Sans JP Medium"/>
                </a:rPr>
                <a:t>にリサイズ</a:t>
              </a:r>
              <a:endParaRPr lang="en-US" sz="3200" dirty="0">
                <a:solidFill>
                  <a:schemeClr val="bg1"/>
                </a:solidFill>
                <a:latin typeface="Source Han Sans JP Medium"/>
                <a:ea typeface="Source Han Sans JP Medium"/>
                <a:cs typeface="Source Han Sans JP Medium"/>
                <a:sym typeface="Source Han Sans JP Medium"/>
              </a:endParaRPr>
            </a:p>
          </p:txBody>
        </p:sp>
      </p:grpSp>
      <p:grpSp>
        <p:nvGrpSpPr>
          <p:cNvPr id="84" name="グループ化 83">
            <a:extLst>
              <a:ext uri="{FF2B5EF4-FFF2-40B4-BE49-F238E27FC236}">
                <a16:creationId xmlns:a16="http://schemas.microsoft.com/office/drawing/2014/main" id="{A828D947-E372-5BBB-A5F8-C773585604AE}"/>
              </a:ext>
            </a:extLst>
          </p:cNvPr>
          <p:cNvGrpSpPr/>
          <p:nvPr/>
        </p:nvGrpSpPr>
        <p:grpSpPr>
          <a:xfrm>
            <a:off x="8153400" y="3290540"/>
            <a:ext cx="4937892" cy="624245"/>
            <a:chOff x="7818054" y="5559595"/>
            <a:chExt cx="4937892" cy="624245"/>
          </a:xfrm>
        </p:grpSpPr>
        <p:sp>
          <p:nvSpPr>
            <p:cNvPr id="85" name="正方形/長方形 84">
              <a:extLst>
                <a:ext uri="{FF2B5EF4-FFF2-40B4-BE49-F238E27FC236}">
                  <a16:creationId xmlns:a16="http://schemas.microsoft.com/office/drawing/2014/main" id="{D8D35A67-7EFC-2C64-114E-751E01D66FA0}"/>
                </a:ext>
              </a:extLst>
            </p:cNvPr>
            <p:cNvSpPr/>
            <p:nvPr/>
          </p:nvSpPr>
          <p:spPr>
            <a:xfrm>
              <a:off x="7818054" y="5559595"/>
              <a:ext cx="4937892" cy="624245"/>
            </a:xfrm>
            <a:prstGeom prst="rect">
              <a:avLst/>
            </a:prstGeom>
            <a:solidFill>
              <a:srgbClr val="64A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TextBox 29">
              <a:extLst>
                <a:ext uri="{FF2B5EF4-FFF2-40B4-BE49-F238E27FC236}">
                  <a16:creationId xmlns:a16="http://schemas.microsoft.com/office/drawing/2014/main" id="{6A29E2D7-6C1E-14D4-7894-3ECFB735CD53}"/>
                </a:ext>
              </a:extLst>
            </p:cNvPr>
            <p:cNvSpPr txBox="1"/>
            <p:nvPr/>
          </p:nvSpPr>
          <p:spPr>
            <a:xfrm>
              <a:off x="7818054" y="5640678"/>
              <a:ext cx="4937892" cy="481607"/>
            </a:xfrm>
            <a:prstGeom prst="rect">
              <a:avLst/>
            </a:prstGeom>
          </p:spPr>
          <p:txBody>
            <a:bodyPr wrap="square" lIns="0" tIns="0" rIns="0" bIns="0" rtlCol="0" anchor="t">
              <a:spAutoFit/>
            </a:bodyPr>
            <a:lstStyle/>
            <a:p>
              <a:pPr marL="0" lvl="0" indent="0" algn="ctr">
                <a:lnSpc>
                  <a:spcPts val="3919"/>
                </a:lnSpc>
                <a:spcBef>
                  <a:spcPct val="0"/>
                </a:spcBef>
              </a:pPr>
              <a:r>
                <a:rPr lang="ja-JP" altLang="en-US" sz="3200" dirty="0">
                  <a:solidFill>
                    <a:schemeClr val="bg1"/>
                  </a:solidFill>
                  <a:latin typeface="Source Han Sans JP Medium"/>
                  <a:ea typeface="Source Han Sans JP Medium"/>
                  <a:cs typeface="Source Han Sans JP Medium"/>
                  <a:sym typeface="Source Han Sans JP Medium"/>
                </a:rPr>
                <a:t>スペクトログラム作成</a:t>
              </a:r>
              <a:endParaRPr lang="en-US" sz="3200" dirty="0">
                <a:solidFill>
                  <a:schemeClr val="bg1"/>
                </a:solidFill>
                <a:latin typeface="Source Han Sans JP Medium"/>
                <a:ea typeface="Source Han Sans JP Medium"/>
                <a:cs typeface="Source Han Sans JP Medium"/>
                <a:sym typeface="Source Han Sans JP Medium"/>
              </a:endParaRPr>
            </a:p>
          </p:txBody>
        </p:sp>
      </p:grpSp>
      <p:grpSp>
        <p:nvGrpSpPr>
          <p:cNvPr id="87" name="グループ化 86">
            <a:extLst>
              <a:ext uri="{FF2B5EF4-FFF2-40B4-BE49-F238E27FC236}">
                <a16:creationId xmlns:a16="http://schemas.microsoft.com/office/drawing/2014/main" id="{0BAE38BF-27D7-3AA3-86BC-69B42302D252}"/>
              </a:ext>
            </a:extLst>
          </p:cNvPr>
          <p:cNvGrpSpPr/>
          <p:nvPr/>
        </p:nvGrpSpPr>
        <p:grpSpPr>
          <a:xfrm>
            <a:off x="8153400" y="4431706"/>
            <a:ext cx="4937892" cy="624245"/>
            <a:chOff x="7818054" y="5559595"/>
            <a:chExt cx="4937892" cy="624245"/>
          </a:xfrm>
        </p:grpSpPr>
        <p:sp>
          <p:nvSpPr>
            <p:cNvPr id="88" name="正方形/長方形 87">
              <a:extLst>
                <a:ext uri="{FF2B5EF4-FFF2-40B4-BE49-F238E27FC236}">
                  <a16:creationId xmlns:a16="http://schemas.microsoft.com/office/drawing/2014/main" id="{3247A5B2-E125-CE70-B820-FFCE33C0BB7E}"/>
                </a:ext>
              </a:extLst>
            </p:cNvPr>
            <p:cNvSpPr/>
            <p:nvPr/>
          </p:nvSpPr>
          <p:spPr>
            <a:xfrm>
              <a:off x="7818054" y="5559595"/>
              <a:ext cx="4937892" cy="624245"/>
            </a:xfrm>
            <a:prstGeom prst="rect">
              <a:avLst/>
            </a:prstGeom>
            <a:solidFill>
              <a:srgbClr val="64A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29">
              <a:extLst>
                <a:ext uri="{FF2B5EF4-FFF2-40B4-BE49-F238E27FC236}">
                  <a16:creationId xmlns:a16="http://schemas.microsoft.com/office/drawing/2014/main" id="{7A9CA286-CC91-7C88-16BB-1000F67E6B53}"/>
                </a:ext>
              </a:extLst>
            </p:cNvPr>
            <p:cNvSpPr txBox="1"/>
            <p:nvPr/>
          </p:nvSpPr>
          <p:spPr>
            <a:xfrm>
              <a:off x="7818054" y="5640678"/>
              <a:ext cx="4937892" cy="481607"/>
            </a:xfrm>
            <a:prstGeom prst="rect">
              <a:avLst/>
            </a:prstGeom>
          </p:spPr>
          <p:txBody>
            <a:bodyPr wrap="square" lIns="0" tIns="0" rIns="0" bIns="0" rtlCol="0" anchor="t">
              <a:spAutoFit/>
            </a:bodyPr>
            <a:lstStyle/>
            <a:p>
              <a:pPr marL="0" lvl="0" indent="0" algn="ctr">
                <a:lnSpc>
                  <a:spcPts val="3919"/>
                </a:lnSpc>
                <a:spcBef>
                  <a:spcPct val="0"/>
                </a:spcBef>
              </a:pPr>
              <a:r>
                <a:rPr lang="ja-JP" altLang="en-US" sz="3200" dirty="0">
                  <a:solidFill>
                    <a:schemeClr val="bg1"/>
                  </a:solidFill>
                  <a:latin typeface="Source Han Sans JP Medium"/>
                  <a:ea typeface="Source Han Sans JP Medium"/>
                  <a:cs typeface="Source Han Sans JP Medium"/>
                  <a:sym typeface="Source Han Sans JP Medium"/>
                </a:rPr>
                <a:t>データをラベルに分割</a:t>
              </a:r>
              <a:endParaRPr lang="en-US" sz="3200" dirty="0">
                <a:solidFill>
                  <a:schemeClr val="bg1"/>
                </a:solidFill>
                <a:latin typeface="Source Han Sans JP Medium"/>
                <a:ea typeface="Source Han Sans JP Medium"/>
                <a:cs typeface="Source Han Sans JP Medium"/>
                <a:sym typeface="Source Han Sans JP Medium"/>
              </a:endParaRPr>
            </a:p>
          </p:txBody>
        </p:sp>
      </p:grpSp>
      <p:cxnSp>
        <p:nvCxnSpPr>
          <p:cNvPr id="91" name="直線矢印コネクタ 90">
            <a:extLst>
              <a:ext uri="{FF2B5EF4-FFF2-40B4-BE49-F238E27FC236}">
                <a16:creationId xmlns:a16="http://schemas.microsoft.com/office/drawing/2014/main" id="{EC01C5B1-575E-DF75-0A61-B052FD10FE8F}"/>
              </a:ext>
            </a:extLst>
          </p:cNvPr>
          <p:cNvCxnSpPr>
            <a:stCxn id="64" idx="2"/>
            <a:endCxn id="73" idx="0"/>
          </p:cNvCxnSpPr>
          <p:nvPr/>
        </p:nvCxnSpPr>
        <p:spPr>
          <a:xfrm>
            <a:off x="3945293" y="3914785"/>
            <a:ext cx="0" cy="516921"/>
          </a:xfrm>
          <a:prstGeom prst="straightConnector1">
            <a:avLst/>
          </a:prstGeom>
          <a:ln w="25400">
            <a:solidFill>
              <a:srgbClr val="64A4A3"/>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矢印コネクタ 92">
            <a:extLst>
              <a:ext uri="{FF2B5EF4-FFF2-40B4-BE49-F238E27FC236}">
                <a16:creationId xmlns:a16="http://schemas.microsoft.com/office/drawing/2014/main" id="{0FEC4F59-40A3-B957-91F5-2009E5CF648D}"/>
              </a:ext>
            </a:extLst>
          </p:cNvPr>
          <p:cNvCxnSpPr>
            <a:cxnSpLocks/>
            <a:stCxn id="74" idx="2"/>
            <a:endCxn id="76" idx="0"/>
          </p:cNvCxnSpPr>
          <p:nvPr/>
        </p:nvCxnSpPr>
        <p:spPr>
          <a:xfrm>
            <a:off x="3945293" y="4994396"/>
            <a:ext cx="0" cy="578476"/>
          </a:xfrm>
          <a:prstGeom prst="straightConnector1">
            <a:avLst/>
          </a:prstGeom>
          <a:ln w="25400">
            <a:solidFill>
              <a:srgbClr val="64A4A3"/>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矢印コネクタ 94">
            <a:extLst>
              <a:ext uri="{FF2B5EF4-FFF2-40B4-BE49-F238E27FC236}">
                <a16:creationId xmlns:a16="http://schemas.microsoft.com/office/drawing/2014/main" id="{82B53BEF-42BA-AB54-CCBF-D5A490BF509F}"/>
              </a:ext>
            </a:extLst>
          </p:cNvPr>
          <p:cNvCxnSpPr/>
          <p:nvPr/>
        </p:nvCxnSpPr>
        <p:spPr>
          <a:xfrm>
            <a:off x="3945293" y="6197117"/>
            <a:ext cx="0" cy="516921"/>
          </a:xfrm>
          <a:prstGeom prst="straightConnector1">
            <a:avLst/>
          </a:prstGeom>
          <a:ln w="25400">
            <a:solidFill>
              <a:srgbClr val="64A4A3"/>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矢印コネクタ 95">
            <a:extLst>
              <a:ext uri="{FF2B5EF4-FFF2-40B4-BE49-F238E27FC236}">
                <a16:creationId xmlns:a16="http://schemas.microsoft.com/office/drawing/2014/main" id="{6012A55D-65C8-31F9-E26B-C6522CB80DC5}"/>
              </a:ext>
            </a:extLst>
          </p:cNvPr>
          <p:cNvCxnSpPr/>
          <p:nvPr/>
        </p:nvCxnSpPr>
        <p:spPr>
          <a:xfrm>
            <a:off x="3945293" y="7365891"/>
            <a:ext cx="0" cy="516921"/>
          </a:xfrm>
          <a:prstGeom prst="straightConnector1">
            <a:avLst/>
          </a:prstGeom>
          <a:ln w="25400">
            <a:solidFill>
              <a:srgbClr val="64A4A3"/>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41F66E5-C1E7-25F0-D780-C8C9F625802E}"/>
              </a:ext>
            </a:extLst>
          </p:cNvPr>
          <p:cNvCxnSpPr>
            <a:stCxn id="83" idx="2"/>
          </p:cNvCxnSpPr>
          <p:nvPr/>
        </p:nvCxnSpPr>
        <p:spPr>
          <a:xfrm>
            <a:off x="3945293" y="8473609"/>
            <a:ext cx="0" cy="327491"/>
          </a:xfrm>
          <a:prstGeom prst="line">
            <a:avLst/>
          </a:prstGeom>
          <a:ln w="25400">
            <a:solidFill>
              <a:srgbClr val="64A4A3"/>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F1ADC195-5682-3C10-0697-21E03FCA5135}"/>
              </a:ext>
            </a:extLst>
          </p:cNvPr>
          <p:cNvCxnSpPr/>
          <p:nvPr/>
        </p:nvCxnSpPr>
        <p:spPr>
          <a:xfrm>
            <a:off x="3945293" y="8801100"/>
            <a:ext cx="3217507" cy="0"/>
          </a:xfrm>
          <a:prstGeom prst="line">
            <a:avLst/>
          </a:prstGeom>
          <a:ln w="25400">
            <a:solidFill>
              <a:srgbClr val="64A4A3"/>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2DB9CD6C-E63B-4979-BF28-D7D317E8B4B5}"/>
              </a:ext>
            </a:extLst>
          </p:cNvPr>
          <p:cNvCxnSpPr/>
          <p:nvPr/>
        </p:nvCxnSpPr>
        <p:spPr>
          <a:xfrm flipV="1">
            <a:off x="7162800" y="3009900"/>
            <a:ext cx="0" cy="5791200"/>
          </a:xfrm>
          <a:prstGeom prst="line">
            <a:avLst/>
          </a:prstGeom>
          <a:ln w="25400">
            <a:solidFill>
              <a:srgbClr val="64A4A3"/>
            </a:solidFill>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8FA62CA0-0791-D570-5004-E8F536D50FC0}"/>
              </a:ext>
            </a:extLst>
          </p:cNvPr>
          <p:cNvCxnSpPr/>
          <p:nvPr/>
        </p:nvCxnSpPr>
        <p:spPr>
          <a:xfrm>
            <a:off x="7162800" y="3009900"/>
            <a:ext cx="3459546" cy="0"/>
          </a:xfrm>
          <a:prstGeom prst="line">
            <a:avLst/>
          </a:prstGeom>
          <a:ln w="25400">
            <a:solidFill>
              <a:srgbClr val="64A4A3"/>
            </a:solidFill>
          </a:ln>
        </p:spPr>
        <p:style>
          <a:lnRef idx="1">
            <a:schemeClr val="accent1"/>
          </a:lnRef>
          <a:fillRef idx="0">
            <a:schemeClr val="accent1"/>
          </a:fillRef>
          <a:effectRef idx="0">
            <a:schemeClr val="accent1"/>
          </a:effectRef>
          <a:fontRef idx="minor">
            <a:schemeClr val="tx1"/>
          </a:fontRef>
        </p:style>
      </p:cxnSp>
      <p:cxnSp>
        <p:nvCxnSpPr>
          <p:cNvPr id="109" name="直線矢印コネクタ 108">
            <a:extLst>
              <a:ext uri="{FF2B5EF4-FFF2-40B4-BE49-F238E27FC236}">
                <a16:creationId xmlns:a16="http://schemas.microsoft.com/office/drawing/2014/main" id="{BEFC9BF4-7E43-CFB4-9E80-C630BD5E8B9F}"/>
              </a:ext>
            </a:extLst>
          </p:cNvPr>
          <p:cNvCxnSpPr>
            <a:endCxn id="85" idx="0"/>
          </p:cNvCxnSpPr>
          <p:nvPr/>
        </p:nvCxnSpPr>
        <p:spPr>
          <a:xfrm>
            <a:off x="10622346" y="3009900"/>
            <a:ext cx="0" cy="280640"/>
          </a:xfrm>
          <a:prstGeom prst="straightConnector1">
            <a:avLst/>
          </a:prstGeom>
          <a:ln w="25400">
            <a:solidFill>
              <a:srgbClr val="64A4A3"/>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矢印コネクタ 110">
            <a:extLst>
              <a:ext uri="{FF2B5EF4-FFF2-40B4-BE49-F238E27FC236}">
                <a16:creationId xmlns:a16="http://schemas.microsoft.com/office/drawing/2014/main" id="{9E525829-4C30-4438-44C4-B755AA98ABFD}"/>
              </a:ext>
            </a:extLst>
          </p:cNvPr>
          <p:cNvCxnSpPr>
            <a:stCxn id="86" idx="2"/>
          </p:cNvCxnSpPr>
          <p:nvPr/>
        </p:nvCxnSpPr>
        <p:spPr>
          <a:xfrm>
            <a:off x="10622346" y="3853230"/>
            <a:ext cx="0" cy="578476"/>
          </a:xfrm>
          <a:prstGeom prst="straightConnector1">
            <a:avLst/>
          </a:prstGeom>
          <a:ln w="25400">
            <a:solidFill>
              <a:srgbClr val="64A4A3"/>
            </a:solidFill>
            <a:tailEnd type="triangle"/>
          </a:ln>
        </p:spPr>
        <p:style>
          <a:lnRef idx="1">
            <a:schemeClr val="accent1"/>
          </a:lnRef>
          <a:fillRef idx="0">
            <a:schemeClr val="accent1"/>
          </a:fillRef>
          <a:effectRef idx="0">
            <a:schemeClr val="accent1"/>
          </a:effectRef>
          <a:fontRef idx="minor">
            <a:schemeClr val="tx1"/>
          </a:fontRef>
        </p:style>
      </p:cxnSp>
      <p:sp>
        <p:nvSpPr>
          <p:cNvPr id="112" name="楕円 111">
            <a:extLst>
              <a:ext uri="{FF2B5EF4-FFF2-40B4-BE49-F238E27FC236}">
                <a16:creationId xmlns:a16="http://schemas.microsoft.com/office/drawing/2014/main" id="{5448011F-2B50-D963-5E65-DF039FF7EB09}"/>
              </a:ext>
            </a:extLst>
          </p:cNvPr>
          <p:cNvSpPr/>
          <p:nvPr/>
        </p:nvSpPr>
        <p:spPr>
          <a:xfrm>
            <a:off x="9498272" y="5368490"/>
            <a:ext cx="7770423" cy="3628853"/>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二等辺三角形 112">
            <a:extLst>
              <a:ext uri="{FF2B5EF4-FFF2-40B4-BE49-F238E27FC236}">
                <a16:creationId xmlns:a16="http://schemas.microsoft.com/office/drawing/2014/main" id="{D47C32D5-8E25-10ED-71FB-F31F7FBBAB4F}"/>
              </a:ext>
            </a:extLst>
          </p:cNvPr>
          <p:cNvSpPr/>
          <p:nvPr/>
        </p:nvSpPr>
        <p:spPr>
          <a:xfrm rot="19582965">
            <a:off x="10434660" y="5166865"/>
            <a:ext cx="887954" cy="1076920"/>
          </a:xfrm>
          <a:prstGeom prst="triangl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テキスト ボックス 114">
            <a:extLst>
              <a:ext uri="{FF2B5EF4-FFF2-40B4-BE49-F238E27FC236}">
                <a16:creationId xmlns:a16="http://schemas.microsoft.com/office/drawing/2014/main" id="{534B5E4D-03EE-52A6-1D22-0EEB430F8D01}"/>
              </a:ext>
            </a:extLst>
          </p:cNvPr>
          <p:cNvSpPr txBox="1"/>
          <p:nvPr/>
        </p:nvSpPr>
        <p:spPr>
          <a:xfrm>
            <a:off x="9724296" y="6377367"/>
            <a:ext cx="7206293" cy="1574214"/>
          </a:xfrm>
          <a:prstGeom prst="rect">
            <a:avLst/>
          </a:prstGeom>
          <a:noFill/>
        </p:spPr>
        <p:txBody>
          <a:bodyPr wrap="square">
            <a:spAutoFit/>
          </a:bodyPr>
          <a:lstStyle/>
          <a:p>
            <a:pPr marL="0" lvl="0" indent="0" algn="ctr">
              <a:lnSpc>
                <a:spcPts val="3919"/>
              </a:lnSpc>
              <a:spcBef>
                <a:spcPct val="0"/>
              </a:spcBef>
            </a:pPr>
            <a:r>
              <a:rPr lang="en-US" altLang="ja-JP" sz="3200" dirty="0">
                <a:solidFill>
                  <a:schemeClr val="bg1"/>
                </a:solidFill>
                <a:latin typeface="Source Han Sans JP Medium"/>
                <a:ea typeface="Source Han Sans JP Medium"/>
                <a:cs typeface="Source Han Sans JP Medium"/>
                <a:sym typeface="Source Han Sans JP Medium"/>
              </a:rPr>
              <a:t>1.3V ~ 2.4V</a:t>
            </a:r>
            <a:r>
              <a:rPr lang="ja-JP" altLang="en-US" sz="3200" dirty="0">
                <a:solidFill>
                  <a:schemeClr val="bg1"/>
                </a:solidFill>
                <a:latin typeface="Source Han Sans JP Medium"/>
                <a:ea typeface="Source Han Sans JP Medium"/>
                <a:cs typeface="Source Han Sans JP Medium"/>
                <a:sym typeface="Source Han Sans JP Medium"/>
              </a:rPr>
              <a:t>を</a:t>
            </a:r>
            <a:r>
              <a:rPr lang="en-US" altLang="ja-JP" sz="3200" dirty="0">
                <a:solidFill>
                  <a:schemeClr val="bg1"/>
                </a:solidFill>
                <a:latin typeface="Source Han Sans JP Medium"/>
                <a:ea typeface="Source Han Sans JP Medium"/>
                <a:cs typeface="Source Han Sans JP Medium"/>
                <a:sym typeface="Source Han Sans JP Medium"/>
              </a:rPr>
              <a:t>5</a:t>
            </a:r>
            <a:r>
              <a:rPr lang="ja-JP" altLang="en-US" sz="3200" dirty="0">
                <a:solidFill>
                  <a:schemeClr val="bg1"/>
                </a:solidFill>
                <a:latin typeface="Source Han Sans JP Medium"/>
                <a:ea typeface="Source Han Sans JP Medium"/>
                <a:cs typeface="Source Han Sans JP Medium"/>
                <a:sym typeface="Source Han Sans JP Medium"/>
              </a:rPr>
              <a:t>等分 → </a:t>
            </a:r>
            <a:r>
              <a:rPr lang="en-US" altLang="ja-JP" sz="3200" dirty="0">
                <a:solidFill>
                  <a:schemeClr val="bg1"/>
                </a:solidFill>
                <a:latin typeface="Source Han Sans JP Medium"/>
                <a:ea typeface="Source Han Sans JP Medium"/>
                <a:cs typeface="Source Han Sans JP Medium"/>
                <a:sym typeface="Source Han Sans JP Medium"/>
              </a:rPr>
              <a:t>boiling1 ~ 5</a:t>
            </a:r>
          </a:p>
          <a:p>
            <a:pPr marL="0" lvl="0" indent="0" algn="ctr">
              <a:lnSpc>
                <a:spcPts val="3919"/>
              </a:lnSpc>
              <a:spcBef>
                <a:spcPct val="0"/>
              </a:spcBef>
            </a:pPr>
            <a:endParaRPr lang="en-US" altLang="ja-JP" sz="3200" dirty="0">
              <a:solidFill>
                <a:schemeClr val="bg1"/>
              </a:solidFill>
              <a:latin typeface="Source Han Sans JP Medium"/>
              <a:ea typeface="Source Han Sans JP Medium"/>
              <a:cs typeface="Source Han Sans JP Medium"/>
              <a:sym typeface="Source Han Sans JP Medium"/>
            </a:endParaRPr>
          </a:p>
          <a:p>
            <a:pPr marL="0" lvl="0" indent="0" algn="ctr">
              <a:lnSpc>
                <a:spcPts val="3919"/>
              </a:lnSpc>
              <a:spcBef>
                <a:spcPct val="0"/>
              </a:spcBef>
            </a:pPr>
            <a:r>
              <a:rPr lang="en-US" altLang="ja-JP" sz="3200" dirty="0">
                <a:solidFill>
                  <a:schemeClr val="bg1"/>
                </a:solidFill>
                <a:latin typeface="Source Han Sans JP Medium"/>
                <a:ea typeface="Source Han Sans JP Medium"/>
                <a:cs typeface="Source Han Sans JP Medium"/>
                <a:sym typeface="Source Han Sans JP Medium"/>
              </a:rPr>
              <a:t>0V ~ 1.2V</a:t>
            </a:r>
            <a:r>
              <a:rPr lang="ja-JP" altLang="en-US" sz="3200" dirty="0">
                <a:solidFill>
                  <a:schemeClr val="bg1"/>
                </a:solidFill>
                <a:latin typeface="Source Han Sans JP Medium"/>
                <a:ea typeface="Source Han Sans JP Medium"/>
                <a:cs typeface="Source Han Sans JP Medium"/>
                <a:sym typeface="Source Han Sans JP Medium"/>
              </a:rPr>
              <a:t>をランダム→　</a:t>
            </a:r>
            <a:r>
              <a:rPr lang="en-US" altLang="ja-JP" sz="3200" dirty="0" err="1">
                <a:solidFill>
                  <a:schemeClr val="bg1"/>
                </a:solidFill>
                <a:latin typeface="Source Han Sans JP Medium"/>
                <a:ea typeface="Source Han Sans JP Medium"/>
                <a:cs typeface="Source Han Sans JP Medium"/>
                <a:sym typeface="Source Han Sans JP Medium"/>
              </a:rPr>
              <a:t>not_boiling</a:t>
            </a:r>
            <a:endParaRPr lang="en-US" altLang="ja-JP" sz="3200" dirty="0">
              <a:solidFill>
                <a:schemeClr val="bg1"/>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3968650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16516350" cy="142875"/>
            <a:chOff x="0" y="0"/>
            <a:chExt cx="22021800" cy="190500"/>
          </a:xfrm>
        </p:grpSpPr>
        <p:grpSp>
          <p:nvGrpSpPr>
            <p:cNvPr id="3" name="Group 3"/>
            <p:cNvGrpSpPr/>
            <p:nvPr/>
          </p:nvGrpSpPr>
          <p:grpSpPr>
            <a:xfrm>
              <a:off x="0" y="0"/>
              <a:ext cx="7340600" cy="190500"/>
              <a:chOff x="0" y="0"/>
              <a:chExt cx="1449995" cy="37630"/>
            </a:xfrm>
          </p:grpSpPr>
          <p:sp>
            <p:nvSpPr>
              <p:cNvPr id="4" name="Freeform 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p:cNvGrpSpPr/>
            <p:nvPr/>
          </p:nvGrpSpPr>
          <p:grpSpPr>
            <a:xfrm>
              <a:off x="7340600" y="0"/>
              <a:ext cx="7340600" cy="190500"/>
              <a:chOff x="0" y="0"/>
              <a:chExt cx="1449995" cy="37630"/>
            </a:xfrm>
          </p:grpSpPr>
          <p:sp>
            <p:nvSpPr>
              <p:cNvPr id="7" name="Freeform 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p:cNvGrpSpPr/>
            <p:nvPr/>
          </p:nvGrpSpPr>
          <p:grpSpPr>
            <a:xfrm>
              <a:off x="14681200" y="0"/>
              <a:ext cx="7340600" cy="190500"/>
              <a:chOff x="0" y="0"/>
              <a:chExt cx="1449995" cy="37630"/>
            </a:xfrm>
          </p:grpSpPr>
          <p:sp>
            <p:nvSpPr>
              <p:cNvPr id="10" name="Freeform 1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p:cNvGrpSpPr/>
          <p:nvPr/>
        </p:nvGrpSpPr>
        <p:grpSpPr>
          <a:xfrm>
            <a:off x="885825" y="9258300"/>
            <a:ext cx="16516350" cy="142875"/>
            <a:chOff x="0" y="0"/>
            <a:chExt cx="22021800" cy="190500"/>
          </a:xfrm>
        </p:grpSpPr>
        <p:grpSp>
          <p:nvGrpSpPr>
            <p:cNvPr id="13" name="Group 13"/>
            <p:cNvGrpSpPr/>
            <p:nvPr/>
          </p:nvGrpSpPr>
          <p:grpSpPr>
            <a:xfrm>
              <a:off x="0" y="0"/>
              <a:ext cx="7340600" cy="190500"/>
              <a:chOff x="0" y="0"/>
              <a:chExt cx="1449995" cy="37630"/>
            </a:xfrm>
          </p:grpSpPr>
          <p:sp>
            <p:nvSpPr>
              <p:cNvPr id="14" name="Freeform 1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p:cNvGrpSpPr/>
            <p:nvPr/>
          </p:nvGrpSpPr>
          <p:grpSpPr>
            <a:xfrm>
              <a:off x="7340600" y="0"/>
              <a:ext cx="7340600" cy="190500"/>
              <a:chOff x="0" y="0"/>
              <a:chExt cx="1449995" cy="37630"/>
            </a:xfrm>
          </p:grpSpPr>
          <p:sp>
            <p:nvSpPr>
              <p:cNvPr id="17" name="Freeform 1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p:cNvGrpSpPr/>
            <p:nvPr/>
          </p:nvGrpSpPr>
          <p:grpSpPr>
            <a:xfrm>
              <a:off x="14681200" y="0"/>
              <a:ext cx="7340600" cy="190500"/>
              <a:chOff x="0" y="0"/>
              <a:chExt cx="1449995" cy="37630"/>
            </a:xfrm>
          </p:grpSpPr>
          <p:sp>
            <p:nvSpPr>
              <p:cNvPr id="20" name="Freeform 2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2" name="AutoShape 22"/>
          <p:cNvSpPr/>
          <p:nvPr/>
        </p:nvSpPr>
        <p:spPr>
          <a:xfrm flipV="1">
            <a:off x="885825" y="2628900"/>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3" name="TextBox 23"/>
          <p:cNvSpPr txBox="1"/>
          <p:nvPr/>
        </p:nvSpPr>
        <p:spPr>
          <a:xfrm>
            <a:off x="4637793" y="1756360"/>
            <a:ext cx="9004054" cy="712338"/>
          </a:xfrm>
          <a:prstGeom prst="rect">
            <a:avLst/>
          </a:prstGeom>
        </p:spPr>
        <p:txBody>
          <a:bodyPr lIns="0" tIns="0" rIns="0" bIns="0" rtlCol="0" anchor="t">
            <a:spAutoFit/>
          </a:bodyPr>
          <a:lstStyle/>
          <a:p>
            <a:pPr algn="ctr">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深層学習に基づく音響識別</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24" name="TextBox 24"/>
          <p:cNvSpPr txBox="1"/>
          <p:nvPr/>
        </p:nvSpPr>
        <p:spPr>
          <a:xfrm>
            <a:off x="6922911" y="584225"/>
            <a:ext cx="4442177" cy="1231106"/>
          </a:xfrm>
          <a:prstGeom prst="rect">
            <a:avLst/>
          </a:prstGeom>
        </p:spPr>
        <p:txBody>
          <a:bodyPr lIns="0" tIns="0" rIns="0" bIns="0" rtlCol="0" anchor="t">
            <a:spAutoFit/>
          </a:bodyPr>
          <a:lstStyle/>
          <a:p>
            <a:pPr marL="0" lvl="0" indent="0" algn="ctr">
              <a:lnSpc>
                <a:spcPts val="11200"/>
              </a:lnSpc>
              <a:spcBef>
                <a:spcPct val="0"/>
              </a:spcBef>
            </a:pPr>
            <a:r>
              <a:rPr lang="en-US" sz="4000" u="none" strike="noStrike" dirty="0">
                <a:solidFill>
                  <a:srgbClr val="64A4A3"/>
                </a:solidFill>
                <a:latin typeface="Now Medium"/>
                <a:ea typeface="Now Medium"/>
                <a:cs typeface="Now Medium"/>
                <a:sym typeface="Now Medium"/>
              </a:rPr>
              <a:t>03</a:t>
            </a:r>
          </a:p>
        </p:txBody>
      </p:sp>
      <p:sp>
        <p:nvSpPr>
          <p:cNvPr id="25" name="TextBox 25"/>
          <p:cNvSpPr txBox="1"/>
          <p:nvPr/>
        </p:nvSpPr>
        <p:spPr>
          <a:xfrm>
            <a:off x="6534037" y="2972125"/>
            <a:ext cx="5159375" cy="552587"/>
          </a:xfrm>
          <a:prstGeom prst="rect">
            <a:avLst/>
          </a:prstGeom>
        </p:spPr>
        <p:txBody>
          <a:bodyPr wrap="square" lIns="0" tIns="0" rIns="0" bIns="0" rtlCol="0" anchor="t">
            <a:spAutoFit/>
          </a:bodyPr>
          <a:lstStyle/>
          <a:p>
            <a:pPr marL="0" lvl="0" indent="0" algn="ctr">
              <a:lnSpc>
                <a:spcPts val="4480"/>
              </a:lnSpc>
              <a:spcBef>
                <a:spcPct val="0"/>
              </a:spcBef>
            </a:pPr>
            <a:r>
              <a:rPr lang="en-US" sz="3600" dirty="0">
                <a:solidFill>
                  <a:srgbClr val="292B2B"/>
                </a:solidFill>
                <a:latin typeface="Source Han Sans JP Medium"/>
                <a:ea typeface="Source Han Sans JP Medium"/>
                <a:cs typeface="Source Han Sans JP Medium"/>
                <a:sym typeface="Source Han Sans JP Medium"/>
              </a:rPr>
              <a:t>[</a:t>
            </a:r>
            <a:r>
              <a:rPr lang="ja-JP" altLang="en-US" sz="3600" dirty="0">
                <a:solidFill>
                  <a:srgbClr val="292B2B"/>
                </a:solidFill>
                <a:latin typeface="Source Han Sans JP Medium"/>
                <a:ea typeface="Source Han Sans JP Medium"/>
                <a:cs typeface="Source Han Sans JP Medium"/>
                <a:sym typeface="Source Han Sans JP Medium"/>
              </a:rPr>
              <a:t>使用した</a:t>
            </a:r>
            <a:r>
              <a:rPr lang="en-US" altLang="ja-JP" sz="3600" dirty="0">
                <a:solidFill>
                  <a:srgbClr val="292B2B"/>
                </a:solidFill>
                <a:latin typeface="Source Han Sans JP Medium"/>
                <a:ea typeface="Source Han Sans JP Medium"/>
                <a:cs typeface="Source Han Sans JP Medium"/>
                <a:sym typeface="Source Han Sans JP Medium"/>
              </a:rPr>
              <a:t>CNN</a:t>
            </a:r>
            <a:r>
              <a:rPr lang="ja-JP" altLang="en-US" sz="3600" dirty="0">
                <a:solidFill>
                  <a:srgbClr val="292B2B"/>
                </a:solidFill>
                <a:latin typeface="Source Han Sans JP Medium"/>
                <a:ea typeface="Source Han Sans JP Medium"/>
                <a:cs typeface="Source Han Sans JP Medium"/>
                <a:sym typeface="Source Han Sans JP Medium"/>
              </a:rPr>
              <a:t>モデル</a:t>
            </a:r>
            <a:r>
              <a:rPr lang="en-US" sz="3600" dirty="0">
                <a:solidFill>
                  <a:srgbClr val="292B2B"/>
                </a:solidFill>
                <a:latin typeface="Source Han Sans JP Medium"/>
                <a:ea typeface="Source Han Sans JP Medium"/>
                <a:cs typeface="Source Han Sans JP Medium"/>
                <a:sym typeface="Source Han Sans JP Medium"/>
              </a:rPr>
              <a:t>]</a:t>
            </a:r>
          </a:p>
        </p:txBody>
      </p:sp>
      <p:grpSp>
        <p:nvGrpSpPr>
          <p:cNvPr id="48" name="グループ化 47">
            <a:extLst>
              <a:ext uri="{FF2B5EF4-FFF2-40B4-BE49-F238E27FC236}">
                <a16:creationId xmlns:a16="http://schemas.microsoft.com/office/drawing/2014/main" id="{8D6C39ED-8761-B871-03D3-19F4B030E146}"/>
              </a:ext>
            </a:extLst>
          </p:cNvPr>
          <p:cNvGrpSpPr/>
          <p:nvPr/>
        </p:nvGrpSpPr>
        <p:grpSpPr>
          <a:xfrm>
            <a:off x="1032644" y="3752191"/>
            <a:ext cx="5159375" cy="648000"/>
            <a:chOff x="1028700" y="4580357"/>
            <a:chExt cx="5159375" cy="806042"/>
          </a:xfrm>
        </p:grpSpPr>
        <p:grpSp>
          <p:nvGrpSpPr>
            <p:cNvPr id="26" name="Group 26"/>
            <p:cNvGrpSpPr/>
            <p:nvPr/>
          </p:nvGrpSpPr>
          <p:grpSpPr>
            <a:xfrm>
              <a:off x="1028700" y="4580357"/>
              <a:ext cx="5159375" cy="806042"/>
              <a:chOff x="0" y="0"/>
              <a:chExt cx="1358848" cy="212291"/>
            </a:xfrm>
          </p:grpSpPr>
          <p:sp>
            <p:nvSpPr>
              <p:cNvPr id="27" name="Freeform 27"/>
              <p:cNvSpPr/>
              <p:nvPr/>
            </p:nvSpPr>
            <p:spPr>
              <a:xfrm>
                <a:off x="0" y="0"/>
                <a:ext cx="1358848" cy="212291"/>
              </a:xfrm>
              <a:custGeom>
                <a:avLst/>
                <a:gdLst/>
                <a:ahLst/>
                <a:cxnLst/>
                <a:rect l="l" t="t" r="r" b="b"/>
                <a:pathLst>
                  <a:path w="1358848" h="212291">
                    <a:moveTo>
                      <a:pt x="0" y="0"/>
                    </a:moveTo>
                    <a:lnTo>
                      <a:pt x="1358848" y="0"/>
                    </a:lnTo>
                    <a:lnTo>
                      <a:pt x="1358848" y="212291"/>
                    </a:lnTo>
                    <a:lnTo>
                      <a:pt x="0" y="212291"/>
                    </a:lnTo>
                    <a:close/>
                  </a:path>
                </a:pathLst>
              </a:custGeom>
              <a:solidFill>
                <a:srgbClr val="000000">
                  <a:alpha val="0"/>
                </a:srgbClr>
              </a:solidFill>
              <a:ln w="28575" cap="sq">
                <a:solidFill>
                  <a:srgbClr val="64A4A3"/>
                </a:solidFill>
                <a:prstDash val="solid"/>
                <a:miter/>
              </a:ln>
            </p:spPr>
            <p:txBody>
              <a:bodyPr/>
              <a:lstStyle/>
              <a:p>
                <a:endParaRPr lang="ja-JP" altLang="en-US"/>
              </a:p>
            </p:txBody>
          </p:sp>
          <p:sp>
            <p:nvSpPr>
              <p:cNvPr id="28" name="TextBox 28"/>
              <p:cNvSpPr txBox="1"/>
              <p:nvPr/>
            </p:nvSpPr>
            <p:spPr>
              <a:xfrm>
                <a:off x="0" y="-38100"/>
                <a:ext cx="1358848" cy="250391"/>
              </a:xfrm>
              <a:prstGeom prst="rect">
                <a:avLst/>
              </a:prstGeom>
            </p:spPr>
            <p:txBody>
              <a:bodyPr lIns="50800" tIns="50800" rIns="50800" bIns="50800" rtlCol="0" anchor="ctr"/>
              <a:lstStyle/>
              <a:p>
                <a:pPr algn="ctr">
                  <a:lnSpc>
                    <a:spcPts val="2940"/>
                  </a:lnSpc>
                </a:pPr>
                <a:endParaRPr/>
              </a:p>
            </p:txBody>
          </p:sp>
        </p:grpSp>
        <p:sp>
          <p:nvSpPr>
            <p:cNvPr id="29" name="TextBox 29"/>
            <p:cNvSpPr txBox="1"/>
            <p:nvPr/>
          </p:nvSpPr>
          <p:spPr>
            <a:xfrm>
              <a:off x="1028700" y="4714154"/>
              <a:ext cx="5159375" cy="599067"/>
            </a:xfrm>
            <a:prstGeom prst="rect">
              <a:avLst/>
            </a:prstGeom>
          </p:spPr>
          <p:txBody>
            <a:bodyPr lIns="0" tIns="0" rIns="0" bIns="0" rtlCol="0" anchor="t">
              <a:spAutoFit/>
            </a:bodyPr>
            <a:lstStyle/>
            <a:p>
              <a:pPr marL="0" lvl="0" indent="0" algn="ctr">
                <a:lnSpc>
                  <a:spcPts val="3919"/>
                </a:lnSpc>
                <a:spcBef>
                  <a:spcPct val="0"/>
                </a:spcBef>
              </a:pPr>
              <a:r>
                <a:rPr lang="en-US" sz="3200" dirty="0" err="1">
                  <a:solidFill>
                    <a:srgbClr val="406D6C"/>
                  </a:solidFill>
                  <a:latin typeface="Source Han Sans JP Medium"/>
                  <a:ea typeface="Source Han Sans JP Medium"/>
                  <a:cs typeface="Source Han Sans JP Medium"/>
                  <a:sym typeface="Source Han Sans JP Medium"/>
                </a:rPr>
                <a:t>AlexNet</a:t>
              </a:r>
              <a:endParaRPr lang="en-US" sz="3200" dirty="0">
                <a:solidFill>
                  <a:srgbClr val="406D6C"/>
                </a:solidFill>
                <a:latin typeface="Source Han Sans JP Medium"/>
                <a:ea typeface="Source Han Sans JP Medium"/>
                <a:cs typeface="Source Han Sans JP Medium"/>
                <a:sym typeface="Source Han Sans JP Medium"/>
              </a:endParaRPr>
            </a:p>
          </p:txBody>
        </p:sp>
      </p:grpSp>
      <p:sp>
        <p:nvSpPr>
          <p:cNvPr id="30" name="TextBox 30"/>
          <p:cNvSpPr txBox="1"/>
          <p:nvPr/>
        </p:nvSpPr>
        <p:spPr>
          <a:xfrm>
            <a:off x="1028697" y="5169605"/>
            <a:ext cx="5159375" cy="3052118"/>
          </a:xfrm>
          <a:prstGeom prst="rect">
            <a:avLst/>
          </a:prstGeom>
        </p:spPr>
        <p:txBody>
          <a:bodyPr lIns="0" tIns="0" rIns="0" bIns="0" rtlCol="0" anchor="t">
            <a:spAutoFit/>
          </a:bodyPr>
          <a:lstStyle/>
          <a:p>
            <a:pPr marL="457200" indent="-457200" algn="l">
              <a:lnSpc>
                <a:spcPts val="3359"/>
              </a:lnSpc>
              <a:spcBef>
                <a:spcPct val="0"/>
              </a:spcBef>
              <a:buClr>
                <a:srgbClr val="64A4A3"/>
              </a:buClr>
              <a:buFont typeface="Wingdings" panose="05000000000000000000" pitchFamily="2" charset="2"/>
              <a:buChar char="l"/>
            </a:pPr>
            <a:r>
              <a:rPr lang="en-US" sz="3200" dirty="0">
                <a:solidFill>
                  <a:srgbClr val="292B2B"/>
                </a:solidFill>
                <a:latin typeface="Source Han Sans JP"/>
                <a:ea typeface="Source Han Sans JP"/>
                <a:cs typeface="Source Han Sans JP"/>
                <a:sym typeface="Source Han Sans JP"/>
              </a:rPr>
              <a:t>2012</a:t>
            </a:r>
            <a:r>
              <a:rPr lang="ja-JP" altLang="en-US" sz="3200" dirty="0">
                <a:solidFill>
                  <a:srgbClr val="292B2B"/>
                </a:solidFill>
                <a:latin typeface="Source Han Sans JP"/>
                <a:ea typeface="Source Han Sans JP"/>
                <a:cs typeface="Source Han Sans JP"/>
                <a:sym typeface="Source Han Sans JP"/>
              </a:rPr>
              <a:t>年に提案</a:t>
            </a:r>
            <a:endParaRPr lang="en-US" altLang="ja-JP" sz="3200" dirty="0">
              <a:solidFill>
                <a:srgbClr val="292B2B"/>
              </a:solidFill>
              <a:latin typeface="Source Han Sans JP"/>
              <a:ea typeface="Source Han Sans JP"/>
              <a:cs typeface="Source Han Sans JP"/>
              <a:sym typeface="Source Han Sans JP"/>
            </a:endParaRPr>
          </a:p>
          <a:p>
            <a:pPr algn="l">
              <a:lnSpc>
                <a:spcPts val="3359"/>
              </a:lnSpc>
              <a:spcBef>
                <a:spcPct val="0"/>
              </a:spcBef>
            </a:pPr>
            <a:endParaRPr lang="en-US" altLang="ja-JP" sz="3200" dirty="0">
              <a:solidFill>
                <a:srgbClr val="292B2B"/>
              </a:solidFill>
              <a:latin typeface="Source Han Sans JP"/>
              <a:ea typeface="Source Han Sans JP"/>
              <a:cs typeface="Source Han Sans JP"/>
              <a:sym typeface="Source Han Sans JP"/>
            </a:endParaRPr>
          </a:p>
          <a:p>
            <a:pPr marL="457200" indent="-457200" algn="l">
              <a:lnSpc>
                <a:spcPts val="3359"/>
              </a:lnSpc>
              <a:spcBef>
                <a:spcPct val="0"/>
              </a:spcBef>
              <a:buClr>
                <a:srgbClr val="64A4A3"/>
              </a:buClr>
              <a:buFont typeface="Wingdings" panose="05000000000000000000" pitchFamily="2" charset="2"/>
              <a:buChar char="l"/>
            </a:pPr>
            <a:r>
              <a:rPr lang="ja-JP" altLang="en-US" sz="3200" dirty="0">
                <a:solidFill>
                  <a:srgbClr val="64A4A3"/>
                </a:solidFill>
                <a:latin typeface="Source Han Sans JP"/>
                <a:ea typeface="Source Han Sans JP"/>
                <a:cs typeface="Source Han Sans JP"/>
                <a:sym typeface="Source Han Sans JP"/>
              </a:rPr>
              <a:t>過学習の抑制</a:t>
            </a:r>
            <a:r>
              <a:rPr lang="ja-JP" altLang="en-US" sz="3200" dirty="0">
                <a:solidFill>
                  <a:srgbClr val="292B2B"/>
                </a:solidFill>
                <a:latin typeface="Source Han Sans JP"/>
                <a:ea typeface="Source Han Sans JP"/>
                <a:cs typeface="Source Han Sans JP"/>
                <a:sym typeface="Source Han Sans JP"/>
              </a:rPr>
              <a:t>が特徴</a:t>
            </a:r>
            <a:r>
              <a:rPr lang="en-US" altLang="ja-JP" sz="3200" dirty="0">
                <a:solidFill>
                  <a:srgbClr val="292B2B"/>
                </a:solidFill>
                <a:latin typeface="Source Han Sans JP"/>
                <a:ea typeface="Source Han Sans JP"/>
                <a:cs typeface="Source Han Sans JP"/>
                <a:sym typeface="Source Han Sans JP"/>
              </a:rPr>
              <a:t>(</a:t>
            </a:r>
            <a:r>
              <a:rPr lang="ja-JP" altLang="en-US" sz="3200" dirty="0">
                <a:solidFill>
                  <a:srgbClr val="292B2B"/>
                </a:solidFill>
                <a:latin typeface="Source Han Sans JP"/>
                <a:ea typeface="Source Han Sans JP"/>
                <a:cs typeface="Source Han Sans JP"/>
                <a:sym typeface="Source Han Sans JP"/>
              </a:rPr>
              <a:t>データ拡張、</a:t>
            </a:r>
            <a:r>
              <a:rPr lang="en-US" altLang="ja-JP" sz="3200" dirty="0">
                <a:solidFill>
                  <a:srgbClr val="292B2B"/>
                </a:solidFill>
                <a:latin typeface="Source Han Sans JP"/>
                <a:ea typeface="Source Han Sans JP"/>
                <a:cs typeface="Source Han Sans JP"/>
                <a:sym typeface="Source Han Sans JP"/>
              </a:rPr>
              <a:t>Dropout</a:t>
            </a:r>
            <a:r>
              <a:rPr lang="ja-JP" altLang="en-US" sz="3200" dirty="0">
                <a:solidFill>
                  <a:srgbClr val="292B2B"/>
                </a:solidFill>
                <a:latin typeface="Source Han Sans JP"/>
                <a:ea typeface="Source Han Sans JP"/>
                <a:cs typeface="Source Han Sans JP"/>
                <a:sym typeface="Source Han Sans JP"/>
              </a:rPr>
              <a:t>による正則化、</a:t>
            </a:r>
            <a:r>
              <a:rPr lang="en-US" altLang="ja-JP" sz="3200" dirty="0" err="1">
                <a:solidFill>
                  <a:srgbClr val="292B2B"/>
                </a:solidFill>
                <a:latin typeface="Source Han Sans JP"/>
                <a:ea typeface="Source Han Sans JP"/>
                <a:cs typeface="Source Han Sans JP"/>
                <a:sym typeface="Source Han Sans JP"/>
              </a:rPr>
              <a:t>ReLU</a:t>
            </a:r>
            <a:r>
              <a:rPr lang="ja-JP" altLang="en-US" sz="3200" dirty="0">
                <a:solidFill>
                  <a:srgbClr val="292B2B"/>
                </a:solidFill>
                <a:latin typeface="Source Han Sans JP"/>
                <a:ea typeface="Source Han Sans JP"/>
                <a:cs typeface="Source Han Sans JP"/>
                <a:sym typeface="Source Han Sans JP"/>
              </a:rPr>
              <a:t>関数、重なりあり最大値プーリングなど</a:t>
            </a:r>
            <a:r>
              <a:rPr lang="en-US" altLang="ja-JP" sz="3200" dirty="0">
                <a:solidFill>
                  <a:srgbClr val="292B2B"/>
                </a:solidFill>
                <a:latin typeface="Source Han Sans JP"/>
                <a:ea typeface="Source Han Sans JP"/>
                <a:cs typeface="Source Han Sans JP"/>
                <a:sym typeface="Source Han Sans JP"/>
              </a:rPr>
              <a:t>)</a:t>
            </a:r>
            <a:endParaRPr lang="en-US" sz="3200" dirty="0">
              <a:solidFill>
                <a:srgbClr val="292B2B"/>
              </a:solidFill>
              <a:latin typeface="Source Han Sans JP"/>
              <a:ea typeface="Source Han Sans JP"/>
              <a:cs typeface="Source Han Sans JP"/>
              <a:sym typeface="Source Han Sans JP"/>
            </a:endParaRPr>
          </a:p>
        </p:txBody>
      </p:sp>
      <p:sp>
        <p:nvSpPr>
          <p:cNvPr id="31" name="AutoShape 31"/>
          <p:cNvSpPr/>
          <p:nvPr/>
        </p:nvSpPr>
        <p:spPr>
          <a:xfrm>
            <a:off x="1028697" y="8724900"/>
            <a:ext cx="5159375" cy="0"/>
          </a:xfrm>
          <a:prstGeom prst="line">
            <a:avLst/>
          </a:prstGeom>
          <a:ln w="19050" cap="flat">
            <a:solidFill>
              <a:srgbClr val="64A4A3"/>
            </a:solidFill>
            <a:prstDash val="solid"/>
            <a:headEnd type="none" w="sm" len="sm"/>
            <a:tailEnd type="none" w="sm" len="sm"/>
          </a:ln>
        </p:spPr>
        <p:txBody>
          <a:bodyPr/>
          <a:lstStyle/>
          <a:p>
            <a:endParaRPr lang="ja-JP" altLang="en-US" dirty="0"/>
          </a:p>
        </p:txBody>
      </p:sp>
      <p:grpSp>
        <p:nvGrpSpPr>
          <p:cNvPr id="49" name="グループ化 48">
            <a:extLst>
              <a:ext uri="{FF2B5EF4-FFF2-40B4-BE49-F238E27FC236}">
                <a16:creationId xmlns:a16="http://schemas.microsoft.com/office/drawing/2014/main" id="{9FC8EB72-9308-4AFE-911D-83E8EE871EDF}"/>
              </a:ext>
            </a:extLst>
          </p:cNvPr>
          <p:cNvGrpSpPr/>
          <p:nvPr/>
        </p:nvGrpSpPr>
        <p:grpSpPr>
          <a:xfrm>
            <a:off x="6564312" y="3752191"/>
            <a:ext cx="5159375" cy="648000"/>
            <a:chOff x="6564312" y="4580357"/>
            <a:chExt cx="5159375" cy="806042"/>
          </a:xfrm>
        </p:grpSpPr>
        <p:grpSp>
          <p:nvGrpSpPr>
            <p:cNvPr id="33" name="Group 33"/>
            <p:cNvGrpSpPr/>
            <p:nvPr/>
          </p:nvGrpSpPr>
          <p:grpSpPr>
            <a:xfrm>
              <a:off x="6564312" y="4580357"/>
              <a:ext cx="5159375" cy="806042"/>
              <a:chOff x="0" y="0"/>
              <a:chExt cx="1358848" cy="212291"/>
            </a:xfrm>
          </p:grpSpPr>
          <p:sp>
            <p:nvSpPr>
              <p:cNvPr id="34" name="Freeform 34"/>
              <p:cNvSpPr/>
              <p:nvPr/>
            </p:nvSpPr>
            <p:spPr>
              <a:xfrm>
                <a:off x="0" y="0"/>
                <a:ext cx="1358848" cy="212291"/>
              </a:xfrm>
              <a:custGeom>
                <a:avLst/>
                <a:gdLst/>
                <a:ahLst/>
                <a:cxnLst/>
                <a:rect l="l" t="t" r="r" b="b"/>
                <a:pathLst>
                  <a:path w="1358848" h="212291">
                    <a:moveTo>
                      <a:pt x="0" y="0"/>
                    </a:moveTo>
                    <a:lnTo>
                      <a:pt x="1358848" y="0"/>
                    </a:lnTo>
                    <a:lnTo>
                      <a:pt x="1358848" y="212291"/>
                    </a:lnTo>
                    <a:lnTo>
                      <a:pt x="0" y="212291"/>
                    </a:lnTo>
                    <a:close/>
                  </a:path>
                </a:pathLst>
              </a:custGeom>
              <a:solidFill>
                <a:srgbClr val="000000">
                  <a:alpha val="0"/>
                </a:srgbClr>
              </a:solidFill>
              <a:ln w="28575" cap="sq">
                <a:solidFill>
                  <a:srgbClr val="64A4A3"/>
                </a:solidFill>
                <a:prstDash val="solid"/>
                <a:miter/>
              </a:ln>
            </p:spPr>
            <p:txBody>
              <a:bodyPr/>
              <a:lstStyle/>
              <a:p>
                <a:endParaRPr lang="ja-JP" altLang="en-US"/>
              </a:p>
            </p:txBody>
          </p:sp>
          <p:sp>
            <p:nvSpPr>
              <p:cNvPr id="35" name="TextBox 35"/>
              <p:cNvSpPr txBox="1"/>
              <p:nvPr/>
            </p:nvSpPr>
            <p:spPr>
              <a:xfrm>
                <a:off x="0" y="-38100"/>
                <a:ext cx="1358848" cy="250391"/>
              </a:xfrm>
              <a:prstGeom prst="rect">
                <a:avLst/>
              </a:prstGeom>
            </p:spPr>
            <p:txBody>
              <a:bodyPr lIns="50800" tIns="50800" rIns="50800" bIns="50800" rtlCol="0" anchor="ctr"/>
              <a:lstStyle/>
              <a:p>
                <a:pPr algn="ctr">
                  <a:lnSpc>
                    <a:spcPts val="2940"/>
                  </a:lnSpc>
                </a:pPr>
                <a:endParaRPr/>
              </a:p>
            </p:txBody>
          </p:sp>
        </p:grpSp>
        <p:sp>
          <p:nvSpPr>
            <p:cNvPr id="36" name="TextBox 36"/>
            <p:cNvSpPr txBox="1"/>
            <p:nvPr/>
          </p:nvSpPr>
          <p:spPr>
            <a:xfrm>
              <a:off x="6564312" y="4714154"/>
              <a:ext cx="5159375" cy="599067"/>
            </a:xfrm>
            <a:prstGeom prst="rect">
              <a:avLst/>
            </a:prstGeom>
          </p:spPr>
          <p:txBody>
            <a:bodyPr lIns="0" tIns="0" rIns="0" bIns="0" rtlCol="0" anchor="t">
              <a:spAutoFit/>
            </a:bodyPr>
            <a:lstStyle/>
            <a:p>
              <a:pPr marL="0" lvl="0" indent="0" algn="ctr">
                <a:lnSpc>
                  <a:spcPts val="3919"/>
                </a:lnSpc>
                <a:spcBef>
                  <a:spcPct val="0"/>
                </a:spcBef>
              </a:pPr>
              <a:r>
                <a:rPr lang="en-US" sz="3200" dirty="0">
                  <a:solidFill>
                    <a:srgbClr val="406D6C"/>
                  </a:solidFill>
                  <a:latin typeface="Source Han Sans JP Medium"/>
                  <a:ea typeface="Source Han Sans JP Medium"/>
                  <a:cs typeface="Source Han Sans JP Medium"/>
                  <a:sym typeface="Source Han Sans JP Medium"/>
                </a:rPr>
                <a:t>ResNet50</a:t>
              </a:r>
            </a:p>
          </p:txBody>
        </p:sp>
      </p:grpSp>
      <p:sp>
        <p:nvSpPr>
          <p:cNvPr id="37" name="AutoShape 37"/>
          <p:cNvSpPr/>
          <p:nvPr/>
        </p:nvSpPr>
        <p:spPr>
          <a:xfrm>
            <a:off x="6564312" y="8724900"/>
            <a:ext cx="5159375" cy="0"/>
          </a:xfrm>
          <a:prstGeom prst="line">
            <a:avLst/>
          </a:prstGeom>
          <a:ln w="19050" cap="flat">
            <a:solidFill>
              <a:srgbClr val="64A4A3"/>
            </a:solidFill>
            <a:prstDash val="solid"/>
            <a:headEnd type="none" w="sm" len="sm"/>
            <a:tailEnd type="none" w="sm" len="sm"/>
          </a:ln>
        </p:spPr>
        <p:txBody>
          <a:bodyPr/>
          <a:lstStyle/>
          <a:p>
            <a:endParaRPr lang="ja-JP" altLang="en-US"/>
          </a:p>
        </p:txBody>
      </p:sp>
      <p:grpSp>
        <p:nvGrpSpPr>
          <p:cNvPr id="50" name="グループ化 49">
            <a:extLst>
              <a:ext uri="{FF2B5EF4-FFF2-40B4-BE49-F238E27FC236}">
                <a16:creationId xmlns:a16="http://schemas.microsoft.com/office/drawing/2014/main" id="{34E432CE-C12C-C0E6-BADB-480B68666796}"/>
              </a:ext>
            </a:extLst>
          </p:cNvPr>
          <p:cNvGrpSpPr/>
          <p:nvPr/>
        </p:nvGrpSpPr>
        <p:grpSpPr>
          <a:xfrm>
            <a:off x="12103875" y="3752191"/>
            <a:ext cx="5159375" cy="648000"/>
            <a:chOff x="12099925" y="4580357"/>
            <a:chExt cx="5159375" cy="806042"/>
          </a:xfrm>
        </p:grpSpPr>
        <p:grpSp>
          <p:nvGrpSpPr>
            <p:cNvPr id="39" name="Group 39"/>
            <p:cNvGrpSpPr/>
            <p:nvPr/>
          </p:nvGrpSpPr>
          <p:grpSpPr>
            <a:xfrm>
              <a:off x="12099925" y="4580357"/>
              <a:ext cx="5159375" cy="806042"/>
              <a:chOff x="0" y="0"/>
              <a:chExt cx="1358848" cy="212291"/>
            </a:xfrm>
          </p:grpSpPr>
          <p:sp>
            <p:nvSpPr>
              <p:cNvPr id="40" name="Freeform 40"/>
              <p:cNvSpPr/>
              <p:nvPr/>
            </p:nvSpPr>
            <p:spPr>
              <a:xfrm>
                <a:off x="0" y="0"/>
                <a:ext cx="1358848" cy="212291"/>
              </a:xfrm>
              <a:custGeom>
                <a:avLst/>
                <a:gdLst/>
                <a:ahLst/>
                <a:cxnLst/>
                <a:rect l="l" t="t" r="r" b="b"/>
                <a:pathLst>
                  <a:path w="1358848" h="212291">
                    <a:moveTo>
                      <a:pt x="0" y="0"/>
                    </a:moveTo>
                    <a:lnTo>
                      <a:pt x="1358848" y="0"/>
                    </a:lnTo>
                    <a:lnTo>
                      <a:pt x="1358848" y="212291"/>
                    </a:lnTo>
                    <a:lnTo>
                      <a:pt x="0" y="212291"/>
                    </a:lnTo>
                    <a:close/>
                  </a:path>
                </a:pathLst>
              </a:custGeom>
              <a:solidFill>
                <a:srgbClr val="000000">
                  <a:alpha val="0"/>
                </a:srgbClr>
              </a:solidFill>
              <a:ln w="28575" cap="sq">
                <a:solidFill>
                  <a:srgbClr val="64A4A3"/>
                </a:solidFill>
                <a:prstDash val="solid"/>
                <a:miter/>
              </a:ln>
            </p:spPr>
            <p:txBody>
              <a:bodyPr/>
              <a:lstStyle/>
              <a:p>
                <a:endParaRPr lang="ja-JP" altLang="en-US"/>
              </a:p>
            </p:txBody>
          </p:sp>
          <p:sp>
            <p:nvSpPr>
              <p:cNvPr id="41" name="TextBox 41"/>
              <p:cNvSpPr txBox="1"/>
              <p:nvPr/>
            </p:nvSpPr>
            <p:spPr>
              <a:xfrm>
                <a:off x="0" y="-38100"/>
                <a:ext cx="1358848" cy="250391"/>
              </a:xfrm>
              <a:prstGeom prst="rect">
                <a:avLst/>
              </a:prstGeom>
            </p:spPr>
            <p:txBody>
              <a:bodyPr lIns="50800" tIns="50800" rIns="50800" bIns="50800" rtlCol="0" anchor="ctr"/>
              <a:lstStyle/>
              <a:p>
                <a:pPr algn="ctr">
                  <a:lnSpc>
                    <a:spcPts val="2940"/>
                  </a:lnSpc>
                </a:pPr>
                <a:endParaRPr/>
              </a:p>
            </p:txBody>
          </p:sp>
        </p:grpSp>
        <p:sp>
          <p:nvSpPr>
            <p:cNvPr id="42" name="TextBox 42"/>
            <p:cNvSpPr txBox="1"/>
            <p:nvPr/>
          </p:nvSpPr>
          <p:spPr>
            <a:xfrm>
              <a:off x="12099925" y="4714154"/>
              <a:ext cx="5159375" cy="599067"/>
            </a:xfrm>
            <a:prstGeom prst="rect">
              <a:avLst/>
            </a:prstGeom>
          </p:spPr>
          <p:txBody>
            <a:bodyPr lIns="0" tIns="0" rIns="0" bIns="0" rtlCol="0" anchor="t">
              <a:spAutoFit/>
            </a:bodyPr>
            <a:lstStyle/>
            <a:p>
              <a:pPr marL="0" lvl="0" indent="0" algn="ctr">
                <a:lnSpc>
                  <a:spcPts val="3919"/>
                </a:lnSpc>
                <a:spcBef>
                  <a:spcPct val="0"/>
                </a:spcBef>
              </a:pPr>
              <a:r>
                <a:rPr lang="en-US" sz="3200" dirty="0">
                  <a:solidFill>
                    <a:srgbClr val="406D6C"/>
                  </a:solidFill>
                  <a:latin typeface="Source Han Sans JP Medium"/>
                  <a:ea typeface="Source Han Sans JP Medium"/>
                  <a:cs typeface="Source Han Sans JP Medium"/>
                  <a:sym typeface="Source Han Sans JP Medium"/>
                </a:rPr>
                <a:t>VGG-16</a:t>
              </a:r>
            </a:p>
          </p:txBody>
        </p:sp>
      </p:grpSp>
      <p:sp>
        <p:nvSpPr>
          <p:cNvPr id="43" name="AutoShape 43"/>
          <p:cNvSpPr/>
          <p:nvPr/>
        </p:nvSpPr>
        <p:spPr>
          <a:xfrm>
            <a:off x="12103875" y="8724900"/>
            <a:ext cx="5159375" cy="0"/>
          </a:xfrm>
          <a:prstGeom prst="line">
            <a:avLst/>
          </a:prstGeom>
          <a:ln w="19050" cap="flat">
            <a:solidFill>
              <a:srgbClr val="64A4A3"/>
            </a:solidFill>
            <a:prstDash val="solid"/>
            <a:headEnd type="none" w="sm" len="sm"/>
            <a:tailEnd type="none" w="sm" len="sm"/>
          </a:ln>
        </p:spPr>
        <p:txBody>
          <a:bodyPr/>
          <a:lstStyle/>
          <a:p>
            <a:endParaRPr lang="ja-JP" altLang="en-US"/>
          </a:p>
        </p:txBody>
      </p:sp>
      <p:sp>
        <p:nvSpPr>
          <p:cNvPr id="51" name="TextBox 30">
            <a:extLst>
              <a:ext uri="{FF2B5EF4-FFF2-40B4-BE49-F238E27FC236}">
                <a16:creationId xmlns:a16="http://schemas.microsoft.com/office/drawing/2014/main" id="{2366EB72-173F-0D0C-9691-5DE1C13FB3FD}"/>
              </a:ext>
            </a:extLst>
          </p:cNvPr>
          <p:cNvSpPr txBox="1"/>
          <p:nvPr/>
        </p:nvSpPr>
        <p:spPr>
          <a:xfrm>
            <a:off x="6560136" y="5169605"/>
            <a:ext cx="5159375" cy="3052118"/>
          </a:xfrm>
          <a:prstGeom prst="rect">
            <a:avLst/>
          </a:prstGeom>
        </p:spPr>
        <p:txBody>
          <a:bodyPr lIns="0" tIns="0" rIns="0" bIns="0" rtlCol="0" anchor="t">
            <a:spAutoFit/>
          </a:bodyPr>
          <a:lstStyle/>
          <a:p>
            <a:pPr marL="457200" indent="-457200" algn="l">
              <a:lnSpc>
                <a:spcPts val="3359"/>
              </a:lnSpc>
              <a:spcBef>
                <a:spcPct val="0"/>
              </a:spcBef>
              <a:buClr>
                <a:srgbClr val="64A4A3"/>
              </a:buClr>
              <a:buFont typeface="Wingdings" panose="05000000000000000000" pitchFamily="2" charset="2"/>
              <a:buChar char="l"/>
            </a:pPr>
            <a:r>
              <a:rPr lang="en-US" sz="3200" dirty="0">
                <a:solidFill>
                  <a:srgbClr val="292B2B"/>
                </a:solidFill>
                <a:latin typeface="Source Han Sans JP"/>
                <a:ea typeface="Source Han Sans JP"/>
                <a:cs typeface="Source Han Sans JP"/>
                <a:sym typeface="Source Han Sans JP"/>
              </a:rPr>
              <a:t>2015</a:t>
            </a:r>
            <a:r>
              <a:rPr lang="ja-JP" altLang="en-US" sz="3200" dirty="0">
                <a:solidFill>
                  <a:srgbClr val="292B2B"/>
                </a:solidFill>
                <a:latin typeface="Source Han Sans JP"/>
                <a:ea typeface="Source Han Sans JP"/>
                <a:cs typeface="Source Han Sans JP"/>
                <a:sym typeface="Source Han Sans JP"/>
              </a:rPr>
              <a:t>年に提案</a:t>
            </a:r>
            <a:endParaRPr lang="en-US" altLang="ja-JP" sz="3200" dirty="0">
              <a:solidFill>
                <a:srgbClr val="292B2B"/>
              </a:solidFill>
              <a:latin typeface="Source Han Sans JP"/>
              <a:ea typeface="Source Han Sans JP"/>
              <a:cs typeface="Source Han Sans JP"/>
              <a:sym typeface="Source Han Sans JP"/>
            </a:endParaRPr>
          </a:p>
          <a:p>
            <a:pPr marL="457200" indent="-457200" algn="l">
              <a:lnSpc>
                <a:spcPts val="3359"/>
              </a:lnSpc>
              <a:spcBef>
                <a:spcPct val="0"/>
              </a:spcBef>
              <a:buClr>
                <a:srgbClr val="64A4A3"/>
              </a:buClr>
              <a:buFont typeface="Wingdings" panose="05000000000000000000" pitchFamily="2" charset="2"/>
              <a:buChar char="l"/>
            </a:pPr>
            <a:endParaRPr lang="en-US" altLang="ja-JP" sz="3200" dirty="0">
              <a:solidFill>
                <a:srgbClr val="292B2B"/>
              </a:solidFill>
              <a:latin typeface="Source Han Sans JP"/>
              <a:ea typeface="Source Han Sans JP"/>
              <a:cs typeface="Source Han Sans JP"/>
              <a:sym typeface="Source Han Sans JP"/>
            </a:endParaRPr>
          </a:p>
          <a:p>
            <a:pPr marL="457200" indent="-457200" algn="l">
              <a:lnSpc>
                <a:spcPts val="3359"/>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劣化問題</a:t>
            </a:r>
            <a:r>
              <a:rPr lang="en-US" altLang="ja-JP" sz="3200" dirty="0">
                <a:solidFill>
                  <a:srgbClr val="292B2B"/>
                </a:solidFill>
                <a:latin typeface="Source Han Sans JP"/>
                <a:ea typeface="Source Han Sans JP"/>
                <a:cs typeface="Source Han Sans JP"/>
                <a:sym typeface="Source Han Sans JP"/>
              </a:rPr>
              <a:t>(</a:t>
            </a:r>
            <a:r>
              <a:rPr lang="ja-JP" altLang="en-US" sz="3200" dirty="0">
                <a:solidFill>
                  <a:srgbClr val="292B2B"/>
                </a:solidFill>
                <a:latin typeface="Source Han Sans JP"/>
                <a:ea typeface="Source Han Sans JP"/>
                <a:cs typeface="Source Han Sans JP"/>
                <a:sym typeface="Source Han Sans JP"/>
              </a:rPr>
              <a:t>層を深くしすぎたときの性能の</a:t>
            </a:r>
            <a:r>
              <a:rPr lang="ja-JP" altLang="en-US" sz="3200" dirty="0">
                <a:latin typeface="Source Han Sans JP"/>
                <a:ea typeface="Source Han Sans JP"/>
                <a:cs typeface="Source Han Sans JP"/>
                <a:sym typeface="Source Han Sans JP"/>
              </a:rPr>
              <a:t>頭打ち</a:t>
            </a:r>
            <a:r>
              <a:rPr lang="en-US" altLang="ja-JP" sz="3200" dirty="0">
                <a:solidFill>
                  <a:srgbClr val="292B2B"/>
                </a:solidFill>
                <a:latin typeface="Source Han Sans JP"/>
                <a:ea typeface="Source Han Sans JP"/>
                <a:cs typeface="Source Han Sans JP"/>
                <a:sym typeface="Source Han Sans JP"/>
              </a:rPr>
              <a:t>)</a:t>
            </a:r>
            <a:r>
              <a:rPr lang="ja-JP" altLang="en-US" sz="3200" dirty="0">
                <a:solidFill>
                  <a:srgbClr val="292B2B"/>
                </a:solidFill>
                <a:latin typeface="Source Han Sans JP"/>
                <a:ea typeface="Source Han Sans JP"/>
                <a:cs typeface="Source Han Sans JP"/>
                <a:sym typeface="Source Han Sans JP"/>
              </a:rPr>
              <a:t>を解決するため、</a:t>
            </a:r>
            <a:r>
              <a:rPr lang="ja-JP" altLang="en-US" sz="3200" dirty="0">
                <a:solidFill>
                  <a:srgbClr val="64A4A3"/>
                </a:solidFill>
                <a:latin typeface="Source Han Sans JP"/>
                <a:ea typeface="Source Han Sans JP"/>
                <a:cs typeface="Source Han Sans JP"/>
                <a:sym typeface="Source Han Sans JP"/>
              </a:rPr>
              <a:t>残差ブロック</a:t>
            </a:r>
            <a:r>
              <a:rPr lang="ja-JP" altLang="en-US" sz="3200" dirty="0">
                <a:solidFill>
                  <a:srgbClr val="292B2B"/>
                </a:solidFill>
                <a:latin typeface="Source Han Sans JP"/>
                <a:ea typeface="Source Han Sans JP"/>
                <a:cs typeface="Source Han Sans JP"/>
                <a:sym typeface="Source Han Sans JP"/>
              </a:rPr>
              <a:t>を利用した深い</a:t>
            </a:r>
            <a:r>
              <a:rPr lang="en-US" altLang="ja-JP" sz="3200" dirty="0">
                <a:solidFill>
                  <a:srgbClr val="292B2B"/>
                </a:solidFill>
                <a:latin typeface="Source Han Sans JP"/>
                <a:ea typeface="Source Han Sans JP"/>
                <a:cs typeface="Source Han Sans JP"/>
                <a:sym typeface="Source Han Sans JP"/>
              </a:rPr>
              <a:t>CNN</a:t>
            </a:r>
          </a:p>
        </p:txBody>
      </p:sp>
      <p:sp>
        <p:nvSpPr>
          <p:cNvPr id="52" name="TextBox 30">
            <a:extLst>
              <a:ext uri="{FF2B5EF4-FFF2-40B4-BE49-F238E27FC236}">
                <a16:creationId xmlns:a16="http://schemas.microsoft.com/office/drawing/2014/main" id="{357D9A61-E98E-0289-2DFF-195099B8BB9C}"/>
              </a:ext>
            </a:extLst>
          </p:cNvPr>
          <p:cNvSpPr txBox="1"/>
          <p:nvPr/>
        </p:nvSpPr>
        <p:spPr>
          <a:xfrm>
            <a:off x="12273039" y="5169605"/>
            <a:ext cx="4843390" cy="2600264"/>
          </a:xfrm>
          <a:prstGeom prst="rect">
            <a:avLst/>
          </a:prstGeom>
        </p:spPr>
        <p:txBody>
          <a:bodyPr wrap="square" lIns="0" tIns="0" rIns="0" bIns="0" rtlCol="0" anchor="t">
            <a:spAutoFit/>
          </a:bodyPr>
          <a:lstStyle/>
          <a:p>
            <a:pPr marL="457200" indent="-457200" algn="l">
              <a:lnSpc>
                <a:spcPts val="3359"/>
              </a:lnSpc>
              <a:spcBef>
                <a:spcPct val="0"/>
              </a:spcBef>
              <a:buClr>
                <a:srgbClr val="64A4A3"/>
              </a:buClr>
              <a:buFont typeface="Wingdings" panose="05000000000000000000" pitchFamily="2" charset="2"/>
              <a:buChar char="l"/>
            </a:pPr>
            <a:r>
              <a:rPr lang="en-US" sz="3200" dirty="0">
                <a:solidFill>
                  <a:srgbClr val="292B2B"/>
                </a:solidFill>
                <a:latin typeface="Source Han Sans JP"/>
                <a:ea typeface="Source Han Sans JP"/>
                <a:cs typeface="Source Han Sans JP"/>
                <a:sym typeface="Source Han Sans JP"/>
              </a:rPr>
              <a:t>2015</a:t>
            </a:r>
            <a:r>
              <a:rPr lang="ja-JP" altLang="en-US" sz="3200" dirty="0">
                <a:solidFill>
                  <a:srgbClr val="292B2B"/>
                </a:solidFill>
                <a:latin typeface="Source Han Sans JP"/>
                <a:ea typeface="Source Han Sans JP"/>
                <a:cs typeface="Source Han Sans JP"/>
                <a:sym typeface="Source Han Sans JP"/>
              </a:rPr>
              <a:t>年に提案</a:t>
            </a:r>
            <a:endParaRPr lang="en-US" altLang="ja-JP" sz="3200" dirty="0">
              <a:solidFill>
                <a:srgbClr val="292B2B"/>
              </a:solidFill>
              <a:latin typeface="Source Han Sans JP"/>
              <a:ea typeface="Source Han Sans JP"/>
              <a:cs typeface="Source Han Sans JP"/>
              <a:sym typeface="Source Han Sans JP"/>
            </a:endParaRPr>
          </a:p>
          <a:p>
            <a:pPr algn="l">
              <a:lnSpc>
                <a:spcPts val="3359"/>
              </a:lnSpc>
              <a:spcBef>
                <a:spcPct val="0"/>
              </a:spcBef>
              <a:buClr>
                <a:srgbClr val="64A4A3"/>
              </a:buClr>
            </a:pPr>
            <a:endParaRPr lang="en-US" altLang="ja-JP" sz="3200" dirty="0">
              <a:solidFill>
                <a:srgbClr val="292B2B"/>
              </a:solidFill>
              <a:latin typeface="Source Han Sans JP"/>
              <a:ea typeface="Source Han Sans JP"/>
              <a:cs typeface="Source Han Sans JP"/>
              <a:sym typeface="Source Han Sans JP"/>
            </a:endParaRPr>
          </a:p>
          <a:p>
            <a:pPr marL="457200" indent="-457200" algn="l">
              <a:lnSpc>
                <a:spcPts val="3359"/>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畳み込み層のカーネルを</a:t>
            </a:r>
            <a:r>
              <a:rPr lang="en-US" altLang="ja-JP" sz="3200" dirty="0">
                <a:solidFill>
                  <a:srgbClr val="64A4A3"/>
                </a:solidFill>
                <a:latin typeface="Source Han Sans JP"/>
                <a:ea typeface="Source Han Sans JP"/>
                <a:cs typeface="Source Han Sans JP"/>
                <a:sym typeface="Source Han Sans JP"/>
              </a:rPr>
              <a:t>(3×3)</a:t>
            </a:r>
            <a:r>
              <a:rPr lang="ja-JP" altLang="en-US" sz="3200" dirty="0">
                <a:solidFill>
                  <a:srgbClr val="64A4A3"/>
                </a:solidFill>
                <a:latin typeface="Source Han Sans JP"/>
                <a:ea typeface="Source Han Sans JP"/>
                <a:cs typeface="Source Han Sans JP"/>
                <a:sym typeface="Source Han Sans JP"/>
              </a:rPr>
              <a:t>フィルタ</a:t>
            </a:r>
            <a:r>
              <a:rPr lang="ja-JP" altLang="en-US" sz="3200" dirty="0">
                <a:latin typeface="Source Han Sans JP"/>
                <a:ea typeface="Source Han Sans JP"/>
                <a:cs typeface="Source Han Sans JP"/>
                <a:sym typeface="Source Han Sans JP"/>
              </a:rPr>
              <a:t>中心</a:t>
            </a:r>
            <a:r>
              <a:rPr lang="ja-JP" altLang="en-US" sz="3200" dirty="0">
                <a:solidFill>
                  <a:srgbClr val="292B2B"/>
                </a:solidFill>
                <a:latin typeface="Source Han Sans JP"/>
                <a:ea typeface="Source Han Sans JP"/>
                <a:cs typeface="Source Han Sans JP"/>
                <a:sym typeface="Source Han Sans JP"/>
              </a:rPr>
              <a:t>にすることで層をより深くした</a:t>
            </a:r>
            <a:r>
              <a:rPr lang="en-US" altLang="ja-JP" sz="3200" dirty="0">
                <a:solidFill>
                  <a:srgbClr val="292B2B"/>
                </a:solidFill>
                <a:latin typeface="Source Han Sans JP"/>
                <a:ea typeface="Source Han Sans JP"/>
                <a:cs typeface="Source Han Sans JP"/>
                <a:sym typeface="Source Han Sans JP"/>
              </a:rPr>
              <a:t>CNN</a:t>
            </a:r>
          </a:p>
        </p:txBody>
      </p:sp>
      <p:sp>
        <p:nvSpPr>
          <p:cNvPr id="53" name="スライド番号プレースホルダー 28">
            <a:extLst>
              <a:ext uri="{FF2B5EF4-FFF2-40B4-BE49-F238E27FC236}">
                <a16:creationId xmlns:a16="http://schemas.microsoft.com/office/drawing/2014/main" id="{EA4EC364-EC93-A878-9998-47882B478079}"/>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11</a:t>
            </a:fld>
            <a:endParaRPr lang="en-US" sz="4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5825" y="885825"/>
            <a:ext cx="16516350" cy="142875"/>
            <a:chOff x="0" y="0"/>
            <a:chExt cx="22021800" cy="190500"/>
          </a:xfrm>
        </p:grpSpPr>
        <p:grpSp>
          <p:nvGrpSpPr>
            <p:cNvPr id="3" name="Group 3"/>
            <p:cNvGrpSpPr/>
            <p:nvPr/>
          </p:nvGrpSpPr>
          <p:grpSpPr>
            <a:xfrm>
              <a:off x="0" y="0"/>
              <a:ext cx="7340600" cy="190500"/>
              <a:chOff x="0" y="0"/>
              <a:chExt cx="1449995" cy="37630"/>
            </a:xfrm>
          </p:grpSpPr>
          <p:sp>
            <p:nvSpPr>
              <p:cNvPr id="4" name="Freeform 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p:cNvGrpSpPr/>
            <p:nvPr/>
          </p:nvGrpSpPr>
          <p:grpSpPr>
            <a:xfrm>
              <a:off x="7340600" y="0"/>
              <a:ext cx="7340600" cy="190500"/>
              <a:chOff x="0" y="0"/>
              <a:chExt cx="1449995" cy="37630"/>
            </a:xfrm>
          </p:grpSpPr>
          <p:sp>
            <p:nvSpPr>
              <p:cNvPr id="7" name="Freeform 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p:cNvGrpSpPr/>
            <p:nvPr/>
          </p:nvGrpSpPr>
          <p:grpSpPr>
            <a:xfrm>
              <a:off x="14681200" y="0"/>
              <a:ext cx="7340600" cy="190500"/>
              <a:chOff x="0" y="0"/>
              <a:chExt cx="1449995" cy="37630"/>
            </a:xfrm>
          </p:grpSpPr>
          <p:sp>
            <p:nvSpPr>
              <p:cNvPr id="10" name="Freeform 1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p:cNvGrpSpPr/>
          <p:nvPr/>
        </p:nvGrpSpPr>
        <p:grpSpPr>
          <a:xfrm>
            <a:off x="885825" y="9258300"/>
            <a:ext cx="16516350" cy="142875"/>
            <a:chOff x="0" y="0"/>
            <a:chExt cx="22021800" cy="190500"/>
          </a:xfrm>
        </p:grpSpPr>
        <p:grpSp>
          <p:nvGrpSpPr>
            <p:cNvPr id="13" name="Group 13"/>
            <p:cNvGrpSpPr/>
            <p:nvPr/>
          </p:nvGrpSpPr>
          <p:grpSpPr>
            <a:xfrm>
              <a:off x="0" y="0"/>
              <a:ext cx="7340600" cy="190500"/>
              <a:chOff x="0" y="0"/>
              <a:chExt cx="1449995" cy="37630"/>
            </a:xfrm>
          </p:grpSpPr>
          <p:sp>
            <p:nvSpPr>
              <p:cNvPr id="14" name="Freeform 1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p:cNvGrpSpPr/>
            <p:nvPr/>
          </p:nvGrpSpPr>
          <p:grpSpPr>
            <a:xfrm>
              <a:off x="7340600" y="0"/>
              <a:ext cx="7340600" cy="190500"/>
              <a:chOff x="0" y="0"/>
              <a:chExt cx="1449995" cy="37630"/>
            </a:xfrm>
          </p:grpSpPr>
          <p:sp>
            <p:nvSpPr>
              <p:cNvPr id="17" name="Freeform 1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p:cNvGrpSpPr/>
            <p:nvPr/>
          </p:nvGrpSpPr>
          <p:grpSpPr>
            <a:xfrm>
              <a:off x="14681200" y="0"/>
              <a:ext cx="7340600" cy="190500"/>
              <a:chOff x="0" y="0"/>
              <a:chExt cx="1449995" cy="37630"/>
            </a:xfrm>
          </p:grpSpPr>
          <p:sp>
            <p:nvSpPr>
              <p:cNvPr id="20" name="Freeform 2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33" name="TextBox 33"/>
          <p:cNvSpPr txBox="1"/>
          <p:nvPr/>
        </p:nvSpPr>
        <p:spPr>
          <a:xfrm>
            <a:off x="2709920" y="1676417"/>
            <a:ext cx="4466735" cy="707181"/>
          </a:xfrm>
          <a:prstGeom prst="rect">
            <a:avLst/>
          </a:prstGeom>
        </p:spPr>
        <p:txBody>
          <a:bodyPr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アンサンブル学習</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4" name="TextBox 34"/>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grpSp>
        <p:nvGrpSpPr>
          <p:cNvPr id="51" name="グループ化 50">
            <a:extLst>
              <a:ext uri="{FF2B5EF4-FFF2-40B4-BE49-F238E27FC236}">
                <a16:creationId xmlns:a16="http://schemas.microsoft.com/office/drawing/2014/main" id="{A4926E57-807E-AAA9-A41F-B49B29659A9B}"/>
              </a:ext>
            </a:extLst>
          </p:cNvPr>
          <p:cNvGrpSpPr/>
          <p:nvPr/>
        </p:nvGrpSpPr>
        <p:grpSpPr>
          <a:xfrm>
            <a:off x="961837" y="3015898"/>
            <a:ext cx="6505763" cy="501471"/>
            <a:chOff x="961837" y="3153943"/>
            <a:chExt cx="7962900" cy="501471"/>
          </a:xfrm>
        </p:grpSpPr>
        <p:grpSp>
          <p:nvGrpSpPr>
            <p:cNvPr id="24" name="Group 24"/>
            <p:cNvGrpSpPr/>
            <p:nvPr/>
          </p:nvGrpSpPr>
          <p:grpSpPr>
            <a:xfrm>
              <a:off x="961837" y="3153943"/>
              <a:ext cx="7962900" cy="501471"/>
              <a:chOff x="0" y="0"/>
              <a:chExt cx="2097225" cy="132075"/>
            </a:xfrm>
          </p:grpSpPr>
          <p:sp>
            <p:nvSpPr>
              <p:cNvPr id="25" name="Freeform 25"/>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26" name="TextBox 26"/>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6" name="TextBox 36"/>
            <p:cNvSpPr txBox="1"/>
            <p:nvPr/>
          </p:nvSpPr>
          <p:spPr>
            <a:xfrm>
              <a:off x="1166813" y="3163992"/>
              <a:ext cx="7401815"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各モデルとアンサンブル学習の精度の比較</a:t>
              </a:r>
              <a:endParaRPr lang="en-US" sz="2499" dirty="0">
                <a:solidFill>
                  <a:srgbClr val="FFFFFF"/>
                </a:solidFill>
                <a:latin typeface="Source Han Sans JP Medium"/>
                <a:ea typeface="Source Han Sans JP Medium"/>
                <a:cs typeface="Source Han Sans JP Medium"/>
                <a:sym typeface="Source Han Sans JP Medium"/>
              </a:endParaRPr>
            </a:p>
          </p:txBody>
        </p:sp>
      </p:grpSp>
      <p:grpSp>
        <p:nvGrpSpPr>
          <p:cNvPr id="52" name="グループ化 51">
            <a:extLst>
              <a:ext uri="{FF2B5EF4-FFF2-40B4-BE49-F238E27FC236}">
                <a16:creationId xmlns:a16="http://schemas.microsoft.com/office/drawing/2014/main" id="{8FEED6EC-6F4D-CB9F-8147-D44BFE4632C6}"/>
              </a:ext>
            </a:extLst>
          </p:cNvPr>
          <p:cNvGrpSpPr/>
          <p:nvPr/>
        </p:nvGrpSpPr>
        <p:grpSpPr>
          <a:xfrm>
            <a:off x="7696200" y="3024286"/>
            <a:ext cx="5017913" cy="501471"/>
            <a:chOff x="9243335" y="3160559"/>
            <a:chExt cx="7962900" cy="501471"/>
          </a:xfrm>
        </p:grpSpPr>
        <p:grpSp>
          <p:nvGrpSpPr>
            <p:cNvPr id="27" name="Group 27"/>
            <p:cNvGrpSpPr/>
            <p:nvPr/>
          </p:nvGrpSpPr>
          <p:grpSpPr>
            <a:xfrm>
              <a:off x="9243335" y="3160559"/>
              <a:ext cx="7962900" cy="501471"/>
              <a:chOff x="0" y="0"/>
              <a:chExt cx="2097225" cy="132075"/>
            </a:xfrm>
          </p:grpSpPr>
          <p:sp>
            <p:nvSpPr>
              <p:cNvPr id="28" name="Freeform 28"/>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64A4A3"/>
              </a:solidFill>
            </p:spPr>
            <p:txBody>
              <a:bodyPr/>
              <a:lstStyle/>
              <a:p>
                <a:endParaRPr lang="ja-JP" altLang="en-US"/>
              </a:p>
            </p:txBody>
          </p:sp>
          <p:sp>
            <p:nvSpPr>
              <p:cNvPr id="29" name="TextBox 29"/>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8" name="TextBox 38"/>
            <p:cNvSpPr txBox="1"/>
            <p:nvPr/>
          </p:nvSpPr>
          <p:spPr>
            <a:xfrm>
              <a:off x="9490075" y="3190170"/>
              <a:ext cx="5159375" cy="419795"/>
            </a:xfrm>
            <a:prstGeom prst="rect">
              <a:avLst/>
            </a:prstGeom>
          </p:spPr>
          <p:txBody>
            <a:bodyPr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混同行列</a:t>
              </a:r>
              <a:endParaRPr lang="en-US" sz="2499" dirty="0">
                <a:solidFill>
                  <a:srgbClr val="FFFFFF"/>
                </a:solidFill>
                <a:latin typeface="Source Han Sans JP Medium"/>
                <a:ea typeface="Source Han Sans JP Medium"/>
                <a:cs typeface="Source Han Sans JP Medium"/>
                <a:sym typeface="Source Han Sans JP Medium"/>
              </a:endParaRPr>
            </a:p>
          </p:txBody>
        </p:sp>
      </p:grpSp>
      <p:sp>
        <p:nvSpPr>
          <p:cNvPr id="49" name="TextBox 30">
            <a:extLst>
              <a:ext uri="{FF2B5EF4-FFF2-40B4-BE49-F238E27FC236}">
                <a16:creationId xmlns:a16="http://schemas.microsoft.com/office/drawing/2014/main" id="{65797192-347E-4D7F-7F96-388E705D4F70}"/>
              </a:ext>
            </a:extLst>
          </p:cNvPr>
          <p:cNvSpPr txBox="1"/>
          <p:nvPr/>
        </p:nvSpPr>
        <p:spPr>
          <a:xfrm>
            <a:off x="7696200" y="2232439"/>
            <a:ext cx="9461909" cy="420180"/>
          </a:xfrm>
          <a:prstGeom prst="rect">
            <a:avLst/>
          </a:prstGeom>
        </p:spPr>
        <p:txBody>
          <a:bodyPr wrap="square" lIns="0" tIns="0" rIns="0" bIns="0" rtlCol="0" anchor="t">
            <a:spAutoFit/>
          </a:bodyPr>
          <a:lstStyle/>
          <a:p>
            <a:pPr algn="l">
              <a:lnSpc>
                <a:spcPts val="3359"/>
              </a:lnSpc>
              <a:spcBef>
                <a:spcPct val="0"/>
              </a:spcBef>
              <a:buClr>
                <a:srgbClr val="64A4A3"/>
              </a:buClr>
            </a:pPr>
            <a:r>
              <a:rPr lang="en-US" altLang="ja-JP" sz="2800" dirty="0">
                <a:solidFill>
                  <a:srgbClr val="292B2B"/>
                </a:solidFill>
                <a:latin typeface="Source Han Sans JP"/>
                <a:ea typeface="Source Han Sans JP"/>
                <a:cs typeface="Source Han Sans JP"/>
                <a:sym typeface="Source Han Sans JP"/>
              </a:rPr>
              <a:t>[</a:t>
            </a:r>
            <a:r>
              <a:rPr lang="ja-JP" altLang="en-US" sz="2800" dirty="0">
                <a:solidFill>
                  <a:srgbClr val="292B2B"/>
                </a:solidFill>
                <a:latin typeface="Source Han Sans JP"/>
                <a:ea typeface="Source Han Sans JP"/>
                <a:cs typeface="Source Han Sans JP"/>
                <a:sym typeface="Source Han Sans JP"/>
              </a:rPr>
              <a:t>学習率</a:t>
            </a:r>
            <a:r>
              <a:rPr lang="en-US" sz="2800" dirty="0">
                <a:solidFill>
                  <a:srgbClr val="292B2B"/>
                </a:solidFill>
                <a:latin typeface="Source Han Sans JP"/>
                <a:ea typeface="Source Han Sans JP"/>
                <a:cs typeface="Source Han Sans JP"/>
                <a:sym typeface="Source Han Sans JP"/>
              </a:rPr>
              <a:t> </a:t>
            </a:r>
            <a:r>
              <a:rPr lang="ja-JP" altLang="en-US" sz="2800" dirty="0">
                <a:solidFill>
                  <a:srgbClr val="292B2B"/>
                </a:solidFill>
                <a:latin typeface="Source Han Sans JP"/>
                <a:ea typeface="Source Han Sans JP"/>
                <a:cs typeface="Source Han Sans JP"/>
                <a:sym typeface="Source Han Sans JP"/>
              </a:rPr>
              <a:t>：</a:t>
            </a:r>
            <a:r>
              <a:rPr lang="en-US" sz="2800" dirty="0">
                <a:solidFill>
                  <a:srgbClr val="292B2B"/>
                </a:solidFill>
                <a:latin typeface="Source Han Sans JP"/>
                <a:ea typeface="Source Han Sans JP"/>
                <a:cs typeface="Source Han Sans JP"/>
                <a:sym typeface="Source Han Sans JP"/>
              </a:rPr>
              <a:t> 0.0005</a:t>
            </a:r>
            <a:r>
              <a:rPr lang="ja-JP" altLang="en-US" sz="2800" dirty="0">
                <a:solidFill>
                  <a:srgbClr val="292B2B"/>
                </a:solidFill>
                <a:latin typeface="Source Han Sans JP"/>
                <a:ea typeface="Source Han Sans JP"/>
                <a:cs typeface="Source Han Sans JP"/>
                <a:sym typeface="Source Han Sans JP"/>
              </a:rPr>
              <a:t>、エポック数</a:t>
            </a:r>
            <a:r>
              <a:rPr lang="en-US" sz="2800" dirty="0">
                <a:solidFill>
                  <a:srgbClr val="292B2B"/>
                </a:solidFill>
                <a:latin typeface="Source Han Sans JP"/>
                <a:ea typeface="Source Han Sans JP"/>
                <a:cs typeface="Source Han Sans JP"/>
                <a:sym typeface="Source Han Sans JP"/>
              </a:rPr>
              <a:t> = 200</a:t>
            </a:r>
            <a:r>
              <a:rPr lang="ja-JP" altLang="en-US" sz="2800" dirty="0">
                <a:solidFill>
                  <a:srgbClr val="292B2B"/>
                </a:solidFill>
                <a:latin typeface="Source Han Sans JP"/>
                <a:ea typeface="Source Han Sans JP"/>
                <a:cs typeface="Source Han Sans JP"/>
                <a:sym typeface="Source Han Sans JP"/>
              </a:rPr>
              <a:t>、バッチサイズ：</a:t>
            </a:r>
            <a:r>
              <a:rPr lang="en-US" altLang="ja-JP" sz="2800" dirty="0">
                <a:solidFill>
                  <a:srgbClr val="292B2B"/>
                </a:solidFill>
                <a:latin typeface="Source Han Sans JP"/>
                <a:ea typeface="Source Han Sans JP"/>
                <a:cs typeface="Source Han Sans JP"/>
                <a:sym typeface="Source Han Sans JP"/>
              </a:rPr>
              <a:t>128]</a:t>
            </a:r>
            <a:endParaRPr lang="en-US" sz="2800" dirty="0">
              <a:solidFill>
                <a:srgbClr val="292B2B"/>
              </a:solidFill>
              <a:latin typeface="Source Han Sans JP"/>
              <a:ea typeface="Source Han Sans JP"/>
              <a:cs typeface="Source Han Sans JP"/>
              <a:sym typeface="Source Han Sans JP"/>
            </a:endParaRPr>
          </a:p>
        </p:txBody>
      </p:sp>
      <p:sp>
        <p:nvSpPr>
          <p:cNvPr id="50" name="スライド番号プレースホルダー 28">
            <a:extLst>
              <a:ext uri="{FF2B5EF4-FFF2-40B4-BE49-F238E27FC236}">
                <a16:creationId xmlns:a16="http://schemas.microsoft.com/office/drawing/2014/main" id="{D9E9E2E8-3B68-83A1-298F-AB199642FEF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12</a:t>
            </a:fld>
            <a:endParaRPr lang="en-US" sz="4800" dirty="0"/>
          </a:p>
        </p:txBody>
      </p:sp>
      <p:pic>
        <p:nvPicPr>
          <p:cNvPr id="30" name="図 29" descr="グラフ, 棒グラフ&#10;&#10;自動的に生成された説明">
            <a:extLst>
              <a:ext uri="{FF2B5EF4-FFF2-40B4-BE49-F238E27FC236}">
                <a16:creationId xmlns:a16="http://schemas.microsoft.com/office/drawing/2014/main" id="{CBA0050E-8EEA-7558-F366-9EEB15B2E5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110" y="3615454"/>
            <a:ext cx="7315215" cy="5486411"/>
          </a:xfrm>
          <a:prstGeom prst="rect">
            <a:avLst/>
          </a:prstGeom>
        </p:spPr>
      </p:pic>
      <p:pic>
        <p:nvPicPr>
          <p:cNvPr id="32" name="図 31" descr="グラフ, カレンダー&#10;&#10;自動的に生成された説明">
            <a:extLst>
              <a:ext uri="{FF2B5EF4-FFF2-40B4-BE49-F238E27FC236}">
                <a16:creationId xmlns:a16="http://schemas.microsoft.com/office/drawing/2014/main" id="{91166A40-F830-ACC0-7229-D920F5B24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789" y="3618620"/>
            <a:ext cx="5486411" cy="5486411"/>
          </a:xfrm>
          <a:prstGeom prst="rect">
            <a:avLst/>
          </a:prstGeom>
        </p:spPr>
      </p:pic>
      <p:grpSp>
        <p:nvGrpSpPr>
          <p:cNvPr id="47" name="グループ化 46">
            <a:extLst>
              <a:ext uri="{FF2B5EF4-FFF2-40B4-BE49-F238E27FC236}">
                <a16:creationId xmlns:a16="http://schemas.microsoft.com/office/drawing/2014/main" id="{419B594E-8D93-5392-B470-50C2119044E4}"/>
              </a:ext>
            </a:extLst>
          </p:cNvPr>
          <p:cNvGrpSpPr/>
          <p:nvPr/>
        </p:nvGrpSpPr>
        <p:grpSpPr>
          <a:xfrm>
            <a:off x="13234433" y="5548085"/>
            <a:ext cx="4711874" cy="3375605"/>
            <a:chOff x="13440140" y="5509269"/>
            <a:chExt cx="4711874" cy="3375605"/>
          </a:xfrm>
        </p:grpSpPr>
        <p:sp>
          <p:nvSpPr>
            <p:cNvPr id="35" name="楕円 34">
              <a:extLst>
                <a:ext uri="{FF2B5EF4-FFF2-40B4-BE49-F238E27FC236}">
                  <a16:creationId xmlns:a16="http://schemas.microsoft.com/office/drawing/2014/main" id="{382688C7-C9C5-2BCF-5765-F43604CB38E6}"/>
                </a:ext>
              </a:extLst>
            </p:cNvPr>
            <p:cNvSpPr/>
            <p:nvPr/>
          </p:nvSpPr>
          <p:spPr>
            <a:xfrm>
              <a:off x="13440140" y="5509269"/>
              <a:ext cx="4711874" cy="3375605"/>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F8ED0B61-EF15-9C0A-C05B-9796DF3ADD5D}"/>
                </a:ext>
              </a:extLst>
            </p:cNvPr>
            <p:cNvSpPr txBox="1"/>
            <p:nvPr/>
          </p:nvSpPr>
          <p:spPr>
            <a:xfrm>
              <a:off x="13810261" y="6047882"/>
              <a:ext cx="3971631" cy="2561150"/>
            </a:xfrm>
            <a:prstGeom prst="rect">
              <a:avLst/>
            </a:prstGeom>
            <a:noFill/>
          </p:spPr>
          <p:txBody>
            <a:bodyPr wrap="square">
              <a:spAutoFit/>
            </a:bodyPr>
            <a:lstStyle/>
            <a:p>
              <a:pPr marL="0" lvl="0" indent="0" algn="ctr">
                <a:lnSpc>
                  <a:spcPts val="3919"/>
                </a:lnSpc>
                <a:spcBef>
                  <a:spcPct val="0"/>
                </a:spcBef>
              </a:pPr>
              <a:r>
                <a:rPr lang="ja-JP" altLang="en-US" sz="2800" dirty="0">
                  <a:solidFill>
                    <a:schemeClr val="bg1"/>
                  </a:solidFill>
                  <a:latin typeface="Source Han Sans JP Medium"/>
                  <a:ea typeface="Source Han Sans JP Medium"/>
                  <a:cs typeface="Source Han Sans JP Medium"/>
                  <a:sym typeface="Source Han Sans JP Medium"/>
                </a:rPr>
                <a:t>アンサンブルが最も高い精度</a:t>
              </a:r>
              <a:endParaRPr lang="en-US" altLang="ja-JP" sz="2800" dirty="0">
                <a:solidFill>
                  <a:schemeClr val="bg1"/>
                </a:solidFill>
                <a:latin typeface="Source Han Sans JP Medium"/>
                <a:ea typeface="Source Han Sans JP Medium"/>
                <a:cs typeface="Source Han Sans JP Medium"/>
                <a:sym typeface="Source Han Sans JP Medium"/>
              </a:endParaRPr>
            </a:p>
            <a:p>
              <a:pPr marL="0" lvl="0" indent="0" algn="ctr">
                <a:lnSpc>
                  <a:spcPts val="3919"/>
                </a:lnSpc>
                <a:spcBef>
                  <a:spcPct val="0"/>
                </a:spcBef>
              </a:pPr>
              <a:endParaRPr lang="en-US" altLang="ja-JP" sz="2800" dirty="0">
                <a:solidFill>
                  <a:schemeClr val="bg1"/>
                </a:solidFill>
                <a:latin typeface="Source Han Sans JP Medium"/>
                <a:ea typeface="Source Han Sans JP Medium"/>
                <a:cs typeface="Source Han Sans JP Medium"/>
                <a:sym typeface="Source Han Sans JP Medium"/>
              </a:endParaRPr>
            </a:p>
            <a:p>
              <a:pPr marL="0" lvl="0" indent="0" algn="ctr">
                <a:lnSpc>
                  <a:spcPts val="3919"/>
                </a:lnSpc>
                <a:spcBef>
                  <a:spcPct val="0"/>
                </a:spcBef>
              </a:pPr>
              <a:r>
                <a:rPr lang="ja-JP" altLang="en-US" sz="2800" dirty="0">
                  <a:solidFill>
                    <a:schemeClr val="bg1"/>
                  </a:solidFill>
                  <a:latin typeface="Source Han Sans JP Medium"/>
                  <a:ea typeface="Source Han Sans JP Medium"/>
                  <a:cs typeface="Source Han Sans JP Medium"/>
                  <a:sym typeface="Source Han Sans JP Medium"/>
                </a:rPr>
                <a:t>各モデルの精度が全体的に高いから？</a:t>
              </a:r>
              <a:endParaRPr lang="en-US" altLang="ja-JP" sz="2800" dirty="0">
                <a:solidFill>
                  <a:schemeClr val="bg1"/>
                </a:solidFill>
                <a:latin typeface="Source Han Sans JP Medium"/>
                <a:ea typeface="Source Han Sans JP Medium"/>
                <a:cs typeface="Source Han Sans JP Medium"/>
                <a:sym typeface="Source Han Sans JP Medium"/>
              </a:endParaRPr>
            </a:p>
          </p:txBody>
        </p:sp>
        <p:sp>
          <p:nvSpPr>
            <p:cNvPr id="39" name="矢印: 下 38">
              <a:extLst>
                <a:ext uri="{FF2B5EF4-FFF2-40B4-BE49-F238E27FC236}">
                  <a16:creationId xmlns:a16="http://schemas.microsoft.com/office/drawing/2014/main" id="{EEFAA787-7FD2-C371-F319-14DA8B9A2114}"/>
                </a:ext>
              </a:extLst>
            </p:cNvPr>
            <p:cNvSpPr/>
            <p:nvPr/>
          </p:nvSpPr>
          <p:spPr>
            <a:xfrm>
              <a:off x="15534329" y="7184023"/>
              <a:ext cx="587251" cy="284091"/>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600">
                <a:solidFill>
                  <a:srgbClr val="64A4A3"/>
                </a:solidFill>
              </a:endParaRPr>
            </a:p>
          </p:txBody>
        </p:sp>
      </p:grpSp>
      <p:grpSp>
        <p:nvGrpSpPr>
          <p:cNvPr id="44" name="グループ化 43">
            <a:extLst>
              <a:ext uri="{FF2B5EF4-FFF2-40B4-BE49-F238E27FC236}">
                <a16:creationId xmlns:a16="http://schemas.microsoft.com/office/drawing/2014/main" id="{265EA0A4-D354-5885-1F14-6ECE4F6C5054}"/>
              </a:ext>
            </a:extLst>
          </p:cNvPr>
          <p:cNvGrpSpPr/>
          <p:nvPr/>
        </p:nvGrpSpPr>
        <p:grpSpPr>
          <a:xfrm>
            <a:off x="13116557" y="3198666"/>
            <a:ext cx="5241161" cy="2057607"/>
            <a:chOff x="13116557" y="3198666"/>
            <a:chExt cx="5241161" cy="2057607"/>
          </a:xfrm>
        </p:grpSpPr>
        <p:sp>
          <p:nvSpPr>
            <p:cNvPr id="45" name="テキスト ボックス 44">
              <a:extLst>
                <a:ext uri="{FF2B5EF4-FFF2-40B4-BE49-F238E27FC236}">
                  <a16:creationId xmlns:a16="http://schemas.microsoft.com/office/drawing/2014/main" id="{AA9CCC6D-E2DD-3CED-D674-2B4D5EEE416F}"/>
                </a:ext>
              </a:extLst>
            </p:cNvPr>
            <p:cNvSpPr txBox="1"/>
            <p:nvPr/>
          </p:nvSpPr>
          <p:spPr>
            <a:xfrm>
              <a:off x="13234433" y="3317281"/>
              <a:ext cx="5123285" cy="1938992"/>
            </a:xfrm>
            <a:prstGeom prst="rect">
              <a:avLst/>
            </a:prstGeom>
            <a:noFill/>
          </p:spPr>
          <p:txBody>
            <a:bodyPr wrap="square">
              <a:spAutoFit/>
            </a:bodyPr>
            <a:lstStyle/>
            <a:p>
              <a:pPr marL="0" lvl="0" indent="0">
                <a:spcBef>
                  <a:spcPct val="0"/>
                </a:spcBef>
              </a:pPr>
              <a:r>
                <a:rPr lang="en-US" altLang="ja-JP" sz="4800" dirty="0">
                  <a:latin typeface="Source Han Sans JP Medium"/>
                  <a:ea typeface="Source Han Sans JP Medium"/>
                  <a:cs typeface="Source Han Sans JP Medium"/>
                  <a:sym typeface="Source Han Sans JP Medium"/>
                </a:rPr>
                <a:t>Ensemble</a:t>
              </a:r>
            </a:p>
            <a:p>
              <a:pPr>
                <a:spcBef>
                  <a:spcPct val="0"/>
                </a:spcBef>
              </a:pPr>
              <a:r>
                <a:rPr lang="en-US" altLang="ja-JP" sz="4800" dirty="0">
                  <a:latin typeface="Source Han Sans JP Medium"/>
                  <a:ea typeface="Source Han Sans JP Medium"/>
                  <a:cs typeface="Source Han Sans JP Medium"/>
                  <a:sym typeface="Source Han Sans JP Medium"/>
                </a:rPr>
                <a:t>Acc  </a:t>
              </a:r>
              <a:r>
                <a:rPr lang="en-US" altLang="ja-JP" sz="6000" dirty="0">
                  <a:latin typeface="Source Han Sans JP Medium"/>
                  <a:ea typeface="Source Han Sans JP Medium"/>
                  <a:cs typeface="Source Han Sans JP Medium"/>
                  <a:sym typeface="Source Han Sans JP Medium"/>
                </a:rPr>
                <a:t>:  </a:t>
              </a:r>
              <a:r>
                <a:rPr lang="en-US" altLang="ja-JP" sz="7200" dirty="0">
                  <a:solidFill>
                    <a:srgbClr val="64A4A3"/>
                  </a:solidFill>
                  <a:latin typeface="Source Han Sans JP Medium"/>
                  <a:ea typeface="Source Han Sans JP Medium"/>
                  <a:cs typeface="Source Han Sans JP Medium"/>
                  <a:sym typeface="Source Han Sans JP Medium"/>
                </a:rPr>
                <a:t>0.9679</a:t>
              </a:r>
            </a:p>
          </p:txBody>
        </p:sp>
        <p:sp>
          <p:nvSpPr>
            <p:cNvPr id="46" name="四角形: 角を丸くする 45">
              <a:extLst>
                <a:ext uri="{FF2B5EF4-FFF2-40B4-BE49-F238E27FC236}">
                  <a16:creationId xmlns:a16="http://schemas.microsoft.com/office/drawing/2014/main" id="{B55BE3EF-1B77-FCB6-1BAB-BB10B1F889FF}"/>
                </a:ext>
              </a:extLst>
            </p:cNvPr>
            <p:cNvSpPr/>
            <p:nvPr/>
          </p:nvSpPr>
          <p:spPr>
            <a:xfrm>
              <a:off x="13116557" y="3198666"/>
              <a:ext cx="5058830" cy="204465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5825" y="885825"/>
            <a:ext cx="16516350" cy="142875"/>
            <a:chOff x="0" y="0"/>
            <a:chExt cx="22021800" cy="190500"/>
          </a:xfrm>
        </p:grpSpPr>
        <p:grpSp>
          <p:nvGrpSpPr>
            <p:cNvPr id="3" name="Group 3"/>
            <p:cNvGrpSpPr/>
            <p:nvPr/>
          </p:nvGrpSpPr>
          <p:grpSpPr>
            <a:xfrm>
              <a:off x="0" y="0"/>
              <a:ext cx="7340600" cy="190500"/>
              <a:chOff x="0" y="0"/>
              <a:chExt cx="1449995" cy="37630"/>
            </a:xfrm>
          </p:grpSpPr>
          <p:sp>
            <p:nvSpPr>
              <p:cNvPr id="4" name="Freeform 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p:cNvGrpSpPr/>
            <p:nvPr/>
          </p:nvGrpSpPr>
          <p:grpSpPr>
            <a:xfrm>
              <a:off x="7340600" y="0"/>
              <a:ext cx="7340600" cy="190500"/>
              <a:chOff x="0" y="0"/>
              <a:chExt cx="1449995" cy="37630"/>
            </a:xfrm>
          </p:grpSpPr>
          <p:sp>
            <p:nvSpPr>
              <p:cNvPr id="7" name="Freeform 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p:cNvGrpSpPr/>
            <p:nvPr/>
          </p:nvGrpSpPr>
          <p:grpSpPr>
            <a:xfrm>
              <a:off x="14681200" y="0"/>
              <a:ext cx="7340600" cy="190500"/>
              <a:chOff x="0" y="0"/>
              <a:chExt cx="1449995" cy="37630"/>
            </a:xfrm>
          </p:grpSpPr>
          <p:sp>
            <p:nvSpPr>
              <p:cNvPr id="10" name="Freeform 1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p:cNvGrpSpPr/>
          <p:nvPr/>
        </p:nvGrpSpPr>
        <p:grpSpPr>
          <a:xfrm>
            <a:off x="885825" y="9258300"/>
            <a:ext cx="16516350" cy="142875"/>
            <a:chOff x="0" y="0"/>
            <a:chExt cx="22021800" cy="190500"/>
          </a:xfrm>
        </p:grpSpPr>
        <p:grpSp>
          <p:nvGrpSpPr>
            <p:cNvPr id="13" name="Group 13"/>
            <p:cNvGrpSpPr/>
            <p:nvPr/>
          </p:nvGrpSpPr>
          <p:grpSpPr>
            <a:xfrm>
              <a:off x="0" y="0"/>
              <a:ext cx="7340600" cy="190500"/>
              <a:chOff x="0" y="0"/>
              <a:chExt cx="1449995" cy="37630"/>
            </a:xfrm>
          </p:grpSpPr>
          <p:sp>
            <p:nvSpPr>
              <p:cNvPr id="14" name="Freeform 1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p:cNvGrpSpPr/>
            <p:nvPr/>
          </p:nvGrpSpPr>
          <p:grpSpPr>
            <a:xfrm>
              <a:off x="7340600" y="0"/>
              <a:ext cx="7340600" cy="190500"/>
              <a:chOff x="0" y="0"/>
              <a:chExt cx="1449995" cy="37630"/>
            </a:xfrm>
          </p:grpSpPr>
          <p:sp>
            <p:nvSpPr>
              <p:cNvPr id="17" name="Freeform 1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p:cNvGrpSpPr/>
            <p:nvPr/>
          </p:nvGrpSpPr>
          <p:grpSpPr>
            <a:xfrm>
              <a:off x="14681200" y="0"/>
              <a:ext cx="7340600" cy="190500"/>
              <a:chOff x="0" y="0"/>
              <a:chExt cx="1449995" cy="37630"/>
            </a:xfrm>
          </p:grpSpPr>
          <p:sp>
            <p:nvSpPr>
              <p:cNvPr id="20" name="Freeform 2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33" name="TextBox 33"/>
          <p:cNvSpPr txBox="1"/>
          <p:nvPr/>
        </p:nvSpPr>
        <p:spPr>
          <a:xfrm>
            <a:off x="2709920" y="1676417"/>
            <a:ext cx="4466735" cy="707181"/>
          </a:xfrm>
          <a:prstGeom prst="rect">
            <a:avLst/>
          </a:prstGeom>
        </p:spPr>
        <p:txBody>
          <a:bodyPr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アンサンブル学習</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4" name="TextBox 34"/>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grpSp>
        <p:nvGrpSpPr>
          <p:cNvPr id="51" name="グループ化 50">
            <a:extLst>
              <a:ext uri="{FF2B5EF4-FFF2-40B4-BE49-F238E27FC236}">
                <a16:creationId xmlns:a16="http://schemas.microsoft.com/office/drawing/2014/main" id="{A4926E57-807E-AAA9-A41F-B49B29659A9B}"/>
              </a:ext>
            </a:extLst>
          </p:cNvPr>
          <p:cNvGrpSpPr/>
          <p:nvPr/>
        </p:nvGrpSpPr>
        <p:grpSpPr>
          <a:xfrm>
            <a:off x="961837" y="3015898"/>
            <a:ext cx="6604808" cy="501471"/>
            <a:chOff x="961837" y="3153943"/>
            <a:chExt cx="8084129" cy="501471"/>
          </a:xfrm>
        </p:grpSpPr>
        <p:grpSp>
          <p:nvGrpSpPr>
            <p:cNvPr id="24" name="Group 24"/>
            <p:cNvGrpSpPr/>
            <p:nvPr/>
          </p:nvGrpSpPr>
          <p:grpSpPr>
            <a:xfrm>
              <a:off x="961837" y="3153943"/>
              <a:ext cx="7962900" cy="501471"/>
              <a:chOff x="0" y="0"/>
              <a:chExt cx="2097225" cy="132075"/>
            </a:xfrm>
          </p:grpSpPr>
          <p:sp>
            <p:nvSpPr>
              <p:cNvPr id="25" name="Freeform 25"/>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26" name="TextBox 26"/>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6" name="TextBox 36"/>
            <p:cNvSpPr txBox="1"/>
            <p:nvPr/>
          </p:nvSpPr>
          <p:spPr>
            <a:xfrm>
              <a:off x="1166813" y="3163992"/>
              <a:ext cx="7879153"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各モデルとアンサンブル学習の精度の比較</a:t>
              </a:r>
              <a:endParaRPr lang="en-US" altLang="ja-JP" sz="2499" dirty="0">
                <a:solidFill>
                  <a:srgbClr val="FFFFFF"/>
                </a:solidFill>
                <a:latin typeface="Source Han Sans JP Medium"/>
                <a:ea typeface="Source Han Sans JP Medium"/>
                <a:cs typeface="Source Han Sans JP Medium"/>
                <a:sym typeface="Source Han Sans JP Medium"/>
              </a:endParaRPr>
            </a:p>
          </p:txBody>
        </p:sp>
      </p:grpSp>
      <p:sp>
        <p:nvSpPr>
          <p:cNvPr id="49" name="TextBox 30">
            <a:extLst>
              <a:ext uri="{FF2B5EF4-FFF2-40B4-BE49-F238E27FC236}">
                <a16:creationId xmlns:a16="http://schemas.microsoft.com/office/drawing/2014/main" id="{65797192-347E-4D7F-7F96-388E705D4F70}"/>
              </a:ext>
            </a:extLst>
          </p:cNvPr>
          <p:cNvSpPr txBox="1"/>
          <p:nvPr/>
        </p:nvSpPr>
        <p:spPr>
          <a:xfrm>
            <a:off x="7696200" y="2232439"/>
            <a:ext cx="9461909" cy="420180"/>
          </a:xfrm>
          <a:prstGeom prst="rect">
            <a:avLst/>
          </a:prstGeom>
        </p:spPr>
        <p:txBody>
          <a:bodyPr wrap="square" lIns="0" tIns="0" rIns="0" bIns="0" rtlCol="0" anchor="t">
            <a:spAutoFit/>
          </a:bodyPr>
          <a:lstStyle/>
          <a:p>
            <a:pPr algn="l">
              <a:lnSpc>
                <a:spcPts val="3359"/>
              </a:lnSpc>
              <a:spcBef>
                <a:spcPct val="0"/>
              </a:spcBef>
              <a:buClr>
                <a:srgbClr val="64A4A3"/>
              </a:buClr>
            </a:pPr>
            <a:r>
              <a:rPr lang="en-US" altLang="ja-JP" sz="2800" dirty="0">
                <a:solidFill>
                  <a:srgbClr val="292B2B"/>
                </a:solidFill>
                <a:latin typeface="Source Han Sans JP"/>
                <a:ea typeface="Source Han Sans JP"/>
                <a:cs typeface="Source Han Sans JP"/>
                <a:sym typeface="Source Han Sans JP"/>
              </a:rPr>
              <a:t>[</a:t>
            </a:r>
            <a:r>
              <a:rPr lang="ja-JP" altLang="en-US" sz="2800" dirty="0">
                <a:solidFill>
                  <a:srgbClr val="292B2B"/>
                </a:solidFill>
                <a:latin typeface="Source Han Sans JP"/>
                <a:ea typeface="Source Han Sans JP"/>
                <a:cs typeface="Source Han Sans JP"/>
                <a:sym typeface="Source Han Sans JP"/>
              </a:rPr>
              <a:t>学習率</a:t>
            </a:r>
            <a:r>
              <a:rPr lang="en-US" sz="2800" dirty="0">
                <a:solidFill>
                  <a:srgbClr val="292B2B"/>
                </a:solidFill>
                <a:latin typeface="Source Han Sans JP"/>
                <a:ea typeface="Source Han Sans JP"/>
                <a:cs typeface="Source Han Sans JP"/>
                <a:sym typeface="Source Han Sans JP"/>
              </a:rPr>
              <a:t> </a:t>
            </a:r>
            <a:r>
              <a:rPr lang="ja-JP" altLang="en-US" sz="2800" dirty="0">
                <a:solidFill>
                  <a:srgbClr val="292B2B"/>
                </a:solidFill>
                <a:latin typeface="Source Han Sans JP"/>
                <a:ea typeface="Source Han Sans JP"/>
                <a:cs typeface="Source Han Sans JP"/>
                <a:sym typeface="Source Han Sans JP"/>
              </a:rPr>
              <a:t>：</a:t>
            </a:r>
            <a:r>
              <a:rPr lang="en-US" sz="2800" dirty="0">
                <a:solidFill>
                  <a:srgbClr val="292B2B"/>
                </a:solidFill>
                <a:latin typeface="Source Han Sans JP"/>
                <a:ea typeface="Source Han Sans JP"/>
                <a:cs typeface="Source Han Sans JP"/>
                <a:sym typeface="Source Han Sans JP"/>
              </a:rPr>
              <a:t> 0.0005</a:t>
            </a:r>
            <a:r>
              <a:rPr lang="ja-JP" altLang="en-US" sz="2800" dirty="0">
                <a:solidFill>
                  <a:srgbClr val="292B2B"/>
                </a:solidFill>
                <a:latin typeface="Source Han Sans JP"/>
                <a:ea typeface="Source Han Sans JP"/>
                <a:cs typeface="Source Han Sans JP"/>
                <a:sym typeface="Source Han Sans JP"/>
              </a:rPr>
              <a:t>、エポック数</a:t>
            </a:r>
            <a:r>
              <a:rPr lang="en-US" sz="2800" dirty="0">
                <a:solidFill>
                  <a:srgbClr val="292B2B"/>
                </a:solidFill>
                <a:latin typeface="Source Han Sans JP"/>
                <a:ea typeface="Source Han Sans JP"/>
                <a:cs typeface="Source Han Sans JP"/>
                <a:sym typeface="Source Han Sans JP"/>
              </a:rPr>
              <a:t> = 200</a:t>
            </a:r>
            <a:r>
              <a:rPr lang="ja-JP" altLang="en-US" sz="2800" dirty="0">
                <a:solidFill>
                  <a:srgbClr val="292B2B"/>
                </a:solidFill>
                <a:latin typeface="Source Han Sans JP"/>
                <a:ea typeface="Source Han Sans JP"/>
                <a:cs typeface="Source Han Sans JP"/>
                <a:sym typeface="Source Han Sans JP"/>
              </a:rPr>
              <a:t>、バッチサイズ：</a:t>
            </a:r>
            <a:r>
              <a:rPr lang="en-US" altLang="ja-JP" sz="2800" dirty="0">
                <a:solidFill>
                  <a:srgbClr val="292B2B"/>
                </a:solidFill>
                <a:latin typeface="Source Han Sans JP"/>
                <a:ea typeface="Source Han Sans JP"/>
                <a:cs typeface="Source Han Sans JP"/>
                <a:sym typeface="Source Han Sans JP"/>
              </a:rPr>
              <a:t>64]</a:t>
            </a:r>
            <a:endParaRPr lang="en-US" sz="2800" dirty="0">
              <a:solidFill>
                <a:srgbClr val="292B2B"/>
              </a:solidFill>
              <a:latin typeface="Source Han Sans JP"/>
              <a:ea typeface="Source Han Sans JP"/>
              <a:cs typeface="Source Han Sans JP"/>
              <a:sym typeface="Source Han Sans JP"/>
            </a:endParaRPr>
          </a:p>
        </p:txBody>
      </p:sp>
      <p:sp>
        <p:nvSpPr>
          <p:cNvPr id="50" name="スライド番号プレースホルダー 28">
            <a:extLst>
              <a:ext uri="{FF2B5EF4-FFF2-40B4-BE49-F238E27FC236}">
                <a16:creationId xmlns:a16="http://schemas.microsoft.com/office/drawing/2014/main" id="{D9E9E2E8-3B68-83A1-298F-AB199642FEF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13</a:t>
            </a:fld>
            <a:endParaRPr lang="en-US" sz="4800" dirty="0"/>
          </a:p>
        </p:txBody>
      </p:sp>
      <p:pic>
        <p:nvPicPr>
          <p:cNvPr id="31" name="図 30" descr="グラフ, 棒グラフ&#10;&#10;自動的に生成された説明">
            <a:extLst>
              <a:ext uri="{FF2B5EF4-FFF2-40B4-BE49-F238E27FC236}">
                <a16:creationId xmlns:a16="http://schemas.microsoft.com/office/drawing/2014/main" id="{0BDB2F92-AB12-2550-1A5D-C9579B979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110" y="3586245"/>
            <a:ext cx="7315215" cy="5486411"/>
          </a:xfrm>
          <a:prstGeom prst="rect">
            <a:avLst/>
          </a:prstGeom>
        </p:spPr>
      </p:pic>
      <p:pic>
        <p:nvPicPr>
          <p:cNvPr id="41" name="図 40" descr="グラフ, カレンダー&#10;&#10;自動的に生成された説明">
            <a:extLst>
              <a:ext uri="{FF2B5EF4-FFF2-40B4-BE49-F238E27FC236}">
                <a16:creationId xmlns:a16="http://schemas.microsoft.com/office/drawing/2014/main" id="{2BB0FD77-7745-7310-A626-BF3DF6FC7AAC}"/>
              </a:ext>
            </a:extLst>
          </p:cNvPr>
          <p:cNvPicPr>
            <a:picLocks noChangeAspect="1"/>
          </p:cNvPicPr>
          <p:nvPr/>
        </p:nvPicPr>
        <p:blipFill rotWithShape="1">
          <a:blip r:embed="rId3">
            <a:extLst>
              <a:ext uri="{28A0092B-C50C-407E-A947-70E740481C1C}">
                <a14:useLocalDpi xmlns:a14="http://schemas.microsoft.com/office/drawing/2010/main" val="0"/>
              </a:ext>
            </a:extLst>
          </a:blip>
          <a:srcRect r="6220"/>
          <a:stretch/>
        </p:blipFill>
        <p:spPr>
          <a:xfrm>
            <a:off x="7568926" y="3586245"/>
            <a:ext cx="5145187" cy="5486411"/>
          </a:xfrm>
          <a:prstGeom prst="rect">
            <a:avLst/>
          </a:prstGeom>
        </p:spPr>
      </p:pic>
      <p:grpSp>
        <p:nvGrpSpPr>
          <p:cNvPr id="62" name="グループ化 61">
            <a:extLst>
              <a:ext uri="{FF2B5EF4-FFF2-40B4-BE49-F238E27FC236}">
                <a16:creationId xmlns:a16="http://schemas.microsoft.com/office/drawing/2014/main" id="{69A08518-652C-9E46-1452-9E7E2BF676FA}"/>
              </a:ext>
            </a:extLst>
          </p:cNvPr>
          <p:cNvGrpSpPr/>
          <p:nvPr/>
        </p:nvGrpSpPr>
        <p:grpSpPr>
          <a:xfrm>
            <a:off x="13220317" y="5480612"/>
            <a:ext cx="4711874" cy="3375605"/>
            <a:chOff x="13440140" y="5509269"/>
            <a:chExt cx="4711874" cy="3375605"/>
          </a:xfrm>
        </p:grpSpPr>
        <p:sp>
          <p:nvSpPr>
            <p:cNvPr id="39" name="矢印: 下 38">
              <a:extLst>
                <a:ext uri="{FF2B5EF4-FFF2-40B4-BE49-F238E27FC236}">
                  <a16:creationId xmlns:a16="http://schemas.microsoft.com/office/drawing/2014/main" id="{EEFAA787-7FD2-C371-F319-14DA8B9A2114}"/>
                </a:ext>
              </a:extLst>
            </p:cNvPr>
            <p:cNvSpPr/>
            <p:nvPr/>
          </p:nvSpPr>
          <p:spPr>
            <a:xfrm>
              <a:off x="15468600" y="5973223"/>
              <a:ext cx="630623" cy="364046"/>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600">
                <a:solidFill>
                  <a:srgbClr val="64A4A3"/>
                </a:solidFill>
              </a:endParaRPr>
            </a:p>
          </p:txBody>
        </p:sp>
        <p:sp>
          <p:nvSpPr>
            <p:cNvPr id="47" name="楕円 46">
              <a:extLst>
                <a:ext uri="{FF2B5EF4-FFF2-40B4-BE49-F238E27FC236}">
                  <a16:creationId xmlns:a16="http://schemas.microsoft.com/office/drawing/2014/main" id="{3B7E0FD0-DC95-D17E-70EB-C2C4AB5ED7A4}"/>
                </a:ext>
              </a:extLst>
            </p:cNvPr>
            <p:cNvSpPr/>
            <p:nvPr/>
          </p:nvSpPr>
          <p:spPr>
            <a:xfrm>
              <a:off x="13440140" y="5509269"/>
              <a:ext cx="4711874" cy="3375605"/>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F3866197-7301-B904-26A5-D145E2FF2EEA}"/>
                </a:ext>
              </a:extLst>
            </p:cNvPr>
            <p:cNvSpPr txBox="1"/>
            <p:nvPr/>
          </p:nvSpPr>
          <p:spPr>
            <a:xfrm>
              <a:off x="13810261" y="6047436"/>
              <a:ext cx="3971631" cy="2561150"/>
            </a:xfrm>
            <a:prstGeom prst="rect">
              <a:avLst/>
            </a:prstGeom>
            <a:noFill/>
          </p:spPr>
          <p:txBody>
            <a:bodyPr wrap="square">
              <a:spAutoFit/>
            </a:bodyPr>
            <a:lstStyle/>
            <a:p>
              <a:pPr marL="0" lvl="0" indent="0" algn="ctr">
                <a:lnSpc>
                  <a:spcPts val="3919"/>
                </a:lnSpc>
                <a:spcBef>
                  <a:spcPct val="0"/>
                </a:spcBef>
              </a:pPr>
              <a:r>
                <a:rPr lang="ja-JP" altLang="en-US" sz="2800" dirty="0">
                  <a:solidFill>
                    <a:schemeClr val="bg1"/>
                  </a:solidFill>
                  <a:latin typeface="Source Han Sans JP Medium"/>
                  <a:ea typeface="Source Han Sans JP Medium"/>
                  <a:cs typeface="Source Han Sans JP Medium"/>
                  <a:sym typeface="Source Han Sans JP Medium"/>
                </a:rPr>
                <a:t>アンサンブルが最も高い精度</a:t>
              </a:r>
              <a:endParaRPr lang="en-US" altLang="ja-JP" sz="2800" dirty="0">
                <a:solidFill>
                  <a:schemeClr val="bg1"/>
                </a:solidFill>
                <a:latin typeface="Source Han Sans JP Medium"/>
                <a:ea typeface="Source Han Sans JP Medium"/>
                <a:cs typeface="Source Han Sans JP Medium"/>
                <a:sym typeface="Source Han Sans JP Medium"/>
              </a:endParaRPr>
            </a:p>
            <a:p>
              <a:pPr marL="0" lvl="0" indent="0" algn="ctr">
                <a:lnSpc>
                  <a:spcPts val="3919"/>
                </a:lnSpc>
                <a:spcBef>
                  <a:spcPct val="0"/>
                </a:spcBef>
              </a:pPr>
              <a:endParaRPr lang="en-US" altLang="ja-JP" sz="2800" dirty="0">
                <a:solidFill>
                  <a:schemeClr val="bg1"/>
                </a:solidFill>
                <a:latin typeface="Source Han Sans JP Medium"/>
                <a:ea typeface="Source Han Sans JP Medium"/>
                <a:cs typeface="Source Han Sans JP Medium"/>
                <a:sym typeface="Source Han Sans JP Medium"/>
              </a:endParaRPr>
            </a:p>
            <a:p>
              <a:pPr marL="0" lvl="0" indent="0" algn="ctr">
                <a:lnSpc>
                  <a:spcPts val="3919"/>
                </a:lnSpc>
                <a:spcBef>
                  <a:spcPct val="0"/>
                </a:spcBef>
              </a:pPr>
              <a:r>
                <a:rPr lang="en-US" altLang="ja-JP" sz="2800" dirty="0">
                  <a:solidFill>
                    <a:schemeClr val="bg1"/>
                  </a:solidFill>
                  <a:latin typeface="Source Han Sans JP Medium"/>
                  <a:ea typeface="Source Han Sans JP Medium"/>
                  <a:cs typeface="Source Han Sans JP Medium"/>
                  <a:sym typeface="Source Han Sans JP Medium"/>
                </a:rPr>
                <a:t>1</a:t>
              </a:r>
              <a:r>
                <a:rPr lang="ja-JP" altLang="en-US" sz="2800" dirty="0">
                  <a:solidFill>
                    <a:schemeClr val="bg1"/>
                  </a:solidFill>
                  <a:latin typeface="Source Han Sans JP Medium"/>
                  <a:ea typeface="Source Han Sans JP Medium"/>
                  <a:cs typeface="Source Han Sans JP Medium"/>
                  <a:sym typeface="Source Han Sans JP Medium"/>
                </a:rPr>
                <a:t>つのモデルが悪くても効果あり</a:t>
              </a:r>
              <a:endParaRPr lang="en-US" altLang="ja-JP" sz="2800" dirty="0">
                <a:solidFill>
                  <a:schemeClr val="bg1"/>
                </a:solidFill>
                <a:latin typeface="Source Han Sans JP Medium"/>
                <a:ea typeface="Source Han Sans JP Medium"/>
                <a:cs typeface="Source Han Sans JP Medium"/>
                <a:sym typeface="Source Han Sans JP Medium"/>
              </a:endParaRPr>
            </a:p>
          </p:txBody>
        </p:sp>
        <p:sp>
          <p:nvSpPr>
            <p:cNvPr id="53" name="矢印: 下 52">
              <a:extLst>
                <a:ext uri="{FF2B5EF4-FFF2-40B4-BE49-F238E27FC236}">
                  <a16:creationId xmlns:a16="http://schemas.microsoft.com/office/drawing/2014/main" id="{B131F671-501B-47A6-0120-4E4C50C11F47}"/>
                </a:ext>
              </a:extLst>
            </p:cNvPr>
            <p:cNvSpPr/>
            <p:nvPr/>
          </p:nvSpPr>
          <p:spPr>
            <a:xfrm>
              <a:off x="15516147" y="7185965"/>
              <a:ext cx="587251" cy="284091"/>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600">
                <a:solidFill>
                  <a:srgbClr val="64A4A3"/>
                </a:solidFill>
              </a:endParaRPr>
            </a:p>
          </p:txBody>
        </p:sp>
      </p:grpSp>
      <p:grpSp>
        <p:nvGrpSpPr>
          <p:cNvPr id="56" name="グループ化 55">
            <a:extLst>
              <a:ext uri="{FF2B5EF4-FFF2-40B4-BE49-F238E27FC236}">
                <a16:creationId xmlns:a16="http://schemas.microsoft.com/office/drawing/2014/main" id="{1CE6663B-2C8D-3256-C737-64D29094EE3B}"/>
              </a:ext>
            </a:extLst>
          </p:cNvPr>
          <p:cNvGrpSpPr/>
          <p:nvPr/>
        </p:nvGrpSpPr>
        <p:grpSpPr>
          <a:xfrm>
            <a:off x="13046839" y="3156029"/>
            <a:ext cx="5241161" cy="2057607"/>
            <a:chOff x="13116557" y="3198666"/>
            <a:chExt cx="5241161" cy="2057607"/>
          </a:xfrm>
        </p:grpSpPr>
        <p:sp>
          <p:nvSpPr>
            <p:cNvPr id="54" name="テキスト ボックス 53">
              <a:extLst>
                <a:ext uri="{FF2B5EF4-FFF2-40B4-BE49-F238E27FC236}">
                  <a16:creationId xmlns:a16="http://schemas.microsoft.com/office/drawing/2014/main" id="{F0C7575D-D18F-9ABC-204C-B61871DBAB5B}"/>
                </a:ext>
              </a:extLst>
            </p:cNvPr>
            <p:cNvSpPr txBox="1"/>
            <p:nvPr/>
          </p:nvSpPr>
          <p:spPr>
            <a:xfrm>
              <a:off x="13234433" y="3317281"/>
              <a:ext cx="5123285" cy="1938992"/>
            </a:xfrm>
            <a:prstGeom prst="rect">
              <a:avLst/>
            </a:prstGeom>
            <a:noFill/>
          </p:spPr>
          <p:txBody>
            <a:bodyPr wrap="square">
              <a:spAutoFit/>
            </a:bodyPr>
            <a:lstStyle/>
            <a:p>
              <a:pPr marL="0" lvl="0" indent="0">
                <a:spcBef>
                  <a:spcPct val="0"/>
                </a:spcBef>
              </a:pPr>
              <a:r>
                <a:rPr lang="en-US" altLang="ja-JP" sz="4800" dirty="0">
                  <a:latin typeface="Source Han Sans JP Medium"/>
                  <a:ea typeface="Source Han Sans JP Medium"/>
                  <a:cs typeface="Source Han Sans JP Medium"/>
                  <a:sym typeface="Source Han Sans JP Medium"/>
                </a:rPr>
                <a:t>Ensemble</a:t>
              </a:r>
            </a:p>
            <a:p>
              <a:pPr>
                <a:spcBef>
                  <a:spcPct val="0"/>
                </a:spcBef>
              </a:pPr>
              <a:r>
                <a:rPr lang="en-US" altLang="ja-JP" sz="4800" dirty="0">
                  <a:latin typeface="Source Han Sans JP Medium"/>
                  <a:ea typeface="Source Han Sans JP Medium"/>
                  <a:cs typeface="Source Han Sans JP Medium"/>
                  <a:sym typeface="Source Han Sans JP Medium"/>
                </a:rPr>
                <a:t>Acc  </a:t>
              </a:r>
              <a:r>
                <a:rPr lang="en-US" altLang="ja-JP" sz="6000" dirty="0">
                  <a:latin typeface="Source Han Sans JP Medium"/>
                  <a:ea typeface="Source Han Sans JP Medium"/>
                  <a:cs typeface="Source Han Sans JP Medium"/>
                  <a:sym typeface="Source Han Sans JP Medium"/>
                </a:rPr>
                <a:t>:  </a:t>
              </a:r>
              <a:r>
                <a:rPr lang="en-US" altLang="ja-JP" sz="7200" dirty="0">
                  <a:solidFill>
                    <a:srgbClr val="64A4A3"/>
                  </a:solidFill>
                  <a:latin typeface="Source Han Sans JP Medium"/>
                  <a:ea typeface="Source Han Sans JP Medium"/>
                  <a:cs typeface="Source Han Sans JP Medium"/>
                  <a:sym typeface="Source Han Sans JP Medium"/>
                </a:rPr>
                <a:t>0.9487</a:t>
              </a:r>
            </a:p>
          </p:txBody>
        </p:sp>
        <p:sp>
          <p:nvSpPr>
            <p:cNvPr id="55" name="四角形: 角を丸くする 54">
              <a:extLst>
                <a:ext uri="{FF2B5EF4-FFF2-40B4-BE49-F238E27FC236}">
                  <a16:creationId xmlns:a16="http://schemas.microsoft.com/office/drawing/2014/main" id="{3AE453A4-5FBE-F364-2980-3E1A4A3A65CF}"/>
                </a:ext>
              </a:extLst>
            </p:cNvPr>
            <p:cNvSpPr/>
            <p:nvPr/>
          </p:nvSpPr>
          <p:spPr>
            <a:xfrm>
              <a:off x="13116557" y="3198666"/>
              <a:ext cx="5058830" cy="204465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7" name="グループ化 56">
            <a:extLst>
              <a:ext uri="{FF2B5EF4-FFF2-40B4-BE49-F238E27FC236}">
                <a16:creationId xmlns:a16="http://schemas.microsoft.com/office/drawing/2014/main" id="{DDC5EE15-887E-38CC-CA36-07DE60D78959}"/>
              </a:ext>
            </a:extLst>
          </p:cNvPr>
          <p:cNvGrpSpPr/>
          <p:nvPr/>
        </p:nvGrpSpPr>
        <p:grpSpPr>
          <a:xfrm>
            <a:off x="7696200" y="3024286"/>
            <a:ext cx="5017913" cy="501471"/>
            <a:chOff x="9243335" y="3160559"/>
            <a:chExt cx="7962900" cy="501471"/>
          </a:xfrm>
        </p:grpSpPr>
        <p:grpSp>
          <p:nvGrpSpPr>
            <p:cNvPr id="58" name="Group 27">
              <a:extLst>
                <a:ext uri="{FF2B5EF4-FFF2-40B4-BE49-F238E27FC236}">
                  <a16:creationId xmlns:a16="http://schemas.microsoft.com/office/drawing/2014/main" id="{B5DE1F26-CBB7-C4A0-EE32-F3C3CE796DD8}"/>
                </a:ext>
              </a:extLst>
            </p:cNvPr>
            <p:cNvGrpSpPr/>
            <p:nvPr/>
          </p:nvGrpSpPr>
          <p:grpSpPr>
            <a:xfrm>
              <a:off x="9243335" y="3160559"/>
              <a:ext cx="7962900" cy="501471"/>
              <a:chOff x="0" y="0"/>
              <a:chExt cx="2097225" cy="132075"/>
            </a:xfrm>
          </p:grpSpPr>
          <p:sp>
            <p:nvSpPr>
              <p:cNvPr id="60" name="Freeform 28">
                <a:extLst>
                  <a:ext uri="{FF2B5EF4-FFF2-40B4-BE49-F238E27FC236}">
                    <a16:creationId xmlns:a16="http://schemas.microsoft.com/office/drawing/2014/main" id="{CA2D011A-BEB9-E76A-FD24-C32D1A32A777}"/>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64A4A3"/>
              </a:solidFill>
            </p:spPr>
            <p:txBody>
              <a:bodyPr/>
              <a:lstStyle/>
              <a:p>
                <a:endParaRPr lang="ja-JP" altLang="en-US"/>
              </a:p>
            </p:txBody>
          </p:sp>
          <p:sp>
            <p:nvSpPr>
              <p:cNvPr id="61" name="TextBox 29">
                <a:extLst>
                  <a:ext uri="{FF2B5EF4-FFF2-40B4-BE49-F238E27FC236}">
                    <a16:creationId xmlns:a16="http://schemas.microsoft.com/office/drawing/2014/main" id="{CA589F5C-87E3-A40F-68F5-D02497EEBC84}"/>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59" name="TextBox 38">
              <a:extLst>
                <a:ext uri="{FF2B5EF4-FFF2-40B4-BE49-F238E27FC236}">
                  <a16:creationId xmlns:a16="http://schemas.microsoft.com/office/drawing/2014/main" id="{A27F7683-82CD-DBEC-D824-AF62AA5BB45B}"/>
                </a:ext>
              </a:extLst>
            </p:cNvPr>
            <p:cNvSpPr txBox="1"/>
            <p:nvPr/>
          </p:nvSpPr>
          <p:spPr>
            <a:xfrm>
              <a:off x="9490075" y="3190170"/>
              <a:ext cx="5159375" cy="419795"/>
            </a:xfrm>
            <a:prstGeom prst="rect">
              <a:avLst/>
            </a:prstGeom>
          </p:spPr>
          <p:txBody>
            <a:bodyPr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混同行列</a:t>
              </a:r>
              <a:endParaRPr lang="en-US" sz="2499" dirty="0">
                <a:solidFill>
                  <a:srgbClr val="FFFFFF"/>
                </a:solidFill>
                <a:latin typeface="Source Han Sans JP Medium"/>
                <a:ea typeface="Source Han Sans JP Medium"/>
                <a:cs typeface="Source Han Sans JP Medium"/>
                <a:sym typeface="Source Han Sans JP Medium"/>
              </a:endParaRPr>
            </a:p>
          </p:txBody>
        </p:sp>
      </p:grpSp>
    </p:spTree>
    <p:extLst>
      <p:ext uri="{BB962C8B-B14F-4D97-AF65-F5344CB8AC3E}">
        <p14:creationId xmlns:p14="http://schemas.microsoft.com/office/powerpoint/2010/main" val="3459685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5825" y="885825"/>
            <a:ext cx="16516350" cy="142875"/>
            <a:chOff x="0" y="0"/>
            <a:chExt cx="22021800" cy="190500"/>
          </a:xfrm>
        </p:grpSpPr>
        <p:grpSp>
          <p:nvGrpSpPr>
            <p:cNvPr id="3" name="Group 3"/>
            <p:cNvGrpSpPr/>
            <p:nvPr/>
          </p:nvGrpSpPr>
          <p:grpSpPr>
            <a:xfrm>
              <a:off x="0" y="0"/>
              <a:ext cx="7340600" cy="190500"/>
              <a:chOff x="0" y="0"/>
              <a:chExt cx="1449995" cy="37630"/>
            </a:xfrm>
          </p:grpSpPr>
          <p:sp>
            <p:nvSpPr>
              <p:cNvPr id="4" name="Freeform 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p:cNvGrpSpPr/>
            <p:nvPr/>
          </p:nvGrpSpPr>
          <p:grpSpPr>
            <a:xfrm>
              <a:off x="7340600" y="0"/>
              <a:ext cx="7340600" cy="190500"/>
              <a:chOff x="0" y="0"/>
              <a:chExt cx="1449995" cy="37630"/>
            </a:xfrm>
          </p:grpSpPr>
          <p:sp>
            <p:nvSpPr>
              <p:cNvPr id="7" name="Freeform 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p:cNvGrpSpPr/>
            <p:nvPr/>
          </p:nvGrpSpPr>
          <p:grpSpPr>
            <a:xfrm>
              <a:off x="14681200" y="0"/>
              <a:ext cx="7340600" cy="190500"/>
              <a:chOff x="0" y="0"/>
              <a:chExt cx="1449995" cy="37630"/>
            </a:xfrm>
          </p:grpSpPr>
          <p:sp>
            <p:nvSpPr>
              <p:cNvPr id="10" name="Freeform 1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p:cNvGrpSpPr/>
          <p:nvPr/>
        </p:nvGrpSpPr>
        <p:grpSpPr>
          <a:xfrm>
            <a:off x="885825" y="9258300"/>
            <a:ext cx="16516350" cy="142875"/>
            <a:chOff x="0" y="0"/>
            <a:chExt cx="22021800" cy="190500"/>
          </a:xfrm>
        </p:grpSpPr>
        <p:grpSp>
          <p:nvGrpSpPr>
            <p:cNvPr id="13" name="Group 13"/>
            <p:cNvGrpSpPr/>
            <p:nvPr/>
          </p:nvGrpSpPr>
          <p:grpSpPr>
            <a:xfrm>
              <a:off x="0" y="0"/>
              <a:ext cx="7340600" cy="190500"/>
              <a:chOff x="0" y="0"/>
              <a:chExt cx="1449995" cy="37630"/>
            </a:xfrm>
          </p:grpSpPr>
          <p:sp>
            <p:nvSpPr>
              <p:cNvPr id="14" name="Freeform 1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p:cNvGrpSpPr/>
            <p:nvPr/>
          </p:nvGrpSpPr>
          <p:grpSpPr>
            <a:xfrm>
              <a:off x="7340600" y="0"/>
              <a:ext cx="7340600" cy="190500"/>
              <a:chOff x="0" y="0"/>
              <a:chExt cx="1449995" cy="37630"/>
            </a:xfrm>
          </p:grpSpPr>
          <p:sp>
            <p:nvSpPr>
              <p:cNvPr id="17" name="Freeform 1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p:cNvGrpSpPr/>
            <p:nvPr/>
          </p:nvGrpSpPr>
          <p:grpSpPr>
            <a:xfrm>
              <a:off x="14681200" y="0"/>
              <a:ext cx="7340600" cy="190500"/>
              <a:chOff x="0" y="0"/>
              <a:chExt cx="1449995" cy="37630"/>
            </a:xfrm>
          </p:grpSpPr>
          <p:sp>
            <p:nvSpPr>
              <p:cNvPr id="20" name="Freeform 2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33" name="TextBox 33"/>
          <p:cNvSpPr txBox="1"/>
          <p:nvPr/>
        </p:nvSpPr>
        <p:spPr>
          <a:xfrm>
            <a:off x="2709920" y="1676417"/>
            <a:ext cx="4466735" cy="707181"/>
          </a:xfrm>
          <a:prstGeom prst="rect">
            <a:avLst/>
          </a:prstGeom>
        </p:spPr>
        <p:txBody>
          <a:bodyPr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アンサンブル学習</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4" name="TextBox 34"/>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grpSp>
        <p:nvGrpSpPr>
          <p:cNvPr id="51" name="グループ化 50">
            <a:extLst>
              <a:ext uri="{FF2B5EF4-FFF2-40B4-BE49-F238E27FC236}">
                <a16:creationId xmlns:a16="http://schemas.microsoft.com/office/drawing/2014/main" id="{A4926E57-807E-AAA9-A41F-B49B29659A9B}"/>
              </a:ext>
            </a:extLst>
          </p:cNvPr>
          <p:cNvGrpSpPr/>
          <p:nvPr/>
        </p:nvGrpSpPr>
        <p:grpSpPr>
          <a:xfrm>
            <a:off x="961837" y="3015898"/>
            <a:ext cx="6505763" cy="501471"/>
            <a:chOff x="961837" y="3153943"/>
            <a:chExt cx="7962900" cy="501471"/>
          </a:xfrm>
        </p:grpSpPr>
        <p:grpSp>
          <p:nvGrpSpPr>
            <p:cNvPr id="24" name="Group 24"/>
            <p:cNvGrpSpPr/>
            <p:nvPr/>
          </p:nvGrpSpPr>
          <p:grpSpPr>
            <a:xfrm>
              <a:off x="961837" y="3153943"/>
              <a:ext cx="7962900" cy="501471"/>
              <a:chOff x="0" y="0"/>
              <a:chExt cx="2097225" cy="132075"/>
            </a:xfrm>
          </p:grpSpPr>
          <p:sp>
            <p:nvSpPr>
              <p:cNvPr id="25" name="Freeform 25"/>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26" name="TextBox 26"/>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6" name="TextBox 36"/>
            <p:cNvSpPr txBox="1"/>
            <p:nvPr/>
          </p:nvSpPr>
          <p:spPr>
            <a:xfrm>
              <a:off x="1166813" y="3163992"/>
              <a:ext cx="7571390"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各モデルとアンサンブル学習の精度の比較</a:t>
              </a:r>
              <a:endParaRPr lang="en-US" altLang="ja-JP" sz="2499" dirty="0">
                <a:solidFill>
                  <a:srgbClr val="FFFFFF"/>
                </a:solidFill>
                <a:latin typeface="Source Han Sans JP Medium"/>
                <a:ea typeface="Source Han Sans JP Medium"/>
                <a:cs typeface="Source Han Sans JP Medium"/>
                <a:sym typeface="Source Han Sans JP Medium"/>
              </a:endParaRPr>
            </a:p>
          </p:txBody>
        </p:sp>
      </p:grpSp>
      <p:sp>
        <p:nvSpPr>
          <p:cNvPr id="49" name="TextBox 30">
            <a:extLst>
              <a:ext uri="{FF2B5EF4-FFF2-40B4-BE49-F238E27FC236}">
                <a16:creationId xmlns:a16="http://schemas.microsoft.com/office/drawing/2014/main" id="{65797192-347E-4D7F-7F96-388E705D4F70}"/>
              </a:ext>
            </a:extLst>
          </p:cNvPr>
          <p:cNvSpPr txBox="1"/>
          <p:nvPr/>
        </p:nvSpPr>
        <p:spPr>
          <a:xfrm>
            <a:off x="7696200" y="2232439"/>
            <a:ext cx="9461909" cy="420180"/>
          </a:xfrm>
          <a:prstGeom prst="rect">
            <a:avLst/>
          </a:prstGeom>
        </p:spPr>
        <p:txBody>
          <a:bodyPr wrap="square" lIns="0" tIns="0" rIns="0" bIns="0" rtlCol="0" anchor="t">
            <a:spAutoFit/>
          </a:bodyPr>
          <a:lstStyle/>
          <a:p>
            <a:pPr algn="l">
              <a:lnSpc>
                <a:spcPts val="3359"/>
              </a:lnSpc>
              <a:spcBef>
                <a:spcPct val="0"/>
              </a:spcBef>
              <a:buClr>
                <a:srgbClr val="64A4A3"/>
              </a:buClr>
            </a:pPr>
            <a:r>
              <a:rPr lang="en-US" altLang="ja-JP" sz="2800" dirty="0">
                <a:solidFill>
                  <a:srgbClr val="292B2B"/>
                </a:solidFill>
                <a:latin typeface="Source Han Sans JP"/>
                <a:ea typeface="Source Han Sans JP"/>
                <a:cs typeface="Source Han Sans JP"/>
                <a:sym typeface="Source Han Sans JP"/>
              </a:rPr>
              <a:t>[</a:t>
            </a:r>
            <a:r>
              <a:rPr lang="ja-JP" altLang="en-US" sz="2800" dirty="0">
                <a:solidFill>
                  <a:srgbClr val="292B2B"/>
                </a:solidFill>
                <a:latin typeface="Source Han Sans JP"/>
                <a:ea typeface="Source Han Sans JP"/>
                <a:cs typeface="Source Han Sans JP"/>
                <a:sym typeface="Source Han Sans JP"/>
              </a:rPr>
              <a:t>学習率</a:t>
            </a:r>
            <a:r>
              <a:rPr lang="en-US" sz="2800" dirty="0">
                <a:solidFill>
                  <a:srgbClr val="292B2B"/>
                </a:solidFill>
                <a:latin typeface="Source Han Sans JP"/>
                <a:ea typeface="Source Han Sans JP"/>
                <a:cs typeface="Source Han Sans JP"/>
                <a:sym typeface="Source Han Sans JP"/>
              </a:rPr>
              <a:t> </a:t>
            </a:r>
            <a:r>
              <a:rPr lang="ja-JP" altLang="en-US" sz="2800" dirty="0">
                <a:solidFill>
                  <a:srgbClr val="292B2B"/>
                </a:solidFill>
                <a:latin typeface="Source Han Sans JP"/>
                <a:ea typeface="Source Han Sans JP"/>
                <a:cs typeface="Source Han Sans JP"/>
                <a:sym typeface="Source Han Sans JP"/>
              </a:rPr>
              <a:t>：</a:t>
            </a:r>
            <a:r>
              <a:rPr lang="en-US" sz="2800" dirty="0">
                <a:solidFill>
                  <a:srgbClr val="292B2B"/>
                </a:solidFill>
                <a:latin typeface="Source Han Sans JP"/>
                <a:ea typeface="Source Han Sans JP"/>
                <a:cs typeface="Source Han Sans JP"/>
                <a:sym typeface="Source Han Sans JP"/>
              </a:rPr>
              <a:t> 0.0005</a:t>
            </a:r>
            <a:r>
              <a:rPr lang="ja-JP" altLang="en-US" sz="2800" dirty="0">
                <a:solidFill>
                  <a:srgbClr val="292B2B"/>
                </a:solidFill>
                <a:latin typeface="Source Han Sans JP"/>
                <a:ea typeface="Source Han Sans JP"/>
                <a:cs typeface="Source Han Sans JP"/>
                <a:sym typeface="Source Han Sans JP"/>
              </a:rPr>
              <a:t>、エポック数</a:t>
            </a:r>
            <a:r>
              <a:rPr lang="en-US" sz="2800" dirty="0">
                <a:solidFill>
                  <a:srgbClr val="292B2B"/>
                </a:solidFill>
                <a:latin typeface="Source Han Sans JP"/>
                <a:ea typeface="Source Han Sans JP"/>
                <a:cs typeface="Source Han Sans JP"/>
                <a:sym typeface="Source Han Sans JP"/>
              </a:rPr>
              <a:t> = 100</a:t>
            </a:r>
            <a:r>
              <a:rPr lang="ja-JP" altLang="en-US" sz="2800" dirty="0">
                <a:solidFill>
                  <a:srgbClr val="292B2B"/>
                </a:solidFill>
                <a:latin typeface="Source Han Sans JP"/>
                <a:ea typeface="Source Han Sans JP"/>
                <a:cs typeface="Source Han Sans JP"/>
                <a:sym typeface="Source Han Sans JP"/>
              </a:rPr>
              <a:t>、バッチサイズ：</a:t>
            </a:r>
            <a:r>
              <a:rPr lang="en-US" altLang="ja-JP" sz="2800" dirty="0">
                <a:solidFill>
                  <a:srgbClr val="292B2B"/>
                </a:solidFill>
                <a:latin typeface="Source Han Sans JP"/>
                <a:ea typeface="Source Han Sans JP"/>
                <a:cs typeface="Source Han Sans JP"/>
                <a:sym typeface="Source Han Sans JP"/>
              </a:rPr>
              <a:t>128]</a:t>
            </a:r>
            <a:endParaRPr lang="en-US" sz="2800" dirty="0">
              <a:solidFill>
                <a:srgbClr val="292B2B"/>
              </a:solidFill>
              <a:latin typeface="Source Han Sans JP"/>
              <a:ea typeface="Source Han Sans JP"/>
              <a:cs typeface="Source Han Sans JP"/>
              <a:sym typeface="Source Han Sans JP"/>
            </a:endParaRPr>
          </a:p>
        </p:txBody>
      </p:sp>
      <p:sp>
        <p:nvSpPr>
          <p:cNvPr id="50" name="スライド番号プレースホルダー 28">
            <a:extLst>
              <a:ext uri="{FF2B5EF4-FFF2-40B4-BE49-F238E27FC236}">
                <a16:creationId xmlns:a16="http://schemas.microsoft.com/office/drawing/2014/main" id="{D9E9E2E8-3B68-83A1-298F-AB199642FEF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14</a:t>
            </a:fld>
            <a:endParaRPr lang="en-US" sz="4800" dirty="0"/>
          </a:p>
        </p:txBody>
      </p:sp>
      <p:pic>
        <p:nvPicPr>
          <p:cNvPr id="40" name="図 39" descr="グラフ, 棒グラフ&#10;&#10;自動的に生成された説明">
            <a:extLst>
              <a:ext uri="{FF2B5EF4-FFF2-40B4-BE49-F238E27FC236}">
                <a16:creationId xmlns:a16="http://schemas.microsoft.com/office/drawing/2014/main" id="{966CDD05-F882-497C-1EEA-0B784FB806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110" y="3635880"/>
            <a:ext cx="7315215" cy="5486411"/>
          </a:xfrm>
          <a:prstGeom prst="rect">
            <a:avLst/>
          </a:prstGeom>
        </p:spPr>
      </p:pic>
      <p:pic>
        <p:nvPicPr>
          <p:cNvPr id="43" name="図 42" descr="テキスト が含まれている画像&#10;&#10;自動的に生成された説明">
            <a:extLst>
              <a:ext uri="{FF2B5EF4-FFF2-40B4-BE49-F238E27FC236}">
                <a16:creationId xmlns:a16="http://schemas.microsoft.com/office/drawing/2014/main" id="{10D5841D-3241-B241-C601-29CCE756185E}"/>
              </a:ext>
            </a:extLst>
          </p:cNvPr>
          <p:cNvPicPr>
            <a:picLocks noChangeAspect="1"/>
          </p:cNvPicPr>
          <p:nvPr/>
        </p:nvPicPr>
        <p:blipFill rotWithShape="1">
          <a:blip r:embed="rId3">
            <a:extLst>
              <a:ext uri="{28A0092B-C50C-407E-A947-70E740481C1C}">
                <a14:useLocalDpi xmlns:a14="http://schemas.microsoft.com/office/drawing/2010/main" val="0"/>
              </a:ext>
            </a:extLst>
          </a:blip>
          <a:srcRect r="7775"/>
          <a:stretch/>
        </p:blipFill>
        <p:spPr>
          <a:xfrm>
            <a:off x="7551099" y="3635880"/>
            <a:ext cx="5059871" cy="5486411"/>
          </a:xfrm>
          <a:prstGeom prst="rect">
            <a:avLst/>
          </a:prstGeom>
        </p:spPr>
      </p:pic>
      <p:grpSp>
        <p:nvGrpSpPr>
          <p:cNvPr id="66" name="グループ化 65">
            <a:extLst>
              <a:ext uri="{FF2B5EF4-FFF2-40B4-BE49-F238E27FC236}">
                <a16:creationId xmlns:a16="http://schemas.microsoft.com/office/drawing/2014/main" id="{45A1C36D-3186-27EB-A823-CD2BF9B52719}"/>
              </a:ext>
            </a:extLst>
          </p:cNvPr>
          <p:cNvGrpSpPr/>
          <p:nvPr/>
        </p:nvGrpSpPr>
        <p:grpSpPr>
          <a:xfrm>
            <a:off x="13185323" y="5547642"/>
            <a:ext cx="4711874" cy="3375605"/>
            <a:chOff x="13185323" y="5547642"/>
            <a:chExt cx="4711874" cy="3375605"/>
          </a:xfrm>
        </p:grpSpPr>
        <p:sp>
          <p:nvSpPr>
            <p:cNvPr id="39" name="矢印: 下 38">
              <a:extLst>
                <a:ext uri="{FF2B5EF4-FFF2-40B4-BE49-F238E27FC236}">
                  <a16:creationId xmlns:a16="http://schemas.microsoft.com/office/drawing/2014/main" id="{EEFAA787-7FD2-C371-F319-14DA8B9A2114}"/>
                </a:ext>
              </a:extLst>
            </p:cNvPr>
            <p:cNvSpPr/>
            <p:nvPr/>
          </p:nvSpPr>
          <p:spPr>
            <a:xfrm>
              <a:off x="15213783" y="6011596"/>
              <a:ext cx="630623" cy="364046"/>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600">
                <a:solidFill>
                  <a:srgbClr val="64A4A3"/>
                </a:solidFill>
              </a:endParaRPr>
            </a:p>
          </p:txBody>
        </p:sp>
        <p:sp>
          <p:nvSpPr>
            <p:cNvPr id="53" name="楕円 52">
              <a:extLst>
                <a:ext uri="{FF2B5EF4-FFF2-40B4-BE49-F238E27FC236}">
                  <a16:creationId xmlns:a16="http://schemas.microsoft.com/office/drawing/2014/main" id="{DC1FA083-BE5B-F1E0-7385-683A91A0CD90}"/>
                </a:ext>
              </a:extLst>
            </p:cNvPr>
            <p:cNvSpPr/>
            <p:nvPr/>
          </p:nvSpPr>
          <p:spPr>
            <a:xfrm>
              <a:off x="13185323" y="5547642"/>
              <a:ext cx="4711874" cy="3375605"/>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C1514144-7A51-6664-3978-AA687DAA6B75}"/>
                </a:ext>
              </a:extLst>
            </p:cNvPr>
            <p:cNvSpPr txBox="1"/>
            <p:nvPr/>
          </p:nvSpPr>
          <p:spPr>
            <a:xfrm>
              <a:off x="13555444" y="6086255"/>
              <a:ext cx="3971631" cy="2561150"/>
            </a:xfrm>
            <a:prstGeom prst="rect">
              <a:avLst/>
            </a:prstGeom>
            <a:noFill/>
          </p:spPr>
          <p:txBody>
            <a:bodyPr wrap="square">
              <a:spAutoFit/>
            </a:bodyPr>
            <a:lstStyle/>
            <a:p>
              <a:pPr marL="0" lvl="0" indent="0" algn="ctr">
                <a:lnSpc>
                  <a:spcPts val="3919"/>
                </a:lnSpc>
                <a:spcBef>
                  <a:spcPct val="0"/>
                </a:spcBef>
              </a:pPr>
              <a:r>
                <a:rPr lang="ja-JP" altLang="en-US" sz="2800" dirty="0">
                  <a:solidFill>
                    <a:schemeClr val="bg1"/>
                  </a:solidFill>
                  <a:latin typeface="Source Han Sans JP Medium"/>
                  <a:ea typeface="Source Han Sans JP Medium"/>
                  <a:cs typeface="Source Han Sans JP Medium"/>
                  <a:sym typeface="Source Han Sans JP Medium"/>
                </a:rPr>
                <a:t>アンサンブルの精度が低い</a:t>
              </a:r>
              <a:endParaRPr lang="en-US" altLang="ja-JP" sz="2800" dirty="0">
                <a:solidFill>
                  <a:schemeClr val="bg1"/>
                </a:solidFill>
                <a:latin typeface="Source Han Sans JP Medium"/>
                <a:ea typeface="Source Han Sans JP Medium"/>
                <a:cs typeface="Source Han Sans JP Medium"/>
                <a:sym typeface="Source Han Sans JP Medium"/>
              </a:endParaRPr>
            </a:p>
            <a:p>
              <a:pPr marL="0" lvl="0" indent="0" algn="ctr">
                <a:lnSpc>
                  <a:spcPts val="3919"/>
                </a:lnSpc>
                <a:spcBef>
                  <a:spcPct val="0"/>
                </a:spcBef>
              </a:pPr>
              <a:endParaRPr lang="en-US" altLang="ja-JP" sz="2800" dirty="0">
                <a:solidFill>
                  <a:schemeClr val="bg1"/>
                </a:solidFill>
                <a:latin typeface="Source Han Sans JP Medium"/>
                <a:ea typeface="Source Han Sans JP Medium"/>
                <a:cs typeface="Source Han Sans JP Medium"/>
                <a:sym typeface="Source Han Sans JP Medium"/>
              </a:endParaRPr>
            </a:p>
            <a:p>
              <a:pPr marL="0" lvl="0" indent="0" algn="ctr">
                <a:lnSpc>
                  <a:spcPts val="3919"/>
                </a:lnSpc>
                <a:spcBef>
                  <a:spcPct val="0"/>
                </a:spcBef>
              </a:pPr>
              <a:r>
                <a:rPr lang="ja-JP" altLang="en-US" sz="2800" dirty="0">
                  <a:solidFill>
                    <a:schemeClr val="bg1"/>
                  </a:solidFill>
                  <a:latin typeface="Source Han Sans JP Medium"/>
                  <a:ea typeface="Source Han Sans JP Medium"/>
                  <a:cs typeface="Source Han Sans JP Medium"/>
                  <a:sym typeface="Source Han Sans JP Medium"/>
                </a:rPr>
                <a:t>複数のモデルが悪いと効果なし</a:t>
              </a:r>
              <a:endParaRPr lang="en-US" altLang="ja-JP" sz="2800" dirty="0">
                <a:solidFill>
                  <a:schemeClr val="bg1"/>
                </a:solidFill>
                <a:latin typeface="Source Han Sans JP Medium"/>
                <a:ea typeface="Source Han Sans JP Medium"/>
                <a:cs typeface="Source Han Sans JP Medium"/>
                <a:sym typeface="Source Han Sans JP Medium"/>
              </a:endParaRPr>
            </a:p>
          </p:txBody>
        </p:sp>
        <p:sp>
          <p:nvSpPr>
            <p:cNvPr id="55" name="矢印: 下 54">
              <a:extLst>
                <a:ext uri="{FF2B5EF4-FFF2-40B4-BE49-F238E27FC236}">
                  <a16:creationId xmlns:a16="http://schemas.microsoft.com/office/drawing/2014/main" id="{E6D8DC93-50C3-E955-F6EE-ABCF2895A6F3}"/>
                </a:ext>
              </a:extLst>
            </p:cNvPr>
            <p:cNvSpPr/>
            <p:nvPr/>
          </p:nvSpPr>
          <p:spPr>
            <a:xfrm>
              <a:off x="15257155" y="7227432"/>
              <a:ext cx="587251" cy="284091"/>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600">
                <a:solidFill>
                  <a:srgbClr val="64A4A3"/>
                </a:solidFill>
              </a:endParaRPr>
            </a:p>
          </p:txBody>
        </p:sp>
      </p:grpSp>
      <p:grpSp>
        <p:nvGrpSpPr>
          <p:cNvPr id="57" name="グループ化 56">
            <a:extLst>
              <a:ext uri="{FF2B5EF4-FFF2-40B4-BE49-F238E27FC236}">
                <a16:creationId xmlns:a16="http://schemas.microsoft.com/office/drawing/2014/main" id="{9852A9B0-51B2-E045-E973-C5208D82948A}"/>
              </a:ext>
            </a:extLst>
          </p:cNvPr>
          <p:cNvGrpSpPr/>
          <p:nvPr/>
        </p:nvGrpSpPr>
        <p:grpSpPr>
          <a:xfrm>
            <a:off x="12980291" y="3148827"/>
            <a:ext cx="5241161" cy="2057607"/>
            <a:chOff x="13116557" y="3198666"/>
            <a:chExt cx="5241161" cy="2057607"/>
          </a:xfrm>
        </p:grpSpPr>
        <p:sp>
          <p:nvSpPr>
            <p:cNvPr id="58" name="テキスト ボックス 57">
              <a:extLst>
                <a:ext uri="{FF2B5EF4-FFF2-40B4-BE49-F238E27FC236}">
                  <a16:creationId xmlns:a16="http://schemas.microsoft.com/office/drawing/2014/main" id="{5D27ECE6-146D-01D9-519F-2CD95CB0054F}"/>
                </a:ext>
              </a:extLst>
            </p:cNvPr>
            <p:cNvSpPr txBox="1"/>
            <p:nvPr/>
          </p:nvSpPr>
          <p:spPr>
            <a:xfrm>
              <a:off x="13234433" y="3317281"/>
              <a:ext cx="5123285" cy="1938992"/>
            </a:xfrm>
            <a:prstGeom prst="rect">
              <a:avLst/>
            </a:prstGeom>
            <a:noFill/>
          </p:spPr>
          <p:txBody>
            <a:bodyPr wrap="square">
              <a:spAutoFit/>
            </a:bodyPr>
            <a:lstStyle/>
            <a:p>
              <a:pPr marL="0" lvl="0" indent="0">
                <a:spcBef>
                  <a:spcPct val="0"/>
                </a:spcBef>
              </a:pPr>
              <a:r>
                <a:rPr lang="en-US" altLang="ja-JP" sz="4800" dirty="0">
                  <a:latin typeface="Source Han Sans JP Medium"/>
                  <a:ea typeface="Source Han Sans JP Medium"/>
                  <a:cs typeface="Source Han Sans JP Medium"/>
                  <a:sym typeface="Source Han Sans JP Medium"/>
                </a:rPr>
                <a:t>Ensemble</a:t>
              </a:r>
            </a:p>
            <a:p>
              <a:pPr>
                <a:spcBef>
                  <a:spcPct val="0"/>
                </a:spcBef>
              </a:pPr>
              <a:r>
                <a:rPr lang="en-US" altLang="ja-JP" sz="4800" dirty="0">
                  <a:latin typeface="Source Han Sans JP Medium"/>
                  <a:ea typeface="Source Han Sans JP Medium"/>
                  <a:cs typeface="Source Han Sans JP Medium"/>
                  <a:sym typeface="Source Han Sans JP Medium"/>
                </a:rPr>
                <a:t>Acc  </a:t>
              </a:r>
              <a:r>
                <a:rPr lang="en-US" altLang="ja-JP" sz="6000" dirty="0">
                  <a:latin typeface="Source Han Sans JP Medium"/>
                  <a:ea typeface="Source Han Sans JP Medium"/>
                  <a:cs typeface="Source Han Sans JP Medium"/>
                  <a:sym typeface="Source Han Sans JP Medium"/>
                </a:rPr>
                <a:t>:  </a:t>
              </a:r>
              <a:r>
                <a:rPr lang="en-US" altLang="ja-JP" sz="7200" dirty="0">
                  <a:solidFill>
                    <a:srgbClr val="64A4A3"/>
                  </a:solidFill>
                  <a:latin typeface="Source Han Sans JP Medium"/>
                  <a:ea typeface="Source Han Sans JP Medium"/>
                  <a:cs typeface="Source Han Sans JP Medium"/>
                  <a:sym typeface="Source Han Sans JP Medium"/>
                </a:rPr>
                <a:t>0.5000</a:t>
              </a:r>
            </a:p>
          </p:txBody>
        </p:sp>
        <p:sp>
          <p:nvSpPr>
            <p:cNvPr id="59" name="四角形: 角を丸くする 58">
              <a:extLst>
                <a:ext uri="{FF2B5EF4-FFF2-40B4-BE49-F238E27FC236}">
                  <a16:creationId xmlns:a16="http://schemas.microsoft.com/office/drawing/2014/main" id="{4E3A1CDE-3AAC-8919-2527-1B92E9317B28}"/>
                </a:ext>
              </a:extLst>
            </p:cNvPr>
            <p:cNvSpPr/>
            <p:nvPr/>
          </p:nvSpPr>
          <p:spPr>
            <a:xfrm>
              <a:off x="13116557" y="3198666"/>
              <a:ext cx="5058830" cy="204465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0" name="グループ化 59">
            <a:extLst>
              <a:ext uri="{FF2B5EF4-FFF2-40B4-BE49-F238E27FC236}">
                <a16:creationId xmlns:a16="http://schemas.microsoft.com/office/drawing/2014/main" id="{C2CA302F-8020-5336-F2A6-0BFF90AE1F17}"/>
              </a:ext>
            </a:extLst>
          </p:cNvPr>
          <p:cNvGrpSpPr/>
          <p:nvPr/>
        </p:nvGrpSpPr>
        <p:grpSpPr>
          <a:xfrm>
            <a:off x="7696200" y="3024286"/>
            <a:ext cx="5017913" cy="501471"/>
            <a:chOff x="9243335" y="3160559"/>
            <a:chExt cx="7962900" cy="501471"/>
          </a:xfrm>
        </p:grpSpPr>
        <p:grpSp>
          <p:nvGrpSpPr>
            <p:cNvPr id="61" name="Group 27">
              <a:extLst>
                <a:ext uri="{FF2B5EF4-FFF2-40B4-BE49-F238E27FC236}">
                  <a16:creationId xmlns:a16="http://schemas.microsoft.com/office/drawing/2014/main" id="{F03E1F9D-0DBC-58F5-F345-1982252B3D6F}"/>
                </a:ext>
              </a:extLst>
            </p:cNvPr>
            <p:cNvGrpSpPr/>
            <p:nvPr/>
          </p:nvGrpSpPr>
          <p:grpSpPr>
            <a:xfrm>
              <a:off x="9243335" y="3160559"/>
              <a:ext cx="7962900" cy="501471"/>
              <a:chOff x="0" y="0"/>
              <a:chExt cx="2097225" cy="132075"/>
            </a:xfrm>
          </p:grpSpPr>
          <p:sp>
            <p:nvSpPr>
              <p:cNvPr id="63" name="Freeform 28">
                <a:extLst>
                  <a:ext uri="{FF2B5EF4-FFF2-40B4-BE49-F238E27FC236}">
                    <a16:creationId xmlns:a16="http://schemas.microsoft.com/office/drawing/2014/main" id="{BFB34905-0639-8B9E-758B-47F470AC5DF2}"/>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64A4A3"/>
              </a:solidFill>
            </p:spPr>
            <p:txBody>
              <a:bodyPr/>
              <a:lstStyle/>
              <a:p>
                <a:endParaRPr lang="ja-JP" altLang="en-US"/>
              </a:p>
            </p:txBody>
          </p:sp>
          <p:sp>
            <p:nvSpPr>
              <p:cNvPr id="64" name="TextBox 29">
                <a:extLst>
                  <a:ext uri="{FF2B5EF4-FFF2-40B4-BE49-F238E27FC236}">
                    <a16:creationId xmlns:a16="http://schemas.microsoft.com/office/drawing/2014/main" id="{2B0D9FC8-AAC5-ED25-816E-06328070F3EF}"/>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62" name="TextBox 38">
              <a:extLst>
                <a:ext uri="{FF2B5EF4-FFF2-40B4-BE49-F238E27FC236}">
                  <a16:creationId xmlns:a16="http://schemas.microsoft.com/office/drawing/2014/main" id="{8CD308BC-F698-F182-681C-137E60FC1F06}"/>
                </a:ext>
              </a:extLst>
            </p:cNvPr>
            <p:cNvSpPr txBox="1"/>
            <p:nvPr/>
          </p:nvSpPr>
          <p:spPr>
            <a:xfrm>
              <a:off x="9490075" y="3190170"/>
              <a:ext cx="5159375" cy="419795"/>
            </a:xfrm>
            <a:prstGeom prst="rect">
              <a:avLst/>
            </a:prstGeom>
          </p:spPr>
          <p:txBody>
            <a:bodyPr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混同行列</a:t>
              </a:r>
              <a:endParaRPr lang="en-US" sz="2499" dirty="0">
                <a:solidFill>
                  <a:srgbClr val="FFFFFF"/>
                </a:solidFill>
                <a:latin typeface="Source Han Sans JP Medium"/>
                <a:ea typeface="Source Han Sans JP Medium"/>
                <a:cs typeface="Source Han Sans JP Medium"/>
                <a:sym typeface="Source Han Sans JP Medium"/>
              </a:endParaRPr>
            </a:p>
          </p:txBody>
        </p:sp>
      </p:grpSp>
    </p:spTree>
    <p:extLst>
      <p:ext uri="{BB962C8B-B14F-4D97-AF65-F5344CB8AC3E}">
        <p14:creationId xmlns:p14="http://schemas.microsoft.com/office/powerpoint/2010/main" val="994181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5BB78-4BF8-80C5-1260-7BBA9C94D9D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BDC163F-15BA-A46D-A695-38BB95FC9F39}"/>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415089AB-A8B1-0264-0588-C89F3CD7058D}"/>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B055D182-B314-B408-3F51-557FA4916F3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D678B842-3DF7-0F93-3A2A-E8831D363E29}"/>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CB873523-E46D-50A8-B890-64CD41CDA30A}"/>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5A02BFC5-458D-80EA-2631-F069210BCCD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0D6DFFDF-8FDB-AB34-E193-6134E9036646}"/>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3211B6BE-A442-A469-63B0-D1AAA7D8EC79}"/>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EF2C270A-FD84-E2A9-72B9-B0F203B5545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0AFCDC49-8CB5-7373-F5EA-38974959B9B7}"/>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5DCB76F8-F3E8-3E44-FD7B-1CCE545F2A58}"/>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2C11196D-68DA-819A-14EF-AC33D4C52C21}"/>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F3A13705-5361-DF3D-33D1-B32C5D70DF7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660460BD-0BDF-4F35-68BE-6CCF5984A2DD}"/>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E398BFD3-A557-165A-31F1-F91A3C589CBD}"/>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61093E71-5A21-8A3B-1F03-A896E3D562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A5CB0CF3-38D9-18A7-8693-3EC0E6B6C647}"/>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D2B8C10A-A0D2-F8D3-C2DE-291F05BCEAAC}"/>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F5722EAE-99C4-D496-B025-21817F8306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6C3AB647-59E6-EF89-93B4-68349998679D}"/>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FFBB7347-E371-4373-B0C5-55D12CBBE4CE}"/>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33" name="TextBox 33">
            <a:extLst>
              <a:ext uri="{FF2B5EF4-FFF2-40B4-BE49-F238E27FC236}">
                <a16:creationId xmlns:a16="http://schemas.microsoft.com/office/drawing/2014/main" id="{8F488E43-A772-8DAD-190B-6C04D197976F}"/>
              </a:ext>
            </a:extLst>
          </p:cNvPr>
          <p:cNvSpPr txBox="1"/>
          <p:nvPr/>
        </p:nvSpPr>
        <p:spPr>
          <a:xfrm>
            <a:off x="2709920" y="1676417"/>
            <a:ext cx="4466735" cy="707181"/>
          </a:xfrm>
          <a:prstGeom prst="rect">
            <a:avLst/>
          </a:prstGeom>
        </p:spPr>
        <p:txBody>
          <a:bodyPr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アンサンブル学習</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4" name="TextBox 34">
            <a:extLst>
              <a:ext uri="{FF2B5EF4-FFF2-40B4-BE49-F238E27FC236}">
                <a16:creationId xmlns:a16="http://schemas.microsoft.com/office/drawing/2014/main" id="{DFF781A1-82BA-67DE-A537-153799F39D20}"/>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sp>
        <p:nvSpPr>
          <p:cNvPr id="50" name="スライド番号プレースホルダー 28">
            <a:extLst>
              <a:ext uri="{FF2B5EF4-FFF2-40B4-BE49-F238E27FC236}">
                <a16:creationId xmlns:a16="http://schemas.microsoft.com/office/drawing/2014/main" id="{2A056CC1-3539-6BA9-3450-1B30812F0155}"/>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15</a:t>
            </a:fld>
            <a:endParaRPr lang="en-US" sz="4800" dirty="0"/>
          </a:p>
        </p:txBody>
      </p:sp>
      <p:sp>
        <p:nvSpPr>
          <p:cNvPr id="58" name="テキスト ボックス 57">
            <a:extLst>
              <a:ext uri="{FF2B5EF4-FFF2-40B4-BE49-F238E27FC236}">
                <a16:creationId xmlns:a16="http://schemas.microsoft.com/office/drawing/2014/main" id="{303C19F2-D657-1D33-04F7-B80266173CBE}"/>
              </a:ext>
            </a:extLst>
          </p:cNvPr>
          <p:cNvSpPr txBox="1"/>
          <p:nvPr/>
        </p:nvSpPr>
        <p:spPr>
          <a:xfrm>
            <a:off x="1143000" y="3110468"/>
            <a:ext cx="6962775" cy="646331"/>
          </a:xfrm>
          <a:prstGeom prst="rect">
            <a:avLst/>
          </a:prstGeom>
          <a:noFill/>
        </p:spPr>
        <p:txBody>
          <a:bodyPr wrap="square">
            <a:spAutoFit/>
          </a:bodyPr>
          <a:lstStyle/>
          <a:p>
            <a:pPr marL="0" lvl="0" indent="0">
              <a:spcBef>
                <a:spcPct val="0"/>
              </a:spcBef>
            </a:pPr>
            <a:r>
              <a:rPr lang="ja-JP" altLang="en-US" sz="3600" dirty="0">
                <a:latin typeface="Source Han Sans JP Medium"/>
                <a:ea typeface="Source Han Sans JP Medium"/>
                <a:cs typeface="Source Han Sans JP Medium"/>
                <a:sym typeface="Source Han Sans JP Medium"/>
              </a:rPr>
              <a:t>～アンサンブル学習のまとめ～</a:t>
            </a:r>
            <a:endParaRPr lang="en-US" altLang="ja-JP" sz="3600" dirty="0">
              <a:latin typeface="Source Han Sans JP Medium"/>
              <a:ea typeface="Source Han Sans JP Medium"/>
              <a:cs typeface="Source Han Sans JP Medium"/>
              <a:sym typeface="Source Han Sans JP Medium"/>
            </a:endParaRPr>
          </a:p>
        </p:txBody>
      </p:sp>
      <p:sp>
        <p:nvSpPr>
          <p:cNvPr id="59" name="四角形: 角を丸くする 58">
            <a:extLst>
              <a:ext uri="{FF2B5EF4-FFF2-40B4-BE49-F238E27FC236}">
                <a16:creationId xmlns:a16="http://schemas.microsoft.com/office/drawing/2014/main" id="{EF94FC30-E7CD-1D33-F4EA-18F563487097}"/>
              </a:ext>
            </a:extLst>
          </p:cNvPr>
          <p:cNvSpPr/>
          <p:nvPr/>
        </p:nvSpPr>
        <p:spPr>
          <a:xfrm>
            <a:off x="762000" y="3862143"/>
            <a:ext cx="16559227" cy="516090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2A37BFCD-FEC9-0AB0-D8A9-57F781275CAC}"/>
              </a:ext>
            </a:extLst>
          </p:cNvPr>
          <p:cNvSpPr txBox="1"/>
          <p:nvPr/>
        </p:nvSpPr>
        <p:spPr>
          <a:xfrm>
            <a:off x="1409700" y="4713477"/>
            <a:ext cx="15468600" cy="3416320"/>
          </a:xfrm>
          <a:prstGeom prst="rect">
            <a:avLst/>
          </a:prstGeom>
          <a:noFill/>
        </p:spPr>
        <p:txBody>
          <a:bodyPr wrap="square">
            <a:spAutoFit/>
          </a:bodyPr>
          <a:lstStyle/>
          <a:p>
            <a:pPr marL="571500" lvl="0" indent="-571500">
              <a:spcBef>
                <a:spcPct val="0"/>
              </a:spcBef>
              <a:buFont typeface="Wingdings" panose="05000000000000000000" pitchFamily="2" charset="2"/>
              <a:buChar char="l"/>
            </a:pPr>
            <a:r>
              <a:rPr lang="ja-JP" altLang="en-US" sz="3600" dirty="0">
                <a:latin typeface="Source Han Sans JP Medium"/>
                <a:ea typeface="Source Han Sans JP Medium"/>
                <a:cs typeface="Source Han Sans JP Medium"/>
                <a:sym typeface="Source Han Sans JP Medium"/>
              </a:rPr>
              <a:t>個々のモデルの精度が悪いと，アンサンブル学習の効果が薄い．</a:t>
            </a:r>
            <a:endParaRPr lang="en-US" altLang="ja-JP" sz="3600" dirty="0">
              <a:latin typeface="Source Han Sans JP Medium"/>
              <a:ea typeface="Source Han Sans JP Medium"/>
              <a:cs typeface="Source Han Sans JP Medium"/>
              <a:sym typeface="Source Han Sans JP Medium"/>
            </a:endParaRPr>
          </a:p>
          <a:p>
            <a:pPr marL="571500" lvl="0" indent="-571500">
              <a:spcBef>
                <a:spcPct val="0"/>
              </a:spcBef>
              <a:buFont typeface="Wingdings" panose="05000000000000000000" pitchFamily="2" charset="2"/>
              <a:buChar char="l"/>
            </a:pPr>
            <a:endParaRPr lang="en-US" altLang="ja-JP" sz="3600" dirty="0">
              <a:latin typeface="Source Han Sans JP Medium"/>
              <a:ea typeface="Source Han Sans JP Medium"/>
              <a:cs typeface="Source Han Sans JP Medium"/>
              <a:sym typeface="Source Han Sans JP Medium"/>
            </a:endParaRPr>
          </a:p>
          <a:p>
            <a:pPr marL="571500" lvl="0" indent="-571500">
              <a:spcBef>
                <a:spcPct val="0"/>
              </a:spcBef>
              <a:buFont typeface="Wingdings" panose="05000000000000000000" pitchFamily="2" charset="2"/>
              <a:buChar char="l"/>
            </a:pPr>
            <a:endParaRPr lang="en-US" altLang="ja-JP" sz="3600" dirty="0">
              <a:latin typeface="Source Han Sans JP Medium"/>
              <a:ea typeface="Source Han Sans JP Medium"/>
              <a:cs typeface="Source Han Sans JP Medium"/>
              <a:sym typeface="Source Han Sans JP Medium"/>
            </a:endParaRPr>
          </a:p>
          <a:p>
            <a:pPr lvl="0">
              <a:spcBef>
                <a:spcPct val="0"/>
              </a:spcBef>
            </a:pPr>
            <a:endParaRPr lang="en-US" altLang="ja-JP" sz="3600" dirty="0">
              <a:latin typeface="Source Han Sans JP Medium"/>
              <a:ea typeface="Source Han Sans JP Medium"/>
              <a:cs typeface="Source Han Sans JP Medium"/>
              <a:sym typeface="Source Han Sans JP Medium"/>
            </a:endParaRPr>
          </a:p>
          <a:p>
            <a:pPr marL="571500" lvl="0" indent="-571500">
              <a:spcBef>
                <a:spcPct val="0"/>
              </a:spcBef>
              <a:buFont typeface="Wingdings" panose="05000000000000000000" pitchFamily="2" charset="2"/>
              <a:buChar char="l"/>
            </a:pPr>
            <a:r>
              <a:rPr lang="ja-JP" altLang="en-US" sz="3600" dirty="0">
                <a:latin typeface="Source Han Sans JP Medium"/>
                <a:ea typeface="Source Han Sans JP Medium"/>
                <a:cs typeface="Source Han Sans JP Medium"/>
                <a:sym typeface="Source Han Sans JP Medium"/>
              </a:rPr>
              <a:t>パラメータを最適化させ，個々のモデルの精度を良くすれば，アンサンブル学習を行うことによる精度の向上が期待できる．</a:t>
            </a:r>
            <a:endParaRPr lang="en-US" altLang="ja-JP" sz="3600" dirty="0">
              <a:latin typeface="Source Han Sans JP Medium"/>
              <a:ea typeface="Source Han Sans JP Medium"/>
              <a:cs typeface="Source Han Sans JP Medium"/>
              <a:sym typeface="Source Han Sans JP Medium"/>
            </a:endParaRPr>
          </a:p>
        </p:txBody>
      </p:sp>
      <p:sp>
        <p:nvSpPr>
          <p:cNvPr id="27" name="矢印: 下 26">
            <a:extLst>
              <a:ext uri="{FF2B5EF4-FFF2-40B4-BE49-F238E27FC236}">
                <a16:creationId xmlns:a16="http://schemas.microsoft.com/office/drawing/2014/main" id="{5256FDF3-8EA9-6D22-BB59-28BE947A7425}"/>
              </a:ext>
            </a:extLst>
          </p:cNvPr>
          <p:cNvSpPr/>
          <p:nvPr/>
        </p:nvSpPr>
        <p:spPr>
          <a:xfrm>
            <a:off x="8535044" y="5779535"/>
            <a:ext cx="1013138" cy="612703"/>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95958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06AB-AC3E-1771-C09A-C221E0C5AA5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B65D426-E654-7199-1D94-01B6131A3FDA}"/>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C99F92D1-8BE7-9FC8-FEB2-6E971CAB3DCA}"/>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B7CA39D8-C1CC-921A-1497-B4D22BB49F9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ADD840B4-2609-6327-4D0B-8713E767ACC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88912437-F75D-E2A5-37CA-5D5D99D86E9D}"/>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6012D85A-C50E-4C95-D0E4-7B0871D82E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702A9E0A-FBCD-3EDB-F607-E19899F53C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CF8D489E-01F4-6C92-9CD3-081EB79DBAD1}"/>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381F66F8-F8BE-62BA-7DC1-8F431542162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F3601CE6-A9F0-384A-3D46-01C3AFD3D47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1286F4DF-64C1-6E1A-B976-9E5EDF607A25}"/>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2F0622B5-87D0-F472-E5B4-D3EDA8CF9051}"/>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99A9C913-C8BF-F676-3922-5D8BD924AF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DD26B43A-63B4-51D2-AB73-85ABCDDE12A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223AA390-73AB-BC64-2743-6E730D196BA4}"/>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4F1CB524-6EE0-1846-2C3F-D2D0E86942E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E88FCD26-6D7C-50E5-7452-320031CCA6D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24723D3E-498A-D4EC-38F8-8D5787FFE456}"/>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CEF08FC0-2919-4EB4-8692-F331B5698B9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60CD744B-81CE-244A-35D0-B9C602B2580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9FBE8BA4-238D-E5DB-A8FC-0DB31E52E399}"/>
              </a:ext>
            </a:extLst>
          </p:cNvPr>
          <p:cNvGrpSpPr/>
          <p:nvPr/>
        </p:nvGrpSpPr>
        <p:grpSpPr>
          <a:xfrm>
            <a:off x="9128334" y="3442072"/>
            <a:ext cx="8058208" cy="3402855"/>
            <a:chOff x="10121433" y="2372121"/>
            <a:chExt cx="6318717" cy="3402855"/>
          </a:xfrm>
        </p:grpSpPr>
        <p:sp>
          <p:nvSpPr>
            <p:cNvPr id="22" name="TextBox 22">
              <a:extLst>
                <a:ext uri="{FF2B5EF4-FFF2-40B4-BE49-F238E27FC236}">
                  <a16:creationId xmlns:a16="http://schemas.microsoft.com/office/drawing/2014/main" id="{7F6736F7-EA50-3DF8-3D0D-43678D19438C}"/>
                </a:ext>
              </a:extLst>
            </p:cNvPr>
            <p:cNvSpPr txBox="1"/>
            <p:nvPr/>
          </p:nvSpPr>
          <p:spPr>
            <a:xfrm>
              <a:off x="11273049" y="2372121"/>
              <a:ext cx="5167101" cy="3389133"/>
            </a:xfrm>
            <a:prstGeom prst="rect">
              <a:avLst/>
            </a:prstGeom>
          </p:spPr>
          <p:txBody>
            <a:bodyPr lIns="0" tIns="0" rIns="0" bIns="0" rtlCol="0" anchor="t">
              <a:spAutoFit/>
            </a:bodyPr>
            <a:lstStyle/>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研究背景</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プール沸騰実験</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ラベル分類によるアンサンブル学習</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latin typeface="Source Han Sans JP" panose="020B0600070205080204" charset="-128"/>
                  <a:ea typeface="Source Han Sans JP" panose="020B0600070205080204" charset="-128"/>
                  <a:cs typeface="Now"/>
                  <a:sym typeface="Now"/>
                </a:rPr>
                <a:t>回帰分析と</a:t>
              </a:r>
              <a:r>
                <a:rPr lang="en-US" altLang="ja-JP" sz="2999" dirty="0">
                  <a:latin typeface="Source Han Sans JP" panose="020B0600070205080204" charset="-128"/>
                  <a:ea typeface="Source Han Sans JP" panose="020B0600070205080204" charset="-128"/>
                  <a:cs typeface="Now"/>
                  <a:sym typeface="Now"/>
                </a:rPr>
                <a:t>ROC</a:t>
              </a:r>
              <a:r>
                <a:rPr lang="ja-JP" altLang="en-US" sz="2999" dirty="0">
                  <a:latin typeface="Source Han Sans JP" panose="020B0600070205080204" charset="-128"/>
                  <a:ea typeface="Source Han Sans JP" panose="020B0600070205080204" charset="-128"/>
                  <a:cs typeface="Now"/>
                  <a:sym typeface="Now"/>
                </a:rPr>
                <a:t>曲線によるモデル評価</a:t>
              </a:r>
              <a:endParaRPr lang="en-US" sz="2999" dirty="0">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今後の展望</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85364267-70EE-B621-8770-90EECD690FED}"/>
                </a:ext>
              </a:extLst>
            </p:cNvPr>
            <p:cNvSpPr txBox="1"/>
            <p:nvPr/>
          </p:nvSpPr>
          <p:spPr>
            <a:xfrm>
              <a:off x="10121433" y="2372121"/>
              <a:ext cx="1151616" cy="3402855"/>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r>
                <a:rPr lang="en-US" sz="2999" dirty="0">
                  <a:solidFill>
                    <a:srgbClr val="292B2B"/>
                  </a:solidFill>
                  <a:latin typeface="Now"/>
                  <a:ea typeface="Now"/>
                  <a:cs typeface="Now"/>
                  <a:sym typeface="Now"/>
                </a:rPr>
                <a:t>04</a:t>
              </a:r>
            </a:p>
            <a:p>
              <a:pPr algn="l">
                <a:lnSpc>
                  <a:spcPts val="5399"/>
                </a:lnSpc>
              </a:pPr>
              <a:r>
                <a:rPr lang="en-US" sz="2999" dirty="0">
                  <a:solidFill>
                    <a:srgbClr val="292B2B"/>
                  </a:solidFill>
                  <a:latin typeface="Now"/>
                  <a:ea typeface="Now"/>
                  <a:cs typeface="Now"/>
                  <a:sym typeface="Now"/>
                </a:rPr>
                <a:t>05</a:t>
              </a:r>
            </a:p>
          </p:txBody>
        </p:sp>
      </p:grpSp>
      <p:sp>
        <p:nvSpPr>
          <p:cNvPr id="24" name="TextBox 24">
            <a:extLst>
              <a:ext uri="{FF2B5EF4-FFF2-40B4-BE49-F238E27FC236}">
                <a16:creationId xmlns:a16="http://schemas.microsoft.com/office/drawing/2014/main" id="{E6B8AC38-7A93-7C72-821B-4557E685C30B}"/>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A9FD604D-BDA3-BA9D-6586-687675D23D03}"/>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B74EF0BE-F7FC-F149-710A-6C7B1B9E2DF4}"/>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DF7B84A8-0E91-F6A7-AE91-FF4124517400}"/>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16</a:t>
            </a:fld>
            <a:endParaRPr lang="en-US" sz="4800" dirty="0"/>
          </a:p>
        </p:txBody>
      </p:sp>
    </p:spTree>
    <p:extLst>
      <p:ext uri="{BB962C8B-B14F-4D97-AF65-F5344CB8AC3E}">
        <p14:creationId xmlns:p14="http://schemas.microsoft.com/office/powerpoint/2010/main" val="383704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14A1D-E3FE-666B-EC82-753B3DF2C4D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528CAD9-5073-6057-38A3-A126352D3B22}"/>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CE05A7DA-1D4E-B696-6104-41AAE43E18B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9531DF4C-40BD-1567-43F3-2D63826C296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3B352B7D-6739-E77A-25C9-1742ECC80F10}"/>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A14123E6-B4CB-5A35-185F-8E1491939B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E59487F5-888E-EBE9-6400-54C971A676D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BC029027-816D-85EB-BC27-81EEA0260B4A}"/>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958C18E2-C995-4071-3995-29834B63304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016579D5-83C5-E0CE-2C56-439DEFB4951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201F24F4-487C-71BC-E163-925D31D5F5D7}"/>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E5E288B5-60F1-6ADA-3863-AA6C5E999256}"/>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73FF0BE2-8B0A-8025-0C5D-119B284F0EA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DDD1A44E-EE6D-B488-19ED-CF383E046D7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11500CAF-26CD-87BA-ED84-7A3DC04B20F7}"/>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E13C35BC-1DA5-AE1C-57C3-28DB0B5838B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FCB97B0A-59FE-B02B-320F-42CE75B2EFB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BF1C421B-1F3E-B566-DE9C-2B32E04C6E74}"/>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EC825213-663B-334C-46A1-C173297E762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52341E6C-4EAF-544C-BC04-B844FD07877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3BF119E0-E7A4-A0C6-0B73-22182B08AB56}"/>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5" name="TextBox 25">
            <a:extLst>
              <a:ext uri="{FF2B5EF4-FFF2-40B4-BE49-F238E27FC236}">
                <a16:creationId xmlns:a16="http://schemas.microsoft.com/office/drawing/2014/main" id="{92A7CDFD-D688-4110-680F-1BC861DDC03D}"/>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04</a:t>
            </a:r>
          </a:p>
        </p:txBody>
      </p:sp>
      <p:sp>
        <p:nvSpPr>
          <p:cNvPr id="23" name="スライド番号プレースホルダー 28">
            <a:extLst>
              <a:ext uri="{FF2B5EF4-FFF2-40B4-BE49-F238E27FC236}">
                <a16:creationId xmlns:a16="http://schemas.microsoft.com/office/drawing/2014/main" id="{9FDB6627-992F-33AB-528E-3B899AA8598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17</a:t>
            </a:fld>
            <a:endParaRPr lang="en-US" sz="4800" dirty="0"/>
          </a:p>
        </p:txBody>
      </p:sp>
      <p:sp>
        <p:nvSpPr>
          <p:cNvPr id="22" name="TextBox 24">
            <a:extLst>
              <a:ext uri="{FF2B5EF4-FFF2-40B4-BE49-F238E27FC236}">
                <a16:creationId xmlns:a16="http://schemas.microsoft.com/office/drawing/2014/main" id="{2386411B-EEC3-885A-5EA6-FFBEF340D076}"/>
              </a:ext>
            </a:extLst>
          </p:cNvPr>
          <p:cNvSpPr txBox="1"/>
          <p:nvPr/>
        </p:nvSpPr>
        <p:spPr>
          <a:xfrm>
            <a:off x="2709918" y="1676416"/>
            <a:ext cx="10472681" cy="727187"/>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6" name="TextBox 26">
            <a:extLst>
              <a:ext uri="{FF2B5EF4-FFF2-40B4-BE49-F238E27FC236}">
                <a16:creationId xmlns:a16="http://schemas.microsoft.com/office/drawing/2014/main" id="{3EE77BFB-5331-6984-AC78-AC401F5DA0C3}"/>
              </a:ext>
            </a:extLst>
          </p:cNvPr>
          <p:cNvSpPr txBox="1"/>
          <p:nvPr/>
        </p:nvSpPr>
        <p:spPr>
          <a:xfrm>
            <a:off x="1028700" y="2798054"/>
            <a:ext cx="3581400" cy="525978"/>
          </a:xfrm>
          <a:prstGeom prst="rect">
            <a:avLst/>
          </a:prstGeom>
        </p:spPr>
        <p:txBody>
          <a:bodyPr wrap="square" lIns="0" tIns="0" rIns="0" bIns="0" rtlCol="0" anchor="t">
            <a:spAutoFit/>
          </a:bodyPr>
          <a:lstStyle/>
          <a:p>
            <a:pPr marL="0" lvl="0" indent="0" algn="l">
              <a:lnSpc>
                <a:spcPts val="4480"/>
              </a:lnSpc>
              <a:spcBef>
                <a:spcPct val="0"/>
              </a:spcBef>
            </a:pPr>
            <a:r>
              <a:rPr 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ROC</a:t>
            </a:r>
            <a:r>
              <a:rPr lang="ja-JP" altLang="en-US" sz="2800" dirty="0">
                <a:solidFill>
                  <a:srgbClr val="292B2B"/>
                </a:solidFill>
                <a:latin typeface="Source Han Sans JP Medium"/>
                <a:ea typeface="Source Han Sans JP Medium"/>
                <a:cs typeface="Source Han Sans JP Medium"/>
                <a:sym typeface="Source Han Sans JP Medium"/>
              </a:rPr>
              <a:t>曲線とは？</a:t>
            </a:r>
            <a:r>
              <a:rPr lang="en-US" sz="2800" dirty="0">
                <a:solidFill>
                  <a:srgbClr val="292B2B"/>
                </a:solidFill>
                <a:latin typeface="Source Han Sans JP Medium"/>
                <a:ea typeface="Source Han Sans JP Medium"/>
                <a:cs typeface="Source Han Sans JP Medium"/>
                <a:sym typeface="Source Han Sans JP Medium"/>
              </a:rPr>
              <a:t>]</a:t>
            </a:r>
          </a:p>
        </p:txBody>
      </p:sp>
      <p:sp>
        <p:nvSpPr>
          <p:cNvPr id="27" name="テキスト ボックス 26">
            <a:extLst>
              <a:ext uri="{FF2B5EF4-FFF2-40B4-BE49-F238E27FC236}">
                <a16:creationId xmlns:a16="http://schemas.microsoft.com/office/drawing/2014/main" id="{7A02A666-FBB7-4778-7336-7219B25049C4}"/>
              </a:ext>
            </a:extLst>
          </p:cNvPr>
          <p:cNvSpPr txBox="1"/>
          <p:nvPr/>
        </p:nvSpPr>
        <p:spPr>
          <a:xfrm>
            <a:off x="848489" y="3505525"/>
            <a:ext cx="9867900" cy="522131"/>
          </a:xfrm>
          <a:prstGeom prst="rect">
            <a:avLst/>
          </a:prstGeom>
          <a:noFill/>
        </p:spPr>
        <p:txBody>
          <a:bodyPr wrap="square">
            <a:spAutoFit/>
          </a:bodyPr>
          <a:lstStyle/>
          <a:p>
            <a:pPr marL="457200" indent="-457200" algn="l">
              <a:lnSpc>
                <a:spcPts val="3520"/>
              </a:lnSpc>
              <a:buClr>
                <a:srgbClr val="64A4A3"/>
              </a:buClr>
              <a:buSzPct val="100000"/>
              <a:buFont typeface="Wingdings" panose="05000000000000000000" pitchFamily="2" charset="2"/>
              <a:buChar char="l"/>
            </a:pPr>
            <a:r>
              <a:rPr lang="ja-JP" altLang="en-US" sz="2800" b="1" u="none" strike="noStrike" dirty="0">
                <a:solidFill>
                  <a:srgbClr val="292B2B"/>
                </a:solidFill>
                <a:latin typeface="Source Han Sans JP"/>
                <a:ea typeface="Source Han Sans JP"/>
                <a:cs typeface="Source Han Sans JP"/>
                <a:sym typeface="Source Han Sans JP"/>
              </a:rPr>
              <a:t>分類問題で</a:t>
            </a:r>
            <a:r>
              <a:rPr lang="ja-JP" altLang="en-US" sz="2800" b="1" u="sng" strike="noStrike" dirty="0">
                <a:solidFill>
                  <a:srgbClr val="292B2B"/>
                </a:solidFill>
                <a:latin typeface="Source Han Sans JP"/>
                <a:ea typeface="Source Han Sans JP"/>
                <a:cs typeface="Source Han Sans JP"/>
                <a:sym typeface="Source Han Sans JP"/>
              </a:rPr>
              <a:t>良いモデル</a:t>
            </a:r>
            <a:r>
              <a:rPr lang="ja-JP" altLang="en-US" sz="2800" b="1" u="none" strike="noStrike" dirty="0">
                <a:solidFill>
                  <a:srgbClr val="292B2B"/>
                </a:solidFill>
                <a:latin typeface="Source Han Sans JP"/>
                <a:ea typeface="Source Han Sans JP"/>
                <a:cs typeface="Source Han Sans JP"/>
                <a:sym typeface="Source Han Sans JP"/>
              </a:rPr>
              <a:t>かどうかを評価するためのグラフ</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32" name="矢印: 下 31">
            <a:extLst>
              <a:ext uri="{FF2B5EF4-FFF2-40B4-BE49-F238E27FC236}">
                <a16:creationId xmlns:a16="http://schemas.microsoft.com/office/drawing/2014/main" id="{A3F34285-905B-4A60-282B-78A8FA6D7E48}"/>
              </a:ext>
            </a:extLst>
          </p:cNvPr>
          <p:cNvSpPr/>
          <p:nvPr/>
        </p:nvSpPr>
        <p:spPr>
          <a:xfrm>
            <a:off x="5198108" y="4030662"/>
            <a:ext cx="794063" cy="45004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3" name="テキスト ボックス 32">
            <a:extLst>
              <a:ext uri="{FF2B5EF4-FFF2-40B4-BE49-F238E27FC236}">
                <a16:creationId xmlns:a16="http://schemas.microsoft.com/office/drawing/2014/main" id="{328B630F-EF36-23D5-DAC6-4326EE8C8512}"/>
              </a:ext>
            </a:extLst>
          </p:cNvPr>
          <p:cNvSpPr txBox="1"/>
          <p:nvPr/>
        </p:nvSpPr>
        <p:spPr>
          <a:xfrm>
            <a:off x="793747" y="4607862"/>
            <a:ext cx="13944600" cy="541174"/>
          </a:xfrm>
          <a:prstGeom prst="rect">
            <a:avLst/>
          </a:prstGeom>
          <a:noFill/>
        </p:spPr>
        <p:txBody>
          <a:bodyPr wrap="square">
            <a:spAutoFit/>
          </a:bodyPr>
          <a:lstStyle/>
          <a:p>
            <a:pPr algn="l">
              <a:lnSpc>
                <a:spcPts val="3520"/>
              </a:lnSpc>
              <a:buClr>
                <a:srgbClr val="64A4A3"/>
              </a:buClr>
              <a:buSzPct val="100000"/>
            </a:pPr>
            <a:r>
              <a:rPr lang="ja-JP" altLang="en-US" sz="2800" b="1" dirty="0">
                <a:solidFill>
                  <a:srgbClr val="292B2B"/>
                </a:solidFill>
                <a:latin typeface="Source Han Sans JP"/>
                <a:ea typeface="Source Han Sans JP"/>
                <a:cs typeface="Source Han Sans JP"/>
                <a:sym typeface="Source Han Sans JP"/>
              </a:rPr>
              <a:t>「</a:t>
            </a:r>
            <a:r>
              <a:rPr lang="ja-JP" altLang="en-US" sz="2800" b="1" u="sng" dirty="0">
                <a:solidFill>
                  <a:srgbClr val="292B2B"/>
                </a:solidFill>
                <a:latin typeface="Source Han Sans JP"/>
                <a:ea typeface="Source Han Sans JP"/>
                <a:cs typeface="Source Han Sans JP"/>
                <a:sym typeface="Source Han Sans JP"/>
              </a:rPr>
              <a:t>正しく判定できる</a:t>
            </a:r>
            <a:r>
              <a:rPr lang="ja-JP" altLang="en-US" sz="2800" b="1" dirty="0">
                <a:solidFill>
                  <a:srgbClr val="292B2B"/>
                </a:solidFill>
                <a:latin typeface="Source Han Sans JP"/>
                <a:ea typeface="Source Han Sans JP"/>
                <a:cs typeface="Source Han Sans JP"/>
                <a:sym typeface="Source Han Sans JP"/>
              </a:rPr>
              <a:t>」と「</a:t>
            </a:r>
            <a:r>
              <a:rPr lang="ja-JP" altLang="en-US" sz="2800" b="1" u="sng" dirty="0">
                <a:solidFill>
                  <a:srgbClr val="292B2B"/>
                </a:solidFill>
                <a:latin typeface="Source Han Sans JP"/>
                <a:ea typeface="Source Han Sans JP"/>
                <a:cs typeface="Source Han Sans JP"/>
                <a:sym typeface="Source Han Sans JP"/>
              </a:rPr>
              <a:t>誤って判定しない</a:t>
            </a:r>
            <a:r>
              <a:rPr lang="ja-JP" altLang="en-US" sz="2800" b="1" dirty="0">
                <a:solidFill>
                  <a:srgbClr val="292B2B"/>
                </a:solidFill>
                <a:latin typeface="Source Han Sans JP"/>
                <a:ea typeface="Source Han Sans JP"/>
                <a:cs typeface="Source Han Sans JP"/>
                <a:sym typeface="Source Han Sans JP"/>
              </a:rPr>
              <a:t>」をバランスしたモデル</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35" name="テキスト ボックス 34">
            <a:extLst>
              <a:ext uri="{FF2B5EF4-FFF2-40B4-BE49-F238E27FC236}">
                <a16:creationId xmlns:a16="http://schemas.microsoft.com/office/drawing/2014/main" id="{75774C4E-2349-C65E-3B33-A236225DBABF}"/>
              </a:ext>
            </a:extLst>
          </p:cNvPr>
          <p:cNvSpPr txBox="1"/>
          <p:nvPr/>
        </p:nvSpPr>
        <p:spPr>
          <a:xfrm>
            <a:off x="13385391" y="4607862"/>
            <a:ext cx="4191000" cy="541174"/>
          </a:xfrm>
          <a:prstGeom prst="rect">
            <a:avLst/>
          </a:prstGeom>
          <a:noFill/>
        </p:spPr>
        <p:txBody>
          <a:bodyPr wrap="square">
            <a:spAutoFit/>
          </a:bodyPr>
          <a:lstStyle/>
          <a:p>
            <a:pPr algn="l">
              <a:lnSpc>
                <a:spcPts val="3520"/>
              </a:lnSpc>
              <a:buClr>
                <a:srgbClr val="64A4A3"/>
              </a:buClr>
              <a:buSzPct val="100000"/>
            </a:pPr>
            <a:r>
              <a:rPr lang="ja-JP" altLang="en-US" sz="3200" b="1" dirty="0">
                <a:solidFill>
                  <a:srgbClr val="292B2B"/>
                </a:solidFill>
                <a:latin typeface="Source Han Sans JP"/>
                <a:ea typeface="Source Han Sans JP"/>
                <a:cs typeface="Source Han Sans JP"/>
                <a:sym typeface="Source Han Sans JP"/>
              </a:rPr>
              <a:t>真陽性率と偽陽性率</a:t>
            </a:r>
            <a:endParaRPr lang="en-US" altLang="ja-JP" sz="32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grpSp>
        <p:nvGrpSpPr>
          <p:cNvPr id="38" name="グループ化 37">
            <a:extLst>
              <a:ext uri="{FF2B5EF4-FFF2-40B4-BE49-F238E27FC236}">
                <a16:creationId xmlns:a16="http://schemas.microsoft.com/office/drawing/2014/main" id="{85012B2D-C7B6-02BE-B6B3-0D7177540A06}"/>
              </a:ext>
            </a:extLst>
          </p:cNvPr>
          <p:cNvGrpSpPr/>
          <p:nvPr/>
        </p:nvGrpSpPr>
        <p:grpSpPr>
          <a:xfrm>
            <a:off x="1038989" y="5304791"/>
            <a:ext cx="10909372" cy="2191729"/>
            <a:chOff x="623903" y="7678509"/>
            <a:chExt cx="16863997" cy="1288743"/>
          </a:xfrm>
        </p:grpSpPr>
        <p:sp>
          <p:nvSpPr>
            <p:cNvPr id="34" name="テキスト ボックス 33">
              <a:extLst>
                <a:ext uri="{FF2B5EF4-FFF2-40B4-BE49-F238E27FC236}">
                  <a16:creationId xmlns:a16="http://schemas.microsoft.com/office/drawing/2014/main" id="{FC9E7FF9-BDA8-8CF5-3D0E-B6C63BC1E481}"/>
                </a:ext>
              </a:extLst>
            </p:cNvPr>
            <p:cNvSpPr txBox="1"/>
            <p:nvPr/>
          </p:nvSpPr>
          <p:spPr>
            <a:xfrm>
              <a:off x="800099" y="7785976"/>
              <a:ext cx="16687801" cy="990015"/>
            </a:xfrm>
            <a:prstGeom prst="rect">
              <a:avLst/>
            </a:prstGeom>
            <a:noFill/>
          </p:spPr>
          <p:txBody>
            <a:bodyPr wrap="square">
              <a:spAutoFit/>
            </a:bodyPr>
            <a:lstStyle/>
            <a:p>
              <a:pPr algn="l">
                <a:lnSpc>
                  <a:spcPts val="3520"/>
                </a:lnSpc>
                <a:buClr>
                  <a:srgbClr val="64A4A3"/>
                </a:buClr>
                <a:buSzPct val="100000"/>
              </a:pPr>
              <a:r>
                <a:rPr lang="ja-JP" altLang="en-US" sz="2800" b="1" u="none" strike="noStrike" dirty="0">
                  <a:solidFill>
                    <a:srgbClr val="292B2B"/>
                  </a:solidFill>
                  <a:latin typeface="Source Han Sans JP"/>
                  <a:ea typeface="Source Han Sans JP"/>
                  <a:cs typeface="Source Han Sans JP"/>
                  <a:sym typeface="Source Han Sans JP"/>
                </a:rPr>
                <a:t>真陽性率・・全ての</a:t>
              </a:r>
              <a:r>
                <a:rPr lang="ja-JP" altLang="en-US" sz="2800" b="1" u="none" strike="noStrike" dirty="0">
                  <a:solidFill>
                    <a:srgbClr val="6CA8A7"/>
                  </a:solidFill>
                  <a:latin typeface="Source Han Sans JP"/>
                  <a:ea typeface="Source Han Sans JP"/>
                  <a:cs typeface="Source Han Sans JP"/>
                  <a:sym typeface="Source Han Sans JP"/>
                </a:rPr>
                <a:t>陽性</a:t>
              </a:r>
              <a:r>
                <a:rPr lang="ja-JP" altLang="en-US" sz="2800" b="1" u="none" strike="noStrike" dirty="0">
                  <a:solidFill>
                    <a:srgbClr val="292B2B"/>
                  </a:solidFill>
                  <a:latin typeface="Source Han Sans JP"/>
                  <a:ea typeface="Source Han Sans JP"/>
                  <a:cs typeface="Source Han Sans JP"/>
                  <a:sym typeface="Source Han Sans JP"/>
                </a:rPr>
                <a:t>のうち，実際に</a:t>
              </a:r>
              <a:r>
                <a:rPr lang="ja-JP" altLang="en-US" sz="2800" b="1" u="none" strike="noStrike" dirty="0">
                  <a:solidFill>
                    <a:srgbClr val="6CA8A7"/>
                  </a:solidFill>
                  <a:latin typeface="Source Han Sans JP"/>
                  <a:ea typeface="Source Han Sans JP"/>
                  <a:cs typeface="Source Han Sans JP"/>
                  <a:sym typeface="Source Han Sans JP"/>
                </a:rPr>
                <a:t>陽性</a:t>
              </a:r>
              <a:r>
                <a:rPr lang="ja-JP" altLang="en-US" sz="2800" b="1" u="none" strike="noStrike" dirty="0">
                  <a:solidFill>
                    <a:srgbClr val="292B2B"/>
                  </a:solidFill>
                  <a:latin typeface="Source Han Sans JP"/>
                  <a:ea typeface="Source Han Sans JP"/>
                  <a:cs typeface="Source Han Sans JP"/>
                  <a:sym typeface="Source Han Sans JP"/>
                </a:rPr>
                <a:t>であるものを正しく</a:t>
              </a:r>
              <a:r>
                <a:rPr lang="ja-JP" altLang="en-US" sz="2800" b="1" u="none" strike="noStrike" dirty="0">
                  <a:solidFill>
                    <a:srgbClr val="6CA8A7"/>
                  </a:solidFill>
                  <a:latin typeface="Source Han Sans JP"/>
                  <a:ea typeface="Source Han Sans JP"/>
                  <a:cs typeface="Source Han Sans JP"/>
                  <a:sym typeface="Source Han Sans JP"/>
                </a:rPr>
                <a:t>陽性</a:t>
              </a:r>
              <a:r>
                <a:rPr lang="ja-JP" altLang="en-US" sz="2800" b="1" u="none" strike="noStrike" dirty="0">
                  <a:solidFill>
                    <a:srgbClr val="292B2B"/>
                  </a:solidFill>
                  <a:latin typeface="Source Han Sans JP"/>
                  <a:ea typeface="Source Han Sans JP"/>
                  <a:cs typeface="Source Han Sans JP"/>
                  <a:sym typeface="Source Han Sans JP"/>
                </a:rPr>
                <a:t>と判断できた割合</a:t>
              </a:r>
              <a:endParaRPr lang="en-US" altLang="ja-JP" sz="2800" b="1" u="none" strike="noStrike" dirty="0">
                <a:solidFill>
                  <a:srgbClr val="292B2B"/>
                </a:solidFill>
                <a:latin typeface="Source Han Sans JP"/>
                <a:ea typeface="Source Han Sans JP"/>
                <a:cs typeface="Source Han Sans JP"/>
                <a:sym typeface="Source Han Sans JP"/>
              </a:endParaRPr>
            </a:p>
            <a:p>
              <a:pPr algn="l">
                <a:lnSpc>
                  <a:spcPts val="3520"/>
                </a:lnSpc>
                <a:buClr>
                  <a:srgbClr val="64A4A3"/>
                </a:buClr>
                <a:buSzPct val="100000"/>
              </a:pPr>
              <a:r>
                <a:rPr lang="ja-JP" altLang="en-US" sz="2800" b="1" dirty="0">
                  <a:solidFill>
                    <a:srgbClr val="292B2B"/>
                  </a:solidFill>
                  <a:latin typeface="Source Han Sans JP"/>
                  <a:ea typeface="Source Han Sans JP"/>
                  <a:cs typeface="Source Han Sans JP"/>
                  <a:sym typeface="Source Han Sans JP"/>
                </a:rPr>
                <a:t>偽陽性率・・全ての</a:t>
              </a:r>
              <a:r>
                <a:rPr lang="ja-JP" altLang="en-US" sz="2800" b="1" dirty="0">
                  <a:solidFill>
                    <a:srgbClr val="6CA8A7"/>
                  </a:solidFill>
                  <a:latin typeface="Source Han Sans JP"/>
                  <a:ea typeface="Source Han Sans JP"/>
                  <a:cs typeface="Source Han Sans JP"/>
                  <a:sym typeface="Source Han Sans JP"/>
                </a:rPr>
                <a:t>陰性</a:t>
              </a:r>
              <a:r>
                <a:rPr lang="ja-JP" altLang="en-US" sz="2800" b="1" dirty="0">
                  <a:solidFill>
                    <a:srgbClr val="292B2B"/>
                  </a:solidFill>
                  <a:latin typeface="Source Han Sans JP"/>
                  <a:ea typeface="Source Han Sans JP"/>
                  <a:cs typeface="Source Han Sans JP"/>
                  <a:sym typeface="Source Han Sans JP"/>
                </a:rPr>
                <a:t>のうち，実際に</a:t>
              </a:r>
              <a:r>
                <a:rPr lang="ja-JP" altLang="en-US" sz="2800" b="1" dirty="0">
                  <a:solidFill>
                    <a:srgbClr val="6CA8A7"/>
                  </a:solidFill>
                  <a:latin typeface="Source Han Sans JP"/>
                  <a:ea typeface="Source Han Sans JP"/>
                  <a:cs typeface="Source Han Sans JP"/>
                  <a:sym typeface="Source Han Sans JP"/>
                </a:rPr>
                <a:t>陰性</a:t>
              </a:r>
              <a:r>
                <a:rPr lang="ja-JP" altLang="en-US" sz="2800" b="1" dirty="0">
                  <a:solidFill>
                    <a:srgbClr val="292B2B"/>
                  </a:solidFill>
                  <a:latin typeface="Source Han Sans JP"/>
                  <a:ea typeface="Source Han Sans JP"/>
                  <a:cs typeface="Source Han Sans JP"/>
                  <a:sym typeface="Source Han Sans JP"/>
                </a:rPr>
                <a:t>であるものを誤って</a:t>
              </a:r>
              <a:r>
                <a:rPr lang="ja-JP" altLang="en-US" sz="2800" b="1" dirty="0">
                  <a:solidFill>
                    <a:srgbClr val="6CA8A7"/>
                  </a:solidFill>
                  <a:latin typeface="Source Han Sans JP"/>
                  <a:ea typeface="Source Han Sans JP"/>
                  <a:cs typeface="Source Han Sans JP"/>
                  <a:sym typeface="Source Han Sans JP"/>
                </a:rPr>
                <a:t>陽性</a:t>
              </a:r>
              <a:r>
                <a:rPr lang="ja-JP" altLang="en-US" sz="2800" b="1" dirty="0">
                  <a:solidFill>
                    <a:srgbClr val="292B2B"/>
                  </a:solidFill>
                  <a:latin typeface="Source Han Sans JP"/>
                  <a:ea typeface="Source Han Sans JP"/>
                  <a:cs typeface="Source Han Sans JP"/>
                  <a:sym typeface="Source Han Sans JP"/>
                </a:rPr>
                <a:t>と判断した割合</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37" name="四角形: 角を丸くする 36">
              <a:extLst>
                <a:ext uri="{FF2B5EF4-FFF2-40B4-BE49-F238E27FC236}">
                  <a16:creationId xmlns:a16="http://schemas.microsoft.com/office/drawing/2014/main" id="{64DAC289-01DE-CB90-CA06-1E8E6E59CDD5}"/>
                </a:ext>
              </a:extLst>
            </p:cNvPr>
            <p:cNvSpPr/>
            <p:nvPr/>
          </p:nvSpPr>
          <p:spPr>
            <a:xfrm>
              <a:off x="623903" y="7678509"/>
              <a:ext cx="16778272" cy="128874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grpSp>
      <p:sp>
        <p:nvSpPr>
          <p:cNvPr id="24" name="矢印: 下 23">
            <a:extLst>
              <a:ext uri="{FF2B5EF4-FFF2-40B4-BE49-F238E27FC236}">
                <a16:creationId xmlns:a16="http://schemas.microsoft.com/office/drawing/2014/main" id="{16E126AC-C01F-54FD-9B86-2A4FF1737F14}"/>
              </a:ext>
            </a:extLst>
          </p:cNvPr>
          <p:cNvSpPr/>
          <p:nvPr/>
        </p:nvSpPr>
        <p:spPr>
          <a:xfrm rot="16200000">
            <a:off x="12325993" y="4591983"/>
            <a:ext cx="794063" cy="55872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8" name="テキスト ボックス 27">
            <a:extLst>
              <a:ext uri="{FF2B5EF4-FFF2-40B4-BE49-F238E27FC236}">
                <a16:creationId xmlns:a16="http://schemas.microsoft.com/office/drawing/2014/main" id="{5FD26B50-1104-4ED1-AA5C-3F5650C4B949}"/>
              </a:ext>
            </a:extLst>
          </p:cNvPr>
          <p:cNvSpPr txBox="1"/>
          <p:nvPr/>
        </p:nvSpPr>
        <p:spPr>
          <a:xfrm>
            <a:off x="885825" y="7842546"/>
            <a:ext cx="11849100" cy="970971"/>
          </a:xfrm>
          <a:prstGeom prst="rect">
            <a:avLst/>
          </a:prstGeom>
          <a:noFill/>
        </p:spPr>
        <p:txBody>
          <a:bodyPr wrap="square">
            <a:spAutoFit/>
          </a:bodyPr>
          <a:lstStyle/>
          <a:p>
            <a:pPr marL="457200" indent="-457200" algn="l">
              <a:lnSpc>
                <a:spcPts val="3520"/>
              </a:lnSpc>
              <a:buClr>
                <a:srgbClr val="64A4A3"/>
              </a:buClr>
              <a:buSzPct val="100000"/>
              <a:buFont typeface="Wingdings" panose="05000000000000000000" pitchFamily="2" charset="2"/>
              <a:buChar char="l"/>
            </a:pPr>
            <a:r>
              <a:rPr lang="ja-JP" altLang="en-US" sz="2800" b="1" dirty="0">
                <a:solidFill>
                  <a:srgbClr val="292B2B"/>
                </a:solidFill>
                <a:latin typeface="Source Han Sans JP"/>
                <a:ea typeface="Source Han Sans JP"/>
                <a:cs typeface="Source Han Sans JP"/>
                <a:sym typeface="Source Han Sans JP"/>
              </a:rPr>
              <a:t>陽性と陰性に分類する際の閾値を変更した際の真陽性率と偽陽性率の値をプロットしていく</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pic>
        <p:nvPicPr>
          <p:cNvPr id="30" name="図 29" descr="グラフ, 折れ線グラフ&#10;&#10;自動的に生成された説明">
            <a:extLst>
              <a:ext uri="{FF2B5EF4-FFF2-40B4-BE49-F238E27FC236}">
                <a16:creationId xmlns:a16="http://schemas.microsoft.com/office/drawing/2014/main" id="{589D97CC-0479-68D2-B1E8-586C8D95F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86738" y="1271051"/>
            <a:ext cx="3981518" cy="3203263"/>
          </a:xfrm>
          <a:prstGeom prst="rect">
            <a:avLst/>
          </a:prstGeom>
        </p:spPr>
      </p:pic>
      <p:pic>
        <p:nvPicPr>
          <p:cNvPr id="40" name="図 39" descr="グラフ&#10;&#10;自動的に生成された説明">
            <a:extLst>
              <a:ext uri="{FF2B5EF4-FFF2-40B4-BE49-F238E27FC236}">
                <a16:creationId xmlns:a16="http://schemas.microsoft.com/office/drawing/2014/main" id="{D5B9959C-C119-7F76-A46C-0992E82405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3661" y="5760317"/>
            <a:ext cx="5874574" cy="3203262"/>
          </a:xfrm>
          <a:prstGeom prst="rect">
            <a:avLst/>
          </a:prstGeom>
        </p:spPr>
      </p:pic>
      <p:sp>
        <p:nvSpPr>
          <p:cNvPr id="41" name="テキスト ボックス 40">
            <a:extLst>
              <a:ext uri="{FF2B5EF4-FFF2-40B4-BE49-F238E27FC236}">
                <a16:creationId xmlns:a16="http://schemas.microsoft.com/office/drawing/2014/main" id="{66D27F77-D698-2B92-842D-A7A0EFA0B9D5}"/>
              </a:ext>
            </a:extLst>
          </p:cNvPr>
          <p:cNvSpPr txBox="1"/>
          <p:nvPr/>
        </p:nvSpPr>
        <p:spPr>
          <a:xfrm>
            <a:off x="885825" y="9526851"/>
            <a:ext cx="15967484" cy="369332"/>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キカガク</a:t>
            </a:r>
            <a:r>
              <a:rPr lang="en-US" altLang="ja-JP" dirty="0">
                <a:solidFill>
                  <a:srgbClr val="292B2B"/>
                </a:solidFill>
                <a:latin typeface="Source Han Sans JP"/>
                <a:ea typeface="Source Han Sans JP"/>
                <a:cs typeface="Source Han Sans JP"/>
                <a:sym typeface="Source Han Sans JP"/>
              </a:rPr>
              <a:t>, “【</a:t>
            </a:r>
            <a:r>
              <a:rPr lang="ja-JP" altLang="en-US" dirty="0">
                <a:solidFill>
                  <a:srgbClr val="292B2B"/>
                </a:solidFill>
                <a:latin typeface="Source Han Sans JP"/>
                <a:ea typeface="Source Han Sans JP"/>
                <a:cs typeface="Source Han Sans JP"/>
                <a:sym typeface="Source Han Sans JP"/>
              </a:rPr>
              <a:t>評価指標</a:t>
            </a:r>
            <a:r>
              <a:rPr lang="en-US" altLang="ja-JP" dirty="0">
                <a:solidFill>
                  <a:srgbClr val="292B2B"/>
                </a:solidFill>
                <a:latin typeface="Source Han Sans JP"/>
                <a:ea typeface="Source Han Sans JP"/>
                <a:cs typeface="Source Han Sans JP"/>
                <a:sym typeface="Source Han Sans JP"/>
              </a:rPr>
              <a:t>】ROC</a:t>
            </a:r>
            <a:r>
              <a:rPr lang="ja-JP" altLang="en-US" dirty="0">
                <a:solidFill>
                  <a:srgbClr val="292B2B"/>
                </a:solidFill>
                <a:latin typeface="Source Han Sans JP"/>
                <a:ea typeface="Source Han Sans JP"/>
                <a:cs typeface="Source Han Sans JP"/>
                <a:sym typeface="Source Han Sans JP"/>
              </a:rPr>
              <a:t>曲線と</a:t>
            </a:r>
            <a:r>
              <a:rPr lang="en-US" altLang="ja-JP" dirty="0">
                <a:solidFill>
                  <a:srgbClr val="292B2B"/>
                </a:solidFill>
                <a:latin typeface="Source Han Sans JP"/>
                <a:ea typeface="Source Han Sans JP"/>
                <a:cs typeface="Source Han Sans JP"/>
                <a:sym typeface="Source Han Sans JP"/>
              </a:rPr>
              <a:t>AUC</a:t>
            </a:r>
            <a:r>
              <a:rPr lang="ja-JP" altLang="en-US" dirty="0">
                <a:solidFill>
                  <a:srgbClr val="292B2B"/>
                </a:solidFill>
                <a:latin typeface="Source Han Sans JP"/>
                <a:ea typeface="Source Han Sans JP"/>
                <a:cs typeface="Source Han Sans JP"/>
                <a:sym typeface="Source Han Sans JP"/>
              </a:rPr>
              <a:t>について分かりやすく解説してみた</a:t>
            </a:r>
            <a:r>
              <a:rPr lang="en-US" altLang="ja-JP" dirty="0">
                <a:solidFill>
                  <a:srgbClr val="292B2B"/>
                </a:solidFill>
                <a:latin typeface="Source Han Sans JP"/>
                <a:ea typeface="Source Han Sans JP"/>
                <a:cs typeface="Source Han Sans JP"/>
                <a:sym typeface="Source Han Sans JP"/>
              </a:rPr>
              <a:t>”,  2024</a:t>
            </a:r>
            <a:r>
              <a:rPr lang="ja-JP" altLang="en-US" dirty="0">
                <a:solidFill>
                  <a:srgbClr val="292B2B"/>
                </a:solidFill>
                <a:latin typeface="Source Han Sans JP"/>
                <a:ea typeface="Source Han Sans JP"/>
                <a:cs typeface="Source Han Sans JP"/>
                <a:sym typeface="Source Han Sans JP"/>
              </a:rPr>
              <a:t>年</a:t>
            </a:r>
            <a:r>
              <a:rPr lang="en-US" altLang="ja-JP" dirty="0">
                <a:solidFill>
                  <a:srgbClr val="292B2B"/>
                </a:solidFill>
                <a:latin typeface="Source Han Sans JP"/>
                <a:ea typeface="Source Han Sans JP"/>
                <a:cs typeface="Source Han Sans JP"/>
                <a:sym typeface="Source Han Sans JP"/>
              </a:rPr>
              <a:t>4</a:t>
            </a:r>
            <a:r>
              <a:rPr lang="ja-JP" altLang="en-US" dirty="0">
                <a:solidFill>
                  <a:srgbClr val="292B2B"/>
                </a:solidFill>
                <a:latin typeface="Source Han Sans JP"/>
                <a:ea typeface="Source Han Sans JP"/>
                <a:cs typeface="Source Han Sans JP"/>
                <a:sym typeface="Source Han Sans JP"/>
              </a:rPr>
              <a:t>月</a:t>
            </a:r>
            <a:r>
              <a:rPr lang="en-US" altLang="ja-JP" dirty="0">
                <a:solidFill>
                  <a:srgbClr val="292B2B"/>
                </a:solidFill>
                <a:latin typeface="Source Han Sans JP"/>
                <a:ea typeface="Source Han Sans JP"/>
                <a:cs typeface="Source Han Sans JP"/>
                <a:sym typeface="Source Han Sans JP"/>
              </a:rPr>
              <a:t>15</a:t>
            </a:r>
            <a:r>
              <a:rPr lang="ja-JP" altLang="en-US" dirty="0">
                <a:solidFill>
                  <a:srgbClr val="292B2B"/>
                </a:solidFill>
                <a:latin typeface="Source Han Sans JP"/>
                <a:ea typeface="Source Han Sans JP"/>
                <a:cs typeface="Source Han Sans JP"/>
                <a:sym typeface="Source Han Sans JP"/>
              </a:rPr>
              <a:t>日</a:t>
            </a:r>
            <a:r>
              <a:rPr lang="en-US" altLang="ja-JP"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hlinkClick r:id="rId4"/>
              </a:rPr>
              <a:t>https://www.kikagaku.co.jp/kikagaku-blog/roc-auc/</a:t>
            </a:r>
            <a:endParaRPr lang="en-US" altLang="ja-JP" dirty="0">
              <a:solidFill>
                <a:srgbClr val="292B2B"/>
              </a:solidFill>
              <a:latin typeface="Source Han Sans JP"/>
              <a:ea typeface="Source Han Sans JP"/>
              <a:cs typeface="Source Han Sans JP"/>
              <a:sym typeface="Source Han Sans JP"/>
            </a:endParaRPr>
          </a:p>
        </p:txBody>
      </p:sp>
      <p:sp>
        <p:nvSpPr>
          <p:cNvPr id="43" name="テキスト ボックス 42">
            <a:extLst>
              <a:ext uri="{FF2B5EF4-FFF2-40B4-BE49-F238E27FC236}">
                <a16:creationId xmlns:a16="http://schemas.microsoft.com/office/drawing/2014/main" id="{FCA12108-106E-21A0-7160-A8A7BC367D5E}"/>
              </a:ext>
            </a:extLst>
          </p:cNvPr>
          <p:cNvSpPr txBox="1"/>
          <p:nvPr/>
        </p:nvSpPr>
        <p:spPr>
          <a:xfrm>
            <a:off x="16853309" y="8572208"/>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sp>
        <p:nvSpPr>
          <p:cNvPr id="44" name="テキスト ボックス 43">
            <a:extLst>
              <a:ext uri="{FF2B5EF4-FFF2-40B4-BE49-F238E27FC236}">
                <a16:creationId xmlns:a16="http://schemas.microsoft.com/office/drawing/2014/main" id="{471B250B-C996-F106-6875-85B0C03C48BC}"/>
              </a:ext>
            </a:extLst>
          </p:cNvPr>
          <p:cNvSpPr txBox="1"/>
          <p:nvPr/>
        </p:nvSpPr>
        <p:spPr>
          <a:xfrm>
            <a:off x="17329439" y="3714678"/>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spTree>
    <p:extLst>
      <p:ext uri="{BB962C8B-B14F-4D97-AF65-F5344CB8AC3E}">
        <p14:creationId xmlns:p14="http://schemas.microsoft.com/office/powerpoint/2010/main" val="2412679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D0170-B236-2C5D-6D8A-7D706076058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79C478-4B34-0E05-CE81-4832AC2A468D}"/>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CC21B787-5417-102A-5282-A112E3AEFF6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6E30458B-9493-1F35-8D66-59C6757A4E2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ED816328-B22B-E665-46DC-2275A73ED43A}"/>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00617275-4FF4-92BE-EE79-33772F060D2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64F73BFA-F2DA-6E69-5BA8-D127AD22CBE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8AF2FEC4-8152-830E-0EB4-5A840969916D}"/>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56E2B8D5-A4A8-2A30-C75D-1BAA6D730B0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C2F65450-F733-0D7E-F82B-CE6A93B3112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B366DCDF-5A45-C9D4-33CC-8586A257B71B}"/>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CEA2B122-40FE-972F-E2F8-6E97063ADC18}"/>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CFF26AEA-9BD5-ADB0-48BC-24ACB5361E2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8F685132-FC13-8E06-E496-B0BB49B8BCB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7C14505C-32EA-2658-8F47-22E90212F9A7}"/>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AA4817C8-D14B-3D9B-C73F-94B366A64B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CAB659E6-54A6-7D81-2893-11A83CB32A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073180AE-8D54-07A3-232A-D9182E6F9185}"/>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D84C46A0-5BC8-DE81-7F1F-659A505CAB8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7D56B73B-FB73-A51C-9860-3AB4266E3B5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940B91C4-1133-4FA2-4EBA-7989D60C0E6B}"/>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C6EC8D59-3F99-7455-C3F2-013B73168F55}"/>
              </a:ext>
            </a:extLst>
          </p:cNvPr>
          <p:cNvSpPr txBox="1"/>
          <p:nvPr/>
        </p:nvSpPr>
        <p:spPr>
          <a:xfrm>
            <a:off x="2709918" y="1676416"/>
            <a:ext cx="10472681" cy="727187"/>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F238FB1F-B55C-48CF-0462-A3350D0C76F9}"/>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04</a:t>
            </a:r>
          </a:p>
        </p:txBody>
      </p:sp>
      <p:sp>
        <p:nvSpPr>
          <p:cNvPr id="23" name="スライド番号プレースホルダー 28">
            <a:extLst>
              <a:ext uri="{FF2B5EF4-FFF2-40B4-BE49-F238E27FC236}">
                <a16:creationId xmlns:a16="http://schemas.microsoft.com/office/drawing/2014/main" id="{6935596F-251D-1168-6241-137AA4F50723}"/>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18</a:t>
            </a:fld>
            <a:endParaRPr lang="en-US" sz="4800" dirty="0"/>
          </a:p>
        </p:txBody>
      </p:sp>
      <p:grpSp>
        <p:nvGrpSpPr>
          <p:cNvPr id="32" name="グループ化 31">
            <a:extLst>
              <a:ext uri="{FF2B5EF4-FFF2-40B4-BE49-F238E27FC236}">
                <a16:creationId xmlns:a16="http://schemas.microsoft.com/office/drawing/2014/main" id="{E2DBB5B3-B54F-6CFF-FB19-6668474D0E57}"/>
              </a:ext>
            </a:extLst>
          </p:cNvPr>
          <p:cNvGrpSpPr/>
          <p:nvPr/>
        </p:nvGrpSpPr>
        <p:grpSpPr>
          <a:xfrm>
            <a:off x="1162916" y="3478291"/>
            <a:ext cx="11514846" cy="697324"/>
            <a:chOff x="1913366" y="4321055"/>
            <a:chExt cx="14461268" cy="781033"/>
          </a:xfrm>
        </p:grpSpPr>
        <p:sp>
          <p:nvSpPr>
            <p:cNvPr id="31" name="フローチャート: 代替処理 30">
              <a:extLst>
                <a:ext uri="{FF2B5EF4-FFF2-40B4-BE49-F238E27FC236}">
                  <a16:creationId xmlns:a16="http://schemas.microsoft.com/office/drawing/2014/main" id="{2F6D020A-908F-C092-9857-5156171C0A00}"/>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2" name="TextBox 25">
              <a:extLst>
                <a:ext uri="{FF2B5EF4-FFF2-40B4-BE49-F238E27FC236}">
                  <a16:creationId xmlns:a16="http://schemas.microsoft.com/office/drawing/2014/main" id="{AE671010-407A-51CA-A262-2EC9C413B90C}"/>
                </a:ext>
              </a:extLst>
            </p:cNvPr>
            <p:cNvSpPr txBox="1"/>
            <p:nvPr/>
          </p:nvSpPr>
          <p:spPr>
            <a:xfrm>
              <a:off x="2199560" y="4509230"/>
              <a:ext cx="14139736" cy="429798"/>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u="none" strike="noStrike" dirty="0">
                  <a:solidFill>
                    <a:schemeClr val="bg1"/>
                  </a:solidFill>
                  <a:latin typeface="Source Han Sans JP"/>
                  <a:ea typeface="Source Han Sans JP"/>
                  <a:cs typeface="Source Han Sans JP"/>
                  <a:sym typeface="Source Han Sans JP"/>
                </a:rPr>
                <a:t>実験で得た沸騰，非沸騰の録音データを保存し，データセットを作成</a:t>
              </a:r>
              <a:endParaRPr lang="en-US" altLang="ja-JP" sz="2800" u="none" strike="noStrike" dirty="0">
                <a:solidFill>
                  <a:schemeClr val="bg1"/>
                </a:solidFill>
                <a:latin typeface="Source Han Sans JP"/>
                <a:ea typeface="Source Han Sans JP"/>
                <a:cs typeface="Source Han Sans JP"/>
                <a:sym typeface="Source Han Sans JP"/>
              </a:endParaRPr>
            </a:p>
          </p:txBody>
        </p:sp>
      </p:grpSp>
      <p:grpSp>
        <p:nvGrpSpPr>
          <p:cNvPr id="33" name="グループ化 32">
            <a:extLst>
              <a:ext uri="{FF2B5EF4-FFF2-40B4-BE49-F238E27FC236}">
                <a16:creationId xmlns:a16="http://schemas.microsoft.com/office/drawing/2014/main" id="{2D2A20AF-44EA-6FFA-84F5-294071290EAA}"/>
              </a:ext>
            </a:extLst>
          </p:cNvPr>
          <p:cNvGrpSpPr/>
          <p:nvPr/>
        </p:nvGrpSpPr>
        <p:grpSpPr>
          <a:xfrm>
            <a:off x="1162916" y="4940685"/>
            <a:ext cx="12167404" cy="983415"/>
            <a:chOff x="1913366" y="4321055"/>
            <a:chExt cx="14461268" cy="1101468"/>
          </a:xfrm>
        </p:grpSpPr>
        <p:sp>
          <p:nvSpPr>
            <p:cNvPr id="34" name="フローチャート: 代替処理 33">
              <a:extLst>
                <a:ext uri="{FF2B5EF4-FFF2-40B4-BE49-F238E27FC236}">
                  <a16:creationId xmlns:a16="http://schemas.microsoft.com/office/drawing/2014/main" id="{07C6AE42-E8B8-F661-7FF8-9AFCBFE846C0}"/>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5" name="TextBox 25">
              <a:extLst>
                <a:ext uri="{FF2B5EF4-FFF2-40B4-BE49-F238E27FC236}">
                  <a16:creationId xmlns:a16="http://schemas.microsoft.com/office/drawing/2014/main" id="{75369C52-E5E2-B747-EC25-CD9074542C44}"/>
                </a:ext>
              </a:extLst>
            </p:cNvPr>
            <p:cNvSpPr txBox="1"/>
            <p:nvPr/>
          </p:nvSpPr>
          <p:spPr>
            <a:xfrm>
              <a:off x="2234898" y="4438410"/>
              <a:ext cx="14139736" cy="984113"/>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dirty="0">
                  <a:solidFill>
                    <a:schemeClr val="bg1"/>
                  </a:solidFill>
                  <a:latin typeface="Source Han Sans JP"/>
                  <a:ea typeface="Source Han Sans JP"/>
                  <a:cs typeface="Source Han Sans JP"/>
                  <a:sym typeface="Source Han Sans JP"/>
                </a:rPr>
                <a:t>作成したデータセットを入力データとして回帰分析をし，熱流束を求める</a:t>
              </a:r>
              <a:endParaRPr lang="en-US" altLang="ja-JP" sz="2800" u="none" strike="noStrike" dirty="0">
                <a:solidFill>
                  <a:schemeClr val="bg1"/>
                </a:solidFill>
                <a:latin typeface="Source Han Sans JP"/>
                <a:ea typeface="Source Han Sans JP"/>
                <a:cs typeface="Source Han Sans JP"/>
                <a:sym typeface="Source Han Sans JP"/>
              </a:endParaRPr>
            </a:p>
          </p:txBody>
        </p:sp>
      </p:grpSp>
      <p:grpSp>
        <p:nvGrpSpPr>
          <p:cNvPr id="36" name="グループ化 35">
            <a:extLst>
              <a:ext uri="{FF2B5EF4-FFF2-40B4-BE49-F238E27FC236}">
                <a16:creationId xmlns:a16="http://schemas.microsoft.com/office/drawing/2014/main" id="{3BB4627B-C80C-B0D8-520D-A7B95B5D312A}"/>
              </a:ext>
            </a:extLst>
          </p:cNvPr>
          <p:cNvGrpSpPr/>
          <p:nvPr/>
        </p:nvGrpSpPr>
        <p:grpSpPr>
          <a:xfrm>
            <a:off x="1162917" y="6416591"/>
            <a:ext cx="7981083" cy="697325"/>
            <a:chOff x="1913366" y="4321055"/>
            <a:chExt cx="14461268" cy="781033"/>
          </a:xfrm>
        </p:grpSpPr>
        <p:sp>
          <p:nvSpPr>
            <p:cNvPr id="37" name="フローチャート: 代替処理 36">
              <a:extLst>
                <a:ext uri="{FF2B5EF4-FFF2-40B4-BE49-F238E27FC236}">
                  <a16:creationId xmlns:a16="http://schemas.microsoft.com/office/drawing/2014/main" id="{BDB6E7F1-8E11-859F-8660-5436632845D4}"/>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8" name="TextBox 25">
              <a:extLst>
                <a:ext uri="{FF2B5EF4-FFF2-40B4-BE49-F238E27FC236}">
                  <a16:creationId xmlns:a16="http://schemas.microsoft.com/office/drawing/2014/main" id="{39B0DF75-EDFB-82A8-A23A-9DD8AEBC032D}"/>
                </a:ext>
              </a:extLst>
            </p:cNvPr>
            <p:cNvSpPr txBox="1"/>
            <p:nvPr/>
          </p:nvSpPr>
          <p:spPr>
            <a:xfrm>
              <a:off x="2222346" y="4497081"/>
              <a:ext cx="14139737" cy="429798"/>
            </a:xfrm>
            <a:prstGeom prst="rect">
              <a:avLst/>
            </a:prstGeom>
          </p:spPr>
          <p:txBody>
            <a:bodyPr wrap="square" lIns="0" tIns="0" rIns="0" bIns="0" rtlCol="0" anchor="t">
              <a:spAutoFit/>
            </a:bodyPr>
            <a:lstStyle/>
            <a:p>
              <a:pPr algn="l">
                <a:lnSpc>
                  <a:spcPts val="3520"/>
                </a:lnSpc>
                <a:buClr>
                  <a:srgbClr val="64A4A3"/>
                </a:buClr>
                <a:buSzPct val="100000"/>
              </a:pPr>
              <a:r>
                <a:rPr lang="en-US" altLang="ja-JP" sz="2800" u="none" strike="noStrike" dirty="0">
                  <a:solidFill>
                    <a:schemeClr val="bg1"/>
                  </a:solidFill>
                  <a:latin typeface="Source Han Sans JP"/>
                  <a:ea typeface="Source Han Sans JP"/>
                  <a:cs typeface="Source Han Sans JP"/>
                  <a:sym typeface="Source Han Sans JP"/>
                </a:rPr>
                <a:t>ROC</a:t>
              </a:r>
              <a:r>
                <a:rPr lang="ja-JP" altLang="en-US" sz="2800" u="none" strike="noStrike" dirty="0">
                  <a:solidFill>
                    <a:schemeClr val="bg1"/>
                  </a:solidFill>
                  <a:latin typeface="Source Han Sans JP"/>
                  <a:ea typeface="Source Han Sans JP"/>
                  <a:cs typeface="Source Han Sans JP"/>
                  <a:sym typeface="Source Han Sans JP"/>
                </a:rPr>
                <a:t>曲線を描画し，</a:t>
              </a:r>
              <a:r>
                <a:rPr lang="en-US" altLang="ja-JP" sz="2800" u="none" strike="noStrike" dirty="0">
                  <a:solidFill>
                    <a:schemeClr val="bg1"/>
                  </a:solidFill>
                  <a:latin typeface="Source Han Sans JP"/>
                  <a:ea typeface="Source Han Sans JP"/>
                  <a:cs typeface="Source Han Sans JP"/>
                  <a:sym typeface="Source Han Sans JP"/>
                </a:rPr>
                <a:t>R</a:t>
              </a:r>
              <a:r>
                <a:rPr lang="en-US" altLang="ja-JP" sz="2800" u="none" strike="noStrike" baseline="30000" dirty="0">
                  <a:solidFill>
                    <a:schemeClr val="bg1"/>
                  </a:solidFill>
                  <a:latin typeface="Source Han Sans JP"/>
                  <a:ea typeface="Source Han Sans JP"/>
                  <a:cs typeface="Source Han Sans JP"/>
                  <a:sym typeface="Source Han Sans JP"/>
                </a:rPr>
                <a:t>2</a:t>
              </a:r>
              <a:r>
                <a:rPr lang="en-US" altLang="ja-JP" sz="2800" u="none" strike="noStrike" dirty="0">
                  <a:solidFill>
                    <a:schemeClr val="bg1"/>
                  </a:solidFill>
                  <a:latin typeface="Source Han Sans JP"/>
                  <a:ea typeface="Source Han Sans JP"/>
                  <a:cs typeface="Source Han Sans JP"/>
                  <a:sym typeface="Source Han Sans JP"/>
                </a:rPr>
                <a:t> score</a:t>
              </a:r>
              <a:r>
                <a:rPr lang="ja-JP" altLang="en-US" sz="2800" u="none" strike="noStrike" dirty="0">
                  <a:solidFill>
                    <a:schemeClr val="bg1"/>
                  </a:solidFill>
                  <a:latin typeface="Source Han Sans JP"/>
                  <a:ea typeface="Source Han Sans JP"/>
                  <a:cs typeface="Source Han Sans JP"/>
                  <a:sym typeface="Source Han Sans JP"/>
                </a:rPr>
                <a:t>と</a:t>
              </a:r>
              <a:r>
                <a:rPr lang="en-US" altLang="ja-JP" sz="2800" u="none" strike="noStrike" dirty="0">
                  <a:solidFill>
                    <a:schemeClr val="bg1"/>
                  </a:solidFill>
                  <a:latin typeface="Source Han Sans JP"/>
                  <a:ea typeface="Source Han Sans JP"/>
                  <a:cs typeface="Source Han Sans JP"/>
                  <a:sym typeface="Source Han Sans JP"/>
                </a:rPr>
                <a:t>AUC</a:t>
              </a:r>
              <a:r>
                <a:rPr lang="ja-JP" altLang="en-US" sz="2800" u="none" strike="noStrike" dirty="0">
                  <a:solidFill>
                    <a:schemeClr val="bg1"/>
                  </a:solidFill>
                  <a:latin typeface="Source Han Sans JP"/>
                  <a:ea typeface="Source Han Sans JP"/>
                  <a:cs typeface="Source Han Sans JP"/>
                  <a:sym typeface="Source Han Sans JP"/>
                </a:rPr>
                <a:t>でモデル評価</a:t>
              </a:r>
              <a:endParaRPr lang="en-US" altLang="ja-JP" sz="2800" u="none" strike="noStrike" dirty="0">
                <a:solidFill>
                  <a:schemeClr val="bg1"/>
                </a:solidFill>
                <a:latin typeface="Source Han Sans JP"/>
                <a:ea typeface="Source Han Sans JP"/>
                <a:cs typeface="Source Han Sans JP"/>
                <a:sym typeface="Source Han Sans JP"/>
              </a:endParaRPr>
            </a:p>
          </p:txBody>
        </p:sp>
      </p:grpSp>
      <p:sp>
        <p:nvSpPr>
          <p:cNvPr id="39" name="フローチャート: 組合せ 38">
            <a:extLst>
              <a:ext uri="{FF2B5EF4-FFF2-40B4-BE49-F238E27FC236}">
                <a16:creationId xmlns:a16="http://schemas.microsoft.com/office/drawing/2014/main" id="{FF1E4749-3A95-E617-4FC0-E66C31FD408E}"/>
              </a:ext>
            </a:extLst>
          </p:cNvPr>
          <p:cNvSpPr/>
          <p:nvPr/>
        </p:nvSpPr>
        <p:spPr>
          <a:xfrm>
            <a:off x="4962958" y="4332775"/>
            <a:ext cx="914400" cy="456628"/>
          </a:xfrm>
          <a:prstGeom prst="flowChartMerge">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0" name="フローチャート: 組合せ 39">
            <a:extLst>
              <a:ext uri="{FF2B5EF4-FFF2-40B4-BE49-F238E27FC236}">
                <a16:creationId xmlns:a16="http://schemas.microsoft.com/office/drawing/2014/main" id="{7ECEE408-DE36-85B9-5F0C-6AE368F085CC}"/>
              </a:ext>
            </a:extLst>
          </p:cNvPr>
          <p:cNvSpPr/>
          <p:nvPr/>
        </p:nvSpPr>
        <p:spPr>
          <a:xfrm>
            <a:off x="4971380" y="5789291"/>
            <a:ext cx="914400" cy="456628"/>
          </a:xfrm>
          <a:prstGeom prst="flowChartMerge">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grpSp>
        <p:nvGrpSpPr>
          <p:cNvPr id="26" name="グループ化 25">
            <a:extLst>
              <a:ext uri="{FF2B5EF4-FFF2-40B4-BE49-F238E27FC236}">
                <a16:creationId xmlns:a16="http://schemas.microsoft.com/office/drawing/2014/main" id="{8C3AED4B-7C4B-C172-359E-2D0AD2C5B92F}"/>
              </a:ext>
            </a:extLst>
          </p:cNvPr>
          <p:cNvGrpSpPr/>
          <p:nvPr/>
        </p:nvGrpSpPr>
        <p:grpSpPr>
          <a:xfrm>
            <a:off x="12778327" y="2929577"/>
            <a:ext cx="5396617" cy="2755952"/>
            <a:chOff x="12338403" y="4343622"/>
            <a:chExt cx="5711329" cy="2755952"/>
          </a:xfrm>
        </p:grpSpPr>
        <p:sp>
          <p:nvSpPr>
            <p:cNvPr id="28" name="楕円 27">
              <a:extLst>
                <a:ext uri="{FF2B5EF4-FFF2-40B4-BE49-F238E27FC236}">
                  <a16:creationId xmlns:a16="http://schemas.microsoft.com/office/drawing/2014/main" id="{4DD386DE-3CFD-C429-495B-FAEBAF45EDF4}"/>
                </a:ext>
              </a:extLst>
            </p:cNvPr>
            <p:cNvSpPr/>
            <p:nvPr/>
          </p:nvSpPr>
          <p:spPr>
            <a:xfrm>
              <a:off x="12677762" y="4343622"/>
              <a:ext cx="5371970" cy="2755952"/>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9" name="二等辺三角形 28">
              <a:extLst>
                <a:ext uri="{FF2B5EF4-FFF2-40B4-BE49-F238E27FC236}">
                  <a16:creationId xmlns:a16="http://schemas.microsoft.com/office/drawing/2014/main" id="{38DAD56B-1301-0310-CA96-F705C178A3F3}"/>
                </a:ext>
              </a:extLst>
            </p:cNvPr>
            <p:cNvSpPr/>
            <p:nvPr/>
          </p:nvSpPr>
          <p:spPr>
            <a:xfrm rot="16968777">
              <a:off x="12684572" y="4636490"/>
              <a:ext cx="887954" cy="1580292"/>
            </a:xfrm>
            <a:prstGeom prst="triangle">
              <a:avLst>
                <a:gd name="adj" fmla="val 56946"/>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0" name="テキスト ボックス 29">
              <a:extLst>
                <a:ext uri="{FF2B5EF4-FFF2-40B4-BE49-F238E27FC236}">
                  <a16:creationId xmlns:a16="http://schemas.microsoft.com/office/drawing/2014/main" id="{CDEEB79F-1E91-7A92-F814-F115D16680FF}"/>
                </a:ext>
              </a:extLst>
            </p:cNvPr>
            <p:cNvSpPr txBox="1"/>
            <p:nvPr/>
          </p:nvSpPr>
          <p:spPr>
            <a:xfrm>
              <a:off x="13128548" y="4888162"/>
              <a:ext cx="4624460" cy="1560877"/>
            </a:xfrm>
            <a:prstGeom prst="rect">
              <a:avLst/>
            </a:prstGeom>
            <a:noFill/>
          </p:spPr>
          <p:txBody>
            <a:bodyPr wrap="square">
              <a:spAutoFit/>
            </a:bodyPr>
            <a:lstStyle/>
            <a:p>
              <a:pPr marL="0" lvl="0" indent="0" algn="ctr">
                <a:lnSpc>
                  <a:spcPts val="3919"/>
                </a:lnSpc>
                <a:spcBef>
                  <a:spcPct val="0"/>
                </a:spcBef>
              </a:pPr>
              <a:r>
                <a:rPr lang="ja-JP" altLang="en-US" sz="2800" dirty="0">
                  <a:solidFill>
                    <a:schemeClr val="bg1"/>
                  </a:solidFill>
                  <a:latin typeface="Source Han Sans JP Medium"/>
                  <a:ea typeface="Source Han Sans JP Medium"/>
                  <a:cs typeface="Source Han Sans JP Medium"/>
                  <a:sym typeface="Source Han Sans JP Medium"/>
                </a:rPr>
                <a:t>この時，各電圧値から熱流束を計算し，これを変数として回帰分析を行う．</a:t>
              </a:r>
              <a:endParaRPr lang="en-US" altLang="ja-JP" sz="2800" dirty="0">
                <a:solidFill>
                  <a:schemeClr val="bg1"/>
                </a:solidFill>
                <a:latin typeface="Source Han Sans JP Medium"/>
                <a:ea typeface="Source Han Sans JP Medium"/>
                <a:cs typeface="Source Han Sans JP Medium"/>
                <a:sym typeface="Source Han Sans JP Medium"/>
              </a:endParaRPr>
            </a:p>
          </p:txBody>
        </p:sp>
      </p:grpSp>
      <p:sp>
        <p:nvSpPr>
          <p:cNvPr id="41" name="テキスト ボックス 40">
            <a:extLst>
              <a:ext uri="{FF2B5EF4-FFF2-40B4-BE49-F238E27FC236}">
                <a16:creationId xmlns:a16="http://schemas.microsoft.com/office/drawing/2014/main" id="{39CF3E46-5330-624A-B426-FE7846B4593D}"/>
              </a:ext>
            </a:extLst>
          </p:cNvPr>
          <p:cNvSpPr txBox="1"/>
          <p:nvPr/>
        </p:nvSpPr>
        <p:spPr>
          <a:xfrm>
            <a:off x="17678400" y="8820263"/>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sp>
        <p:nvSpPr>
          <p:cNvPr id="42" name="テキスト ボックス 41">
            <a:extLst>
              <a:ext uri="{FF2B5EF4-FFF2-40B4-BE49-F238E27FC236}">
                <a16:creationId xmlns:a16="http://schemas.microsoft.com/office/drawing/2014/main" id="{981B2DEC-D946-A52A-E072-934E327B9F6D}"/>
              </a:ext>
            </a:extLst>
          </p:cNvPr>
          <p:cNvSpPr txBox="1"/>
          <p:nvPr/>
        </p:nvSpPr>
        <p:spPr>
          <a:xfrm>
            <a:off x="1139478" y="7300333"/>
            <a:ext cx="10757247" cy="1868653"/>
          </a:xfrm>
          <a:prstGeom prst="rect">
            <a:avLst/>
          </a:prstGeom>
          <a:noFill/>
        </p:spPr>
        <p:txBody>
          <a:bodyPr wrap="square">
            <a:spAutoFit/>
          </a:bodyPr>
          <a:lstStyle/>
          <a:p>
            <a:pPr algn="l">
              <a:lnSpc>
                <a:spcPts val="3520"/>
              </a:lnSpc>
              <a:buClr>
                <a:srgbClr val="64A4A3"/>
              </a:buClr>
              <a:buSzPct val="100000"/>
            </a:pPr>
            <a:r>
              <a:rPr lang="en-US" altLang="ja-JP" sz="2800" dirty="0">
                <a:latin typeface="Source Han Sans JP Medium" panose="020B0600070205080204" charset="-128"/>
                <a:ea typeface="Source Han Sans JP Medium" panose="020B0600070205080204" charset="-128"/>
                <a:cs typeface="Source Han Sans JP"/>
                <a:sym typeface="Source Han Sans JP"/>
              </a:rPr>
              <a:t>※</a:t>
            </a:r>
            <a:r>
              <a:rPr lang="ja-JP" altLang="en-US" sz="2800" dirty="0">
                <a:latin typeface="Source Han Sans JP Medium" panose="020B0600070205080204" charset="-128"/>
                <a:ea typeface="Source Han Sans JP Medium" panose="020B0600070205080204" charset="-128"/>
                <a:cs typeface="Source Han Sans JP"/>
                <a:sym typeface="Source Han Sans JP"/>
              </a:rPr>
              <a:t>非沸騰領域での熱流束と白金抵抗のグラフの直線性をもとに，直線性が失われた時点の電圧を求めた．その電圧値から核沸騰が始まったとして，沸騰開始点の熱流束の値を計算し，閾値として用いた</a:t>
            </a:r>
            <a:r>
              <a:rPr lang="en-US" altLang="ja-JP" sz="2800" dirty="0">
                <a:latin typeface="Source Han Sans JP Medium" panose="020B0600070205080204" charset="-128"/>
                <a:ea typeface="Source Han Sans JP Medium" panose="020B0600070205080204" charset="-128"/>
                <a:cs typeface="Source Han Sans JP"/>
                <a:sym typeface="Source Han Sans JP"/>
              </a:rPr>
              <a:t>[4]</a:t>
            </a:r>
            <a:r>
              <a:rPr lang="ja-JP" altLang="en-US" sz="2800" dirty="0">
                <a:latin typeface="Source Han Sans JP Medium" panose="020B0600070205080204" charset="-128"/>
                <a:ea typeface="Source Han Sans JP Medium" panose="020B0600070205080204" charset="-128"/>
                <a:cs typeface="Source Han Sans JP"/>
                <a:sym typeface="Source Han Sans JP"/>
              </a:rPr>
              <a:t>．</a:t>
            </a:r>
            <a:endParaRPr lang="en-US" altLang="ja-JP" sz="2800" u="none" strike="noStrike" dirty="0">
              <a:latin typeface="Source Han Sans JP Medium" panose="020B0600070205080204" charset="-128"/>
              <a:ea typeface="Source Han Sans JP Medium" panose="020B0600070205080204" charset="-128"/>
              <a:cs typeface="Source Han Sans JP"/>
              <a:sym typeface="Source Han Sans JP"/>
            </a:endParaRPr>
          </a:p>
        </p:txBody>
      </p:sp>
      <p:pic>
        <p:nvPicPr>
          <p:cNvPr id="44" name="図 43" descr="グラフ&#10;&#10;自動的に生成された説明">
            <a:extLst>
              <a:ext uri="{FF2B5EF4-FFF2-40B4-BE49-F238E27FC236}">
                <a16:creationId xmlns:a16="http://schemas.microsoft.com/office/drawing/2014/main" id="{14508F32-75AC-D8F0-448C-8C654EF8E3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27105" y="5800064"/>
            <a:ext cx="5720916" cy="3354432"/>
          </a:xfrm>
          <a:prstGeom prst="rect">
            <a:avLst/>
          </a:prstGeom>
        </p:spPr>
      </p:pic>
      <p:sp>
        <p:nvSpPr>
          <p:cNvPr id="45" name="テキスト ボックス 44">
            <a:extLst>
              <a:ext uri="{FF2B5EF4-FFF2-40B4-BE49-F238E27FC236}">
                <a16:creationId xmlns:a16="http://schemas.microsoft.com/office/drawing/2014/main" id="{2A489ED5-6303-4F6E-75F2-D969712D1148}"/>
              </a:ext>
            </a:extLst>
          </p:cNvPr>
          <p:cNvSpPr txBox="1"/>
          <p:nvPr/>
        </p:nvSpPr>
        <p:spPr>
          <a:xfrm>
            <a:off x="885825" y="9526851"/>
            <a:ext cx="15967484" cy="369332"/>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[4]</a:t>
            </a:r>
            <a:r>
              <a:rPr lang="ja-JP" altLang="en-US" dirty="0">
                <a:solidFill>
                  <a:srgbClr val="292B2B"/>
                </a:solidFill>
                <a:latin typeface="Source Han Sans JP"/>
                <a:ea typeface="Source Han Sans JP"/>
                <a:cs typeface="Source Han Sans JP"/>
                <a:sym typeface="Source Han Sans JP"/>
              </a:rPr>
              <a:t>手塚晃輔</a:t>
            </a:r>
            <a:r>
              <a:rPr lang="en-US" altLang="ja-JP" dirty="0">
                <a:solidFill>
                  <a:srgbClr val="292B2B"/>
                </a:solidFill>
                <a:latin typeface="Source Han Sans JP"/>
                <a:ea typeface="Source Han Sans JP"/>
                <a:cs typeface="Source Han Sans JP"/>
                <a:sym typeface="Source Han Sans JP"/>
              </a:rPr>
              <a:t>, “</a:t>
            </a:r>
            <a:r>
              <a:rPr lang="ja-JP" altLang="en-US" dirty="0">
                <a:solidFill>
                  <a:srgbClr val="292B2B"/>
                </a:solidFill>
                <a:latin typeface="Source Han Sans JP"/>
                <a:ea typeface="Source Han Sans JP"/>
                <a:cs typeface="Source Han Sans JP"/>
                <a:sym typeface="Source Han Sans JP"/>
              </a:rPr>
              <a:t>沸騰音響と個体振動の相関に関する実験的研究</a:t>
            </a:r>
            <a:r>
              <a:rPr lang="en-US" altLang="ja-JP" dirty="0">
                <a:solidFill>
                  <a:srgbClr val="292B2B"/>
                </a:solidFill>
                <a:latin typeface="Source Han Sans JP"/>
                <a:ea typeface="Source Han Sans JP"/>
                <a:cs typeface="Source Han Sans JP"/>
                <a:sym typeface="Source Han Sans JP"/>
              </a:rPr>
              <a:t>”, 2023</a:t>
            </a:r>
            <a:r>
              <a:rPr lang="ja-JP" altLang="en-US" dirty="0">
                <a:solidFill>
                  <a:srgbClr val="292B2B"/>
                </a:solidFill>
                <a:latin typeface="Source Han Sans JP"/>
                <a:ea typeface="Source Han Sans JP"/>
                <a:cs typeface="Source Han Sans JP"/>
                <a:sym typeface="Source Han Sans JP"/>
              </a:rPr>
              <a:t>年 </a:t>
            </a:r>
            <a:endParaRPr lang="en-US" altLang="ja-JP" dirty="0">
              <a:solidFill>
                <a:srgbClr val="292B2B"/>
              </a:solidFill>
              <a:latin typeface="Source Han Sans JP"/>
              <a:ea typeface="Source Han Sans JP"/>
              <a:cs typeface="Source Han Sans JP"/>
              <a:sym typeface="Source Han Sans JP"/>
            </a:endParaRPr>
          </a:p>
        </p:txBody>
      </p:sp>
    </p:spTree>
    <p:extLst>
      <p:ext uri="{BB962C8B-B14F-4D97-AF65-F5344CB8AC3E}">
        <p14:creationId xmlns:p14="http://schemas.microsoft.com/office/powerpoint/2010/main" val="375572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313C-185A-629D-695D-BA396C0D3E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7F646A8-DCB2-B3C0-C3ED-E4E41480FF00}"/>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49E5452C-1F75-34F4-5A20-05FF529BEB8F}"/>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9EB64755-BEEC-A8CE-1BD3-332705F545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66D63CEB-9ABE-8AC7-CD99-9092B8F8E799}"/>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61272AF5-6C29-4E9F-411F-24431599139E}"/>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5FEE53E0-DB1D-F20A-8623-7111CC5359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2F8A3F87-3D2A-7DFD-93C2-95EA2C73A7BD}"/>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C46CF1AA-E40B-3455-1404-FD9304DDAE93}"/>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00C33E06-9A16-501E-97AD-6321A060068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FB755EAE-214D-3201-F2B9-1616FB712617}"/>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574C95BB-0D5B-62E0-9686-2A90A36C8EFA}"/>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F3281FED-A3BF-0829-4769-36C8930E5370}"/>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73EC9C58-9A8F-0D7E-179A-F998742BD3F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660400D0-B474-C65A-AECB-CA04DCED3510}"/>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F8C6FA20-48C4-BC46-12EE-02129A91E7E0}"/>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7E7BED7E-A712-1FC4-83F2-D0F163AB8A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D5F6E3C1-C93C-0CA6-4B5A-DD1E3CC537D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0E338454-5FF2-CF70-3A83-CB637EAEE040}"/>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DD151D8D-0383-84E9-4A37-D2751B20CD1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8372AA91-CE7C-9B1F-1937-CDDFAFF8D950}"/>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DB392C42-61A4-1CE7-285F-39743A2B44CB}"/>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grpSp>
        <p:nvGrpSpPr>
          <p:cNvPr id="51" name="グループ化 50">
            <a:extLst>
              <a:ext uri="{FF2B5EF4-FFF2-40B4-BE49-F238E27FC236}">
                <a16:creationId xmlns:a16="http://schemas.microsoft.com/office/drawing/2014/main" id="{0F61B356-58B3-57E5-4E86-37B66B7DF985}"/>
              </a:ext>
            </a:extLst>
          </p:cNvPr>
          <p:cNvGrpSpPr/>
          <p:nvPr/>
        </p:nvGrpSpPr>
        <p:grpSpPr>
          <a:xfrm>
            <a:off x="961837" y="3015898"/>
            <a:ext cx="4219763" cy="520743"/>
            <a:chOff x="961837" y="3153943"/>
            <a:chExt cx="7962900" cy="501471"/>
          </a:xfrm>
        </p:grpSpPr>
        <p:grpSp>
          <p:nvGrpSpPr>
            <p:cNvPr id="24" name="Group 24">
              <a:extLst>
                <a:ext uri="{FF2B5EF4-FFF2-40B4-BE49-F238E27FC236}">
                  <a16:creationId xmlns:a16="http://schemas.microsoft.com/office/drawing/2014/main" id="{E4C34614-7E0C-BD2B-15F2-68A755D27D57}"/>
                </a:ext>
              </a:extLst>
            </p:cNvPr>
            <p:cNvGrpSpPr/>
            <p:nvPr/>
          </p:nvGrpSpPr>
          <p:grpSpPr>
            <a:xfrm>
              <a:off x="961837" y="3153943"/>
              <a:ext cx="7962900" cy="501471"/>
              <a:chOff x="0" y="0"/>
              <a:chExt cx="2097225" cy="132075"/>
            </a:xfrm>
          </p:grpSpPr>
          <p:sp>
            <p:nvSpPr>
              <p:cNvPr id="25" name="Freeform 25">
                <a:extLst>
                  <a:ext uri="{FF2B5EF4-FFF2-40B4-BE49-F238E27FC236}">
                    <a16:creationId xmlns:a16="http://schemas.microsoft.com/office/drawing/2014/main" id="{83C0842F-D9CC-EB57-1F6F-78F46BCA47AE}"/>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26" name="TextBox 26">
                <a:extLst>
                  <a:ext uri="{FF2B5EF4-FFF2-40B4-BE49-F238E27FC236}">
                    <a16:creationId xmlns:a16="http://schemas.microsoft.com/office/drawing/2014/main" id="{DB2A751B-8AA6-FB29-688B-C8AFF3A835BC}"/>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6" name="TextBox 36">
              <a:extLst>
                <a:ext uri="{FF2B5EF4-FFF2-40B4-BE49-F238E27FC236}">
                  <a16:creationId xmlns:a16="http://schemas.microsoft.com/office/drawing/2014/main" id="{8E577E88-4410-4E40-1885-78D31797CC68}"/>
                </a:ext>
              </a:extLst>
            </p:cNvPr>
            <p:cNvSpPr txBox="1"/>
            <p:nvPr/>
          </p:nvSpPr>
          <p:spPr>
            <a:xfrm>
              <a:off x="1166813" y="3163992"/>
              <a:ext cx="7401815"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回帰分析</a:t>
              </a:r>
              <a:r>
                <a:rPr lang="en-US" altLang="ja-JP" sz="2499" dirty="0">
                  <a:solidFill>
                    <a:srgbClr val="FFFFFF"/>
                  </a:solidFill>
                  <a:latin typeface="Source Han Sans JP Medium"/>
                  <a:ea typeface="Source Han Sans JP Medium"/>
                  <a:cs typeface="Source Han Sans JP Medium"/>
                  <a:sym typeface="Source Han Sans JP Medium"/>
                </a:rPr>
                <a:t>(R</a:t>
              </a:r>
              <a:r>
                <a:rPr lang="en-US" altLang="ja-JP" sz="2499" baseline="30000" dirty="0">
                  <a:solidFill>
                    <a:srgbClr val="FFFFFF"/>
                  </a:solidFill>
                  <a:latin typeface="Source Han Sans JP Medium"/>
                  <a:ea typeface="Source Han Sans JP Medium"/>
                  <a:cs typeface="Source Han Sans JP Medium"/>
                  <a:sym typeface="Source Han Sans JP Medium"/>
                </a:rPr>
                <a:t>2</a:t>
              </a:r>
              <a:r>
                <a:rPr lang="en-US" altLang="ja-JP" sz="2499" dirty="0">
                  <a:solidFill>
                    <a:srgbClr val="FFFFFF"/>
                  </a:solidFill>
                  <a:latin typeface="Source Han Sans JP Medium"/>
                  <a:ea typeface="Source Han Sans JP Medium"/>
                  <a:cs typeface="Source Han Sans JP Medium"/>
                  <a:sym typeface="Source Han Sans JP Medium"/>
                </a:rPr>
                <a:t> score)</a:t>
              </a:r>
              <a:r>
                <a:rPr lang="ja-JP" altLang="en-US" sz="2499" dirty="0">
                  <a:solidFill>
                    <a:srgbClr val="FFFFFF"/>
                  </a:solidFill>
                  <a:latin typeface="Source Han Sans JP Medium"/>
                  <a:ea typeface="Source Han Sans JP Medium"/>
                  <a:cs typeface="Source Han Sans JP Medium"/>
                  <a:sym typeface="Source Han Sans JP Medium"/>
                </a:rPr>
                <a:t>の結果</a:t>
              </a:r>
              <a:endParaRPr lang="en-US" sz="2499" dirty="0">
                <a:solidFill>
                  <a:srgbClr val="FFFFFF"/>
                </a:solidFill>
                <a:latin typeface="Source Han Sans JP Medium"/>
                <a:ea typeface="Source Han Sans JP Medium"/>
                <a:cs typeface="Source Han Sans JP Medium"/>
                <a:sym typeface="Source Han Sans JP Medium"/>
              </a:endParaRPr>
            </a:p>
          </p:txBody>
        </p:sp>
      </p:grpSp>
      <p:sp>
        <p:nvSpPr>
          <p:cNvPr id="50" name="スライド番号プレースホルダー 28">
            <a:extLst>
              <a:ext uri="{FF2B5EF4-FFF2-40B4-BE49-F238E27FC236}">
                <a16:creationId xmlns:a16="http://schemas.microsoft.com/office/drawing/2014/main" id="{430108E7-F000-74F2-3389-6703D938BC9B}"/>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19</a:t>
            </a:fld>
            <a:endParaRPr lang="en-US" sz="4800" dirty="0"/>
          </a:p>
        </p:txBody>
      </p:sp>
      <p:sp>
        <p:nvSpPr>
          <p:cNvPr id="23" name="TextBox 33">
            <a:extLst>
              <a:ext uri="{FF2B5EF4-FFF2-40B4-BE49-F238E27FC236}">
                <a16:creationId xmlns:a16="http://schemas.microsoft.com/office/drawing/2014/main" id="{16A528A6-A021-D633-97E2-594BF45D06D2}"/>
              </a:ext>
            </a:extLst>
          </p:cNvPr>
          <p:cNvSpPr txBox="1"/>
          <p:nvPr/>
        </p:nvSpPr>
        <p:spPr>
          <a:xfrm>
            <a:off x="2709920" y="1676417"/>
            <a:ext cx="9786880" cy="707181"/>
          </a:xfrm>
          <a:prstGeom prst="rect">
            <a:avLst/>
          </a:prstGeom>
        </p:spPr>
        <p:txBody>
          <a:bodyPr wrap="square"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回帰分析と</a:t>
            </a:r>
            <a:r>
              <a:rPr lang="en-US" altLang="ja-JP" sz="4200" dirty="0">
                <a:solidFill>
                  <a:srgbClr val="292B2B"/>
                </a:solidFill>
                <a:latin typeface="Source Han Sans JP Medium"/>
                <a:ea typeface="Source Han Sans JP Medium"/>
                <a:cs typeface="Source Han Sans JP Medium"/>
                <a:sym typeface="Source Han Sans JP Medium"/>
              </a:rPr>
              <a:t>ROC</a:t>
            </a:r>
            <a:r>
              <a:rPr lang="ja-JP" altLang="en-US" sz="4200" dirty="0">
                <a:solidFill>
                  <a:srgbClr val="292B2B"/>
                </a:solidFill>
                <a:latin typeface="Source Han Sans JP Medium"/>
                <a:ea typeface="Source Han Sans JP Medium"/>
                <a:cs typeface="Source Han Sans JP Medium"/>
                <a:sym typeface="Source Han Sans JP Medium"/>
              </a:rPr>
              <a:t>曲線によるモデル評価</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1" name="TextBox 34">
            <a:extLst>
              <a:ext uri="{FF2B5EF4-FFF2-40B4-BE49-F238E27FC236}">
                <a16:creationId xmlns:a16="http://schemas.microsoft.com/office/drawing/2014/main" id="{F0983E3F-9ECA-9AB3-EEC9-69CAD28BAACC}"/>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04</a:t>
            </a:r>
          </a:p>
        </p:txBody>
      </p:sp>
      <p:graphicFrame>
        <p:nvGraphicFramePr>
          <p:cNvPr id="40" name="Table 26">
            <a:extLst>
              <a:ext uri="{FF2B5EF4-FFF2-40B4-BE49-F238E27FC236}">
                <a16:creationId xmlns:a16="http://schemas.microsoft.com/office/drawing/2014/main" id="{1B3906EE-979D-F0B7-54C2-B5867314DC87}"/>
              </a:ext>
            </a:extLst>
          </p:cNvPr>
          <p:cNvGraphicFramePr>
            <a:graphicFrameLocks noGrp="1"/>
          </p:cNvGraphicFramePr>
          <p:nvPr>
            <p:extLst>
              <p:ext uri="{D42A27DB-BD31-4B8C-83A1-F6EECF244321}">
                <p14:modId xmlns:p14="http://schemas.microsoft.com/office/powerpoint/2010/main" val="2307567117"/>
              </p:ext>
            </p:extLst>
          </p:nvPr>
        </p:nvGraphicFramePr>
        <p:xfrm>
          <a:off x="962025" y="3618352"/>
          <a:ext cx="12296775" cy="5436000"/>
        </p:xfrm>
        <a:graphic>
          <a:graphicData uri="http://schemas.openxmlformats.org/drawingml/2006/table">
            <a:tbl>
              <a:tblPr/>
              <a:tblGrid>
                <a:gridCol w="2033334">
                  <a:extLst>
                    <a:ext uri="{9D8B030D-6E8A-4147-A177-3AD203B41FA5}">
                      <a16:colId xmlns:a16="http://schemas.microsoft.com/office/drawing/2014/main" val="20000"/>
                    </a:ext>
                  </a:extLst>
                </a:gridCol>
                <a:gridCol w="1731087">
                  <a:extLst>
                    <a:ext uri="{9D8B030D-6E8A-4147-A177-3AD203B41FA5}">
                      <a16:colId xmlns:a16="http://schemas.microsoft.com/office/drawing/2014/main" val="20001"/>
                    </a:ext>
                  </a:extLst>
                </a:gridCol>
                <a:gridCol w="1662220">
                  <a:extLst>
                    <a:ext uri="{9D8B030D-6E8A-4147-A177-3AD203B41FA5}">
                      <a16:colId xmlns:a16="http://schemas.microsoft.com/office/drawing/2014/main" val="20002"/>
                    </a:ext>
                  </a:extLst>
                </a:gridCol>
                <a:gridCol w="1613340">
                  <a:extLst>
                    <a:ext uri="{9D8B030D-6E8A-4147-A177-3AD203B41FA5}">
                      <a16:colId xmlns:a16="http://schemas.microsoft.com/office/drawing/2014/main" val="20003"/>
                    </a:ext>
                  </a:extLst>
                </a:gridCol>
                <a:gridCol w="1613340">
                  <a:extLst>
                    <a:ext uri="{9D8B030D-6E8A-4147-A177-3AD203B41FA5}">
                      <a16:colId xmlns:a16="http://schemas.microsoft.com/office/drawing/2014/main" val="3209051730"/>
                    </a:ext>
                  </a:extLst>
                </a:gridCol>
                <a:gridCol w="1613340">
                  <a:extLst>
                    <a:ext uri="{9D8B030D-6E8A-4147-A177-3AD203B41FA5}">
                      <a16:colId xmlns:a16="http://schemas.microsoft.com/office/drawing/2014/main" val="1242190728"/>
                    </a:ext>
                  </a:extLst>
                </a:gridCol>
                <a:gridCol w="2030114">
                  <a:extLst>
                    <a:ext uri="{9D8B030D-6E8A-4147-A177-3AD203B41FA5}">
                      <a16:colId xmlns:a16="http://schemas.microsoft.com/office/drawing/2014/main" val="438657913"/>
                    </a:ext>
                  </a:extLst>
                </a:gridCol>
              </a:tblGrid>
              <a:tr h="1187604">
                <a:tc>
                  <a:txBody>
                    <a:bodyPr/>
                    <a:lstStyle/>
                    <a:p>
                      <a:pPr algn="ctr">
                        <a:lnSpc>
                          <a:spcPts val="3038"/>
                        </a:lnSpc>
                        <a:defRPr/>
                      </a:pPr>
                      <a:r>
                        <a:rPr lang="ja-JP" altLang="en-US" sz="2000" dirty="0">
                          <a:latin typeface="Source Han Sans JP Medium" panose="020B0600070205080204" charset="-128"/>
                          <a:ea typeface="Source Han Sans JP Medium" panose="020B0600070205080204" charset="-128"/>
                        </a:rPr>
                        <a:t>モデル</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Fold1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solidFill>
                            <a:srgbClr val="292B2B"/>
                          </a:solidFill>
                          <a:latin typeface="Source Han Sans JP Medium"/>
                          <a:ea typeface="Source Han Sans JP Medium"/>
                          <a:sym typeface="Source Han Sans JP Medium"/>
                        </a:rPr>
                        <a:t>Fold2</a:t>
                      </a:r>
                      <a:endParaRPr lang="en-US" sz="20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Fold3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Fold4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Fold5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Average</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extLst>
                  <a:ext uri="{0D108BD9-81ED-4DB2-BD59-A6C34878D82A}">
                    <a16:rowId xmlns:a16="http://schemas.microsoft.com/office/drawing/2014/main" val="10000"/>
                  </a:ext>
                </a:extLst>
              </a:tr>
              <a:tr h="1416132">
                <a:tc>
                  <a:txBody>
                    <a:bodyPr/>
                    <a:lstStyle/>
                    <a:p>
                      <a:pPr algn="ctr">
                        <a:lnSpc>
                          <a:spcPts val="3079"/>
                        </a:lnSpc>
                        <a:defRPr/>
                      </a:pPr>
                      <a:r>
                        <a:rPr lang="en-US" sz="3200" dirty="0" err="1">
                          <a:solidFill>
                            <a:srgbClr val="292B2B"/>
                          </a:solidFill>
                          <a:latin typeface="Source Han Sans JP Medium"/>
                          <a:ea typeface="Source Han Sans JP Medium"/>
                          <a:sym typeface="Source Han Sans JP Medium"/>
                        </a:rPr>
                        <a:t>AlexNet</a:t>
                      </a:r>
                      <a:endParaRPr lang="en-US" sz="32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0.9712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0.9708</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0.9658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0.9731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0.97058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BD7D6"/>
                    </a:solidFill>
                  </a:tcPr>
                </a:tc>
                <a:extLst>
                  <a:ext uri="{0D108BD9-81ED-4DB2-BD59-A6C34878D82A}">
                    <a16:rowId xmlns:a16="http://schemas.microsoft.com/office/drawing/2014/main" val="10001"/>
                  </a:ext>
                </a:extLst>
              </a:tr>
              <a:tr h="1416132">
                <a:tc>
                  <a:txBody>
                    <a:bodyPr/>
                    <a:lstStyle/>
                    <a:p>
                      <a:pPr algn="ctr">
                        <a:lnSpc>
                          <a:spcPts val="3079"/>
                        </a:lnSpc>
                        <a:defRPr/>
                      </a:pPr>
                      <a:r>
                        <a:rPr lang="en-US" sz="3200" dirty="0">
                          <a:latin typeface="Source Han Sans JP Medium" panose="020B0600070205080204" charset="-128"/>
                          <a:ea typeface="Source Han Sans JP Medium" panose="020B0600070205080204" charset="-128"/>
                        </a:rPr>
                        <a:t>ResNet50</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0.9699</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0.9825</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0.9795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0.97098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BD7D6"/>
                    </a:solidFill>
                  </a:tcPr>
                </a:tc>
                <a:extLst>
                  <a:ext uri="{0D108BD9-81ED-4DB2-BD59-A6C34878D82A}">
                    <a16:rowId xmlns:a16="http://schemas.microsoft.com/office/drawing/2014/main" val="10002"/>
                  </a:ext>
                </a:extLst>
              </a:tr>
              <a:tr h="1416132">
                <a:tc>
                  <a:txBody>
                    <a:bodyPr/>
                    <a:lstStyle/>
                    <a:p>
                      <a:pPr algn="ctr">
                        <a:lnSpc>
                          <a:spcPts val="3079"/>
                        </a:lnSpc>
                        <a:defRPr/>
                      </a:pPr>
                      <a:r>
                        <a:rPr lang="en-US" sz="3200" dirty="0">
                          <a:latin typeface="Source Han Sans JP Medium" panose="020B0600070205080204" charset="-128"/>
                          <a:ea typeface="Source Han Sans JP Medium" panose="020B0600070205080204" charset="-128"/>
                        </a:rPr>
                        <a:t>VGG16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0.9884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0.9893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0.9919</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0.99064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BD7D6"/>
                    </a:solidFill>
                  </a:tcPr>
                </a:tc>
                <a:extLst>
                  <a:ext uri="{0D108BD9-81ED-4DB2-BD59-A6C34878D82A}">
                    <a16:rowId xmlns:a16="http://schemas.microsoft.com/office/drawing/2014/main" val="304897528"/>
                  </a:ext>
                </a:extLst>
              </a:tr>
            </a:tbl>
          </a:graphicData>
        </a:graphic>
      </p:graphicFrame>
      <p:pic>
        <p:nvPicPr>
          <p:cNvPr id="42" name="図 41" descr="グラフ, 散布図&#10;&#10;自動的に生成された説明">
            <a:extLst>
              <a:ext uri="{FF2B5EF4-FFF2-40B4-BE49-F238E27FC236}">
                <a16:creationId xmlns:a16="http://schemas.microsoft.com/office/drawing/2014/main" id="{DAD0C318-C2B6-A0CC-173C-7A139DAE8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58800" y="5414071"/>
            <a:ext cx="5029200" cy="3771900"/>
          </a:xfrm>
          <a:prstGeom prst="rect">
            <a:avLst/>
          </a:prstGeom>
        </p:spPr>
      </p:pic>
    </p:spTree>
    <p:extLst>
      <p:ext uri="{BB962C8B-B14F-4D97-AF65-F5344CB8AC3E}">
        <p14:creationId xmlns:p14="http://schemas.microsoft.com/office/powerpoint/2010/main" val="1249858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64FF3-A3BA-BF68-5370-5F77CB1422F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AD32D57-3AB1-12AF-1917-E54786F29EC7}"/>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17CC25BB-BFD7-433E-6F86-03EFE363ACA7}"/>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256E1A26-1EAD-7880-B337-01EE86C233E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D16B8F4D-B21C-D3A5-9F3F-C95B97F68E70}"/>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97747750-8041-7459-D530-8810CD9177A5}"/>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788814E3-3801-5327-34AC-0B10E8C8DA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10E2B545-61C4-8B5D-C46F-6600C1CA15DA}"/>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F064B805-FFE7-5370-7ACF-885C442A4169}"/>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5FC86597-D90F-9BBB-A030-13A42A12FC2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83BF792E-0765-F87F-DB68-F936660415AF}"/>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2DC84034-D8D0-757E-47A1-873E7788DB9D}"/>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D36B53AF-4AF9-06DB-114E-ADC5733B92A3}"/>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2CD5FAAF-4ECB-946F-0066-B2BD0E01800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2CF51C4A-16DA-F5E1-8B2B-CAD69CE7E257}"/>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2F48E789-AC55-28B7-A619-54D5FD250718}"/>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B50C870E-D9FF-7E5F-347A-339B4137ECD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369501CB-1974-410B-01DC-830A7A39A851}"/>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1DA87A95-AE86-6E05-D915-5F4ED57A0AA3}"/>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35F05F4C-517A-B020-A5F9-F729660DBD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AE8051AA-6C19-2859-78B2-81C438D02ABB}"/>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63564692-D944-9D03-11A7-0AE77624500A}"/>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grpSp>
        <p:nvGrpSpPr>
          <p:cNvPr id="30" name="グループ化 29">
            <a:extLst>
              <a:ext uri="{FF2B5EF4-FFF2-40B4-BE49-F238E27FC236}">
                <a16:creationId xmlns:a16="http://schemas.microsoft.com/office/drawing/2014/main" id="{B5E215B5-1863-B55E-69CB-A10EBC320C03}"/>
              </a:ext>
            </a:extLst>
          </p:cNvPr>
          <p:cNvGrpSpPr/>
          <p:nvPr/>
        </p:nvGrpSpPr>
        <p:grpSpPr>
          <a:xfrm>
            <a:off x="962025" y="3019907"/>
            <a:ext cx="3533775" cy="507580"/>
            <a:chOff x="1028701" y="3029071"/>
            <a:chExt cx="3467099" cy="507579"/>
          </a:xfrm>
        </p:grpSpPr>
        <p:grpSp>
          <p:nvGrpSpPr>
            <p:cNvPr id="27" name="Group 27">
              <a:extLst>
                <a:ext uri="{FF2B5EF4-FFF2-40B4-BE49-F238E27FC236}">
                  <a16:creationId xmlns:a16="http://schemas.microsoft.com/office/drawing/2014/main" id="{CF860A91-5B53-A332-2339-A7D20297F3DD}"/>
                </a:ext>
              </a:extLst>
            </p:cNvPr>
            <p:cNvGrpSpPr/>
            <p:nvPr/>
          </p:nvGrpSpPr>
          <p:grpSpPr>
            <a:xfrm>
              <a:off x="1028701" y="3029071"/>
              <a:ext cx="3467099" cy="507579"/>
              <a:chOff x="0" y="0"/>
              <a:chExt cx="2097225" cy="132075"/>
            </a:xfrm>
          </p:grpSpPr>
          <p:sp>
            <p:nvSpPr>
              <p:cNvPr id="28" name="Freeform 28">
                <a:extLst>
                  <a:ext uri="{FF2B5EF4-FFF2-40B4-BE49-F238E27FC236}">
                    <a16:creationId xmlns:a16="http://schemas.microsoft.com/office/drawing/2014/main" id="{D739335F-8099-52A8-F490-B5E69C306F8F}"/>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64A4A3"/>
              </a:solidFill>
            </p:spPr>
            <p:txBody>
              <a:bodyPr/>
              <a:lstStyle/>
              <a:p>
                <a:endParaRPr lang="ja-JP" altLang="en-US"/>
              </a:p>
            </p:txBody>
          </p:sp>
          <p:sp>
            <p:nvSpPr>
              <p:cNvPr id="29" name="TextBox 29">
                <a:extLst>
                  <a:ext uri="{FF2B5EF4-FFF2-40B4-BE49-F238E27FC236}">
                    <a16:creationId xmlns:a16="http://schemas.microsoft.com/office/drawing/2014/main" id="{AEF5683A-7DCF-A52C-BDFC-1080E09B204C}"/>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8" name="TextBox 38">
              <a:extLst>
                <a:ext uri="{FF2B5EF4-FFF2-40B4-BE49-F238E27FC236}">
                  <a16:creationId xmlns:a16="http://schemas.microsoft.com/office/drawing/2014/main" id="{6D371AFD-B670-A93F-3239-884AC5F7BB97}"/>
                </a:ext>
              </a:extLst>
            </p:cNvPr>
            <p:cNvSpPr txBox="1"/>
            <p:nvPr/>
          </p:nvSpPr>
          <p:spPr>
            <a:xfrm>
              <a:off x="1180995" y="3059042"/>
              <a:ext cx="3162405" cy="419795"/>
            </a:xfrm>
            <a:prstGeom prst="rect">
              <a:avLst/>
            </a:prstGeom>
          </p:spPr>
          <p:txBody>
            <a:bodyPr wrap="square" lIns="0" tIns="0" rIns="0" bIns="0" rtlCol="0" anchor="t">
              <a:spAutoFit/>
            </a:bodyPr>
            <a:lstStyle/>
            <a:p>
              <a:pPr algn="just">
                <a:lnSpc>
                  <a:spcPts val="3499"/>
                </a:lnSpc>
                <a:spcBef>
                  <a:spcPct val="0"/>
                </a:spcBef>
              </a:pPr>
              <a:r>
                <a:rPr lang="en-US" altLang="ja-JP" sz="2499" dirty="0">
                  <a:solidFill>
                    <a:srgbClr val="FFFFFF"/>
                  </a:solidFill>
                  <a:latin typeface="Source Han Sans JP Medium"/>
                  <a:ea typeface="Source Han Sans JP Medium"/>
                  <a:cs typeface="Source Han Sans JP Medium"/>
                  <a:sym typeface="Source Han Sans JP Medium"/>
                </a:rPr>
                <a:t>ROC</a:t>
              </a:r>
              <a:r>
                <a:rPr lang="ja-JP" altLang="en-US" sz="2499" dirty="0">
                  <a:solidFill>
                    <a:srgbClr val="FFFFFF"/>
                  </a:solidFill>
                  <a:latin typeface="Source Han Sans JP Medium"/>
                  <a:ea typeface="Source Han Sans JP Medium"/>
                  <a:cs typeface="Source Han Sans JP Medium"/>
                  <a:sym typeface="Source Han Sans JP Medium"/>
                </a:rPr>
                <a:t>曲線</a:t>
              </a:r>
              <a:r>
                <a:rPr lang="en-US" altLang="ja-JP" sz="2499" dirty="0">
                  <a:solidFill>
                    <a:srgbClr val="FFFFFF"/>
                  </a:solidFill>
                  <a:latin typeface="Source Han Sans JP Medium"/>
                  <a:ea typeface="Source Han Sans JP Medium"/>
                  <a:cs typeface="Source Han Sans JP Medium"/>
                  <a:sym typeface="Source Han Sans JP Medium"/>
                </a:rPr>
                <a:t>(AUC)</a:t>
              </a:r>
              <a:r>
                <a:rPr lang="ja-JP" altLang="en-US" sz="2499" dirty="0">
                  <a:solidFill>
                    <a:srgbClr val="FFFFFF"/>
                  </a:solidFill>
                  <a:latin typeface="Source Han Sans JP Medium"/>
                  <a:ea typeface="Source Han Sans JP Medium"/>
                  <a:cs typeface="Source Han Sans JP Medium"/>
                  <a:sym typeface="Source Han Sans JP Medium"/>
                </a:rPr>
                <a:t>の結果</a:t>
              </a:r>
              <a:endParaRPr lang="en-US" sz="2499" dirty="0">
                <a:solidFill>
                  <a:srgbClr val="FFFFFF"/>
                </a:solidFill>
                <a:latin typeface="Source Han Sans JP Medium"/>
                <a:ea typeface="Source Han Sans JP Medium"/>
                <a:cs typeface="Source Han Sans JP Medium"/>
                <a:sym typeface="Source Han Sans JP Medium"/>
              </a:endParaRPr>
            </a:p>
          </p:txBody>
        </p:sp>
      </p:grpSp>
      <p:sp>
        <p:nvSpPr>
          <p:cNvPr id="50" name="スライド番号プレースホルダー 28">
            <a:extLst>
              <a:ext uri="{FF2B5EF4-FFF2-40B4-BE49-F238E27FC236}">
                <a16:creationId xmlns:a16="http://schemas.microsoft.com/office/drawing/2014/main" id="{ED014E88-F4C6-196F-1970-F215BC8A31A5}"/>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20</a:t>
            </a:fld>
            <a:endParaRPr lang="en-US" sz="4800" dirty="0"/>
          </a:p>
        </p:txBody>
      </p:sp>
      <p:sp>
        <p:nvSpPr>
          <p:cNvPr id="23" name="TextBox 33">
            <a:extLst>
              <a:ext uri="{FF2B5EF4-FFF2-40B4-BE49-F238E27FC236}">
                <a16:creationId xmlns:a16="http://schemas.microsoft.com/office/drawing/2014/main" id="{FF01DAE4-0A55-9EAE-9A47-7359712DAFD8}"/>
              </a:ext>
            </a:extLst>
          </p:cNvPr>
          <p:cNvSpPr txBox="1"/>
          <p:nvPr/>
        </p:nvSpPr>
        <p:spPr>
          <a:xfrm>
            <a:off x="2709920" y="1676417"/>
            <a:ext cx="9786880" cy="707181"/>
          </a:xfrm>
          <a:prstGeom prst="rect">
            <a:avLst/>
          </a:prstGeom>
        </p:spPr>
        <p:txBody>
          <a:bodyPr wrap="square"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回帰分析と</a:t>
            </a:r>
            <a:r>
              <a:rPr lang="en-US" altLang="ja-JP" sz="4200" dirty="0">
                <a:solidFill>
                  <a:srgbClr val="292B2B"/>
                </a:solidFill>
                <a:latin typeface="Source Han Sans JP Medium"/>
                <a:ea typeface="Source Han Sans JP Medium"/>
                <a:cs typeface="Source Han Sans JP Medium"/>
                <a:sym typeface="Source Han Sans JP Medium"/>
              </a:rPr>
              <a:t>ROC</a:t>
            </a:r>
            <a:r>
              <a:rPr lang="ja-JP" altLang="en-US" sz="4200" dirty="0">
                <a:solidFill>
                  <a:srgbClr val="292B2B"/>
                </a:solidFill>
                <a:latin typeface="Source Han Sans JP Medium"/>
                <a:ea typeface="Source Han Sans JP Medium"/>
                <a:cs typeface="Source Han Sans JP Medium"/>
                <a:sym typeface="Source Han Sans JP Medium"/>
              </a:rPr>
              <a:t>曲線によるモデル評価</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1" name="TextBox 34">
            <a:extLst>
              <a:ext uri="{FF2B5EF4-FFF2-40B4-BE49-F238E27FC236}">
                <a16:creationId xmlns:a16="http://schemas.microsoft.com/office/drawing/2014/main" id="{4B540C47-28E1-2D99-3DEE-631123F4DE39}"/>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04</a:t>
            </a:r>
          </a:p>
        </p:txBody>
      </p:sp>
      <p:graphicFrame>
        <p:nvGraphicFramePr>
          <p:cNvPr id="40" name="Table 26">
            <a:extLst>
              <a:ext uri="{FF2B5EF4-FFF2-40B4-BE49-F238E27FC236}">
                <a16:creationId xmlns:a16="http://schemas.microsoft.com/office/drawing/2014/main" id="{49577216-3F86-16EF-9CB3-17DE161D377B}"/>
              </a:ext>
            </a:extLst>
          </p:cNvPr>
          <p:cNvGraphicFramePr>
            <a:graphicFrameLocks noGrp="1"/>
          </p:cNvGraphicFramePr>
          <p:nvPr>
            <p:extLst>
              <p:ext uri="{D42A27DB-BD31-4B8C-83A1-F6EECF244321}">
                <p14:modId xmlns:p14="http://schemas.microsoft.com/office/powerpoint/2010/main" val="1794126650"/>
              </p:ext>
            </p:extLst>
          </p:nvPr>
        </p:nvGraphicFramePr>
        <p:xfrm>
          <a:off x="962025" y="3618352"/>
          <a:ext cx="12117689" cy="5436000"/>
        </p:xfrm>
        <a:graphic>
          <a:graphicData uri="http://schemas.openxmlformats.org/drawingml/2006/table">
            <a:tbl>
              <a:tblPr/>
              <a:tblGrid>
                <a:gridCol w="2033334">
                  <a:extLst>
                    <a:ext uri="{9D8B030D-6E8A-4147-A177-3AD203B41FA5}">
                      <a16:colId xmlns:a16="http://schemas.microsoft.com/office/drawing/2014/main" val="20000"/>
                    </a:ext>
                  </a:extLst>
                </a:gridCol>
                <a:gridCol w="1731087">
                  <a:extLst>
                    <a:ext uri="{9D8B030D-6E8A-4147-A177-3AD203B41FA5}">
                      <a16:colId xmlns:a16="http://schemas.microsoft.com/office/drawing/2014/main" val="20001"/>
                    </a:ext>
                  </a:extLst>
                </a:gridCol>
                <a:gridCol w="1662220">
                  <a:extLst>
                    <a:ext uri="{9D8B030D-6E8A-4147-A177-3AD203B41FA5}">
                      <a16:colId xmlns:a16="http://schemas.microsoft.com/office/drawing/2014/main" val="20002"/>
                    </a:ext>
                  </a:extLst>
                </a:gridCol>
                <a:gridCol w="1613340">
                  <a:extLst>
                    <a:ext uri="{9D8B030D-6E8A-4147-A177-3AD203B41FA5}">
                      <a16:colId xmlns:a16="http://schemas.microsoft.com/office/drawing/2014/main" val="20003"/>
                    </a:ext>
                  </a:extLst>
                </a:gridCol>
                <a:gridCol w="1613340">
                  <a:extLst>
                    <a:ext uri="{9D8B030D-6E8A-4147-A177-3AD203B41FA5}">
                      <a16:colId xmlns:a16="http://schemas.microsoft.com/office/drawing/2014/main" val="3209051730"/>
                    </a:ext>
                  </a:extLst>
                </a:gridCol>
                <a:gridCol w="1434254">
                  <a:extLst>
                    <a:ext uri="{9D8B030D-6E8A-4147-A177-3AD203B41FA5}">
                      <a16:colId xmlns:a16="http://schemas.microsoft.com/office/drawing/2014/main" val="1242190728"/>
                    </a:ext>
                  </a:extLst>
                </a:gridCol>
                <a:gridCol w="2030114">
                  <a:extLst>
                    <a:ext uri="{9D8B030D-6E8A-4147-A177-3AD203B41FA5}">
                      <a16:colId xmlns:a16="http://schemas.microsoft.com/office/drawing/2014/main" val="438657913"/>
                    </a:ext>
                  </a:extLst>
                </a:gridCol>
              </a:tblGrid>
              <a:tr h="1187604">
                <a:tc>
                  <a:txBody>
                    <a:bodyPr/>
                    <a:lstStyle/>
                    <a:p>
                      <a:pPr algn="ctr">
                        <a:lnSpc>
                          <a:spcPts val="3038"/>
                        </a:lnSpc>
                        <a:defRPr/>
                      </a:pPr>
                      <a:r>
                        <a:rPr lang="ja-JP" altLang="en-US" sz="2000" dirty="0">
                          <a:latin typeface="Source Han Sans JP Medium" panose="020B0600070205080204" charset="-128"/>
                          <a:ea typeface="Source Han Sans JP Medium" panose="020B0600070205080204" charset="-128"/>
                        </a:rPr>
                        <a:t>モデル</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Fold1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solidFill>
                            <a:srgbClr val="292B2B"/>
                          </a:solidFill>
                          <a:latin typeface="Source Han Sans JP Medium"/>
                          <a:ea typeface="Source Han Sans JP Medium"/>
                          <a:sym typeface="Source Han Sans JP Medium"/>
                        </a:rPr>
                        <a:t>Fold2</a:t>
                      </a:r>
                      <a:endParaRPr lang="en-US" sz="20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Fold3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Fold4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Fold5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Average</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extLst>
                  <a:ext uri="{0D108BD9-81ED-4DB2-BD59-A6C34878D82A}">
                    <a16:rowId xmlns:a16="http://schemas.microsoft.com/office/drawing/2014/main" val="10000"/>
                  </a:ext>
                </a:extLst>
              </a:tr>
              <a:tr h="1416132">
                <a:tc>
                  <a:txBody>
                    <a:bodyPr/>
                    <a:lstStyle/>
                    <a:p>
                      <a:pPr algn="ctr">
                        <a:lnSpc>
                          <a:spcPts val="3079"/>
                        </a:lnSpc>
                        <a:defRPr/>
                      </a:pPr>
                      <a:r>
                        <a:rPr lang="en-US" sz="3200" dirty="0" err="1">
                          <a:solidFill>
                            <a:srgbClr val="292B2B"/>
                          </a:solidFill>
                          <a:latin typeface="Source Han Sans JP Medium"/>
                          <a:ea typeface="Source Han Sans JP Medium"/>
                          <a:sym typeface="Source Han Sans JP Medium"/>
                        </a:rPr>
                        <a:t>AlexNet</a:t>
                      </a:r>
                      <a:endParaRPr lang="en-US" sz="32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0.9847</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0.9758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0.9695</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0.9724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0.9695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0.97338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BD7D6"/>
                    </a:solidFill>
                  </a:tcPr>
                </a:tc>
                <a:extLst>
                  <a:ext uri="{0D108BD9-81ED-4DB2-BD59-A6C34878D82A}">
                    <a16:rowId xmlns:a16="http://schemas.microsoft.com/office/drawing/2014/main" val="10001"/>
                  </a:ext>
                </a:extLst>
              </a:tr>
              <a:tr h="1416132">
                <a:tc>
                  <a:txBody>
                    <a:bodyPr/>
                    <a:lstStyle/>
                    <a:p>
                      <a:pPr algn="ctr">
                        <a:lnSpc>
                          <a:spcPts val="3079"/>
                        </a:lnSpc>
                        <a:defRPr/>
                      </a:pPr>
                      <a:r>
                        <a:rPr lang="en-US" sz="3200" dirty="0">
                          <a:latin typeface="Source Han Sans JP Medium" panose="020B0600070205080204" charset="-128"/>
                          <a:ea typeface="Source Han Sans JP Medium" panose="020B0600070205080204" charset="-128"/>
                        </a:rPr>
                        <a:t>ResNet50</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0.9733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0.9758</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0.9771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0.9828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0.9645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0.9747</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BD7D6"/>
                    </a:solidFill>
                  </a:tcPr>
                </a:tc>
                <a:extLst>
                  <a:ext uri="{0D108BD9-81ED-4DB2-BD59-A6C34878D82A}">
                    <a16:rowId xmlns:a16="http://schemas.microsoft.com/office/drawing/2014/main" val="10002"/>
                  </a:ext>
                </a:extLst>
              </a:tr>
              <a:tr h="1416132">
                <a:tc>
                  <a:txBody>
                    <a:bodyPr/>
                    <a:lstStyle/>
                    <a:p>
                      <a:pPr algn="ctr">
                        <a:lnSpc>
                          <a:spcPts val="3079"/>
                        </a:lnSpc>
                        <a:defRPr/>
                      </a:pPr>
                      <a:r>
                        <a:rPr lang="en-US" sz="3200" dirty="0">
                          <a:latin typeface="Source Han Sans JP Medium" panose="020B0600070205080204" charset="-128"/>
                          <a:ea typeface="Source Han Sans JP Medium" panose="020B0600070205080204" charset="-128"/>
                        </a:rPr>
                        <a:t>VGG16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0.9924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0.9758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0.9924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0.9865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0.9907</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0.98756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BBD7D6"/>
                    </a:solidFill>
                  </a:tcPr>
                </a:tc>
                <a:extLst>
                  <a:ext uri="{0D108BD9-81ED-4DB2-BD59-A6C34878D82A}">
                    <a16:rowId xmlns:a16="http://schemas.microsoft.com/office/drawing/2014/main" val="304897528"/>
                  </a:ext>
                </a:extLst>
              </a:tr>
            </a:tbl>
          </a:graphicData>
        </a:graphic>
      </p:graphicFrame>
      <p:pic>
        <p:nvPicPr>
          <p:cNvPr id="33" name="図 32" descr="グラフ, 折れ線グラフ&#10;&#10;自動的に生成された説明">
            <a:extLst>
              <a:ext uri="{FF2B5EF4-FFF2-40B4-BE49-F238E27FC236}">
                <a16:creationId xmlns:a16="http://schemas.microsoft.com/office/drawing/2014/main" id="{137C3C65-E2F9-D2C1-2A19-91081E70D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5000" y="2834426"/>
            <a:ext cx="4542762" cy="3407072"/>
          </a:xfrm>
          <a:prstGeom prst="rect">
            <a:avLst/>
          </a:prstGeom>
        </p:spPr>
      </p:pic>
      <p:pic>
        <p:nvPicPr>
          <p:cNvPr id="41" name="図 40" descr="グラフ, 折れ線グラフ&#10;&#10;自動的に生成された説明">
            <a:extLst>
              <a:ext uri="{FF2B5EF4-FFF2-40B4-BE49-F238E27FC236}">
                <a16:creationId xmlns:a16="http://schemas.microsoft.com/office/drawing/2014/main" id="{1164F8F0-A5DE-5383-674B-A9765574E8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5637" y="6062541"/>
            <a:ext cx="4261011" cy="3195759"/>
          </a:xfrm>
          <a:prstGeom prst="rect">
            <a:avLst/>
          </a:prstGeom>
        </p:spPr>
      </p:pic>
    </p:spTree>
    <p:extLst>
      <p:ext uri="{BB962C8B-B14F-4D97-AF65-F5344CB8AC3E}">
        <p14:creationId xmlns:p14="http://schemas.microsoft.com/office/powerpoint/2010/main" val="3738115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6A8B-D675-92AC-EB37-E46C642F713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383ACAD-DCF1-2923-3FA7-248053F5EA6C}"/>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95971C6A-6464-DD2A-08E6-901EA09CBBA5}"/>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1DCF51D8-B89C-1F67-C8BC-CD78B15B949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5828231D-F085-61E8-7E52-0757C1A520B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D96A16A7-777A-FDC0-91DB-D666BDB63F88}"/>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C0B07AAE-6B95-AAF2-EEC6-4F87F8D074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D4ABFC5B-3614-3DED-1B83-55D6532C75C9}"/>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EFE413FD-30A7-6C0A-170A-FB8B11655875}"/>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536180C8-9F4C-CE1E-2612-5F71A724973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DA4D3F7F-C8F1-4B66-05E4-C893A647F75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1646BEE2-829C-643D-185C-B718463F8A2C}"/>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78BAEFE6-3660-58F8-0924-5631665BCDD2}"/>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8B23CB54-7FC1-A544-D81A-A1147F7D64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C5EE57F1-98FF-F6C6-47D5-9404B739136E}"/>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B830BD41-959D-775B-F3D1-83D51862D307}"/>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AA09144C-AEE2-01A6-898E-C4C40062CA7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720C80F5-CA99-D5BD-B9E8-FF5785EFC1B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586DF10B-DB1B-DCCD-398F-A0D0ADDBAED9}"/>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F8BE1D4F-DCD2-E39A-01C5-6439958E666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FF6B4EEC-160A-5432-9B91-E81B8336A89B}"/>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13081CC4-2514-9CDB-AA26-0CB44AD2B312}"/>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33" name="TextBox 33">
            <a:extLst>
              <a:ext uri="{FF2B5EF4-FFF2-40B4-BE49-F238E27FC236}">
                <a16:creationId xmlns:a16="http://schemas.microsoft.com/office/drawing/2014/main" id="{78B163C6-0CC5-9118-3849-B37AE46A04B8}"/>
              </a:ext>
            </a:extLst>
          </p:cNvPr>
          <p:cNvSpPr txBox="1"/>
          <p:nvPr/>
        </p:nvSpPr>
        <p:spPr>
          <a:xfrm>
            <a:off x="2709920" y="1676417"/>
            <a:ext cx="9786880" cy="707181"/>
          </a:xfrm>
          <a:prstGeom prst="rect">
            <a:avLst/>
          </a:prstGeom>
        </p:spPr>
        <p:txBody>
          <a:bodyPr wrap="square"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回帰分析と</a:t>
            </a:r>
            <a:r>
              <a:rPr lang="en-US" altLang="ja-JP" sz="4200" dirty="0">
                <a:solidFill>
                  <a:srgbClr val="292B2B"/>
                </a:solidFill>
                <a:latin typeface="Source Han Sans JP Medium"/>
                <a:ea typeface="Source Han Sans JP Medium"/>
                <a:cs typeface="Source Han Sans JP Medium"/>
                <a:sym typeface="Source Han Sans JP Medium"/>
              </a:rPr>
              <a:t>ROC</a:t>
            </a:r>
            <a:r>
              <a:rPr lang="ja-JP" altLang="en-US" sz="4200" dirty="0">
                <a:solidFill>
                  <a:srgbClr val="292B2B"/>
                </a:solidFill>
                <a:latin typeface="Source Han Sans JP Medium"/>
                <a:ea typeface="Source Han Sans JP Medium"/>
                <a:cs typeface="Source Han Sans JP Medium"/>
                <a:sym typeface="Source Han Sans JP Medium"/>
              </a:rPr>
              <a:t>曲線によるモデル評価</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4" name="TextBox 34">
            <a:extLst>
              <a:ext uri="{FF2B5EF4-FFF2-40B4-BE49-F238E27FC236}">
                <a16:creationId xmlns:a16="http://schemas.microsoft.com/office/drawing/2014/main" id="{BCEEC638-F136-8EF8-9F5C-A1691AFC0076}"/>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04</a:t>
            </a:r>
          </a:p>
        </p:txBody>
      </p:sp>
      <p:sp>
        <p:nvSpPr>
          <p:cNvPr id="50" name="スライド番号プレースホルダー 28">
            <a:extLst>
              <a:ext uri="{FF2B5EF4-FFF2-40B4-BE49-F238E27FC236}">
                <a16:creationId xmlns:a16="http://schemas.microsoft.com/office/drawing/2014/main" id="{D889331A-5DDB-FA9D-B979-0B722C13F9A0}"/>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21</a:t>
            </a:fld>
            <a:endParaRPr lang="en-US" sz="4800" dirty="0"/>
          </a:p>
        </p:txBody>
      </p:sp>
      <p:sp>
        <p:nvSpPr>
          <p:cNvPr id="58" name="テキスト ボックス 57">
            <a:extLst>
              <a:ext uri="{FF2B5EF4-FFF2-40B4-BE49-F238E27FC236}">
                <a16:creationId xmlns:a16="http://schemas.microsoft.com/office/drawing/2014/main" id="{2A376DD8-BBB6-E9B8-57E2-00A14AA1F406}"/>
              </a:ext>
            </a:extLst>
          </p:cNvPr>
          <p:cNvSpPr txBox="1"/>
          <p:nvPr/>
        </p:nvSpPr>
        <p:spPr>
          <a:xfrm>
            <a:off x="1143000" y="3110468"/>
            <a:ext cx="11353800" cy="646331"/>
          </a:xfrm>
          <a:prstGeom prst="rect">
            <a:avLst/>
          </a:prstGeom>
          <a:noFill/>
        </p:spPr>
        <p:txBody>
          <a:bodyPr wrap="square">
            <a:spAutoFit/>
          </a:bodyPr>
          <a:lstStyle/>
          <a:p>
            <a:pPr marL="0" lvl="0" indent="0">
              <a:spcBef>
                <a:spcPct val="0"/>
              </a:spcBef>
            </a:pPr>
            <a:r>
              <a:rPr lang="ja-JP" altLang="en-US" sz="3600" dirty="0">
                <a:latin typeface="Source Han Sans JP Medium"/>
                <a:ea typeface="Source Han Sans JP Medium"/>
                <a:cs typeface="Source Han Sans JP Medium"/>
                <a:sym typeface="Source Han Sans JP Medium"/>
              </a:rPr>
              <a:t>～回帰分析と</a:t>
            </a:r>
            <a:r>
              <a:rPr lang="en-US" altLang="ja-JP" sz="3600" dirty="0">
                <a:latin typeface="Source Han Sans JP Medium"/>
                <a:ea typeface="Source Han Sans JP Medium"/>
                <a:cs typeface="Source Han Sans JP Medium"/>
                <a:sym typeface="Source Han Sans JP Medium"/>
              </a:rPr>
              <a:t>ROC</a:t>
            </a:r>
            <a:r>
              <a:rPr lang="ja-JP" altLang="en-US" sz="3600" dirty="0">
                <a:latin typeface="Source Han Sans JP Medium"/>
                <a:ea typeface="Source Han Sans JP Medium"/>
                <a:cs typeface="Source Han Sans JP Medium"/>
                <a:sym typeface="Source Han Sans JP Medium"/>
              </a:rPr>
              <a:t>曲線によるモデル評価のまとめ～</a:t>
            </a:r>
            <a:endParaRPr lang="en-US" altLang="ja-JP" sz="3600" dirty="0">
              <a:latin typeface="Source Han Sans JP Medium"/>
              <a:ea typeface="Source Han Sans JP Medium"/>
              <a:cs typeface="Source Han Sans JP Medium"/>
              <a:sym typeface="Source Han Sans JP Medium"/>
            </a:endParaRPr>
          </a:p>
        </p:txBody>
      </p:sp>
      <p:sp>
        <p:nvSpPr>
          <p:cNvPr id="25" name="四角形: 角を丸くする 24">
            <a:extLst>
              <a:ext uri="{FF2B5EF4-FFF2-40B4-BE49-F238E27FC236}">
                <a16:creationId xmlns:a16="http://schemas.microsoft.com/office/drawing/2014/main" id="{41ECC7CE-C1F5-6946-7E0D-8431DA1FE9FD}"/>
              </a:ext>
            </a:extLst>
          </p:cNvPr>
          <p:cNvSpPr/>
          <p:nvPr/>
        </p:nvSpPr>
        <p:spPr>
          <a:xfrm>
            <a:off x="762000" y="3862143"/>
            <a:ext cx="16559227" cy="516090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1F5E68AD-C1EC-985F-BAD8-61AE76905949}"/>
              </a:ext>
            </a:extLst>
          </p:cNvPr>
          <p:cNvSpPr txBox="1"/>
          <p:nvPr/>
        </p:nvSpPr>
        <p:spPr>
          <a:xfrm>
            <a:off x="1409700" y="4713477"/>
            <a:ext cx="15468600" cy="2862322"/>
          </a:xfrm>
          <a:prstGeom prst="rect">
            <a:avLst/>
          </a:prstGeom>
          <a:noFill/>
        </p:spPr>
        <p:txBody>
          <a:bodyPr wrap="square">
            <a:spAutoFit/>
          </a:bodyPr>
          <a:lstStyle/>
          <a:p>
            <a:pPr marL="571500" lvl="0" indent="-571500">
              <a:spcBef>
                <a:spcPct val="0"/>
              </a:spcBef>
              <a:buFont typeface="Wingdings" panose="05000000000000000000" pitchFamily="2" charset="2"/>
              <a:buChar char="l"/>
            </a:pPr>
            <a:r>
              <a:rPr lang="en-US" altLang="ja-JP" sz="3600" dirty="0">
                <a:latin typeface="Source Han Sans JP Medium"/>
                <a:ea typeface="Source Han Sans JP Medium"/>
                <a:cs typeface="Source Han Sans JP Medium"/>
                <a:sym typeface="Source Han Sans JP Medium"/>
              </a:rPr>
              <a:t>3</a:t>
            </a:r>
            <a:r>
              <a:rPr lang="ja-JP" altLang="en-US" sz="3600" dirty="0">
                <a:latin typeface="Source Han Sans JP Medium"/>
                <a:ea typeface="Source Han Sans JP Medium"/>
                <a:cs typeface="Source Han Sans JP Medium"/>
                <a:sym typeface="Source Han Sans JP Medium"/>
              </a:rPr>
              <a:t>つのモデル全て，</a:t>
            </a:r>
            <a:r>
              <a:rPr lang="en-US" altLang="ja-JP" sz="3600" dirty="0">
                <a:latin typeface="Source Han Sans JP Medium"/>
                <a:ea typeface="Source Han Sans JP Medium"/>
                <a:cs typeface="Source Han Sans JP Medium"/>
                <a:sym typeface="Source Han Sans JP Medium"/>
              </a:rPr>
              <a:t>R</a:t>
            </a:r>
            <a:r>
              <a:rPr lang="en-US" altLang="ja-JP" sz="3600" baseline="30000" dirty="0">
                <a:latin typeface="Source Han Sans JP Medium"/>
                <a:ea typeface="Source Han Sans JP Medium"/>
                <a:cs typeface="Source Han Sans JP Medium"/>
                <a:sym typeface="Source Han Sans JP Medium"/>
              </a:rPr>
              <a:t>2</a:t>
            </a:r>
            <a:r>
              <a:rPr lang="en-US" altLang="ja-JP" sz="3600" dirty="0">
                <a:latin typeface="Source Han Sans JP Medium"/>
                <a:ea typeface="Source Han Sans JP Medium"/>
                <a:cs typeface="Source Han Sans JP Medium"/>
                <a:sym typeface="Source Han Sans JP Medium"/>
              </a:rPr>
              <a:t> score</a:t>
            </a:r>
            <a:r>
              <a:rPr lang="ja-JP" altLang="en-US" sz="3600" dirty="0">
                <a:latin typeface="Source Han Sans JP Medium"/>
                <a:ea typeface="Source Han Sans JP Medium"/>
                <a:cs typeface="Source Han Sans JP Medium"/>
                <a:sym typeface="Source Han Sans JP Medium"/>
              </a:rPr>
              <a:t>、</a:t>
            </a:r>
            <a:r>
              <a:rPr lang="en-US" altLang="ja-JP" sz="3600" dirty="0">
                <a:latin typeface="Source Han Sans JP Medium"/>
                <a:ea typeface="Source Han Sans JP Medium"/>
                <a:cs typeface="Source Han Sans JP Medium"/>
                <a:sym typeface="Source Han Sans JP Medium"/>
              </a:rPr>
              <a:t>AUC</a:t>
            </a:r>
            <a:r>
              <a:rPr lang="ja-JP" altLang="en-US" sz="3600" dirty="0">
                <a:latin typeface="Source Han Sans JP Medium"/>
                <a:ea typeface="Source Han Sans JP Medium"/>
                <a:cs typeface="Source Han Sans JP Medium"/>
                <a:sym typeface="Source Han Sans JP Medium"/>
              </a:rPr>
              <a:t>ともに</a:t>
            </a:r>
            <a:r>
              <a:rPr lang="en-US" altLang="ja-JP" sz="3600" dirty="0">
                <a:latin typeface="Source Han Sans JP Medium"/>
                <a:ea typeface="Source Han Sans JP Medium"/>
                <a:cs typeface="Source Han Sans JP Medium"/>
                <a:sym typeface="Source Han Sans JP Medium"/>
              </a:rPr>
              <a:t>0.97</a:t>
            </a:r>
            <a:r>
              <a:rPr lang="ja-JP" altLang="en-US" sz="3600" dirty="0">
                <a:latin typeface="Source Han Sans JP Medium"/>
                <a:ea typeface="Source Han Sans JP Medium"/>
                <a:cs typeface="Source Han Sans JP Medium"/>
                <a:sym typeface="Source Han Sans JP Medium"/>
              </a:rPr>
              <a:t>を超えていた．</a:t>
            </a:r>
            <a:endParaRPr lang="en-US" altLang="ja-JP" sz="3600" dirty="0">
              <a:latin typeface="Source Han Sans JP Medium"/>
              <a:ea typeface="Source Han Sans JP Medium"/>
              <a:cs typeface="Source Han Sans JP Medium"/>
              <a:sym typeface="Source Han Sans JP Medium"/>
            </a:endParaRPr>
          </a:p>
          <a:p>
            <a:pPr marL="571500" lvl="0" indent="-571500">
              <a:spcBef>
                <a:spcPct val="0"/>
              </a:spcBef>
              <a:buFont typeface="Wingdings" panose="05000000000000000000" pitchFamily="2" charset="2"/>
              <a:buChar char="l"/>
            </a:pPr>
            <a:endParaRPr lang="en-US" altLang="ja-JP" sz="3600" dirty="0">
              <a:latin typeface="Source Han Sans JP Medium"/>
              <a:ea typeface="Source Han Sans JP Medium"/>
              <a:cs typeface="Source Han Sans JP Medium"/>
              <a:sym typeface="Source Han Sans JP Medium"/>
            </a:endParaRPr>
          </a:p>
          <a:p>
            <a:pPr lvl="0">
              <a:spcBef>
                <a:spcPct val="0"/>
              </a:spcBef>
            </a:pPr>
            <a:endParaRPr lang="en-US" altLang="ja-JP" sz="3600" b="0" i="0" dirty="0">
              <a:solidFill>
                <a:srgbClr val="1D1C1D"/>
              </a:solidFill>
              <a:effectLst/>
              <a:latin typeface="NotoSansJP"/>
            </a:endParaRPr>
          </a:p>
          <a:p>
            <a:pPr marL="571500" lvl="0" indent="-571500">
              <a:spcBef>
                <a:spcPct val="0"/>
              </a:spcBef>
              <a:buFont typeface="Wingdings" panose="05000000000000000000" pitchFamily="2" charset="2"/>
              <a:buChar char="l"/>
            </a:pPr>
            <a:r>
              <a:rPr lang="en-US" altLang="ja-JP" sz="3600" b="0" i="0" dirty="0">
                <a:solidFill>
                  <a:srgbClr val="1D1C1D"/>
                </a:solidFill>
                <a:effectLst/>
                <a:latin typeface="Source Han Sans JP Medium" panose="020B0600070205080204" charset="-128"/>
                <a:ea typeface="Source Han Sans JP Medium" panose="020B0600070205080204" charset="-128"/>
              </a:rPr>
              <a:t>AUC</a:t>
            </a:r>
            <a:r>
              <a:rPr lang="ja-JP" altLang="en-US" sz="3600" b="0" i="0" dirty="0">
                <a:solidFill>
                  <a:srgbClr val="1D1C1D"/>
                </a:solidFill>
                <a:effectLst/>
                <a:latin typeface="Source Han Sans JP Medium" panose="020B0600070205080204" charset="-128"/>
                <a:ea typeface="Source Han Sans JP Medium" panose="020B0600070205080204" charset="-128"/>
              </a:rPr>
              <a:t>の値が高く、熱流束による回帰分析で沸騰</a:t>
            </a:r>
            <a:r>
              <a:rPr lang="en-US" altLang="ja-JP" sz="3600" b="0" i="0" dirty="0">
                <a:solidFill>
                  <a:srgbClr val="1D1C1D"/>
                </a:solidFill>
                <a:effectLst/>
                <a:latin typeface="Source Han Sans JP Medium" panose="020B0600070205080204" charset="-128"/>
                <a:ea typeface="Source Han Sans JP Medium" panose="020B0600070205080204" charset="-128"/>
              </a:rPr>
              <a:t>-</a:t>
            </a:r>
            <a:r>
              <a:rPr lang="ja-JP" altLang="en-US" sz="3600" b="0" i="0" dirty="0">
                <a:solidFill>
                  <a:srgbClr val="1D1C1D"/>
                </a:solidFill>
                <a:effectLst/>
                <a:latin typeface="Source Han Sans JP Medium" panose="020B0600070205080204" charset="-128"/>
                <a:ea typeface="Source Han Sans JP Medium" panose="020B0600070205080204" charset="-128"/>
              </a:rPr>
              <a:t>非沸騰の分類モデルとして有効である可能性大．</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8" name="矢印: 下 27">
            <a:extLst>
              <a:ext uri="{FF2B5EF4-FFF2-40B4-BE49-F238E27FC236}">
                <a16:creationId xmlns:a16="http://schemas.microsoft.com/office/drawing/2014/main" id="{F25F5282-2282-8D00-C89F-100EEE5ED746}"/>
              </a:ext>
            </a:extLst>
          </p:cNvPr>
          <p:cNvSpPr/>
          <p:nvPr/>
        </p:nvSpPr>
        <p:spPr>
          <a:xfrm>
            <a:off x="8535044" y="5531935"/>
            <a:ext cx="1013138" cy="612703"/>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C73F2D69-AB2E-DD61-44C2-73C0B24936D5}"/>
              </a:ext>
            </a:extLst>
          </p:cNvPr>
          <p:cNvSpPr txBox="1"/>
          <p:nvPr/>
        </p:nvSpPr>
        <p:spPr>
          <a:xfrm>
            <a:off x="2057400" y="7764773"/>
            <a:ext cx="12024664" cy="970971"/>
          </a:xfrm>
          <a:prstGeom prst="rect">
            <a:avLst/>
          </a:prstGeom>
          <a:noFill/>
        </p:spPr>
        <p:txBody>
          <a:bodyPr wrap="square">
            <a:spAutoFit/>
          </a:bodyPr>
          <a:lstStyle/>
          <a:p>
            <a:pPr algn="l">
              <a:lnSpc>
                <a:spcPts val="3520"/>
              </a:lnSpc>
              <a:buClr>
                <a:srgbClr val="64A4A3"/>
              </a:buClr>
              <a:buSzPct val="100000"/>
            </a:pPr>
            <a:r>
              <a:rPr lang="en-US" altLang="ja-JP" sz="2800" dirty="0">
                <a:latin typeface="Source Han Sans JP Medium" panose="020B0600070205080204" charset="-128"/>
                <a:ea typeface="Source Han Sans JP Medium" panose="020B0600070205080204" charset="-128"/>
                <a:cs typeface="Source Han Sans JP"/>
                <a:sym typeface="Source Han Sans JP"/>
              </a:rPr>
              <a:t>※AUC</a:t>
            </a:r>
            <a:r>
              <a:rPr lang="ja-JP" altLang="en-US" sz="2800" dirty="0">
                <a:latin typeface="Source Han Sans JP Medium" panose="020B0600070205080204" charset="-128"/>
                <a:ea typeface="Source Han Sans JP Medium" panose="020B0600070205080204" charset="-128"/>
                <a:cs typeface="Source Han Sans JP"/>
                <a:sym typeface="Source Han Sans JP"/>
              </a:rPr>
              <a:t>がどれくらいで“高い”と言えるかの基準を調べたところ，多くは</a:t>
            </a:r>
            <a:r>
              <a:rPr lang="en-US" altLang="ja-JP" sz="2800" dirty="0">
                <a:latin typeface="Source Han Sans JP Medium" panose="020B0600070205080204" charset="-128"/>
                <a:ea typeface="Source Han Sans JP Medium" panose="020B0600070205080204" charset="-128"/>
                <a:cs typeface="Source Han Sans JP"/>
                <a:sym typeface="Source Han Sans JP"/>
              </a:rPr>
              <a:t>0.90</a:t>
            </a:r>
            <a:r>
              <a:rPr lang="ja-JP" altLang="en-US" sz="2800" dirty="0">
                <a:latin typeface="Source Han Sans JP Medium" panose="020B0600070205080204" charset="-128"/>
                <a:ea typeface="Source Han Sans JP Medium" panose="020B0600070205080204" charset="-128"/>
                <a:cs typeface="Source Han Sans JP"/>
                <a:sym typeface="Source Han Sans JP"/>
              </a:rPr>
              <a:t>以上で優れた識別能力があるとしていたが，研究によって違う</a:t>
            </a:r>
            <a:r>
              <a:rPr lang="en-US" altLang="ja-JP" sz="2800" dirty="0">
                <a:latin typeface="Source Han Sans JP Medium" panose="020B0600070205080204" charset="-128"/>
                <a:ea typeface="Source Han Sans JP Medium" panose="020B0600070205080204" charset="-128"/>
                <a:cs typeface="Source Han Sans JP"/>
                <a:sym typeface="Source Han Sans JP"/>
              </a:rPr>
              <a:t>[5]</a:t>
            </a:r>
            <a:r>
              <a:rPr lang="ja-JP" altLang="en-US" sz="2800" dirty="0">
                <a:latin typeface="Source Han Sans JP Medium" panose="020B0600070205080204" charset="-128"/>
                <a:ea typeface="Source Han Sans JP Medium" panose="020B0600070205080204" charset="-128"/>
                <a:cs typeface="Source Han Sans JP"/>
                <a:sym typeface="Source Han Sans JP"/>
              </a:rPr>
              <a:t>．</a:t>
            </a:r>
            <a:endParaRPr lang="en-US" altLang="ja-JP" sz="2800" u="none" strike="noStrike" dirty="0">
              <a:latin typeface="Source Han Sans JP Medium" panose="020B0600070205080204" charset="-128"/>
              <a:ea typeface="Source Han Sans JP Medium" panose="020B0600070205080204" charset="-128"/>
              <a:cs typeface="Source Han Sans JP"/>
              <a:sym typeface="Source Han Sans JP"/>
            </a:endParaRPr>
          </a:p>
        </p:txBody>
      </p:sp>
      <p:sp>
        <p:nvSpPr>
          <p:cNvPr id="24" name="テキスト ボックス 23">
            <a:extLst>
              <a:ext uri="{FF2B5EF4-FFF2-40B4-BE49-F238E27FC236}">
                <a16:creationId xmlns:a16="http://schemas.microsoft.com/office/drawing/2014/main" id="{69A2DEA1-70D5-BA73-12F1-E1C3E242D34D}"/>
              </a:ext>
            </a:extLst>
          </p:cNvPr>
          <p:cNvSpPr txBox="1"/>
          <p:nvPr/>
        </p:nvSpPr>
        <p:spPr>
          <a:xfrm>
            <a:off x="885825" y="9526851"/>
            <a:ext cx="11946579" cy="646331"/>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[5]</a:t>
            </a:r>
            <a:r>
              <a:rPr lang="ja-JP" altLang="en-US" dirty="0">
                <a:solidFill>
                  <a:srgbClr val="292B2B"/>
                </a:solidFill>
                <a:latin typeface="Source Han Sans JP"/>
                <a:ea typeface="Source Han Sans JP"/>
                <a:cs typeface="Source Han Sans JP"/>
                <a:sym typeface="Source Han Sans JP"/>
              </a:rPr>
              <a:t> </a:t>
            </a:r>
            <a:r>
              <a:rPr lang="en-US" altLang="ja-JP" dirty="0">
                <a:latin typeface="Source Han Sans JP" panose="020B0600070205080204" charset="-128"/>
                <a:ea typeface="Source Han Sans JP" panose="020B0600070205080204" charset="-128"/>
              </a:rPr>
              <a:t>A Cecile J W Janssens, </a:t>
            </a:r>
            <a:r>
              <a:rPr lang="en-US" altLang="ja-JP" dirty="0" err="1">
                <a:latin typeface="Source Han Sans JP" panose="020B0600070205080204" charset="-128"/>
                <a:ea typeface="Source Han Sans JP" panose="020B0600070205080204" charset="-128"/>
              </a:rPr>
              <a:t>Forike</a:t>
            </a:r>
            <a:r>
              <a:rPr lang="en-US" altLang="ja-JP" dirty="0">
                <a:latin typeface="Source Han Sans JP" panose="020B0600070205080204" charset="-128"/>
                <a:ea typeface="Source Han Sans JP" panose="020B0600070205080204" charset="-128"/>
              </a:rPr>
              <a:t> K Martens</a:t>
            </a:r>
            <a:r>
              <a:rPr lang="en-US" altLang="ja-JP" dirty="0">
                <a:solidFill>
                  <a:srgbClr val="292B2B"/>
                </a:solidFill>
                <a:latin typeface="Source Han Sans JP"/>
                <a:ea typeface="Source Han Sans JP"/>
                <a:cs typeface="Source Han Sans JP"/>
                <a:sym typeface="Source Han Sans JP"/>
              </a:rPr>
              <a:t>, “</a:t>
            </a:r>
            <a:r>
              <a:rPr lang="en-US" altLang="ja-JP" dirty="0">
                <a:latin typeface="Source Han Sans JP" panose="020B0600070205080204" charset="-128"/>
                <a:ea typeface="Source Han Sans JP" panose="020B0600070205080204" charset="-128"/>
              </a:rPr>
              <a:t>Reflection on modern methods: Revisiting the area under the ROC Curve</a:t>
            </a:r>
            <a:r>
              <a:rPr lang="en-US" altLang="ja-JP" dirty="0">
                <a:solidFill>
                  <a:srgbClr val="292B2B"/>
                </a:solidFill>
                <a:latin typeface="Source Han Sans JP" panose="020B0600070205080204" charset="-128"/>
                <a:ea typeface="Source Han Sans JP" panose="020B0600070205080204" charset="-128"/>
                <a:cs typeface="Source Han Sans JP"/>
                <a:sym typeface="Source Han Sans JP"/>
              </a:rPr>
              <a:t>”, I</a:t>
            </a:r>
            <a:r>
              <a:rPr lang="en-US" altLang="ja-JP" dirty="0">
                <a:latin typeface="Source Han Sans JP" panose="020B0600070205080204" charset="-128"/>
                <a:ea typeface="Source Han Sans JP" panose="020B0600070205080204" charset="-128"/>
              </a:rPr>
              <a:t>nternational Epidemiological Association</a:t>
            </a:r>
            <a:r>
              <a:rPr lang="en-US" altLang="ja-JP" dirty="0">
                <a:solidFill>
                  <a:srgbClr val="292B2B"/>
                </a:solidFill>
                <a:latin typeface="Source Han Sans JP"/>
                <a:ea typeface="Source Han Sans JP"/>
                <a:cs typeface="Source Han Sans JP"/>
                <a:sym typeface="Source Han Sans JP"/>
              </a:rPr>
              <a:t> (2020).</a:t>
            </a:r>
          </a:p>
        </p:txBody>
      </p:sp>
    </p:spTree>
    <p:extLst>
      <p:ext uri="{BB962C8B-B14F-4D97-AF65-F5344CB8AC3E}">
        <p14:creationId xmlns:p14="http://schemas.microsoft.com/office/powerpoint/2010/main" val="1428640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ECF29-E953-12CA-59E1-844ADA7D64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2B69849-C4F2-DE61-7BF7-8CA0618D117C}"/>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7981204C-720B-3AC4-B417-9865A01AFDDF}"/>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379DBA31-6380-376C-DBD5-2569FB994D6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924AB6F5-5932-E495-4C7C-79A38F17BD3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4483A54A-DDC0-1296-D793-E60F91064FBF}"/>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70FD3CED-484F-4F8D-16B2-C0719C995BD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C577757B-D764-C9C6-33D9-00A9954F471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C33C43F5-A523-C420-C3EC-9552463089C3}"/>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E5A0D48B-4578-0AFE-32B1-92FD48F35A8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2516B41A-FF71-D66E-F507-44892E38EC1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31CA1E3E-25BC-3872-3415-0C90B6690B12}"/>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9C04C810-305E-67A6-3820-B798C89DC977}"/>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257F43E5-2BA9-B42D-FE66-E906394E7F5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C45373CE-7156-BB8D-336D-F557636C4D2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95B4430A-4D4C-FC1A-F92D-270424D0AF79}"/>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BB03218A-3514-5CA5-56F9-D45004D0188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71A8FE5E-2672-7664-BB03-E2EAE443283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0A8B44A0-3A4B-0268-9BFD-A125D3E77ACB}"/>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E59B9D58-E30C-B9A8-76F3-29A899E7D24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BFDA2CEE-C793-42A8-E3B9-C72035B4580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04515522-EE2D-7EFF-A8FA-A975810C6B7C}"/>
              </a:ext>
            </a:extLst>
          </p:cNvPr>
          <p:cNvGrpSpPr/>
          <p:nvPr/>
        </p:nvGrpSpPr>
        <p:grpSpPr>
          <a:xfrm>
            <a:off x="9128334" y="3442072"/>
            <a:ext cx="8058208" cy="3402855"/>
            <a:chOff x="10121433" y="2372121"/>
            <a:chExt cx="6318717" cy="3402855"/>
          </a:xfrm>
        </p:grpSpPr>
        <p:sp>
          <p:nvSpPr>
            <p:cNvPr id="22" name="TextBox 22">
              <a:extLst>
                <a:ext uri="{FF2B5EF4-FFF2-40B4-BE49-F238E27FC236}">
                  <a16:creationId xmlns:a16="http://schemas.microsoft.com/office/drawing/2014/main" id="{6076944C-8583-B33D-59D9-105EEB2D6C52}"/>
                </a:ext>
              </a:extLst>
            </p:cNvPr>
            <p:cNvSpPr txBox="1"/>
            <p:nvPr/>
          </p:nvSpPr>
          <p:spPr>
            <a:xfrm>
              <a:off x="11273049" y="2372121"/>
              <a:ext cx="5167101" cy="3389133"/>
            </a:xfrm>
            <a:prstGeom prst="rect">
              <a:avLst/>
            </a:prstGeom>
          </p:spPr>
          <p:txBody>
            <a:bodyPr lIns="0" tIns="0" rIns="0" bIns="0" rtlCol="0" anchor="t">
              <a:spAutoFit/>
            </a:bodyPr>
            <a:lstStyle/>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研究背景</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プール沸騰実験</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ラベル分類によるアンサンブル学習</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回帰分析と</a:t>
              </a:r>
              <a:r>
                <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rPr>
                <a:t>ROC</a:t>
              </a: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曲線によるモデル評価</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latin typeface="Source Han Sans JP" panose="020B0600070205080204" charset="-128"/>
                  <a:ea typeface="Source Han Sans JP" panose="020B0600070205080204" charset="-128"/>
                  <a:cs typeface="Now"/>
                  <a:sym typeface="Now"/>
                </a:rPr>
                <a:t>今後の展望</a:t>
              </a:r>
              <a:endParaRPr lang="en-US" sz="2999" dirty="0">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5FABCC73-53FA-CE46-BD50-FC76F0EDFF99}"/>
                </a:ext>
              </a:extLst>
            </p:cNvPr>
            <p:cNvSpPr txBox="1"/>
            <p:nvPr/>
          </p:nvSpPr>
          <p:spPr>
            <a:xfrm>
              <a:off x="10121433" y="2372121"/>
              <a:ext cx="1151616" cy="3402855"/>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r>
                <a:rPr lang="en-US" sz="2999" dirty="0">
                  <a:solidFill>
                    <a:srgbClr val="292B2B"/>
                  </a:solidFill>
                  <a:latin typeface="Now"/>
                  <a:ea typeface="Now"/>
                  <a:cs typeface="Now"/>
                  <a:sym typeface="Now"/>
                </a:rPr>
                <a:t>04</a:t>
              </a:r>
            </a:p>
            <a:p>
              <a:pPr algn="l">
                <a:lnSpc>
                  <a:spcPts val="5399"/>
                </a:lnSpc>
              </a:pPr>
              <a:r>
                <a:rPr lang="en-US" sz="2999" dirty="0">
                  <a:solidFill>
                    <a:srgbClr val="292B2B"/>
                  </a:solidFill>
                  <a:latin typeface="Now"/>
                  <a:ea typeface="Now"/>
                  <a:cs typeface="Now"/>
                  <a:sym typeface="Now"/>
                </a:rPr>
                <a:t>05</a:t>
              </a:r>
            </a:p>
          </p:txBody>
        </p:sp>
      </p:grpSp>
      <p:sp>
        <p:nvSpPr>
          <p:cNvPr id="24" name="TextBox 24">
            <a:extLst>
              <a:ext uri="{FF2B5EF4-FFF2-40B4-BE49-F238E27FC236}">
                <a16:creationId xmlns:a16="http://schemas.microsoft.com/office/drawing/2014/main" id="{CE79BE63-1F3E-CB4F-2107-7D9A854F6456}"/>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3ABB54FA-B7BA-7EDC-B255-0E4496D0EF13}"/>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4900AA51-C22D-41A1-FE8B-38BD389A63EA}"/>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6EC4D66E-C55E-C0C9-73DD-E198A44502C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22</a:t>
            </a:fld>
            <a:endParaRPr lang="en-US" sz="4800" dirty="0"/>
          </a:p>
        </p:txBody>
      </p:sp>
    </p:spTree>
    <p:extLst>
      <p:ext uri="{BB962C8B-B14F-4D97-AF65-F5344CB8AC3E}">
        <p14:creationId xmlns:p14="http://schemas.microsoft.com/office/powerpoint/2010/main" val="1092003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4" name="TextBox 24"/>
          <p:cNvSpPr txBox="1"/>
          <p:nvPr/>
        </p:nvSpPr>
        <p:spPr>
          <a:xfrm>
            <a:off x="2709919" y="1676416"/>
            <a:ext cx="4466734" cy="727187"/>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今後の展望</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05</a:t>
            </a:r>
          </a:p>
        </p:txBody>
      </p:sp>
      <p:sp>
        <p:nvSpPr>
          <p:cNvPr id="23" name="スライド番号プレースホルダー 28">
            <a:extLst>
              <a:ext uri="{FF2B5EF4-FFF2-40B4-BE49-F238E27FC236}">
                <a16:creationId xmlns:a16="http://schemas.microsoft.com/office/drawing/2014/main" id="{EB6B76B5-1EE6-260F-362E-0E77ACBB1D1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23</a:t>
            </a:fld>
            <a:endParaRPr lang="en-US" sz="4800" dirty="0"/>
          </a:p>
        </p:txBody>
      </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grpSp>
        <p:nvGrpSpPr>
          <p:cNvPr id="39" name="グループ化 38">
            <a:extLst>
              <a:ext uri="{FF2B5EF4-FFF2-40B4-BE49-F238E27FC236}">
                <a16:creationId xmlns:a16="http://schemas.microsoft.com/office/drawing/2014/main" id="{79A3FDCF-CC84-D4B6-8028-7A9749F9924A}"/>
              </a:ext>
            </a:extLst>
          </p:cNvPr>
          <p:cNvGrpSpPr/>
          <p:nvPr/>
        </p:nvGrpSpPr>
        <p:grpSpPr>
          <a:xfrm>
            <a:off x="4343400" y="2691366"/>
            <a:ext cx="11453302" cy="6483635"/>
            <a:chOff x="3962400" y="2794054"/>
            <a:chExt cx="11453302" cy="6483635"/>
          </a:xfrm>
        </p:grpSpPr>
        <p:grpSp>
          <p:nvGrpSpPr>
            <p:cNvPr id="37" name="グループ化 36">
              <a:extLst>
                <a:ext uri="{FF2B5EF4-FFF2-40B4-BE49-F238E27FC236}">
                  <a16:creationId xmlns:a16="http://schemas.microsoft.com/office/drawing/2014/main" id="{6BF1CC99-C6F5-EC45-80A9-A3627F3C76E8}"/>
                </a:ext>
              </a:extLst>
            </p:cNvPr>
            <p:cNvGrpSpPr/>
            <p:nvPr/>
          </p:nvGrpSpPr>
          <p:grpSpPr>
            <a:xfrm>
              <a:off x="3962400" y="2794054"/>
              <a:ext cx="11453302" cy="5730031"/>
              <a:chOff x="2279236" y="3293132"/>
              <a:chExt cx="14878873" cy="5730031"/>
            </a:xfrm>
          </p:grpSpPr>
          <p:grpSp>
            <p:nvGrpSpPr>
              <p:cNvPr id="30" name="グループ化 29">
                <a:extLst>
                  <a:ext uri="{FF2B5EF4-FFF2-40B4-BE49-F238E27FC236}">
                    <a16:creationId xmlns:a16="http://schemas.microsoft.com/office/drawing/2014/main" id="{30F37F19-0E47-51EA-5070-813F86980DA1}"/>
                  </a:ext>
                </a:extLst>
              </p:cNvPr>
              <p:cNvGrpSpPr/>
              <p:nvPr/>
            </p:nvGrpSpPr>
            <p:grpSpPr>
              <a:xfrm>
                <a:off x="2279236" y="3293132"/>
                <a:ext cx="14878873" cy="5730031"/>
                <a:chOff x="2286000" y="3588419"/>
                <a:chExt cx="14878873" cy="5730031"/>
              </a:xfrm>
            </p:grpSpPr>
            <p:grpSp>
              <p:nvGrpSpPr>
                <p:cNvPr id="27" name="グループ化 26">
                  <a:extLst>
                    <a:ext uri="{FF2B5EF4-FFF2-40B4-BE49-F238E27FC236}">
                      <a16:creationId xmlns:a16="http://schemas.microsoft.com/office/drawing/2014/main" id="{36AB8344-229D-6211-5237-75C7362C514B}"/>
                    </a:ext>
                  </a:extLst>
                </p:cNvPr>
                <p:cNvGrpSpPr/>
                <p:nvPr/>
              </p:nvGrpSpPr>
              <p:grpSpPr>
                <a:xfrm>
                  <a:off x="2392007" y="3588419"/>
                  <a:ext cx="14772866" cy="3969160"/>
                  <a:chOff x="1981200" y="3331673"/>
                  <a:chExt cx="14772866" cy="3969160"/>
                </a:xfrm>
              </p:grpSpPr>
              <p:grpSp>
                <p:nvGrpSpPr>
                  <p:cNvPr id="32" name="グループ化 31">
                    <a:extLst>
                      <a:ext uri="{FF2B5EF4-FFF2-40B4-BE49-F238E27FC236}">
                        <a16:creationId xmlns:a16="http://schemas.microsoft.com/office/drawing/2014/main" id="{9EDB21BA-E644-9054-428F-9410693E2DF2}"/>
                      </a:ext>
                    </a:extLst>
                  </p:cNvPr>
                  <p:cNvGrpSpPr/>
                  <p:nvPr/>
                </p:nvGrpSpPr>
                <p:grpSpPr>
                  <a:xfrm>
                    <a:off x="1981200" y="3331673"/>
                    <a:ext cx="14772866" cy="2322495"/>
                    <a:chOff x="10121433" y="2372121"/>
                    <a:chExt cx="6318717" cy="2322495"/>
                  </a:xfrm>
                </p:grpSpPr>
                <p:sp>
                  <p:nvSpPr>
                    <p:cNvPr id="33" name="TextBox 22">
                      <a:extLst>
                        <a:ext uri="{FF2B5EF4-FFF2-40B4-BE49-F238E27FC236}">
                          <a16:creationId xmlns:a16="http://schemas.microsoft.com/office/drawing/2014/main" id="{AB751958-B8BC-2491-A029-8F5AF50FD759}"/>
                        </a:ext>
                      </a:extLst>
                    </p:cNvPr>
                    <p:cNvSpPr txBox="1"/>
                    <p:nvPr/>
                  </p:nvSpPr>
                  <p:spPr>
                    <a:xfrm>
                      <a:off x="10661272" y="2372121"/>
                      <a:ext cx="5778878" cy="2322495"/>
                    </a:xfrm>
                    <a:prstGeom prst="rect">
                      <a:avLst/>
                    </a:prstGeom>
                  </p:spPr>
                  <p:txBody>
                    <a:bodyPr wrap="square" lIns="0" tIns="0" rIns="0" bIns="0" rtlCol="0" anchor="t">
                      <a:spAutoFit/>
                    </a:bodyPr>
                    <a:lstStyle/>
                    <a:p>
                      <a:pPr algn="just">
                        <a:lnSpc>
                          <a:spcPct val="150000"/>
                        </a:lnSpc>
                        <a:spcBef>
                          <a:spcPct val="0"/>
                        </a:spcBef>
                      </a:pPr>
                      <a:r>
                        <a:rPr lang="ja-JP" altLang="en-US" sz="4000" dirty="0">
                          <a:latin typeface="Source Han Sans JP Medium"/>
                          <a:ea typeface="Source Han Sans JP Medium"/>
                          <a:cs typeface="Source Han Sans JP Medium"/>
                          <a:sym typeface="Source Han Sans JP Medium"/>
                        </a:rPr>
                        <a:t>データセットの拡張</a:t>
                      </a:r>
                      <a:endParaRPr lang="en-US" altLang="ja-JP" sz="4000" dirty="0">
                        <a:latin typeface="Source Han Sans JP Medium"/>
                        <a:ea typeface="Source Han Sans JP Medium"/>
                        <a:cs typeface="Source Han Sans JP Medium"/>
                        <a:sym typeface="Source Han Sans JP Medium"/>
                      </a:endParaRPr>
                    </a:p>
                    <a:p>
                      <a:pPr marL="571500" indent="-571500" algn="just">
                        <a:lnSpc>
                          <a:spcPct val="150000"/>
                        </a:lnSpc>
                        <a:spcBef>
                          <a:spcPct val="0"/>
                        </a:spcBef>
                        <a:buClr>
                          <a:srgbClr val="90C4C3"/>
                        </a:buClr>
                        <a:buFont typeface="Wingdings" panose="05000000000000000000" pitchFamily="2" charset="2"/>
                        <a:buChar char="l"/>
                      </a:pPr>
                      <a:r>
                        <a:rPr lang="ja-JP" altLang="en-US" sz="3200" dirty="0">
                          <a:latin typeface="Source Han Sans JP Medium"/>
                          <a:ea typeface="Source Han Sans JP Medium"/>
                          <a:cs typeface="Source Han Sans JP Medium"/>
                          <a:sym typeface="Source Han Sans JP Medium"/>
                        </a:rPr>
                        <a:t>各実験のデータをどのように組み合わせるか</a:t>
                      </a:r>
                      <a:endParaRPr lang="en-US" altLang="ja-JP" sz="3200" dirty="0">
                        <a:latin typeface="Source Han Sans JP Medium"/>
                        <a:ea typeface="Source Han Sans JP Medium"/>
                        <a:cs typeface="Source Han Sans JP Medium"/>
                        <a:sym typeface="Source Han Sans JP Medium"/>
                      </a:endParaRPr>
                    </a:p>
                    <a:p>
                      <a:pPr marL="571500" indent="-571500" algn="just">
                        <a:lnSpc>
                          <a:spcPct val="150000"/>
                        </a:lnSpc>
                        <a:spcBef>
                          <a:spcPct val="0"/>
                        </a:spcBef>
                        <a:buClr>
                          <a:srgbClr val="90C4C3"/>
                        </a:buClr>
                        <a:buFont typeface="Wingdings" panose="05000000000000000000" pitchFamily="2" charset="2"/>
                        <a:buChar char="l"/>
                      </a:pPr>
                      <a:r>
                        <a:rPr lang="ja-JP" altLang="en-US" sz="3200" dirty="0">
                          <a:latin typeface="Source Han Sans JP Medium"/>
                          <a:ea typeface="Source Han Sans JP Medium"/>
                          <a:cs typeface="Source Han Sans JP Medium"/>
                          <a:sym typeface="Source Han Sans JP Medium"/>
                        </a:rPr>
                        <a:t>細線の太さやサブクール度が違うもの</a:t>
                      </a:r>
                      <a:endParaRPr lang="en-US" altLang="ja-JP" sz="3200" dirty="0">
                        <a:latin typeface="Source Han Sans JP Medium"/>
                        <a:ea typeface="Source Han Sans JP Medium"/>
                        <a:cs typeface="Source Han Sans JP Medium"/>
                        <a:sym typeface="Source Han Sans JP Medium"/>
                      </a:endParaRPr>
                    </a:p>
                  </p:txBody>
                </p:sp>
                <p:sp>
                  <p:nvSpPr>
                    <p:cNvPr id="34" name="TextBox 23">
                      <a:extLst>
                        <a:ext uri="{FF2B5EF4-FFF2-40B4-BE49-F238E27FC236}">
                          <a16:creationId xmlns:a16="http://schemas.microsoft.com/office/drawing/2014/main" id="{8BADC78C-335F-2CC6-79A7-95A697C75411}"/>
                        </a:ext>
                      </a:extLst>
                    </p:cNvPr>
                    <p:cNvSpPr txBox="1"/>
                    <p:nvPr/>
                  </p:nvSpPr>
                  <p:spPr>
                    <a:xfrm>
                      <a:off x="10121433" y="2372121"/>
                      <a:ext cx="316070" cy="843885"/>
                    </a:xfrm>
                    <a:prstGeom prst="rect">
                      <a:avLst/>
                    </a:prstGeom>
                  </p:spPr>
                  <p:txBody>
                    <a:bodyPr wrap="square" lIns="0" tIns="0" rIns="0" bIns="0" rtlCol="0" anchor="t">
                      <a:spAutoFit/>
                    </a:bodyPr>
                    <a:lstStyle/>
                    <a:p>
                      <a:pPr algn="l">
                        <a:lnSpc>
                          <a:spcPct val="150000"/>
                        </a:lnSpc>
                      </a:pPr>
                      <a:r>
                        <a:rPr lang="en-US" sz="4000" dirty="0">
                          <a:solidFill>
                            <a:srgbClr val="64A4A3"/>
                          </a:solidFill>
                          <a:latin typeface="Now"/>
                          <a:ea typeface="Now"/>
                          <a:cs typeface="Now"/>
                          <a:sym typeface="Now"/>
                        </a:rPr>
                        <a:t>01</a:t>
                      </a:r>
                    </a:p>
                  </p:txBody>
                </p:sp>
              </p:grpSp>
              <p:sp>
                <p:nvSpPr>
                  <p:cNvPr id="26" name="テキスト ボックス 25">
                    <a:extLst>
                      <a:ext uri="{FF2B5EF4-FFF2-40B4-BE49-F238E27FC236}">
                        <a16:creationId xmlns:a16="http://schemas.microsoft.com/office/drawing/2014/main" id="{0702A874-B53A-90EC-1543-F2E8AB9F594D}"/>
                      </a:ext>
                    </a:extLst>
                  </p:cNvPr>
                  <p:cNvSpPr txBox="1"/>
                  <p:nvPr/>
                </p:nvSpPr>
                <p:spPr>
                  <a:xfrm>
                    <a:off x="3221807" y="5624669"/>
                    <a:ext cx="10162915" cy="1676164"/>
                  </a:xfrm>
                  <a:prstGeom prst="rect">
                    <a:avLst/>
                  </a:prstGeom>
                  <a:noFill/>
                </p:spPr>
                <p:txBody>
                  <a:bodyPr wrap="square">
                    <a:spAutoFit/>
                  </a:bodyPr>
                  <a:lstStyle/>
                  <a:p>
                    <a:pPr algn="just">
                      <a:lnSpc>
                        <a:spcPct val="150000"/>
                      </a:lnSpc>
                      <a:spcBef>
                        <a:spcPct val="0"/>
                      </a:spcBef>
                    </a:pPr>
                    <a:r>
                      <a:rPr lang="ja-JP" altLang="en-US" sz="4000" dirty="0">
                        <a:latin typeface="Source Han Sans JP Medium"/>
                        <a:ea typeface="Source Han Sans JP Medium"/>
                        <a:cs typeface="Source Han Sans JP Medium"/>
                        <a:sym typeface="Source Han Sans JP Medium"/>
                      </a:rPr>
                      <a:t>水流動音をノイズに使用して評価</a:t>
                    </a:r>
                    <a:endParaRPr lang="en-US" altLang="ja-JP" sz="4000" dirty="0">
                      <a:latin typeface="Source Han Sans JP Medium"/>
                      <a:ea typeface="Source Han Sans JP Medium"/>
                      <a:cs typeface="Source Han Sans JP Medium"/>
                      <a:sym typeface="Source Han Sans JP Medium"/>
                    </a:endParaRPr>
                  </a:p>
                  <a:p>
                    <a:pPr marL="571500" indent="-571500" algn="just">
                      <a:lnSpc>
                        <a:spcPct val="150000"/>
                      </a:lnSpc>
                      <a:spcBef>
                        <a:spcPct val="0"/>
                      </a:spcBef>
                      <a:buClr>
                        <a:srgbClr val="90C4C3"/>
                      </a:buClr>
                      <a:buFont typeface="Wingdings" panose="05000000000000000000" pitchFamily="2" charset="2"/>
                      <a:buChar char="l"/>
                    </a:pPr>
                    <a:r>
                      <a:rPr lang="ja-JP" altLang="en-US" sz="3200" dirty="0">
                        <a:latin typeface="Source Han Sans JP Medium"/>
                        <a:ea typeface="Source Han Sans JP Medium"/>
                        <a:cs typeface="Source Han Sans JP Medium"/>
                        <a:sym typeface="Source Han Sans JP Medium"/>
                      </a:rPr>
                      <a:t>水流動音とは</a:t>
                    </a:r>
                    <a:endParaRPr lang="en-US" altLang="ja-JP" sz="3200" dirty="0">
                      <a:latin typeface="Source Han Sans JP Medium"/>
                      <a:ea typeface="Source Han Sans JP Medium"/>
                      <a:cs typeface="Source Han Sans JP Medium"/>
                      <a:sym typeface="Source Han Sans JP Medium"/>
                    </a:endParaRPr>
                  </a:p>
                </p:txBody>
              </p:sp>
            </p:grpSp>
            <p:sp>
              <p:nvSpPr>
                <p:cNvPr id="29" name="テキスト ボックス 28">
                  <a:extLst>
                    <a:ext uri="{FF2B5EF4-FFF2-40B4-BE49-F238E27FC236}">
                      <a16:creationId xmlns:a16="http://schemas.microsoft.com/office/drawing/2014/main" id="{FF5D2E94-0F12-1536-2232-7F1B25A11741}"/>
                    </a:ext>
                  </a:extLst>
                </p:cNvPr>
                <p:cNvSpPr txBox="1"/>
                <p:nvPr/>
              </p:nvSpPr>
              <p:spPr>
                <a:xfrm>
                  <a:off x="2286000" y="7473330"/>
                  <a:ext cx="1142999" cy="1845120"/>
                </a:xfrm>
                <a:prstGeom prst="rect">
                  <a:avLst/>
                </a:prstGeom>
                <a:noFill/>
              </p:spPr>
              <p:txBody>
                <a:bodyPr wrap="square">
                  <a:spAutoFit/>
                </a:bodyPr>
                <a:lstStyle/>
                <a:p>
                  <a:pPr algn="l">
                    <a:lnSpc>
                      <a:spcPct val="150000"/>
                    </a:lnSpc>
                  </a:pPr>
                  <a:r>
                    <a:rPr lang="en-US" altLang="ja-JP" sz="4000" dirty="0">
                      <a:solidFill>
                        <a:srgbClr val="64A4A3"/>
                      </a:solidFill>
                      <a:latin typeface="Now"/>
                      <a:ea typeface="Now"/>
                      <a:cs typeface="Now"/>
                      <a:sym typeface="Now"/>
                    </a:rPr>
                    <a:t>03</a:t>
                  </a:r>
                </a:p>
                <a:p>
                  <a:pPr algn="l">
                    <a:lnSpc>
                      <a:spcPct val="150000"/>
                    </a:lnSpc>
                  </a:pPr>
                  <a:r>
                    <a:rPr lang="en-US" altLang="ja-JP" sz="4000" dirty="0">
                      <a:solidFill>
                        <a:srgbClr val="64A4A3"/>
                      </a:solidFill>
                      <a:latin typeface="Now"/>
                      <a:ea typeface="Now"/>
                      <a:cs typeface="Now"/>
                      <a:sym typeface="Now"/>
                    </a:rPr>
                    <a:t>04</a:t>
                  </a:r>
                </a:p>
              </p:txBody>
            </p:sp>
          </p:grpSp>
          <p:sp>
            <p:nvSpPr>
              <p:cNvPr id="31" name="テキスト ボックス 30">
                <a:extLst>
                  <a:ext uri="{FF2B5EF4-FFF2-40B4-BE49-F238E27FC236}">
                    <a16:creationId xmlns:a16="http://schemas.microsoft.com/office/drawing/2014/main" id="{5B2A3DCB-698E-A4B9-1B46-96272FE464E0}"/>
                  </a:ext>
                </a:extLst>
              </p:cNvPr>
              <p:cNvSpPr txBox="1"/>
              <p:nvPr/>
            </p:nvSpPr>
            <p:spPr>
              <a:xfrm>
                <a:off x="2279236" y="5598828"/>
                <a:ext cx="1143000" cy="936218"/>
              </a:xfrm>
              <a:prstGeom prst="rect">
                <a:avLst/>
              </a:prstGeom>
              <a:noFill/>
            </p:spPr>
            <p:txBody>
              <a:bodyPr wrap="square">
                <a:spAutoFit/>
              </a:bodyPr>
              <a:lstStyle/>
              <a:p>
                <a:pPr algn="l">
                  <a:lnSpc>
                    <a:spcPct val="150000"/>
                  </a:lnSpc>
                </a:pPr>
                <a:r>
                  <a:rPr lang="en-US" altLang="ja-JP" sz="4000" dirty="0">
                    <a:solidFill>
                      <a:srgbClr val="64A4A3"/>
                    </a:solidFill>
                    <a:latin typeface="Now"/>
                    <a:ea typeface="Now"/>
                    <a:cs typeface="Now"/>
                    <a:sym typeface="Now"/>
                  </a:rPr>
                  <a:t>02</a:t>
                </a:r>
              </a:p>
            </p:txBody>
          </p:sp>
          <p:sp>
            <p:nvSpPr>
              <p:cNvPr id="36" name="テキスト ボックス 35">
                <a:extLst>
                  <a:ext uri="{FF2B5EF4-FFF2-40B4-BE49-F238E27FC236}">
                    <a16:creationId xmlns:a16="http://schemas.microsoft.com/office/drawing/2014/main" id="{124D5BBA-87F0-E4DF-458B-B0ED3A9BDD21}"/>
                  </a:ext>
                </a:extLst>
              </p:cNvPr>
              <p:cNvSpPr txBox="1"/>
              <p:nvPr/>
            </p:nvSpPr>
            <p:spPr>
              <a:xfrm>
                <a:off x="3625850" y="7196317"/>
                <a:ext cx="11017250" cy="917944"/>
              </a:xfrm>
              <a:prstGeom prst="rect">
                <a:avLst/>
              </a:prstGeom>
              <a:noFill/>
            </p:spPr>
            <p:txBody>
              <a:bodyPr wrap="square">
                <a:spAutoFit/>
              </a:bodyPr>
              <a:lstStyle/>
              <a:p>
                <a:pPr algn="just">
                  <a:lnSpc>
                    <a:spcPct val="150000"/>
                  </a:lnSpc>
                  <a:spcBef>
                    <a:spcPct val="0"/>
                  </a:spcBef>
                </a:pPr>
                <a:r>
                  <a:rPr lang="ja-JP" altLang="en-US" sz="4000" dirty="0">
                    <a:latin typeface="Source Han Sans JP Medium"/>
                    <a:ea typeface="Source Han Sans JP Medium"/>
                    <a:cs typeface="Source Han Sans JP Medium"/>
                    <a:sym typeface="Source Han Sans JP Medium"/>
                  </a:rPr>
                  <a:t>回帰と</a:t>
                </a:r>
                <a:r>
                  <a:rPr lang="en-US" altLang="ja-JP" sz="4000" dirty="0">
                    <a:latin typeface="Source Han Sans JP Medium"/>
                    <a:ea typeface="Source Han Sans JP Medium"/>
                    <a:cs typeface="Source Han Sans JP Medium"/>
                    <a:sym typeface="Source Han Sans JP Medium"/>
                  </a:rPr>
                  <a:t>ROC</a:t>
                </a:r>
                <a:r>
                  <a:rPr lang="ja-JP" altLang="en-US" sz="4000" dirty="0">
                    <a:latin typeface="Source Han Sans JP Medium"/>
                    <a:ea typeface="Source Han Sans JP Medium"/>
                    <a:cs typeface="Source Han Sans JP Medium"/>
                    <a:sym typeface="Source Han Sans JP Medium"/>
                  </a:rPr>
                  <a:t>をアンサンブル学習</a:t>
                </a:r>
                <a:endParaRPr lang="en-US" altLang="ja-JP" sz="4000" dirty="0">
                  <a:latin typeface="Source Han Sans JP Medium"/>
                  <a:ea typeface="Source Han Sans JP Medium"/>
                  <a:cs typeface="Source Han Sans JP Medium"/>
                  <a:sym typeface="Source Han Sans JP Medium"/>
                </a:endParaRPr>
              </a:p>
            </p:txBody>
          </p:sp>
        </p:grpSp>
        <p:sp>
          <p:nvSpPr>
            <p:cNvPr id="35" name="テキスト ボックス 34">
              <a:extLst>
                <a:ext uri="{FF2B5EF4-FFF2-40B4-BE49-F238E27FC236}">
                  <a16:creationId xmlns:a16="http://schemas.microsoft.com/office/drawing/2014/main" id="{7964F7FA-B0F9-C21F-B052-3592C0A9CF1B}"/>
                </a:ext>
              </a:extLst>
            </p:cNvPr>
            <p:cNvSpPr txBox="1"/>
            <p:nvPr/>
          </p:nvSpPr>
          <p:spPr>
            <a:xfrm>
              <a:off x="5043250" y="7601525"/>
              <a:ext cx="7823102" cy="1676164"/>
            </a:xfrm>
            <a:prstGeom prst="rect">
              <a:avLst/>
            </a:prstGeom>
            <a:noFill/>
          </p:spPr>
          <p:txBody>
            <a:bodyPr wrap="square">
              <a:spAutoFit/>
            </a:bodyPr>
            <a:lstStyle/>
            <a:p>
              <a:pPr algn="just">
                <a:lnSpc>
                  <a:spcPct val="150000"/>
                </a:lnSpc>
                <a:spcBef>
                  <a:spcPct val="0"/>
                </a:spcBef>
              </a:pPr>
              <a:r>
                <a:rPr lang="en-US" altLang="ja-JP" sz="4000" dirty="0">
                  <a:latin typeface="Source Han Sans JP Medium"/>
                  <a:ea typeface="Source Han Sans JP Medium"/>
                  <a:cs typeface="Source Han Sans JP Medium"/>
                  <a:sym typeface="Source Han Sans JP Medium"/>
                </a:rPr>
                <a:t>AUC</a:t>
              </a:r>
              <a:r>
                <a:rPr lang="ja-JP" altLang="en-US" sz="4000" dirty="0">
                  <a:latin typeface="Source Han Sans JP Medium"/>
                  <a:ea typeface="Source Han Sans JP Medium"/>
                  <a:cs typeface="Source Han Sans JP Medium"/>
                  <a:sym typeface="Source Han Sans JP Medium"/>
                </a:rPr>
                <a:t>の評価基準について</a:t>
              </a:r>
              <a:endParaRPr lang="en-US" altLang="ja-JP" sz="4000" dirty="0">
                <a:latin typeface="Source Han Sans JP Medium"/>
                <a:ea typeface="Source Han Sans JP Medium"/>
                <a:cs typeface="Source Han Sans JP Medium"/>
                <a:sym typeface="Source Han Sans JP Medium"/>
              </a:endParaRPr>
            </a:p>
            <a:p>
              <a:pPr marL="571500" indent="-571500" algn="just">
                <a:lnSpc>
                  <a:spcPct val="150000"/>
                </a:lnSpc>
                <a:spcBef>
                  <a:spcPct val="0"/>
                </a:spcBef>
                <a:buClr>
                  <a:srgbClr val="90C4C3"/>
                </a:buClr>
                <a:buFont typeface="Wingdings" panose="05000000000000000000" pitchFamily="2" charset="2"/>
                <a:buChar char="l"/>
              </a:pPr>
              <a:r>
                <a:rPr lang="ja-JP" altLang="en-US" sz="3200" dirty="0">
                  <a:latin typeface="Source Han Sans JP Medium"/>
                  <a:ea typeface="Source Han Sans JP Medium"/>
                  <a:cs typeface="Source Han Sans JP Medium"/>
                  <a:sym typeface="Source Han Sans JP Medium"/>
                </a:rPr>
                <a:t>他の評価基準と組み合わせる？</a:t>
              </a:r>
              <a:endParaRPr lang="en-US" altLang="ja-JP" sz="3200" dirty="0">
                <a:latin typeface="Source Han Sans JP Medium"/>
                <a:ea typeface="Source Han Sans JP Medium"/>
                <a:cs typeface="Source Han Sans JP Medium"/>
                <a:sym typeface="Source Han Sans JP Medium"/>
              </a:endParaRPr>
            </a:p>
          </p:txBody>
        </p:sp>
      </p:grpSp>
    </p:spTree>
    <p:extLst>
      <p:ext uri="{BB962C8B-B14F-4D97-AF65-F5344CB8AC3E}">
        <p14:creationId xmlns:p14="http://schemas.microsoft.com/office/powerpoint/2010/main" val="585515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3616325" y="4662203"/>
            <a:ext cx="11033125" cy="962594"/>
          </a:xfrm>
          <a:prstGeom prst="rect">
            <a:avLst/>
          </a:prstGeom>
        </p:spPr>
        <p:txBody>
          <a:bodyPr wrap="square" lIns="0" tIns="0" rIns="0" bIns="0" rtlCol="0" anchor="t">
            <a:spAutoFit/>
          </a:bodyPr>
          <a:lstStyle/>
          <a:p>
            <a:pPr algn="ctr">
              <a:lnSpc>
                <a:spcPts val="7840"/>
              </a:lnSpc>
              <a:spcBef>
                <a:spcPct val="0"/>
              </a:spcBef>
            </a:pPr>
            <a:r>
              <a:rPr lang="en-US" sz="5600" dirty="0" err="1">
                <a:solidFill>
                  <a:srgbClr val="406D6C"/>
                </a:solidFill>
                <a:latin typeface="Source Han Sans JP Medium"/>
                <a:ea typeface="Source Han Sans JP Medium"/>
                <a:cs typeface="Source Han Sans JP Medium"/>
                <a:sym typeface="Source Han Sans JP Medium"/>
              </a:rPr>
              <a:t>ご静聴ありがとうございました</a:t>
            </a:r>
            <a:endParaRPr lang="en-US" sz="5600" dirty="0">
              <a:solidFill>
                <a:srgbClr val="406D6C"/>
              </a:solidFill>
              <a:latin typeface="Source Han Sans JP Medium"/>
              <a:ea typeface="Source Han Sans JP Medium"/>
              <a:cs typeface="Source Han Sans JP Medium"/>
              <a:sym typeface="Source Han Sans JP Medium"/>
            </a:endParaRPr>
          </a:p>
        </p:txBody>
      </p:sp>
      <p:grpSp>
        <p:nvGrpSpPr>
          <p:cNvPr id="4" name="Group 4"/>
          <p:cNvGrpSpPr/>
          <p:nvPr/>
        </p:nvGrpSpPr>
        <p:grpSpPr>
          <a:xfrm>
            <a:off x="885825" y="885825"/>
            <a:ext cx="5505450" cy="142875"/>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6391275" y="885825"/>
            <a:ext cx="5505450" cy="142875"/>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1896725" y="885825"/>
            <a:ext cx="5505450" cy="142875"/>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3" name="Group 13"/>
          <p:cNvGrpSpPr/>
          <p:nvPr/>
        </p:nvGrpSpPr>
        <p:grpSpPr>
          <a:xfrm>
            <a:off x="885825" y="9258300"/>
            <a:ext cx="16516350" cy="142875"/>
            <a:chOff x="0" y="0"/>
            <a:chExt cx="22021800" cy="190500"/>
          </a:xfrm>
        </p:grpSpPr>
        <p:grpSp>
          <p:nvGrpSpPr>
            <p:cNvPr id="14" name="Group 14"/>
            <p:cNvGrpSpPr/>
            <p:nvPr/>
          </p:nvGrpSpPr>
          <p:grpSpPr>
            <a:xfrm>
              <a:off x="0" y="0"/>
              <a:ext cx="7340600" cy="190500"/>
              <a:chOff x="0" y="0"/>
              <a:chExt cx="1449995" cy="37630"/>
            </a:xfrm>
          </p:grpSpPr>
          <p:sp>
            <p:nvSpPr>
              <p:cNvPr id="15" name="Freeform 1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17"/>
            <p:cNvGrpSpPr/>
            <p:nvPr/>
          </p:nvGrpSpPr>
          <p:grpSpPr>
            <a:xfrm>
              <a:off x="7340600" y="0"/>
              <a:ext cx="7340600" cy="190500"/>
              <a:chOff x="0" y="0"/>
              <a:chExt cx="1449995" cy="37630"/>
            </a:xfrm>
          </p:grpSpPr>
          <p:sp>
            <p:nvSpPr>
              <p:cNvPr id="18" name="Freeform 1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9" name="TextBox 1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0" name="Group 20"/>
            <p:cNvGrpSpPr/>
            <p:nvPr/>
          </p:nvGrpSpPr>
          <p:grpSpPr>
            <a:xfrm>
              <a:off x="14681200" y="0"/>
              <a:ext cx="7340600" cy="190500"/>
              <a:chOff x="0" y="0"/>
              <a:chExt cx="1449995" cy="37630"/>
            </a:xfrm>
          </p:grpSpPr>
          <p:sp>
            <p:nvSpPr>
              <p:cNvPr id="21" name="Freeform 2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2" name="TextBox 2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3" name="スライド番号プレースホルダー 28">
            <a:extLst>
              <a:ext uri="{FF2B5EF4-FFF2-40B4-BE49-F238E27FC236}">
                <a16:creationId xmlns:a16="http://schemas.microsoft.com/office/drawing/2014/main" id="{61FDF457-3CF3-EA81-0FF0-A95B7FA2035D}"/>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24</a:t>
            </a:fld>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10292</TotalTime>
  <Words>1440</Words>
  <Application>Microsoft Office PowerPoint</Application>
  <PresentationFormat>ユーザー設定</PresentationFormat>
  <Paragraphs>299</Paragraphs>
  <Slides>24</Slides>
  <Notes>0</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24</vt:i4>
      </vt:variant>
    </vt:vector>
  </HeadingPairs>
  <TitlesOfParts>
    <vt:vector size="36" baseType="lpstr">
      <vt:lpstr>Source Han Sans JP</vt:lpstr>
      <vt:lpstr>Century Gothic Paneuropean</vt:lpstr>
      <vt:lpstr>Arial</vt:lpstr>
      <vt:lpstr>NotoSansJP</vt:lpstr>
      <vt:lpstr>Source Han Sans JP Medium</vt:lpstr>
      <vt:lpstr>Calibri</vt:lpstr>
      <vt:lpstr>Now</vt:lpstr>
      <vt:lpstr>Now Medium</vt:lpstr>
      <vt:lpstr>Source Han Sans JP Bold</vt:lpstr>
      <vt:lpstr>游ゴシック</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cp:lastModifiedBy>shibariku0623@icloud.com</cp:lastModifiedBy>
  <cp:revision>2</cp:revision>
  <dcterms:created xsi:type="dcterms:W3CDTF">2006-08-16T00:00:00Z</dcterms:created>
  <dcterms:modified xsi:type="dcterms:W3CDTF">2024-10-29T01:06:24Z</dcterms:modified>
  <dc:identifier>DAGKJCfN4aw</dc:identifier>
</cp:coreProperties>
</file>
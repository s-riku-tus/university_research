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77" r:id="rId3"/>
    <p:sldId id="257" r:id="rId4"/>
    <p:sldId id="308" r:id="rId5"/>
    <p:sldId id="297" r:id="rId6"/>
    <p:sldId id="298" r:id="rId7"/>
    <p:sldId id="301" r:id="rId8"/>
    <p:sldId id="305" r:id="rId9"/>
    <p:sldId id="303" r:id="rId10"/>
    <p:sldId id="304" r:id="rId11"/>
    <p:sldId id="302" r:id="rId12"/>
    <p:sldId id="310" r:id="rId13"/>
    <p:sldId id="312" r:id="rId14"/>
    <p:sldId id="306" r:id="rId15"/>
    <p:sldId id="307" r:id="rId16"/>
    <p:sldId id="309" r:id="rId17"/>
    <p:sldId id="274" r:id="rId18"/>
    <p:sldId id="269" r:id="rId19"/>
  </p:sldIdLst>
  <p:sldSz cx="18288000" cy="10287000"/>
  <p:notesSz cx="6858000" cy="9144000"/>
  <p:embeddedFontLst>
    <p:embeddedFont>
      <p:font typeface="Source Han Sans JP" panose="020B0600070205080204" charset="-128"/>
      <p:regular r:id="rId21"/>
    </p:embeddedFont>
    <p:embeddedFont>
      <p:font typeface="Source Han Sans JP Bold" panose="020B0600070205080204" charset="-128"/>
      <p:regular r:id="rId22"/>
    </p:embeddedFont>
    <p:embeddedFont>
      <p:font typeface="Source Han Sans JP Medium" panose="020B0600070205080204" charset="-128"/>
      <p:regular r:id="rId23"/>
    </p:embeddedFont>
    <p:embeddedFont>
      <p:font typeface="Century Gothic Paneuropean" panose="020B0600070205080204" charset="0"/>
      <p:regular r:id="rId24"/>
    </p:embeddedFont>
    <p:embeddedFont>
      <p:font typeface="Now" panose="020B0600070205080204" charset="0"/>
      <p:regular r:id="rId25"/>
    </p:embeddedFont>
    <p:embeddedFont>
      <p:font typeface="Now Medium" panose="020B0600070205080204" charset="0"/>
      <p:regular r:id="rId26"/>
    </p:embeddedFont>
    <p:embeddedFont>
      <p:font typeface="游ゴシック" panose="020B0400000000000000" pitchFamily="50" charset="-128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C4C3"/>
    <a:srgbClr val="CBE3E2"/>
    <a:srgbClr val="BBDBDA"/>
    <a:srgbClr val="ECF1F1"/>
    <a:srgbClr val="64A4A3"/>
    <a:srgbClr val="FFFFFF"/>
    <a:srgbClr val="406D6C"/>
    <a:srgbClr val="FF0000"/>
    <a:srgbClr val="CC0000"/>
    <a:srgbClr val="6C8C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BA1E12-C464-419F-A122-03838D37A0EE}" v="136" dt="2024-10-18T03:09:03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91BA1E12-C464-419F-A122-03838D37A0EE}"/>
    <pc:docChg chg="undo custSel addSld delSld modSld sldOrd">
      <pc:chgData name="shibariku0623@icloud.com" userId="47b6e960b06a1f92" providerId="LiveId" clId="{91BA1E12-C464-419F-A122-03838D37A0EE}" dt="2024-10-18T04:30:48.008" v="6287" actId="14100"/>
      <pc:docMkLst>
        <pc:docMk/>
      </pc:docMkLst>
      <pc:sldChg chg="modSp mod">
        <pc:chgData name="shibariku0623@icloud.com" userId="47b6e960b06a1f92" providerId="LiveId" clId="{91BA1E12-C464-419F-A122-03838D37A0EE}" dt="2024-10-12T07:01:52.974" v="27" actId="20577"/>
        <pc:sldMkLst>
          <pc:docMk/>
          <pc:sldMk cId="0" sldId="256"/>
        </pc:sldMkLst>
        <pc:spChg chg="mod">
          <ac:chgData name="shibariku0623@icloud.com" userId="47b6e960b06a1f92" providerId="LiveId" clId="{91BA1E12-C464-419F-A122-03838D37A0EE}" dt="2024-10-12T07:01:50.300" v="24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hibariku0623@icloud.com" userId="47b6e960b06a1f92" providerId="LiveId" clId="{91BA1E12-C464-419F-A122-03838D37A0EE}" dt="2024-10-12T07:01:52.974" v="27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shibariku0623@icloud.com" userId="47b6e960b06a1f92" providerId="LiveId" clId="{91BA1E12-C464-419F-A122-03838D37A0EE}" dt="2024-10-18T03:29:52.941" v="6286" actId="20577"/>
        <pc:sldMkLst>
          <pc:docMk/>
          <pc:sldMk cId="0" sldId="257"/>
        </pc:sldMkLst>
        <pc:spChg chg="mod">
          <ac:chgData name="shibariku0623@icloud.com" userId="47b6e960b06a1f92" providerId="LiveId" clId="{91BA1E12-C464-419F-A122-03838D37A0EE}" dt="2024-10-18T03:29:50.394" v="6285" actId="2057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shibariku0623@icloud.com" userId="47b6e960b06a1f92" providerId="LiveId" clId="{91BA1E12-C464-419F-A122-03838D37A0EE}" dt="2024-10-18T03:29:52.941" v="6286" actId="20577"/>
          <ac:spMkLst>
            <pc:docMk/>
            <pc:sldMk cId="0" sldId="257"/>
            <ac:spMk id="23" creationId="{00000000-0000-0000-0000-000000000000}"/>
          </ac:spMkLst>
        </pc:spChg>
        <pc:grpChg chg="mod">
          <ac:chgData name="shibariku0623@icloud.com" userId="47b6e960b06a1f92" providerId="LiveId" clId="{91BA1E12-C464-419F-A122-03838D37A0EE}" dt="2024-10-16T03:43:08.043" v="3946" actId="1076"/>
          <ac:grpSpMkLst>
            <pc:docMk/>
            <pc:sldMk cId="0" sldId="257"/>
            <ac:grpSpMk id="27" creationId="{CFCC6537-0657-C9F8-D676-784DA51D2742}"/>
          </ac:grpSpMkLst>
        </pc:grpChg>
      </pc:sldChg>
      <pc:sldChg chg="del">
        <pc:chgData name="shibariku0623@icloud.com" userId="47b6e960b06a1f92" providerId="LiveId" clId="{91BA1E12-C464-419F-A122-03838D37A0EE}" dt="2024-10-14T10:58:07.369" v="2814" actId="47"/>
        <pc:sldMkLst>
          <pc:docMk/>
          <pc:sldMk cId="0" sldId="261"/>
        </pc:sldMkLst>
      </pc:sldChg>
      <pc:sldChg chg="addSp modSp mod ord">
        <pc:chgData name="shibariku0623@icloud.com" userId="47b6e960b06a1f92" providerId="LiveId" clId="{91BA1E12-C464-419F-A122-03838D37A0EE}" dt="2024-10-18T04:30:48.008" v="6287" actId="14100"/>
        <pc:sldMkLst>
          <pc:docMk/>
          <pc:sldMk cId="2974918050" sldId="274"/>
        </pc:sldMkLst>
        <pc:spChg chg="mod">
          <ac:chgData name="shibariku0623@icloud.com" userId="47b6e960b06a1f92" providerId="LiveId" clId="{91BA1E12-C464-419F-A122-03838D37A0EE}" dt="2024-10-14T11:38:34.976" v="3216" actId="20577"/>
          <ac:spMkLst>
            <pc:docMk/>
            <pc:sldMk cId="2974918050" sldId="274"/>
            <ac:spMk id="24" creationId="{00000000-0000-0000-0000-000000000000}"/>
          </ac:spMkLst>
        </pc:spChg>
        <pc:spChg chg="mod">
          <ac:chgData name="shibariku0623@icloud.com" userId="47b6e960b06a1f92" providerId="LiveId" clId="{91BA1E12-C464-419F-A122-03838D37A0EE}" dt="2024-10-14T11:40:04.344" v="3326" actId="20577"/>
          <ac:spMkLst>
            <pc:docMk/>
            <pc:sldMk cId="2974918050" sldId="274"/>
            <ac:spMk id="25" creationId="{00000000-0000-0000-0000-000000000000}"/>
          </ac:spMkLst>
        </pc:spChg>
        <pc:spChg chg="add mod">
          <ac:chgData name="shibariku0623@icloud.com" userId="47b6e960b06a1f92" providerId="LiveId" clId="{91BA1E12-C464-419F-A122-03838D37A0EE}" dt="2024-10-17T07:10:00.084" v="5713" actId="1076"/>
          <ac:spMkLst>
            <pc:docMk/>
            <pc:sldMk cId="2974918050" sldId="274"/>
            <ac:spMk id="26" creationId="{0702A874-B53A-90EC-1543-F2E8AB9F594D}"/>
          </ac:spMkLst>
        </pc:spChg>
        <pc:spChg chg="add mod">
          <ac:chgData name="shibariku0623@icloud.com" userId="47b6e960b06a1f92" providerId="LiveId" clId="{91BA1E12-C464-419F-A122-03838D37A0EE}" dt="2024-10-17T07:10:14.101" v="5715" actId="1076"/>
          <ac:spMkLst>
            <pc:docMk/>
            <pc:sldMk cId="2974918050" sldId="274"/>
            <ac:spMk id="29" creationId="{FF5D2E94-0F12-1536-2232-7F1B25A11741}"/>
          </ac:spMkLst>
        </pc:spChg>
        <pc:spChg chg="add mod">
          <ac:chgData name="shibariku0623@icloud.com" userId="47b6e960b06a1f92" providerId="LiveId" clId="{91BA1E12-C464-419F-A122-03838D37A0EE}" dt="2024-10-17T07:10:07.132" v="5714" actId="1076"/>
          <ac:spMkLst>
            <pc:docMk/>
            <pc:sldMk cId="2974918050" sldId="274"/>
            <ac:spMk id="31" creationId="{5B2A3DCB-698E-A4B9-1B46-96272FE464E0}"/>
          </ac:spMkLst>
        </pc:spChg>
        <pc:spChg chg="mod">
          <ac:chgData name="shibariku0623@icloud.com" userId="47b6e960b06a1f92" providerId="LiveId" clId="{91BA1E12-C464-419F-A122-03838D37A0EE}" dt="2024-10-17T07:03:29.113" v="5598" actId="20577"/>
          <ac:spMkLst>
            <pc:docMk/>
            <pc:sldMk cId="2974918050" sldId="274"/>
            <ac:spMk id="33" creationId="{AB751958-B8BC-2491-A029-8F5AF50FD759}"/>
          </ac:spMkLst>
        </pc:spChg>
        <pc:spChg chg="mod">
          <ac:chgData name="shibariku0623@icloud.com" userId="47b6e960b06a1f92" providerId="LiveId" clId="{91BA1E12-C464-419F-A122-03838D37A0EE}" dt="2024-10-17T07:08:23.405" v="5695" actId="14100"/>
          <ac:spMkLst>
            <pc:docMk/>
            <pc:sldMk cId="2974918050" sldId="274"/>
            <ac:spMk id="34" creationId="{8BADC78C-335F-2CC6-79A7-95A697C75411}"/>
          </ac:spMkLst>
        </pc:spChg>
        <pc:spChg chg="add mod">
          <ac:chgData name="shibariku0623@icloud.com" userId="47b6e960b06a1f92" providerId="LiveId" clId="{91BA1E12-C464-419F-A122-03838D37A0EE}" dt="2024-10-17T07:11:06.241" v="5792" actId="255"/>
          <ac:spMkLst>
            <pc:docMk/>
            <pc:sldMk cId="2974918050" sldId="274"/>
            <ac:spMk id="36" creationId="{124D5BBA-87F0-E4DF-458B-B0ED3A9BDD21}"/>
          </ac:spMkLst>
        </pc:spChg>
        <pc:grpChg chg="add mod">
          <ac:chgData name="shibariku0623@icloud.com" userId="47b6e960b06a1f92" providerId="LiveId" clId="{91BA1E12-C464-419F-A122-03838D37A0EE}" dt="2024-10-17T07:07:41.698" v="5685" actId="164"/>
          <ac:grpSpMkLst>
            <pc:docMk/>
            <pc:sldMk cId="2974918050" sldId="274"/>
            <ac:grpSpMk id="27" creationId="{36AB8344-229D-6211-5237-75C7362C514B}"/>
          </ac:grpSpMkLst>
        </pc:grpChg>
        <pc:grpChg chg="add mod">
          <ac:chgData name="shibariku0623@icloud.com" userId="47b6e960b06a1f92" providerId="LiveId" clId="{91BA1E12-C464-419F-A122-03838D37A0EE}" dt="2024-10-17T07:09:23.219" v="5709" actId="164"/>
          <ac:grpSpMkLst>
            <pc:docMk/>
            <pc:sldMk cId="2974918050" sldId="274"/>
            <ac:grpSpMk id="30" creationId="{30F37F19-0E47-51EA-5070-813F86980DA1}"/>
          </ac:grpSpMkLst>
        </pc:grpChg>
        <pc:grpChg chg="mod">
          <ac:chgData name="shibariku0623@icloud.com" userId="47b6e960b06a1f92" providerId="LiveId" clId="{91BA1E12-C464-419F-A122-03838D37A0EE}" dt="2024-10-17T07:04:54.198" v="5610" actId="164"/>
          <ac:grpSpMkLst>
            <pc:docMk/>
            <pc:sldMk cId="2974918050" sldId="274"/>
            <ac:grpSpMk id="32" creationId="{9EDB21BA-E644-9054-428F-9410693E2DF2}"/>
          </ac:grpSpMkLst>
        </pc:grpChg>
        <pc:grpChg chg="add mod">
          <ac:chgData name="shibariku0623@icloud.com" userId="47b6e960b06a1f92" providerId="LiveId" clId="{91BA1E12-C464-419F-A122-03838D37A0EE}" dt="2024-10-18T04:30:48.008" v="6287" actId="14100"/>
          <ac:grpSpMkLst>
            <pc:docMk/>
            <pc:sldMk cId="2974918050" sldId="274"/>
            <ac:grpSpMk id="37" creationId="{6BF1CC99-C6F5-EC45-80A9-A3627F3C76E8}"/>
          </ac:grpSpMkLst>
        </pc:grpChg>
      </pc:sldChg>
      <pc:sldChg chg="del">
        <pc:chgData name="shibariku0623@icloud.com" userId="47b6e960b06a1f92" providerId="LiveId" clId="{91BA1E12-C464-419F-A122-03838D37A0EE}" dt="2024-10-18T02:01:41.716" v="6042" actId="47"/>
        <pc:sldMkLst>
          <pc:docMk/>
          <pc:sldMk cId="3968650787" sldId="275"/>
        </pc:sldMkLst>
      </pc:sldChg>
      <pc:sldChg chg="modSp mod ord">
        <pc:chgData name="shibariku0623@icloud.com" userId="47b6e960b06a1f92" providerId="LiveId" clId="{91BA1E12-C464-419F-A122-03838D37A0EE}" dt="2024-10-16T07:07:53.100" v="5092" actId="1076"/>
        <pc:sldMkLst>
          <pc:docMk/>
          <pc:sldMk cId="632024819" sldId="277"/>
        </pc:sldMkLst>
        <pc:spChg chg="mod">
          <ac:chgData name="shibariku0623@icloud.com" userId="47b6e960b06a1f92" providerId="LiveId" clId="{91BA1E12-C464-419F-A122-03838D37A0EE}" dt="2024-10-12T07:02:38.654" v="64" actId="20577"/>
          <ac:spMkLst>
            <pc:docMk/>
            <pc:sldMk cId="632024819" sldId="277"/>
            <ac:spMk id="24" creationId="{00000000-0000-0000-0000-000000000000}"/>
          </ac:spMkLst>
        </pc:spChg>
        <pc:spChg chg="mod">
          <ac:chgData name="shibariku0623@icloud.com" userId="47b6e960b06a1f92" providerId="LiveId" clId="{91BA1E12-C464-419F-A122-03838D37A0EE}" dt="2024-10-12T07:02:30.354" v="32" actId="20577"/>
          <ac:spMkLst>
            <pc:docMk/>
            <pc:sldMk cId="632024819" sldId="277"/>
            <ac:spMk id="25" creationId="{00000000-0000-0000-0000-000000000000}"/>
          </ac:spMkLst>
        </pc:spChg>
        <pc:spChg chg="mod">
          <ac:chgData name="shibariku0623@icloud.com" userId="47b6e960b06a1f92" providerId="LiveId" clId="{91BA1E12-C464-419F-A122-03838D37A0EE}" dt="2024-10-16T07:07:53.100" v="5092" actId="1076"/>
          <ac:spMkLst>
            <pc:docMk/>
            <pc:sldMk cId="632024819" sldId="277"/>
            <ac:spMk id="30" creationId="{1FE2A5AB-F6B7-0011-B112-A4E8E850D0AF}"/>
          </ac:spMkLst>
        </pc:spChg>
      </pc:sldChg>
      <pc:sldChg chg="del">
        <pc:chgData name="shibariku0623@icloud.com" userId="47b6e960b06a1f92" providerId="LiveId" clId="{91BA1E12-C464-419F-A122-03838D37A0EE}" dt="2024-10-14T10:58:03.008" v="2813" actId="47"/>
        <pc:sldMkLst>
          <pc:docMk/>
          <pc:sldMk cId="862819513" sldId="279"/>
        </pc:sldMkLst>
      </pc:sldChg>
      <pc:sldChg chg="del">
        <pc:chgData name="shibariku0623@icloud.com" userId="47b6e960b06a1f92" providerId="LiveId" clId="{91BA1E12-C464-419F-A122-03838D37A0EE}" dt="2024-10-14T10:58:08.056" v="2815" actId="47"/>
        <pc:sldMkLst>
          <pc:docMk/>
          <pc:sldMk cId="2762733761" sldId="280"/>
        </pc:sldMkLst>
      </pc:sldChg>
      <pc:sldChg chg="del">
        <pc:chgData name="shibariku0623@icloud.com" userId="47b6e960b06a1f92" providerId="LiveId" clId="{91BA1E12-C464-419F-A122-03838D37A0EE}" dt="2024-10-18T02:01:37.900" v="6040" actId="47"/>
        <pc:sldMkLst>
          <pc:docMk/>
          <pc:sldMk cId="1783300477" sldId="283"/>
        </pc:sldMkLst>
      </pc:sldChg>
      <pc:sldChg chg="del">
        <pc:chgData name="shibariku0623@icloud.com" userId="47b6e960b06a1f92" providerId="LiveId" clId="{91BA1E12-C464-419F-A122-03838D37A0EE}" dt="2024-10-12T07:11:57.998" v="718" actId="47"/>
        <pc:sldMkLst>
          <pc:docMk/>
          <pc:sldMk cId="3221525228" sldId="285"/>
        </pc:sldMkLst>
      </pc:sldChg>
      <pc:sldChg chg="del">
        <pc:chgData name="shibariku0623@icloud.com" userId="47b6e960b06a1f92" providerId="LiveId" clId="{91BA1E12-C464-419F-A122-03838D37A0EE}" dt="2024-10-12T07:10:19.490" v="622" actId="47"/>
        <pc:sldMkLst>
          <pc:docMk/>
          <pc:sldMk cId="1525628654" sldId="286"/>
        </pc:sldMkLst>
      </pc:sldChg>
      <pc:sldChg chg="del">
        <pc:chgData name="shibariku0623@icloud.com" userId="47b6e960b06a1f92" providerId="LiveId" clId="{91BA1E12-C464-419F-A122-03838D37A0EE}" dt="2024-10-12T07:10:22.057" v="623" actId="47"/>
        <pc:sldMkLst>
          <pc:docMk/>
          <pc:sldMk cId="834398353" sldId="287"/>
        </pc:sldMkLst>
      </pc:sldChg>
      <pc:sldChg chg="del">
        <pc:chgData name="shibariku0623@icloud.com" userId="47b6e960b06a1f92" providerId="LiveId" clId="{91BA1E12-C464-419F-A122-03838D37A0EE}" dt="2024-10-12T07:10:23.887" v="624" actId="47"/>
        <pc:sldMkLst>
          <pc:docMk/>
          <pc:sldMk cId="1575118144" sldId="288"/>
        </pc:sldMkLst>
      </pc:sldChg>
      <pc:sldChg chg="del">
        <pc:chgData name="shibariku0623@icloud.com" userId="47b6e960b06a1f92" providerId="LiveId" clId="{91BA1E12-C464-419F-A122-03838D37A0EE}" dt="2024-10-12T07:12:02.937" v="719" actId="47"/>
        <pc:sldMkLst>
          <pc:docMk/>
          <pc:sldMk cId="1135696591" sldId="289"/>
        </pc:sldMkLst>
      </pc:sldChg>
      <pc:sldChg chg="del">
        <pc:chgData name="shibariku0623@icloud.com" userId="47b6e960b06a1f92" providerId="LiveId" clId="{91BA1E12-C464-419F-A122-03838D37A0EE}" dt="2024-10-18T02:01:39.885" v="6041" actId="47"/>
        <pc:sldMkLst>
          <pc:docMk/>
          <pc:sldMk cId="2332377139" sldId="290"/>
        </pc:sldMkLst>
      </pc:sldChg>
      <pc:sldChg chg="del">
        <pc:chgData name="shibariku0623@icloud.com" userId="47b6e960b06a1f92" providerId="LiveId" clId="{91BA1E12-C464-419F-A122-03838D37A0EE}" dt="2024-10-12T07:08:57.020" v="577" actId="47"/>
        <pc:sldMkLst>
          <pc:docMk/>
          <pc:sldMk cId="2971498161" sldId="291"/>
        </pc:sldMkLst>
      </pc:sldChg>
      <pc:sldChg chg="modSp add del mod ord setBg">
        <pc:chgData name="shibariku0623@icloud.com" userId="47b6e960b06a1f92" providerId="LiveId" clId="{91BA1E12-C464-419F-A122-03838D37A0EE}" dt="2024-10-14T04:30:55.155" v="1432" actId="47"/>
        <pc:sldMkLst>
          <pc:docMk/>
          <pc:sldMk cId="1378423469" sldId="292"/>
        </pc:sldMkLst>
        <pc:spChg chg="mod">
          <ac:chgData name="shibariku0623@icloud.com" userId="47b6e960b06a1f92" providerId="LiveId" clId="{91BA1E12-C464-419F-A122-03838D37A0EE}" dt="2024-10-12T07:10:07.897" v="617" actId="20577"/>
          <ac:spMkLst>
            <pc:docMk/>
            <pc:sldMk cId="1378423469" sldId="292"/>
            <ac:spMk id="24" creationId="{6EA990F8-8D3C-1F71-84A0-A34FE5484C6E}"/>
          </ac:spMkLst>
        </pc:spChg>
      </pc:sldChg>
      <pc:sldChg chg="modSp add del mod ord">
        <pc:chgData name="shibariku0623@icloud.com" userId="47b6e960b06a1f92" providerId="LiveId" clId="{91BA1E12-C464-419F-A122-03838D37A0EE}" dt="2024-10-14T04:31:11.234" v="1438" actId="47"/>
        <pc:sldMkLst>
          <pc:docMk/>
          <pc:sldMk cId="1102321407" sldId="293"/>
        </pc:sldMkLst>
        <pc:spChg chg="mod">
          <ac:chgData name="shibariku0623@icloud.com" userId="47b6e960b06a1f92" providerId="LiveId" clId="{91BA1E12-C464-419F-A122-03838D37A0EE}" dt="2024-10-12T07:11:14.797" v="680" actId="20577"/>
          <ac:spMkLst>
            <pc:docMk/>
            <pc:sldMk cId="1102321407" sldId="293"/>
            <ac:spMk id="22" creationId="{59B69347-3D0A-71D2-E694-60D89B07FBF5}"/>
          </ac:spMkLst>
        </pc:spChg>
        <pc:spChg chg="mod">
          <ac:chgData name="shibariku0623@icloud.com" userId="47b6e960b06a1f92" providerId="LiveId" clId="{91BA1E12-C464-419F-A122-03838D37A0EE}" dt="2024-10-12T07:11:08.806" v="660" actId="20577"/>
          <ac:spMkLst>
            <pc:docMk/>
            <pc:sldMk cId="1102321407" sldId="293"/>
            <ac:spMk id="23" creationId="{341629C6-34BF-A647-35BE-52DBE3E71DA5}"/>
          </ac:spMkLst>
        </pc:spChg>
        <pc:grpChg chg="mod">
          <ac:chgData name="shibariku0623@icloud.com" userId="47b6e960b06a1f92" providerId="LiveId" clId="{91BA1E12-C464-419F-A122-03838D37A0EE}" dt="2024-10-12T07:11:17.863" v="681" actId="1076"/>
          <ac:grpSpMkLst>
            <pc:docMk/>
            <pc:sldMk cId="1102321407" sldId="293"/>
            <ac:grpSpMk id="27" creationId="{77247F9A-2C73-1B1B-644F-AFBE4EBA3042}"/>
          </ac:grpSpMkLst>
        </pc:grpChg>
      </pc:sldChg>
      <pc:sldChg chg="modSp add del mod setBg">
        <pc:chgData name="shibariku0623@icloud.com" userId="47b6e960b06a1f92" providerId="LiveId" clId="{91BA1E12-C464-419F-A122-03838D37A0EE}" dt="2024-10-14T04:31:33.374" v="1444" actId="47"/>
        <pc:sldMkLst>
          <pc:docMk/>
          <pc:sldMk cId="2658391970" sldId="294"/>
        </pc:sldMkLst>
        <pc:spChg chg="mod">
          <ac:chgData name="shibariku0623@icloud.com" userId="47b6e960b06a1f92" providerId="LiveId" clId="{91BA1E12-C464-419F-A122-03838D37A0EE}" dt="2024-10-12T07:11:30.606" v="704" actId="20577"/>
          <ac:spMkLst>
            <pc:docMk/>
            <pc:sldMk cId="2658391970" sldId="294"/>
            <ac:spMk id="22" creationId="{222B778C-0E98-473B-57CA-37EB588C829F}"/>
          </ac:spMkLst>
        </pc:spChg>
        <pc:spChg chg="mod">
          <ac:chgData name="shibariku0623@icloud.com" userId="47b6e960b06a1f92" providerId="LiveId" clId="{91BA1E12-C464-419F-A122-03838D37A0EE}" dt="2024-10-12T07:11:25.138" v="684" actId="20577"/>
          <ac:spMkLst>
            <pc:docMk/>
            <pc:sldMk cId="2658391970" sldId="294"/>
            <ac:spMk id="23" creationId="{D760FF25-4899-FD4E-2BE9-EF9E48527467}"/>
          </ac:spMkLst>
        </pc:spChg>
        <pc:grpChg chg="mod">
          <ac:chgData name="shibariku0623@icloud.com" userId="47b6e960b06a1f92" providerId="LiveId" clId="{91BA1E12-C464-419F-A122-03838D37A0EE}" dt="2024-10-12T07:11:33.372" v="705" actId="1076"/>
          <ac:grpSpMkLst>
            <pc:docMk/>
            <pc:sldMk cId="2658391970" sldId="294"/>
            <ac:grpSpMk id="27" creationId="{38772114-A74B-B6AD-109C-FA135ED9E4D1}"/>
          </ac:grpSpMkLst>
        </pc:grpChg>
      </pc:sldChg>
      <pc:sldChg chg="modSp add del mod setBg">
        <pc:chgData name="shibariku0623@icloud.com" userId="47b6e960b06a1f92" providerId="LiveId" clId="{91BA1E12-C464-419F-A122-03838D37A0EE}" dt="2024-10-14T04:31:34.155" v="1445" actId="47"/>
        <pc:sldMkLst>
          <pc:docMk/>
          <pc:sldMk cId="2212024576" sldId="295"/>
        </pc:sldMkLst>
        <pc:spChg chg="mod">
          <ac:chgData name="shibariku0623@icloud.com" userId="47b6e960b06a1f92" providerId="LiveId" clId="{91BA1E12-C464-419F-A122-03838D37A0EE}" dt="2024-10-12T07:11:47.779" v="713" actId="207"/>
          <ac:spMkLst>
            <pc:docMk/>
            <pc:sldMk cId="2212024576" sldId="295"/>
            <ac:spMk id="22" creationId="{2FADBA64-29D8-1466-B53B-4063B8FC5728}"/>
          </ac:spMkLst>
        </pc:spChg>
        <pc:spChg chg="mod">
          <ac:chgData name="shibariku0623@icloud.com" userId="47b6e960b06a1f92" providerId="LiveId" clId="{91BA1E12-C464-419F-A122-03838D37A0EE}" dt="2024-10-12T07:11:50.466" v="716" actId="20577"/>
          <ac:spMkLst>
            <pc:docMk/>
            <pc:sldMk cId="2212024576" sldId="295"/>
            <ac:spMk id="23" creationId="{92756169-531D-CFE2-8E77-473B65B3BA60}"/>
          </ac:spMkLst>
        </pc:spChg>
        <pc:grpChg chg="mod">
          <ac:chgData name="shibariku0623@icloud.com" userId="47b6e960b06a1f92" providerId="LiveId" clId="{91BA1E12-C464-419F-A122-03838D37A0EE}" dt="2024-10-12T07:11:53.685" v="717" actId="1076"/>
          <ac:grpSpMkLst>
            <pc:docMk/>
            <pc:sldMk cId="2212024576" sldId="295"/>
            <ac:grpSpMk id="27" creationId="{321C7742-8E84-76BD-5250-F37AF1CFA0AF}"/>
          </ac:grpSpMkLst>
        </pc:grpChg>
      </pc:sldChg>
      <pc:sldChg chg="modSp add del mod">
        <pc:chgData name="shibariku0623@icloud.com" userId="47b6e960b06a1f92" providerId="LiveId" clId="{91BA1E12-C464-419F-A122-03838D37A0EE}" dt="2024-10-14T04:31:34.718" v="1446" actId="47"/>
        <pc:sldMkLst>
          <pc:docMk/>
          <pc:sldMk cId="53569443" sldId="296"/>
        </pc:sldMkLst>
        <pc:spChg chg="mod">
          <ac:chgData name="shibariku0623@icloud.com" userId="47b6e960b06a1f92" providerId="LiveId" clId="{91BA1E12-C464-419F-A122-03838D37A0EE}" dt="2024-10-12T07:12:26.003" v="722" actId="207"/>
          <ac:spMkLst>
            <pc:docMk/>
            <pc:sldMk cId="53569443" sldId="296"/>
            <ac:spMk id="22" creationId="{D9A4887A-1DC8-F639-F63E-712D1EDA0E39}"/>
          </ac:spMkLst>
        </pc:spChg>
      </pc:sldChg>
      <pc:sldChg chg="addSp delSp modSp add mod ord">
        <pc:chgData name="shibariku0623@icloud.com" userId="47b6e960b06a1f92" providerId="LiveId" clId="{91BA1E12-C464-419F-A122-03838D37A0EE}" dt="2024-10-14T04:31:00.734" v="1434"/>
        <pc:sldMkLst>
          <pc:docMk/>
          <pc:sldMk cId="2811899270" sldId="297"/>
        </pc:sldMkLst>
        <pc:spChg chg="add mod">
          <ac:chgData name="shibariku0623@icloud.com" userId="47b6e960b06a1f92" providerId="LiveId" clId="{91BA1E12-C464-419F-A122-03838D37A0EE}" dt="2024-10-13T08:56:28.270" v="1027" actId="1076"/>
          <ac:spMkLst>
            <pc:docMk/>
            <pc:sldMk cId="2811899270" sldId="297"/>
            <ac:spMk id="22" creationId="{B78EC879-03EF-AC15-0536-E95AD42D0BC2}"/>
          </ac:spMkLst>
        </pc:spChg>
        <pc:spChg chg="add mod">
          <ac:chgData name="shibariku0623@icloud.com" userId="47b6e960b06a1f92" providerId="LiveId" clId="{91BA1E12-C464-419F-A122-03838D37A0EE}" dt="2024-10-13T08:56:28.270" v="1027" actId="1076"/>
          <ac:spMkLst>
            <pc:docMk/>
            <pc:sldMk cId="2811899270" sldId="297"/>
            <ac:spMk id="23" creationId="{BAA8F6A8-2C41-6ADD-2E55-EABEBCB00FEA}"/>
          </ac:spMkLst>
        </pc:spChg>
        <pc:spChg chg="mod">
          <ac:chgData name="shibariku0623@icloud.com" userId="47b6e960b06a1f92" providerId="LiveId" clId="{91BA1E12-C464-419F-A122-03838D37A0EE}" dt="2024-10-13T08:50:55.979" v="770" actId="14100"/>
          <ac:spMkLst>
            <pc:docMk/>
            <pc:sldMk cId="2811899270" sldId="297"/>
            <ac:spMk id="24" creationId="{12A3BB47-ECD0-9658-B7A6-EAE8B4A9F1A3}"/>
          </ac:spMkLst>
        </pc:spChg>
        <pc:spChg chg="add del mod">
          <ac:chgData name="shibariku0623@icloud.com" userId="47b6e960b06a1f92" providerId="LiveId" clId="{91BA1E12-C464-419F-A122-03838D37A0EE}" dt="2024-10-13T08:56:34.979" v="1029" actId="478"/>
          <ac:spMkLst>
            <pc:docMk/>
            <pc:sldMk cId="2811899270" sldId="297"/>
            <ac:spMk id="26" creationId="{3350F72E-AA62-5E88-257B-545FFD3108AE}"/>
          </ac:spMkLst>
        </pc:spChg>
        <pc:spChg chg="mod">
          <ac:chgData name="shibariku0623@icloud.com" userId="47b6e960b06a1f92" providerId="LiveId" clId="{91BA1E12-C464-419F-A122-03838D37A0EE}" dt="2024-10-13T08:56:28.270" v="1027" actId="1076"/>
          <ac:spMkLst>
            <pc:docMk/>
            <pc:sldMk cId="2811899270" sldId="297"/>
            <ac:spMk id="30" creationId="{87968A74-5E9F-6839-BEDF-D1FEB204C220}"/>
          </ac:spMkLst>
        </pc:spChg>
      </pc:sldChg>
      <pc:sldChg chg="addSp delSp modSp add mod ord">
        <pc:chgData name="shibariku0623@icloud.com" userId="47b6e960b06a1f92" providerId="LiveId" clId="{91BA1E12-C464-419F-A122-03838D37A0EE}" dt="2024-10-18T01:17:21.741" v="5978" actId="20577"/>
        <pc:sldMkLst>
          <pc:docMk/>
          <pc:sldMk cId="2035942860" sldId="298"/>
        </pc:sldMkLst>
        <pc:spChg chg="mod">
          <ac:chgData name="shibariku0623@icloud.com" userId="47b6e960b06a1f92" providerId="LiveId" clId="{91BA1E12-C464-419F-A122-03838D37A0EE}" dt="2024-10-17T08:09:47.463" v="5879" actId="1076"/>
          <ac:spMkLst>
            <pc:docMk/>
            <pc:sldMk cId="2035942860" sldId="298"/>
            <ac:spMk id="22" creationId="{632702D0-96FB-ED45-ACDD-049FCD9327ED}"/>
          </ac:spMkLst>
        </pc:spChg>
        <pc:spChg chg="del">
          <ac:chgData name="shibariku0623@icloud.com" userId="47b6e960b06a1f92" providerId="LiveId" clId="{91BA1E12-C464-419F-A122-03838D37A0EE}" dt="2024-10-14T04:12:21.259" v="1145" actId="478"/>
          <ac:spMkLst>
            <pc:docMk/>
            <pc:sldMk cId="2035942860" sldId="298"/>
            <ac:spMk id="23" creationId="{8F2BF844-0585-FD28-DB83-FDD93024B649}"/>
          </ac:spMkLst>
        </pc:spChg>
        <pc:spChg chg="mod">
          <ac:chgData name="shibariku0623@icloud.com" userId="47b6e960b06a1f92" providerId="LiveId" clId="{91BA1E12-C464-419F-A122-03838D37A0EE}" dt="2024-10-18T01:17:21.741" v="5978" actId="20577"/>
          <ac:spMkLst>
            <pc:docMk/>
            <pc:sldMk cId="2035942860" sldId="298"/>
            <ac:spMk id="24" creationId="{E12C267C-13DB-0BAC-6C6A-27CFF4B1732C}"/>
          </ac:spMkLst>
        </pc:spChg>
        <pc:spChg chg="mod">
          <ac:chgData name="shibariku0623@icloud.com" userId="47b6e960b06a1f92" providerId="LiveId" clId="{91BA1E12-C464-419F-A122-03838D37A0EE}" dt="2024-10-14T08:14:34.875" v="2156" actId="14100"/>
          <ac:spMkLst>
            <pc:docMk/>
            <pc:sldMk cId="2035942860" sldId="298"/>
            <ac:spMk id="25" creationId="{05BB1888-754C-1D69-C569-A90AFBD76F65}"/>
          </ac:spMkLst>
        </pc:spChg>
        <pc:spChg chg="mod">
          <ac:chgData name="shibariku0623@icloud.com" userId="47b6e960b06a1f92" providerId="LiveId" clId="{91BA1E12-C464-419F-A122-03838D37A0EE}" dt="2024-10-14T08:14:46.635" v="2158" actId="1076"/>
          <ac:spMkLst>
            <pc:docMk/>
            <pc:sldMk cId="2035942860" sldId="298"/>
            <ac:spMk id="30" creationId="{C6E47F70-01AA-8A6D-1238-0D6C9F2195F2}"/>
          </ac:spMkLst>
        </pc:spChg>
        <pc:spChg chg="add mod">
          <ac:chgData name="shibariku0623@icloud.com" userId="47b6e960b06a1f92" providerId="LiveId" clId="{91BA1E12-C464-419F-A122-03838D37A0EE}" dt="2024-10-17T08:09:40.137" v="5878" actId="20577"/>
          <ac:spMkLst>
            <pc:docMk/>
            <pc:sldMk cId="2035942860" sldId="298"/>
            <ac:spMk id="32" creationId="{89D253F8-2AC9-28B6-9E2F-43356DC198DF}"/>
          </ac:spMkLst>
        </pc:spChg>
        <pc:spChg chg="add del mod">
          <ac:chgData name="shibariku0623@icloud.com" userId="47b6e960b06a1f92" providerId="LiveId" clId="{91BA1E12-C464-419F-A122-03838D37A0EE}" dt="2024-10-17T08:09:06.689" v="5850" actId="478"/>
          <ac:spMkLst>
            <pc:docMk/>
            <pc:sldMk cId="2035942860" sldId="298"/>
            <ac:spMk id="34" creationId="{07569EA6-D393-9BEC-9A28-8663355CE70B}"/>
          </ac:spMkLst>
        </pc:spChg>
        <pc:spChg chg="add del mod">
          <ac:chgData name="shibariku0623@icloud.com" userId="47b6e960b06a1f92" providerId="LiveId" clId="{91BA1E12-C464-419F-A122-03838D37A0EE}" dt="2024-10-17T08:09:08.127" v="5851" actId="478"/>
          <ac:spMkLst>
            <pc:docMk/>
            <pc:sldMk cId="2035942860" sldId="298"/>
            <ac:spMk id="35" creationId="{2227A4E6-C422-E525-3B2E-F17252DA0378}"/>
          </ac:spMkLst>
        </pc:spChg>
        <pc:spChg chg="add del mod">
          <ac:chgData name="shibariku0623@icloud.com" userId="47b6e960b06a1f92" providerId="LiveId" clId="{91BA1E12-C464-419F-A122-03838D37A0EE}" dt="2024-10-17T08:09:20.942" v="5852" actId="478"/>
          <ac:spMkLst>
            <pc:docMk/>
            <pc:sldMk cId="2035942860" sldId="298"/>
            <ac:spMk id="36" creationId="{868665EB-BB15-B71F-6236-C74F129E75EC}"/>
          </ac:spMkLst>
        </pc:spChg>
        <pc:picChg chg="add mod modCrop">
          <ac:chgData name="shibariku0623@icloud.com" userId="47b6e960b06a1f92" providerId="LiveId" clId="{91BA1E12-C464-419F-A122-03838D37A0EE}" dt="2024-10-14T08:14:44.057" v="2157" actId="1076"/>
          <ac:picMkLst>
            <pc:docMk/>
            <pc:sldMk cId="2035942860" sldId="298"/>
            <ac:picMk id="27" creationId="{38FBC583-5EEE-01EE-72FA-87C4F7D10157}"/>
          </ac:picMkLst>
        </pc:picChg>
        <pc:picChg chg="add mod modCrop">
          <ac:chgData name="shibariku0623@icloud.com" userId="47b6e960b06a1f92" providerId="LiveId" clId="{91BA1E12-C464-419F-A122-03838D37A0EE}" dt="2024-10-14T08:14:51.658" v="2159" actId="1076"/>
          <ac:picMkLst>
            <pc:docMk/>
            <pc:sldMk cId="2035942860" sldId="298"/>
            <ac:picMk id="31" creationId="{FC7FE8C1-86FD-7D43-F9A0-A465AD7E33C2}"/>
          </ac:picMkLst>
        </pc:picChg>
      </pc:sldChg>
      <pc:sldChg chg="modSp add del mod setBg">
        <pc:chgData name="shibariku0623@icloud.com" userId="47b6e960b06a1f92" providerId="LiveId" clId="{91BA1E12-C464-419F-A122-03838D37A0EE}" dt="2024-10-16T04:28:09.086" v="3992" actId="47"/>
        <pc:sldMkLst>
          <pc:docMk/>
          <pc:sldMk cId="4032727805" sldId="299"/>
        </pc:sldMkLst>
        <pc:spChg chg="mod">
          <ac:chgData name="shibariku0623@icloud.com" userId="47b6e960b06a1f92" providerId="LiveId" clId="{91BA1E12-C464-419F-A122-03838D37A0EE}" dt="2024-10-14T04:31:16.905" v="1439" actId="207"/>
          <ac:spMkLst>
            <pc:docMk/>
            <pc:sldMk cId="4032727805" sldId="299"/>
            <ac:spMk id="22" creationId="{9A45A596-7F7B-88A8-D51A-A53AEA072C43}"/>
          </ac:spMkLst>
        </pc:spChg>
      </pc:sldChg>
      <pc:sldChg chg="modSp add del mod ord setBg">
        <pc:chgData name="shibariku0623@icloud.com" userId="47b6e960b06a1f92" providerId="LiveId" clId="{91BA1E12-C464-419F-A122-03838D37A0EE}" dt="2024-10-16T04:28:32.709" v="3997" actId="47"/>
        <pc:sldMkLst>
          <pc:docMk/>
          <pc:sldMk cId="949588579" sldId="300"/>
        </pc:sldMkLst>
        <pc:spChg chg="mod">
          <ac:chgData name="shibariku0623@icloud.com" userId="47b6e960b06a1f92" providerId="LiveId" clId="{91BA1E12-C464-419F-A122-03838D37A0EE}" dt="2024-10-14T04:31:29.921" v="1443" actId="207"/>
          <ac:spMkLst>
            <pc:docMk/>
            <pc:sldMk cId="949588579" sldId="300"/>
            <ac:spMk id="22" creationId="{B0CCE9C2-BAF3-BE38-1AD6-9A93ECB7793D}"/>
          </ac:spMkLst>
        </pc:spChg>
      </pc:sldChg>
      <pc:sldChg chg="addSp delSp modSp add mod ord">
        <pc:chgData name="shibariku0623@icloud.com" userId="47b6e960b06a1f92" providerId="LiveId" clId="{91BA1E12-C464-419F-A122-03838D37A0EE}" dt="2024-10-18T01:17:31.838" v="5980"/>
        <pc:sldMkLst>
          <pc:docMk/>
          <pc:sldMk cId="1818481280" sldId="301"/>
        </pc:sldMkLst>
        <pc:spChg chg="del">
          <ac:chgData name="shibariku0623@icloud.com" userId="47b6e960b06a1f92" providerId="LiveId" clId="{91BA1E12-C464-419F-A122-03838D37A0EE}" dt="2024-10-14T04:34:17.929" v="1455" actId="478"/>
          <ac:spMkLst>
            <pc:docMk/>
            <pc:sldMk cId="1818481280" sldId="301"/>
            <ac:spMk id="22" creationId="{7719CA4D-5865-EC5F-6047-5A611C107FF5}"/>
          </ac:spMkLst>
        </pc:spChg>
        <pc:spChg chg="add del mod">
          <ac:chgData name="shibariku0623@icloud.com" userId="47b6e960b06a1f92" providerId="LiveId" clId="{91BA1E12-C464-419F-A122-03838D37A0EE}" dt="2024-10-18T01:17:31.541" v="5979" actId="478"/>
          <ac:spMkLst>
            <pc:docMk/>
            <pc:sldMk cId="1818481280" sldId="301"/>
            <ac:spMk id="22" creationId="{8DDA8140-D9D9-9708-69A6-13FA984C2F75}"/>
          </ac:spMkLst>
        </pc:spChg>
        <pc:spChg chg="del">
          <ac:chgData name="shibariku0623@icloud.com" userId="47b6e960b06a1f92" providerId="LiveId" clId="{91BA1E12-C464-419F-A122-03838D37A0EE}" dt="2024-10-14T04:34:17.929" v="1455" actId="478"/>
          <ac:spMkLst>
            <pc:docMk/>
            <pc:sldMk cId="1818481280" sldId="301"/>
            <ac:spMk id="23" creationId="{D58F6395-F41E-D9DA-4FED-74EC57E785D2}"/>
          </ac:spMkLst>
        </pc:spChg>
        <pc:spChg chg="add mod">
          <ac:chgData name="shibariku0623@icloud.com" userId="47b6e960b06a1f92" providerId="LiveId" clId="{91BA1E12-C464-419F-A122-03838D37A0EE}" dt="2024-10-16T06:20:24.714" v="4486" actId="164"/>
          <ac:spMkLst>
            <pc:docMk/>
            <pc:sldMk cId="1818481280" sldId="301"/>
            <ac:spMk id="23" creationId="{E75421C5-39B0-29F5-45E1-CAABB5457F55}"/>
          </ac:spMkLst>
        </pc:spChg>
        <pc:spChg chg="del">
          <ac:chgData name="shibariku0623@icloud.com" userId="47b6e960b06a1f92" providerId="LiveId" clId="{91BA1E12-C464-419F-A122-03838D37A0EE}" dt="2024-10-16T04:30:44.551" v="4034" actId="478"/>
          <ac:spMkLst>
            <pc:docMk/>
            <pc:sldMk cId="1818481280" sldId="301"/>
            <ac:spMk id="24" creationId="{BCDDF695-1081-2696-929B-310FACE5A58F}"/>
          </ac:spMkLst>
        </pc:spChg>
        <pc:spChg chg="add mod">
          <ac:chgData name="shibariku0623@icloud.com" userId="47b6e960b06a1f92" providerId="LiveId" clId="{91BA1E12-C464-419F-A122-03838D37A0EE}" dt="2024-10-16T06:20:24.714" v="4486" actId="164"/>
          <ac:spMkLst>
            <pc:docMk/>
            <pc:sldMk cId="1818481280" sldId="301"/>
            <ac:spMk id="26" creationId="{380F002F-1BA0-4366-4FB9-EC904F227D53}"/>
          </ac:spMkLst>
        </pc:spChg>
        <pc:spChg chg="mod">
          <ac:chgData name="shibariku0623@icloud.com" userId="47b6e960b06a1f92" providerId="LiveId" clId="{91BA1E12-C464-419F-A122-03838D37A0EE}" dt="2024-10-16T06:17:40.802" v="4354" actId="1076"/>
          <ac:spMkLst>
            <pc:docMk/>
            <pc:sldMk cId="1818481280" sldId="301"/>
            <ac:spMk id="30" creationId="{16C50656-903D-E06B-D509-D8BF292E101D}"/>
          </ac:spMkLst>
        </pc:spChg>
        <pc:spChg chg="add mod">
          <ac:chgData name="shibariku0623@icloud.com" userId="47b6e960b06a1f92" providerId="LiveId" clId="{91BA1E12-C464-419F-A122-03838D37A0EE}" dt="2024-10-16T07:01:28.163" v="5018" actId="1076"/>
          <ac:spMkLst>
            <pc:docMk/>
            <pc:sldMk cId="1818481280" sldId="301"/>
            <ac:spMk id="31" creationId="{8B24CB2D-481D-0578-7AF6-8E427264DF0D}"/>
          </ac:spMkLst>
        </pc:spChg>
        <pc:spChg chg="add mod">
          <ac:chgData name="shibariku0623@icloud.com" userId="47b6e960b06a1f92" providerId="LiveId" clId="{91BA1E12-C464-419F-A122-03838D37A0EE}" dt="2024-10-16T06:22:11.541" v="4585" actId="164"/>
          <ac:spMkLst>
            <pc:docMk/>
            <pc:sldMk cId="1818481280" sldId="301"/>
            <ac:spMk id="32" creationId="{39B7E8FC-B892-9AE3-92D6-ED77EF15101B}"/>
          </ac:spMkLst>
        </pc:spChg>
        <pc:spChg chg="add mod">
          <ac:chgData name="shibariku0623@icloud.com" userId="47b6e960b06a1f92" providerId="LiveId" clId="{91BA1E12-C464-419F-A122-03838D37A0EE}" dt="2024-10-16T06:22:11.541" v="4585" actId="164"/>
          <ac:spMkLst>
            <pc:docMk/>
            <pc:sldMk cId="1818481280" sldId="301"/>
            <ac:spMk id="33" creationId="{39FF083F-80D3-B3FA-1DD5-9138DC72A2FF}"/>
          </ac:spMkLst>
        </pc:spChg>
        <pc:spChg chg="add mod">
          <ac:chgData name="shibariku0623@icloud.com" userId="47b6e960b06a1f92" providerId="LiveId" clId="{91BA1E12-C464-419F-A122-03838D37A0EE}" dt="2024-10-18T01:17:31.838" v="5980"/>
          <ac:spMkLst>
            <pc:docMk/>
            <pc:sldMk cId="1818481280" sldId="301"/>
            <ac:spMk id="35" creationId="{6CF4CC63-819B-4765-4497-4AD1E204696B}"/>
          </ac:spMkLst>
        </pc:spChg>
        <pc:grpChg chg="add mod">
          <ac:chgData name="shibariku0623@icloud.com" userId="47b6e960b06a1f92" providerId="LiveId" clId="{91BA1E12-C464-419F-A122-03838D37A0EE}" dt="2024-10-16T06:20:28.043" v="4487" actId="1076"/>
          <ac:grpSpMkLst>
            <pc:docMk/>
            <pc:sldMk cId="1818481280" sldId="301"/>
            <ac:grpSpMk id="28" creationId="{2109B760-3913-ABF0-2274-255F84C27A70}"/>
          </ac:grpSpMkLst>
        </pc:grpChg>
        <pc:grpChg chg="add del mod">
          <ac:chgData name="shibariku0623@icloud.com" userId="47b6e960b06a1f92" providerId="LiveId" clId="{91BA1E12-C464-419F-A122-03838D37A0EE}" dt="2024-10-16T06:56:18.608" v="4816" actId="478"/>
          <ac:grpSpMkLst>
            <pc:docMk/>
            <pc:sldMk cId="1818481280" sldId="301"/>
            <ac:grpSpMk id="34" creationId="{6216E6E6-AC2B-0638-D089-53B5B12704CE}"/>
          </ac:grpSpMkLst>
        </pc:grpChg>
        <pc:picChg chg="add mod">
          <ac:chgData name="shibariku0623@icloud.com" userId="47b6e960b06a1f92" providerId="LiveId" clId="{91BA1E12-C464-419F-A122-03838D37A0EE}" dt="2024-10-14T11:03:35.753" v="2890" actId="1076"/>
          <ac:picMkLst>
            <pc:docMk/>
            <pc:sldMk cId="1818481280" sldId="301"/>
            <ac:picMk id="27" creationId="{67AB6381-F65E-26CE-B3FE-2F85B73A981F}"/>
          </ac:picMkLst>
        </pc:picChg>
      </pc:sldChg>
      <pc:sldChg chg="addSp delSp modSp add mod ord">
        <pc:chgData name="shibariku0623@icloud.com" userId="47b6e960b06a1f92" providerId="LiveId" clId="{91BA1E12-C464-419F-A122-03838D37A0EE}" dt="2024-10-18T01:17:54.952" v="5991"/>
        <pc:sldMkLst>
          <pc:docMk/>
          <pc:sldMk cId="1015148015" sldId="302"/>
        </pc:sldMkLst>
        <pc:spChg chg="mod">
          <ac:chgData name="shibariku0623@icloud.com" userId="47b6e960b06a1f92" providerId="LiveId" clId="{91BA1E12-C464-419F-A122-03838D37A0EE}" dt="2024-10-14T08:09:31.125" v="2003" actId="1076"/>
          <ac:spMkLst>
            <pc:docMk/>
            <pc:sldMk cId="1015148015" sldId="302"/>
            <ac:spMk id="21" creationId="{8FFF3D41-3C6E-891E-B896-815D45932689}"/>
          </ac:spMkLst>
        </pc:spChg>
        <pc:spChg chg="del">
          <ac:chgData name="shibariku0623@icloud.com" userId="47b6e960b06a1f92" providerId="LiveId" clId="{91BA1E12-C464-419F-A122-03838D37A0EE}" dt="2024-10-14T05:07:12.369" v="1600" actId="478"/>
          <ac:spMkLst>
            <pc:docMk/>
            <pc:sldMk cId="1015148015" sldId="302"/>
            <ac:spMk id="22" creationId="{34F95D9D-4CC6-689A-58BB-09234B4FFFC6}"/>
          </ac:spMkLst>
        </pc:spChg>
        <pc:spChg chg="add del mod">
          <ac:chgData name="shibariku0623@icloud.com" userId="47b6e960b06a1f92" providerId="LiveId" clId="{91BA1E12-C464-419F-A122-03838D37A0EE}" dt="2024-10-18T01:17:54.686" v="5990" actId="478"/>
          <ac:spMkLst>
            <pc:docMk/>
            <pc:sldMk cId="1015148015" sldId="302"/>
            <ac:spMk id="22" creationId="{4203F59A-3CEC-2D45-FA5C-7B59C318DDFF}"/>
          </ac:spMkLst>
        </pc:spChg>
        <pc:spChg chg="del">
          <ac:chgData name="shibariku0623@icloud.com" userId="47b6e960b06a1f92" providerId="LiveId" clId="{91BA1E12-C464-419F-A122-03838D37A0EE}" dt="2024-10-14T05:07:09.791" v="1599" actId="478"/>
          <ac:spMkLst>
            <pc:docMk/>
            <pc:sldMk cId="1015148015" sldId="302"/>
            <ac:spMk id="23" creationId="{053B873C-1C38-90F2-9EF4-252737DCCB43}"/>
          </ac:spMkLst>
        </pc:spChg>
        <pc:spChg chg="del">
          <ac:chgData name="shibariku0623@icloud.com" userId="47b6e960b06a1f92" providerId="LiveId" clId="{91BA1E12-C464-419F-A122-03838D37A0EE}" dt="2024-10-16T04:31:07.280" v="4042" actId="478"/>
          <ac:spMkLst>
            <pc:docMk/>
            <pc:sldMk cId="1015148015" sldId="302"/>
            <ac:spMk id="24" creationId="{1D962F46-9CCB-1838-C758-0AECD684E318}"/>
          </ac:spMkLst>
        </pc:spChg>
        <pc:spChg chg="add del mod">
          <ac:chgData name="shibariku0623@icloud.com" userId="47b6e960b06a1f92" providerId="LiveId" clId="{91BA1E12-C464-419F-A122-03838D37A0EE}" dt="2024-10-16T07:56:07.341" v="5101" actId="478"/>
          <ac:spMkLst>
            <pc:docMk/>
            <pc:sldMk cId="1015148015" sldId="302"/>
            <ac:spMk id="26" creationId="{6FF72960-A6A1-E3EC-F1FC-8B4DC3336EAA}"/>
          </ac:spMkLst>
        </pc:spChg>
        <pc:spChg chg="mod topLvl">
          <ac:chgData name="shibariku0623@icloud.com" userId="47b6e960b06a1f92" providerId="LiveId" clId="{91BA1E12-C464-419F-A122-03838D37A0EE}" dt="2024-10-16T04:40:23.694" v="4067" actId="164"/>
          <ac:spMkLst>
            <pc:docMk/>
            <pc:sldMk cId="1015148015" sldId="302"/>
            <ac:spMk id="28" creationId="{4FD58A02-D6B0-6AB9-4B53-9F741B859CA8}"/>
          </ac:spMkLst>
        </pc:spChg>
        <pc:spChg chg="add del mod">
          <ac:chgData name="shibariku0623@icloud.com" userId="47b6e960b06a1f92" providerId="LiveId" clId="{91BA1E12-C464-419F-A122-03838D37A0EE}" dt="2024-10-14T07:39:35.857" v="1827" actId="478"/>
          <ac:spMkLst>
            <pc:docMk/>
            <pc:sldMk cId="1015148015" sldId="302"/>
            <ac:spMk id="28" creationId="{60AB7CEE-0370-CE49-78BD-C5826C7C18A8}"/>
          </ac:spMkLst>
        </pc:spChg>
        <pc:spChg chg="add del mod">
          <ac:chgData name="shibariku0623@icloud.com" userId="47b6e960b06a1f92" providerId="LiveId" clId="{91BA1E12-C464-419F-A122-03838D37A0EE}" dt="2024-10-14T10:46:22.844" v="2747" actId="478"/>
          <ac:spMkLst>
            <pc:docMk/>
            <pc:sldMk cId="1015148015" sldId="302"/>
            <ac:spMk id="30" creationId="{4874A7C0-09A8-B5E6-9069-385D057B865E}"/>
          </ac:spMkLst>
        </pc:spChg>
        <pc:spChg chg="add mod">
          <ac:chgData name="shibariku0623@icloud.com" userId="47b6e960b06a1f92" providerId="LiveId" clId="{91BA1E12-C464-419F-A122-03838D37A0EE}" dt="2024-10-14T08:09:38.797" v="2004" actId="164"/>
          <ac:spMkLst>
            <pc:docMk/>
            <pc:sldMk cId="1015148015" sldId="302"/>
            <ac:spMk id="31" creationId="{00B6C2F8-16BD-AF8A-0EE4-F0783D39FC2B}"/>
          </ac:spMkLst>
        </pc:spChg>
        <pc:spChg chg="mod topLvl">
          <ac:chgData name="shibariku0623@icloud.com" userId="47b6e960b06a1f92" providerId="LiveId" clId="{91BA1E12-C464-419F-A122-03838D37A0EE}" dt="2024-10-16T04:40:23.694" v="4067" actId="164"/>
          <ac:spMkLst>
            <pc:docMk/>
            <pc:sldMk cId="1015148015" sldId="302"/>
            <ac:spMk id="31" creationId="{3DD00051-032D-D479-975E-11D3D5A70A8C}"/>
          </ac:spMkLst>
        </pc:spChg>
        <pc:spChg chg="add del mod">
          <ac:chgData name="shibariku0623@icloud.com" userId="47b6e960b06a1f92" providerId="LiveId" clId="{91BA1E12-C464-419F-A122-03838D37A0EE}" dt="2024-10-14T08:03:28.523" v="1931" actId="478"/>
          <ac:spMkLst>
            <pc:docMk/>
            <pc:sldMk cId="1015148015" sldId="302"/>
            <ac:spMk id="32" creationId="{48226E7F-EBD9-9B35-EF5F-3EEABAA4164D}"/>
          </ac:spMkLst>
        </pc:spChg>
        <pc:spChg chg="add mod">
          <ac:chgData name="shibariku0623@icloud.com" userId="47b6e960b06a1f92" providerId="LiveId" clId="{91BA1E12-C464-419F-A122-03838D37A0EE}" dt="2024-10-14T08:09:38.797" v="2004" actId="164"/>
          <ac:spMkLst>
            <pc:docMk/>
            <pc:sldMk cId="1015148015" sldId="302"/>
            <ac:spMk id="33" creationId="{10DB096D-0F54-D800-2A8F-67A6FC22D1C7}"/>
          </ac:spMkLst>
        </pc:spChg>
        <pc:spChg chg="add mod">
          <ac:chgData name="shibariku0623@icloud.com" userId="47b6e960b06a1f92" providerId="LiveId" clId="{91BA1E12-C464-419F-A122-03838D37A0EE}" dt="2024-10-16T07:56:34.157" v="5120" actId="20577"/>
          <ac:spMkLst>
            <pc:docMk/>
            <pc:sldMk cId="1015148015" sldId="302"/>
            <ac:spMk id="33" creationId="{D3B79026-AF49-08E5-1D7D-58BC81A3C143}"/>
          </ac:spMkLst>
        </pc:spChg>
        <pc:spChg chg="add mod">
          <ac:chgData name="shibariku0623@icloud.com" userId="47b6e960b06a1f92" providerId="LiveId" clId="{91BA1E12-C464-419F-A122-03838D37A0EE}" dt="2024-10-18T01:17:54.952" v="5991"/>
          <ac:spMkLst>
            <pc:docMk/>
            <pc:sldMk cId="1015148015" sldId="302"/>
            <ac:spMk id="34" creationId="{A72E0D21-3204-3663-B12D-E78A00D87CA2}"/>
          </ac:spMkLst>
        </pc:spChg>
        <pc:spChg chg="add del mod">
          <ac:chgData name="shibariku0623@icloud.com" userId="47b6e960b06a1f92" providerId="LiveId" clId="{91BA1E12-C464-419F-A122-03838D37A0EE}" dt="2024-10-14T08:13:56.682" v="2153" actId="478"/>
          <ac:spMkLst>
            <pc:docMk/>
            <pc:sldMk cId="1015148015" sldId="302"/>
            <ac:spMk id="35" creationId="{7A21EE66-E74C-8B8E-B8CA-DFB73E338263}"/>
          </ac:spMkLst>
        </pc:spChg>
        <pc:spChg chg="add del mod">
          <ac:chgData name="shibariku0623@icloud.com" userId="47b6e960b06a1f92" providerId="LiveId" clId="{91BA1E12-C464-419F-A122-03838D37A0EE}" dt="2024-10-16T04:39:44.015" v="4050" actId="478"/>
          <ac:spMkLst>
            <pc:docMk/>
            <pc:sldMk cId="1015148015" sldId="302"/>
            <ac:spMk id="36" creationId="{0157E48A-0118-0B5F-66F7-468B172B8037}"/>
          </ac:spMkLst>
        </pc:spChg>
        <pc:spChg chg="add del mod">
          <ac:chgData name="shibariku0623@icloud.com" userId="47b6e960b06a1f92" providerId="LiveId" clId="{91BA1E12-C464-419F-A122-03838D37A0EE}" dt="2024-10-14T11:35:45.136" v="3085" actId="478"/>
          <ac:spMkLst>
            <pc:docMk/>
            <pc:sldMk cId="1015148015" sldId="302"/>
            <ac:spMk id="37" creationId="{5E8911BB-9668-C9BE-9470-91AA6627BE46}"/>
          </ac:spMkLst>
        </pc:spChg>
        <pc:spChg chg="mod topLvl">
          <ac:chgData name="shibariku0623@icloud.com" userId="47b6e960b06a1f92" providerId="LiveId" clId="{91BA1E12-C464-419F-A122-03838D37A0EE}" dt="2024-10-17T02:08:13.206" v="5393" actId="20577"/>
          <ac:spMkLst>
            <pc:docMk/>
            <pc:sldMk cId="1015148015" sldId="302"/>
            <ac:spMk id="39" creationId="{F57DFECE-79DC-DCEF-53BD-94DC0C836814}"/>
          </ac:spMkLst>
        </pc:spChg>
        <pc:spChg chg="del mod topLvl">
          <ac:chgData name="shibariku0623@icloud.com" userId="47b6e960b06a1f92" providerId="LiveId" clId="{91BA1E12-C464-419F-A122-03838D37A0EE}" dt="2024-10-17T02:07:44.563" v="5347" actId="478"/>
          <ac:spMkLst>
            <pc:docMk/>
            <pc:sldMk cId="1015148015" sldId="302"/>
            <ac:spMk id="40" creationId="{9FD25121-890F-5A21-D243-37576250D667}"/>
          </ac:spMkLst>
        </pc:spChg>
        <pc:grpChg chg="add del mod">
          <ac:chgData name="shibariku0623@icloud.com" userId="47b6e960b06a1f92" providerId="LiveId" clId="{91BA1E12-C464-419F-A122-03838D37A0EE}" dt="2024-10-16T04:40:10.461" v="4065" actId="165"/>
          <ac:grpSpMkLst>
            <pc:docMk/>
            <pc:sldMk cId="1015148015" sldId="302"/>
            <ac:grpSpMk id="23" creationId="{6BC76DBB-6F1A-2A98-77E7-754F7896AA2B}"/>
          </ac:grpSpMkLst>
        </pc:grpChg>
        <pc:grpChg chg="add del mod">
          <ac:chgData name="shibariku0623@icloud.com" userId="47b6e960b06a1f92" providerId="LiveId" clId="{91BA1E12-C464-419F-A122-03838D37A0EE}" dt="2024-10-16T05:10:22.802" v="4136" actId="1076"/>
          <ac:grpSpMkLst>
            <pc:docMk/>
            <pc:sldMk cId="1015148015" sldId="302"/>
            <ac:grpSpMk id="32" creationId="{6239F9CE-304B-045D-7BF1-1935CC45BFB5}"/>
          </ac:grpSpMkLst>
        </pc:grpChg>
        <pc:grpChg chg="add del mod">
          <ac:chgData name="shibariku0623@icloud.com" userId="47b6e960b06a1f92" providerId="LiveId" clId="{91BA1E12-C464-419F-A122-03838D37A0EE}" dt="2024-10-14T11:27:41.657" v="2951" actId="478"/>
          <ac:grpSpMkLst>
            <pc:docMk/>
            <pc:sldMk cId="1015148015" sldId="302"/>
            <ac:grpSpMk id="34" creationId="{FBE97130-0F7D-C39D-AF9F-A9E84134DE10}"/>
          </ac:grpSpMkLst>
        </pc:grpChg>
        <pc:grpChg chg="add del mod">
          <ac:chgData name="shibariku0623@icloud.com" userId="47b6e960b06a1f92" providerId="LiveId" clId="{91BA1E12-C464-419F-A122-03838D37A0EE}" dt="2024-10-17T02:07:41.541" v="5346" actId="165"/>
          <ac:grpSpMkLst>
            <pc:docMk/>
            <pc:sldMk cId="1015148015" sldId="302"/>
            <ac:grpSpMk id="38" creationId="{D5E41A88-518E-C608-71AB-2E22A960C7CD}"/>
          </ac:grpSpMkLst>
        </pc:grpChg>
        <pc:graphicFrameChg chg="add del mod modGraphic">
          <ac:chgData name="shibariku0623@icloud.com" userId="47b6e960b06a1f92" providerId="LiveId" clId="{91BA1E12-C464-419F-A122-03838D37A0EE}" dt="2024-10-17T04:47:23.524" v="5403" actId="20577"/>
          <ac:graphicFrameMkLst>
            <pc:docMk/>
            <pc:sldMk cId="1015148015" sldId="302"/>
            <ac:graphicFrameMk id="27" creationId="{23A24FA9-A167-060A-5FD8-B3B5A766EC0E}"/>
          </ac:graphicFrameMkLst>
        </pc:graphicFrameChg>
      </pc:sldChg>
      <pc:sldChg chg="delSp add del mod">
        <pc:chgData name="shibariku0623@icloud.com" userId="47b6e960b06a1f92" providerId="LiveId" clId="{91BA1E12-C464-419F-A122-03838D37A0EE}" dt="2024-10-14T05:03:38.585" v="1526" actId="47"/>
        <pc:sldMkLst>
          <pc:docMk/>
          <pc:sldMk cId="1835843049" sldId="302"/>
        </pc:sldMkLst>
        <pc:picChg chg="del">
          <ac:chgData name="shibariku0623@icloud.com" userId="47b6e960b06a1f92" providerId="LiveId" clId="{91BA1E12-C464-419F-A122-03838D37A0EE}" dt="2024-10-14T05:03:35.670" v="1525" actId="478"/>
          <ac:picMkLst>
            <pc:docMk/>
            <pc:sldMk cId="1835843049" sldId="302"/>
            <ac:picMk id="27" creationId="{3867D15C-B7D4-7CC8-3A47-73EAB560B853}"/>
          </ac:picMkLst>
        </pc:picChg>
      </pc:sldChg>
      <pc:sldChg chg="addSp delSp modSp add mod">
        <pc:chgData name="shibariku0623@icloud.com" userId="47b6e960b06a1f92" providerId="LiveId" clId="{91BA1E12-C464-419F-A122-03838D37A0EE}" dt="2024-10-18T01:17:45.204" v="5987"/>
        <pc:sldMkLst>
          <pc:docMk/>
          <pc:sldMk cId="1532625355" sldId="303"/>
        </pc:sldMkLst>
        <pc:spChg chg="add del mod">
          <ac:chgData name="shibariku0623@icloud.com" userId="47b6e960b06a1f92" providerId="LiveId" clId="{91BA1E12-C464-419F-A122-03838D37A0EE}" dt="2024-10-18T01:17:44.608" v="5985" actId="478"/>
          <ac:spMkLst>
            <pc:docMk/>
            <pc:sldMk cId="1532625355" sldId="303"/>
            <ac:spMk id="22" creationId="{F64F5A91-517A-EAC9-B279-9D893D873358}"/>
          </ac:spMkLst>
        </pc:spChg>
        <pc:spChg chg="mod">
          <ac:chgData name="shibariku0623@icloud.com" userId="47b6e960b06a1f92" providerId="LiveId" clId="{91BA1E12-C464-419F-A122-03838D37A0EE}" dt="2024-10-14T10:19:51.265" v="2179" actId="1076"/>
          <ac:spMkLst>
            <pc:docMk/>
            <pc:sldMk cId="1532625355" sldId="303"/>
            <ac:spMk id="23" creationId="{21800849-7A26-A1DB-0237-82D5B3100465}"/>
          </ac:spMkLst>
        </pc:spChg>
        <pc:spChg chg="add del mod">
          <ac:chgData name="shibariku0623@icloud.com" userId="47b6e960b06a1f92" providerId="LiveId" clId="{91BA1E12-C464-419F-A122-03838D37A0EE}" dt="2024-10-18T01:17:41.776" v="5984" actId="478"/>
          <ac:spMkLst>
            <pc:docMk/>
            <pc:sldMk cId="1532625355" sldId="303"/>
            <ac:spMk id="23" creationId="{3FAC0F4C-31F2-D1FE-5E0B-BD66AA76223C}"/>
          </ac:spMkLst>
        </pc:spChg>
        <pc:spChg chg="del">
          <ac:chgData name="shibariku0623@icloud.com" userId="47b6e960b06a1f92" providerId="LiveId" clId="{91BA1E12-C464-419F-A122-03838D37A0EE}" dt="2024-10-16T04:30:53.920" v="4038" actId="478"/>
          <ac:spMkLst>
            <pc:docMk/>
            <pc:sldMk cId="1532625355" sldId="303"/>
            <ac:spMk id="24" creationId="{498338EB-C4F8-515F-5CF3-6F52A43B0E57}"/>
          </ac:spMkLst>
        </pc:spChg>
        <pc:spChg chg="add mod">
          <ac:chgData name="shibariku0623@icloud.com" userId="47b6e960b06a1f92" providerId="LiveId" clId="{91BA1E12-C464-419F-A122-03838D37A0EE}" dt="2024-10-18T01:17:45.126" v="5986"/>
          <ac:spMkLst>
            <pc:docMk/>
            <pc:sldMk cId="1532625355" sldId="303"/>
            <ac:spMk id="26" creationId="{469EB6A8-A51B-F205-0CF6-D1B9D9F590DD}"/>
          </ac:spMkLst>
        </pc:spChg>
        <pc:spChg chg="del">
          <ac:chgData name="shibariku0623@icloud.com" userId="47b6e960b06a1f92" providerId="LiveId" clId="{91BA1E12-C464-419F-A122-03838D37A0EE}" dt="2024-10-14T10:24:01.771" v="2345" actId="478"/>
          <ac:spMkLst>
            <pc:docMk/>
            <pc:sldMk cId="1532625355" sldId="303"/>
            <ac:spMk id="26" creationId="{8D88300F-A513-1F08-6857-A20ADE9D1821}"/>
          </ac:spMkLst>
        </pc:spChg>
        <pc:spChg chg="add mod">
          <ac:chgData name="shibariku0623@icloud.com" userId="47b6e960b06a1f92" providerId="LiveId" clId="{91BA1E12-C464-419F-A122-03838D37A0EE}" dt="2024-10-18T01:17:45.204" v="5987"/>
          <ac:spMkLst>
            <pc:docMk/>
            <pc:sldMk cId="1532625355" sldId="303"/>
            <ac:spMk id="27" creationId="{39E0B9CD-9432-8469-BBFB-2A76844AFF41}"/>
          </ac:spMkLst>
        </pc:spChg>
        <pc:spChg chg="mod">
          <ac:chgData name="shibariku0623@icloud.com" userId="47b6e960b06a1f92" providerId="LiveId" clId="{91BA1E12-C464-419F-A122-03838D37A0EE}" dt="2024-10-14T10:19:47.186" v="2178"/>
          <ac:spMkLst>
            <pc:docMk/>
            <pc:sldMk cId="1532625355" sldId="303"/>
            <ac:spMk id="28" creationId="{1F98639F-F786-1C59-A433-2AAFE7C7A616}"/>
          </ac:spMkLst>
        </pc:spChg>
        <pc:spChg chg="del">
          <ac:chgData name="shibariku0623@icloud.com" userId="47b6e960b06a1f92" providerId="LiveId" clId="{91BA1E12-C464-419F-A122-03838D37A0EE}" dt="2024-10-14T08:16:43.849" v="2166" actId="478"/>
          <ac:spMkLst>
            <pc:docMk/>
            <pc:sldMk cId="1532625355" sldId="303"/>
            <ac:spMk id="30" creationId="{42006E95-9699-00EF-CE21-781F2EF084D2}"/>
          </ac:spMkLst>
        </pc:spChg>
        <pc:spChg chg="mod">
          <ac:chgData name="shibariku0623@icloud.com" userId="47b6e960b06a1f92" providerId="LiveId" clId="{91BA1E12-C464-419F-A122-03838D37A0EE}" dt="2024-10-14T10:25:12.659" v="2377" actId="165"/>
          <ac:spMkLst>
            <pc:docMk/>
            <pc:sldMk cId="1532625355" sldId="303"/>
            <ac:spMk id="35" creationId="{A10012E6-C994-1D9C-9E36-2C3B6B16AFCA}"/>
          </ac:spMkLst>
        </pc:spChg>
        <pc:spChg chg="mod">
          <ac:chgData name="shibariku0623@icloud.com" userId="47b6e960b06a1f92" providerId="LiveId" clId="{91BA1E12-C464-419F-A122-03838D37A0EE}" dt="2024-10-14T10:25:12.659" v="2377" actId="165"/>
          <ac:spMkLst>
            <pc:docMk/>
            <pc:sldMk cId="1532625355" sldId="303"/>
            <ac:spMk id="36" creationId="{C6AC9380-772D-642C-9184-D011E6BCD6D6}"/>
          </ac:spMkLst>
        </pc:spChg>
        <pc:spChg chg="add mod topLvl">
          <ac:chgData name="shibariku0623@icloud.com" userId="47b6e960b06a1f92" providerId="LiveId" clId="{91BA1E12-C464-419F-A122-03838D37A0EE}" dt="2024-10-14T10:25:17.691" v="2378" actId="164"/>
          <ac:spMkLst>
            <pc:docMk/>
            <pc:sldMk cId="1532625355" sldId="303"/>
            <ac:spMk id="37" creationId="{BC9A8BC0-EA4A-B800-B32E-51D643C396BD}"/>
          </ac:spMkLst>
        </pc:spChg>
        <pc:spChg chg="mod">
          <ac:chgData name="shibariku0623@icloud.com" userId="47b6e960b06a1f92" providerId="LiveId" clId="{91BA1E12-C464-419F-A122-03838D37A0EE}" dt="2024-10-14T10:29:43.888" v="2442" actId="1076"/>
          <ac:spMkLst>
            <pc:docMk/>
            <pc:sldMk cId="1532625355" sldId="303"/>
            <ac:spMk id="52" creationId="{2B3EB91E-3A61-E9BB-63BC-5A499C1DC58B}"/>
          </ac:spMkLst>
        </pc:spChg>
        <pc:spChg chg="mod">
          <ac:chgData name="shibariku0623@icloud.com" userId="47b6e960b06a1f92" providerId="LiveId" clId="{91BA1E12-C464-419F-A122-03838D37A0EE}" dt="2024-10-14T10:29:14.417" v="2411"/>
          <ac:spMkLst>
            <pc:docMk/>
            <pc:sldMk cId="1532625355" sldId="303"/>
            <ac:spMk id="53" creationId="{DF6B4987-F0C1-9361-9680-245DFB327DB0}"/>
          </ac:spMkLst>
        </pc:spChg>
        <pc:spChg chg="mod">
          <ac:chgData name="shibariku0623@icloud.com" userId="47b6e960b06a1f92" providerId="LiveId" clId="{91BA1E12-C464-419F-A122-03838D37A0EE}" dt="2024-10-14T10:29:14.417" v="2411"/>
          <ac:spMkLst>
            <pc:docMk/>
            <pc:sldMk cId="1532625355" sldId="303"/>
            <ac:spMk id="54" creationId="{FD67217A-9C5F-779D-4DA6-EB3A8A098C62}"/>
          </ac:spMkLst>
        </pc:spChg>
        <pc:spChg chg="mod">
          <ac:chgData name="shibariku0623@icloud.com" userId="47b6e960b06a1f92" providerId="LiveId" clId="{91BA1E12-C464-419F-A122-03838D37A0EE}" dt="2024-10-14T10:35:40.262" v="2545"/>
          <ac:spMkLst>
            <pc:docMk/>
            <pc:sldMk cId="1532625355" sldId="303"/>
            <ac:spMk id="67" creationId="{C045454D-8CF7-3587-A5BE-A716F8E02899}"/>
          </ac:spMkLst>
        </pc:spChg>
        <pc:spChg chg="mod">
          <ac:chgData name="shibariku0623@icloud.com" userId="47b6e960b06a1f92" providerId="LiveId" clId="{91BA1E12-C464-419F-A122-03838D37A0EE}" dt="2024-10-14T10:35:40.262" v="2545"/>
          <ac:spMkLst>
            <pc:docMk/>
            <pc:sldMk cId="1532625355" sldId="303"/>
            <ac:spMk id="68" creationId="{A17CFACC-F88A-C9D3-C64B-4F620775823A}"/>
          </ac:spMkLst>
        </pc:spChg>
        <pc:spChg chg="mod">
          <ac:chgData name="shibariku0623@icloud.com" userId="47b6e960b06a1f92" providerId="LiveId" clId="{91BA1E12-C464-419F-A122-03838D37A0EE}" dt="2024-10-14T10:35:40.262" v="2545"/>
          <ac:spMkLst>
            <pc:docMk/>
            <pc:sldMk cId="1532625355" sldId="303"/>
            <ac:spMk id="69" creationId="{6446E702-8E46-E2DB-0C44-276FC592962D}"/>
          </ac:spMkLst>
        </pc:spChg>
        <pc:grpChg chg="mod">
          <ac:chgData name="shibariku0623@icloud.com" userId="47b6e960b06a1f92" providerId="LiveId" clId="{91BA1E12-C464-419F-A122-03838D37A0EE}" dt="2024-10-14T10:31:33.281" v="2465" actId="14100"/>
          <ac:grpSpMkLst>
            <pc:docMk/>
            <pc:sldMk cId="1532625355" sldId="303"/>
            <ac:grpSpMk id="11" creationId="{63D2D4B0-EAAA-871C-3074-37FA91811B2C}"/>
          </ac:grpSpMkLst>
        </pc:grpChg>
        <pc:grpChg chg="add del mod">
          <ac:chgData name="shibariku0623@icloud.com" userId="47b6e960b06a1f92" providerId="LiveId" clId="{91BA1E12-C464-419F-A122-03838D37A0EE}" dt="2024-10-14T10:20:12.919" v="2186" actId="478"/>
          <ac:grpSpMkLst>
            <pc:docMk/>
            <pc:sldMk cId="1532625355" sldId="303"/>
            <ac:grpSpMk id="22" creationId="{24E67310-A29E-B005-439D-19BCDFB916DA}"/>
          </ac:grpSpMkLst>
        </pc:grpChg>
        <pc:grpChg chg="add mod topLvl">
          <ac:chgData name="shibariku0623@icloud.com" userId="47b6e960b06a1f92" providerId="LiveId" clId="{91BA1E12-C464-419F-A122-03838D37A0EE}" dt="2024-10-14T10:25:17.691" v="2378" actId="164"/>
          <ac:grpSpMkLst>
            <pc:docMk/>
            <pc:sldMk cId="1532625355" sldId="303"/>
            <ac:grpSpMk id="32" creationId="{7A6BD36E-241C-73A1-4AAE-FB77D5493FF2}"/>
          </ac:grpSpMkLst>
        </pc:grpChg>
        <pc:grpChg chg="del">
          <ac:chgData name="shibariku0623@icloud.com" userId="47b6e960b06a1f92" providerId="LiveId" clId="{91BA1E12-C464-419F-A122-03838D37A0EE}" dt="2024-10-14T08:46:09.398" v="2167" actId="478"/>
          <ac:grpSpMkLst>
            <pc:docMk/>
            <pc:sldMk cId="1532625355" sldId="303"/>
            <ac:grpSpMk id="34" creationId="{E650BC11-EB7E-35C0-2A40-F0A691917E21}"/>
          </ac:grpSpMkLst>
        </pc:grpChg>
        <pc:grpChg chg="add del mod">
          <ac:chgData name="shibariku0623@icloud.com" userId="47b6e960b06a1f92" providerId="LiveId" clId="{91BA1E12-C464-419F-A122-03838D37A0EE}" dt="2024-10-14T10:25:12.659" v="2377" actId="165"/>
          <ac:grpSpMkLst>
            <pc:docMk/>
            <pc:sldMk cId="1532625355" sldId="303"/>
            <ac:grpSpMk id="38" creationId="{EBD49BC9-BB37-C16C-6B18-8388C6BDB38E}"/>
          </ac:grpSpMkLst>
        </pc:grpChg>
        <pc:grpChg chg="add mod">
          <ac:chgData name="shibariku0623@icloud.com" userId="47b6e960b06a1f92" providerId="LiveId" clId="{91BA1E12-C464-419F-A122-03838D37A0EE}" dt="2024-10-14T10:29:04.448" v="2410" actId="1076"/>
          <ac:grpSpMkLst>
            <pc:docMk/>
            <pc:sldMk cId="1532625355" sldId="303"/>
            <ac:grpSpMk id="39" creationId="{0F2A161D-FA95-F4BC-757B-07852C1A58A0}"/>
          </ac:grpSpMkLst>
        </pc:grpChg>
        <pc:grpChg chg="add mod">
          <ac:chgData name="shibariku0623@icloud.com" userId="47b6e960b06a1f92" providerId="LiveId" clId="{91BA1E12-C464-419F-A122-03838D37A0EE}" dt="2024-10-14T10:29:20.917" v="2413" actId="1076"/>
          <ac:grpSpMkLst>
            <pc:docMk/>
            <pc:sldMk cId="1532625355" sldId="303"/>
            <ac:grpSpMk id="50" creationId="{A73E2A4E-031D-754D-6757-6B4923F5C0DD}"/>
          </ac:grpSpMkLst>
        </pc:grpChg>
        <pc:grpChg chg="mod">
          <ac:chgData name="shibariku0623@icloud.com" userId="47b6e960b06a1f92" providerId="LiveId" clId="{91BA1E12-C464-419F-A122-03838D37A0EE}" dt="2024-10-14T10:29:14.417" v="2411"/>
          <ac:grpSpMkLst>
            <pc:docMk/>
            <pc:sldMk cId="1532625355" sldId="303"/>
            <ac:grpSpMk id="51" creationId="{8949479D-0D4A-EEB1-2C24-FD95FE177A6F}"/>
          </ac:grpSpMkLst>
        </pc:grpChg>
        <pc:grpChg chg="add mod">
          <ac:chgData name="shibariku0623@icloud.com" userId="47b6e960b06a1f92" providerId="LiveId" clId="{91BA1E12-C464-419F-A122-03838D37A0EE}" dt="2024-10-14T10:35:40.262" v="2545"/>
          <ac:grpSpMkLst>
            <pc:docMk/>
            <pc:sldMk cId="1532625355" sldId="303"/>
            <ac:grpSpMk id="65" creationId="{53C66517-7E1C-94EF-7A0A-E2775C76290A}"/>
          </ac:grpSpMkLst>
        </pc:grpChg>
        <pc:grpChg chg="mod">
          <ac:chgData name="shibariku0623@icloud.com" userId="47b6e960b06a1f92" providerId="LiveId" clId="{91BA1E12-C464-419F-A122-03838D37A0EE}" dt="2024-10-14T10:35:40.262" v="2545"/>
          <ac:grpSpMkLst>
            <pc:docMk/>
            <pc:sldMk cId="1532625355" sldId="303"/>
            <ac:grpSpMk id="66" creationId="{4C3503D5-DB4C-BE13-0075-C79A1BA89590}"/>
          </ac:grpSpMkLst>
        </pc:grpChg>
        <pc:graphicFrameChg chg="del">
          <ac:chgData name="shibariku0623@icloud.com" userId="47b6e960b06a1f92" providerId="LiveId" clId="{91BA1E12-C464-419F-A122-03838D37A0EE}" dt="2024-10-14T08:16:43.849" v="2166" actId="478"/>
          <ac:graphicFrameMkLst>
            <pc:docMk/>
            <pc:sldMk cId="1532625355" sldId="303"/>
            <ac:graphicFrameMk id="27" creationId="{3F696986-CA62-1445-4A1D-8DAF27BFB26F}"/>
          </ac:graphicFrameMkLst>
        </pc:graphicFrameChg>
        <pc:picChg chg="add mod">
          <ac:chgData name="shibariku0623@icloud.com" userId="47b6e960b06a1f92" providerId="LiveId" clId="{91BA1E12-C464-419F-A122-03838D37A0EE}" dt="2024-10-14T10:31:50.328" v="2467" actId="1076"/>
          <ac:picMkLst>
            <pc:docMk/>
            <pc:sldMk cId="1532625355" sldId="303"/>
            <ac:picMk id="41" creationId="{11EDA2C6-5510-8B07-9734-71A2B5F157E7}"/>
          </ac:picMkLst>
        </pc:picChg>
        <pc:picChg chg="add mod">
          <ac:chgData name="shibariku0623@icloud.com" userId="47b6e960b06a1f92" providerId="LiveId" clId="{91BA1E12-C464-419F-A122-03838D37A0EE}" dt="2024-10-14T10:31:50.328" v="2467" actId="1076"/>
          <ac:picMkLst>
            <pc:docMk/>
            <pc:sldMk cId="1532625355" sldId="303"/>
            <ac:picMk id="43" creationId="{B0FCED90-453A-08A0-D3A6-56B6056D9889}"/>
          </ac:picMkLst>
        </pc:picChg>
        <pc:picChg chg="add mod">
          <ac:chgData name="shibariku0623@icloud.com" userId="47b6e960b06a1f92" providerId="LiveId" clId="{91BA1E12-C464-419F-A122-03838D37A0EE}" dt="2024-10-14T10:31:50.328" v="2467" actId="1076"/>
          <ac:picMkLst>
            <pc:docMk/>
            <pc:sldMk cId="1532625355" sldId="303"/>
            <ac:picMk id="45" creationId="{65A5BC24-0AA1-4E6B-F06D-5E6C353BD8E0}"/>
          </ac:picMkLst>
        </pc:picChg>
        <pc:picChg chg="add mod">
          <ac:chgData name="shibariku0623@icloud.com" userId="47b6e960b06a1f92" providerId="LiveId" clId="{91BA1E12-C464-419F-A122-03838D37A0EE}" dt="2024-10-14T10:31:50.328" v="2467" actId="1076"/>
          <ac:picMkLst>
            <pc:docMk/>
            <pc:sldMk cId="1532625355" sldId="303"/>
            <ac:picMk id="47" creationId="{F4F14157-1B20-85D2-861A-A4B8AE899BD0}"/>
          </ac:picMkLst>
        </pc:picChg>
        <pc:picChg chg="add mod">
          <ac:chgData name="shibariku0623@icloud.com" userId="47b6e960b06a1f92" providerId="LiveId" clId="{91BA1E12-C464-419F-A122-03838D37A0EE}" dt="2024-10-14T10:31:50.328" v="2467" actId="1076"/>
          <ac:picMkLst>
            <pc:docMk/>
            <pc:sldMk cId="1532625355" sldId="303"/>
            <ac:picMk id="49" creationId="{9963E664-682A-B33E-ADA9-4CA277C25973}"/>
          </ac:picMkLst>
        </pc:picChg>
        <pc:picChg chg="add mod">
          <ac:chgData name="shibariku0623@icloud.com" userId="47b6e960b06a1f92" providerId="LiveId" clId="{91BA1E12-C464-419F-A122-03838D37A0EE}" dt="2024-10-14T10:31:33.281" v="2465" actId="14100"/>
          <ac:picMkLst>
            <pc:docMk/>
            <pc:sldMk cId="1532625355" sldId="303"/>
            <ac:picMk id="56" creationId="{BD530D4E-2391-575E-3C57-A914A88B7E22}"/>
          </ac:picMkLst>
        </pc:picChg>
        <pc:picChg chg="add mod">
          <ac:chgData name="shibariku0623@icloud.com" userId="47b6e960b06a1f92" providerId="LiveId" clId="{91BA1E12-C464-419F-A122-03838D37A0EE}" dt="2024-10-14T10:31:33.281" v="2465" actId="14100"/>
          <ac:picMkLst>
            <pc:docMk/>
            <pc:sldMk cId="1532625355" sldId="303"/>
            <ac:picMk id="58" creationId="{366825CD-0FC9-BAF5-78DD-75C34BE34696}"/>
          </ac:picMkLst>
        </pc:picChg>
        <pc:picChg chg="add mod">
          <ac:chgData name="shibariku0623@icloud.com" userId="47b6e960b06a1f92" providerId="LiveId" clId="{91BA1E12-C464-419F-A122-03838D37A0EE}" dt="2024-10-14T10:32:34.619" v="2473" actId="1076"/>
          <ac:picMkLst>
            <pc:docMk/>
            <pc:sldMk cId="1532625355" sldId="303"/>
            <ac:picMk id="60" creationId="{D6C0781C-EAA2-A4C4-4AE1-F160C149FF1A}"/>
          </ac:picMkLst>
        </pc:picChg>
        <pc:picChg chg="add mod">
          <ac:chgData name="shibariku0623@icloud.com" userId="47b6e960b06a1f92" providerId="LiveId" clId="{91BA1E12-C464-419F-A122-03838D37A0EE}" dt="2024-10-14T10:32:26.900" v="2472" actId="1076"/>
          <ac:picMkLst>
            <pc:docMk/>
            <pc:sldMk cId="1532625355" sldId="303"/>
            <ac:picMk id="62" creationId="{716E8373-6782-57BC-FEB1-B2B877A78E90}"/>
          </ac:picMkLst>
        </pc:picChg>
        <pc:picChg chg="add mod">
          <ac:chgData name="shibariku0623@icloud.com" userId="47b6e960b06a1f92" providerId="LiveId" clId="{91BA1E12-C464-419F-A122-03838D37A0EE}" dt="2024-10-14T10:32:20.860" v="2471" actId="1076"/>
          <ac:picMkLst>
            <pc:docMk/>
            <pc:sldMk cId="1532625355" sldId="303"/>
            <ac:picMk id="64" creationId="{6170CF8A-FAA2-3FB2-DB6B-2939D4A2B125}"/>
          </ac:picMkLst>
        </pc:picChg>
      </pc:sldChg>
      <pc:sldChg chg="add del">
        <pc:chgData name="shibariku0623@icloud.com" userId="47b6e960b06a1f92" providerId="LiveId" clId="{91BA1E12-C464-419F-A122-03838D37A0EE}" dt="2024-10-14T05:04:05.267" v="1537" actId="47"/>
        <pc:sldMkLst>
          <pc:docMk/>
          <pc:sldMk cId="2397727280" sldId="303"/>
        </pc:sldMkLst>
      </pc:sldChg>
      <pc:sldChg chg="addSp delSp modSp add mod ord">
        <pc:chgData name="shibariku0623@icloud.com" userId="47b6e960b06a1f92" providerId="LiveId" clId="{91BA1E12-C464-419F-A122-03838D37A0EE}" dt="2024-10-18T01:17:51.712" v="5989"/>
        <pc:sldMkLst>
          <pc:docMk/>
          <pc:sldMk cId="323899632" sldId="304"/>
        </pc:sldMkLst>
        <pc:spChg chg="add mod">
          <ac:chgData name="shibariku0623@icloud.com" userId="47b6e960b06a1f92" providerId="LiveId" clId="{91BA1E12-C464-419F-A122-03838D37A0EE}" dt="2024-10-15T12:39:24.290" v="3511" actId="20577"/>
          <ac:spMkLst>
            <pc:docMk/>
            <pc:sldMk cId="323899632" sldId="304"/>
            <ac:spMk id="22" creationId="{7CB03EA5-4531-2514-BC53-AFD8888148C1}"/>
          </ac:spMkLst>
        </pc:spChg>
        <pc:spChg chg="mod">
          <ac:chgData name="shibariku0623@icloud.com" userId="47b6e960b06a1f92" providerId="LiveId" clId="{91BA1E12-C464-419F-A122-03838D37A0EE}" dt="2024-10-14T10:34:10.678" v="2478"/>
          <ac:spMkLst>
            <pc:docMk/>
            <pc:sldMk cId="323899632" sldId="304"/>
            <ac:spMk id="23" creationId="{15B5A396-13D4-0CCC-05FA-EDCE14374153}"/>
          </ac:spMkLst>
        </pc:spChg>
        <pc:spChg chg="add del mod">
          <ac:chgData name="shibariku0623@icloud.com" userId="47b6e960b06a1f92" providerId="LiveId" clId="{91BA1E12-C464-419F-A122-03838D37A0EE}" dt="2024-10-18T01:17:51.350" v="5988" actId="478"/>
          <ac:spMkLst>
            <pc:docMk/>
            <pc:sldMk cId="323899632" sldId="304"/>
            <ac:spMk id="23" creationId="{7A07120D-F847-5AA9-7A47-6FDAA80802BD}"/>
          </ac:spMkLst>
        </pc:spChg>
        <pc:spChg chg="del">
          <ac:chgData name="shibariku0623@icloud.com" userId="47b6e960b06a1f92" providerId="LiveId" clId="{91BA1E12-C464-419F-A122-03838D37A0EE}" dt="2024-10-16T04:31:01.985" v="4040" actId="478"/>
          <ac:spMkLst>
            <pc:docMk/>
            <pc:sldMk cId="323899632" sldId="304"/>
            <ac:spMk id="24" creationId="{DE435757-1868-EAFE-0A54-A8CEEF00F72B}"/>
          </ac:spMkLst>
        </pc:spChg>
        <pc:spChg chg="mod">
          <ac:chgData name="shibariku0623@icloud.com" userId="47b6e960b06a1f92" providerId="LiveId" clId="{91BA1E12-C464-419F-A122-03838D37A0EE}" dt="2024-10-14T10:34:10.678" v="2478"/>
          <ac:spMkLst>
            <pc:docMk/>
            <pc:sldMk cId="323899632" sldId="304"/>
            <ac:spMk id="26" creationId="{8880C7B7-E230-6CEA-C8F8-C06E899E6F6D}"/>
          </ac:spMkLst>
        </pc:spChg>
        <pc:spChg chg="add mod">
          <ac:chgData name="shibariku0623@icloud.com" userId="47b6e960b06a1f92" providerId="LiveId" clId="{91BA1E12-C464-419F-A122-03838D37A0EE}" dt="2024-10-18T01:17:51.712" v="5989"/>
          <ac:spMkLst>
            <pc:docMk/>
            <pc:sldMk cId="323899632" sldId="304"/>
            <ac:spMk id="26" creationId="{ED9411B8-058B-C866-9005-551EF2E55B45}"/>
          </ac:spMkLst>
        </pc:spChg>
        <pc:spChg chg="mod">
          <ac:chgData name="shibariku0623@icloud.com" userId="47b6e960b06a1f92" providerId="LiveId" clId="{91BA1E12-C464-419F-A122-03838D37A0EE}" dt="2024-10-14T10:45:45.393" v="2741" actId="1076"/>
          <ac:spMkLst>
            <pc:docMk/>
            <pc:sldMk cId="323899632" sldId="304"/>
            <ac:spMk id="30" creationId="{9C95D62E-A8B8-D04A-3FA9-3991B5498791}"/>
          </ac:spMkLst>
        </pc:spChg>
        <pc:spChg chg="mod">
          <ac:chgData name="shibariku0623@icloud.com" userId="47b6e960b06a1f92" providerId="LiveId" clId="{91BA1E12-C464-419F-A122-03838D37A0EE}" dt="2024-10-14T10:35:44.685" v="2546"/>
          <ac:spMkLst>
            <pc:docMk/>
            <pc:sldMk cId="323899632" sldId="304"/>
            <ac:spMk id="34" creationId="{4D2A01A4-2234-61A4-27E7-D864287D8E13}"/>
          </ac:spMkLst>
        </pc:spChg>
        <pc:spChg chg="mod">
          <ac:chgData name="shibariku0623@icloud.com" userId="47b6e960b06a1f92" providerId="LiveId" clId="{91BA1E12-C464-419F-A122-03838D37A0EE}" dt="2024-10-14T10:35:44.685" v="2546"/>
          <ac:spMkLst>
            <pc:docMk/>
            <pc:sldMk cId="323899632" sldId="304"/>
            <ac:spMk id="35" creationId="{884C88BF-EABF-538C-BFD4-1AF03E148618}"/>
          </ac:spMkLst>
        </pc:spChg>
        <pc:spChg chg="mod">
          <ac:chgData name="shibariku0623@icloud.com" userId="47b6e960b06a1f92" providerId="LiveId" clId="{91BA1E12-C464-419F-A122-03838D37A0EE}" dt="2024-10-14T10:35:44.685" v="2546"/>
          <ac:spMkLst>
            <pc:docMk/>
            <pc:sldMk cId="323899632" sldId="304"/>
            <ac:spMk id="36" creationId="{0F926109-CEB2-A53B-F9D4-93B23BF957EB}"/>
          </ac:spMkLst>
        </pc:spChg>
        <pc:spChg chg="add mod">
          <ac:chgData name="shibariku0623@icloud.com" userId="47b6e960b06a1f92" providerId="LiveId" clId="{91BA1E12-C464-419F-A122-03838D37A0EE}" dt="2024-10-14T10:38:24.362" v="2737" actId="1076"/>
          <ac:spMkLst>
            <pc:docMk/>
            <pc:sldMk cId="323899632" sldId="304"/>
            <ac:spMk id="37" creationId="{A4094C08-AA9F-3F31-5A1B-A8A9793A76A2}"/>
          </ac:spMkLst>
        </pc:spChg>
        <pc:spChg chg="add mod">
          <ac:chgData name="shibariku0623@icloud.com" userId="47b6e960b06a1f92" providerId="LiveId" clId="{91BA1E12-C464-419F-A122-03838D37A0EE}" dt="2024-10-14T10:45:45.393" v="2741" actId="1076"/>
          <ac:spMkLst>
            <pc:docMk/>
            <pc:sldMk cId="323899632" sldId="304"/>
            <ac:spMk id="38" creationId="{D16C2A86-3013-CD0F-0A03-7A7BE0EDC478}"/>
          </ac:spMkLst>
        </pc:spChg>
        <pc:spChg chg="add mod">
          <ac:chgData name="shibariku0623@icloud.com" userId="47b6e960b06a1f92" providerId="LiveId" clId="{91BA1E12-C464-419F-A122-03838D37A0EE}" dt="2024-10-14T10:45:52.970" v="2743" actId="1076"/>
          <ac:spMkLst>
            <pc:docMk/>
            <pc:sldMk cId="323899632" sldId="304"/>
            <ac:spMk id="39" creationId="{C000086D-9779-2B14-EA2B-39D728B1B0FB}"/>
          </ac:spMkLst>
        </pc:spChg>
        <pc:spChg chg="add del mod">
          <ac:chgData name="shibariku0623@icloud.com" userId="47b6e960b06a1f92" providerId="LiveId" clId="{91BA1E12-C464-419F-A122-03838D37A0EE}" dt="2024-10-14T10:45:39.384" v="2740" actId="478"/>
          <ac:spMkLst>
            <pc:docMk/>
            <pc:sldMk cId="323899632" sldId="304"/>
            <ac:spMk id="40" creationId="{9E27842A-D883-382D-AD46-D551DF558598}"/>
          </ac:spMkLst>
        </pc:spChg>
        <pc:spChg chg="add mod">
          <ac:chgData name="shibariku0623@icloud.com" userId="47b6e960b06a1f92" providerId="LiveId" clId="{91BA1E12-C464-419F-A122-03838D37A0EE}" dt="2024-10-14T10:45:56.955" v="2744"/>
          <ac:spMkLst>
            <pc:docMk/>
            <pc:sldMk cId="323899632" sldId="304"/>
            <ac:spMk id="41" creationId="{942376FC-EA6C-9C41-C0B5-D71EB308CDEE}"/>
          </ac:spMkLst>
        </pc:spChg>
        <pc:grpChg chg="add del mod">
          <ac:chgData name="shibariku0623@icloud.com" userId="47b6e960b06a1f92" providerId="LiveId" clId="{91BA1E12-C464-419F-A122-03838D37A0EE}" dt="2024-10-14T10:34:18.788" v="2480" actId="478"/>
          <ac:grpSpMkLst>
            <pc:docMk/>
            <pc:sldMk cId="323899632" sldId="304"/>
            <ac:grpSpMk id="22" creationId="{C071F9BA-7F42-9685-965E-D86FC8075FE4}"/>
          </ac:grpSpMkLst>
        </pc:grpChg>
        <pc:grpChg chg="add del mod">
          <ac:chgData name="shibariku0623@icloud.com" userId="47b6e960b06a1f92" providerId="LiveId" clId="{91BA1E12-C464-419F-A122-03838D37A0EE}" dt="2024-10-14T10:35:54.858" v="2550" actId="478"/>
          <ac:grpSpMkLst>
            <pc:docMk/>
            <pc:sldMk cId="323899632" sldId="304"/>
            <ac:grpSpMk id="32" creationId="{F7B6BEFE-C24A-3E4B-C6AA-7CD2BB72EA8D}"/>
          </ac:grpSpMkLst>
        </pc:grpChg>
        <pc:grpChg chg="mod">
          <ac:chgData name="shibariku0623@icloud.com" userId="47b6e960b06a1f92" providerId="LiveId" clId="{91BA1E12-C464-419F-A122-03838D37A0EE}" dt="2024-10-14T10:35:44.685" v="2546"/>
          <ac:grpSpMkLst>
            <pc:docMk/>
            <pc:sldMk cId="323899632" sldId="304"/>
            <ac:grpSpMk id="33" creationId="{40ED3AA8-C618-E1D2-5E54-74ED23EC4AFC}"/>
          </ac:grpSpMkLst>
        </pc:grpChg>
        <pc:picChg chg="del">
          <ac:chgData name="shibariku0623@icloud.com" userId="47b6e960b06a1f92" providerId="LiveId" clId="{91BA1E12-C464-419F-A122-03838D37A0EE}" dt="2024-10-14T10:33:57.443" v="2477" actId="478"/>
          <ac:picMkLst>
            <pc:docMk/>
            <pc:sldMk cId="323899632" sldId="304"/>
            <ac:picMk id="27" creationId="{2FED3B8A-050B-2AC2-BA5D-2D87D0D81D3E}"/>
          </ac:picMkLst>
        </pc:picChg>
        <pc:picChg chg="add mod">
          <ac:chgData name="shibariku0623@icloud.com" userId="47b6e960b06a1f92" providerId="LiveId" clId="{91BA1E12-C464-419F-A122-03838D37A0EE}" dt="2024-10-14T10:38:21.143" v="2736" actId="1076"/>
          <ac:picMkLst>
            <pc:docMk/>
            <pc:sldMk cId="323899632" sldId="304"/>
            <ac:picMk id="31" creationId="{F752D82E-018C-9A07-E424-BE69F1E30A2F}"/>
          </ac:picMkLst>
        </pc:picChg>
      </pc:sldChg>
      <pc:sldChg chg="addSp delSp modSp add del mod">
        <pc:chgData name="shibariku0623@icloud.com" userId="47b6e960b06a1f92" providerId="LiveId" clId="{91BA1E12-C464-419F-A122-03838D37A0EE}" dt="2024-10-14T10:48:42.302" v="2761" actId="47"/>
        <pc:sldMkLst>
          <pc:docMk/>
          <pc:sldMk cId="2519702805" sldId="305"/>
        </pc:sldMkLst>
        <pc:spChg chg="add mod">
          <ac:chgData name="shibariku0623@icloud.com" userId="47b6e960b06a1f92" providerId="LiveId" clId="{91BA1E12-C464-419F-A122-03838D37A0EE}" dt="2024-10-14T10:47:01.095" v="2756" actId="14100"/>
          <ac:spMkLst>
            <pc:docMk/>
            <pc:sldMk cId="2519702805" sldId="305"/>
            <ac:spMk id="22" creationId="{1CFBB52B-648D-F3C3-7E36-7ABB5D83DA5D}"/>
          </ac:spMkLst>
        </pc:spChg>
        <pc:spChg chg="del">
          <ac:chgData name="shibariku0623@icloud.com" userId="47b6e960b06a1f92" providerId="LiveId" clId="{91BA1E12-C464-419F-A122-03838D37A0EE}" dt="2024-10-14T10:46:51.813" v="2752" actId="478"/>
          <ac:spMkLst>
            <pc:docMk/>
            <pc:sldMk cId="2519702805" sldId="305"/>
            <ac:spMk id="30" creationId="{8CF5889F-6D63-6AAC-5415-0DE8A7F9FBBA}"/>
          </ac:spMkLst>
        </pc:spChg>
        <pc:spChg chg="del">
          <ac:chgData name="shibariku0623@icloud.com" userId="47b6e960b06a1f92" providerId="LiveId" clId="{91BA1E12-C464-419F-A122-03838D37A0EE}" dt="2024-10-14T10:46:49.749" v="2751" actId="478"/>
          <ac:spMkLst>
            <pc:docMk/>
            <pc:sldMk cId="2519702805" sldId="305"/>
            <ac:spMk id="37" creationId="{3EEC973E-F26B-D466-BD39-2E5842D44462}"/>
          </ac:spMkLst>
        </pc:spChg>
        <pc:spChg chg="del">
          <ac:chgData name="shibariku0623@icloud.com" userId="47b6e960b06a1f92" providerId="LiveId" clId="{91BA1E12-C464-419F-A122-03838D37A0EE}" dt="2024-10-14T10:48:19.755" v="2758" actId="478"/>
          <ac:spMkLst>
            <pc:docMk/>
            <pc:sldMk cId="2519702805" sldId="305"/>
            <ac:spMk id="39" creationId="{7DF12CD2-A9B8-8C41-5274-EE8FAD95F6E2}"/>
          </ac:spMkLst>
        </pc:spChg>
        <pc:graphicFrameChg chg="add mod modGraphic">
          <ac:chgData name="shibariku0623@icloud.com" userId="47b6e960b06a1f92" providerId="LiveId" clId="{91BA1E12-C464-419F-A122-03838D37A0EE}" dt="2024-10-14T10:48:38.005" v="2760" actId="1076"/>
          <ac:graphicFrameMkLst>
            <pc:docMk/>
            <pc:sldMk cId="2519702805" sldId="305"/>
            <ac:graphicFrameMk id="23" creationId="{752DE552-B81B-63BA-0991-63701C425496}"/>
          </ac:graphicFrameMkLst>
        </pc:graphicFrameChg>
        <pc:picChg chg="del">
          <ac:chgData name="shibariku0623@icloud.com" userId="47b6e960b06a1f92" providerId="LiveId" clId="{91BA1E12-C464-419F-A122-03838D37A0EE}" dt="2024-10-14T10:46:47.999" v="2750" actId="478"/>
          <ac:picMkLst>
            <pc:docMk/>
            <pc:sldMk cId="2519702805" sldId="305"/>
            <ac:picMk id="31" creationId="{EDBA1D6F-4821-515B-FEDA-380539F5A352}"/>
          </ac:picMkLst>
        </pc:picChg>
      </pc:sldChg>
      <pc:sldChg chg="addSp delSp modSp add mod ord">
        <pc:chgData name="shibariku0623@icloud.com" userId="47b6e960b06a1f92" providerId="LiveId" clId="{91BA1E12-C464-419F-A122-03838D37A0EE}" dt="2024-10-18T01:17:36.807" v="5982"/>
        <pc:sldMkLst>
          <pc:docMk/>
          <pc:sldMk cId="3170261491" sldId="305"/>
        </pc:sldMkLst>
        <pc:spChg chg="add mod">
          <ac:chgData name="shibariku0623@icloud.com" userId="47b6e960b06a1f92" providerId="LiveId" clId="{91BA1E12-C464-419F-A122-03838D37A0EE}" dt="2024-10-17T00:07:20.494" v="5147" actId="1076"/>
          <ac:spMkLst>
            <pc:docMk/>
            <pc:sldMk cId="3170261491" sldId="305"/>
            <ac:spMk id="22" creationId="{564E8227-651B-0A28-4DB0-34A7DDC06A19}"/>
          </ac:spMkLst>
        </pc:spChg>
        <pc:spChg chg="del">
          <ac:chgData name="shibariku0623@icloud.com" userId="47b6e960b06a1f92" providerId="LiveId" clId="{91BA1E12-C464-419F-A122-03838D37A0EE}" dt="2024-10-16T04:30:48.833" v="4036" actId="478"/>
          <ac:spMkLst>
            <pc:docMk/>
            <pc:sldMk cId="3170261491" sldId="305"/>
            <ac:spMk id="24" creationId="{94AD822C-4A2B-C153-A1E5-ADC509D93F6C}"/>
          </ac:spMkLst>
        </pc:spChg>
        <pc:spChg chg="del mod">
          <ac:chgData name="shibariku0623@icloud.com" userId="47b6e960b06a1f92" providerId="LiveId" clId="{91BA1E12-C464-419F-A122-03838D37A0EE}" dt="2024-10-16T07:56:13.498" v="5102" actId="478"/>
          <ac:spMkLst>
            <pc:docMk/>
            <pc:sldMk cId="3170261491" sldId="305"/>
            <ac:spMk id="26" creationId="{9E4D75F5-5DC4-5EB2-15CF-80315703DA82}"/>
          </ac:spMkLst>
        </pc:spChg>
        <pc:spChg chg="add del mod">
          <ac:chgData name="shibariku0623@icloud.com" userId="47b6e960b06a1f92" providerId="LiveId" clId="{91BA1E12-C464-419F-A122-03838D37A0EE}" dt="2024-10-18T01:17:36.666" v="5981" actId="478"/>
          <ac:spMkLst>
            <pc:docMk/>
            <pc:sldMk cId="3170261491" sldId="305"/>
            <ac:spMk id="28" creationId="{35CAAAE1-D0A1-30B8-395F-EE668F0459EE}"/>
          </ac:spMkLst>
        </pc:spChg>
        <pc:spChg chg="mod topLvl">
          <ac:chgData name="shibariku0623@icloud.com" userId="47b6e960b06a1f92" providerId="LiveId" clId="{91BA1E12-C464-419F-A122-03838D37A0EE}" dt="2024-10-16T06:19:43.526" v="4473" actId="164"/>
          <ac:spMkLst>
            <pc:docMk/>
            <pc:sldMk cId="3170261491" sldId="305"/>
            <ac:spMk id="31" creationId="{8C0B4836-4F44-2943-9DC7-C7BCC753A23B}"/>
          </ac:spMkLst>
        </pc:spChg>
        <pc:spChg chg="mod topLvl">
          <ac:chgData name="shibariku0623@icloud.com" userId="47b6e960b06a1f92" providerId="LiveId" clId="{91BA1E12-C464-419F-A122-03838D37A0EE}" dt="2024-10-16T06:19:43.526" v="4473" actId="164"/>
          <ac:spMkLst>
            <pc:docMk/>
            <pc:sldMk cId="3170261491" sldId="305"/>
            <ac:spMk id="33" creationId="{67BC7F4D-EBD1-6AE5-51A0-07D54CE66D6D}"/>
          </ac:spMkLst>
        </pc:spChg>
        <pc:spChg chg="add mod">
          <ac:chgData name="shibariku0623@icloud.com" userId="47b6e960b06a1f92" providerId="LiveId" clId="{91BA1E12-C464-419F-A122-03838D37A0EE}" dt="2024-10-16T07:56:14.170" v="5103"/>
          <ac:spMkLst>
            <pc:docMk/>
            <pc:sldMk cId="3170261491" sldId="305"/>
            <ac:spMk id="34" creationId="{50EAF125-4F67-EFCC-62FC-F181C0C22F67}"/>
          </ac:spMkLst>
        </pc:spChg>
        <pc:spChg chg="add mod">
          <ac:chgData name="shibariku0623@icloud.com" userId="47b6e960b06a1f92" providerId="LiveId" clId="{91BA1E12-C464-419F-A122-03838D37A0EE}" dt="2024-10-18T01:17:36.807" v="5982"/>
          <ac:spMkLst>
            <pc:docMk/>
            <pc:sldMk cId="3170261491" sldId="305"/>
            <ac:spMk id="35" creationId="{578DE443-1549-D8A1-0490-D6485950406E}"/>
          </ac:spMkLst>
        </pc:spChg>
        <pc:spChg chg="del mod">
          <ac:chgData name="shibariku0623@icloud.com" userId="47b6e960b06a1f92" providerId="LiveId" clId="{91BA1E12-C464-419F-A122-03838D37A0EE}" dt="2024-10-17T00:07:17.853" v="5146" actId="478"/>
          <ac:spMkLst>
            <pc:docMk/>
            <pc:sldMk cId="3170261491" sldId="305"/>
            <ac:spMk id="36" creationId="{25A883B7-BDE6-26E7-97A2-7C6EFDE354F4}"/>
          </ac:spMkLst>
        </pc:spChg>
        <pc:grpChg chg="add del mod">
          <ac:chgData name="shibariku0623@icloud.com" userId="47b6e960b06a1f92" providerId="LiveId" clId="{91BA1E12-C464-419F-A122-03838D37A0EE}" dt="2024-10-16T06:19:26.867" v="4471" actId="165"/>
          <ac:grpSpMkLst>
            <pc:docMk/>
            <pc:sldMk cId="3170261491" sldId="305"/>
            <ac:grpSpMk id="23" creationId="{8502B816-2396-9BAE-3F19-065119E63941}"/>
          </ac:grpSpMkLst>
        </pc:grpChg>
        <pc:grpChg chg="add mod">
          <ac:chgData name="shibariku0623@icloud.com" userId="47b6e960b06a1f92" providerId="LiveId" clId="{91BA1E12-C464-419F-A122-03838D37A0EE}" dt="2024-10-17T00:07:23.871" v="5148" actId="1076"/>
          <ac:grpSpMkLst>
            <pc:docMk/>
            <pc:sldMk cId="3170261491" sldId="305"/>
            <ac:grpSpMk id="32" creationId="{3B8E57A5-3B61-CC06-ECC6-565A6885173C}"/>
          </ac:grpSpMkLst>
        </pc:grpChg>
        <pc:grpChg chg="del mod">
          <ac:chgData name="shibariku0623@icloud.com" userId="47b6e960b06a1f92" providerId="LiveId" clId="{91BA1E12-C464-419F-A122-03838D37A0EE}" dt="2024-10-14T12:24:12.706" v="3354" actId="165"/>
          <ac:grpSpMkLst>
            <pc:docMk/>
            <pc:sldMk cId="3170261491" sldId="305"/>
            <ac:grpSpMk id="34" creationId="{B7D86312-2220-27DE-C506-B31D1F639927}"/>
          </ac:grpSpMkLst>
        </pc:grpChg>
        <pc:graphicFrameChg chg="mod modGraphic">
          <ac:chgData name="shibariku0623@icloud.com" userId="47b6e960b06a1f92" providerId="LiveId" clId="{91BA1E12-C464-419F-A122-03838D37A0EE}" dt="2024-10-17T04:47:16.928" v="5399" actId="20577"/>
          <ac:graphicFrameMkLst>
            <pc:docMk/>
            <pc:sldMk cId="3170261491" sldId="305"/>
            <ac:graphicFrameMk id="27" creationId="{6B98437D-3BDB-8156-313D-B53991815B57}"/>
          </ac:graphicFrameMkLst>
        </pc:graphicFrameChg>
      </pc:sldChg>
      <pc:sldChg chg="add del">
        <pc:chgData name="shibariku0623@icloud.com" userId="47b6e960b06a1f92" providerId="LiveId" clId="{91BA1E12-C464-419F-A122-03838D37A0EE}" dt="2024-10-14T10:46:35.320" v="2749" actId="47"/>
        <pc:sldMkLst>
          <pc:docMk/>
          <pc:sldMk cId="536124519" sldId="306"/>
        </pc:sldMkLst>
      </pc:sldChg>
      <pc:sldChg chg="addSp delSp modSp add mod ord">
        <pc:chgData name="shibariku0623@icloud.com" userId="47b6e960b06a1f92" providerId="LiveId" clId="{91BA1E12-C464-419F-A122-03838D37A0EE}" dt="2024-10-18T01:18:08.517" v="5997" actId="20577"/>
        <pc:sldMkLst>
          <pc:docMk/>
          <pc:sldMk cId="930221249" sldId="306"/>
        </pc:sldMkLst>
        <pc:spChg chg="del">
          <ac:chgData name="shibariku0623@icloud.com" userId="47b6e960b06a1f92" providerId="LiveId" clId="{91BA1E12-C464-419F-A122-03838D37A0EE}" dt="2024-10-15T12:55:53.901" v="3588" actId="478"/>
          <ac:spMkLst>
            <pc:docMk/>
            <pc:sldMk cId="930221249" sldId="306"/>
            <ac:spMk id="22" creationId="{41403279-E31F-1985-2AF9-B18EC30CF752}"/>
          </ac:spMkLst>
        </pc:spChg>
        <pc:spChg chg="del">
          <ac:chgData name="shibariku0623@icloud.com" userId="47b6e960b06a1f92" providerId="LiveId" clId="{91BA1E12-C464-419F-A122-03838D37A0EE}" dt="2024-10-16T04:31:12.467" v="4044" actId="478"/>
          <ac:spMkLst>
            <pc:docMk/>
            <pc:sldMk cId="930221249" sldId="306"/>
            <ac:spMk id="24" creationId="{67A097E1-0E03-8258-5F7A-4ED6B51E6FCC}"/>
          </ac:spMkLst>
        </pc:spChg>
        <pc:spChg chg="add mod">
          <ac:chgData name="shibariku0623@icloud.com" userId="47b6e960b06a1f92" providerId="LiveId" clId="{91BA1E12-C464-419F-A122-03838D37A0EE}" dt="2024-10-16T05:48:15.827" v="4343" actId="1076"/>
          <ac:spMkLst>
            <pc:docMk/>
            <pc:sldMk cId="930221249" sldId="306"/>
            <ac:spMk id="28" creationId="{C0B4F325-DB71-B49C-ABB1-34F10D6766D6}"/>
          </ac:spMkLst>
        </pc:spChg>
        <pc:spChg chg="del">
          <ac:chgData name="shibariku0623@icloud.com" userId="47b6e960b06a1f92" providerId="LiveId" clId="{91BA1E12-C464-419F-A122-03838D37A0EE}" dt="2024-10-15T12:55:20.988" v="3583" actId="478"/>
          <ac:spMkLst>
            <pc:docMk/>
            <pc:sldMk cId="930221249" sldId="306"/>
            <ac:spMk id="30" creationId="{5D97E2E6-BC3B-554D-DCC0-8E8B946CF763}"/>
          </ac:spMkLst>
        </pc:spChg>
        <pc:spChg chg="mod">
          <ac:chgData name="shibariku0623@icloud.com" userId="47b6e960b06a1f92" providerId="LiveId" clId="{91BA1E12-C464-419F-A122-03838D37A0EE}" dt="2024-10-16T05:48:15.827" v="4343" actId="1076"/>
          <ac:spMkLst>
            <pc:docMk/>
            <pc:sldMk cId="930221249" sldId="306"/>
            <ac:spMk id="32" creationId="{4AE30205-B1A9-1689-80B7-3302A035B31E}"/>
          </ac:spMkLst>
        </pc:spChg>
        <pc:spChg chg="add mod">
          <ac:chgData name="shibariku0623@icloud.com" userId="47b6e960b06a1f92" providerId="LiveId" clId="{91BA1E12-C464-419F-A122-03838D37A0EE}" dt="2024-10-17T08:13:56.782" v="5953" actId="14100"/>
          <ac:spMkLst>
            <pc:docMk/>
            <pc:sldMk cId="930221249" sldId="306"/>
            <ac:spMk id="33" creationId="{FB3AE7C6-9F3C-736B-66A4-2FA4F68EBCB2}"/>
          </ac:spMkLst>
        </pc:spChg>
        <pc:spChg chg="del">
          <ac:chgData name="shibariku0623@icloud.com" userId="47b6e960b06a1f92" providerId="LiveId" clId="{91BA1E12-C464-419F-A122-03838D37A0EE}" dt="2024-10-15T12:56:07.388" v="3591" actId="478"/>
          <ac:spMkLst>
            <pc:docMk/>
            <pc:sldMk cId="930221249" sldId="306"/>
            <ac:spMk id="34" creationId="{18DE78DA-843B-D2F8-9178-115D08BEF757}"/>
          </ac:spMkLst>
        </pc:spChg>
        <pc:spChg chg="del">
          <ac:chgData name="shibariku0623@icloud.com" userId="47b6e960b06a1f92" providerId="LiveId" clId="{91BA1E12-C464-419F-A122-03838D37A0EE}" dt="2024-10-15T12:56:05.433" v="3590" actId="478"/>
          <ac:spMkLst>
            <pc:docMk/>
            <pc:sldMk cId="930221249" sldId="306"/>
            <ac:spMk id="35" creationId="{EE0040C7-4CF2-26A3-D851-62545E6194DD}"/>
          </ac:spMkLst>
        </pc:spChg>
        <pc:spChg chg="del">
          <ac:chgData name="shibariku0623@icloud.com" userId="47b6e960b06a1f92" providerId="LiveId" clId="{91BA1E12-C464-419F-A122-03838D37A0EE}" dt="2024-10-15T12:56:03.699" v="3589" actId="478"/>
          <ac:spMkLst>
            <pc:docMk/>
            <pc:sldMk cId="930221249" sldId="306"/>
            <ac:spMk id="36" creationId="{275A9F7B-1555-BD7A-7027-9ABB7247973F}"/>
          </ac:spMkLst>
        </pc:spChg>
        <pc:spChg chg="add del mod">
          <ac:chgData name="shibariku0623@icloud.com" userId="47b6e960b06a1f92" providerId="LiveId" clId="{91BA1E12-C464-419F-A122-03838D37A0EE}" dt="2024-10-18T01:18:05.110" v="5994" actId="478"/>
          <ac:spMkLst>
            <pc:docMk/>
            <pc:sldMk cId="930221249" sldId="306"/>
            <ac:spMk id="37" creationId="{E23004D7-37E5-DD15-5AE0-D4342C6A4FC8}"/>
          </ac:spMkLst>
        </pc:spChg>
        <pc:spChg chg="add mod">
          <ac:chgData name="shibariku0623@icloud.com" userId="47b6e960b06a1f92" providerId="LiveId" clId="{91BA1E12-C464-419F-A122-03838D37A0EE}" dt="2024-10-18T01:18:08.517" v="5997" actId="20577"/>
          <ac:spMkLst>
            <pc:docMk/>
            <pc:sldMk cId="930221249" sldId="306"/>
            <ac:spMk id="38" creationId="{4C8A20DE-5340-6545-4D29-EB85406BE676}"/>
          </ac:spMkLst>
        </pc:spChg>
        <pc:picChg chg="add mod">
          <ac:chgData name="shibariku0623@icloud.com" userId="47b6e960b06a1f92" providerId="LiveId" clId="{91BA1E12-C464-419F-A122-03838D37A0EE}" dt="2024-10-16T05:48:15.827" v="4343" actId="1076"/>
          <ac:picMkLst>
            <pc:docMk/>
            <pc:sldMk cId="930221249" sldId="306"/>
            <ac:picMk id="26" creationId="{3507FCC5-A42F-4606-6525-25DDAE86755B}"/>
          </ac:picMkLst>
        </pc:picChg>
        <pc:picChg chg="del">
          <ac:chgData name="shibariku0623@icloud.com" userId="47b6e960b06a1f92" providerId="LiveId" clId="{91BA1E12-C464-419F-A122-03838D37A0EE}" dt="2024-10-15T12:55:19.019" v="3582" actId="478"/>
          <ac:picMkLst>
            <pc:docMk/>
            <pc:sldMk cId="930221249" sldId="306"/>
            <ac:picMk id="27" creationId="{221023E2-0E9F-194B-A2E7-5816832A94A8}"/>
          </ac:picMkLst>
        </pc:picChg>
        <pc:picChg chg="mod modCrop">
          <ac:chgData name="shibariku0623@icloud.com" userId="47b6e960b06a1f92" providerId="LiveId" clId="{91BA1E12-C464-419F-A122-03838D37A0EE}" dt="2024-10-16T05:48:15.827" v="4343" actId="1076"/>
          <ac:picMkLst>
            <pc:docMk/>
            <pc:sldMk cId="930221249" sldId="306"/>
            <ac:picMk id="31" creationId="{1731EDB9-222E-6492-4CD4-FA6A9AA66FE2}"/>
          </ac:picMkLst>
        </pc:picChg>
      </pc:sldChg>
      <pc:sldChg chg="addSp delSp modSp add mod ord">
        <pc:chgData name="shibariku0623@icloud.com" userId="47b6e960b06a1f92" providerId="LiveId" clId="{91BA1E12-C464-419F-A122-03838D37A0EE}" dt="2024-10-18T01:18:15.752" v="5999"/>
        <pc:sldMkLst>
          <pc:docMk/>
          <pc:sldMk cId="3633679812" sldId="307"/>
        </pc:sldMkLst>
        <pc:spChg chg="add del mod">
          <ac:chgData name="shibariku0623@icloud.com" userId="47b6e960b06a1f92" providerId="LiveId" clId="{91BA1E12-C464-419F-A122-03838D37A0EE}" dt="2024-10-18T01:18:15.377" v="5998" actId="478"/>
          <ac:spMkLst>
            <pc:docMk/>
            <pc:sldMk cId="3633679812" sldId="307"/>
            <ac:spMk id="22" creationId="{1AB5F21B-A297-A064-145E-D2F4A923695E}"/>
          </ac:spMkLst>
        </pc:spChg>
        <pc:spChg chg="del">
          <ac:chgData name="shibariku0623@icloud.com" userId="47b6e960b06a1f92" providerId="LiveId" clId="{91BA1E12-C464-419F-A122-03838D37A0EE}" dt="2024-10-16T04:31:22.545" v="4048" actId="478"/>
          <ac:spMkLst>
            <pc:docMk/>
            <pc:sldMk cId="3633679812" sldId="307"/>
            <ac:spMk id="24" creationId="{EA6B81E8-5DCE-5544-91F4-64028E207341}"/>
          </ac:spMkLst>
        </pc:spChg>
        <pc:spChg chg="mod">
          <ac:chgData name="shibariku0623@icloud.com" userId="47b6e960b06a1f92" providerId="LiveId" clId="{91BA1E12-C464-419F-A122-03838D37A0EE}" dt="2024-10-15T13:18:34.508" v="3797" actId="1076"/>
          <ac:spMkLst>
            <pc:docMk/>
            <pc:sldMk cId="3633679812" sldId="307"/>
            <ac:spMk id="26" creationId="{00BDCA1B-0AA6-4444-E527-5184A4F9F446}"/>
          </ac:spMkLst>
        </pc:spChg>
        <pc:spChg chg="mod">
          <ac:chgData name="shibariku0623@icloud.com" userId="47b6e960b06a1f92" providerId="LiveId" clId="{91BA1E12-C464-419F-A122-03838D37A0EE}" dt="2024-10-16T04:40:54.934" v="4070"/>
          <ac:spMkLst>
            <pc:docMk/>
            <pc:sldMk cId="3633679812" sldId="307"/>
            <ac:spMk id="28" creationId="{E3B20347-77AA-AD38-C118-B40D1515D4C7}"/>
          </ac:spMkLst>
        </pc:spChg>
        <pc:spChg chg="mod">
          <ac:chgData name="shibariku0623@icloud.com" userId="47b6e960b06a1f92" providerId="LiveId" clId="{91BA1E12-C464-419F-A122-03838D37A0EE}" dt="2024-10-16T04:40:54.934" v="4070"/>
          <ac:spMkLst>
            <pc:docMk/>
            <pc:sldMk cId="3633679812" sldId="307"/>
            <ac:spMk id="31" creationId="{88F410CD-706E-0F3F-1865-4D20ED7053D7}"/>
          </ac:spMkLst>
        </pc:spChg>
        <pc:spChg chg="mod topLvl">
          <ac:chgData name="shibariku0623@icloud.com" userId="47b6e960b06a1f92" providerId="LiveId" clId="{91BA1E12-C464-419F-A122-03838D37A0EE}" dt="2024-10-16T08:01:49.446" v="5145" actId="20577"/>
          <ac:spMkLst>
            <pc:docMk/>
            <pc:sldMk cId="3633679812" sldId="307"/>
            <ac:spMk id="33" creationId="{83827238-7858-C944-5031-168B59A7E410}"/>
          </ac:spMkLst>
        </pc:spChg>
        <pc:spChg chg="mod topLvl">
          <ac:chgData name="shibariku0623@icloud.com" userId="47b6e960b06a1f92" providerId="LiveId" clId="{91BA1E12-C464-419F-A122-03838D37A0EE}" dt="2024-10-16T05:12:16.348" v="4142" actId="164"/>
          <ac:spMkLst>
            <pc:docMk/>
            <pc:sldMk cId="3633679812" sldId="307"/>
            <ac:spMk id="34" creationId="{C03901B4-E172-2893-E80D-811B6269F89F}"/>
          </ac:spMkLst>
        </pc:spChg>
        <pc:spChg chg="del">
          <ac:chgData name="shibariku0623@icloud.com" userId="47b6e960b06a1f92" providerId="LiveId" clId="{91BA1E12-C464-419F-A122-03838D37A0EE}" dt="2024-10-16T04:40:54.605" v="4069" actId="478"/>
          <ac:spMkLst>
            <pc:docMk/>
            <pc:sldMk cId="3633679812" sldId="307"/>
            <ac:spMk id="36" creationId="{6A7E10DB-F096-8DE1-078E-A9CA0EFFD09A}"/>
          </ac:spMkLst>
        </pc:spChg>
        <pc:spChg chg="mod">
          <ac:chgData name="shibariku0623@icloud.com" userId="47b6e960b06a1f92" providerId="LiveId" clId="{91BA1E12-C464-419F-A122-03838D37A0EE}" dt="2024-10-16T05:19:47.570" v="4152" actId="20577"/>
          <ac:spMkLst>
            <pc:docMk/>
            <pc:sldMk cId="3633679812" sldId="307"/>
            <ac:spMk id="41" creationId="{9273A980-8770-441F-486E-104899366362}"/>
          </ac:spMkLst>
        </pc:spChg>
        <pc:spChg chg="mod">
          <ac:chgData name="shibariku0623@icloud.com" userId="47b6e960b06a1f92" providerId="LiveId" clId="{91BA1E12-C464-419F-A122-03838D37A0EE}" dt="2024-10-16T05:19:14.157" v="4144"/>
          <ac:spMkLst>
            <pc:docMk/>
            <pc:sldMk cId="3633679812" sldId="307"/>
            <ac:spMk id="42" creationId="{7D5284C0-2B9D-F261-25FA-BDDA1EEC3EBE}"/>
          </ac:spMkLst>
        </pc:spChg>
        <pc:spChg chg="add mod">
          <ac:chgData name="shibariku0623@icloud.com" userId="47b6e960b06a1f92" providerId="LiveId" clId="{91BA1E12-C464-419F-A122-03838D37A0EE}" dt="2024-10-17T02:06:56.556" v="5343" actId="20577"/>
          <ac:spMkLst>
            <pc:docMk/>
            <pc:sldMk cId="3633679812" sldId="307"/>
            <ac:spMk id="43" creationId="{9DABA7BB-5B8E-D8CD-CA7B-4F5B165BD0D7}"/>
          </ac:spMkLst>
        </pc:spChg>
        <pc:spChg chg="add mod">
          <ac:chgData name="shibariku0623@icloud.com" userId="47b6e960b06a1f92" providerId="LiveId" clId="{91BA1E12-C464-419F-A122-03838D37A0EE}" dt="2024-10-18T01:18:15.752" v="5999"/>
          <ac:spMkLst>
            <pc:docMk/>
            <pc:sldMk cId="3633679812" sldId="307"/>
            <ac:spMk id="44" creationId="{36749B65-4A11-E176-9D54-69C96154665E}"/>
          </ac:spMkLst>
        </pc:spChg>
        <pc:grpChg chg="add del mod">
          <ac:chgData name="shibariku0623@icloud.com" userId="47b6e960b06a1f92" providerId="LiveId" clId="{91BA1E12-C464-419F-A122-03838D37A0EE}" dt="2024-10-16T04:41:52.163" v="4072" actId="478"/>
          <ac:grpSpMkLst>
            <pc:docMk/>
            <pc:sldMk cId="3633679812" sldId="307"/>
            <ac:grpSpMk id="23" creationId="{51E4B9FA-CB83-CAEB-E8B8-0DD51F073407}"/>
          </ac:grpSpMkLst>
        </pc:grpChg>
        <pc:grpChg chg="add del mod">
          <ac:chgData name="shibariku0623@icloud.com" userId="47b6e960b06a1f92" providerId="LiveId" clId="{91BA1E12-C464-419F-A122-03838D37A0EE}" dt="2024-10-16T05:10:52.336" v="4140" actId="165"/>
          <ac:grpSpMkLst>
            <pc:docMk/>
            <pc:sldMk cId="3633679812" sldId="307"/>
            <ac:grpSpMk id="32" creationId="{3D629D15-C586-243B-FD5C-0595C896C4D8}"/>
          </ac:grpSpMkLst>
        </pc:grpChg>
        <pc:grpChg chg="add mod">
          <ac:chgData name="shibariku0623@icloud.com" userId="47b6e960b06a1f92" providerId="LiveId" clId="{91BA1E12-C464-419F-A122-03838D37A0EE}" dt="2024-10-16T05:12:18.707" v="4143" actId="1076"/>
          <ac:grpSpMkLst>
            <pc:docMk/>
            <pc:sldMk cId="3633679812" sldId="307"/>
            <ac:grpSpMk id="35" creationId="{1D5F8C3A-A89A-66E9-3FAA-7B6DE7B97FC0}"/>
          </ac:grpSpMkLst>
        </pc:grpChg>
        <pc:grpChg chg="add mod">
          <ac:chgData name="shibariku0623@icloud.com" userId="47b6e960b06a1f92" providerId="LiveId" clId="{91BA1E12-C464-419F-A122-03838D37A0EE}" dt="2024-10-16T05:19:25.658" v="4147" actId="1076"/>
          <ac:grpSpMkLst>
            <pc:docMk/>
            <pc:sldMk cId="3633679812" sldId="307"/>
            <ac:grpSpMk id="37" creationId="{3A6EC883-A90A-98A1-53B2-1182626502E8}"/>
          </ac:grpSpMkLst>
        </pc:grpChg>
        <pc:grpChg chg="del mod">
          <ac:chgData name="shibariku0623@icloud.com" userId="47b6e960b06a1f92" providerId="LiveId" clId="{91BA1E12-C464-419F-A122-03838D37A0EE}" dt="2024-10-16T05:10:39.476" v="4138" actId="478"/>
          <ac:grpSpMkLst>
            <pc:docMk/>
            <pc:sldMk cId="3633679812" sldId="307"/>
            <ac:grpSpMk id="38" creationId="{CF421C7F-1626-97AD-5630-49792A6E58B6}"/>
          </ac:grpSpMkLst>
        </pc:grpChg>
        <pc:graphicFrameChg chg="modGraphic">
          <ac:chgData name="shibariku0623@icloud.com" userId="47b6e960b06a1f92" providerId="LiveId" clId="{91BA1E12-C464-419F-A122-03838D37A0EE}" dt="2024-10-17T04:47:29.524" v="5407" actId="20577"/>
          <ac:graphicFrameMkLst>
            <pc:docMk/>
            <pc:sldMk cId="3633679812" sldId="307"/>
            <ac:graphicFrameMk id="27" creationId="{5BC07D53-81DA-4221-6C53-38509126A6F5}"/>
          </ac:graphicFrameMkLst>
        </pc:graphicFrameChg>
      </pc:sldChg>
      <pc:sldChg chg="modSp add mod setBg">
        <pc:chgData name="shibariku0623@icloud.com" userId="47b6e960b06a1f92" providerId="LiveId" clId="{91BA1E12-C464-419F-A122-03838D37A0EE}" dt="2024-10-18T03:29:44.628" v="6278" actId="20577"/>
        <pc:sldMkLst>
          <pc:docMk/>
          <pc:sldMk cId="2581877375" sldId="308"/>
        </pc:sldMkLst>
        <pc:spChg chg="mod">
          <ac:chgData name="shibariku0623@icloud.com" userId="47b6e960b06a1f92" providerId="LiveId" clId="{91BA1E12-C464-419F-A122-03838D37A0EE}" dt="2024-10-18T03:29:42.612" v="6277" actId="20577"/>
          <ac:spMkLst>
            <pc:docMk/>
            <pc:sldMk cId="2581877375" sldId="308"/>
            <ac:spMk id="22" creationId="{DCE71555-68C0-1E73-EA82-4B618955A7B2}"/>
          </ac:spMkLst>
        </pc:spChg>
        <pc:spChg chg="mod">
          <ac:chgData name="shibariku0623@icloud.com" userId="47b6e960b06a1f92" providerId="LiveId" clId="{91BA1E12-C464-419F-A122-03838D37A0EE}" dt="2024-10-18T03:29:44.628" v="6278" actId="20577"/>
          <ac:spMkLst>
            <pc:docMk/>
            <pc:sldMk cId="2581877375" sldId="308"/>
            <ac:spMk id="23" creationId="{5DC4EB1D-A467-11BC-DA21-E34A59881B68}"/>
          </ac:spMkLst>
        </pc:spChg>
      </pc:sldChg>
      <pc:sldChg chg="modSp add mod ord setBg">
        <pc:chgData name="shibariku0623@icloud.com" userId="47b6e960b06a1f92" providerId="LiveId" clId="{91BA1E12-C464-419F-A122-03838D37A0EE}" dt="2024-10-18T03:29:21.329" v="6262" actId="20577"/>
        <pc:sldMkLst>
          <pc:docMk/>
          <pc:sldMk cId="4242144623" sldId="309"/>
        </pc:sldMkLst>
        <pc:spChg chg="mod">
          <ac:chgData name="shibariku0623@icloud.com" userId="47b6e960b06a1f92" providerId="LiveId" clId="{91BA1E12-C464-419F-A122-03838D37A0EE}" dt="2024-10-18T03:29:19.203" v="6261" actId="20577"/>
          <ac:spMkLst>
            <pc:docMk/>
            <pc:sldMk cId="4242144623" sldId="309"/>
            <ac:spMk id="22" creationId="{66C5C921-47CE-2951-5F53-17E4F0E9665D}"/>
          </ac:spMkLst>
        </pc:spChg>
        <pc:spChg chg="mod">
          <ac:chgData name="shibariku0623@icloud.com" userId="47b6e960b06a1f92" providerId="LiveId" clId="{91BA1E12-C464-419F-A122-03838D37A0EE}" dt="2024-10-18T03:29:21.329" v="6262" actId="20577"/>
          <ac:spMkLst>
            <pc:docMk/>
            <pc:sldMk cId="4242144623" sldId="309"/>
            <ac:spMk id="23" creationId="{F9604CE5-CE09-217E-2DE4-6EAD7AA7F32C}"/>
          </ac:spMkLst>
        </pc:spChg>
      </pc:sldChg>
      <pc:sldChg chg="addSp delSp modSp add del mod ord">
        <pc:chgData name="shibariku0623@icloud.com" userId="47b6e960b06a1f92" providerId="LiveId" clId="{91BA1E12-C464-419F-A122-03838D37A0EE}" dt="2024-10-16T06:55:34.959" v="4815" actId="47"/>
        <pc:sldMkLst>
          <pc:docMk/>
          <pc:sldMk cId="466096774" sldId="310"/>
        </pc:sldMkLst>
        <pc:spChg chg="add del mod">
          <ac:chgData name="shibariku0623@icloud.com" userId="47b6e960b06a1f92" providerId="LiveId" clId="{91BA1E12-C464-419F-A122-03838D37A0EE}" dt="2024-10-16T06:26:44.212" v="4761" actId="478"/>
          <ac:spMkLst>
            <pc:docMk/>
            <pc:sldMk cId="466096774" sldId="310"/>
            <ac:spMk id="28" creationId="{1617378F-BAE5-903D-AE39-AA3086B5BF30}"/>
          </ac:spMkLst>
        </pc:spChg>
        <pc:spChg chg="add mod">
          <ac:chgData name="shibariku0623@icloud.com" userId="47b6e960b06a1f92" providerId="LiveId" clId="{91BA1E12-C464-419F-A122-03838D37A0EE}" dt="2024-10-16T06:28:01.058" v="4814" actId="5793"/>
          <ac:spMkLst>
            <pc:docMk/>
            <pc:sldMk cId="466096774" sldId="310"/>
            <ac:spMk id="30" creationId="{522B51DA-0B35-4BAE-703B-6C8463CBC5C3}"/>
          </ac:spMkLst>
        </pc:spChg>
        <pc:spChg chg="add del mod">
          <ac:chgData name="shibariku0623@icloud.com" userId="47b6e960b06a1f92" providerId="LiveId" clId="{91BA1E12-C464-419F-A122-03838D37A0EE}" dt="2024-10-16T06:19:57.917" v="4476" actId="478"/>
          <ac:spMkLst>
            <pc:docMk/>
            <pc:sldMk cId="466096774" sldId="310"/>
            <ac:spMk id="40" creationId="{9F13920A-942B-BA9D-789C-2CFE2DE289AF}"/>
          </ac:spMkLst>
        </pc:spChg>
        <pc:grpChg chg="del">
          <ac:chgData name="shibariku0623@icloud.com" userId="47b6e960b06a1f92" providerId="LiveId" clId="{91BA1E12-C464-419F-A122-03838D37A0EE}" dt="2024-10-16T04:48:19.128" v="4093" actId="478"/>
          <ac:grpSpMkLst>
            <pc:docMk/>
            <pc:sldMk cId="466096774" sldId="310"/>
            <ac:grpSpMk id="39" creationId="{525C6F78-BFF7-2189-9462-07F9F2803377}"/>
          </ac:grpSpMkLst>
        </pc:grpChg>
        <pc:grpChg chg="del">
          <ac:chgData name="shibariku0623@icloud.com" userId="47b6e960b06a1f92" providerId="LiveId" clId="{91BA1E12-C464-419F-A122-03838D37A0EE}" dt="2024-10-16T04:48:16.595" v="4092" actId="478"/>
          <ac:grpSpMkLst>
            <pc:docMk/>
            <pc:sldMk cId="466096774" sldId="310"/>
            <ac:grpSpMk id="50" creationId="{BE6BE7E4-62A6-5E0E-817A-20F1829A27AD}"/>
          </ac:grpSpMkLst>
        </pc:grpChg>
        <pc:picChg chg="add mod">
          <ac:chgData name="shibariku0623@icloud.com" userId="47b6e960b06a1f92" providerId="LiveId" clId="{91BA1E12-C464-419F-A122-03838D37A0EE}" dt="2024-10-16T06:26:41.228" v="4760" actId="1076"/>
          <ac:picMkLst>
            <pc:docMk/>
            <pc:sldMk cId="466096774" sldId="310"/>
            <ac:picMk id="24" creationId="{C8941CAD-D8B7-BA89-0855-2CCD8307207C}"/>
          </ac:picMkLst>
        </pc:picChg>
        <pc:picChg chg="add mod">
          <ac:chgData name="shibariku0623@icloud.com" userId="47b6e960b06a1f92" providerId="LiveId" clId="{91BA1E12-C464-419F-A122-03838D37A0EE}" dt="2024-10-16T06:26:41.228" v="4760" actId="1076"/>
          <ac:picMkLst>
            <pc:docMk/>
            <pc:sldMk cId="466096774" sldId="310"/>
            <ac:picMk id="27" creationId="{91128945-08F3-16C4-86B1-8143B4047D0B}"/>
          </ac:picMkLst>
        </pc:picChg>
        <pc:picChg chg="add mod">
          <ac:chgData name="shibariku0623@icloud.com" userId="47b6e960b06a1f92" providerId="LiveId" clId="{91BA1E12-C464-419F-A122-03838D37A0EE}" dt="2024-10-16T06:26:41.228" v="4760" actId="1076"/>
          <ac:picMkLst>
            <pc:docMk/>
            <pc:sldMk cId="466096774" sldId="310"/>
            <ac:picMk id="33" creationId="{55740FCA-5B78-088D-6678-EBCEFB4BFE4C}"/>
          </ac:picMkLst>
        </pc:picChg>
        <pc:picChg chg="add mod">
          <ac:chgData name="shibariku0623@icloud.com" userId="47b6e960b06a1f92" providerId="LiveId" clId="{91BA1E12-C464-419F-A122-03838D37A0EE}" dt="2024-10-16T06:26:41.228" v="4760" actId="1076"/>
          <ac:picMkLst>
            <pc:docMk/>
            <pc:sldMk cId="466096774" sldId="310"/>
            <ac:picMk id="38" creationId="{6BC05BD6-F47A-5E65-F1DF-0533E8677AAD}"/>
          </ac:picMkLst>
        </pc:picChg>
        <pc:picChg chg="del">
          <ac:chgData name="shibariku0623@icloud.com" userId="47b6e960b06a1f92" providerId="LiveId" clId="{91BA1E12-C464-419F-A122-03838D37A0EE}" dt="2024-10-16T04:44:58.906" v="4083" actId="478"/>
          <ac:picMkLst>
            <pc:docMk/>
            <pc:sldMk cId="466096774" sldId="310"/>
            <ac:picMk id="41" creationId="{24F1B0E4-89C1-8ADF-7DFE-A3D24FB3C2F4}"/>
          </ac:picMkLst>
        </pc:picChg>
        <pc:picChg chg="del">
          <ac:chgData name="shibariku0623@icloud.com" userId="47b6e960b06a1f92" providerId="LiveId" clId="{91BA1E12-C464-419F-A122-03838D37A0EE}" dt="2024-10-16T04:44:58.906" v="4083" actId="478"/>
          <ac:picMkLst>
            <pc:docMk/>
            <pc:sldMk cId="466096774" sldId="310"/>
            <ac:picMk id="43" creationId="{2D765E86-D529-1CE6-2B0F-90BE0395050C}"/>
          </ac:picMkLst>
        </pc:picChg>
        <pc:picChg chg="del">
          <ac:chgData name="shibariku0623@icloud.com" userId="47b6e960b06a1f92" providerId="LiveId" clId="{91BA1E12-C464-419F-A122-03838D37A0EE}" dt="2024-10-16T04:44:58.906" v="4083" actId="478"/>
          <ac:picMkLst>
            <pc:docMk/>
            <pc:sldMk cId="466096774" sldId="310"/>
            <ac:picMk id="45" creationId="{7E0AD03F-607E-1B43-6512-BA62C1F05194}"/>
          </ac:picMkLst>
        </pc:picChg>
        <pc:picChg chg="del">
          <ac:chgData name="shibariku0623@icloud.com" userId="47b6e960b06a1f92" providerId="LiveId" clId="{91BA1E12-C464-419F-A122-03838D37A0EE}" dt="2024-10-16T04:44:58.906" v="4083" actId="478"/>
          <ac:picMkLst>
            <pc:docMk/>
            <pc:sldMk cId="466096774" sldId="310"/>
            <ac:picMk id="47" creationId="{B96B3B25-3DD0-F0EC-13F6-B3E33D62E0BC}"/>
          </ac:picMkLst>
        </pc:picChg>
        <pc:picChg chg="del">
          <ac:chgData name="shibariku0623@icloud.com" userId="47b6e960b06a1f92" providerId="LiveId" clId="{91BA1E12-C464-419F-A122-03838D37A0EE}" dt="2024-10-16T04:44:58.906" v="4083" actId="478"/>
          <ac:picMkLst>
            <pc:docMk/>
            <pc:sldMk cId="466096774" sldId="310"/>
            <ac:picMk id="49" creationId="{8AA18693-7E19-FD87-388B-61F4AF685BD1}"/>
          </ac:picMkLst>
        </pc:picChg>
        <pc:picChg chg="del">
          <ac:chgData name="shibariku0623@icloud.com" userId="47b6e960b06a1f92" providerId="LiveId" clId="{91BA1E12-C464-419F-A122-03838D37A0EE}" dt="2024-10-16T04:45:06.565" v="4084" actId="478"/>
          <ac:picMkLst>
            <pc:docMk/>
            <pc:sldMk cId="466096774" sldId="310"/>
            <ac:picMk id="56" creationId="{ABF65CBE-9E86-8A41-25EE-272AE7CE92BE}"/>
          </ac:picMkLst>
        </pc:picChg>
        <pc:picChg chg="del">
          <ac:chgData name="shibariku0623@icloud.com" userId="47b6e960b06a1f92" providerId="LiveId" clId="{91BA1E12-C464-419F-A122-03838D37A0EE}" dt="2024-10-16T04:45:06.565" v="4084" actId="478"/>
          <ac:picMkLst>
            <pc:docMk/>
            <pc:sldMk cId="466096774" sldId="310"/>
            <ac:picMk id="58" creationId="{E5D2C1FA-58E7-27EB-DE11-155508B570F5}"/>
          </ac:picMkLst>
        </pc:picChg>
        <pc:picChg chg="del">
          <ac:chgData name="shibariku0623@icloud.com" userId="47b6e960b06a1f92" providerId="LiveId" clId="{91BA1E12-C464-419F-A122-03838D37A0EE}" dt="2024-10-16T04:45:06.565" v="4084" actId="478"/>
          <ac:picMkLst>
            <pc:docMk/>
            <pc:sldMk cId="466096774" sldId="310"/>
            <ac:picMk id="60" creationId="{7EED025E-E873-0183-7C2E-70C88C93CCFB}"/>
          </ac:picMkLst>
        </pc:picChg>
        <pc:picChg chg="del">
          <ac:chgData name="shibariku0623@icloud.com" userId="47b6e960b06a1f92" providerId="LiveId" clId="{91BA1E12-C464-419F-A122-03838D37A0EE}" dt="2024-10-16T04:45:06.565" v="4084" actId="478"/>
          <ac:picMkLst>
            <pc:docMk/>
            <pc:sldMk cId="466096774" sldId="310"/>
            <ac:picMk id="62" creationId="{9B60461C-EA48-9B37-B9EE-ED96033BAF43}"/>
          </ac:picMkLst>
        </pc:picChg>
        <pc:picChg chg="del">
          <ac:chgData name="shibariku0623@icloud.com" userId="47b6e960b06a1f92" providerId="LiveId" clId="{91BA1E12-C464-419F-A122-03838D37A0EE}" dt="2024-10-16T04:45:06.565" v="4084" actId="478"/>
          <ac:picMkLst>
            <pc:docMk/>
            <pc:sldMk cId="466096774" sldId="310"/>
            <ac:picMk id="64" creationId="{ABEB24D2-FC93-949D-00A1-8311E006C69D}"/>
          </ac:picMkLst>
        </pc:picChg>
      </pc:sldChg>
      <pc:sldChg chg="addSp delSp modSp add mod">
        <pc:chgData name="shibariku0623@icloud.com" userId="47b6e960b06a1f92" providerId="LiveId" clId="{91BA1E12-C464-419F-A122-03838D37A0EE}" dt="2024-10-18T01:18:00.063" v="5993"/>
        <pc:sldMkLst>
          <pc:docMk/>
          <pc:sldMk cId="636695093" sldId="310"/>
        </pc:sldMkLst>
        <pc:spChg chg="del">
          <ac:chgData name="shibariku0623@icloud.com" userId="47b6e960b06a1f92" providerId="LiveId" clId="{91BA1E12-C464-419F-A122-03838D37A0EE}" dt="2024-10-18T01:17:59.750" v="5992" actId="478"/>
          <ac:spMkLst>
            <pc:docMk/>
            <pc:sldMk cId="636695093" sldId="310"/>
            <ac:spMk id="22" creationId="{F510EA25-1183-0C91-390A-088CCEA4B785}"/>
          </ac:spMkLst>
        </pc:spChg>
        <pc:spChg chg="add mod">
          <ac:chgData name="shibariku0623@icloud.com" userId="47b6e960b06a1f92" providerId="LiveId" clId="{91BA1E12-C464-419F-A122-03838D37A0EE}" dt="2024-10-17T02:03:53.964" v="5235" actId="1076"/>
          <ac:spMkLst>
            <pc:docMk/>
            <pc:sldMk cId="636695093" sldId="310"/>
            <ac:spMk id="26" creationId="{7777B467-46EE-7038-59A4-56417BD60A95}"/>
          </ac:spMkLst>
        </pc:spChg>
        <pc:spChg chg="del">
          <ac:chgData name="shibariku0623@icloud.com" userId="47b6e960b06a1f92" providerId="LiveId" clId="{91BA1E12-C464-419F-A122-03838D37A0EE}" dt="2024-10-17T00:10:03.687" v="5150" actId="478"/>
          <ac:spMkLst>
            <pc:docMk/>
            <pc:sldMk cId="636695093" sldId="310"/>
            <ac:spMk id="30" creationId="{6E33675D-CCEE-DA89-D6F1-16D5853AD472}"/>
          </ac:spMkLst>
        </pc:spChg>
        <pc:spChg chg="del">
          <ac:chgData name="shibariku0623@icloud.com" userId="47b6e960b06a1f92" providerId="LiveId" clId="{91BA1E12-C464-419F-A122-03838D37A0EE}" dt="2024-10-17T02:02:13.182" v="5156" actId="478"/>
          <ac:spMkLst>
            <pc:docMk/>
            <pc:sldMk cId="636695093" sldId="310"/>
            <ac:spMk id="33" creationId="{42F80841-5DE1-DC70-54F1-D5442C6052CA}"/>
          </ac:spMkLst>
        </pc:spChg>
        <pc:spChg chg="add mod">
          <ac:chgData name="shibariku0623@icloud.com" userId="47b6e960b06a1f92" providerId="LiveId" clId="{91BA1E12-C464-419F-A122-03838D37A0EE}" dt="2024-10-17T02:02:57.473" v="5167" actId="1076"/>
          <ac:spMkLst>
            <pc:docMk/>
            <pc:sldMk cId="636695093" sldId="310"/>
            <ac:spMk id="35" creationId="{304DF9CF-F4CA-2089-BC84-503B2348DAC9}"/>
          </ac:spMkLst>
        </pc:spChg>
        <pc:spChg chg="add mod">
          <ac:chgData name="shibariku0623@icloud.com" userId="47b6e960b06a1f92" providerId="LiveId" clId="{91BA1E12-C464-419F-A122-03838D37A0EE}" dt="2024-10-17T02:03:58.120" v="5236" actId="1076"/>
          <ac:spMkLst>
            <pc:docMk/>
            <pc:sldMk cId="636695093" sldId="310"/>
            <ac:spMk id="36" creationId="{1704C33C-2FB5-D04B-4B3B-89BCBEFE6F5C}"/>
          </ac:spMkLst>
        </pc:spChg>
        <pc:spChg chg="mod topLvl">
          <ac:chgData name="shibariku0623@icloud.com" userId="47b6e960b06a1f92" providerId="LiveId" clId="{91BA1E12-C464-419F-A122-03838D37A0EE}" dt="2024-10-17T02:04:55.948" v="5334" actId="164"/>
          <ac:spMkLst>
            <pc:docMk/>
            <pc:sldMk cId="636695093" sldId="310"/>
            <ac:spMk id="39" creationId="{0BF46DE6-653D-695A-4DB3-0660EDD6B9D5}"/>
          </ac:spMkLst>
        </pc:spChg>
        <pc:spChg chg="mod topLvl">
          <ac:chgData name="shibariku0623@icloud.com" userId="47b6e960b06a1f92" providerId="LiveId" clId="{91BA1E12-C464-419F-A122-03838D37A0EE}" dt="2024-10-17T02:04:55.948" v="5334" actId="164"/>
          <ac:spMkLst>
            <pc:docMk/>
            <pc:sldMk cId="636695093" sldId="310"/>
            <ac:spMk id="40" creationId="{F410D8AC-46DE-75E5-C01F-8A9EC87712D6}"/>
          </ac:spMkLst>
        </pc:spChg>
        <pc:spChg chg="add mod">
          <ac:chgData name="shibariku0623@icloud.com" userId="47b6e960b06a1f92" providerId="LiveId" clId="{91BA1E12-C464-419F-A122-03838D37A0EE}" dt="2024-10-18T01:18:00.063" v="5993"/>
          <ac:spMkLst>
            <pc:docMk/>
            <pc:sldMk cId="636695093" sldId="310"/>
            <ac:spMk id="41" creationId="{D0DB0C27-F5EC-8573-E825-0CBAB78B0CFB}"/>
          </ac:spMkLst>
        </pc:spChg>
        <pc:grpChg chg="del">
          <ac:chgData name="shibariku0623@icloud.com" userId="47b6e960b06a1f92" providerId="LiveId" clId="{91BA1E12-C464-419F-A122-03838D37A0EE}" dt="2024-10-17T02:04:10.314" v="5237" actId="478"/>
          <ac:grpSpMkLst>
            <pc:docMk/>
            <pc:sldMk cId="636695093" sldId="310"/>
            <ac:grpSpMk id="32" creationId="{140C69FA-F2A4-3D0A-6A07-D818E2DC6D41}"/>
          </ac:grpSpMkLst>
        </pc:grpChg>
        <pc:grpChg chg="add mod">
          <ac:chgData name="shibariku0623@icloud.com" userId="47b6e960b06a1f92" providerId="LiveId" clId="{91BA1E12-C464-419F-A122-03838D37A0EE}" dt="2024-10-17T02:05:00.605" v="5335" actId="1076"/>
          <ac:grpSpMkLst>
            <pc:docMk/>
            <pc:sldMk cId="636695093" sldId="310"/>
            <ac:grpSpMk id="37" creationId="{C1B40B6C-1EB0-E1BA-E6D9-79524B42185A}"/>
          </ac:grpSpMkLst>
        </pc:grpChg>
        <pc:grpChg chg="del mod">
          <ac:chgData name="shibariku0623@icloud.com" userId="47b6e960b06a1f92" providerId="LiveId" clId="{91BA1E12-C464-419F-A122-03838D37A0EE}" dt="2024-10-17T02:04:47.869" v="5332" actId="165"/>
          <ac:grpSpMkLst>
            <pc:docMk/>
            <pc:sldMk cId="636695093" sldId="310"/>
            <ac:grpSpMk id="38" creationId="{AB6012C4-AEFB-8D8C-75F5-02392B612837}"/>
          </ac:grpSpMkLst>
        </pc:grpChg>
        <pc:graphicFrameChg chg="del">
          <ac:chgData name="shibariku0623@icloud.com" userId="47b6e960b06a1f92" providerId="LiveId" clId="{91BA1E12-C464-419F-A122-03838D37A0EE}" dt="2024-10-17T00:10:03.687" v="5150" actId="478"/>
          <ac:graphicFrameMkLst>
            <pc:docMk/>
            <pc:sldMk cId="636695093" sldId="310"/>
            <ac:graphicFrameMk id="27" creationId="{A48A5B1B-0A15-1CC4-442D-11DC7806D68B}"/>
          </ac:graphicFrameMkLst>
        </pc:graphicFrameChg>
        <pc:picChg chg="add mod">
          <ac:chgData name="shibariku0623@icloud.com" userId="47b6e960b06a1f92" providerId="LiveId" clId="{91BA1E12-C464-419F-A122-03838D37A0EE}" dt="2024-10-17T02:03:07.034" v="5169" actId="1076"/>
          <ac:picMkLst>
            <pc:docMk/>
            <pc:sldMk cId="636695093" sldId="310"/>
            <ac:picMk id="24" creationId="{90D94B60-04C2-57BE-556B-068CBEC15B3A}"/>
          </ac:picMkLst>
        </pc:picChg>
        <pc:picChg chg="add mod">
          <ac:chgData name="shibariku0623@icloud.com" userId="47b6e960b06a1f92" providerId="LiveId" clId="{91BA1E12-C464-419F-A122-03838D37A0EE}" dt="2024-10-17T02:03:49.097" v="5234" actId="1076"/>
          <ac:picMkLst>
            <pc:docMk/>
            <pc:sldMk cId="636695093" sldId="310"/>
            <ac:picMk id="34" creationId="{A6A9018B-AA60-A08B-35DE-9B169C7EB60D}"/>
          </ac:picMkLst>
        </pc:picChg>
      </pc:sldChg>
      <pc:sldChg chg="modSp add del mod ord setBg">
        <pc:chgData name="shibariku0623@icloud.com" userId="47b6e960b06a1f92" providerId="LiveId" clId="{91BA1E12-C464-419F-A122-03838D37A0EE}" dt="2024-10-18T03:29:14.859" v="6254" actId="47"/>
        <pc:sldMkLst>
          <pc:docMk/>
          <pc:sldMk cId="1915194388" sldId="311"/>
        </pc:sldMkLst>
        <pc:spChg chg="mod">
          <ac:chgData name="shibariku0623@icloud.com" userId="47b6e960b06a1f92" providerId="LiveId" clId="{91BA1E12-C464-419F-A122-03838D37A0EE}" dt="2024-10-17T08:13:25.465" v="5935" actId="207"/>
          <ac:spMkLst>
            <pc:docMk/>
            <pc:sldMk cId="1915194388" sldId="311"/>
            <ac:spMk id="22" creationId="{5E70F6A0-730F-6D64-0F59-4940EAFE7795}"/>
          </ac:spMkLst>
        </pc:spChg>
      </pc:sldChg>
      <pc:sldChg chg="add del">
        <pc:chgData name="shibariku0623@icloud.com" userId="47b6e960b06a1f92" providerId="LiveId" clId="{91BA1E12-C464-419F-A122-03838D37A0EE}" dt="2024-10-17T08:07:58.604" v="5794" actId="47"/>
        <pc:sldMkLst>
          <pc:docMk/>
          <pc:sldMk cId="4146844918" sldId="311"/>
        </pc:sldMkLst>
      </pc:sldChg>
      <pc:sldChg chg="modSp add mod ord setBg">
        <pc:chgData name="shibariku0623@icloud.com" userId="47b6e960b06a1f92" providerId="LiveId" clId="{91BA1E12-C464-419F-A122-03838D37A0EE}" dt="2024-10-18T03:29:32.237" v="6270" actId="20577"/>
        <pc:sldMkLst>
          <pc:docMk/>
          <pc:sldMk cId="1523266894" sldId="312"/>
        </pc:sldMkLst>
        <pc:spChg chg="mod">
          <ac:chgData name="shibariku0623@icloud.com" userId="47b6e960b06a1f92" providerId="LiveId" clId="{91BA1E12-C464-419F-A122-03838D37A0EE}" dt="2024-10-18T03:29:28.675" v="6269" actId="20577"/>
          <ac:spMkLst>
            <pc:docMk/>
            <pc:sldMk cId="1523266894" sldId="312"/>
            <ac:spMk id="22" creationId="{52B96D2F-9048-7968-C1D7-0549DFC58079}"/>
          </ac:spMkLst>
        </pc:spChg>
        <pc:spChg chg="mod">
          <ac:chgData name="shibariku0623@icloud.com" userId="47b6e960b06a1f92" providerId="LiveId" clId="{91BA1E12-C464-419F-A122-03838D37A0EE}" dt="2024-10-18T03:29:32.237" v="6270" actId="20577"/>
          <ac:spMkLst>
            <pc:docMk/>
            <pc:sldMk cId="1523266894" sldId="312"/>
            <ac:spMk id="23" creationId="{D7749DE4-547E-7B00-F19E-73F6AB3137AC}"/>
          </ac:spMkLst>
        </pc:spChg>
      </pc:sldChg>
      <pc:sldChg chg="addSp delSp modSp add del mod ord">
        <pc:chgData name="shibariku0623@icloud.com" userId="47b6e960b06a1f92" providerId="LiveId" clId="{91BA1E12-C464-419F-A122-03838D37A0EE}" dt="2024-10-18T03:29:09.905" v="6253" actId="47"/>
        <pc:sldMkLst>
          <pc:docMk/>
          <pc:sldMk cId="3783025677" sldId="313"/>
        </pc:sldMkLst>
        <pc:spChg chg="del">
          <ac:chgData name="shibariku0623@icloud.com" userId="47b6e960b06a1f92" providerId="LiveId" clId="{91BA1E12-C464-419F-A122-03838D37A0EE}" dt="2024-10-18T01:18:58.307" v="6028" actId="478"/>
          <ac:spMkLst>
            <pc:docMk/>
            <pc:sldMk cId="3783025677" sldId="313"/>
            <ac:spMk id="22" creationId="{CF0F6CF3-EAA6-18BB-00DF-EC1A212786AC}"/>
          </ac:spMkLst>
        </pc:spChg>
        <pc:spChg chg="mod">
          <ac:chgData name="shibariku0623@icloud.com" userId="47b6e960b06a1f92" providerId="LiveId" clId="{91BA1E12-C464-419F-A122-03838D37A0EE}" dt="2024-10-18T01:18:46.708" v="6024" actId="20577"/>
          <ac:spMkLst>
            <pc:docMk/>
            <pc:sldMk cId="3783025677" sldId="313"/>
            <ac:spMk id="24" creationId="{2E30CFD8-CD2D-7B71-1909-4C551166D663}"/>
          </ac:spMkLst>
        </pc:spChg>
        <pc:spChg chg="del">
          <ac:chgData name="shibariku0623@icloud.com" userId="47b6e960b06a1f92" providerId="LiveId" clId="{91BA1E12-C464-419F-A122-03838D37A0EE}" dt="2024-10-18T01:18:55.186" v="6027" actId="478"/>
          <ac:spMkLst>
            <pc:docMk/>
            <pc:sldMk cId="3783025677" sldId="313"/>
            <ac:spMk id="30" creationId="{B9720F84-53C8-DBCA-1D27-53D77E5024B7}"/>
          </ac:spMkLst>
        </pc:spChg>
        <pc:spChg chg="del">
          <ac:chgData name="shibariku0623@icloud.com" userId="47b6e960b06a1f92" providerId="LiveId" clId="{91BA1E12-C464-419F-A122-03838D37A0EE}" dt="2024-10-18T01:18:58.307" v="6028" actId="478"/>
          <ac:spMkLst>
            <pc:docMk/>
            <pc:sldMk cId="3783025677" sldId="313"/>
            <ac:spMk id="32" creationId="{5041BB9D-EB86-6577-7D2A-D3EB8281C200}"/>
          </ac:spMkLst>
        </pc:spChg>
        <pc:spChg chg="add mod">
          <ac:chgData name="shibariku0623@icloud.com" userId="47b6e960b06a1f92" providerId="LiveId" clId="{91BA1E12-C464-419F-A122-03838D37A0EE}" dt="2024-10-18T02:21:37.334" v="6249" actId="1076"/>
          <ac:spMkLst>
            <pc:docMk/>
            <pc:sldMk cId="3783025677" sldId="313"/>
            <ac:spMk id="34" creationId="{C704CCEF-25AA-A213-744E-561F7BDA77C6}"/>
          </ac:spMkLst>
        </pc:spChg>
        <pc:picChg chg="add del mod">
          <ac:chgData name="shibariku0623@icloud.com" userId="47b6e960b06a1f92" providerId="LiveId" clId="{91BA1E12-C464-419F-A122-03838D37A0EE}" dt="2024-10-18T01:20:55.266" v="6032" actId="478"/>
          <ac:picMkLst>
            <pc:docMk/>
            <pc:sldMk cId="3783025677" sldId="313"/>
            <ac:picMk id="26" creationId="{39A181AB-260B-649E-AD5E-F1F88195F3F3}"/>
          </ac:picMkLst>
        </pc:picChg>
        <pc:picChg chg="del">
          <ac:chgData name="shibariku0623@icloud.com" userId="47b6e960b06a1f92" providerId="LiveId" clId="{91BA1E12-C464-419F-A122-03838D37A0EE}" dt="2024-10-18T01:18:51.265" v="6025" actId="478"/>
          <ac:picMkLst>
            <pc:docMk/>
            <pc:sldMk cId="3783025677" sldId="313"/>
            <ac:picMk id="27" creationId="{67487332-69EE-33DF-7672-2CABBBE7433F}"/>
          </ac:picMkLst>
        </pc:picChg>
        <pc:picChg chg="del">
          <ac:chgData name="shibariku0623@icloud.com" userId="47b6e960b06a1f92" providerId="LiveId" clId="{91BA1E12-C464-419F-A122-03838D37A0EE}" dt="2024-10-18T01:18:52.805" v="6026" actId="478"/>
          <ac:picMkLst>
            <pc:docMk/>
            <pc:sldMk cId="3783025677" sldId="313"/>
            <ac:picMk id="31" creationId="{CF30DA01-164C-2074-A2B2-2B8D96113208}"/>
          </ac:picMkLst>
        </pc:picChg>
        <pc:picChg chg="add mod">
          <ac:chgData name="shibariku0623@icloud.com" userId="47b6e960b06a1f92" providerId="LiveId" clId="{91BA1E12-C464-419F-A122-03838D37A0EE}" dt="2024-10-18T01:22:19.195" v="6037" actId="14100"/>
          <ac:picMkLst>
            <pc:docMk/>
            <pc:sldMk cId="3783025677" sldId="313"/>
            <ac:picMk id="33" creationId="{76BC47F9-0579-BD21-5250-1B30E70E7527}"/>
          </ac:picMkLst>
        </pc:picChg>
      </pc:sldChg>
      <pc:sldChg chg="delSp add del mod">
        <pc:chgData name="shibariku0623@icloud.com" userId="47b6e960b06a1f92" providerId="LiveId" clId="{91BA1E12-C464-419F-A122-03838D37A0EE}" dt="2024-10-18T03:29:07.733" v="6252" actId="47"/>
        <pc:sldMkLst>
          <pc:docMk/>
          <pc:sldMk cId="3891496372" sldId="314"/>
        </pc:sldMkLst>
        <pc:picChg chg="del">
          <ac:chgData name="shibariku0623@icloud.com" userId="47b6e960b06a1f92" providerId="LiveId" clId="{91BA1E12-C464-419F-A122-03838D37A0EE}" dt="2024-10-18T03:09:05.299" v="6251" actId="478"/>
          <ac:picMkLst>
            <pc:docMk/>
            <pc:sldMk cId="3891496372" sldId="314"/>
            <ac:picMk id="33" creationId="{CCF99CEA-1A66-9CB8-B9FA-507BF776FA9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8128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982E-F34B-49B3-8847-8DEA52C902AE}" type="datetime1">
              <a:rPr lang="en-US" altLang="ja-JP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3C4C4-8034-4B74-A3E5-B6287EDC523C}" type="datetime1">
              <a:rPr lang="en-US" altLang="ja-JP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A07B-C635-4B36-82F6-01978278E64C}" type="datetime1">
              <a:rPr lang="en-US" altLang="ja-JP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20DD-E074-40B5-94EE-0DD91554270F}" type="datetime1">
              <a:rPr lang="en-US" altLang="ja-JP" smtClean="0"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41EC-65DD-4E77-9338-45F8757CFDC6}" type="datetime1">
              <a:rPr lang="en-US" altLang="ja-JP" smtClean="0"/>
              <a:t>10/15/2024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B288-6C6B-4AF7-B990-206A31287ED9}" type="datetime1">
              <a:rPr lang="en-US" altLang="ja-JP" smtClean="0"/>
              <a:t>10/15/2024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D7EA4-E1FB-4006-A78D-42B807D18202}" type="datetime1">
              <a:rPr lang="en-US" altLang="ja-JP" smtClean="0"/>
              <a:t>10/15/2024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08D4-45AC-4B27-B3E5-4FC9EEA773CB}" type="datetime1">
              <a:rPr lang="en-US" altLang="ja-JP" smtClean="0"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A0B9-9DAD-4BB3-A65B-D541739E8686}" type="datetime1">
              <a:rPr lang="en-US" altLang="ja-JP" smtClean="0"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05-3AE9-414B-8F20-1BCEC2AB96A7}" type="datetime1">
              <a:rPr lang="en-US" altLang="ja-JP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5036-8154-489A-9438-6B73A935956A}" type="datetime1">
              <a:rPr lang="en-US" altLang="ja-JP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2A76A-8849-43AF-947B-5A98BF2C788A}" type="datetime1">
              <a:rPr lang="en-US" altLang="ja-JP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753231"/>
            <a:ext cx="1385473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進捗報告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72000" y="7106921"/>
            <a:ext cx="9905999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/>
              <a:t>先進工学部電子システム工学科</a:t>
            </a:r>
            <a:r>
              <a:rPr lang="en-US" altLang="ja-JP" sz="4000" dirty="0"/>
              <a:t>4</a:t>
            </a:r>
            <a:r>
              <a:rPr lang="ja-JP" altLang="en-US" sz="4000" dirty="0"/>
              <a:t>年　</a:t>
            </a:r>
            <a:r>
              <a:rPr lang="ja-JP" altLang="en-US" sz="4000" dirty="0">
                <a:solidFill>
                  <a:srgbClr val="292B2B"/>
                </a:solidFill>
                <a:latin typeface="+mj-ea"/>
                <a:ea typeface="+mj-ea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+mj-ea"/>
              <a:ea typeface="+mj-ea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251159" y="5992057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2024年10月18日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9" y="1676416"/>
            <a:ext cx="4466734" cy="72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先月行ったこと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00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27224670-9190-F1F6-7A02-DB541444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2</a:t>
            </a:fld>
            <a:endParaRPr lang="en-US" sz="4800" dirty="0"/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1FE2A5AB-F6B7-0011-B112-A4E8E850D0AF}"/>
              </a:ext>
            </a:extLst>
          </p:cNvPr>
          <p:cNvSpPr txBox="1"/>
          <p:nvPr/>
        </p:nvSpPr>
        <p:spPr>
          <a:xfrm>
            <a:off x="1085850" y="3964075"/>
            <a:ext cx="16116300" cy="3595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 algn="l">
              <a:lnSpc>
                <a:spcPct val="150000"/>
              </a:lnSpc>
              <a:buClr>
                <a:srgbClr val="64A4A3"/>
              </a:buClr>
              <a:buSzPct val="100000"/>
              <a:buFont typeface="+mj-lt"/>
              <a:buAutoNum type="arabicPeriod"/>
            </a:pPr>
            <a:r>
              <a:rPr lang="ja-JP" altLang="en-US" sz="40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核沸騰開始点の熱流束をハイスピードカメラの映像から確認</a:t>
            </a:r>
            <a:endParaRPr lang="en-US" altLang="ja-JP" sz="40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marL="742950" indent="-742950" algn="l">
              <a:lnSpc>
                <a:spcPct val="150000"/>
              </a:lnSpc>
              <a:buClr>
                <a:srgbClr val="64A4A3"/>
              </a:buClr>
              <a:buSzPct val="100000"/>
              <a:buFont typeface="+mj-lt"/>
              <a:buAutoNum type="arabicPeriod"/>
            </a:pPr>
            <a:r>
              <a:rPr lang="en-US" altLang="ja-JP" sz="40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ROC</a:t>
            </a:r>
            <a:r>
              <a:rPr lang="ja-JP" altLang="en-US" sz="40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曲線の描画</a:t>
            </a:r>
            <a:endParaRPr lang="en-US" altLang="ja-JP" sz="40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marL="742950" indent="-742950" algn="l">
              <a:lnSpc>
                <a:spcPct val="150000"/>
              </a:lnSpc>
              <a:buClr>
                <a:srgbClr val="64A4A3"/>
              </a:buClr>
              <a:buSzPct val="100000"/>
              <a:buFont typeface="+mj-lt"/>
              <a:buAutoNum type="arabicPeriod"/>
            </a:pPr>
            <a:r>
              <a:rPr lang="ja-JP" altLang="en-US" sz="40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スペクトログラムにホワイトノイズを付加して評価</a:t>
            </a:r>
            <a:endParaRPr lang="en-US" altLang="ja-JP" sz="40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marL="742950" indent="-742950" algn="l">
              <a:lnSpc>
                <a:spcPct val="150000"/>
              </a:lnSpc>
              <a:buClr>
                <a:srgbClr val="64A4A3"/>
              </a:buClr>
              <a:buSzPct val="100000"/>
              <a:buFont typeface="+mj-lt"/>
              <a:buAutoNum type="arabicPeriod"/>
            </a:pPr>
            <a:r>
              <a:rPr lang="ja-JP" altLang="en-US" sz="40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音響データを</a:t>
            </a:r>
            <a:r>
              <a:rPr lang="en-US" altLang="ja-JP" sz="4000" u="none" strike="noStrike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npy</a:t>
            </a:r>
            <a:r>
              <a:rPr lang="ja-JP" altLang="en-US" sz="40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ファイル形式で保存して機械学習に利用してみる</a:t>
            </a:r>
            <a:endParaRPr lang="en-US" altLang="ja-JP" sz="40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63202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601200" y="3788321"/>
            <a:ext cx="6318717" cy="2710357"/>
            <a:chOff x="10121433" y="2372121"/>
            <a:chExt cx="6318717" cy="2710357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2696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音響データを</a:t>
              </a:r>
              <a:r>
                <a:rPr lang="en-US" altLang="ja-JP" sz="2999" dirty="0" err="1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npy</a:t>
              </a: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ファイルに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marL="457200" indent="-457200" algn="l">
                <a:lnSpc>
                  <a:spcPts val="5399"/>
                </a:lnSpc>
                <a:buClr>
                  <a:srgbClr val="64A4A3"/>
                </a:buClr>
                <a:buFont typeface="Wingdings" panose="05000000000000000000" pitchFamily="2" charset="2"/>
                <a:buChar char="l"/>
              </a:pPr>
              <a:r>
                <a:rPr lang="en-US" altLang="ja-JP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(224,</a:t>
              </a: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 </a:t>
              </a:r>
              <a:r>
                <a:rPr lang="en-US" altLang="ja-JP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224,</a:t>
              </a: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 </a:t>
              </a:r>
              <a:r>
                <a:rPr lang="en-US" altLang="ja-JP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3)</a:t>
              </a:r>
            </a:p>
            <a:p>
              <a:pPr marL="457200" indent="-457200" algn="l">
                <a:lnSpc>
                  <a:spcPts val="5399"/>
                </a:lnSpc>
                <a:buClr>
                  <a:srgbClr val="64A4A3"/>
                </a:buClr>
                <a:buFont typeface="Wingdings" panose="05000000000000000000" pitchFamily="2" charset="2"/>
                <a:buChar char="l"/>
              </a:pPr>
              <a:r>
                <a:rPr lang="en-US" altLang="ja-JP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(224, 224, 1)</a:t>
              </a: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今後の展望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2710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3</a:t>
            </a:fld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156B-2914-D2AA-2F5E-7342B6A3E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EBC26D6-2F06-32B9-5276-1F7F885B697E}"/>
              </a:ext>
            </a:extLst>
          </p:cNvPr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A2F4684-D020-6CAF-2386-277CCCA8FFFB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C69E40FB-A138-E30A-1A3A-105CA3A2DC6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C6BFC741-F3E9-5903-065C-C72EFD17ED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3C10636-79F8-D3F9-4048-732EDD2F89A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AE90146D-BD57-7AA9-8042-66F338A3785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A87842B-BB4D-F939-7CF2-D292D2FBE1C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14D3680-322C-DC71-539D-638CD7B297E7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66D7A2B-AAF7-8D18-28CC-2185D42CC30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6BC0758-4B9E-F12A-2583-2DB73EBFF5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36B2B87-8326-51FF-A8A0-422172188341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C7D08A9C-0543-1C7F-DD7C-336D09146A1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4BCF3AAD-706C-AEF8-9A76-FF03320F262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9447EBFF-D5B0-B2C5-0E3B-5C3DCF277D7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4FB85D36-DFE3-90F9-8599-BC6CB9766CEE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497EE375-01A6-6CD2-74EA-5D48A204919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A5484B49-D4E7-6181-1558-8D457D7F290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9C254F7B-E7B7-C486-C1BD-47112A1F75C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968934F0-58AF-6DDF-0A86-29AA1ED6319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C26467B8-6938-AE4E-0B66-1ABC538C7DB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FCE0B0BB-0F24-3D59-3AE8-0822A498061D}"/>
              </a:ext>
            </a:extLst>
          </p:cNvPr>
          <p:cNvGrpSpPr/>
          <p:nvPr/>
        </p:nvGrpSpPr>
        <p:grpSpPr>
          <a:xfrm>
            <a:off x="9601200" y="3788321"/>
            <a:ext cx="6318717" cy="2710357"/>
            <a:chOff x="10121433" y="2372121"/>
            <a:chExt cx="6318717" cy="2710357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DCE71555-68C0-1E73-EA82-4B618955A7B2}"/>
                </a:ext>
              </a:extLst>
            </p:cNvPr>
            <p:cNvSpPr txBox="1"/>
            <p:nvPr/>
          </p:nvSpPr>
          <p:spPr>
            <a:xfrm>
              <a:off x="11273049" y="2372121"/>
              <a:ext cx="5167101" cy="2696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音響データを</a:t>
              </a:r>
              <a:r>
                <a:rPr lang="en-US" altLang="ja-JP" sz="2999" dirty="0" err="1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npy</a:t>
              </a: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ファイルに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marL="457200" indent="-457200" algn="l">
                <a:lnSpc>
                  <a:spcPts val="5399"/>
                </a:lnSpc>
                <a:buClr>
                  <a:srgbClr val="64A4A3"/>
                </a:buClr>
                <a:buFont typeface="Wingdings" panose="05000000000000000000" pitchFamily="2" charset="2"/>
                <a:buChar char="l"/>
              </a:pPr>
              <a:r>
                <a:rPr lang="en-US" altLang="ja-JP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(224,</a:t>
              </a: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 </a:t>
              </a:r>
              <a:r>
                <a:rPr lang="en-US" altLang="ja-JP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224,</a:t>
              </a: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 </a:t>
              </a:r>
              <a:r>
                <a:rPr lang="en-US" altLang="ja-JP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3)</a:t>
              </a:r>
            </a:p>
            <a:p>
              <a:pPr marL="457200" indent="-457200" algn="l">
                <a:lnSpc>
                  <a:spcPts val="5399"/>
                </a:lnSpc>
                <a:buClr>
                  <a:srgbClr val="64A4A3"/>
                </a:buClr>
                <a:buFont typeface="Wingdings" panose="05000000000000000000" pitchFamily="2" charset="2"/>
                <a:buChar char="l"/>
              </a:pPr>
              <a:r>
                <a:rPr lang="en-US" altLang="ja-JP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(224, 224, 1)</a:t>
              </a: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今後の展望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5DC4EB1D-A467-11BC-DA21-E34A59881B68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2710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7999E75B-BF40-0A4E-D0F1-52863DDE79FA}"/>
              </a:ext>
            </a:extLst>
          </p:cNvPr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D83BCE58-BF4D-C7B2-C115-6ECEA9802CDC}"/>
              </a:ext>
            </a:extLst>
          </p:cNvPr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2B39BDF3-7DF4-18D9-38F9-25B2C63AAEDA}"/>
              </a:ext>
            </a:extLst>
          </p:cNvPr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E6717D76-10FA-8ED3-6417-C608E7BE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4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581877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5B03A-F452-F398-0525-3034EA18B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D60CCD-82EF-9828-7AE8-4B41D76DFB1D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B76F2A1-A71A-A24D-171B-510DF6126B97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5DB0814-9345-E1BA-14E5-E363DA5082D4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AEE2585-2E45-3882-F38A-EB562524D720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5D1B0CC-FD02-1E79-C0FC-4CFC4D548E70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E124B6C-23F7-8341-07AC-EE336D62A7ED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461BC69-5300-A592-627F-35AD8C0D4277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9D2FD4F-C80D-9F22-58AD-05BDDA1E70B1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D99BC0DC-980B-0879-6C68-70F3C03511D1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8698F98-D4E3-6184-1325-DC651ED04392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F5D06F1-6EAC-8A01-1706-5313DCF2A53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AB614A4-4AE6-9F46-4ADC-44232330D74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E86AC81-BDFE-67BF-1E9F-B1D0002982B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5BBDC15F-49B4-386E-6F31-46E417DD27CC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A20D369E-BFFC-EB7E-27FE-E2E29F02188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74D54DD6-F6E6-284F-CC11-50E80F4782F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5F62C114-251D-4C1B-69F4-D3D20550254C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BE5599AF-25AE-6F9B-D8AD-575524D63AF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9A3C755F-1B25-EC92-B221-46AD7039F11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A0AAF282-D275-695A-530B-E8845A112F69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2A3BB47-ECD0-9658-B7A6-EAE8B4A9F1A3}"/>
              </a:ext>
            </a:extLst>
          </p:cNvPr>
          <p:cNvSpPr txBox="1"/>
          <p:nvPr/>
        </p:nvSpPr>
        <p:spPr>
          <a:xfrm>
            <a:off x="2709918" y="1676416"/>
            <a:ext cx="8034281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</a:t>
            </a:r>
            <a:r>
              <a:rPr lang="en-US" altLang="ja-JP" sz="4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npy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ファイルに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82DE04D-0ACB-B436-7705-238480931807}"/>
              </a:ext>
            </a:extLst>
          </p:cNvPr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931D7CFA-3EA2-1460-F612-6BE73797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5</a:t>
            </a:fld>
            <a:endParaRPr lang="en-US" sz="4800" dirty="0"/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87968A74-5E9F-6839-BEDF-D1FEB204C220}"/>
              </a:ext>
            </a:extLst>
          </p:cNvPr>
          <p:cNvSpPr txBox="1"/>
          <p:nvPr/>
        </p:nvSpPr>
        <p:spPr>
          <a:xfrm>
            <a:off x="2118277" y="4407939"/>
            <a:ext cx="1501139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3200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Npy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ファイルとは？</a:t>
            </a:r>
            <a:endParaRPr lang="en-US" altLang="ja-JP" sz="32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algn="l">
              <a:buClr>
                <a:srgbClr val="64A4A3"/>
              </a:buClr>
              <a:buSzPct val="100000"/>
            </a:pPr>
            <a:endParaRPr lang="en-US" altLang="ja-JP" sz="32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marL="457200" indent="-457200" algn="l"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ja-JP" sz="3200" u="none" strike="noStrike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Numpy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配列のデータを</a:t>
            </a:r>
            <a:r>
              <a:rPr lang="en-US" altLang="ja-JP" sz="3200" u="none" strike="noStrike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numpy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独自のバイナリーファイルで保存したもの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B78EC879-03EF-AC15-0536-E95AD42D0BC2}"/>
              </a:ext>
            </a:extLst>
          </p:cNvPr>
          <p:cNvSpPr txBox="1"/>
          <p:nvPr/>
        </p:nvSpPr>
        <p:spPr>
          <a:xfrm>
            <a:off x="3451777" y="6462613"/>
            <a:ext cx="12677776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ja-JP" altLang="en-US" sz="3200" b="1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データ型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や</a:t>
            </a:r>
            <a:r>
              <a:rPr lang="ja-JP" altLang="en-US" sz="3200" b="1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形状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そのままで保存でき，容量も</a:t>
            </a:r>
            <a:r>
              <a:rPr lang="ja-JP" altLang="en-US" sz="3200" b="1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軽い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のが利点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BAA8F6A8-2C41-6ADD-2E55-EABEBCB00FEA}"/>
              </a:ext>
            </a:extLst>
          </p:cNvPr>
          <p:cNvSpPr/>
          <p:nvPr/>
        </p:nvSpPr>
        <p:spPr>
          <a:xfrm>
            <a:off x="2200447" y="6238659"/>
            <a:ext cx="790575" cy="828574"/>
          </a:xfrm>
          <a:prstGeom prst="right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89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C281C-B00A-003A-011A-8E60C119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35CC3D7-D6EF-AF2C-5964-567D739473A0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CCA8787-3B91-AC5D-7BA7-B7E7F663D5AF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2BF5222-E7A6-F9C1-C07B-FE7001559949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3527401-E97E-03C6-5FD9-339F318D5381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CDD7391-7226-1509-45C0-10B42D008263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D1AF375-C1D2-4AFE-6A3A-4B56D79C30D8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5B3262E-E264-15C5-E68A-3240901D49D9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E39BBCA-A2E7-F6BA-AB2D-AA1936342E0E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A6402FB-09C3-1501-F49A-F5E08D2A74FC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8271054-1416-77D4-95A6-927E6D182CD1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0C9A60A-3BC7-A94D-161E-BB2FF4CFFA7B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3E874B7-F68E-B7D5-D20E-DCBD83871D3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A3F767A-9662-A6C3-4D7C-BDE79BEDD75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B47EC314-F0B9-A84F-E491-5DB586636D5F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678A08B6-2005-1BBF-9595-12A6CA5EC99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D518226B-7C4F-C4D2-794F-3F3BACD7927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60807ED7-B93D-975A-1310-E960FCE5FE90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700192D9-C24B-47B9-173A-42778687DEE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5EA201D1-A117-D6DB-EBB9-D526B814502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3924AC2C-2754-6CF5-9832-FB18FAD73D87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12C267C-13DB-0BAC-6C6A-27CFF4B1732C}"/>
              </a:ext>
            </a:extLst>
          </p:cNvPr>
          <p:cNvSpPr txBox="1"/>
          <p:nvPr/>
        </p:nvSpPr>
        <p:spPr>
          <a:xfrm>
            <a:off x="2709918" y="1676416"/>
            <a:ext cx="13817390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</a:t>
            </a:r>
            <a:r>
              <a:rPr lang="en-US" altLang="ja-JP" sz="4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npy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ファイルに　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3)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5BB1888-754C-1D69-C569-A90AFBD76F65}"/>
              </a:ext>
            </a:extLst>
          </p:cNvPr>
          <p:cNvSpPr txBox="1"/>
          <p:nvPr/>
        </p:nvSpPr>
        <p:spPr>
          <a:xfrm>
            <a:off x="1028699" y="1285965"/>
            <a:ext cx="2724391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9545AB2F-64F3-0290-0B9C-74CC099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6</a:t>
            </a:fld>
            <a:endParaRPr lang="en-US" sz="4800" dirty="0"/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C6E47F70-01AA-8A6D-1238-0D6C9F2195F2}"/>
              </a:ext>
            </a:extLst>
          </p:cNvPr>
          <p:cNvSpPr txBox="1"/>
          <p:nvPr/>
        </p:nvSpPr>
        <p:spPr>
          <a:xfrm>
            <a:off x="9845844" y="3283462"/>
            <a:ext cx="5107614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←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STFT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を計算して正規化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632702D0-96FB-ED45-ACDD-049FCD9327ED}"/>
              </a:ext>
            </a:extLst>
          </p:cNvPr>
          <p:cNvSpPr txBox="1"/>
          <p:nvPr/>
        </p:nvSpPr>
        <p:spPr>
          <a:xfrm>
            <a:off x="10020300" y="6788993"/>
            <a:ext cx="6016902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←</a:t>
            </a:r>
            <a:r>
              <a:rPr lang="en-US" altLang="ja-JP" sz="3200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stft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して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(224, 224)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へ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リサイズ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27" name="図 26" descr="テキスト&#10;&#10;自動的に生成された説明">
            <a:extLst>
              <a:ext uri="{FF2B5EF4-FFF2-40B4-BE49-F238E27FC236}">
                <a16:creationId xmlns:a16="http://schemas.microsoft.com/office/drawing/2014/main" id="{38FBC583-5EEE-01EE-72FA-87C4F7D10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" t="19998" r="9240" b="63714"/>
          <a:stretch/>
        </p:blipFill>
        <p:spPr>
          <a:xfrm>
            <a:off x="1110586" y="2663140"/>
            <a:ext cx="8226757" cy="1733088"/>
          </a:xfrm>
          <a:prstGeom prst="rect">
            <a:avLst/>
          </a:prstGeom>
        </p:spPr>
      </p:pic>
      <p:pic>
        <p:nvPicPr>
          <p:cNvPr id="31" name="図 30" descr="テキスト&#10;&#10;自動的に生成された説明">
            <a:extLst>
              <a:ext uri="{FF2B5EF4-FFF2-40B4-BE49-F238E27FC236}">
                <a16:creationId xmlns:a16="http://schemas.microsoft.com/office/drawing/2014/main" id="{FC7FE8C1-86FD-7D43-F9A0-A465AD7E3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8" t="35273" r="640" b="14752"/>
          <a:stretch/>
        </p:blipFill>
        <p:spPr>
          <a:xfrm>
            <a:off x="353706" y="4476751"/>
            <a:ext cx="9473267" cy="5609371"/>
          </a:xfrm>
          <a:prstGeom prst="rect">
            <a:avLst/>
          </a:prstGeom>
        </p:spPr>
      </p:pic>
      <p:sp>
        <p:nvSpPr>
          <p:cNvPr id="32" name="TextBox 25">
            <a:extLst>
              <a:ext uri="{FF2B5EF4-FFF2-40B4-BE49-F238E27FC236}">
                <a16:creationId xmlns:a16="http://schemas.microsoft.com/office/drawing/2014/main" id="{89D253F8-2AC9-28B6-9E2F-43356DC198DF}"/>
              </a:ext>
            </a:extLst>
          </p:cNvPr>
          <p:cNvSpPr txBox="1"/>
          <p:nvPr/>
        </p:nvSpPr>
        <p:spPr>
          <a:xfrm>
            <a:off x="10058400" y="7705095"/>
            <a:ext cx="811857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←</a:t>
            </a:r>
            <a:r>
              <a:rPr lang="en-US" altLang="ja-JP" sz="3200" u="none" strike="noStrike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np.stack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(arrays, axis=-1)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で，リストで指定した配列を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3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チャンネル目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で組み合わせ，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(224, 224, 3)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にする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203594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4D855-FBC1-2193-EA65-9DBC0CC60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697F0F-DB0C-0A6E-B01F-9CA9DBAFE353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B47D7AF-7A88-46EA-7A73-C33B907A1B90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DD39C38-E673-B6D3-FE17-34312981F034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6E05C61-C3E6-E971-E1B6-0689D3C44562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9426585-DB82-F018-2726-7A859EC8A33C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CF60B7E-B834-0EE1-49A5-1F7D244EDE8E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88C7DD8-C430-DDB6-F7FC-E1EF9D632907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36AC14D-1E45-95D2-80FD-A993CE9B6133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16A0435-6808-8962-8D9A-3E8000386710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FD40039-CC06-B53D-1AE0-56AE2FED6A1D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1B66555-C127-9A03-380A-4A7E9B0A771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C8FE3F9-1B7D-6157-0989-5AAE9ABC3CF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4D72D32-275F-662C-4D64-483BB3C18C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87246EA3-EA60-D7FC-264B-C0FA1449EFBD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D4AC7ECE-0B7B-57CC-CF0C-48094166CCB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E2BF12D8-4CC2-0264-7C51-89C2D46A2B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F261FC60-B2B8-41D0-7358-1643612F704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E092E594-3F82-6E2C-CCAF-AB9B73ACD4B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915D4357-3BEE-83B2-37B9-82C99C6A68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19933881-D0AF-D10D-8B8E-3A1BC1C162E8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058DA36-5859-497A-93DE-760843A8E5AC}"/>
              </a:ext>
            </a:extLst>
          </p:cNvPr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71608D97-D3C8-BBA5-EBD3-5734A00E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7</a:t>
            </a:fld>
            <a:endParaRPr lang="en-US" sz="4800" dirty="0"/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16C50656-903D-E06B-D509-D8BF292E101D}"/>
              </a:ext>
            </a:extLst>
          </p:cNvPr>
          <p:cNvSpPr txBox="1"/>
          <p:nvPr/>
        </p:nvSpPr>
        <p:spPr>
          <a:xfrm>
            <a:off x="7696200" y="3471062"/>
            <a:ext cx="895329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→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1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秒ごとに</a:t>
            </a:r>
            <a:r>
              <a:rPr lang="en-US" altLang="ja-JP" sz="3200" u="none" strike="noStrike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npy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ファイルとして格納されている．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27" name="図 26" descr="テーブル&#10;&#10;自動的に生成された説明">
            <a:extLst>
              <a:ext uri="{FF2B5EF4-FFF2-40B4-BE49-F238E27FC236}">
                <a16:creationId xmlns:a16="http://schemas.microsoft.com/office/drawing/2014/main" id="{67AB6381-F65E-26CE-B3FE-2F85B73A9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974" y="2575695"/>
            <a:ext cx="6019800" cy="7152051"/>
          </a:xfrm>
          <a:prstGeom prst="rect">
            <a:avLst/>
          </a:prstGeom>
        </p:spPr>
      </p:pic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2109B760-3913-ABF0-2274-255F84C27A70}"/>
              </a:ext>
            </a:extLst>
          </p:cNvPr>
          <p:cNvGrpSpPr/>
          <p:nvPr/>
        </p:nvGrpSpPr>
        <p:grpSpPr>
          <a:xfrm>
            <a:off x="7907874" y="4678513"/>
            <a:ext cx="9337778" cy="1329691"/>
            <a:chOff x="7753248" y="4678512"/>
            <a:chExt cx="9337778" cy="1329691"/>
          </a:xfrm>
        </p:grpSpPr>
        <p:sp>
          <p:nvSpPr>
            <p:cNvPr id="23" name="TextBox 25">
              <a:extLst>
                <a:ext uri="{FF2B5EF4-FFF2-40B4-BE49-F238E27FC236}">
                  <a16:creationId xmlns:a16="http://schemas.microsoft.com/office/drawing/2014/main" id="{E75421C5-39B0-29F5-45E1-CAABB5457F55}"/>
                </a:ext>
              </a:extLst>
            </p:cNvPr>
            <p:cNvSpPr txBox="1"/>
            <p:nvPr/>
          </p:nvSpPr>
          <p:spPr>
            <a:xfrm>
              <a:off x="7924800" y="4873275"/>
              <a:ext cx="8953298" cy="9848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buClr>
                  <a:srgbClr val="64A4A3"/>
                </a:buClr>
                <a:buSzPct val="100000"/>
              </a:pPr>
              <a:r>
                <a:rPr lang="ja-JP" altLang="en-US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モデルは</a:t>
              </a:r>
              <a:r>
                <a:rPr lang="en-US" altLang="ja-JP" sz="3200" dirty="0" err="1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AlexNet</a:t>
              </a:r>
              <a:r>
                <a:rPr lang="ja-JP" altLang="en-US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，回帰分析</a:t>
              </a:r>
              <a:r>
                <a:rPr lang="en-US" altLang="ja-JP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(R</a:t>
              </a:r>
              <a:r>
                <a:rPr lang="en-US" altLang="ja-JP" sz="3200" baseline="300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2</a:t>
              </a:r>
              <a:r>
                <a:rPr lang="en-US" altLang="ja-JP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 score)</a:t>
              </a:r>
              <a:r>
                <a:rPr lang="ja-JP" altLang="en-US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と</a:t>
              </a:r>
              <a:r>
                <a:rPr lang="en-US" altLang="ja-JP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ROC</a:t>
              </a:r>
              <a:r>
                <a:rPr lang="ja-JP" altLang="en-US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曲線</a:t>
              </a:r>
              <a:r>
                <a:rPr lang="en-US" altLang="ja-JP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(AUC)</a:t>
              </a:r>
              <a:r>
                <a:rPr lang="ja-JP" altLang="en-US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で評価</a:t>
              </a:r>
              <a:endPara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endParaRPr>
            </a:p>
          </p:txBody>
        </p:sp>
        <p:sp>
          <p:nvSpPr>
            <p:cNvPr id="26" name="四角形: 角を丸くする 25">
              <a:extLst>
                <a:ext uri="{FF2B5EF4-FFF2-40B4-BE49-F238E27FC236}">
                  <a16:creationId xmlns:a16="http://schemas.microsoft.com/office/drawing/2014/main" id="{380F002F-1BA0-4366-4FB9-EC904F227D53}"/>
                </a:ext>
              </a:extLst>
            </p:cNvPr>
            <p:cNvSpPr/>
            <p:nvPr/>
          </p:nvSpPr>
          <p:spPr>
            <a:xfrm>
              <a:off x="7753248" y="4678512"/>
              <a:ext cx="9337778" cy="1329691"/>
            </a:xfrm>
            <a:prstGeom prst="roundRect">
              <a:avLst/>
            </a:prstGeom>
            <a:noFill/>
            <a:ln w="57150"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ｖ</a:t>
              </a:r>
            </a:p>
          </p:txBody>
        </p:sp>
      </p:grpSp>
      <p:sp>
        <p:nvSpPr>
          <p:cNvPr id="31" name="TextBox 25">
            <a:extLst>
              <a:ext uri="{FF2B5EF4-FFF2-40B4-BE49-F238E27FC236}">
                <a16:creationId xmlns:a16="http://schemas.microsoft.com/office/drawing/2014/main" id="{8B24CB2D-481D-0578-7AF6-8E427264DF0D}"/>
              </a:ext>
            </a:extLst>
          </p:cNvPr>
          <p:cNvSpPr txBox="1"/>
          <p:nvPr/>
        </p:nvSpPr>
        <p:spPr>
          <a:xfrm>
            <a:off x="7488775" y="6998264"/>
            <a:ext cx="101346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ja-JP" sz="3200" b="1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ROC</a:t>
            </a:r>
            <a:r>
              <a:rPr lang="ja-JP" altLang="en-US" sz="3200" b="1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曲線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・・真陽性率と偽陽性率の関連を表す曲線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marL="457200" indent="-457200" algn="l"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ja-JP" sz="3200" b="1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AUC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・・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ROC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曲線の下側の面積．モデルの有用性の指標となる．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6CF4CC63-819B-4765-4497-4AD1E204696B}"/>
              </a:ext>
            </a:extLst>
          </p:cNvPr>
          <p:cNvSpPr txBox="1"/>
          <p:nvPr/>
        </p:nvSpPr>
        <p:spPr>
          <a:xfrm>
            <a:off x="2709918" y="1676416"/>
            <a:ext cx="13817390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</a:t>
            </a:r>
            <a:r>
              <a:rPr lang="en-US" altLang="ja-JP" sz="4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npy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ファイルに　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3)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1848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20758-DB30-6220-5085-51072B895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858F60-D2EB-B247-F0D1-F3B5754323DE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AFB575A-D18D-993E-3D72-DDB73E1D0E7A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B6F373E-11AF-DBB4-1798-DBFA00EC7B60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1D0F48B-32E9-8BE2-31A5-DB3636CF7303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CB28AE9-2150-74CD-B9AE-E076143CF32B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57B8C9C-BD2A-E0A2-F008-814B30D41715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8740D58-1F60-5093-9B08-6C25EE8DD53B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5E46238-2E07-5FA6-EAB8-FB6722232F91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AF1EC05-6CF2-69B2-AF01-3AD92F9CEAB4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9268A5F-C63B-A999-4A20-07E390EE85BE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2221165-3533-B45C-864F-C42C1F15B9D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01018A6-4873-23B4-A109-CC059D8BD92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A84DC8E-BF36-5C4B-3021-7F74649802C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11303044-47D0-FF9D-7952-482DE648AC69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BF4BECB4-1B04-0DE5-B013-3C5F537F96F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6F53B2C2-248E-1BEB-F864-5668472C78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AC6C1F46-3E44-A070-33D4-9E3F691092DD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B5A6457C-B87E-3E31-7F7B-0B461A0D8B8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98ECC1D2-F232-4008-DF0C-17F67394126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82C1E65D-B3AA-6E86-2C0C-890D6D84F4F1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99BA448-F2E5-3894-08E4-30EC198580A3}"/>
              </a:ext>
            </a:extLst>
          </p:cNvPr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2CAB19E4-492A-9F30-1FA0-7F3B2AAB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8</a:t>
            </a:fld>
            <a:endParaRPr lang="en-US" sz="4800" dirty="0"/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4FB0F392-2229-42B6-F83A-4DF1F8EA90D6}"/>
              </a:ext>
            </a:extLst>
          </p:cNvPr>
          <p:cNvSpPr txBox="1"/>
          <p:nvPr/>
        </p:nvSpPr>
        <p:spPr>
          <a:xfrm>
            <a:off x="8525703" y="5970170"/>
            <a:ext cx="252992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3200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Npy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ファイル</a:t>
            </a:r>
            <a:endParaRPr lang="en-US" altLang="ja-JP" sz="32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B98437D-3BDB-8156-313D-B53991815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911965"/>
              </p:ext>
            </p:extLst>
          </p:nvPr>
        </p:nvGraphicFramePr>
        <p:xfrm>
          <a:off x="849431" y="3809287"/>
          <a:ext cx="10972800" cy="5172240"/>
        </p:xfrm>
        <a:graphic>
          <a:graphicData uri="http://schemas.openxmlformats.org/drawingml/2006/table">
            <a:tbl>
              <a:tblPr/>
              <a:tblGrid>
                <a:gridCol w="316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8056"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endParaRPr lang="en-US" sz="700" dirty="0"/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ja-JP" altLang="en-US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読み込み時間 </a:t>
                      </a:r>
                      <a:r>
                        <a:rPr lang="en-US" altLang="ja-JP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[s]</a:t>
                      </a:r>
                      <a:endParaRPr lang="en-US" sz="2000" dirty="0"/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R</a:t>
                      </a:r>
                      <a:r>
                        <a:rPr lang="en-US" sz="2000" baseline="30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 score avg</a:t>
                      </a:r>
                      <a:endParaRPr lang="en-US" sz="2000" dirty="0"/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0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AUC avg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092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000" dirty="0" err="1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Npy</a:t>
                      </a:r>
                      <a:r>
                        <a:rPr lang="ja-JP" altLang="en-US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ファイル</a:t>
                      </a:r>
                      <a:endParaRPr lang="en-US" sz="2000" dirty="0"/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0.728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4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0.6632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92B2B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  <a:sym typeface="Source Han Sans JP"/>
                        </a:rPr>
                        <a:t>0.9011</a:t>
                      </a:r>
                      <a:endParaRPr lang="en-US" sz="3200" dirty="0"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092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RGB</a:t>
                      </a:r>
                      <a:r>
                        <a:rPr lang="ja-JP" altLang="en-US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スペクトログラム</a:t>
                      </a:r>
                      <a:endParaRPr lang="en-US" sz="2000" dirty="0"/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3.968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92B2B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  <a:sym typeface="Source Han Sans JP"/>
                        </a:rPr>
                        <a:t>0.9660</a:t>
                      </a:r>
                      <a:endParaRPr lang="en-US" sz="3200" dirty="0"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4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0.9558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3B8E57A5-3B61-CC06-ECC6-565A6885173C}"/>
              </a:ext>
            </a:extLst>
          </p:cNvPr>
          <p:cNvGrpSpPr/>
          <p:nvPr/>
        </p:nvGrpSpPr>
        <p:grpSpPr>
          <a:xfrm>
            <a:off x="12801600" y="3927473"/>
            <a:ext cx="4114800" cy="2738835"/>
            <a:chOff x="12734915" y="3074549"/>
            <a:chExt cx="4114800" cy="2738835"/>
          </a:xfrm>
        </p:grpSpPr>
        <p:sp>
          <p:nvSpPr>
            <p:cNvPr id="31" name="TextBox 25">
              <a:extLst>
                <a:ext uri="{FF2B5EF4-FFF2-40B4-BE49-F238E27FC236}">
                  <a16:creationId xmlns:a16="http://schemas.microsoft.com/office/drawing/2014/main" id="{8C0B4836-4F44-2943-9DC7-C7BCC753A23B}"/>
                </a:ext>
              </a:extLst>
            </p:cNvPr>
            <p:cNvSpPr txBox="1"/>
            <p:nvPr/>
          </p:nvSpPr>
          <p:spPr>
            <a:xfrm>
              <a:off x="12887315" y="3251190"/>
              <a:ext cx="3962400" cy="2462213"/>
            </a:xfrm>
            <a:prstGeom prst="rect">
              <a:avLst/>
            </a:prstGeom>
            <a:ln w="76200"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学習率：</a:t>
              </a:r>
              <a:r>
                <a:rPr lang="en-US" altLang="ja-JP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0.0005</a:t>
              </a:r>
            </a:p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バッチサイズ：</a:t>
              </a:r>
              <a:r>
                <a:rPr lang="en-US" altLang="ja-JP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64</a:t>
              </a:r>
            </a:p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エポック数：</a:t>
              </a:r>
              <a:r>
                <a:rPr lang="en-US" altLang="ja-JP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1000</a:t>
              </a:r>
            </a:p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データ数：</a:t>
              </a:r>
              <a:r>
                <a:rPr lang="en-US" altLang="ja-JP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1046</a:t>
              </a:r>
            </a:p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ノイズ：なし</a:t>
              </a:r>
              <a:endPara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endParaRPr>
            </a:p>
          </p:txBody>
        </p:sp>
        <p:sp>
          <p:nvSpPr>
            <p:cNvPr id="33" name="四角形: 角を丸くする 32">
              <a:extLst>
                <a:ext uri="{FF2B5EF4-FFF2-40B4-BE49-F238E27FC236}">
                  <a16:creationId xmlns:a16="http://schemas.microsoft.com/office/drawing/2014/main" id="{67BC7F4D-EBD1-6AE5-51A0-07D54CE66D6D}"/>
                </a:ext>
              </a:extLst>
            </p:cNvPr>
            <p:cNvSpPr/>
            <p:nvPr/>
          </p:nvSpPr>
          <p:spPr>
            <a:xfrm>
              <a:off x="12734915" y="3074549"/>
              <a:ext cx="4114800" cy="2738835"/>
            </a:xfrm>
            <a:prstGeom prst="roundRect">
              <a:avLst/>
            </a:prstGeom>
            <a:noFill/>
            <a:ln w="57150"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2" name="TextBox 25">
            <a:extLst>
              <a:ext uri="{FF2B5EF4-FFF2-40B4-BE49-F238E27FC236}">
                <a16:creationId xmlns:a16="http://schemas.microsoft.com/office/drawing/2014/main" id="{564E8227-651B-0A28-4DB0-34A7DDC06A19}"/>
              </a:ext>
            </a:extLst>
          </p:cNvPr>
          <p:cNvSpPr txBox="1"/>
          <p:nvPr/>
        </p:nvSpPr>
        <p:spPr>
          <a:xfrm>
            <a:off x="12611100" y="7341592"/>
            <a:ext cx="46482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※5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分割交差検証の結果を平均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50EAF125-4F67-EFCC-62FC-F181C0C22F67}"/>
              </a:ext>
            </a:extLst>
          </p:cNvPr>
          <p:cNvSpPr txBox="1"/>
          <p:nvPr/>
        </p:nvSpPr>
        <p:spPr>
          <a:xfrm>
            <a:off x="2108618" y="3192291"/>
            <a:ext cx="894700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【</a:t>
            </a:r>
            <a:r>
              <a:rPr lang="en-US" altLang="ja-JP" sz="3200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Npy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ファイルと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RGB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スペクトログラムの比較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】</a:t>
            </a: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578DE443-1549-D8A1-0490-D6485950406E}"/>
              </a:ext>
            </a:extLst>
          </p:cNvPr>
          <p:cNvSpPr txBox="1"/>
          <p:nvPr/>
        </p:nvSpPr>
        <p:spPr>
          <a:xfrm>
            <a:off x="2709918" y="1676416"/>
            <a:ext cx="13817390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</a:t>
            </a:r>
            <a:r>
              <a:rPr lang="en-US" altLang="ja-JP" sz="4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npy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ファイルに　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3)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70261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D67C3-A5B6-172F-6BB1-06F92835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E97D340-3D7A-0EF9-84E2-77184F1458C5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411B9B2-5E3A-0028-2FF3-90CB809D1C56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88941DE-6B3B-13BF-C2F6-3ED013500995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F5CDD5E-02FF-E00B-11F1-635E968D4771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0035671-083E-75AA-794C-B8B0C05A19CE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CBFF4C8-333F-D8C8-E9F7-E2B10AB0C8DD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47516D9-573F-9B66-F484-FAEFB8725D77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8221D18-7124-318F-D71B-78B00F754197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86C025F-97BC-C848-E13E-E0E81CAB99D2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3D2D4B0-EAAA-871C-3074-37FA91811B2C}"/>
              </a:ext>
            </a:extLst>
          </p:cNvPr>
          <p:cNvGrpSpPr/>
          <p:nvPr/>
        </p:nvGrpSpPr>
        <p:grpSpPr>
          <a:xfrm>
            <a:off x="1540779" y="9274691"/>
            <a:ext cx="15861395" cy="126484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4D1B08D-26E3-455B-5567-E8E7CDB33B9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175AC97-CFCD-0189-C446-DEA2B23EFF9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0432077-6582-855F-F075-F0E355F330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33C26935-7C93-A366-AA3F-EC9AA62C9A0E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0DCACA8C-BB3D-53BF-D5E6-E361FCB47E4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D811B0EB-596C-3673-7D03-F220DA75B86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751EB8DA-CC6F-9B40-8CD4-ADF238AB5DA0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1ED405FA-D6A1-A64D-5861-40C5A0341E1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DE841A7A-2320-5BEB-0DCD-A453D3D2ABE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783B7A0E-7861-B686-9840-C0E0300BCCC3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C7AC2AF-1DBF-4AE9-BF69-4FD0AAF3D463}"/>
              </a:ext>
            </a:extLst>
          </p:cNvPr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21C101CC-0EC6-CEE2-46E7-A63D4F83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9</a:t>
            </a:fld>
            <a:endParaRPr lang="en-US" sz="4800" dirty="0"/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0F2A161D-FA95-F4BC-757B-07852C1A58A0}"/>
              </a:ext>
            </a:extLst>
          </p:cNvPr>
          <p:cNvGrpSpPr/>
          <p:nvPr/>
        </p:nvGrpSpPr>
        <p:grpSpPr>
          <a:xfrm>
            <a:off x="2117663" y="2821494"/>
            <a:ext cx="5105400" cy="806901"/>
            <a:chOff x="762000" y="2974499"/>
            <a:chExt cx="5105400" cy="806901"/>
          </a:xfrm>
        </p:grpSpPr>
        <p:grpSp>
          <p:nvGrpSpPr>
            <p:cNvPr id="32" name="Group 27">
              <a:extLst>
                <a:ext uri="{FF2B5EF4-FFF2-40B4-BE49-F238E27FC236}">
                  <a16:creationId xmlns:a16="http://schemas.microsoft.com/office/drawing/2014/main" id="{7A6BD36E-241C-73A1-4AAE-FB77D5493FF2}"/>
                </a:ext>
              </a:extLst>
            </p:cNvPr>
            <p:cNvGrpSpPr/>
            <p:nvPr/>
          </p:nvGrpSpPr>
          <p:grpSpPr>
            <a:xfrm>
              <a:off x="762000" y="2974499"/>
              <a:ext cx="5105400" cy="806901"/>
              <a:chOff x="-219375" y="-38100"/>
              <a:chExt cx="2316600" cy="185088"/>
            </a:xfrm>
          </p:grpSpPr>
          <p:sp>
            <p:nvSpPr>
              <p:cNvPr id="35" name="Freeform 28">
                <a:extLst>
                  <a:ext uri="{FF2B5EF4-FFF2-40B4-BE49-F238E27FC236}">
                    <a16:creationId xmlns:a16="http://schemas.microsoft.com/office/drawing/2014/main" id="{A10012E6-C994-1D9C-9E36-2C3B6B16AFCA}"/>
                  </a:ext>
                </a:extLst>
              </p:cNvPr>
              <p:cNvSpPr/>
              <p:nvPr/>
            </p:nvSpPr>
            <p:spPr>
              <a:xfrm>
                <a:off x="-219375" y="14913"/>
                <a:ext cx="2097225" cy="132075"/>
              </a:xfrm>
              <a:custGeom>
                <a:avLst/>
                <a:gdLst/>
                <a:ahLst/>
                <a:cxnLst/>
                <a:rect l="l" t="t" r="r" b="b"/>
                <a:pathLst>
                  <a:path w="2097225" h="132075">
                    <a:moveTo>
                      <a:pt x="0" y="0"/>
                    </a:moveTo>
                    <a:lnTo>
                      <a:pt x="2097225" y="0"/>
                    </a:lnTo>
                    <a:lnTo>
                      <a:pt x="2097225" y="132075"/>
                    </a:lnTo>
                    <a:lnTo>
                      <a:pt x="0" y="132075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36" name="TextBox 29">
                <a:extLst>
                  <a:ext uri="{FF2B5EF4-FFF2-40B4-BE49-F238E27FC236}">
                    <a16:creationId xmlns:a16="http://schemas.microsoft.com/office/drawing/2014/main" id="{C6AC9380-772D-642C-9184-D011E6BCD6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097225" cy="17017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  <p:sp>
          <p:nvSpPr>
            <p:cNvPr id="37" name="TextBox 38">
              <a:extLst>
                <a:ext uri="{FF2B5EF4-FFF2-40B4-BE49-F238E27FC236}">
                  <a16:creationId xmlns:a16="http://schemas.microsoft.com/office/drawing/2014/main" id="{BC9A8BC0-EA4A-B800-B32E-51D643C396BD}"/>
                </a:ext>
              </a:extLst>
            </p:cNvPr>
            <p:cNvSpPr txBox="1"/>
            <p:nvPr/>
          </p:nvSpPr>
          <p:spPr>
            <a:xfrm>
              <a:off x="1059407" y="3388746"/>
              <a:ext cx="4189672" cy="3926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2333"/>
                </a:lnSpc>
                <a:spcBef>
                  <a:spcPct val="0"/>
                </a:spcBef>
              </a:pPr>
              <a:r>
                <a:rPr lang="en-US" sz="2400" dirty="0" err="1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Npy</a:t>
              </a:r>
              <a:r>
                <a:rPr lang="ja-JP" altLang="en-US" sz="2400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ファイルの回帰分析結果</a:t>
              </a:r>
              <a:endParaRPr lang="en-US" sz="2400" dirty="0">
                <a:solidFill>
                  <a:srgbClr val="FFFFFF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  <p:pic>
        <p:nvPicPr>
          <p:cNvPr id="41" name="図 40" descr="グラフ, 散布図&#10;&#10;自動的に生成された説明">
            <a:extLst>
              <a:ext uri="{FF2B5EF4-FFF2-40B4-BE49-F238E27FC236}">
                <a16:creationId xmlns:a16="http://schemas.microsoft.com/office/drawing/2014/main" id="{11EDA2C6-5510-8B07-9734-71A2B5F15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238" y="3976316"/>
            <a:ext cx="3146364" cy="2359773"/>
          </a:xfrm>
          <a:prstGeom prst="rect">
            <a:avLst/>
          </a:prstGeom>
        </p:spPr>
      </p:pic>
      <p:pic>
        <p:nvPicPr>
          <p:cNvPr id="43" name="図 42" descr="グラフ, 散布図&#10;&#10;自動的に生成された説明">
            <a:extLst>
              <a:ext uri="{FF2B5EF4-FFF2-40B4-BE49-F238E27FC236}">
                <a16:creationId xmlns:a16="http://schemas.microsoft.com/office/drawing/2014/main" id="{B0FCED90-453A-08A0-D3A6-56B6056D9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219" y="3979373"/>
            <a:ext cx="3146364" cy="2359773"/>
          </a:xfrm>
          <a:prstGeom prst="rect">
            <a:avLst/>
          </a:prstGeom>
        </p:spPr>
      </p:pic>
      <p:pic>
        <p:nvPicPr>
          <p:cNvPr id="45" name="図 44" descr="グラフ, 散布図&#10;&#10;自動的に生成された説明">
            <a:extLst>
              <a:ext uri="{FF2B5EF4-FFF2-40B4-BE49-F238E27FC236}">
                <a16:creationId xmlns:a16="http://schemas.microsoft.com/office/drawing/2014/main" id="{65A5BC24-0AA1-4E6B-F06D-5E6C353BD8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2" y="6635654"/>
            <a:ext cx="3146364" cy="2359773"/>
          </a:xfrm>
          <a:prstGeom prst="rect">
            <a:avLst/>
          </a:prstGeom>
        </p:spPr>
      </p:pic>
      <p:pic>
        <p:nvPicPr>
          <p:cNvPr id="47" name="図 46" descr="グラフ, 散布図&#10;&#10;自動的に生成された説明">
            <a:extLst>
              <a:ext uri="{FF2B5EF4-FFF2-40B4-BE49-F238E27FC236}">
                <a16:creationId xmlns:a16="http://schemas.microsoft.com/office/drawing/2014/main" id="{F4F14157-1B20-85D2-861A-A4B8AE899B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319" y="6645321"/>
            <a:ext cx="3146364" cy="2359773"/>
          </a:xfrm>
          <a:prstGeom prst="rect">
            <a:avLst/>
          </a:prstGeom>
        </p:spPr>
      </p:pic>
      <p:pic>
        <p:nvPicPr>
          <p:cNvPr id="49" name="図 48" descr="グラフ, 散布図&#10;&#10;自動的に生成された説明">
            <a:extLst>
              <a:ext uri="{FF2B5EF4-FFF2-40B4-BE49-F238E27FC236}">
                <a16:creationId xmlns:a16="http://schemas.microsoft.com/office/drawing/2014/main" id="{9963E664-682A-B33E-ADA9-4CA277C259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361" y="6635654"/>
            <a:ext cx="3146364" cy="2359773"/>
          </a:xfrm>
          <a:prstGeom prst="rect">
            <a:avLst/>
          </a:prstGeom>
        </p:spPr>
      </p:pic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A73E2A4E-031D-754D-6757-6B4923F5C0DD}"/>
              </a:ext>
            </a:extLst>
          </p:cNvPr>
          <p:cNvGrpSpPr/>
          <p:nvPr/>
        </p:nvGrpSpPr>
        <p:grpSpPr>
          <a:xfrm>
            <a:off x="11353800" y="2832290"/>
            <a:ext cx="5105400" cy="806901"/>
            <a:chOff x="762000" y="2974499"/>
            <a:chExt cx="5105400" cy="806901"/>
          </a:xfrm>
        </p:grpSpPr>
        <p:grpSp>
          <p:nvGrpSpPr>
            <p:cNvPr id="51" name="Group 27">
              <a:extLst>
                <a:ext uri="{FF2B5EF4-FFF2-40B4-BE49-F238E27FC236}">
                  <a16:creationId xmlns:a16="http://schemas.microsoft.com/office/drawing/2014/main" id="{8949479D-0D4A-EEB1-2C24-FD95FE177A6F}"/>
                </a:ext>
              </a:extLst>
            </p:cNvPr>
            <p:cNvGrpSpPr/>
            <p:nvPr/>
          </p:nvGrpSpPr>
          <p:grpSpPr>
            <a:xfrm>
              <a:off x="762000" y="2974499"/>
              <a:ext cx="5105400" cy="806901"/>
              <a:chOff x="-219375" y="-38100"/>
              <a:chExt cx="2316600" cy="185088"/>
            </a:xfrm>
          </p:grpSpPr>
          <p:sp>
            <p:nvSpPr>
              <p:cNvPr id="53" name="Freeform 28">
                <a:extLst>
                  <a:ext uri="{FF2B5EF4-FFF2-40B4-BE49-F238E27FC236}">
                    <a16:creationId xmlns:a16="http://schemas.microsoft.com/office/drawing/2014/main" id="{DF6B4987-F0C1-9361-9680-245DFB327DB0}"/>
                  </a:ext>
                </a:extLst>
              </p:cNvPr>
              <p:cNvSpPr/>
              <p:nvPr/>
            </p:nvSpPr>
            <p:spPr>
              <a:xfrm>
                <a:off x="-219375" y="14913"/>
                <a:ext cx="2097225" cy="132075"/>
              </a:xfrm>
              <a:custGeom>
                <a:avLst/>
                <a:gdLst/>
                <a:ahLst/>
                <a:cxnLst/>
                <a:rect l="l" t="t" r="r" b="b"/>
                <a:pathLst>
                  <a:path w="2097225" h="132075">
                    <a:moveTo>
                      <a:pt x="0" y="0"/>
                    </a:moveTo>
                    <a:lnTo>
                      <a:pt x="2097225" y="0"/>
                    </a:lnTo>
                    <a:lnTo>
                      <a:pt x="2097225" y="132075"/>
                    </a:lnTo>
                    <a:lnTo>
                      <a:pt x="0" y="132075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54" name="TextBox 29">
                <a:extLst>
                  <a:ext uri="{FF2B5EF4-FFF2-40B4-BE49-F238E27FC236}">
                    <a16:creationId xmlns:a16="http://schemas.microsoft.com/office/drawing/2014/main" id="{FD67217A-9C5F-779D-4DA6-EB3A8A098C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097225" cy="17017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  <p:sp>
          <p:nvSpPr>
            <p:cNvPr id="52" name="TextBox 38">
              <a:extLst>
                <a:ext uri="{FF2B5EF4-FFF2-40B4-BE49-F238E27FC236}">
                  <a16:creationId xmlns:a16="http://schemas.microsoft.com/office/drawing/2014/main" id="{2B3EB91E-3A61-E9BB-63BC-5A499C1DC58B}"/>
                </a:ext>
              </a:extLst>
            </p:cNvPr>
            <p:cNvSpPr txBox="1"/>
            <p:nvPr/>
          </p:nvSpPr>
          <p:spPr>
            <a:xfrm>
              <a:off x="924734" y="3377950"/>
              <a:ext cx="4352224" cy="3010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2333"/>
                </a:lnSpc>
                <a:spcBef>
                  <a:spcPct val="0"/>
                </a:spcBef>
              </a:pPr>
              <a:r>
                <a:rPr lang="en-US" sz="2400" dirty="0" err="1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Npy</a:t>
              </a:r>
              <a:r>
                <a:rPr lang="ja-JP" altLang="en-US" sz="2400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ファイルの</a:t>
              </a:r>
              <a:r>
                <a:rPr lang="en-US" altLang="ja-JP" sz="2400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ROC</a:t>
              </a:r>
              <a:r>
                <a:rPr lang="ja-JP" altLang="en-US" sz="2400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曲線と</a:t>
              </a:r>
              <a:r>
                <a:rPr lang="en-US" altLang="ja-JP" sz="2400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AUC</a:t>
              </a:r>
              <a:endParaRPr lang="en-US" sz="2400" dirty="0">
                <a:solidFill>
                  <a:srgbClr val="FFFFFF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  <p:pic>
        <p:nvPicPr>
          <p:cNvPr id="56" name="図 55" descr="グラフ, 折れ線グラフ&#10;&#10;自動的に生成された説明">
            <a:extLst>
              <a:ext uri="{FF2B5EF4-FFF2-40B4-BE49-F238E27FC236}">
                <a16:creationId xmlns:a16="http://schemas.microsoft.com/office/drawing/2014/main" id="{BD530D4E-2391-575E-3C57-A914A88B7E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6403" y="3940964"/>
            <a:ext cx="3146365" cy="2359774"/>
          </a:xfrm>
          <a:prstGeom prst="rect">
            <a:avLst/>
          </a:prstGeom>
        </p:spPr>
      </p:pic>
      <p:pic>
        <p:nvPicPr>
          <p:cNvPr id="58" name="図 57" descr="グラフ, 折れ線グラフ&#10;&#10;自動的に生成された説明">
            <a:extLst>
              <a:ext uri="{FF2B5EF4-FFF2-40B4-BE49-F238E27FC236}">
                <a16:creationId xmlns:a16="http://schemas.microsoft.com/office/drawing/2014/main" id="{366825CD-0FC9-BAF5-78DD-75C34BE346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1502" y="3940964"/>
            <a:ext cx="3146365" cy="2359774"/>
          </a:xfrm>
          <a:prstGeom prst="rect">
            <a:avLst/>
          </a:prstGeom>
        </p:spPr>
      </p:pic>
      <p:pic>
        <p:nvPicPr>
          <p:cNvPr id="60" name="図 59" descr="グラフ, 折れ線グラフ&#10;&#10;自動的に生成された説明">
            <a:extLst>
              <a:ext uri="{FF2B5EF4-FFF2-40B4-BE49-F238E27FC236}">
                <a16:creationId xmlns:a16="http://schemas.microsoft.com/office/drawing/2014/main" id="{D6C0781C-EAA2-A4C4-4AE1-F160C149FF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421" y="6635653"/>
            <a:ext cx="3146365" cy="2359774"/>
          </a:xfrm>
          <a:prstGeom prst="rect">
            <a:avLst/>
          </a:prstGeom>
        </p:spPr>
      </p:pic>
      <p:pic>
        <p:nvPicPr>
          <p:cNvPr id="62" name="図 61" descr="グラフ, 折れ線グラフ&#10;&#10;自動的に生成された説明">
            <a:extLst>
              <a:ext uri="{FF2B5EF4-FFF2-40B4-BE49-F238E27FC236}">
                <a16:creationId xmlns:a16="http://schemas.microsoft.com/office/drawing/2014/main" id="{716E8373-6782-57BC-FEB1-B2B877A78E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6" y="6635654"/>
            <a:ext cx="3146365" cy="2359774"/>
          </a:xfrm>
          <a:prstGeom prst="rect">
            <a:avLst/>
          </a:prstGeom>
        </p:spPr>
      </p:pic>
      <p:pic>
        <p:nvPicPr>
          <p:cNvPr id="64" name="図 63" descr="グラフ, 折れ線グラフ&#10;&#10;自動的に生成された説明">
            <a:extLst>
              <a:ext uri="{FF2B5EF4-FFF2-40B4-BE49-F238E27FC236}">
                <a16:creationId xmlns:a16="http://schemas.microsoft.com/office/drawing/2014/main" id="{6170CF8A-FAA2-3FB2-DB6B-2939D4A2B12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635" y="6635654"/>
            <a:ext cx="3146365" cy="2359774"/>
          </a:xfrm>
          <a:prstGeom prst="rect">
            <a:avLst/>
          </a:prstGeom>
        </p:spPr>
      </p:pic>
      <p:sp>
        <p:nvSpPr>
          <p:cNvPr id="26" name="TextBox 24">
            <a:extLst>
              <a:ext uri="{FF2B5EF4-FFF2-40B4-BE49-F238E27FC236}">
                <a16:creationId xmlns:a16="http://schemas.microsoft.com/office/drawing/2014/main" id="{469EB6A8-A51B-F205-0CF6-D1B9D9F590DD}"/>
              </a:ext>
            </a:extLst>
          </p:cNvPr>
          <p:cNvSpPr txBox="1"/>
          <p:nvPr/>
        </p:nvSpPr>
        <p:spPr>
          <a:xfrm>
            <a:off x="2709918" y="1676416"/>
            <a:ext cx="13817390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</a:t>
            </a:r>
            <a:r>
              <a:rPr lang="en-US" altLang="ja-JP" sz="4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npy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ファイルに　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3)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32625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1675A-664C-D24B-D544-406D86ED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FB9BF1F-FB1E-1B6D-1441-21A82A5BD48C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0808FB3-225D-F29C-9704-71AB024A5AED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7E6CD2-18ED-360D-2AB6-ADE8DFCC62D1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23DB8C5-BA63-A626-89A7-4CA3F09EC51C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C6E3BF4-2D8A-9E6C-2282-A285CC9CB8E5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26CECC4-00B9-F358-CA1A-A5EFA1357F6C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036B261-A73A-A03D-9790-7C83BF632AC5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4210301-9D25-3780-0263-1C1F2E391203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CA99715-37FD-C1C5-B9D7-6BF08120A02D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C1FD8AA-0FA4-F872-97E2-D54FDA19A344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AEE1CA1-74EB-32FF-6C0A-A2707381A44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419035A-F1B5-7CED-BC50-70456D0B3FD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C934677-AA7C-6260-2B81-66BC5470356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4AF750A-F229-98F3-4324-B07ADE1369E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6652B84D-06F8-B30F-A8DE-94418AA251C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C29252ED-5336-CC31-9E77-6ECA2A83AE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67D96E16-BF13-AA2E-2786-17FAA112AA07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53672CF2-A7DC-4CC2-57E6-1C43D80430B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FE526CAA-692C-759C-2821-A6366E4CEB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4B7CF1A3-F5AE-56D2-885D-CF7484387C23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E8F3B5D-3959-A046-C2B4-1C0B1F9EF312}"/>
              </a:ext>
            </a:extLst>
          </p:cNvPr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3D6CFD1F-AEAB-0793-06A6-34666BB3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10</a:t>
            </a:fld>
            <a:endParaRPr lang="en-US" sz="4800" dirty="0"/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9C95D62E-A8B8-D04A-3FA9-3991B5498791}"/>
              </a:ext>
            </a:extLst>
          </p:cNvPr>
          <p:cNvSpPr txBox="1"/>
          <p:nvPr/>
        </p:nvSpPr>
        <p:spPr>
          <a:xfrm>
            <a:off x="7330988" y="5389715"/>
            <a:ext cx="329500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Val-loss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が不安定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31" name="図 30" descr="グラフ, ヒストグラム&#10;&#10;自動的に生成された説明">
            <a:extLst>
              <a:ext uri="{FF2B5EF4-FFF2-40B4-BE49-F238E27FC236}">
                <a16:creationId xmlns:a16="http://schemas.microsoft.com/office/drawing/2014/main" id="{F752D82E-018C-9A07-E424-BE69F1E30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86" y="4169151"/>
            <a:ext cx="5852172" cy="4389129"/>
          </a:xfrm>
          <a:prstGeom prst="rect">
            <a:avLst/>
          </a:prstGeom>
        </p:spPr>
      </p:pic>
      <p:sp>
        <p:nvSpPr>
          <p:cNvPr id="37" name="TextBox 25">
            <a:extLst>
              <a:ext uri="{FF2B5EF4-FFF2-40B4-BE49-F238E27FC236}">
                <a16:creationId xmlns:a16="http://schemas.microsoft.com/office/drawing/2014/main" id="{A4094C08-AA9F-3F31-5A1B-A8A9793A76A2}"/>
              </a:ext>
            </a:extLst>
          </p:cNvPr>
          <p:cNvSpPr txBox="1"/>
          <p:nvPr/>
        </p:nvSpPr>
        <p:spPr>
          <a:xfrm>
            <a:off x="1408531" y="3826786"/>
            <a:ext cx="5019533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【</a:t>
            </a:r>
            <a:r>
              <a:rPr lang="en-US" altLang="ja-JP" sz="2400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Npy</a:t>
            </a: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ファイルの損失関数の推移</a:t>
            </a:r>
            <a:r>
              <a:rPr lang="en-US" altLang="ja-JP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】</a:t>
            </a:r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D16C2A86-3013-CD0F-0A03-7A7BE0EDC478}"/>
              </a:ext>
            </a:extLst>
          </p:cNvPr>
          <p:cNvSpPr/>
          <p:nvPr/>
        </p:nvSpPr>
        <p:spPr>
          <a:xfrm>
            <a:off x="11033893" y="5305683"/>
            <a:ext cx="633618" cy="660505"/>
          </a:xfrm>
          <a:prstGeom prst="right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C000086D-9779-2B14-EA2B-39D728B1B0FB}"/>
              </a:ext>
            </a:extLst>
          </p:cNvPr>
          <p:cNvSpPr txBox="1"/>
          <p:nvPr/>
        </p:nvSpPr>
        <p:spPr>
          <a:xfrm>
            <a:off x="12344400" y="4860668"/>
            <a:ext cx="4686300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データの数が少ない？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marL="457200" indent="-457200" algn="l"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marL="457200" indent="-457200" algn="l"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パラメータが適切ではない？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7CB03EA5-4531-2514-BC53-AFD8888148C1}"/>
              </a:ext>
            </a:extLst>
          </p:cNvPr>
          <p:cNvSpPr txBox="1"/>
          <p:nvPr/>
        </p:nvSpPr>
        <p:spPr>
          <a:xfrm>
            <a:off x="6948091" y="7385798"/>
            <a:ext cx="10273678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エポック数が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300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以降に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loss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の幅が広がっているため，エポック数を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300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に減らしてみる．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ED9411B8-058B-C866-9005-551EF2E55B45}"/>
              </a:ext>
            </a:extLst>
          </p:cNvPr>
          <p:cNvSpPr txBox="1"/>
          <p:nvPr/>
        </p:nvSpPr>
        <p:spPr>
          <a:xfrm>
            <a:off x="2709918" y="1676416"/>
            <a:ext cx="13817390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</a:t>
            </a:r>
            <a:r>
              <a:rPr lang="en-US" altLang="ja-JP" sz="4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npy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ファイルに　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3)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3899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6D144-79BE-F88A-1E51-1996CE68B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10A4C38-831E-F295-E79B-6EEABA9AD557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9C0FEF-6107-3EBB-6CD1-1288609CE759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A3756FC-FD25-36CB-DAD8-A3D796C7B9AF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80E142D-9E22-EBAD-7C15-1F5AD8B955E1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6B3FD38-F8B1-DDA7-5466-581BA484493A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A7A2787-EA04-8FA2-059B-B0F47D76FB02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43596DA-808A-3B3C-1CE0-7B951D5FF7CC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A1BA8CD-9E93-070F-5526-8572D873EA6E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BF68D70-792D-4C8B-8D50-8144F472A0BC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A597AA5-4BED-7B16-FFA8-C51FD9609F53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11FCAE2-492B-2BB7-9485-A206000638B8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5383BA9-4271-095C-15FE-19F63E8704E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E58AB2F-D575-0A80-F6A8-D82C7501218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D9B266AE-A655-C751-545D-1B35E5A73489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427E72EC-58B2-6A45-CE59-0DF2C4FC6FB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BD13B8A0-D404-E0A3-D26E-B70335831A6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D841D3D8-BE17-A5F8-753E-88419D311E4E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75306EE3-5561-EF7C-4497-FC193F018A2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E0456B2A-4FB2-0934-B212-3108E090DF5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8FFF3D41-3C6E-891E-B896-815D45932689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8C4D33C-81AC-CEED-3E36-94504EE76044}"/>
              </a:ext>
            </a:extLst>
          </p:cNvPr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47AF3E8B-58CD-DC2C-30B5-F692ABE4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11</a:t>
            </a:fld>
            <a:endParaRPr lang="en-US" sz="4800" dirty="0"/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4874A7C0-09A8-B5E6-9069-385D057B865E}"/>
              </a:ext>
            </a:extLst>
          </p:cNvPr>
          <p:cNvSpPr txBox="1"/>
          <p:nvPr/>
        </p:nvSpPr>
        <p:spPr>
          <a:xfrm>
            <a:off x="8525703" y="5970170"/>
            <a:ext cx="252992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3200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Npy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ファイル</a:t>
            </a:r>
            <a:endParaRPr lang="en-US" altLang="ja-JP" sz="32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3A24FA9-A167-060A-5FD8-B3B5A766E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553217"/>
              </p:ext>
            </p:extLst>
          </p:nvPr>
        </p:nvGraphicFramePr>
        <p:xfrm>
          <a:off x="974867" y="3734314"/>
          <a:ext cx="10972800" cy="5172240"/>
        </p:xfrm>
        <a:graphic>
          <a:graphicData uri="http://schemas.openxmlformats.org/drawingml/2006/table">
            <a:tbl>
              <a:tblPr/>
              <a:tblGrid>
                <a:gridCol w="316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8056"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ja-JP" altLang="en-US" sz="20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エポック数</a:t>
                      </a:r>
                      <a:endParaRPr lang="en-US" sz="2000" dirty="0"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ja-JP" altLang="en-US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読み込み時間 </a:t>
                      </a:r>
                      <a:r>
                        <a:rPr lang="en-US" altLang="ja-JP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[s]</a:t>
                      </a:r>
                      <a:endParaRPr lang="en-US" sz="2000" dirty="0"/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R</a:t>
                      </a:r>
                      <a:r>
                        <a:rPr lang="en-US" sz="2000" baseline="30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 score avg</a:t>
                      </a:r>
                      <a:endParaRPr lang="en-US" sz="2000" dirty="0"/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0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AUC avg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092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1000</a:t>
                      </a:r>
                      <a:endParaRPr lang="en-US" sz="3200" dirty="0"/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0.728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0.6632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92B2B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  <a:sym typeface="Source Han Sans JP"/>
                        </a:rPr>
                        <a:t>0.9011</a:t>
                      </a:r>
                      <a:endParaRPr lang="en-US" sz="3200" dirty="0"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092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300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0.708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92B2B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  <a:sym typeface="Source Han Sans JP"/>
                        </a:rPr>
                        <a:t>0.8741</a:t>
                      </a:r>
                      <a:endParaRPr lang="en-US" sz="3200" dirty="0"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4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0.9078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TextBox 25">
            <a:extLst>
              <a:ext uri="{FF2B5EF4-FFF2-40B4-BE49-F238E27FC236}">
                <a16:creationId xmlns:a16="http://schemas.microsoft.com/office/drawing/2014/main" id="{F57DFECE-79DC-DCEF-53BD-94DC0C836814}"/>
              </a:ext>
            </a:extLst>
          </p:cNvPr>
          <p:cNvSpPr txBox="1"/>
          <p:nvPr/>
        </p:nvSpPr>
        <p:spPr>
          <a:xfrm>
            <a:off x="12801599" y="7200900"/>
            <a:ext cx="4511533" cy="984885"/>
          </a:xfrm>
          <a:prstGeom prst="rect">
            <a:avLst/>
          </a:prstGeom>
          <a:ln w="76200"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エポック数は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300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くらいが良さそう！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6239F9CE-304B-045D-7BF1-1935CC45BFB5}"/>
              </a:ext>
            </a:extLst>
          </p:cNvPr>
          <p:cNvGrpSpPr/>
          <p:nvPr/>
        </p:nvGrpSpPr>
        <p:grpSpPr>
          <a:xfrm>
            <a:off x="12967109" y="3438513"/>
            <a:ext cx="4114800" cy="2297550"/>
            <a:chOff x="12734915" y="3074550"/>
            <a:chExt cx="4114800" cy="2297550"/>
          </a:xfrm>
        </p:grpSpPr>
        <p:sp>
          <p:nvSpPr>
            <p:cNvPr id="28" name="TextBox 25">
              <a:extLst>
                <a:ext uri="{FF2B5EF4-FFF2-40B4-BE49-F238E27FC236}">
                  <a16:creationId xmlns:a16="http://schemas.microsoft.com/office/drawing/2014/main" id="{4FD58A02-D6B0-6AB9-4B53-9F741B859CA8}"/>
                </a:ext>
              </a:extLst>
            </p:cNvPr>
            <p:cNvSpPr txBox="1"/>
            <p:nvPr/>
          </p:nvSpPr>
          <p:spPr>
            <a:xfrm>
              <a:off x="12887315" y="3251190"/>
              <a:ext cx="3962400" cy="1969770"/>
            </a:xfrm>
            <a:prstGeom prst="rect">
              <a:avLst/>
            </a:prstGeom>
            <a:ln w="76200"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学習率：</a:t>
              </a:r>
              <a:r>
                <a:rPr lang="en-US" altLang="ja-JP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0.0005</a:t>
              </a:r>
            </a:p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バッチサイズ：</a:t>
              </a:r>
              <a:r>
                <a:rPr lang="en-US" altLang="ja-JP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64</a:t>
              </a:r>
              <a:endPara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endParaRPr>
            </a:p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データ数：</a:t>
              </a:r>
              <a:r>
                <a:rPr lang="en-US" altLang="ja-JP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1046</a:t>
              </a:r>
            </a:p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ノイズ：なし</a:t>
              </a:r>
              <a:endPara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endParaRPr>
            </a:p>
          </p:txBody>
        </p: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3DD00051-032D-D479-975E-11D3D5A70A8C}"/>
                </a:ext>
              </a:extLst>
            </p:cNvPr>
            <p:cNvSpPr/>
            <p:nvPr/>
          </p:nvSpPr>
          <p:spPr>
            <a:xfrm>
              <a:off x="12734915" y="3074550"/>
              <a:ext cx="4114800" cy="2297550"/>
            </a:xfrm>
            <a:prstGeom prst="roundRect">
              <a:avLst/>
            </a:prstGeom>
            <a:noFill/>
            <a:ln w="57150"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3" name="TextBox 25">
            <a:extLst>
              <a:ext uri="{FF2B5EF4-FFF2-40B4-BE49-F238E27FC236}">
                <a16:creationId xmlns:a16="http://schemas.microsoft.com/office/drawing/2014/main" id="{D3B79026-AF49-08E5-1D7D-58BC81A3C143}"/>
              </a:ext>
            </a:extLst>
          </p:cNvPr>
          <p:cNvSpPr txBox="1"/>
          <p:nvPr/>
        </p:nvSpPr>
        <p:spPr>
          <a:xfrm>
            <a:off x="1318320" y="3171401"/>
            <a:ext cx="9743932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【</a:t>
            </a:r>
            <a:r>
              <a:rPr lang="en-US" altLang="ja-JP" sz="3200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Npy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ファイルでエポック数を変更したときの比較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】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A72E0D21-3204-3663-B12D-E78A00D87CA2}"/>
              </a:ext>
            </a:extLst>
          </p:cNvPr>
          <p:cNvSpPr txBox="1"/>
          <p:nvPr/>
        </p:nvSpPr>
        <p:spPr>
          <a:xfrm>
            <a:off x="2709918" y="1676416"/>
            <a:ext cx="13817390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</a:t>
            </a:r>
            <a:r>
              <a:rPr lang="en-US" altLang="ja-JP" sz="4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npy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ファイルに　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3)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15148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AE759-48AF-6242-9CCA-F1F5EF05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EB494EF-06A3-5BA2-E79B-B745984B2E02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A85800-5EC6-7CBF-9EEB-0C2408DCD8C2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A1BCFFA-D53F-0EC4-E2C7-43DB9F169E37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EF792FF-01C5-1CDD-6FCE-83D43E056EAC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ED84AFB-14D3-FA9E-7319-E13E5E297826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E6AD12F-E4D6-FC58-C759-BEFEC7172665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5ED1D21-D2DF-58CE-ABFD-D8A988109E1F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011D02B-6C63-9E6D-BE70-500E372D280D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81327FA-218C-F9F3-DC38-9206E068B721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F0276A7-387C-3C35-F9C8-9AAAC11F0FB2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EF11817-ACC8-F4B0-740D-C601E73F169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54D7B28-31A5-0D3F-C14B-8F8FC9CE4A6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8F2DB7A-AB3A-FAD1-4620-743BBEA7B72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536CFD15-7D79-8B4C-24E8-B8B4D572A235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11D2D86D-EF76-C01E-B820-B610368CBA2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E09F9224-1215-E0CE-714E-14B54CC165C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BB0C94C6-6704-4A78-1F4E-B03313DB17C0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39B32A88-231E-FC84-64B8-C50B06BF984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086D8CD1-75ED-5F81-E8BC-70B709D1B87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9AF62393-E9D4-5442-7A35-DB414F140A36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7B73CCB4-B35F-D715-0573-CA480ECC739F}"/>
              </a:ext>
            </a:extLst>
          </p:cNvPr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0DD77753-92F1-F64E-64FD-72E4771F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12</a:t>
            </a:fld>
            <a:endParaRPr lang="en-US" sz="4800" dirty="0"/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C1B40B6C-1EB0-E1BA-E6D9-79524B42185A}"/>
              </a:ext>
            </a:extLst>
          </p:cNvPr>
          <p:cNvGrpSpPr/>
          <p:nvPr/>
        </p:nvGrpSpPr>
        <p:grpSpPr>
          <a:xfrm>
            <a:off x="12315824" y="6816996"/>
            <a:ext cx="4667251" cy="1307456"/>
            <a:chOff x="12192000" y="5962060"/>
            <a:chExt cx="4667251" cy="1307456"/>
          </a:xfrm>
        </p:grpSpPr>
        <p:sp>
          <p:nvSpPr>
            <p:cNvPr id="39" name="TextBox 25">
              <a:extLst>
                <a:ext uri="{FF2B5EF4-FFF2-40B4-BE49-F238E27FC236}">
                  <a16:creationId xmlns:a16="http://schemas.microsoft.com/office/drawing/2014/main" id="{0BF46DE6-653D-695A-4DB3-0660EDD6B9D5}"/>
                </a:ext>
              </a:extLst>
            </p:cNvPr>
            <p:cNvSpPr txBox="1"/>
            <p:nvPr/>
          </p:nvSpPr>
          <p:spPr>
            <a:xfrm>
              <a:off x="12537380" y="6181516"/>
              <a:ext cx="4170918" cy="984885"/>
            </a:xfrm>
            <a:prstGeom prst="rect">
              <a:avLst/>
            </a:prstGeom>
            <a:ln w="76200"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buClr>
                  <a:srgbClr val="64A4A3"/>
                </a:buClr>
                <a:buSzPct val="100000"/>
              </a:pPr>
              <a:r>
                <a:rPr lang="ja-JP" altLang="en-US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エポック数</a:t>
              </a:r>
              <a:r>
                <a:rPr lang="en-US" altLang="ja-JP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1000</a:t>
              </a:r>
              <a:r>
                <a:rPr lang="ja-JP" altLang="en-US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よりは損失関数はいい感じ</a:t>
              </a:r>
              <a:endPara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endParaRPr>
            </a:p>
          </p:txBody>
        </p:sp>
        <p:sp>
          <p:nvSpPr>
            <p:cNvPr id="40" name="四角形: 角を丸くする 39">
              <a:extLst>
                <a:ext uri="{FF2B5EF4-FFF2-40B4-BE49-F238E27FC236}">
                  <a16:creationId xmlns:a16="http://schemas.microsoft.com/office/drawing/2014/main" id="{F410D8AC-46DE-75E5-C01F-8A9EC87712D6}"/>
                </a:ext>
              </a:extLst>
            </p:cNvPr>
            <p:cNvSpPr/>
            <p:nvPr/>
          </p:nvSpPr>
          <p:spPr>
            <a:xfrm>
              <a:off x="12192000" y="5962060"/>
              <a:ext cx="4667251" cy="1307456"/>
            </a:xfrm>
            <a:prstGeom prst="roundRect">
              <a:avLst/>
            </a:prstGeom>
            <a:noFill/>
            <a:ln w="57150"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24" name="図 23" descr="グラフ, ヒストグラム&#10;&#10;自動的に生成された説明">
            <a:extLst>
              <a:ext uri="{FF2B5EF4-FFF2-40B4-BE49-F238E27FC236}">
                <a16:creationId xmlns:a16="http://schemas.microsoft.com/office/drawing/2014/main" id="{90D94B60-04C2-57BE-556B-068CBEC15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553" y="4652180"/>
            <a:ext cx="5852172" cy="438912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777B467-46EE-7038-59A4-56417BD60A95}"/>
              </a:ext>
            </a:extLst>
          </p:cNvPr>
          <p:cNvSpPr txBox="1"/>
          <p:nvPr/>
        </p:nvSpPr>
        <p:spPr>
          <a:xfrm>
            <a:off x="1676761" y="4311540"/>
            <a:ext cx="303521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【</a:t>
            </a: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エポック数</a:t>
            </a:r>
            <a:r>
              <a:rPr lang="en-US" altLang="ja-JP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1000】</a:t>
            </a:r>
          </a:p>
        </p:txBody>
      </p:sp>
      <p:pic>
        <p:nvPicPr>
          <p:cNvPr id="34" name="図 33" descr="グラフ, ヒストグラム&#10;&#10;自動的に生成された説明">
            <a:extLst>
              <a:ext uri="{FF2B5EF4-FFF2-40B4-BE49-F238E27FC236}">
                <a16:creationId xmlns:a16="http://schemas.microsoft.com/office/drawing/2014/main" id="{A6A9018B-AA60-A08B-35DE-9B169C7EB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80" y="4622432"/>
            <a:ext cx="5852172" cy="4389129"/>
          </a:xfrm>
          <a:prstGeom prst="rect">
            <a:avLst/>
          </a:prstGeom>
        </p:spPr>
      </p:pic>
      <p:sp>
        <p:nvSpPr>
          <p:cNvPr id="35" name="矢印: 右 34">
            <a:extLst>
              <a:ext uri="{FF2B5EF4-FFF2-40B4-BE49-F238E27FC236}">
                <a16:creationId xmlns:a16="http://schemas.microsoft.com/office/drawing/2014/main" id="{304DF9CF-F4CA-2089-BC84-503B2348DAC9}"/>
              </a:ext>
            </a:extLst>
          </p:cNvPr>
          <p:cNvSpPr/>
          <p:nvPr/>
        </p:nvSpPr>
        <p:spPr>
          <a:xfrm>
            <a:off x="5687763" y="6609018"/>
            <a:ext cx="633618" cy="660505"/>
          </a:xfrm>
          <a:prstGeom prst="right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1704C33C-2FB5-D04B-4B3B-89BCBEFE6F5C}"/>
              </a:ext>
            </a:extLst>
          </p:cNvPr>
          <p:cNvSpPr txBox="1"/>
          <p:nvPr/>
        </p:nvSpPr>
        <p:spPr>
          <a:xfrm>
            <a:off x="7626394" y="4306302"/>
            <a:ext cx="303521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【</a:t>
            </a: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エポック数</a:t>
            </a:r>
            <a:r>
              <a:rPr lang="en-US" altLang="ja-JP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300】</a:t>
            </a:r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D0DB0C27-F5EC-8573-E825-0CBAB78B0CFB}"/>
              </a:ext>
            </a:extLst>
          </p:cNvPr>
          <p:cNvSpPr txBox="1"/>
          <p:nvPr/>
        </p:nvSpPr>
        <p:spPr>
          <a:xfrm>
            <a:off x="2709918" y="1676416"/>
            <a:ext cx="13817390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</a:t>
            </a:r>
            <a:r>
              <a:rPr lang="en-US" altLang="ja-JP" sz="4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npy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ファイルに　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3)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636695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7CECA-A300-C213-4455-A5D5DA171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F3CC5B-35C4-B5DE-E5FF-06B0A4CCF1F0}"/>
              </a:ext>
            </a:extLst>
          </p:cNvPr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9C08A864-F2BB-01BC-A921-7C980760A37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80EFD6C9-0BEA-939E-1E41-F51CC6B2709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9C07C083-F8DD-FD21-F968-F49DA4C61F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1ABD3DF5-4E34-AD17-BE29-22C101117CCC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6ADCCC48-CA8A-0291-BF5A-14B79D01578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6C8D486B-64EB-4DAA-9083-8F7AC2F7F7C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96AFDC3-DF7E-7A88-7510-E6DE0D07519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08BEC50-4195-5E0F-90E5-B3B415F604D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615466A-BA13-6020-D678-8F9A5BC425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D590444-BA37-E53F-2930-E883395D673F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0F2AF5FE-AA0D-77F7-8143-B11E9F1349A4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D475E136-ED22-468B-9C60-4CBDE67799F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1E9F938C-C02E-FEFD-9182-308F5322D1C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89FEE7AB-7839-984D-B50A-27DAE09C3AC1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6B21C3AB-4C05-2E67-031A-8168C242A65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E750AAD8-7476-87D8-2440-E97E39546E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39A9E859-3A68-1841-F949-476AB76A44C0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E4E5B0A7-D4BB-E93F-5DB6-227434ADAD8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91714326-3DA0-9C19-D637-3729021A0D3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3C253EC7-1CD3-5ADC-AE9E-5919AAE4F25C}"/>
              </a:ext>
            </a:extLst>
          </p:cNvPr>
          <p:cNvGrpSpPr/>
          <p:nvPr/>
        </p:nvGrpSpPr>
        <p:grpSpPr>
          <a:xfrm>
            <a:off x="9601200" y="3788321"/>
            <a:ext cx="6318717" cy="2710357"/>
            <a:chOff x="10121433" y="2372121"/>
            <a:chExt cx="6318717" cy="2710357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52B96D2F-9048-7968-C1D7-0549DFC58079}"/>
                </a:ext>
              </a:extLst>
            </p:cNvPr>
            <p:cNvSpPr txBox="1"/>
            <p:nvPr/>
          </p:nvSpPr>
          <p:spPr>
            <a:xfrm>
              <a:off x="11273049" y="2372121"/>
              <a:ext cx="5167101" cy="2696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音響データを</a:t>
              </a:r>
              <a:r>
                <a:rPr lang="en-US" altLang="ja-JP" sz="2999" dirty="0" err="1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npy</a:t>
              </a: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ファイルに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marL="457200" indent="-457200" algn="l">
                <a:lnSpc>
                  <a:spcPts val="5399"/>
                </a:lnSpc>
                <a:buClr>
                  <a:srgbClr val="64A4A3"/>
                </a:buClr>
                <a:buFont typeface="Wingdings" panose="05000000000000000000" pitchFamily="2" charset="2"/>
                <a:buChar char="l"/>
              </a:pPr>
              <a:r>
                <a:rPr lang="en-US" altLang="ja-JP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(224,</a:t>
              </a: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 </a:t>
              </a:r>
              <a:r>
                <a:rPr lang="en-US" altLang="ja-JP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224,</a:t>
              </a: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 </a:t>
              </a:r>
              <a:r>
                <a:rPr lang="en-US" altLang="ja-JP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3)</a:t>
              </a:r>
            </a:p>
            <a:p>
              <a:pPr marL="457200" indent="-457200" algn="l">
                <a:lnSpc>
                  <a:spcPts val="5399"/>
                </a:lnSpc>
                <a:buClr>
                  <a:srgbClr val="64A4A3"/>
                </a:buClr>
                <a:buFont typeface="Wingdings" panose="05000000000000000000" pitchFamily="2" charset="2"/>
                <a:buChar char="l"/>
              </a:pPr>
              <a:r>
                <a:rPr lang="en-US" altLang="ja-JP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(224, 224, 1)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今後の展望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D7749DE4-547E-7B00-F19E-73F6AB3137AC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2710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7D644BB1-DA1D-1FE3-DC43-114917107B31}"/>
              </a:ext>
            </a:extLst>
          </p:cNvPr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5AB876D7-D626-522F-AECE-9CF7AD9D3BB6}"/>
              </a:ext>
            </a:extLst>
          </p:cNvPr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31991A6A-6968-AF90-1B93-491885AAA9AF}"/>
              </a:ext>
            </a:extLst>
          </p:cNvPr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E7A9D26A-DC1D-A203-F460-2D6D5376D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13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523266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FA7E4-2E27-8321-B207-C919EDD2F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7A3B08-631B-EA05-8E43-12DD87E51C88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10A99BA-4884-E67F-399A-0FE7F1DF628F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B267280-B075-A165-3017-0AE927C0E522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6E93B4D-0369-9F4B-691C-0237F31E9C7C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A12A7C4-D122-90A9-8C8C-AC434BA0E70F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0ACC622-C4F8-ABD0-5828-A5D6A6A52DA1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FE6FFEE-6239-A410-0155-D3EB81A47E22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0A3441C-0945-090B-0CC3-841AD063132A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DA11ACA-854B-0DCA-8FF2-D027AB8D9BF9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C996D74-9E21-4070-FB2D-DE0A3F6F622C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F588EEC-63E4-0343-D3B5-92DE6C15C692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51C011A-3B36-B911-B8A6-46C0AF1791E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D41F43B-3485-182B-E8DB-969D5014C4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60D1247-D735-6D4D-0810-05A5C13009C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70CB8259-17BA-D1D7-1179-C5E3CF6357C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0E2A95E7-60FA-E7E1-11AE-95997B3343A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8AB341DB-1753-B746-E5D0-E109D488C199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9DA9A07F-95DF-9A4A-AFA9-A28F81A9076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EFD731C4-1969-A4EC-3C32-5131E07E65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0F5E5FED-8279-67AD-42AD-FC3DD7FB96A6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4216D41-C0EB-079B-AEE8-35F8D3F5B368}"/>
              </a:ext>
            </a:extLst>
          </p:cNvPr>
          <p:cNvSpPr txBox="1"/>
          <p:nvPr/>
        </p:nvSpPr>
        <p:spPr>
          <a:xfrm>
            <a:off x="1028699" y="1285965"/>
            <a:ext cx="2724391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6148ADBB-F0E7-8D3B-1F4C-83F650A23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14</a:t>
            </a:fld>
            <a:endParaRPr lang="en-US" sz="4800" dirty="0"/>
          </a:p>
        </p:txBody>
      </p:sp>
      <p:pic>
        <p:nvPicPr>
          <p:cNvPr id="31" name="図 30" descr="テキスト&#10;&#10;自動的に生成された説明">
            <a:extLst>
              <a:ext uri="{FF2B5EF4-FFF2-40B4-BE49-F238E27FC236}">
                <a16:creationId xmlns:a16="http://schemas.microsoft.com/office/drawing/2014/main" id="{1731EDB9-222E-6492-4CD4-FA6A9AA66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7" t="63797" r="-1408" b="30278"/>
          <a:stretch/>
        </p:blipFill>
        <p:spPr>
          <a:xfrm>
            <a:off x="472239" y="4593227"/>
            <a:ext cx="9372600" cy="665045"/>
          </a:xfrm>
          <a:prstGeom prst="rect">
            <a:avLst/>
          </a:prstGeom>
        </p:spPr>
      </p:pic>
      <p:sp>
        <p:nvSpPr>
          <p:cNvPr id="32" name="TextBox 25">
            <a:extLst>
              <a:ext uri="{FF2B5EF4-FFF2-40B4-BE49-F238E27FC236}">
                <a16:creationId xmlns:a16="http://schemas.microsoft.com/office/drawing/2014/main" id="{4AE30205-B1A9-1689-80B7-3302A035B31E}"/>
              </a:ext>
            </a:extLst>
          </p:cNvPr>
          <p:cNvSpPr txBox="1"/>
          <p:nvPr/>
        </p:nvSpPr>
        <p:spPr>
          <a:xfrm>
            <a:off x="10007902" y="4524381"/>
            <a:ext cx="811857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←</a:t>
            </a:r>
            <a:r>
              <a:rPr lang="en-US" altLang="ja-JP" sz="3200" u="none" strike="noStrike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np.stack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で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(224,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224,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3)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にしていたが，そもそも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1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チャンネルではできないのか？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3507FCC5-A42F-4606-6525-25DDAE867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2" y="6600789"/>
            <a:ext cx="6705600" cy="607391"/>
          </a:xfrm>
          <a:prstGeom prst="rect">
            <a:avLst/>
          </a:prstGeom>
        </p:spPr>
      </p:pic>
      <p:sp>
        <p:nvSpPr>
          <p:cNvPr id="28" name="矢印: 右 27">
            <a:extLst>
              <a:ext uri="{FF2B5EF4-FFF2-40B4-BE49-F238E27FC236}">
                <a16:creationId xmlns:a16="http://schemas.microsoft.com/office/drawing/2014/main" id="{C0B4F325-DB71-B49C-ABB1-34F10D6766D6}"/>
              </a:ext>
            </a:extLst>
          </p:cNvPr>
          <p:cNvSpPr/>
          <p:nvPr/>
        </p:nvSpPr>
        <p:spPr>
          <a:xfrm rot="5400000">
            <a:off x="4661892" y="5637878"/>
            <a:ext cx="633618" cy="660505"/>
          </a:xfrm>
          <a:prstGeom prst="right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FB3AE7C6-9F3C-736B-66A4-2FA4F68EBCB2}"/>
              </a:ext>
            </a:extLst>
          </p:cNvPr>
          <p:cNvSpPr txBox="1"/>
          <p:nvPr/>
        </p:nvSpPr>
        <p:spPr>
          <a:xfrm>
            <a:off x="9283605" y="6658262"/>
            <a:ext cx="7708995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←</a:t>
            </a:r>
            <a:r>
              <a:rPr lang="en-US" altLang="ja-JP" sz="3200" u="none" strike="noStrike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np.</a:t>
            </a:r>
            <a:r>
              <a:rPr lang="en-US" altLang="ja-JP" sz="3200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expand_dims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で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(224, 224)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の配列に新しい次元を追加し，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(224,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224,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1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)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にした．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4C8A20DE-5340-6545-4D29-EB85406BE676}"/>
              </a:ext>
            </a:extLst>
          </p:cNvPr>
          <p:cNvSpPr txBox="1"/>
          <p:nvPr/>
        </p:nvSpPr>
        <p:spPr>
          <a:xfrm>
            <a:off x="2709918" y="1676416"/>
            <a:ext cx="13817390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</a:t>
            </a:r>
            <a:r>
              <a:rPr lang="en-US" altLang="ja-JP" sz="4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npy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ファイルに　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1)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930221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B5033-B64F-33E9-1882-1DF29DC3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7AB561-FE9C-E775-A735-2BADF0EA85E1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0C9D7A-B2A6-5CE4-4AA9-7BB43AF5BFB7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1AA053B-C485-4153-2775-826E28D71CED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BE958ED-150C-6EC0-0B65-52E67C5BB1EE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524B86B-F5F0-3118-3D6D-C3D47A32642D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86D0D3A-2363-ADAE-7DCD-01B7CC2BCEC1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3CB7422-87E7-2740-B316-060CF8CE3129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E6F7791-6F08-2E26-6112-822305F589E6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B991A6C-A334-ED5C-A41B-88523375290C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B4C3FEE-C56E-6F55-6CD4-1646EA61ED36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3CA1BF3-1839-1FE1-7204-7542748421A2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A7FEAA1-036D-B318-9174-83E98CC090D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702F141-9FAD-28AD-3CBD-332847078B0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8CFCDAFF-4EF3-56AF-8F92-0908C6EB69D1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41857C95-E111-CA83-2CE3-60FA63FC6CE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BA405E1F-CA2B-5738-A4FD-44F4DDDE7A0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A55D53D8-0036-11A4-FEF2-73CBDC079F8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AB322854-543A-3935-7ECE-A436D3812B0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D026707A-C76A-D78E-B928-30D43F21C6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E840B107-185E-397E-D50C-8CFB23FB9FEF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72D2261-F5AE-F4FB-C48B-744E08712E2C}"/>
              </a:ext>
            </a:extLst>
          </p:cNvPr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24F28B53-5D00-8F7B-54CC-1439F4D7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15</a:t>
            </a:fld>
            <a:endParaRPr lang="en-US" sz="4800" dirty="0"/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7A271AD6-CD8E-E328-32CF-557D14A046EC}"/>
              </a:ext>
            </a:extLst>
          </p:cNvPr>
          <p:cNvSpPr txBox="1"/>
          <p:nvPr/>
        </p:nvSpPr>
        <p:spPr>
          <a:xfrm>
            <a:off x="8525703" y="5970170"/>
            <a:ext cx="252992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3200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Npy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ファイル</a:t>
            </a:r>
            <a:endParaRPr lang="en-US" altLang="ja-JP" sz="32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BDCA1B-0AA6-4444-E527-5184A4F9F446}"/>
              </a:ext>
            </a:extLst>
          </p:cNvPr>
          <p:cNvSpPr txBox="1"/>
          <p:nvPr/>
        </p:nvSpPr>
        <p:spPr>
          <a:xfrm>
            <a:off x="1492464" y="3169541"/>
            <a:ext cx="9937606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【</a:t>
            </a:r>
            <a:r>
              <a:rPr lang="en-US" altLang="ja-JP" sz="3200" dirty="0" err="1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npy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ファイルの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1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チャンネルと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3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チャンネルの比較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】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BC07D53-81DA-4221-6C53-38509126A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138713"/>
              </p:ext>
            </p:extLst>
          </p:nvPr>
        </p:nvGraphicFramePr>
        <p:xfrm>
          <a:off x="974867" y="3734314"/>
          <a:ext cx="10972800" cy="5172240"/>
        </p:xfrm>
        <a:graphic>
          <a:graphicData uri="http://schemas.openxmlformats.org/drawingml/2006/table">
            <a:tbl>
              <a:tblPr/>
              <a:tblGrid>
                <a:gridCol w="316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8056"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ja-JP" altLang="en-US" sz="20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チャンネル数</a:t>
                      </a:r>
                      <a:endParaRPr lang="en-US" sz="2000" dirty="0"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ja-JP" altLang="en-US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読み込み時間 </a:t>
                      </a:r>
                      <a:r>
                        <a:rPr lang="en-US" altLang="ja-JP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[s]</a:t>
                      </a:r>
                      <a:endParaRPr lang="en-US" sz="2000" dirty="0"/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R</a:t>
                      </a:r>
                      <a:r>
                        <a:rPr lang="en-US" sz="2000" baseline="30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2</a:t>
                      </a:r>
                      <a:r>
                        <a:rPr lang="en-US" sz="20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 score avg</a:t>
                      </a:r>
                      <a:endParaRPr lang="en-US" sz="2000" dirty="0"/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20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AUC avg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092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92B2B"/>
                          </a:solidFill>
                          <a:latin typeface="Source Han Sans JP Medium"/>
                          <a:ea typeface="Source Han Sans JP Medium"/>
                          <a:sym typeface="Source Han Sans JP Medium"/>
                        </a:rPr>
                        <a:t>1</a:t>
                      </a:r>
                      <a:endParaRPr lang="en-US" sz="3200" dirty="0"/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0.315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4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0.9501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3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92B2B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  <a:sym typeface="Source Han Sans JP"/>
                        </a:rPr>
                        <a:t>0.9628</a:t>
                      </a:r>
                      <a:endParaRPr lang="en-US" sz="3200" dirty="0"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092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3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0.708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92B2B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  <a:sym typeface="Source Han Sans JP"/>
                        </a:rPr>
                        <a:t>0.9471</a:t>
                      </a:r>
                      <a:endParaRPr lang="en-US" sz="3200" dirty="0"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8"/>
                        </a:lnSpc>
                        <a:defRPr/>
                      </a:pPr>
                      <a:r>
                        <a:rPr lang="en-US" sz="3200" dirty="0"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0.9589</a:t>
                      </a:r>
                    </a:p>
                  </a:txBody>
                  <a:tcPr marL="31327" marR="31327" marT="31327" marB="31327" anchor="ctr">
                    <a:lnL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1D5F8C3A-A89A-66E9-3FAA-7B6DE7B97FC0}"/>
              </a:ext>
            </a:extLst>
          </p:cNvPr>
          <p:cNvGrpSpPr/>
          <p:nvPr/>
        </p:nvGrpSpPr>
        <p:grpSpPr>
          <a:xfrm>
            <a:off x="12725400" y="7068939"/>
            <a:ext cx="4114800" cy="1858022"/>
            <a:chOff x="12967109" y="3285479"/>
            <a:chExt cx="4114800" cy="1858022"/>
          </a:xfrm>
        </p:grpSpPr>
        <p:sp>
          <p:nvSpPr>
            <p:cNvPr id="33" name="TextBox 25">
              <a:extLst>
                <a:ext uri="{FF2B5EF4-FFF2-40B4-BE49-F238E27FC236}">
                  <a16:creationId xmlns:a16="http://schemas.microsoft.com/office/drawing/2014/main" id="{83827238-7858-C944-5031-168B59A7E410}"/>
                </a:ext>
              </a:extLst>
            </p:cNvPr>
            <p:cNvSpPr txBox="1"/>
            <p:nvPr/>
          </p:nvSpPr>
          <p:spPr>
            <a:xfrm>
              <a:off x="13119509" y="3462119"/>
              <a:ext cx="3962400" cy="1477328"/>
            </a:xfrm>
            <a:prstGeom prst="rect">
              <a:avLst/>
            </a:prstGeom>
            <a:ln w="76200"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学習率：</a:t>
              </a:r>
              <a:r>
                <a:rPr lang="en-US" altLang="ja-JP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0.0001</a:t>
              </a:r>
            </a:p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バッチサイズ：</a:t>
              </a:r>
              <a:r>
                <a:rPr lang="en-US" altLang="ja-JP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64</a:t>
              </a:r>
            </a:p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エポック数：</a:t>
              </a:r>
              <a:r>
                <a:rPr lang="en-US" altLang="ja-JP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300</a:t>
              </a:r>
            </a:p>
          </p:txBody>
        </p:sp>
        <p:sp>
          <p:nvSpPr>
            <p:cNvPr id="34" name="四角形: 角を丸くする 33">
              <a:extLst>
                <a:ext uri="{FF2B5EF4-FFF2-40B4-BE49-F238E27FC236}">
                  <a16:creationId xmlns:a16="http://schemas.microsoft.com/office/drawing/2014/main" id="{C03901B4-E172-2893-E80D-811B6269F89F}"/>
                </a:ext>
              </a:extLst>
            </p:cNvPr>
            <p:cNvSpPr/>
            <p:nvPr/>
          </p:nvSpPr>
          <p:spPr>
            <a:xfrm>
              <a:off x="12967109" y="3285479"/>
              <a:ext cx="4114800" cy="1858022"/>
            </a:xfrm>
            <a:prstGeom prst="roundRect">
              <a:avLst/>
            </a:prstGeom>
            <a:noFill/>
            <a:ln w="57150"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3A6EC883-A90A-98A1-53B2-1182626502E8}"/>
              </a:ext>
            </a:extLst>
          </p:cNvPr>
          <p:cNvGrpSpPr/>
          <p:nvPr/>
        </p:nvGrpSpPr>
        <p:grpSpPr>
          <a:xfrm>
            <a:off x="12725400" y="5210917"/>
            <a:ext cx="4114800" cy="1858022"/>
            <a:chOff x="12967109" y="3285479"/>
            <a:chExt cx="4114800" cy="1858022"/>
          </a:xfrm>
        </p:grpSpPr>
        <p:sp>
          <p:nvSpPr>
            <p:cNvPr id="41" name="TextBox 25">
              <a:extLst>
                <a:ext uri="{FF2B5EF4-FFF2-40B4-BE49-F238E27FC236}">
                  <a16:creationId xmlns:a16="http://schemas.microsoft.com/office/drawing/2014/main" id="{9273A980-8770-441F-486E-104899366362}"/>
                </a:ext>
              </a:extLst>
            </p:cNvPr>
            <p:cNvSpPr txBox="1"/>
            <p:nvPr/>
          </p:nvSpPr>
          <p:spPr>
            <a:xfrm>
              <a:off x="13119509" y="3462119"/>
              <a:ext cx="3962400" cy="1477328"/>
            </a:xfrm>
            <a:prstGeom prst="rect">
              <a:avLst/>
            </a:prstGeom>
            <a:ln w="76200"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学習率：</a:t>
              </a:r>
              <a:r>
                <a:rPr lang="en-US" altLang="ja-JP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0.00005</a:t>
              </a:r>
            </a:p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u="none" strike="noStrike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バッチサイズ：</a:t>
              </a:r>
              <a:r>
                <a:rPr lang="en-US" altLang="ja-JP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32</a:t>
              </a:r>
              <a:endPara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endParaRPr>
            </a:p>
            <a:p>
              <a:pPr marL="457200" indent="-457200" algn="l">
                <a:buClr>
                  <a:srgbClr val="64A4A3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ja-JP" altLang="en-US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エポック数：</a:t>
              </a:r>
              <a:r>
                <a:rPr lang="en-US" altLang="ja-JP" sz="3200" dirty="0">
                  <a:solidFill>
                    <a:srgbClr val="292B2B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300</a:t>
              </a:r>
            </a:p>
          </p:txBody>
        </p:sp>
        <p:sp>
          <p:nvSpPr>
            <p:cNvPr id="42" name="四角形: 角を丸くする 41">
              <a:extLst>
                <a:ext uri="{FF2B5EF4-FFF2-40B4-BE49-F238E27FC236}">
                  <a16:creationId xmlns:a16="http://schemas.microsoft.com/office/drawing/2014/main" id="{7D5284C0-2B9D-F261-25FA-BDDA1EEC3EBE}"/>
                </a:ext>
              </a:extLst>
            </p:cNvPr>
            <p:cNvSpPr/>
            <p:nvPr/>
          </p:nvSpPr>
          <p:spPr>
            <a:xfrm>
              <a:off x="12967109" y="3285479"/>
              <a:ext cx="4114800" cy="1858022"/>
            </a:xfrm>
            <a:prstGeom prst="roundRect">
              <a:avLst/>
            </a:prstGeom>
            <a:noFill/>
            <a:ln w="57150"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3" name="TextBox 25">
            <a:extLst>
              <a:ext uri="{FF2B5EF4-FFF2-40B4-BE49-F238E27FC236}">
                <a16:creationId xmlns:a16="http://schemas.microsoft.com/office/drawing/2014/main" id="{9DABA7BB-5B8E-D8CD-CA7B-4F5B165BD0D7}"/>
              </a:ext>
            </a:extLst>
          </p:cNvPr>
          <p:cNvSpPr txBox="1"/>
          <p:nvPr/>
        </p:nvSpPr>
        <p:spPr>
          <a:xfrm>
            <a:off x="12611100" y="3408856"/>
            <a:ext cx="46482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※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どちらも最も値の良くなるパラメータで比較した．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36749B65-4A11-E176-9D54-69C96154665E}"/>
              </a:ext>
            </a:extLst>
          </p:cNvPr>
          <p:cNvSpPr txBox="1"/>
          <p:nvPr/>
        </p:nvSpPr>
        <p:spPr>
          <a:xfrm>
            <a:off x="2709918" y="1676416"/>
            <a:ext cx="13817390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</a:t>
            </a:r>
            <a:r>
              <a:rPr lang="en-US" altLang="ja-JP" sz="4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npy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ファイルに　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224,</a:t>
            </a: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</a:t>
            </a:r>
            <a:r>
              <a:rPr lang="en-US" altLang="ja-JP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1)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33679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DBD21-4519-9AD2-8CC1-F7C43397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2B193E8-0912-E5B4-6BD6-92ED943DE3EF}"/>
              </a:ext>
            </a:extLst>
          </p:cNvPr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1F08689-AAA7-31C5-E1A1-2DA8B3242DB4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69810DC6-D249-A4E5-9191-08231CAB99F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CF55F29E-0110-622E-9BC6-BA936BCD3EF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4E569DF4-B95F-D26A-69F4-8C8C43594C6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02CBCF7C-BB04-A958-6657-4272E7DD69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01A05B65-7A45-5D87-0FA6-B1919988BB6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59BB9CD-B0AE-3E7C-C7D3-85B6EF3954AD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9CFA618-4457-93E4-FF4D-E8EF655CFF5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9D5F9F7-3B82-4F50-5444-6E95F8A94D6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DD40956-C2E2-D6D7-97CB-6D7944ACB41F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4D83EA24-84FB-2717-E1F0-F267ECAB8153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D489C015-B43D-92AF-B0E7-DADAE9BC0E9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00FEBCB8-9943-2CC9-E64F-0AD2A49F057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4D15CE81-8BF0-92AF-2F06-2FBDA6C26D7C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2F569208-2485-7628-0246-8233E79BFCA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3B3E8327-9C40-3127-149A-E0E224FC980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059522A9-73AE-5938-9317-D498654DAF18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31801E18-0A19-DFA3-8C0C-E7B253B85B4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095AD8A8-AFF6-1E35-3F26-40F559AF7D4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A1773AF1-7B67-ACED-E4DC-96378CF23577}"/>
              </a:ext>
            </a:extLst>
          </p:cNvPr>
          <p:cNvGrpSpPr/>
          <p:nvPr/>
        </p:nvGrpSpPr>
        <p:grpSpPr>
          <a:xfrm>
            <a:off x="9601200" y="3788321"/>
            <a:ext cx="6318717" cy="2710357"/>
            <a:chOff x="10121433" y="2372121"/>
            <a:chExt cx="6318717" cy="2710357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6C5C921-47CE-2951-5F53-17E4F0E9665D}"/>
                </a:ext>
              </a:extLst>
            </p:cNvPr>
            <p:cNvSpPr txBox="1"/>
            <p:nvPr/>
          </p:nvSpPr>
          <p:spPr>
            <a:xfrm>
              <a:off x="11273049" y="2372121"/>
              <a:ext cx="5167101" cy="2696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音響データを</a:t>
              </a:r>
              <a:r>
                <a:rPr lang="en-US" altLang="ja-JP" sz="2999" dirty="0" err="1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npy</a:t>
              </a: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ファイルに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marL="457200" indent="-457200" algn="l">
                <a:lnSpc>
                  <a:spcPts val="5399"/>
                </a:lnSpc>
                <a:buClr>
                  <a:srgbClr val="64A4A3"/>
                </a:buClr>
                <a:buFont typeface="Wingdings" panose="05000000000000000000" pitchFamily="2" charset="2"/>
                <a:buChar char="l"/>
              </a:pPr>
              <a:r>
                <a:rPr lang="en-US" altLang="ja-JP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(224,</a:t>
              </a: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 </a:t>
              </a:r>
              <a:r>
                <a:rPr lang="en-US" altLang="ja-JP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224,</a:t>
              </a: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 </a:t>
              </a:r>
              <a:r>
                <a:rPr lang="en-US" altLang="ja-JP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3)</a:t>
              </a:r>
            </a:p>
            <a:p>
              <a:pPr marL="457200" indent="-457200" algn="l">
                <a:lnSpc>
                  <a:spcPts val="5399"/>
                </a:lnSpc>
                <a:buClr>
                  <a:srgbClr val="64A4A3"/>
                </a:buClr>
                <a:buFont typeface="Wingdings" panose="05000000000000000000" pitchFamily="2" charset="2"/>
                <a:buChar char="l"/>
              </a:pPr>
              <a:r>
                <a:rPr lang="en-US" altLang="ja-JP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(224, 224, 1)</a:t>
              </a: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今後の展望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F9604CE5-CE09-217E-2DE4-6EAD7AA7F32C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2710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C68B47FD-0245-EF51-691B-2F40AD717704}"/>
              </a:ext>
            </a:extLst>
          </p:cNvPr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8BD0C259-DEAF-60F1-3C95-21E90FDC106E}"/>
              </a:ext>
            </a:extLst>
          </p:cNvPr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5DB4AA97-80B4-7F9B-2C5A-8F3C30E1488C}"/>
              </a:ext>
            </a:extLst>
          </p:cNvPr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F0FC070A-CEBB-4434-5A56-65C9A5F55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16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242144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9" y="1676416"/>
            <a:ext cx="4466734" cy="72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今後の展望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02</a:t>
            </a:r>
          </a:p>
        </p:txBody>
      </p:sp>
      <p:sp>
        <p:nvSpPr>
          <p:cNvPr id="23" name="スライド番号プレースホルダー 28">
            <a:extLst>
              <a:ext uri="{FF2B5EF4-FFF2-40B4-BE49-F238E27FC236}">
                <a16:creationId xmlns:a16="http://schemas.microsoft.com/office/drawing/2014/main" id="{EB6B76B5-1EE6-260F-362E-0E77ACBB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17</a:t>
            </a:fld>
            <a:endParaRPr lang="en-US" sz="4800" dirty="0"/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6BF1CC99-C6F5-EC45-80A9-A3627F3C76E8}"/>
              </a:ext>
            </a:extLst>
          </p:cNvPr>
          <p:cNvGrpSpPr/>
          <p:nvPr/>
        </p:nvGrpSpPr>
        <p:grpSpPr>
          <a:xfrm>
            <a:off x="2342737" y="3369773"/>
            <a:ext cx="14573664" cy="5579349"/>
            <a:chOff x="2279236" y="3293132"/>
            <a:chExt cx="14878873" cy="5579349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30F37F19-0E47-51EA-5070-813F86980DA1}"/>
                </a:ext>
              </a:extLst>
            </p:cNvPr>
            <p:cNvGrpSpPr/>
            <p:nvPr/>
          </p:nvGrpSpPr>
          <p:grpSpPr>
            <a:xfrm>
              <a:off x="2279236" y="3293132"/>
              <a:ext cx="14878873" cy="4821129"/>
              <a:chOff x="2286000" y="3588419"/>
              <a:chExt cx="14878873" cy="4821129"/>
            </a:xfrm>
          </p:grpSpPr>
          <p:grpSp>
            <p:nvGrpSpPr>
              <p:cNvPr id="27" name="グループ化 26">
                <a:extLst>
                  <a:ext uri="{FF2B5EF4-FFF2-40B4-BE49-F238E27FC236}">
                    <a16:creationId xmlns:a16="http://schemas.microsoft.com/office/drawing/2014/main" id="{36AB8344-229D-6211-5237-75C7362C514B}"/>
                  </a:ext>
                </a:extLst>
              </p:cNvPr>
              <p:cNvGrpSpPr/>
              <p:nvPr/>
            </p:nvGrpSpPr>
            <p:grpSpPr>
              <a:xfrm>
                <a:off x="2392007" y="3588419"/>
                <a:ext cx="14772866" cy="3969160"/>
                <a:chOff x="1981200" y="3331673"/>
                <a:chExt cx="14772866" cy="3969160"/>
              </a:xfrm>
            </p:grpSpPr>
            <p:grpSp>
              <p:nvGrpSpPr>
                <p:cNvPr id="32" name="グループ化 31">
                  <a:extLst>
                    <a:ext uri="{FF2B5EF4-FFF2-40B4-BE49-F238E27FC236}">
                      <a16:creationId xmlns:a16="http://schemas.microsoft.com/office/drawing/2014/main" id="{9EDB21BA-E644-9054-428F-9410693E2DF2}"/>
                    </a:ext>
                  </a:extLst>
                </p:cNvPr>
                <p:cNvGrpSpPr/>
                <p:nvPr/>
              </p:nvGrpSpPr>
              <p:grpSpPr>
                <a:xfrm>
                  <a:off x="1981200" y="3331673"/>
                  <a:ext cx="14772866" cy="2322495"/>
                  <a:chOff x="10121433" y="2372121"/>
                  <a:chExt cx="6318717" cy="2322495"/>
                </a:xfrm>
              </p:grpSpPr>
              <p:sp>
                <p:nvSpPr>
                  <p:cNvPr id="33" name="TextBox 22">
                    <a:extLst>
                      <a:ext uri="{FF2B5EF4-FFF2-40B4-BE49-F238E27FC236}">
                        <a16:creationId xmlns:a16="http://schemas.microsoft.com/office/drawing/2014/main" id="{AB751958-B8BC-2491-A029-8F5AF50FD75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61272" y="2372121"/>
                    <a:ext cx="5778878" cy="2322495"/>
                  </a:xfrm>
                  <a:prstGeom prst="rect">
                    <a:avLst/>
                  </a:prstGeom>
                </p:spPr>
                <p:txBody>
                  <a:bodyPr wrap="square" lIns="0" tIns="0" rIns="0" bIns="0" rtlCol="0" anchor="t">
                    <a:spAutoFit/>
                  </a:bodyPr>
                  <a:lstStyle/>
                  <a:p>
                    <a:pPr algn="just">
                      <a:lnSpc>
                        <a:spcPct val="150000"/>
                      </a:lnSpc>
                      <a:spcBef>
                        <a:spcPct val="0"/>
                      </a:spcBef>
                    </a:pPr>
                    <a:r>
                      <a:rPr lang="ja-JP" altLang="en-US" sz="4000" dirty="0">
                        <a:latin typeface="Source Han Sans JP Medium"/>
                        <a:ea typeface="Source Han Sans JP Medium"/>
                        <a:cs typeface="Source Han Sans JP Medium"/>
                        <a:sym typeface="Source Han Sans JP Medium"/>
                      </a:rPr>
                      <a:t>データセットの拡張</a:t>
                    </a:r>
                    <a:endParaRPr lang="en-US" altLang="ja-JP" sz="4000" dirty="0">
                      <a:latin typeface="Source Han Sans JP Medium"/>
                      <a:ea typeface="Source Han Sans JP Medium"/>
                      <a:cs typeface="Source Han Sans JP Medium"/>
                      <a:sym typeface="Source Han Sans JP Medium"/>
                    </a:endParaRPr>
                  </a:p>
                  <a:p>
                    <a:pPr marL="571500" indent="-571500" algn="just">
                      <a:lnSpc>
                        <a:spcPct val="150000"/>
                      </a:lnSpc>
                      <a:spcBef>
                        <a:spcPct val="0"/>
                      </a:spcBef>
                      <a:buClr>
                        <a:srgbClr val="90C4C3"/>
                      </a:buClr>
                      <a:buFont typeface="Wingdings" panose="05000000000000000000" pitchFamily="2" charset="2"/>
                      <a:buChar char="l"/>
                    </a:pPr>
                    <a:r>
                      <a:rPr lang="ja-JP" altLang="en-US" sz="3200" dirty="0">
                        <a:latin typeface="Source Han Sans JP Medium"/>
                        <a:ea typeface="Source Han Sans JP Medium"/>
                        <a:cs typeface="Source Han Sans JP Medium"/>
                        <a:sym typeface="Source Han Sans JP Medium"/>
                      </a:rPr>
                      <a:t>各実験のデータをどのように組み合わせるか</a:t>
                    </a:r>
                    <a:endParaRPr lang="en-US" altLang="ja-JP" sz="3200" dirty="0">
                      <a:latin typeface="Source Han Sans JP Medium"/>
                      <a:ea typeface="Source Han Sans JP Medium"/>
                      <a:cs typeface="Source Han Sans JP Medium"/>
                      <a:sym typeface="Source Han Sans JP Medium"/>
                    </a:endParaRPr>
                  </a:p>
                  <a:p>
                    <a:pPr marL="571500" indent="-571500" algn="just">
                      <a:lnSpc>
                        <a:spcPct val="150000"/>
                      </a:lnSpc>
                      <a:spcBef>
                        <a:spcPct val="0"/>
                      </a:spcBef>
                      <a:buClr>
                        <a:srgbClr val="90C4C3"/>
                      </a:buClr>
                      <a:buFont typeface="Wingdings" panose="05000000000000000000" pitchFamily="2" charset="2"/>
                      <a:buChar char="l"/>
                    </a:pPr>
                    <a:r>
                      <a:rPr lang="ja-JP" altLang="en-US" sz="3200" dirty="0">
                        <a:latin typeface="Source Han Sans JP Medium"/>
                        <a:ea typeface="Source Han Sans JP Medium"/>
                        <a:cs typeface="Source Han Sans JP Medium"/>
                        <a:sym typeface="Source Han Sans JP Medium"/>
                      </a:rPr>
                      <a:t>細線の太さやサブクール度が違うもの</a:t>
                    </a:r>
                    <a:endParaRPr lang="en-US" altLang="ja-JP" sz="3200" dirty="0">
                      <a:latin typeface="Source Han Sans JP Medium"/>
                      <a:ea typeface="Source Han Sans JP Medium"/>
                      <a:cs typeface="Source Han Sans JP Medium"/>
                      <a:sym typeface="Source Han Sans JP Medium"/>
                    </a:endParaRPr>
                  </a:p>
                </p:txBody>
              </p:sp>
              <p:sp>
                <p:nvSpPr>
                  <p:cNvPr id="34" name="TextBox 23">
                    <a:extLst>
                      <a:ext uri="{FF2B5EF4-FFF2-40B4-BE49-F238E27FC236}">
                        <a16:creationId xmlns:a16="http://schemas.microsoft.com/office/drawing/2014/main" id="{8BADC78C-335F-2CC6-79A7-95A697C7541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1433" y="2372121"/>
                    <a:ext cx="316070" cy="843885"/>
                  </a:xfrm>
                  <a:prstGeom prst="rect">
                    <a:avLst/>
                  </a:prstGeom>
                </p:spPr>
                <p:txBody>
                  <a:bodyPr wrap="square" lIns="0" tIns="0" rIns="0" bIns="0" rtlCol="0" anchor="t">
                    <a:spAutoFit/>
                  </a:bodyPr>
                  <a:lstStyle/>
                  <a:p>
                    <a:pPr algn="l">
                      <a:lnSpc>
                        <a:spcPct val="150000"/>
                      </a:lnSpc>
                    </a:pPr>
                    <a:r>
                      <a:rPr lang="en-US" sz="4000" dirty="0">
                        <a:solidFill>
                          <a:srgbClr val="64A4A3"/>
                        </a:solidFill>
                        <a:latin typeface="Now"/>
                        <a:ea typeface="Now"/>
                        <a:cs typeface="Now"/>
                        <a:sym typeface="Now"/>
                      </a:rPr>
                      <a:t>01</a:t>
                    </a:r>
                  </a:p>
                </p:txBody>
              </p:sp>
            </p:grpSp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0702A874-B53A-90EC-1543-F2E8AB9F594D}"/>
                    </a:ext>
                  </a:extLst>
                </p:cNvPr>
                <p:cNvSpPr txBox="1"/>
                <p:nvPr/>
              </p:nvSpPr>
              <p:spPr>
                <a:xfrm>
                  <a:off x="3221807" y="5624669"/>
                  <a:ext cx="10162915" cy="1676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ja-JP" altLang="en-US" sz="4000" dirty="0">
                      <a:latin typeface="Source Han Sans JP Medium"/>
                      <a:ea typeface="Source Han Sans JP Medium"/>
                      <a:cs typeface="Source Han Sans JP Medium"/>
                      <a:sym typeface="Source Han Sans JP Medium"/>
                    </a:rPr>
                    <a:t>水流動音をノイズに使用して評価</a:t>
                  </a:r>
                  <a:endParaRPr lang="en-US" altLang="ja-JP" sz="4000" dirty="0"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endParaRPr>
                </a:p>
                <a:p>
                  <a:pPr marL="571500" indent="-571500" algn="just">
                    <a:lnSpc>
                      <a:spcPct val="150000"/>
                    </a:lnSpc>
                    <a:spcBef>
                      <a:spcPct val="0"/>
                    </a:spcBef>
                    <a:buClr>
                      <a:srgbClr val="90C4C3"/>
                    </a:buClr>
                    <a:buFont typeface="Wingdings" panose="05000000000000000000" pitchFamily="2" charset="2"/>
                    <a:buChar char="l"/>
                  </a:pPr>
                  <a:r>
                    <a:rPr lang="ja-JP" altLang="en-US" sz="3200" dirty="0">
                      <a:latin typeface="Source Han Sans JP Medium"/>
                      <a:ea typeface="Source Han Sans JP Medium"/>
                      <a:cs typeface="Source Han Sans JP Medium"/>
                      <a:sym typeface="Source Han Sans JP Medium"/>
                    </a:rPr>
                    <a:t>水流動音が何者なのか</a:t>
                  </a:r>
                  <a:endParaRPr lang="en-US" altLang="ja-JP" sz="3200" dirty="0"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endParaRPr>
                </a:p>
              </p:txBody>
            </p:sp>
          </p:grp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F5D2E94-0F12-1536-2232-7F1B25A11741}"/>
                  </a:ext>
                </a:extLst>
              </p:cNvPr>
              <p:cNvSpPr txBox="1"/>
              <p:nvPr/>
            </p:nvSpPr>
            <p:spPr>
              <a:xfrm>
                <a:off x="2286000" y="7473330"/>
                <a:ext cx="1143000" cy="936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ja-JP" sz="4000" dirty="0">
                    <a:solidFill>
                      <a:srgbClr val="64A4A3"/>
                    </a:solidFill>
                    <a:latin typeface="Now"/>
                    <a:ea typeface="Now"/>
                    <a:cs typeface="Now"/>
                    <a:sym typeface="Now"/>
                  </a:rPr>
                  <a:t>03</a:t>
                </a:r>
              </a:p>
            </p:txBody>
          </p:sp>
        </p:grp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5B2A3DCB-698E-A4B9-1B46-96272FE464E0}"/>
                </a:ext>
              </a:extLst>
            </p:cNvPr>
            <p:cNvSpPr txBox="1"/>
            <p:nvPr/>
          </p:nvSpPr>
          <p:spPr>
            <a:xfrm>
              <a:off x="2279236" y="5598828"/>
              <a:ext cx="1143000" cy="936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ja-JP" sz="4000" dirty="0">
                  <a:solidFill>
                    <a:srgbClr val="64A4A3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124D5BBA-87F0-E4DF-458B-B0ED3A9BDD21}"/>
                </a:ext>
              </a:extLst>
            </p:cNvPr>
            <p:cNvSpPr txBox="1"/>
            <p:nvPr/>
          </p:nvSpPr>
          <p:spPr>
            <a:xfrm>
              <a:off x="3625850" y="7196317"/>
              <a:ext cx="11017250" cy="1676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0"/>
                </a:spcBef>
              </a:pPr>
              <a:r>
                <a:rPr lang="ja-JP" altLang="en-US" sz="40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複数のモデルを用いてアンサンブル学習</a:t>
              </a:r>
              <a:endParaRPr lang="en-US" altLang="ja-JP" sz="40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  <a:p>
              <a:pPr marL="571500" indent="-571500" algn="just">
                <a:lnSpc>
                  <a:spcPct val="150000"/>
                </a:lnSpc>
                <a:spcBef>
                  <a:spcPct val="0"/>
                </a:spcBef>
                <a:buClr>
                  <a:srgbClr val="90C4C3"/>
                </a:buClr>
                <a:buFont typeface="Wingdings" panose="05000000000000000000" pitchFamily="2" charset="2"/>
                <a:buChar char="l"/>
              </a:pPr>
              <a:r>
                <a:rPr lang="en-US" altLang="ja-JP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ResNet50</a:t>
              </a:r>
              <a:r>
                <a:rPr lang="ja-JP" altLang="en-US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での学習がうまくいかない</a:t>
              </a:r>
              <a:endParaRPr lang="en-US" altLang="ja-JP" sz="32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4918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16325" y="4662203"/>
            <a:ext cx="11033125" cy="962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dirty="0" err="1">
                <a:solidFill>
                  <a:srgbClr val="406D6C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ご静聴ありがとうございました</a:t>
            </a:r>
            <a:endParaRPr lang="en-US" sz="5600" dirty="0">
              <a:solidFill>
                <a:srgbClr val="406D6C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14437</TotalTime>
  <Words>824</Words>
  <Application>Microsoft Office PowerPoint</Application>
  <PresentationFormat>ユーザー設定</PresentationFormat>
  <Paragraphs>179</Paragraphs>
  <Slides>18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9" baseType="lpstr">
      <vt:lpstr>Source Han Sans JP</vt:lpstr>
      <vt:lpstr>Wingdings</vt:lpstr>
      <vt:lpstr>Century Gothic Paneuropean</vt:lpstr>
      <vt:lpstr>Now</vt:lpstr>
      <vt:lpstr>Arial</vt:lpstr>
      <vt:lpstr>Source Han Sans JP Bold</vt:lpstr>
      <vt:lpstr>Source Han Sans JP Medium</vt:lpstr>
      <vt:lpstr>Calibri</vt:lpstr>
      <vt:lpstr>Now Medium</vt:lpstr>
      <vt:lpstr>游ゴシック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cp:lastModifiedBy>shibariku0623@icloud.com</cp:lastModifiedBy>
  <cp:revision>2</cp:revision>
  <dcterms:created xsi:type="dcterms:W3CDTF">2006-08-16T00:00:00Z</dcterms:created>
  <dcterms:modified xsi:type="dcterms:W3CDTF">2024-10-18T04:30:58Z</dcterms:modified>
  <dc:identifier>DAGKJCfN4aw</dc:identifier>
</cp:coreProperties>
</file>
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6" r:id="rId5"/>
    <p:sldId id="257" r:id="rId6"/>
    <p:sldId id="258" r:id="rId7"/>
    <p:sldId id="259" r:id="rId8"/>
    <p:sldId id="260" r:id="rId9"/>
    <p:sldId id="267" r:id="rId10"/>
    <p:sldId id="261" r:id="rId11"/>
    <p:sldId id="264" r:id="rId12"/>
    <p:sldId id="262" r:id="rId13"/>
    <p:sldId id="263" r:id="rId14"/>
    <p:sldId id="268" r:id="rId15"/>
    <p:sldId id="269" r:id="rId16"/>
    <p:sldId id="266"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301967-5DF9-45A0-8E47-A52C5D7E8DEF}" v="223" dt="2024-04-12T02:52:27.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柴崎　陸" userId="1d2c6013-a504-416a-aa60-b642a5db2d33" providerId="ADAL" clId="{9A301967-5DF9-45A0-8E47-A52C5D7E8DEF}"/>
    <pc:docChg chg="undo custSel addSld delSld modSld sldOrd">
      <pc:chgData name="柴崎　陸" userId="1d2c6013-a504-416a-aa60-b642a5db2d33" providerId="ADAL" clId="{9A301967-5DF9-45A0-8E47-A52C5D7E8DEF}" dt="2024-04-12T03:28:41.587" v="4154" actId="20577"/>
      <pc:docMkLst>
        <pc:docMk/>
      </pc:docMkLst>
      <pc:sldChg chg="modSp mod">
        <pc:chgData name="柴崎　陸" userId="1d2c6013-a504-416a-aa60-b642a5db2d33" providerId="ADAL" clId="{9A301967-5DF9-45A0-8E47-A52C5D7E8DEF}" dt="2024-04-10T05:29:05.516" v="805" actId="255"/>
        <pc:sldMkLst>
          <pc:docMk/>
          <pc:sldMk cId="2836101938" sldId="256"/>
        </pc:sldMkLst>
        <pc:spChg chg="mod">
          <ac:chgData name="柴崎　陸" userId="1d2c6013-a504-416a-aa60-b642a5db2d33" providerId="ADAL" clId="{9A301967-5DF9-45A0-8E47-A52C5D7E8DEF}" dt="2024-04-10T05:29:05.516" v="805" actId="255"/>
          <ac:spMkLst>
            <pc:docMk/>
            <pc:sldMk cId="2836101938" sldId="256"/>
            <ac:spMk id="3" creationId="{914D4FCE-CCCC-A15D-8E21-AFC32BAF4E2F}"/>
          </ac:spMkLst>
        </pc:spChg>
      </pc:sldChg>
      <pc:sldChg chg="addSp delSp modSp mod">
        <pc:chgData name="柴崎　陸" userId="1d2c6013-a504-416a-aa60-b642a5db2d33" providerId="ADAL" clId="{9A301967-5DF9-45A0-8E47-A52C5D7E8DEF}" dt="2024-04-12T02:11:54.066" v="3790" actId="1076"/>
        <pc:sldMkLst>
          <pc:docMk/>
          <pc:sldMk cId="1326918134" sldId="257"/>
        </pc:sldMkLst>
        <pc:spChg chg="mod">
          <ac:chgData name="柴崎　陸" userId="1d2c6013-a504-416a-aa60-b642a5db2d33" providerId="ADAL" clId="{9A301967-5DF9-45A0-8E47-A52C5D7E8DEF}" dt="2024-04-10T02:40:49.119" v="47" actId="14100"/>
          <ac:spMkLst>
            <pc:docMk/>
            <pc:sldMk cId="1326918134" sldId="257"/>
            <ac:spMk id="2" creationId="{28D12272-1ACD-13EF-4C50-A3BE655F48B1}"/>
          </ac:spMkLst>
        </pc:spChg>
        <pc:spChg chg="add mod">
          <ac:chgData name="柴崎　陸" userId="1d2c6013-a504-416a-aa60-b642a5db2d33" providerId="ADAL" clId="{9A301967-5DF9-45A0-8E47-A52C5D7E8DEF}" dt="2024-04-12T02:11:19.350" v="3782" actId="1076"/>
          <ac:spMkLst>
            <pc:docMk/>
            <pc:sldMk cId="1326918134" sldId="257"/>
            <ac:spMk id="3" creationId="{773511AE-19DC-AE2F-421E-F848AAD6A508}"/>
          </ac:spMkLst>
        </pc:spChg>
        <pc:spChg chg="mod topLvl">
          <ac:chgData name="柴崎　陸" userId="1d2c6013-a504-416a-aa60-b642a5db2d33" providerId="ADAL" clId="{9A301967-5DF9-45A0-8E47-A52C5D7E8DEF}" dt="2024-04-10T02:55:05.008" v="158" actId="13822"/>
          <ac:spMkLst>
            <pc:docMk/>
            <pc:sldMk cId="1326918134" sldId="257"/>
            <ac:spMk id="5" creationId="{A9D6E1CD-A2F0-6C05-2D68-A75C8185EE20}"/>
          </ac:spMkLst>
        </pc:spChg>
        <pc:spChg chg="mod topLvl">
          <ac:chgData name="柴崎　陸" userId="1d2c6013-a504-416a-aa60-b642a5db2d33" providerId="ADAL" clId="{9A301967-5DF9-45A0-8E47-A52C5D7E8DEF}" dt="2024-04-10T02:55:17.352" v="160" actId="13822"/>
          <ac:spMkLst>
            <pc:docMk/>
            <pc:sldMk cId="1326918134" sldId="257"/>
            <ac:spMk id="6" creationId="{16965CDD-CFBC-78D7-94DA-F8B378957ABB}"/>
          </ac:spMkLst>
        </pc:spChg>
        <pc:spChg chg="mod topLvl">
          <ac:chgData name="柴崎　陸" userId="1d2c6013-a504-416a-aa60-b642a5db2d33" providerId="ADAL" clId="{9A301967-5DF9-45A0-8E47-A52C5D7E8DEF}" dt="2024-04-10T02:55:13.596" v="159" actId="13822"/>
          <ac:spMkLst>
            <pc:docMk/>
            <pc:sldMk cId="1326918134" sldId="257"/>
            <ac:spMk id="7" creationId="{FD71F6B4-68AB-AC89-CDFC-36FB12CB6ED4}"/>
          </ac:spMkLst>
        </pc:spChg>
        <pc:spChg chg="mod topLvl">
          <ac:chgData name="柴崎　陸" userId="1d2c6013-a504-416a-aa60-b642a5db2d33" providerId="ADAL" clId="{9A301967-5DF9-45A0-8E47-A52C5D7E8DEF}" dt="2024-04-10T02:55:30.051" v="165" actId="13822"/>
          <ac:spMkLst>
            <pc:docMk/>
            <pc:sldMk cId="1326918134" sldId="257"/>
            <ac:spMk id="8" creationId="{CC1288B9-8299-F8E4-0D6F-A90FF7A4A18F}"/>
          </ac:spMkLst>
        </pc:spChg>
        <pc:spChg chg="mod topLvl">
          <ac:chgData name="柴崎　陸" userId="1d2c6013-a504-416a-aa60-b642a5db2d33" providerId="ADAL" clId="{9A301967-5DF9-45A0-8E47-A52C5D7E8DEF}" dt="2024-04-10T05:20:23.662" v="694" actId="165"/>
          <ac:spMkLst>
            <pc:docMk/>
            <pc:sldMk cId="1326918134" sldId="257"/>
            <ac:spMk id="9" creationId="{5DE62349-2449-6963-9DAB-DB598ABA9393}"/>
          </ac:spMkLst>
        </pc:spChg>
        <pc:spChg chg="mod topLvl">
          <ac:chgData name="柴崎　陸" userId="1d2c6013-a504-416a-aa60-b642a5db2d33" providerId="ADAL" clId="{9A301967-5DF9-45A0-8E47-A52C5D7E8DEF}" dt="2024-04-10T02:55:22.242" v="162" actId="13822"/>
          <ac:spMkLst>
            <pc:docMk/>
            <pc:sldMk cId="1326918134" sldId="257"/>
            <ac:spMk id="10" creationId="{AAC7F103-8E87-3192-1A5D-DFA188870D64}"/>
          </ac:spMkLst>
        </pc:spChg>
        <pc:spChg chg="mod topLvl">
          <ac:chgData name="柴崎　陸" userId="1d2c6013-a504-416a-aa60-b642a5db2d33" providerId="ADAL" clId="{9A301967-5DF9-45A0-8E47-A52C5D7E8DEF}" dt="2024-04-10T05:20:23.662" v="694" actId="165"/>
          <ac:spMkLst>
            <pc:docMk/>
            <pc:sldMk cId="1326918134" sldId="257"/>
            <ac:spMk id="11" creationId="{0B5BFDF4-AC3E-DC89-2FA8-26FFBE95FE02}"/>
          </ac:spMkLst>
        </pc:spChg>
        <pc:spChg chg="mod topLvl">
          <ac:chgData name="柴崎　陸" userId="1d2c6013-a504-416a-aa60-b642a5db2d33" providerId="ADAL" clId="{9A301967-5DF9-45A0-8E47-A52C5D7E8DEF}" dt="2024-04-10T02:55:32.656" v="166" actId="13822"/>
          <ac:spMkLst>
            <pc:docMk/>
            <pc:sldMk cId="1326918134" sldId="257"/>
            <ac:spMk id="12" creationId="{D0B8DD84-C57E-C0E6-8493-5E10BAC4BB3F}"/>
          </ac:spMkLst>
        </pc:spChg>
        <pc:spChg chg="mod topLvl">
          <ac:chgData name="柴崎　陸" userId="1d2c6013-a504-416a-aa60-b642a5db2d33" providerId="ADAL" clId="{9A301967-5DF9-45A0-8E47-A52C5D7E8DEF}" dt="2024-04-10T02:55:24.764" v="163" actId="13822"/>
          <ac:spMkLst>
            <pc:docMk/>
            <pc:sldMk cId="1326918134" sldId="257"/>
            <ac:spMk id="13" creationId="{91EADF2A-940F-CFC4-3C2A-4EB4A8F2F796}"/>
          </ac:spMkLst>
        </pc:spChg>
        <pc:spChg chg="add mod">
          <ac:chgData name="柴崎　陸" userId="1d2c6013-a504-416a-aa60-b642a5db2d33" providerId="ADAL" clId="{9A301967-5DF9-45A0-8E47-A52C5D7E8DEF}" dt="2024-04-12T02:10:44.543" v="3771" actId="1076"/>
          <ac:spMkLst>
            <pc:docMk/>
            <pc:sldMk cId="1326918134" sldId="257"/>
            <ac:spMk id="14" creationId="{67F64DEF-B18F-95E9-182A-CB04F3E1BB43}"/>
          </ac:spMkLst>
        </pc:spChg>
        <pc:spChg chg="add mod">
          <ac:chgData name="柴崎　陸" userId="1d2c6013-a504-416a-aa60-b642a5db2d33" providerId="ADAL" clId="{9A301967-5DF9-45A0-8E47-A52C5D7E8DEF}" dt="2024-04-12T02:10:38.880" v="3770" actId="1076"/>
          <ac:spMkLst>
            <pc:docMk/>
            <pc:sldMk cId="1326918134" sldId="257"/>
            <ac:spMk id="15" creationId="{FC2BD55F-D5A1-74FC-7A54-8C5D155EE86F}"/>
          </ac:spMkLst>
        </pc:spChg>
        <pc:spChg chg="add mod">
          <ac:chgData name="柴崎　陸" userId="1d2c6013-a504-416a-aa60-b642a5db2d33" providerId="ADAL" clId="{9A301967-5DF9-45A0-8E47-A52C5D7E8DEF}" dt="2024-04-12T02:11:24.018" v="3783" actId="1076"/>
          <ac:spMkLst>
            <pc:docMk/>
            <pc:sldMk cId="1326918134" sldId="257"/>
            <ac:spMk id="19" creationId="{BF75F773-F73E-6CE4-AA74-8AF90CC04D6C}"/>
          </ac:spMkLst>
        </pc:spChg>
        <pc:spChg chg="add mod">
          <ac:chgData name="柴崎　陸" userId="1d2c6013-a504-416a-aa60-b642a5db2d33" providerId="ADAL" clId="{9A301967-5DF9-45A0-8E47-A52C5D7E8DEF}" dt="2024-04-12T02:11:30.588" v="3784" actId="1076"/>
          <ac:spMkLst>
            <pc:docMk/>
            <pc:sldMk cId="1326918134" sldId="257"/>
            <ac:spMk id="20" creationId="{220180AE-FF1C-1DE7-E429-14F3E1507070}"/>
          </ac:spMkLst>
        </pc:spChg>
        <pc:spChg chg="add mod">
          <ac:chgData name="柴崎　陸" userId="1d2c6013-a504-416a-aa60-b642a5db2d33" providerId="ADAL" clId="{9A301967-5DF9-45A0-8E47-A52C5D7E8DEF}" dt="2024-04-12T02:11:36.132" v="3785" actId="1076"/>
          <ac:spMkLst>
            <pc:docMk/>
            <pc:sldMk cId="1326918134" sldId="257"/>
            <ac:spMk id="21" creationId="{A357A9EC-6EDB-1739-98B6-313037F564A2}"/>
          </ac:spMkLst>
        </pc:spChg>
        <pc:spChg chg="add mod">
          <ac:chgData name="柴崎　陸" userId="1d2c6013-a504-416a-aa60-b642a5db2d33" providerId="ADAL" clId="{9A301967-5DF9-45A0-8E47-A52C5D7E8DEF}" dt="2024-04-12T02:11:54.066" v="3790" actId="1076"/>
          <ac:spMkLst>
            <pc:docMk/>
            <pc:sldMk cId="1326918134" sldId="257"/>
            <ac:spMk id="22" creationId="{B5DA3557-7291-4BDC-BB50-F83B5E6110D6}"/>
          </ac:spMkLst>
        </pc:spChg>
        <pc:spChg chg="add mod">
          <ac:chgData name="柴崎　陸" userId="1d2c6013-a504-416a-aa60-b642a5db2d33" providerId="ADAL" clId="{9A301967-5DF9-45A0-8E47-A52C5D7E8DEF}" dt="2024-04-12T02:11:49.900" v="3789" actId="1076"/>
          <ac:spMkLst>
            <pc:docMk/>
            <pc:sldMk cId="1326918134" sldId="257"/>
            <ac:spMk id="23" creationId="{416D3196-DA39-26AC-E3D7-ED1453694D00}"/>
          </ac:spMkLst>
        </pc:spChg>
        <pc:spChg chg="add mod">
          <ac:chgData name="柴崎　陸" userId="1d2c6013-a504-416a-aa60-b642a5db2d33" providerId="ADAL" clId="{9A301967-5DF9-45A0-8E47-A52C5D7E8DEF}" dt="2024-04-12T02:11:46.680" v="3788" actId="1076"/>
          <ac:spMkLst>
            <pc:docMk/>
            <pc:sldMk cId="1326918134" sldId="257"/>
            <ac:spMk id="28" creationId="{65C68D6E-DB6E-DD48-1B74-F0251BFFE6B5}"/>
          </ac:spMkLst>
        </pc:spChg>
        <pc:spChg chg="mod topLvl">
          <ac:chgData name="柴崎　陸" userId="1d2c6013-a504-416a-aa60-b642a5db2d33" providerId="ADAL" clId="{9A301967-5DF9-45A0-8E47-A52C5D7E8DEF}" dt="2024-04-10T02:54:47.281" v="156" actId="165"/>
          <ac:spMkLst>
            <pc:docMk/>
            <pc:sldMk cId="1326918134" sldId="257"/>
            <ac:spMk id="46" creationId="{DD1E700F-9A18-9D67-C76F-E9F87C9B5122}"/>
          </ac:spMkLst>
        </pc:spChg>
        <pc:spChg chg="mod topLvl">
          <ac:chgData name="柴崎　陸" userId="1d2c6013-a504-416a-aa60-b642a5db2d33" providerId="ADAL" clId="{9A301967-5DF9-45A0-8E47-A52C5D7E8DEF}" dt="2024-04-10T02:54:47.281" v="156" actId="165"/>
          <ac:spMkLst>
            <pc:docMk/>
            <pc:sldMk cId="1326918134" sldId="257"/>
            <ac:spMk id="47" creationId="{1700119E-6A62-891B-DA8F-8D45C87B15B4}"/>
          </ac:spMkLst>
        </pc:spChg>
        <pc:spChg chg="mod topLvl">
          <ac:chgData name="柴崎　陸" userId="1d2c6013-a504-416a-aa60-b642a5db2d33" providerId="ADAL" clId="{9A301967-5DF9-45A0-8E47-A52C5D7E8DEF}" dt="2024-04-10T02:54:47.281" v="156" actId="165"/>
          <ac:spMkLst>
            <pc:docMk/>
            <pc:sldMk cId="1326918134" sldId="257"/>
            <ac:spMk id="48" creationId="{2E83BDFF-2801-3670-30FC-54B22F77E6D0}"/>
          </ac:spMkLst>
        </pc:spChg>
        <pc:spChg chg="mod topLvl">
          <ac:chgData name="柴崎　陸" userId="1d2c6013-a504-416a-aa60-b642a5db2d33" providerId="ADAL" clId="{9A301967-5DF9-45A0-8E47-A52C5D7E8DEF}" dt="2024-04-10T02:54:47.281" v="156" actId="165"/>
          <ac:spMkLst>
            <pc:docMk/>
            <pc:sldMk cId="1326918134" sldId="257"/>
            <ac:spMk id="49" creationId="{9D187916-62EA-22CA-C3AA-E41962D915AD}"/>
          </ac:spMkLst>
        </pc:spChg>
        <pc:spChg chg="mod topLvl">
          <ac:chgData name="柴崎　陸" userId="1d2c6013-a504-416a-aa60-b642a5db2d33" providerId="ADAL" clId="{9A301967-5DF9-45A0-8E47-A52C5D7E8DEF}" dt="2024-04-10T02:54:47.281" v="156" actId="165"/>
          <ac:spMkLst>
            <pc:docMk/>
            <pc:sldMk cId="1326918134" sldId="257"/>
            <ac:spMk id="50" creationId="{3A93D206-7BE5-F00E-3CF8-649A682ED0BA}"/>
          </ac:spMkLst>
        </pc:spChg>
        <pc:spChg chg="mod">
          <ac:chgData name="柴崎　陸" userId="1d2c6013-a504-416a-aa60-b642a5db2d33" providerId="ADAL" clId="{9A301967-5DF9-45A0-8E47-A52C5D7E8DEF}" dt="2024-04-10T02:56:35.053" v="170" actId="207"/>
          <ac:spMkLst>
            <pc:docMk/>
            <pc:sldMk cId="1326918134" sldId="257"/>
            <ac:spMk id="52" creationId="{E6AD1FDF-3D5B-B84C-5F3F-455014338547}"/>
          </ac:spMkLst>
        </pc:spChg>
        <pc:spChg chg="add mod">
          <ac:chgData name="柴崎　陸" userId="1d2c6013-a504-416a-aa60-b642a5db2d33" providerId="ADAL" clId="{9A301967-5DF9-45A0-8E47-A52C5D7E8DEF}" dt="2024-04-10T02:38:52.078" v="10" actId="1076"/>
          <ac:spMkLst>
            <pc:docMk/>
            <pc:sldMk cId="1326918134" sldId="257"/>
            <ac:spMk id="60" creationId="{29DE1391-DAEE-5037-6FF5-2BF6FF0FE612}"/>
          </ac:spMkLst>
        </pc:spChg>
        <pc:grpChg chg="del mod topLvl">
          <ac:chgData name="柴崎　陸" userId="1d2c6013-a504-416a-aa60-b642a5db2d33" providerId="ADAL" clId="{9A301967-5DF9-45A0-8E47-A52C5D7E8DEF}" dt="2024-04-10T02:54:53.999" v="157" actId="165"/>
          <ac:grpSpMkLst>
            <pc:docMk/>
            <pc:sldMk cId="1326918134" sldId="257"/>
            <ac:grpSpMk id="14" creationId="{62347B48-2B19-12E4-3E9E-E58A6AC195C4}"/>
          </ac:grpSpMkLst>
        </pc:grpChg>
        <pc:grpChg chg="del">
          <ac:chgData name="柴崎　陸" userId="1d2c6013-a504-416a-aa60-b642a5db2d33" providerId="ADAL" clId="{9A301967-5DF9-45A0-8E47-A52C5D7E8DEF}" dt="2024-04-10T02:54:47.281" v="156" actId="165"/>
          <ac:grpSpMkLst>
            <pc:docMk/>
            <pc:sldMk cId="1326918134" sldId="257"/>
            <ac:grpSpMk id="51" creationId="{A17762CB-BAC3-5F6D-0217-30D10E368A31}"/>
          </ac:grpSpMkLst>
        </pc:grpChg>
        <pc:grpChg chg="add del mod">
          <ac:chgData name="柴崎　陸" userId="1d2c6013-a504-416a-aa60-b642a5db2d33" providerId="ADAL" clId="{9A301967-5DF9-45A0-8E47-A52C5D7E8DEF}" dt="2024-04-10T05:20:23.662" v="694" actId="165"/>
          <ac:grpSpMkLst>
            <pc:docMk/>
            <pc:sldMk cId="1326918134" sldId="257"/>
            <ac:grpSpMk id="61" creationId="{BB15ABD5-B4F2-583A-38C6-72AB7419F7C6}"/>
          </ac:grpSpMkLst>
        </pc:grpChg>
        <pc:cxnChg chg="mod topLvl">
          <ac:chgData name="柴崎　陸" userId="1d2c6013-a504-416a-aa60-b642a5db2d33" providerId="ADAL" clId="{9A301967-5DF9-45A0-8E47-A52C5D7E8DEF}" dt="2024-04-10T02:54:47.281" v="156" actId="165"/>
          <ac:cxnSpMkLst>
            <pc:docMk/>
            <pc:sldMk cId="1326918134" sldId="257"/>
            <ac:cxnSpMk id="16" creationId="{9044EC67-34EB-2571-15D7-5FA8E2DC5E1D}"/>
          </ac:cxnSpMkLst>
        </pc:cxnChg>
        <pc:cxnChg chg="mod topLvl">
          <ac:chgData name="柴崎　陸" userId="1d2c6013-a504-416a-aa60-b642a5db2d33" providerId="ADAL" clId="{9A301967-5DF9-45A0-8E47-A52C5D7E8DEF}" dt="2024-04-10T02:54:47.281" v="156" actId="165"/>
          <ac:cxnSpMkLst>
            <pc:docMk/>
            <pc:sldMk cId="1326918134" sldId="257"/>
            <ac:cxnSpMk id="17" creationId="{41B9E998-DE35-B8F8-72AA-2CFA6F1B577A}"/>
          </ac:cxnSpMkLst>
        </pc:cxnChg>
        <pc:cxnChg chg="mod topLvl">
          <ac:chgData name="柴崎　陸" userId="1d2c6013-a504-416a-aa60-b642a5db2d33" providerId="ADAL" clId="{9A301967-5DF9-45A0-8E47-A52C5D7E8DEF}" dt="2024-04-10T02:54:47.281" v="156" actId="165"/>
          <ac:cxnSpMkLst>
            <pc:docMk/>
            <pc:sldMk cId="1326918134" sldId="257"/>
            <ac:cxnSpMk id="18" creationId="{4560728F-3A6A-7611-776B-3F926CE4E819}"/>
          </ac:cxnSpMkLst>
        </pc:cxnChg>
        <pc:cxnChg chg="mod topLvl">
          <ac:chgData name="柴崎　陸" userId="1d2c6013-a504-416a-aa60-b642a5db2d33" providerId="ADAL" clId="{9A301967-5DF9-45A0-8E47-A52C5D7E8DEF}" dt="2024-04-10T02:54:47.281" v="156" actId="165"/>
          <ac:cxnSpMkLst>
            <pc:docMk/>
            <pc:sldMk cId="1326918134" sldId="257"/>
            <ac:cxnSpMk id="24" creationId="{06C155C8-766D-A2E0-63E1-7DC8FA16AEF5}"/>
          </ac:cxnSpMkLst>
        </pc:cxnChg>
        <pc:cxnChg chg="mod topLvl">
          <ac:chgData name="柴崎　陸" userId="1d2c6013-a504-416a-aa60-b642a5db2d33" providerId="ADAL" clId="{9A301967-5DF9-45A0-8E47-A52C5D7E8DEF}" dt="2024-04-10T02:54:47.281" v="156" actId="165"/>
          <ac:cxnSpMkLst>
            <pc:docMk/>
            <pc:sldMk cId="1326918134" sldId="257"/>
            <ac:cxnSpMk id="25" creationId="{53E90701-B951-6D72-63B7-9EF9D14EC97C}"/>
          </ac:cxnSpMkLst>
        </pc:cxnChg>
        <pc:cxnChg chg="mod topLvl">
          <ac:chgData name="柴崎　陸" userId="1d2c6013-a504-416a-aa60-b642a5db2d33" providerId="ADAL" clId="{9A301967-5DF9-45A0-8E47-A52C5D7E8DEF}" dt="2024-04-10T05:20:23.662" v="694" actId="165"/>
          <ac:cxnSpMkLst>
            <pc:docMk/>
            <pc:sldMk cId="1326918134" sldId="257"/>
            <ac:cxnSpMk id="26" creationId="{AC5F6C1E-CA99-CFCE-71F5-DA9B3A272C6E}"/>
          </ac:cxnSpMkLst>
        </pc:cxnChg>
        <pc:cxnChg chg="mod topLvl">
          <ac:chgData name="柴崎　陸" userId="1d2c6013-a504-416a-aa60-b642a5db2d33" providerId="ADAL" clId="{9A301967-5DF9-45A0-8E47-A52C5D7E8DEF}" dt="2024-04-10T02:54:47.281" v="156" actId="165"/>
          <ac:cxnSpMkLst>
            <pc:docMk/>
            <pc:sldMk cId="1326918134" sldId="257"/>
            <ac:cxnSpMk id="27" creationId="{F3AD90C5-166A-A2F5-8227-AE6152323F7A}"/>
          </ac:cxnSpMkLst>
        </pc:cxnChg>
        <pc:cxnChg chg="mod topLvl">
          <ac:chgData name="柴崎　陸" userId="1d2c6013-a504-416a-aa60-b642a5db2d33" providerId="ADAL" clId="{9A301967-5DF9-45A0-8E47-A52C5D7E8DEF}" dt="2024-04-10T02:54:47.281" v="156" actId="165"/>
          <ac:cxnSpMkLst>
            <pc:docMk/>
            <pc:sldMk cId="1326918134" sldId="257"/>
            <ac:cxnSpMk id="29" creationId="{47ECB984-9EAE-9FCA-3EE9-3FCD848C4DE0}"/>
          </ac:cxnSpMkLst>
        </pc:cxnChg>
        <pc:cxnChg chg="mod topLvl">
          <ac:chgData name="柴崎　陸" userId="1d2c6013-a504-416a-aa60-b642a5db2d33" providerId="ADAL" clId="{9A301967-5DF9-45A0-8E47-A52C5D7E8DEF}" dt="2024-04-10T02:54:47.281" v="156" actId="165"/>
          <ac:cxnSpMkLst>
            <pc:docMk/>
            <pc:sldMk cId="1326918134" sldId="257"/>
            <ac:cxnSpMk id="30" creationId="{8B006BCB-045B-0FDC-D688-7F0EEBA22092}"/>
          </ac:cxnSpMkLst>
        </pc:cxnChg>
        <pc:cxnChg chg="mod topLvl">
          <ac:chgData name="柴崎　陸" userId="1d2c6013-a504-416a-aa60-b642a5db2d33" providerId="ADAL" clId="{9A301967-5DF9-45A0-8E47-A52C5D7E8DEF}" dt="2024-04-10T02:54:47.281" v="156" actId="165"/>
          <ac:cxnSpMkLst>
            <pc:docMk/>
            <pc:sldMk cId="1326918134" sldId="257"/>
            <ac:cxnSpMk id="31" creationId="{1199BD08-E1AC-9C5E-DD32-064784B05E81}"/>
          </ac:cxnSpMkLst>
        </pc:cxnChg>
        <pc:cxnChg chg="mod topLvl">
          <ac:chgData name="柴崎　陸" userId="1d2c6013-a504-416a-aa60-b642a5db2d33" providerId="ADAL" clId="{9A301967-5DF9-45A0-8E47-A52C5D7E8DEF}" dt="2024-04-10T02:54:47.281" v="156" actId="165"/>
          <ac:cxnSpMkLst>
            <pc:docMk/>
            <pc:sldMk cId="1326918134" sldId="257"/>
            <ac:cxnSpMk id="32" creationId="{2C6C0EAD-2797-6A42-54B5-2DFB6F55C259}"/>
          </ac:cxnSpMkLst>
        </pc:cxnChg>
        <pc:cxnChg chg="mod topLvl">
          <ac:chgData name="柴崎　陸" userId="1d2c6013-a504-416a-aa60-b642a5db2d33" providerId="ADAL" clId="{9A301967-5DF9-45A0-8E47-A52C5D7E8DEF}" dt="2024-04-10T02:54:47.281" v="156" actId="165"/>
          <ac:cxnSpMkLst>
            <pc:docMk/>
            <pc:sldMk cId="1326918134" sldId="257"/>
            <ac:cxnSpMk id="33" creationId="{9B06FC88-C2D8-296B-25B4-BC5A1F94315E}"/>
          </ac:cxnSpMkLst>
        </pc:cxnChg>
        <pc:cxnChg chg="mod topLvl">
          <ac:chgData name="柴崎　陸" userId="1d2c6013-a504-416a-aa60-b642a5db2d33" providerId="ADAL" clId="{9A301967-5DF9-45A0-8E47-A52C5D7E8DEF}" dt="2024-04-10T02:54:47.281" v="156" actId="165"/>
          <ac:cxnSpMkLst>
            <pc:docMk/>
            <pc:sldMk cId="1326918134" sldId="257"/>
            <ac:cxnSpMk id="34" creationId="{1B2DFB15-0203-557C-75F8-A0826E198B22}"/>
          </ac:cxnSpMkLst>
        </pc:cxnChg>
        <pc:cxnChg chg="mod topLvl">
          <ac:chgData name="柴崎　陸" userId="1d2c6013-a504-416a-aa60-b642a5db2d33" providerId="ADAL" clId="{9A301967-5DF9-45A0-8E47-A52C5D7E8DEF}" dt="2024-04-10T02:54:47.281" v="156" actId="165"/>
          <ac:cxnSpMkLst>
            <pc:docMk/>
            <pc:sldMk cId="1326918134" sldId="257"/>
            <ac:cxnSpMk id="37" creationId="{DD41C016-181F-98C3-2F1C-34CB7EF96643}"/>
          </ac:cxnSpMkLst>
        </pc:cxnChg>
        <pc:cxnChg chg="mod topLvl">
          <ac:chgData name="柴崎　陸" userId="1d2c6013-a504-416a-aa60-b642a5db2d33" providerId="ADAL" clId="{9A301967-5DF9-45A0-8E47-A52C5D7E8DEF}" dt="2024-04-10T02:54:47.281" v="156" actId="165"/>
          <ac:cxnSpMkLst>
            <pc:docMk/>
            <pc:sldMk cId="1326918134" sldId="257"/>
            <ac:cxnSpMk id="38" creationId="{B9BDE5E3-70F8-75D2-100C-7B31E7EB3EE6}"/>
          </ac:cxnSpMkLst>
        </pc:cxnChg>
        <pc:cxnChg chg="mod topLvl">
          <ac:chgData name="柴崎　陸" userId="1d2c6013-a504-416a-aa60-b642a5db2d33" providerId="ADAL" clId="{9A301967-5DF9-45A0-8E47-A52C5D7E8DEF}" dt="2024-04-10T02:54:47.281" v="156" actId="165"/>
          <ac:cxnSpMkLst>
            <pc:docMk/>
            <pc:sldMk cId="1326918134" sldId="257"/>
            <ac:cxnSpMk id="39" creationId="{759821E8-0C92-8522-8742-4968A3386086}"/>
          </ac:cxnSpMkLst>
        </pc:cxnChg>
        <pc:cxnChg chg="mod topLvl">
          <ac:chgData name="柴崎　陸" userId="1d2c6013-a504-416a-aa60-b642a5db2d33" providerId="ADAL" clId="{9A301967-5DF9-45A0-8E47-A52C5D7E8DEF}" dt="2024-04-10T02:54:47.281" v="156" actId="165"/>
          <ac:cxnSpMkLst>
            <pc:docMk/>
            <pc:sldMk cId="1326918134" sldId="257"/>
            <ac:cxnSpMk id="40" creationId="{5E5D7364-BEE9-99F1-E2CE-29BDE73C6853}"/>
          </ac:cxnSpMkLst>
        </pc:cxnChg>
        <pc:cxnChg chg="mod topLvl">
          <ac:chgData name="柴崎　陸" userId="1d2c6013-a504-416a-aa60-b642a5db2d33" providerId="ADAL" clId="{9A301967-5DF9-45A0-8E47-A52C5D7E8DEF}" dt="2024-04-10T02:54:47.281" v="156" actId="165"/>
          <ac:cxnSpMkLst>
            <pc:docMk/>
            <pc:sldMk cId="1326918134" sldId="257"/>
            <ac:cxnSpMk id="43" creationId="{F3B075B1-26D9-A788-7449-F30148C18C67}"/>
          </ac:cxnSpMkLst>
        </pc:cxnChg>
        <pc:cxnChg chg="mod topLvl">
          <ac:chgData name="柴崎　陸" userId="1d2c6013-a504-416a-aa60-b642a5db2d33" providerId="ADAL" clId="{9A301967-5DF9-45A0-8E47-A52C5D7E8DEF}" dt="2024-04-10T02:54:47.281" v="156" actId="165"/>
          <ac:cxnSpMkLst>
            <pc:docMk/>
            <pc:sldMk cId="1326918134" sldId="257"/>
            <ac:cxnSpMk id="44" creationId="{6331A29A-CE17-EA1B-9B4D-C875763D75FA}"/>
          </ac:cxnSpMkLst>
        </pc:cxnChg>
        <pc:cxnChg chg="mod topLvl">
          <ac:chgData name="柴崎　陸" userId="1d2c6013-a504-416a-aa60-b642a5db2d33" providerId="ADAL" clId="{9A301967-5DF9-45A0-8E47-A52C5D7E8DEF}" dt="2024-04-10T02:54:47.281" v="156" actId="165"/>
          <ac:cxnSpMkLst>
            <pc:docMk/>
            <pc:sldMk cId="1326918134" sldId="257"/>
            <ac:cxnSpMk id="45" creationId="{C5573B58-513F-7964-3853-E6AA447ED22F}"/>
          </ac:cxnSpMkLst>
        </pc:cxnChg>
      </pc:sldChg>
      <pc:sldChg chg="addSp delSp modSp mod">
        <pc:chgData name="柴崎　陸" userId="1d2c6013-a504-416a-aa60-b642a5db2d33" providerId="ADAL" clId="{9A301967-5DF9-45A0-8E47-A52C5D7E8DEF}" dt="2024-04-12T02:27:20.590" v="4057" actId="1076"/>
        <pc:sldMkLst>
          <pc:docMk/>
          <pc:sldMk cId="878619183" sldId="258"/>
        </pc:sldMkLst>
        <pc:spChg chg="mod">
          <ac:chgData name="柴崎　陸" userId="1d2c6013-a504-416a-aa60-b642a5db2d33" providerId="ADAL" clId="{9A301967-5DF9-45A0-8E47-A52C5D7E8DEF}" dt="2024-04-10T02:41:09.533" v="71" actId="14100"/>
          <ac:spMkLst>
            <pc:docMk/>
            <pc:sldMk cId="878619183" sldId="258"/>
            <ac:spMk id="2" creationId="{28D12272-1ACD-13EF-4C50-A3BE655F48B1}"/>
          </ac:spMkLst>
        </pc:spChg>
        <pc:spChg chg="add mod">
          <ac:chgData name="柴崎　陸" userId="1d2c6013-a504-416a-aa60-b642a5db2d33" providerId="ADAL" clId="{9A301967-5DF9-45A0-8E47-A52C5D7E8DEF}" dt="2024-04-12T02:27:20.590" v="4057" actId="1076"/>
          <ac:spMkLst>
            <pc:docMk/>
            <pc:sldMk cId="878619183" sldId="258"/>
            <ac:spMk id="3" creationId="{5264DDA8-3FE0-F25A-E3C3-6247A02AC497}"/>
          </ac:spMkLst>
        </pc:spChg>
        <pc:spChg chg="add del mod">
          <ac:chgData name="柴崎　陸" userId="1d2c6013-a504-416a-aa60-b642a5db2d33" providerId="ADAL" clId="{9A301967-5DF9-45A0-8E47-A52C5D7E8DEF}" dt="2024-04-10T02:49:10.710" v="104" actId="478"/>
          <ac:spMkLst>
            <pc:docMk/>
            <pc:sldMk cId="878619183" sldId="258"/>
            <ac:spMk id="28" creationId="{A98F7D02-EEB3-C694-766D-E323C61D853E}"/>
          </ac:spMkLst>
        </pc:spChg>
        <pc:spChg chg="add del mod">
          <ac:chgData name="柴崎　陸" userId="1d2c6013-a504-416a-aa60-b642a5db2d33" providerId="ADAL" clId="{9A301967-5DF9-45A0-8E47-A52C5D7E8DEF}" dt="2024-04-10T02:49:51.438" v="112" actId="478"/>
          <ac:spMkLst>
            <pc:docMk/>
            <pc:sldMk cId="878619183" sldId="258"/>
            <ac:spMk id="35" creationId="{C129FFD1-1AAD-43E0-58BE-B0C31FCDA68F}"/>
          </ac:spMkLst>
        </pc:spChg>
        <pc:spChg chg="add del">
          <ac:chgData name="柴崎　陸" userId="1d2c6013-a504-416a-aa60-b642a5db2d33" providerId="ADAL" clId="{9A301967-5DF9-45A0-8E47-A52C5D7E8DEF}" dt="2024-04-10T02:50:17.597" v="114" actId="478"/>
          <ac:spMkLst>
            <pc:docMk/>
            <pc:sldMk cId="878619183" sldId="258"/>
            <ac:spMk id="36" creationId="{55E8D160-DFF8-DC67-5BA5-A781BA994EAC}"/>
          </ac:spMkLst>
        </pc:spChg>
        <pc:spChg chg="add del">
          <ac:chgData name="柴崎　陸" userId="1d2c6013-a504-416a-aa60-b642a5db2d33" providerId="ADAL" clId="{9A301967-5DF9-45A0-8E47-A52C5D7E8DEF}" dt="2024-04-10T02:50:24.993" v="116" actId="478"/>
          <ac:spMkLst>
            <pc:docMk/>
            <pc:sldMk cId="878619183" sldId="258"/>
            <ac:spMk id="41" creationId="{42C814AE-321B-DDC3-BAA4-EF28ACD662A8}"/>
          </ac:spMkLst>
        </pc:spChg>
        <pc:spChg chg="add mod">
          <ac:chgData name="柴崎　陸" userId="1d2c6013-a504-416a-aa60-b642a5db2d33" providerId="ADAL" clId="{9A301967-5DF9-45A0-8E47-A52C5D7E8DEF}" dt="2024-04-10T02:50:52.333" v="118" actId="1076"/>
          <ac:spMkLst>
            <pc:docMk/>
            <pc:sldMk cId="878619183" sldId="258"/>
            <ac:spMk id="42" creationId="{0718CADD-5952-6DCB-5296-2679C07C68DC}"/>
          </ac:spMkLst>
        </pc:spChg>
        <pc:spChg chg="add mod">
          <ac:chgData name="柴崎　陸" userId="1d2c6013-a504-416a-aa60-b642a5db2d33" providerId="ADAL" clId="{9A301967-5DF9-45A0-8E47-A52C5D7E8DEF}" dt="2024-04-10T02:52:05.734" v="146" actId="1076"/>
          <ac:spMkLst>
            <pc:docMk/>
            <pc:sldMk cId="878619183" sldId="258"/>
            <ac:spMk id="57" creationId="{694E7662-7247-CE22-A4C7-61E2FE2919A2}"/>
          </ac:spMkLst>
        </pc:spChg>
        <pc:spChg chg="add mod">
          <ac:chgData name="柴崎　陸" userId="1d2c6013-a504-416a-aa60-b642a5db2d33" providerId="ADAL" clId="{9A301967-5DF9-45A0-8E47-A52C5D7E8DEF}" dt="2024-04-10T02:52:30.838" v="151" actId="1076"/>
          <ac:spMkLst>
            <pc:docMk/>
            <pc:sldMk cId="878619183" sldId="258"/>
            <ac:spMk id="58" creationId="{C792B987-EF66-BF34-0367-BA8E61BC9C2E}"/>
          </ac:spMkLst>
        </pc:spChg>
        <pc:spChg chg="add mod">
          <ac:chgData name="柴崎　陸" userId="1d2c6013-a504-416a-aa60-b642a5db2d33" providerId="ADAL" clId="{9A301967-5DF9-45A0-8E47-A52C5D7E8DEF}" dt="2024-04-10T02:53:23.530" v="155" actId="1076"/>
          <ac:spMkLst>
            <pc:docMk/>
            <pc:sldMk cId="878619183" sldId="258"/>
            <ac:spMk id="59" creationId="{48495A85-DF72-F661-CD63-A7673560C725}"/>
          </ac:spMkLst>
        </pc:spChg>
        <pc:spChg chg="add del">
          <ac:chgData name="柴崎　陸" userId="1d2c6013-a504-416a-aa60-b642a5db2d33" providerId="ADAL" clId="{9A301967-5DF9-45A0-8E47-A52C5D7E8DEF}" dt="2024-04-10T03:00:00.902" v="180" actId="478"/>
          <ac:spMkLst>
            <pc:docMk/>
            <pc:sldMk cId="878619183" sldId="258"/>
            <ac:spMk id="68" creationId="{C36F1B7D-6F28-62EA-2E9D-7DBF30592A4F}"/>
          </ac:spMkLst>
        </pc:spChg>
        <pc:spChg chg="add del mod">
          <ac:chgData name="柴崎　陸" userId="1d2c6013-a504-416a-aa60-b642a5db2d33" providerId="ADAL" clId="{9A301967-5DF9-45A0-8E47-A52C5D7E8DEF}" dt="2024-04-10T03:01:49.864" v="190" actId="478"/>
          <ac:spMkLst>
            <pc:docMk/>
            <pc:sldMk cId="878619183" sldId="258"/>
            <ac:spMk id="69" creationId="{4DC492BA-413F-4243-7980-4540AABBC509}"/>
          </ac:spMkLst>
        </pc:spChg>
        <pc:spChg chg="add mod">
          <ac:chgData name="柴崎　陸" userId="1d2c6013-a504-416a-aa60-b642a5db2d33" providerId="ADAL" clId="{9A301967-5DF9-45A0-8E47-A52C5D7E8DEF}" dt="2024-04-10T03:04:10.436" v="211" actId="1076"/>
          <ac:spMkLst>
            <pc:docMk/>
            <pc:sldMk cId="878619183" sldId="258"/>
            <ac:spMk id="70" creationId="{D5B371A0-1ECA-9CC5-B41C-FA37A7CFB7C2}"/>
          </ac:spMkLst>
        </pc:spChg>
        <pc:spChg chg="add mod">
          <ac:chgData name="柴崎　陸" userId="1d2c6013-a504-416a-aa60-b642a5db2d33" providerId="ADAL" clId="{9A301967-5DF9-45A0-8E47-A52C5D7E8DEF}" dt="2024-04-10T03:04:26.274" v="214" actId="14100"/>
          <ac:spMkLst>
            <pc:docMk/>
            <pc:sldMk cId="878619183" sldId="258"/>
            <ac:spMk id="71" creationId="{DEAA4A68-9E30-C851-1CED-176AE45CC8CA}"/>
          </ac:spMkLst>
        </pc:spChg>
        <pc:spChg chg="add mod">
          <ac:chgData name="柴崎　陸" userId="1d2c6013-a504-416a-aa60-b642a5db2d33" providerId="ADAL" clId="{9A301967-5DF9-45A0-8E47-A52C5D7E8DEF}" dt="2024-04-10T05:42:56.700" v="1234" actId="692"/>
          <ac:spMkLst>
            <pc:docMk/>
            <pc:sldMk cId="878619183" sldId="258"/>
            <ac:spMk id="72" creationId="{AD5280DA-D92A-685F-0992-B8443E2A5563}"/>
          </ac:spMkLst>
        </pc:spChg>
        <pc:spChg chg="add mod">
          <ac:chgData name="柴崎　陸" userId="1d2c6013-a504-416a-aa60-b642a5db2d33" providerId="ADAL" clId="{9A301967-5DF9-45A0-8E47-A52C5D7E8DEF}" dt="2024-04-10T03:07:13.510" v="272" actId="1076"/>
          <ac:spMkLst>
            <pc:docMk/>
            <pc:sldMk cId="878619183" sldId="258"/>
            <ac:spMk id="73" creationId="{1656F44D-906F-876F-5504-9215C181157E}"/>
          </ac:spMkLst>
        </pc:spChg>
        <pc:spChg chg="add mod">
          <ac:chgData name="柴崎　陸" userId="1d2c6013-a504-416a-aa60-b642a5db2d33" providerId="ADAL" clId="{9A301967-5DF9-45A0-8E47-A52C5D7E8DEF}" dt="2024-04-10T03:07:24.842" v="276" actId="1076"/>
          <ac:spMkLst>
            <pc:docMk/>
            <pc:sldMk cId="878619183" sldId="258"/>
            <ac:spMk id="74" creationId="{D547BE81-F80B-11E5-FE08-4323F70EA387}"/>
          </ac:spMkLst>
        </pc:spChg>
        <pc:grpChg chg="add mod">
          <ac:chgData name="柴崎　陸" userId="1d2c6013-a504-416a-aa60-b642a5db2d33" providerId="ADAL" clId="{9A301967-5DF9-45A0-8E47-A52C5D7E8DEF}" dt="2024-04-12T02:27:16.587" v="4056" actId="1076"/>
          <ac:grpSpMkLst>
            <pc:docMk/>
            <pc:sldMk cId="878619183" sldId="258"/>
            <ac:grpSpMk id="23" creationId="{2E3DFD1A-8EFC-E4A4-7057-EDCA632D3B3F}"/>
          </ac:grpSpMkLst>
        </pc:grpChg>
        <pc:cxnChg chg="add mod">
          <ac:chgData name="柴崎　陸" userId="1d2c6013-a504-416a-aa60-b642a5db2d33" providerId="ADAL" clId="{9A301967-5DF9-45A0-8E47-A52C5D7E8DEF}" dt="2024-04-10T02:47:40.946" v="80" actId="164"/>
          <ac:cxnSpMkLst>
            <pc:docMk/>
            <pc:sldMk cId="878619183" sldId="258"/>
            <ac:cxnSpMk id="15" creationId="{346F0E7F-A2BB-CCDF-8736-473D0C4F09A9}"/>
          </ac:cxnSpMkLst>
        </pc:cxnChg>
        <pc:cxnChg chg="add mod">
          <ac:chgData name="柴崎　陸" userId="1d2c6013-a504-416a-aa60-b642a5db2d33" providerId="ADAL" clId="{9A301967-5DF9-45A0-8E47-A52C5D7E8DEF}" dt="2024-04-10T02:47:40.946" v="80" actId="164"/>
          <ac:cxnSpMkLst>
            <pc:docMk/>
            <pc:sldMk cId="878619183" sldId="258"/>
            <ac:cxnSpMk id="19" creationId="{C3EDE6CC-4F6A-EB9E-64B9-2DF6A736ED46}"/>
          </ac:cxnSpMkLst>
        </pc:cxnChg>
        <pc:cxnChg chg="add mod">
          <ac:chgData name="柴崎　陸" userId="1d2c6013-a504-416a-aa60-b642a5db2d33" providerId="ADAL" clId="{9A301967-5DF9-45A0-8E47-A52C5D7E8DEF}" dt="2024-04-10T02:57:16.139" v="174" actId="208"/>
          <ac:cxnSpMkLst>
            <pc:docMk/>
            <pc:sldMk cId="878619183" sldId="258"/>
            <ac:cxnSpMk id="53" creationId="{A383BC53-8EE9-0F20-EC2A-FA3EDB66253C}"/>
          </ac:cxnSpMkLst>
        </pc:cxnChg>
        <pc:cxnChg chg="add del mod">
          <ac:chgData name="柴崎　陸" userId="1d2c6013-a504-416a-aa60-b642a5db2d33" providerId="ADAL" clId="{9A301967-5DF9-45A0-8E47-A52C5D7E8DEF}" dt="2024-04-10T02:52:55.745" v="154" actId="478"/>
          <ac:cxnSpMkLst>
            <pc:docMk/>
            <pc:sldMk cId="878619183" sldId="258"/>
            <ac:cxnSpMk id="61" creationId="{41A5A6FC-2F41-9FB1-7615-5C94A63CA5E0}"/>
          </ac:cxnSpMkLst>
        </pc:cxnChg>
        <pc:cxnChg chg="add del mod">
          <ac:chgData name="柴崎　陸" userId="1d2c6013-a504-416a-aa60-b642a5db2d33" providerId="ADAL" clId="{9A301967-5DF9-45A0-8E47-A52C5D7E8DEF}" dt="2024-04-10T02:59:38.825" v="178" actId="478"/>
          <ac:cxnSpMkLst>
            <pc:docMk/>
            <pc:sldMk cId="878619183" sldId="258"/>
            <ac:cxnSpMk id="66" creationId="{BF5CB528-51BB-6046-3C6D-AE4C738D025E}"/>
          </ac:cxnSpMkLst>
        </pc:cxnChg>
      </pc:sldChg>
      <pc:sldChg chg="new del">
        <pc:chgData name="柴崎　陸" userId="1d2c6013-a504-416a-aa60-b642a5db2d33" providerId="ADAL" clId="{9A301967-5DF9-45A0-8E47-A52C5D7E8DEF}" dt="2024-04-10T03:07:34.904" v="278" actId="47"/>
        <pc:sldMkLst>
          <pc:docMk/>
          <pc:sldMk cId="1461228358" sldId="259"/>
        </pc:sldMkLst>
      </pc:sldChg>
      <pc:sldChg chg="addSp delSp modSp add mod">
        <pc:chgData name="柴崎　陸" userId="1d2c6013-a504-416a-aa60-b642a5db2d33" providerId="ADAL" clId="{9A301967-5DF9-45A0-8E47-A52C5D7E8DEF}" dt="2024-04-10T05:24:41.737" v="734" actId="1076"/>
        <pc:sldMkLst>
          <pc:docMk/>
          <pc:sldMk cId="2117970552" sldId="259"/>
        </pc:sldMkLst>
        <pc:spChg chg="mod">
          <ac:chgData name="柴崎　陸" userId="1d2c6013-a504-416a-aa60-b642a5db2d33" providerId="ADAL" clId="{9A301967-5DF9-45A0-8E47-A52C5D7E8DEF}" dt="2024-04-10T03:08:32.100" v="350" actId="1076"/>
          <ac:spMkLst>
            <pc:docMk/>
            <pc:sldMk cId="2117970552" sldId="259"/>
            <ac:spMk id="2" creationId="{28D12272-1ACD-13EF-4C50-A3BE655F48B1}"/>
          </ac:spMkLst>
        </pc:spChg>
        <pc:spChg chg="add mod topLvl">
          <ac:chgData name="柴崎　陸" userId="1d2c6013-a504-416a-aa60-b642a5db2d33" providerId="ADAL" clId="{9A301967-5DF9-45A0-8E47-A52C5D7E8DEF}" dt="2024-04-10T05:14:51.341" v="668" actId="338"/>
          <ac:spMkLst>
            <pc:docMk/>
            <pc:sldMk cId="2117970552" sldId="259"/>
            <ac:spMk id="3" creationId="{F1E119F9-7D47-8FF2-73B3-BA4C1F5367EB}"/>
          </ac:spMkLst>
        </pc:spChg>
        <pc:spChg chg="add mod">
          <ac:chgData name="柴崎　陸" userId="1d2c6013-a504-416a-aa60-b642a5db2d33" providerId="ADAL" clId="{9A301967-5DF9-45A0-8E47-A52C5D7E8DEF}" dt="2024-04-10T05:15:08.150" v="670" actId="164"/>
          <ac:spMkLst>
            <pc:docMk/>
            <pc:sldMk cId="2117970552" sldId="259"/>
            <ac:spMk id="5" creationId="{5F467DD6-7350-B5B1-C4E7-A91E60328FB8}"/>
          </ac:spMkLst>
        </pc:spChg>
        <pc:spChg chg="add mod">
          <ac:chgData name="柴崎　陸" userId="1d2c6013-a504-416a-aa60-b642a5db2d33" providerId="ADAL" clId="{9A301967-5DF9-45A0-8E47-A52C5D7E8DEF}" dt="2024-04-10T05:13:12.201" v="647" actId="1076"/>
          <ac:spMkLst>
            <pc:docMk/>
            <pc:sldMk cId="2117970552" sldId="259"/>
            <ac:spMk id="6" creationId="{0E3204DC-9F43-5E93-BBF8-FEBCF35FC8C6}"/>
          </ac:spMkLst>
        </pc:spChg>
        <pc:spChg chg="add mod topLvl">
          <ac:chgData name="柴崎　陸" userId="1d2c6013-a504-416a-aa60-b642a5db2d33" providerId="ADAL" clId="{9A301967-5DF9-45A0-8E47-A52C5D7E8DEF}" dt="2024-04-10T05:14:51.341" v="668" actId="338"/>
          <ac:spMkLst>
            <pc:docMk/>
            <pc:sldMk cId="2117970552" sldId="259"/>
            <ac:spMk id="7" creationId="{FB189178-5234-ADFC-A904-7AF2F98B196E}"/>
          </ac:spMkLst>
        </pc:spChg>
        <pc:spChg chg="add mod">
          <ac:chgData name="柴崎　陸" userId="1d2c6013-a504-416a-aa60-b642a5db2d33" providerId="ADAL" clId="{9A301967-5DF9-45A0-8E47-A52C5D7E8DEF}" dt="2024-04-10T05:15:08.150" v="670" actId="164"/>
          <ac:spMkLst>
            <pc:docMk/>
            <pc:sldMk cId="2117970552" sldId="259"/>
            <ac:spMk id="8" creationId="{912517E4-6A2F-DED9-8980-C3C828482025}"/>
          </ac:spMkLst>
        </pc:spChg>
        <pc:spChg chg="add del mod">
          <ac:chgData name="柴崎　陸" userId="1d2c6013-a504-416a-aa60-b642a5db2d33" providerId="ADAL" clId="{9A301967-5DF9-45A0-8E47-A52C5D7E8DEF}" dt="2024-04-10T05:19:02.568" v="685" actId="478"/>
          <ac:spMkLst>
            <pc:docMk/>
            <pc:sldMk cId="2117970552" sldId="259"/>
            <ac:spMk id="12" creationId="{2FAB97CF-F284-33EB-426F-67AB56763BC1}"/>
          </ac:spMkLst>
        </pc:spChg>
        <pc:spChg chg="add del mod">
          <ac:chgData name="柴崎　陸" userId="1d2c6013-a504-416a-aa60-b642a5db2d33" providerId="ADAL" clId="{9A301967-5DF9-45A0-8E47-A52C5D7E8DEF}" dt="2024-04-10T05:19:56.418" v="690" actId="22"/>
          <ac:spMkLst>
            <pc:docMk/>
            <pc:sldMk cId="2117970552" sldId="259"/>
            <ac:spMk id="14" creationId="{D42A9BCA-5EB2-CBCD-3123-12AD29C36023}"/>
          </ac:spMkLst>
        </pc:spChg>
        <pc:spChg chg="mod topLvl">
          <ac:chgData name="柴崎　陸" userId="1d2c6013-a504-416a-aa60-b642a5db2d33" providerId="ADAL" clId="{9A301967-5DF9-45A0-8E47-A52C5D7E8DEF}" dt="2024-04-10T05:22:15.348" v="717" actId="164"/>
          <ac:spMkLst>
            <pc:docMk/>
            <pc:sldMk cId="2117970552" sldId="259"/>
            <ac:spMk id="17" creationId="{C49CB9E2-7657-4216-7026-77C65F40FD03}"/>
          </ac:spMkLst>
        </pc:spChg>
        <pc:spChg chg="mod topLvl">
          <ac:chgData name="柴崎　陸" userId="1d2c6013-a504-416a-aa60-b642a5db2d33" providerId="ADAL" clId="{9A301967-5DF9-45A0-8E47-A52C5D7E8DEF}" dt="2024-04-10T05:22:20.788" v="718" actId="164"/>
          <ac:spMkLst>
            <pc:docMk/>
            <pc:sldMk cId="2117970552" sldId="259"/>
            <ac:spMk id="18" creationId="{11BFE7BA-49D2-E01F-A3F0-CFEDBFDDACE1}"/>
          </ac:spMkLst>
        </pc:spChg>
        <pc:spChg chg="add mod">
          <ac:chgData name="柴崎　陸" userId="1d2c6013-a504-416a-aa60-b642a5db2d33" providerId="ADAL" clId="{9A301967-5DF9-45A0-8E47-A52C5D7E8DEF}" dt="2024-04-10T05:22:20.788" v="718" actId="164"/>
          <ac:spMkLst>
            <pc:docMk/>
            <pc:sldMk cId="2117970552" sldId="259"/>
            <ac:spMk id="21" creationId="{3B769DAF-2136-5EDF-E07A-93697DBC19E8}"/>
          </ac:spMkLst>
        </pc:spChg>
        <pc:spChg chg="add mod">
          <ac:chgData name="柴崎　陸" userId="1d2c6013-a504-416a-aa60-b642a5db2d33" providerId="ADAL" clId="{9A301967-5DF9-45A0-8E47-A52C5D7E8DEF}" dt="2024-04-10T05:22:15.348" v="717" actId="164"/>
          <ac:spMkLst>
            <pc:docMk/>
            <pc:sldMk cId="2117970552" sldId="259"/>
            <ac:spMk id="22" creationId="{1CAF91CC-B338-AA92-D1D1-8580E516C534}"/>
          </ac:spMkLst>
        </pc:spChg>
        <pc:spChg chg="add mod">
          <ac:chgData name="柴崎　陸" userId="1d2c6013-a504-416a-aa60-b642a5db2d33" providerId="ADAL" clId="{9A301967-5DF9-45A0-8E47-A52C5D7E8DEF}" dt="2024-04-10T05:24:12.188" v="730" actId="164"/>
          <ac:spMkLst>
            <pc:docMk/>
            <pc:sldMk cId="2117970552" sldId="259"/>
            <ac:spMk id="26" creationId="{7F81893A-D882-8B1C-8C5D-74249EE064D1}"/>
          </ac:spMkLst>
        </pc:spChg>
        <pc:spChg chg="del">
          <ac:chgData name="柴崎　陸" userId="1d2c6013-a504-416a-aa60-b642a5db2d33" providerId="ADAL" clId="{9A301967-5DF9-45A0-8E47-A52C5D7E8DEF}" dt="2024-04-10T03:08:37.102" v="351" actId="478"/>
          <ac:spMkLst>
            <pc:docMk/>
            <pc:sldMk cId="2117970552" sldId="259"/>
            <ac:spMk id="42" creationId="{0718CADD-5952-6DCB-5296-2679C07C68DC}"/>
          </ac:spMkLst>
        </pc:spChg>
        <pc:spChg chg="del">
          <ac:chgData name="柴崎　陸" userId="1d2c6013-a504-416a-aa60-b642a5db2d33" providerId="ADAL" clId="{9A301967-5DF9-45A0-8E47-A52C5D7E8DEF}" dt="2024-04-10T03:08:37.102" v="351" actId="478"/>
          <ac:spMkLst>
            <pc:docMk/>
            <pc:sldMk cId="2117970552" sldId="259"/>
            <ac:spMk id="57" creationId="{694E7662-7247-CE22-A4C7-61E2FE2919A2}"/>
          </ac:spMkLst>
        </pc:spChg>
        <pc:spChg chg="del">
          <ac:chgData name="柴崎　陸" userId="1d2c6013-a504-416a-aa60-b642a5db2d33" providerId="ADAL" clId="{9A301967-5DF9-45A0-8E47-A52C5D7E8DEF}" dt="2024-04-10T03:08:37.102" v="351" actId="478"/>
          <ac:spMkLst>
            <pc:docMk/>
            <pc:sldMk cId="2117970552" sldId="259"/>
            <ac:spMk id="58" creationId="{C792B987-EF66-BF34-0367-BA8E61BC9C2E}"/>
          </ac:spMkLst>
        </pc:spChg>
        <pc:spChg chg="del">
          <ac:chgData name="柴崎　陸" userId="1d2c6013-a504-416a-aa60-b642a5db2d33" providerId="ADAL" clId="{9A301967-5DF9-45A0-8E47-A52C5D7E8DEF}" dt="2024-04-10T03:08:37.102" v="351" actId="478"/>
          <ac:spMkLst>
            <pc:docMk/>
            <pc:sldMk cId="2117970552" sldId="259"/>
            <ac:spMk id="59" creationId="{48495A85-DF72-F661-CD63-A7673560C725}"/>
          </ac:spMkLst>
        </pc:spChg>
        <pc:spChg chg="del">
          <ac:chgData name="柴崎　陸" userId="1d2c6013-a504-416a-aa60-b642a5db2d33" providerId="ADAL" clId="{9A301967-5DF9-45A0-8E47-A52C5D7E8DEF}" dt="2024-04-10T03:08:37.102" v="351" actId="478"/>
          <ac:spMkLst>
            <pc:docMk/>
            <pc:sldMk cId="2117970552" sldId="259"/>
            <ac:spMk id="70" creationId="{D5B371A0-1ECA-9CC5-B41C-FA37A7CFB7C2}"/>
          </ac:spMkLst>
        </pc:spChg>
        <pc:spChg chg="del">
          <ac:chgData name="柴崎　陸" userId="1d2c6013-a504-416a-aa60-b642a5db2d33" providerId="ADAL" clId="{9A301967-5DF9-45A0-8E47-A52C5D7E8DEF}" dt="2024-04-10T03:08:37.102" v="351" actId="478"/>
          <ac:spMkLst>
            <pc:docMk/>
            <pc:sldMk cId="2117970552" sldId="259"/>
            <ac:spMk id="71" creationId="{DEAA4A68-9E30-C851-1CED-176AE45CC8CA}"/>
          </ac:spMkLst>
        </pc:spChg>
        <pc:spChg chg="del">
          <ac:chgData name="柴崎　陸" userId="1d2c6013-a504-416a-aa60-b642a5db2d33" providerId="ADAL" clId="{9A301967-5DF9-45A0-8E47-A52C5D7E8DEF}" dt="2024-04-10T03:08:37.102" v="351" actId="478"/>
          <ac:spMkLst>
            <pc:docMk/>
            <pc:sldMk cId="2117970552" sldId="259"/>
            <ac:spMk id="72" creationId="{AD5280DA-D92A-685F-0992-B8443E2A5563}"/>
          </ac:spMkLst>
        </pc:spChg>
        <pc:spChg chg="del">
          <ac:chgData name="柴崎　陸" userId="1d2c6013-a504-416a-aa60-b642a5db2d33" providerId="ADAL" clId="{9A301967-5DF9-45A0-8E47-A52C5D7E8DEF}" dt="2024-04-10T03:08:37.102" v="351" actId="478"/>
          <ac:spMkLst>
            <pc:docMk/>
            <pc:sldMk cId="2117970552" sldId="259"/>
            <ac:spMk id="73" creationId="{1656F44D-906F-876F-5504-9215C181157E}"/>
          </ac:spMkLst>
        </pc:spChg>
        <pc:spChg chg="del mod">
          <ac:chgData name="柴崎　陸" userId="1d2c6013-a504-416a-aa60-b642a5db2d33" providerId="ADAL" clId="{9A301967-5DF9-45A0-8E47-A52C5D7E8DEF}" dt="2024-04-10T03:08:43.007" v="353" actId="478"/>
          <ac:spMkLst>
            <pc:docMk/>
            <pc:sldMk cId="2117970552" sldId="259"/>
            <ac:spMk id="74" creationId="{D547BE81-F80B-11E5-FE08-4323F70EA387}"/>
          </ac:spMkLst>
        </pc:spChg>
        <pc:grpChg chg="add del mod">
          <ac:chgData name="柴崎　陸" userId="1d2c6013-a504-416a-aa60-b642a5db2d33" providerId="ADAL" clId="{9A301967-5DF9-45A0-8E47-A52C5D7E8DEF}" dt="2024-04-10T05:14:29.885" v="665" actId="165"/>
          <ac:grpSpMkLst>
            <pc:docMk/>
            <pc:sldMk cId="2117970552" sldId="259"/>
            <ac:grpSpMk id="9" creationId="{D060E7DF-175B-8E24-CEFB-5442800F5AB8}"/>
          </ac:grpSpMkLst>
        </pc:grpChg>
        <pc:grpChg chg="add mod">
          <ac:chgData name="柴崎　陸" userId="1d2c6013-a504-416a-aa60-b642a5db2d33" providerId="ADAL" clId="{9A301967-5DF9-45A0-8E47-A52C5D7E8DEF}" dt="2024-04-10T05:16:02.054" v="677" actId="1076"/>
          <ac:grpSpMkLst>
            <pc:docMk/>
            <pc:sldMk cId="2117970552" sldId="259"/>
            <ac:grpSpMk id="10" creationId="{D7932960-DA4F-CB2C-626A-CD6A26F4F8CE}"/>
          </ac:grpSpMkLst>
        </pc:grpChg>
        <pc:grpChg chg="add mod">
          <ac:chgData name="柴崎　陸" userId="1d2c6013-a504-416a-aa60-b642a5db2d33" providerId="ADAL" clId="{9A301967-5DF9-45A0-8E47-A52C5D7E8DEF}" dt="2024-04-10T05:16:07.226" v="678" actId="1076"/>
          <ac:grpSpMkLst>
            <pc:docMk/>
            <pc:sldMk cId="2117970552" sldId="259"/>
            <ac:grpSpMk id="11" creationId="{05A43314-B19E-39A1-0CC3-DF5745670D18}"/>
          </ac:grpSpMkLst>
        </pc:grpChg>
        <pc:grpChg chg="add del mod">
          <ac:chgData name="柴崎　陸" userId="1d2c6013-a504-416a-aa60-b642a5db2d33" providerId="ADAL" clId="{9A301967-5DF9-45A0-8E47-A52C5D7E8DEF}" dt="2024-04-10T05:20:36.590" v="696" actId="165"/>
          <ac:grpSpMkLst>
            <pc:docMk/>
            <pc:sldMk cId="2117970552" sldId="259"/>
            <ac:grpSpMk id="16" creationId="{E96E5390-6D6B-DC79-61ED-16AA46916CF3}"/>
          </ac:grpSpMkLst>
        </pc:grpChg>
        <pc:grpChg chg="del">
          <ac:chgData name="柴崎　陸" userId="1d2c6013-a504-416a-aa60-b642a5db2d33" providerId="ADAL" clId="{9A301967-5DF9-45A0-8E47-A52C5D7E8DEF}" dt="2024-04-10T03:08:37.102" v="351" actId="478"/>
          <ac:grpSpMkLst>
            <pc:docMk/>
            <pc:sldMk cId="2117970552" sldId="259"/>
            <ac:grpSpMk id="23" creationId="{2E3DFD1A-8EFC-E4A4-7057-EDCA632D3B3F}"/>
          </ac:grpSpMkLst>
        </pc:grpChg>
        <pc:grpChg chg="add mod">
          <ac:chgData name="柴崎　陸" userId="1d2c6013-a504-416a-aa60-b642a5db2d33" providerId="ADAL" clId="{9A301967-5DF9-45A0-8E47-A52C5D7E8DEF}" dt="2024-04-10T05:24:12.188" v="730" actId="164"/>
          <ac:grpSpMkLst>
            <pc:docMk/>
            <pc:sldMk cId="2117970552" sldId="259"/>
            <ac:grpSpMk id="24" creationId="{D77DE3CF-F395-36AC-0FAB-50F3F4C657EC}"/>
          </ac:grpSpMkLst>
        </pc:grpChg>
        <pc:grpChg chg="add mod">
          <ac:chgData name="柴崎　陸" userId="1d2c6013-a504-416a-aa60-b642a5db2d33" providerId="ADAL" clId="{9A301967-5DF9-45A0-8E47-A52C5D7E8DEF}" dt="2024-04-10T05:24:12.188" v="730" actId="164"/>
          <ac:grpSpMkLst>
            <pc:docMk/>
            <pc:sldMk cId="2117970552" sldId="259"/>
            <ac:grpSpMk id="25" creationId="{57D6E960-E26A-9F3B-773E-0EB4E5B2AA79}"/>
          </ac:grpSpMkLst>
        </pc:grpChg>
        <pc:grpChg chg="add mod">
          <ac:chgData name="柴崎　陸" userId="1d2c6013-a504-416a-aa60-b642a5db2d33" providerId="ADAL" clId="{9A301967-5DF9-45A0-8E47-A52C5D7E8DEF}" dt="2024-04-10T05:24:41.737" v="734" actId="1076"/>
          <ac:grpSpMkLst>
            <pc:docMk/>
            <pc:sldMk cId="2117970552" sldId="259"/>
            <ac:grpSpMk id="27" creationId="{2C97471C-61D4-3163-7A2E-9055235425B8}"/>
          </ac:grpSpMkLst>
        </pc:grpChg>
        <pc:cxnChg chg="mod topLvl">
          <ac:chgData name="柴崎　陸" userId="1d2c6013-a504-416a-aa60-b642a5db2d33" providerId="ADAL" clId="{9A301967-5DF9-45A0-8E47-A52C5D7E8DEF}" dt="2024-04-10T05:24:12.188" v="730" actId="164"/>
          <ac:cxnSpMkLst>
            <pc:docMk/>
            <pc:sldMk cId="2117970552" sldId="259"/>
            <ac:cxnSpMk id="20" creationId="{BFB33D95-3B91-C56A-C131-870FA07A44B6}"/>
          </ac:cxnSpMkLst>
        </pc:cxnChg>
        <pc:cxnChg chg="del">
          <ac:chgData name="柴崎　陸" userId="1d2c6013-a504-416a-aa60-b642a5db2d33" providerId="ADAL" clId="{9A301967-5DF9-45A0-8E47-A52C5D7E8DEF}" dt="2024-04-10T03:08:37.102" v="351" actId="478"/>
          <ac:cxnSpMkLst>
            <pc:docMk/>
            <pc:sldMk cId="2117970552" sldId="259"/>
            <ac:cxnSpMk id="53" creationId="{A383BC53-8EE9-0F20-EC2A-FA3EDB66253C}"/>
          </ac:cxnSpMkLst>
        </pc:cxnChg>
      </pc:sldChg>
      <pc:sldChg chg="addSp delSp modSp new mod">
        <pc:chgData name="柴崎　陸" userId="1d2c6013-a504-416a-aa60-b642a5db2d33" providerId="ADAL" clId="{9A301967-5DF9-45A0-8E47-A52C5D7E8DEF}" dt="2024-04-12T01:45:21.112" v="3651" actId="20577"/>
        <pc:sldMkLst>
          <pc:docMk/>
          <pc:sldMk cId="305774740" sldId="260"/>
        </pc:sldMkLst>
        <pc:spChg chg="add mod">
          <ac:chgData name="柴崎　陸" userId="1d2c6013-a504-416a-aa60-b642a5db2d33" providerId="ADAL" clId="{9A301967-5DF9-45A0-8E47-A52C5D7E8DEF}" dt="2024-04-12T01:45:21.112" v="3651" actId="20577"/>
          <ac:spMkLst>
            <pc:docMk/>
            <pc:sldMk cId="305774740" sldId="260"/>
            <ac:spMk id="3" creationId="{4E43853C-2958-0E37-23E9-6EBBBD27A36A}"/>
          </ac:spMkLst>
        </pc:spChg>
        <pc:spChg chg="add del mod">
          <ac:chgData name="柴崎　陸" userId="1d2c6013-a504-416a-aa60-b642a5db2d33" providerId="ADAL" clId="{9A301967-5DF9-45A0-8E47-A52C5D7E8DEF}" dt="2024-04-11T04:55:56.149" v="3136" actId="14100"/>
          <ac:spMkLst>
            <pc:docMk/>
            <pc:sldMk cId="305774740" sldId="260"/>
            <ac:spMk id="4" creationId="{773BC182-E996-B790-B63E-17CD28654CFC}"/>
          </ac:spMkLst>
        </pc:spChg>
        <pc:spChg chg="add mod">
          <ac:chgData name="柴崎　陸" userId="1d2c6013-a504-416a-aa60-b642a5db2d33" providerId="ADAL" clId="{9A301967-5DF9-45A0-8E47-A52C5D7E8DEF}" dt="2024-04-11T04:56:05.130" v="3137" actId="1076"/>
          <ac:spMkLst>
            <pc:docMk/>
            <pc:sldMk cId="305774740" sldId="260"/>
            <ac:spMk id="5" creationId="{12A51BBE-47E8-1183-7D93-D3E66C3B6718}"/>
          </ac:spMkLst>
        </pc:spChg>
        <pc:spChg chg="add mod">
          <ac:chgData name="柴崎　陸" userId="1d2c6013-a504-416a-aa60-b642a5db2d33" providerId="ADAL" clId="{9A301967-5DF9-45A0-8E47-A52C5D7E8DEF}" dt="2024-04-10T05:53:05.829" v="1344" actId="1076"/>
          <ac:spMkLst>
            <pc:docMk/>
            <pc:sldMk cId="305774740" sldId="260"/>
            <ac:spMk id="6" creationId="{A3E5344D-F013-34AD-A71D-551651593298}"/>
          </ac:spMkLst>
        </pc:spChg>
        <pc:spChg chg="add mod">
          <ac:chgData name="柴崎　陸" userId="1d2c6013-a504-416a-aa60-b642a5db2d33" providerId="ADAL" clId="{9A301967-5DF9-45A0-8E47-A52C5D7E8DEF}" dt="2024-04-10T05:52:34.950" v="1340" actId="1076"/>
          <ac:spMkLst>
            <pc:docMk/>
            <pc:sldMk cId="305774740" sldId="260"/>
            <ac:spMk id="7" creationId="{1FB9D7C9-192E-C6A6-C0FB-C685898DAC58}"/>
          </ac:spMkLst>
        </pc:spChg>
        <pc:spChg chg="add mod">
          <ac:chgData name="柴崎　陸" userId="1d2c6013-a504-416a-aa60-b642a5db2d33" providerId="ADAL" clId="{9A301967-5DF9-45A0-8E47-A52C5D7E8DEF}" dt="2024-04-11T17:28:18.748" v="3220" actId="20577"/>
          <ac:spMkLst>
            <pc:docMk/>
            <pc:sldMk cId="305774740" sldId="260"/>
            <ac:spMk id="8" creationId="{573992E5-F0D0-4E1F-12AF-E5C7C8A3648B}"/>
          </ac:spMkLst>
        </pc:spChg>
        <pc:spChg chg="add mod">
          <ac:chgData name="柴崎　陸" userId="1d2c6013-a504-416a-aa60-b642a5db2d33" providerId="ADAL" clId="{9A301967-5DF9-45A0-8E47-A52C5D7E8DEF}" dt="2024-04-11T04:55:21.297" v="3112" actId="14100"/>
          <ac:spMkLst>
            <pc:docMk/>
            <pc:sldMk cId="305774740" sldId="260"/>
            <ac:spMk id="9" creationId="{52E87444-7A8F-17E5-326B-276A44C4D6E4}"/>
          </ac:spMkLst>
        </pc:spChg>
        <pc:spChg chg="add mod">
          <ac:chgData name="柴崎　陸" userId="1d2c6013-a504-416a-aa60-b642a5db2d33" providerId="ADAL" clId="{9A301967-5DF9-45A0-8E47-A52C5D7E8DEF}" dt="2024-04-11T17:41:02.437" v="3255" actId="255"/>
          <ac:spMkLst>
            <pc:docMk/>
            <pc:sldMk cId="305774740" sldId="260"/>
            <ac:spMk id="10" creationId="{752E9A69-2EA1-7B68-D577-2C0D1DF87EF3}"/>
          </ac:spMkLst>
        </pc:spChg>
        <pc:spChg chg="add mod">
          <ac:chgData name="柴崎　陸" userId="1d2c6013-a504-416a-aa60-b642a5db2d33" providerId="ADAL" clId="{9A301967-5DF9-45A0-8E47-A52C5D7E8DEF}" dt="2024-04-11T17:40:53.628" v="3254" actId="255"/>
          <ac:spMkLst>
            <pc:docMk/>
            <pc:sldMk cId="305774740" sldId="260"/>
            <ac:spMk id="11" creationId="{4F5CE245-8D9A-DCAA-27B7-7EA1F835C32A}"/>
          </ac:spMkLst>
        </pc:spChg>
      </pc:sldChg>
      <pc:sldChg chg="addSp delSp modSp new mod">
        <pc:chgData name="柴崎　陸" userId="1d2c6013-a504-416a-aa60-b642a5db2d33" providerId="ADAL" clId="{9A301967-5DF9-45A0-8E47-A52C5D7E8DEF}" dt="2024-04-12T01:45:36.184" v="3659" actId="20577"/>
        <pc:sldMkLst>
          <pc:docMk/>
          <pc:sldMk cId="3343181013" sldId="261"/>
        </pc:sldMkLst>
        <pc:spChg chg="add mod">
          <ac:chgData name="柴崎　陸" userId="1d2c6013-a504-416a-aa60-b642a5db2d33" providerId="ADAL" clId="{9A301967-5DF9-45A0-8E47-A52C5D7E8DEF}" dt="2024-04-12T01:45:36.184" v="3659" actId="20577"/>
          <ac:spMkLst>
            <pc:docMk/>
            <pc:sldMk cId="3343181013" sldId="261"/>
            <ac:spMk id="3" creationId="{6012FB1B-9F3D-63BC-2EB7-BABCF6004AE7}"/>
          </ac:spMkLst>
        </pc:spChg>
        <pc:spChg chg="add mod">
          <ac:chgData name="柴崎　陸" userId="1d2c6013-a504-416a-aa60-b642a5db2d33" providerId="ADAL" clId="{9A301967-5DF9-45A0-8E47-A52C5D7E8DEF}" dt="2024-04-11T04:45:29.513" v="2622" actId="20577"/>
          <ac:spMkLst>
            <pc:docMk/>
            <pc:sldMk cId="3343181013" sldId="261"/>
            <ac:spMk id="4" creationId="{052FC762-6886-294F-CE1A-9B1835A606F7}"/>
          </ac:spMkLst>
        </pc:spChg>
        <pc:spChg chg="add mod">
          <ac:chgData name="柴崎　陸" userId="1d2c6013-a504-416a-aa60-b642a5db2d33" providerId="ADAL" clId="{9A301967-5DF9-45A0-8E47-A52C5D7E8DEF}" dt="2024-04-11T04:42:41.824" v="2542" actId="12"/>
          <ac:spMkLst>
            <pc:docMk/>
            <pc:sldMk cId="3343181013" sldId="261"/>
            <ac:spMk id="5" creationId="{88944FFD-7D82-F1C5-D9FB-F02415D71315}"/>
          </ac:spMkLst>
        </pc:spChg>
        <pc:picChg chg="add del mod">
          <ac:chgData name="柴崎　陸" userId="1d2c6013-a504-416a-aa60-b642a5db2d33" providerId="ADAL" clId="{9A301967-5DF9-45A0-8E47-A52C5D7E8DEF}" dt="2024-04-10T05:57:28.855" v="1500" actId="478"/>
          <ac:picMkLst>
            <pc:docMk/>
            <pc:sldMk cId="3343181013" sldId="261"/>
            <ac:picMk id="5" creationId="{CBB1048E-9A42-4086-2A58-258ED01081FA}"/>
          </ac:picMkLst>
        </pc:picChg>
        <pc:picChg chg="add mod">
          <ac:chgData name="柴崎　陸" userId="1d2c6013-a504-416a-aa60-b642a5db2d33" providerId="ADAL" clId="{9A301967-5DF9-45A0-8E47-A52C5D7E8DEF}" dt="2024-04-11T04:04:05.500" v="1601" actId="1076"/>
          <ac:picMkLst>
            <pc:docMk/>
            <pc:sldMk cId="3343181013" sldId="261"/>
            <ac:picMk id="7" creationId="{A1A30F91-809E-E5BE-78A9-F6724FB957C6}"/>
          </ac:picMkLst>
        </pc:picChg>
        <pc:cxnChg chg="add mod">
          <ac:chgData name="柴崎　陸" userId="1d2c6013-a504-416a-aa60-b642a5db2d33" providerId="ADAL" clId="{9A301967-5DF9-45A0-8E47-A52C5D7E8DEF}" dt="2024-04-11T04:38:15.573" v="2491" actId="1076"/>
          <ac:cxnSpMkLst>
            <pc:docMk/>
            <pc:sldMk cId="3343181013" sldId="261"/>
            <ac:cxnSpMk id="8" creationId="{861E4E58-87B0-75D9-F34F-1FFDDB617D42}"/>
          </ac:cxnSpMkLst>
        </pc:cxnChg>
      </pc:sldChg>
      <pc:sldChg chg="addSp delSp modSp new mod setBg">
        <pc:chgData name="柴崎　陸" userId="1d2c6013-a504-416a-aa60-b642a5db2d33" providerId="ADAL" clId="{9A301967-5DF9-45A0-8E47-A52C5D7E8DEF}" dt="2024-04-12T03:28:41.587" v="4154" actId="20577"/>
        <pc:sldMkLst>
          <pc:docMk/>
          <pc:sldMk cId="803792028" sldId="262"/>
        </pc:sldMkLst>
        <pc:spChg chg="mod ord">
          <ac:chgData name="柴崎　陸" userId="1d2c6013-a504-416a-aa60-b642a5db2d33" providerId="ADAL" clId="{9A301967-5DF9-45A0-8E47-A52C5D7E8DEF}" dt="2024-04-11T04:32:52.153" v="2229" actId="26606"/>
          <ac:spMkLst>
            <pc:docMk/>
            <pc:sldMk cId="803792028" sldId="262"/>
            <ac:spMk id="2" creationId="{6B03C19C-E57E-4CCF-920A-419019C2411E}"/>
          </ac:spMkLst>
        </pc:spChg>
        <pc:spChg chg="add mod">
          <ac:chgData name="柴崎　陸" userId="1d2c6013-a504-416a-aa60-b642a5db2d33" providerId="ADAL" clId="{9A301967-5DF9-45A0-8E47-A52C5D7E8DEF}" dt="2024-04-12T01:46:19.180" v="3683" actId="14100"/>
          <ac:spMkLst>
            <pc:docMk/>
            <pc:sldMk cId="803792028" sldId="262"/>
            <ac:spMk id="3" creationId="{016C459D-1298-A9C5-3C54-4DBFC8AC8B68}"/>
          </ac:spMkLst>
        </pc:spChg>
        <pc:spChg chg="add del mod">
          <ac:chgData name="柴崎　陸" userId="1d2c6013-a504-416a-aa60-b642a5db2d33" providerId="ADAL" clId="{9A301967-5DF9-45A0-8E47-A52C5D7E8DEF}" dt="2024-04-11T04:27:34.380" v="1979" actId="47"/>
          <ac:spMkLst>
            <pc:docMk/>
            <pc:sldMk cId="803792028" sldId="262"/>
            <ac:spMk id="4" creationId="{EBD73122-A781-9980-AEE2-6CE436D2BE53}"/>
          </ac:spMkLst>
        </pc:spChg>
        <pc:spChg chg="add mod">
          <ac:chgData name="柴崎　陸" userId="1d2c6013-a504-416a-aa60-b642a5db2d33" providerId="ADAL" clId="{9A301967-5DF9-45A0-8E47-A52C5D7E8DEF}" dt="2024-04-12T03:28:41.587" v="4154" actId="20577"/>
          <ac:spMkLst>
            <pc:docMk/>
            <pc:sldMk cId="803792028" sldId="262"/>
            <ac:spMk id="6" creationId="{3EFFB770-03D8-40EB-D664-724DBBACB821}"/>
          </ac:spMkLst>
        </pc:spChg>
        <pc:spChg chg="add del mod">
          <ac:chgData name="柴崎　陸" userId="1d2c6013-a504-416a-aa60-b642a5db2d33" providerId="ADAL" clId="{9A301967-5DF9-45A0-8E47-A52C5D7E8DEF}" dt="2024-04-11T04:34:13.283" v="2300"/>
          <ac:spMkLst>
            <pc:docMk/>
            <pc:sldMk cId="803792028" sldId="262"/>
            <ac:spMk id="9" creationId="{8BA5ABB7-3A72-C4D3-7B19-B7BD441497CD}"/>
          </ac:spMkLst>
        </pc:spChg>
        <pc:spChg chg="add del mod">
          <ac:chgData name="柴崎　陸" userId="1d2c6013-a504-416a-aa60-b642a5db2d33" providerId="ADAL" clId="{9A301967-5DF9-45A0-8E47-A52C5D7E8DEF}" dt="2024-04-11T04:42:53.399" v="2544" actId="478"/>
          <ac:spMkLst>
            <pc:docMk/>
            <pc:sldMk cId="803792028" sldId="262"/>
            <ac:spMk id="10" creationId="{EFF0DF6D-DB73-8298-5C99-471DF13A67BE}"/>
          </ac:spMkLst>
        </pc:spChg>
        <pc:spChg chg="add del mod">
          <ac:chgData name="柴崎　陸" userId="1d2c6013-a504-416a-aa60-b642a5db2d33" providerId="ADAL" clId="{9A301967-5DF9-45A0-8E47-A52C5D7E8DEF}" dt="2024-04-11T04:43:51.025" v="2574" actId="478"/>
          <ac:spMkLst>
            <pc:docMk/>
            <pc:sldMk cId="803792028" sldId="262"/>
            <ac:spMk id="11" creationId="{E5F023BF-EB9C-9251-E844-C85A339AE353}"/>
          </ac:spMkLst>
        </pc:spChg>
        <pc:spChg chg="add del">
          <ac:chgData name="柴崎　陸" userId="1d2c6013-a504-416a-aa60-b642a5db2d33" providerId="ADAL" clId="{9A301967-5DF9-45A0-8E47-A52C5D7E8DEF}" dt="2024-04-11T04:32:52.153" v="2229" actId="26606"/>
          <ac:spMkLst>
            <pc:docMk/>
            <pc:sldMk cId="803792028" sldId="262"/>
            <ac:spMk id="13" creationId="{A8384FB5-9ADC-4DDC-881B-597D56F5B15D}"/>
          </ac:spMkLst>
        </pc:spChg>
        <pc:spChg chg="add del">
          <ac:chgData name="柴崎　陸" userId="1d2c6013-a504-416a-aa60-b642a5db2d33" providerId="ADAL" clId="{9A301967-5DF9-45A0-8E47-A52C5D7E8DEF}" dt="2024-04-11T04:32:52.153" v="2229" actId="26606"/>
          <ac:spMkLst>
            <pc:docMk/>
            <pc:sldMk cId="803792028" sldId="262"/>
            <ac:spMk id="15" creationId="{91E5A9A7-95C6-4F4F-B00E-C82E07FE62EF}"/>
          </ac:spMkLst>
        </pc:spChg>
        <pc:spChg chg="add mod">
          <ac:chgData name="柴崎　陸" userId="1d2c6013-a504-416a-aa60-b642a5db2d33" providerId="ADAL" clId="{9A301967-5DF9-45A0-8E47-A52C5D7E8DEF}" dt="2024-04-11T04:45:36.306" v="2623" actId="1076"/>
          <ac:spMkLst>
            <pc:docMk/>
            <pc:sldMk cId="803792028" sldId="262"/>
            <ac:spMk id="16" creationId="{5D658E68-3A1B-4AFB-6856-14028E674DC1}"/>
          </ac:spMkLst>
        </pc:spChg>
        <pc:spChg chg="add del">
          <ac:chgData name="柴崎　陸" userId="1d2c6013-a504-416a-aa60-b642a5db2d33" providerId="ADAL" clId="{9A301967-5DF9-45A0-8E47-A52C5D7E8DEF}" dt="2024-04-11T04:32:52.153" v="2229" actId="26606"/>
          <ac:spMkLst>
            <pc:docMk/>
            <pc:sldMk cId="803792028" sldId="262"/>
            <ac:spMk id="17" creationId="{D07DD2DE-F619-49DD-B5E7-03A290FF4ED1}"/>
          </ac:spMkLst>
        </pc:spChg>
        <pc:spChg chg="add del">
          <ac:chgData name="柴崎　陸" userId="1d2c6013-a504-416a-aa60-b642a5db2d33" providerId="ADAL" clId="{9A301967-5DF9-45A0-8E47-A52C5D7E8DEF}" dt="2024-04-11T04:32:52.153" v="2229" actId="26606"/>
          <ac:spMkLst>
            <pc:docMk/>
            <pc:sldMk cId="803792028" sldId="262"/>
            <ac:spMk id="19" creationId="{85149191-5F60-4A28-AAFF-039F96B0F3EC}"/>
          </ac:spMkLst>
        </pc:spChg>
        <pc:spChg chg="add del">
          <ac:chgData name="柴崎　陸" userId="1d2c6013-a504-416a-aa60-b642a5db2d33" providerId="ADAL" clId="{9A301967-5DF9-45A0-8E47-A52C5D7E8DEF}" dt="2024-04-11T04:32:52.153" v="2229" actId="26606"/>
          <ac:spMkLst>
            <pc:docMk/>
            <pc:sldMk cId="803792028" sldId="262"/>
            <ac:spMk id="21" creationId="{F8260ED5-17F7-4158-B241-D51DD4CF1B7E}"/>
          </ac:spMkLst>
        </pc:spChg>
        <pc:picChg chg="add del mod">
          <ac:chgData name="柴崎　陸" userId="1d2c6013-a504-416a-aa60-b642a5db2d33" providerId="ADAL" clId="{9A301967-5DF9-45A0-8E47-A52C5D7E8DEF}" dt="2024-04-11T04:32:41.574" v="2226" actId="478"/>
          <ac:picMkLst>
            <pc:docMk/>
            <pc:sldMk cId="803792028" sldId="262"/>
            <ac:picMk id="5" creationId="{1C6D3709-7920-E27D-0A52-4F1499880C2B}"/>
          </ac:picMkLst>
        </pc:picChg>
        <pc:picChg chg="add mod">
          <ac:chgData name="柴崎　陸" userId="1d2c6013-a504-416a-aa60-b642a5db2d33" providerId="ADAL" clId="{9A301967-5DF9-45A0-8E47-A52C5D7E8DEF}" dt="2024-04-11T04:33:04.246" v="2232" actId="1076"/>
          <ac:picMkLst>
            <pc:docMk/>
            <pc:sldMk cId="803792028" sldId="262"/>
            <ac:picMk id="8" creationId="{F9693E70-0FBE-0FDF-E430-1BB543EF1467}"/>
          </ac:picMkLst>
        </pc:picChg>
        <pc:cxnChg chg="add del mod">
          <ac:chgData name="柴崎　陸" userId="1d2c6013-a504-416a-aa60-b642a5db2d33" providerId="ADAL" clId="{9A301967-5DF9-45A0-8E47-A52C5D7E8DEF}" dt="2024-04-11T04:43:52.811" v="2575" actId="478"/>
          <ac:cxnSpMkLst>
            <pc:docMk/>
            <pc:sldMk cId="803792028" sldId="262"/>
            <ac:cxnSpMk id="14" creationId="{E062493D-645F-BCE9-C27A-BF2C7DDBA281}"/>
          </ac:cxnSpMkLst>
        </pc:cxnChg>
        <pc:cxnChg chg="add mod">
          <ac:chgData name="柴崎　陸" userId="1d2c6013-a504-416a-aa60-b642a5db2d33" providerId="ADAL" clId="{9A301967-5DF9-45A0-8E47-A52C5D7E8DEF}" dt="2024-04-11T04:45:38.836" v="2624" actId="1076"/>
          <ac:cxnSpMkLst>
            <pc:docMk/>
            <pc:sldMk cId="803792028" sldId="262"/>
            <ac:cxnSpMk id="18" creationId="{2E52B13F-5A2F-F926-9BE3-9AC31F97AFE5}"/>
          </ac:cxnSpMkLst>
        </pc:cxnChg>
      </pc:sldChg>
      <pc:sldChg chg="addSp modSp new mod ord">
        <pc:chgData name="柴崎　陸" userId="1d2c6013-a504-416a-aa60-b642a5db2d33" providerId="ADAL" clId="{9A301967-5DF9-45A0-8E47-A52C5D7E8DEF}" dt="2024-04-12T01:46:44.838" v="3714" actId="20577"/>
        <pc:sldMkLst>
          <pc:docMk/>
          <pc:sldMk cId="2750319760" sldId="263"/>
        </pc:sldMkLst>
        <pc:spChg chg="add mod">
          <ac:chgData name="柴崎　陸" userId="1d2c6013-a504-416a-aa60-b642a5db2d33" providerId="ADAL" clId="{9A301967-5DF9-45A0-8E47-A52C5D7E8DEF}" dt="2024-04-12T01:46:44.838" v="3714" actId="20577"/>
          <ac:spMkLst>
            <pc:docMk/>
            <pc:sldMk cId="2750319760" sldId="263"/>
            <ac:spMk id="3" creationId="{98754CB9-BF12-18A4-34FC-E8FA53E5B7BA}"/>
          </ac:spMkLst>
        </pc:spChg>
        <pc:spChg chg="add mod">
          <ac:chgData name="柴崎　陸" userId="1d2c6013-a504-416a-aa60-b642a5db2d33" providerId="ADAL" clId="{9A301967-5DF9-45A0-8E47-A52C5D7E8DEF}" dt="2024-04-11T04:49:29.031" v="2801" actId="5793"/>
          <ac:spMkLst>
            <pc:docMk/>
            <pc:sldMk cId="2750319760" sldId="263"/>
            <ac:spMk id="4" creationId="{F5367891-FF0E-73BE-A9D2-14894297A7CF}"/>
          </ac:spMkLst>
        </pc:spChg>
        <pc:spChg chg="add mod">
          <ac:chgData name="柴崎　陸" userId="1d2c6013-a504-416a-aa60-b642a5db2d33" providerId="ADAL" clId="{9A301967-5DF9-45A0-8E47-A52C5D7E8DEF}" dt="2024-04-11T04:47:22.489" v="2698" actId="20577"/>
          <ac:spMkLst>
            <pc:docMk/>
            <pc:sldMk cId="2750319760" sldId="263"/>
            <ac:spMk id="6" creationId="{A1521E84-D657-EE6F-29F4-8D4EF64C6329}"/>
          </ac:spMkLst>
        </pc:spChg>
        <pc:picChg chg="add mod">
          <ac:chgData name="柴崎　陸" userId="1d2c6013-a504-416a-aa60-b642a5db2d33" providerId="ADAL" clId="{9A301967-5DF9-45A0-8E47-A52C5D7E8DEF}" dt="2024-04-11T04:45:50.343" v="2627" actId="1076"/>
          <ac:picMkLst>
            <pc:docMk/>
            <pc:sldMk cId="2750319760" sldId="263"/>
            <ac:picMk id="5" creationId="{ABCCCF5B-1AA6-3AA3-C163-5E3211CA22D2}"/>
          </ac:picMkLst>
        </pc:picChg>
        <pc:cxnChg chg="add mod">
          <ac:chgData name="柴崎　陸" userId="1d2c6013-a504-416a-aa60-b642a5db2d33" providerId="ADAL" clId="{9A301967-5DF9-45A0-8E47-A52C5D7E8DEF}" dt="2024-04-11T04:46:51.063" v="2628"/>
          <ac:cxnSpMkLst>
            <pc:docMk/>
            <pc:sldMk cId="2750319760" sldId="263"/>
            <ac:cxnSpMk id="7" creationId="{F725853A-BCC9-B908-3469-E8CACE3E6281}"/>
          </ac:cxnSpMkLst>
        </pc:cxnChg>
      </pc:sldChg>
      <pc:sldChg chg="addSp delSp modSp add mod">
        <pc:chgData name="柴崎　陸" userId="1d2c6013-a504-416a-aa60-b642a5db2d33" providerId="ADAL" clId="{9A301967-5DF9-45A0-8E47-A52C5D7E8DEF}" dt="2024-04-12T01:46:06.777" v="3679" actId="20577"/>
        <pc:sldMkLst>
          <pc:docMk/>
          <pc:sldMk cId="3932225155" sldId="264"/>
        </pc:sldMkLst>
        <pc:spChg chg="mod">
          <ac:chgData name="柴崎　陸" userId="1d2c6013-a504-416a-aa60-b642a5db2d33" providerId="ADAL" clId="{9A301967-5DF9-45A0-8E47-A52C5D7E8DEF}" dt="2024-04-12T01:46:06.777" v="3679" actId="20577"/>
          <ac:spMkLst>
            <pc:docMk/>
            <pc:sldMk cId="3932225155" sldId="264"/>
            <ac:spMk id="3" creationId="{6012FB1B-9F3D-63BC-2EB7-BABCF6004AE7}"/>
          </ac:spMkLst>
        </pc:spChg>
        <pc:spChg chg="add mod">
          <ac:chgData name="柴崎　陸" userId="1d2c6013-a504-416a-aa60-b642a5db2d33" providerId="ADAL" clId="{9A301967-5DF9-45A0-8E47-A52C5D7E8DEF}" dt="2024-04-11T04:40:46.167" v="2516" actId="113"/>
          <ac:spMkLst>
            <pc:docMk/>
            <pc:sldMk cId="3932225155" sldId="264"/>
            <ac:spMk id="4" creationId="{20929A52-FBED-4871-D9DF-624E6AF9AB40}"/>
          </ac:spMkLst>
        </pc:spChg>
        <pc:picChg chg="add mod">
          <ac:chgData name="柴崎　陸" userId="1d2c6013-a504-416a-aa60-b642a5db2d33" providerId="ADAL" clId="{9A301967-5DF9-45A0-8E47-A52C5D7E8DEF}" dt="2024-04-11T04:09:25.237" v="1806" actId="1076"/>
          <ac:picMkLst>
            <pc:docMk/>
            <pc:sldMk cId="3932225155" sldId="264"/>
            <ac:picMk id="5" creationId="{010C6CB6-1C92-89AD-57BB-936AFC483FBD}"/>
          </ac:picMkLst>
        </pc:picChg>
        <pc:picChg chg="del">
          <ac:chgData name="柴崎　陸" userId="1d2c6013-a504-416a-aa60-b642a5db2d33" providerId="ADAL" clId="{9A301967-5DF9-45A0-8E47-A52C5D7E8DEF}" dt="2024-04-10T05:58:55.275" v="1505" actId="478"/>
          <ac:picMkLst>
            <pc:docMk/>
            <pc:sldMk cId="3932225155" sldId="264"/>
            <ac:picMk id="7" creationId="{A1A30F91-809E-E5BE-78A9-F6724FB957C6}"/>
          </ac:picMkLst>
        </pc:picChg>
      </pc:sldChg>
      <pc:sldChg chg="addSp modSp new del mod">
        <pc:chgData name="柴崎　陸" userId="1d2c6013-a504-416a-aa60-b642a5db2d33" providerId="ADAL" clId="{9A301967-5DF9-45A0-8E47-A52C5D7E8DEF}" dt="2024-04-11T18:17:02.154" v="3634" actId="47"/>
        <pc:sldMkLst>
          <pc:docMk/>
          <pc:sldMk cId="2273248614" sldId="265"/>
        </pc:sldMkLst>
        <pc:spChg chg="add mod">
          <ac:chgData name="柴崎　陸" userId="1d2c6013-a504-416a-aa60-b642a5db2d33" providerId="ADAL" clId="{9A301967-5DF9-45A0-8E47-A52C5D7E8DEF}" dt="2024-04-11T04:42:06.574" v="2540" actId="20577"/>
          <ac:spMkLst>
            <pc:docMk/>
            <pc:sldMk cId="2273248614" sldId="265"/>
            <ac:spMk id="3" creationId="{E3A44607-9CF7-5B30-98BF-5D4FA4319329}"/>
          </ac:spMkLst>
        </pc:spChg>
        <pc:spChg chg="add mod">
          <ac:chgData name="柴崎　陸" userId="1d2c6013-a504-416a-aa60-b642a5db2d33" providerId="ADAL" clId="{9A301967-5DF9-45A0-8E47-A52C5D7E8DEF}" dt="2024-04-11T04:03:26.507" v="1599" actId="20577"/>
          <ac:spMkLst>
            <pc:docMk/>
            <pc:sldMk cId="2273248614" sldId="265"/>
            <ac:spMk id="4" creationId="{D187C16F-8D20-EA70-5BBC-57D99C344844}"/>
          </ac:spMkLst>
        </pc:spChg>
        <pc:spChg chg="add mod">
          <ac:chgData name="柴崎　陸" userId="1d2c6013-a504-416a-aa60-b642a5db2d33" providerId="ADAL" clId="{9A301967-5DF9-45A0-8E47-A52C5D7E8DEF}" dt="2024-04-11T04:51:19.611" v="2910" actId="14100"/>
          <ac:spMkLst>
            <pc:docMk/>
            <pc:sldMk cId="2273248614" sldId="265"/>
            <ac:spMk id="5" creationId="{8803A036-F4E5-A5E9-79E0-82FA34476FD8}"/>
          </ac:spMkLst>
        </pc:spChg>
        <pc:spChg chg="add mod">
          <ac:chgData name="柴崎　陸" userId="1d2c6013-a504-416a-aa60-b642a5db2d33" providerId="ADAL" clId="{9A301967-5DF9-45A0-8E47-A52C5D7E8DEF}" dt="2024-04-11T04:51:25.957" v="2911" actId="20577"/>
          <ac:spMkLst>
            <pc:docMk/>
            <pc:sldMk cId="2273248614" sldId="265"/>
            <ac:spMk id="6" creationId="{9A165BB7-139C-600F-03CE-CCF4B0B0FA83}"/>
          </ac:spMkLst>
        </pc:spChg>
      </pc:sldChg>
      <pc:sldChg chg="modSp new mod">
        <pc:chgData name="柴崎　陸" userId="1d2c6013-a504-416a-aa60-b642a5db2d33" providerId="ADAL" clId="{9A301967-5DF9-45A0-8E47-A52C5D7E8DEF}" dt="2024-04-11T04:52:01.502" v="2926" actId="1076"/>
        <pc:sldMkLst>
          <pc:docMk/>
          <pc:sldMk cId="485653484" sldId="266"/>
        </pc:sldMkLst>
        <pc:spChg chg="mod">
          <ac:chgData name="柴崎　陸" userId="1d2c6013-a504-416a-aa60-b642a5db2d33" providerId="ADAL" clId="{9A301967-5DF9-45A0-8E47-A52C5D7E8DEF}" dt="2024-04-11T04:52:01.502" v="2926" actId="1076"/>
          <ac:spMkLst>
            <pc:docMk/>
            <pc:sldMk cId="485653484" sldId="266"/>
            <ac:spMk id="2" creationId="{E0AB51B9-FDCB-48D1-11B2-ADBA9130BBF2}"/>
          </ac:spMkLst>
        </pc:spChg>
      </pc:sldChg>
      <pc:sldChg chg="addSp modSp new del mod">
        <pc:chgData name="柴崎　陸" userId="1d2c6013-a504-416a-aa60-b642a5db2d33" providerId="ADAL" clId="{9A301967-5DF9-45A0-8E47-A52C5D7E8DEF}" dt="2024-04-11T04:41:59.744" v="2521" actId="47"/>
        <pc:sldMkLst>
          <pc:docMk/>
          <pc:sldMk cId="3170856502" sldId="266"/>
        </pc:sldMkLst>
        <pc:spChg chg="add mod">
          <ac:chgData name="柴崎　陸" userId="1d2c6013-a504-416a-aa60-b642a5db2d33" providerId="ADAL" clId="{9A301967-5DF9-45A0-8E47-A52C5D7E8DEF}" dt="2024-04-10T06:06:14.038" v="1578" actId="20577"/>
          <ac:spMkLst>
            <pc:docMk/>
            <pc:sldMk cId="3170856502" sldId="266"/>
            <ac:spMk id="3" creationId="{51E30622-1623-94F2-A952-2F8EE5A6FCCA}"/>
          </ac:spMkLst>
        </pc:spChg>
      </pc:sldChg>
      <pc:sldChg chg="addSp delSp modSp add mod">
        <pc:chgData name="柴崎　陸" userId="1d2c6013-a504-416a-aa60-b642a5db2d33" providerId="ADAL" clId="{9A301967-5DF9-45A0-8E47-A52C5D7E8DEF}" dt="2024-04-12T01:44:59.217" v="3636" actId="20577"/>
        <pc:sldMkLst>
          <pc:docMk/>
          <pc:sldMk cId="2729481949" sldId="267"/>
        </pc:sldMkLst>
        <pc:spChg chg="mod">
          <ac:chgData name="柴崎　陸" userId="1d2c6013-a504-416a-aa60-b642a5db2d33" providerId="ADAL" clId="{9A301967-5DF9-45A0-8E47-A52C5D7E8DEF}" dt="2024-04-12T01:44:59.217" v="3636" actId="20577"/>
          <ac:spMkLst>
            <pc:docMk/>
            <pc:sldMk cId="2729481949" sldId="267"/>
            <ac:spMk id="3" creationId="{4E43853C-2958-0E37-23E9-6EBBBD27A36A}"/>
          </ac:spMkLst>
        </pc:spChg>
        <pc:spChg chg="mod">
          <ac:chgData name="柴崎　陸" userId="1d2c6013-a504-416a-aa60-b642a5db2d33" providerId="ADAL" clId="{9A301967-5DF9-45A0-8E47-A52C5D7E8DEF}" dt="2024-04-11T17:49:20.059" v="3310" actId="20577"/>
          <ac:spMkLst>
            <pc:docMk/>
            <pc:sldMk cId="2729481949" sldId="267"/>
            <ac:spMk id="4" creationId="{773BC182-E996-B790-B63E-17CD28654CFC}"/>
          </ac:spMkLst>
        </pc:spChg>
        <pc:spChg chg="del">
          <ac:chgData name="柴崎　陸" userId="1d2c6013-a504-416a-aa60-b642a5db2d33" providerId="ADAL" clId="{9A301967-5DF9-45A0-8E47-A52C5D7E8DEF}" dt="2024-04-11T17:42:13.588" v="3257" actId="478"/>
          <ac:spMkLst>
            <pc:docMk/>
            <pc:sldMk cId="2729481949" sldId="267"/>
            <ac:spMk id="6" creationId="{A3E5344D-F013-34AD-A71D-551651593298}"/>
          </ac:spMkLst>
        </pc:spChg>
        <pc:spChg chg="del">
          <ac:chgData name="柴崎　陸" userId="1d2c6013-a504-416a-aa60-b642a5db2d33" providerId="ADAL" clId="{9A301967-5DF9-45A0-8E47-A52C5D7E8DEF}" dt="2024-04-11T17:42:08.549" v="3256" actId="478"/>
          <ac:spMkLst>
            <pc:docMk/>
            <pc:sldMk cId="2729481949" sldId="267"/>
            <ac:spMk id="7" creationId="{1FB9D7C9-192E-C6A6-C0FB-C685898DAC58}"/>
          </ac:spMkLst>
        </pc:spChg>
        <pc:spChg chg="mod">
          <ac:chgData name="柴崎　陸" userId="1d2c6013-a504-416a-aa60-b642a5db2d33" providerId="ADAL" clId="{9A301967-5DF9-45A0-8E47-A52C5D7E8DEF}" dt="2024-04-11T17:50:05.032" v="3324" actId="20577"/>
          <ac:spMkLst>
            <pc:docMk/>
            <pc:sldMk cId="2729481949" sldId="267"/>
            <ac:spMk id="8" creationId="{573992E5-F0D0-4E1F-12AF-E5C7C8A3648B}"/>
          </ac:spMkLst>
        </pc:spChg>
        <pc:spChg chg="mod">
          <ac:chgData name="柴崎　陸" userId="1d2c6013-a504-416a-aa60-b642a5db2d33" providerId="ADAL" clId="{9A301967-5DF9-45A0-8E47-A52C5D7E8DEF}" dt="2024-04-11T17:42:17.613" v="3258" actId="1076"/>
          <ac:spMkLst>
            <pc:docMk/>
            <pc:sldMk cId="2729481949" sldId="267"/>
            <ac:spMk id="9" creationId="{52E87444-7A8F-17E5-326B-276A44C4D6E4}"/>
          </ac:spMkLst>
        </pc:spChg>
        <pc:spChg chg="add mod">
          <ac:chgData name="柴崎　陸" userId="1d2c6013-a504-416a-aa60-b642a5db2d33" providerId="ADAL" clId="{9A301967-5DF9-45A0-8E47-A52C5D7E8DEF}" dt="2024-04-11T17:48:46.985" v="3283" actId="1076"/>
          <ac:spMkLst>
            <pc:docMk/>
            <pc:sldMk cId="2729481949" sldId="267"/>
            <ac:spMk id="10" creationId="{2270F0D3-BC57-3CC7-E4A6-52A9D0C99376}"/>
          </ac:spMkLst>
        </pc:spChg>
        <pc:spChg chg="add mod">
          <ac:chgData name="柴崎　陸" userId="1d2c6013-a504-416a-aa60-b642a5db2d33" providerId="ADAL" clId="{9A301967-5DF9-45A0-8E47-A52C5D7E8DEF}" dt="2024-04-11T17:48:53.385" v="3284" actId="1076"/>
          <ac:spMkLst>
            <pc:docMk/>
            <pc:sldMk cId="2729481949" sldId="267"/>
            <ac:spMk id="11" creationId="{7CAC02E9-7353-66EA-F69E-18A8F2FC97BE}"/>
          </ac:spMkLst>
        </pc:spChg>
      </pc:sldChg>
      <pc:sldChg chg="addSp delSp modSp add mod ord">
        <pc:chgData name="柴崎　陸" userId="1d2c6013-a504-416a-aa60-b642a5db2d33" providerId="ADAL" clId="{9A301967-5DF9-45A0-8E47-A52C5D7E8DEF}" dt="2024-04-12T02:56:05.089" v="4132" actId="1076"/>
        <pc:sldMkLst>
          <pc:docMk/>
          <pc:sldMk cId="2051271604" sldId="268"/>
        </pc:sldMkLst>
        <pc:spChg chg="mod">
          <ac:chgData name="柴崎　陸" userId="1d2c6013-a504-416a-aa60-b642a5db2d33" providerId="ADAL" clId="{9A301967-5DF9-45A0-8E47-A52C5D7E8DEF}" dt="2024-04-12T01:47:00.460" v="3733" actId="20577"/>
          <ac:spMkLst>
            <pc:docMk/>
            <pc:sldMk cId="2051271604" sldId="268"/>
            <ac:spMk id="3" creationId="{6012FB1B-9F3D-63BC-2EB7-BABCF6004AE7}"/>
          </ac:spMkLst>
        </pc:spChg>
        <pc:spChg chg="mod">
          <ac:chgData name="柴崎　陸" userId="1d2c6013-a504-416a-aa60-b642a5db2d33" providerId="ADAL" clId="{9A301967-5DF9-45A0-8E47-A52C5D7E8DEF}" dt="2024-04-12T02:54:42.879" v="4126" actId="20577"/>
          <ac:spMkLst>
            <pc:docMk/>
            <pc:sldMk cId="2051271604" sldId="268"/>
            <ac:spMk id="4" creationId="{20929A52-FBED-4871-D9DF-624E6AF9AB40}"/>
          </ac:spMkLst>
        </pc:spChg>
        <pc:spChg chg="add mod">
          <ac:chgData name="柴崎　陸" userId="1d2c6013-a504-416a-aa60-b642a5db2d33" providerId="ADAL" clId="{9A301967-5DF9-45A0-8E47-A52C5D7E8DEF}" dt="2024-04-12T02:36:02.469" v="4103" actId="1076"/>
          <ac:spMkLst>
            <pc:docMk/>
            <pc:sldMk cId="2051271604" sldId="268"/>
            <ac:spMk id="5" creationId="{FDC7BB22-FEB8-FD32-D15B-4E70FF206E6A}"/>
          </ac:spMkLst>
        </pc:spChg>
        <pc:spChg chg="add del mod">
          <ac:chgData name="柴崎　陸" userId="1d2c6013-a504-416a-aa60-b642a5db2d33" providerId="ADAL" clId="{9A301967-5DF9-45A0-8E47-A52C5D7E8DEF}" dt="2024-04-12T02:35:24.285" v="4078" actId="478"/>
          <ac:spMkLst>
            <pc:docMk/>
            <pc:sldMk cId="2051271604" sldId="268"/>
            <ac:spMk id="6" creationId="{D950BF7D-D66D-C940-D3C0-2D6229ADEF9F}"/>
          </ac:spMkLst>
        </pc:spChg>
        <pc:spChg chg="add mod">
          <ac:chgData name="柴崎　陸" userId="1d2c6013-a504-416a-aa60-b642a5db2d33" providerId="ADAL" clId="{9A301967-5DF9-45A0-8E47-A52C5D7E8DEF}" dt="2024-04-12T01:54:31.193" v="3760" actId="1076"/>
          <ac:spMkLst>
            <pc:docMk/>
            <pc:sldMk cId="2051271604" sldId="268"/>
            <ac:spMk id="8" creationId="{A30156B0-14F9-4C4A-CDDC-CD86D4F812D6}"/>
          </ac:spMkLst>
        </pc:spChg>
        <pc:spChg chg="add del mod">
          <ac:chgData name="柴崎　陸" userId="1d2c6013-a504-416a-aa60-b642a5db2d33" providerId="ADAL" clId="{9A301967-5DF9-45A0-8E47-A52C5D7E8DEF}" dt="2024-04-11T18:13:20.294" v="3549" actId="478"/>
          <ac:spMkLst>
            <pc:docMk/>
            <pc:sldMk cId="2051271604" sldId="268"/>
            <ac:spMk id="10" creationId="{F17C5469-629B-8635-1B75-62D7056654FE}"/>
          </ac:spMkLst>
        </pc:spChg>
        <pc:picChg chg="del">
          <ac:chgData name="柴崎　陸" userId="1d2c6013-a504-416a-aa60-b642a5db2d33" providerId="ADAL" clId="{9A301967-5DF9-45A0-8E47-A52C5D7E8DEF}" dt="2024-04-11T17:56:51.847" v="3367" actId="478"/>
          <ac:picMkLst>
            <pc:docMk/>
            <pc:sldMk cId="2051271604" sldId="268"/>
            <ac:picMk id="5" creationId="{010C6CB6-1C92-89AD-57BB-936AFC483FBD}"/>
          </ac:picMkLst>
        </pc:picChg>
        <pc:picChg chg="add del mod">
          <ac:chgData name="柴崎　陸" userId="1d2c6013-a504-416a-aa60-b642a5db2d33" providerId="ADAL" clId="{9A301967-5DF9-45A0-8E47-A52C5D7E8DEF}" dt="2024-04-12T02:55:52.937" v="4127" actId="478"/>
          <ac:picMkLst>
            <pc:docMk/>
            <pc:sldMk cId="2051271604" sldId="268"/>
            <ac:picMk id="7" creationId="{02626B3B-B3CA-CF1B-27B3-D48A28B13AB5}"/>
          </ac:picMkLst>
        </pc:picChg>
        <pc:picChg chg="add mod">
          <ac:chgData name="柴崎　陸" userId="1d2c6013-a504-416a-aa60-b642a5db2d33" providerId="ADAL" clId="{9A301967-5DF9-45A0-8E47-A52C5D7E8DEF}" dt="2024-04-12T02:56:05.089" v="4132" actId="1076"/>
          <ac:picMkLst>
            <pc:docMk/>
            <pc:sldMk cId="2051271604" sldId="268"/>
            <ac:picMk id="11" creationId="{0A71883A-BB90-6DF3-8826-B34F3986AD2E}"/>
          </ac:picMkLst>
        </pc:picChg>
        <pc:cxnChg chg="add mod">
          <ac:chgData name="柴崎　陸" userId="1d2c6013-a504-416a-aa60-b642a5db2d33" providerId="ADAL" clId="{9A301967-5DF9-45A0-8E47-A52C5D7E8DEF}" dt="2024-04-11T18:13:46.811" v="3554" actId="1076"/>
          <ac:cxnSpMkLst>
            <pc:docMk/>
            <pc:sldMk cId="2051271604" sldId="268"/>
            <ac:cxnSpMk id="9" creationId="{80472B00-72CD-1676-AA85-5034BBF1C033}"/>
          </ac:cxnSpMkLst>
        </pc:cxnChg>
      </pc:sldChg>
      <pc:sldChg chg="addSp delSp modSp add mod ord">
        <pc:chgData name="柴崎　陸" userId="1d2c6013-a504-416a-aa60-b642a5db2d33" providerId="ADAL" clId="{9A301967-5DF9-45A0-8E47-A52C5D7E8DEF}" dt="2024-04-12T02:56:15.379" v="4135" actId="1076"/>
        <pc:sldMkLst>
          <pc:docMk/>
          <pc:sldMk cId="2377491385" sldId="269"/>
        </pc:sldMkLst>
        <pc:spChg chg="mod">
          <ac:chgData name="柴崎　陸" userId="1d2c6013-a504-416a-aa60-b642a5db2d33" providerId="ADAL" clId="{9A301967-5DF9-45A0-8E47-A52C5D7E8DEF}" dt="2024-04-12T01:47:19.397" v="3746" actId="20577"/>
          <ac:spMkLst>
            <pc:docMk/>
            <pc:sldMk cId="2377491385" sldId="269"/>
            <ac:spMk id="3" creationId="{016C459D-1298-A9C5-3C54-4DBFC8AC8B68}"/>
          </ac:spMkLst>
        </pc:spChg>
        <pc:spChg chg="mod">
          <ac:chgData name="柴崎　陸" userId="1d2c6013-a504-416a-aa60-b642a5db2d33" providerId="ADAL" clId="{9A301967-5DF9-45A0-8E47-A52C5D7E8DEF}" dt="2024-04-12T02:24:34.063" v="3952" actId="20577"/>
          <ac:spMkLst>
            <pc:docMk/>
            <pc:sldMk cId="2377491385" sldId="269"/>
            <ac:spMk id="6" creationId="{3EFFB770-03D8-40EB-D664-724DBBACB821}"/>
          </ac:spMkLst>
        </pc:spChg>
        <pc:spChg chg="add mod">
          <ac:chgData name="柴崎　陸" userId="1d2c6013-a504-416a-aa60-b642a5db2d33" providerId="ADAL" clId="{9A301967-5DF9-45A0-8E47-A52C5D7E8DEF}" dt="2024-04-12T02:56:15.379" v="4135" actId="1076"/>
          <ac:spMkLst>
            <pc:docMk/>
            <pc:sldMk cId="2377491385" sldId="269"/>
            <ac:spMk id="7" creationId="{42778003-58AF-B4B3-0019-8EEA368BCF01}"/>
          </ac:spMkLst>
        </pc:spChg>
        <pc:spChg chg="mod">
          <ac:chgData name="柴崎　陸" userId="1d2c6013-a504-416a-aa60-b642a5db2d33" providerId="ADAL" clId="{9A301967-5DF9-45A0-8E47-A52C5D7E8DEF}" dt="2024-04-12T01:50:34.294" v="3757" actId="20577"/>
          <ac:spMkLst>
            <pc:docMk/>
            <pc:sldMk cId="2377491385" sldId="269"/>
            <ac:spMk id="16" creationId="{5D658E68-3A1B-4AFB-6856-14028E674DC1}"/>
          </ac:spMkLst>
        </pc:spChg>
        <pc:picChg chg="add mod">
          <ac:chgData name="柴崎　陸" userId="1d2c6013-a504-416a-aa60-b642a5db2d33" providerId="ADAL" clId="{9A301967-5DF9-45A0-8E47-A52C5D7E8DEF}" dt="2024-04-12T02:56:12.109" v="4134" actId="1076"/>
          <ac:picMkLst>
            <pc:docMk/>
            <pc:sldMk cId="2377491385" sldId="269"/>
            <ac:picMk id="5" creationId="{57D6A192-834A-282D-F922-DEAE689EAE90}"/>
          </ac:picMkLst>
        </pc:picChg>
        <pc:picChg chg="del">
          <ac:chgData name="柴崎　陸" userId="1d2c6013-a504-416a-aa60-b642a5db2d33" providerId="ADAL" clId="{9A301967-5DF9-45A0-8E47-A52C5D7E8DEF}" dt="2024-04-12T01:49:45.043" v="3747" actId="478"/>
          <ac:picMkLst>
            <pc:docMk/>
            <pc:sldMk cId="2377491385" sldId="269"/>
            <ac:picMk id="8" creationId="{F9693E70-0FBE-0FDF-E430-1BB543EF146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F4021-A3AB-4F37-8F7C-27E34763186C}" type="datetimeFigureOut">
              <a:rPr kumimoji="1" lang="ja-JP" altLang="en-US" smtClean="0"/>
              <a:t>2024/4/12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5191A3-20DA-4B3C-8376-5BDCB40C5243}" type="slidenum">
              <a:rPr kumimoji="1" lang="ja-JP" altLang="en-US" smtClean="0"/>
              <a:t>‹#›</a:t>
            </a:fld>
            <a:endParaRPr kumimoji="1" lang="ja-JP" altLang="en-US"/>
          </a:p>
        </p:txBody>
      </p:sp>
    </p:spTree>
    <p:extLst>
      <p:ext uri="{BB962C8B-B14F-4D97-AF65-F5344CB8AC3E}">
        <p14:creationId xmlns:p14="http://schemas.microsoft.com/office/powerpoint/2010/main" val="86417283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E57F0F-B20D-AD99-8EB0-BFD419E0AFE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AF9BB79-D0E0-54F3-6E4C-B6E6382311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33D148B-95CA-EE53-EFBF-F1082DF2329B}"/>
              </a:ext>
            </a:extLst>
          </p:cNvPr>
          <p:cNvSpPr>
            <a:spLocks noGrp="1"/>
          </p:cNvSpPr>
          <p:nvPr>
            <p:ph type="dt" sz="half" idx="10"/>
          </p:nvPr>
        </p:nvSpPr>
        <p:spPr/>
        <p:txBody>
          <a:bodyPr/>
          <a:lstStyle/>
          <a:p>
            <a:fld id="{6724AD2B-748F-4E14-9C8D-FC1302F308C1}"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54E01ECA-72E4-94C0-97CC-5CBCE016E3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7FAB5EF-B4ED-AAE9-C26C-3CA7861D8A7D}"/>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433377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13352F-563E-5580-992B-53E4C5266B7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B27946F-7FE4-0B31-F8A4-494CA636D8B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60AE5D-77E3-711B-2ED7-A6DF4C14D9D0}"/>
              </a:ext>
            </a:extLst>
          </p:cNvPr>
          <p:cNvSpPr>
            <a:spLocks noGrp="1"/>
          </p:cNvSpPr>
          <p:nvPr>
            <p:ph type="dt" sz="half" idx="10"/>
          </p:nvPr>
        </p:nvSpPr>
        <p:spPr/>
        <p:txBody>
          <a:bodyPr/>
          <a:lstStyle/>
          <a:p>
            <a:fld id="{0B546D56-57ED-47D6-82FB-54B00ADE5B48}"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5140664E-0483-C687-C07B-1933B8EFCC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E741BA-3B2B-CCDE-D3A2-DB522341B509}"/>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038842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21100A-989C-B5BC-9A36-9896865B99F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8850491-4495-13E4-AE62-2AA1AEEEEA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7F66604-EA8B-F899-4CC0-3D9A39A4904F}"/>
              </a:ext>
            </a:extLst>
          </p:cNvPr>
          <p:cNvSpPr>
            <a:spLocks noGrp="1"/>
          </p:cNvSpPr>
          <p:nvPr>
            <p:ph type="dt" sz="half" idx="10"/>
          </p:nvPr>
        </p:nvSpPr>
        <p:spPr/>
        <p:txBody>
          <a:bodyPr/>
          <a:lstStyle/>
          <a:p>
            <a:fld id="{A69C07DD-895F-4B11-8168-D7668DFA44B5}"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3AD15586-1414-BA6B-FB1A-A88CAF721D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33C73FF-BED6-90AA-66CF-E8285E2BC9FF}"/>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1488322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2D61F3-043D-5084-D92D-BC23812609D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2BE2202-95B4-A9E9-B90E-4645924A319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7D7B7AF-7E64-649C-DCD1-F5DA748D3F1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E69CA9-9CFF-DDC7-8D86-D1EE43B248D0}"/>
              </a:ext>
            </a:extLst>
          </p:cNvPr>
          <p:cNvSpPr>
            <a:spLocks noGrp="1"/>
          </p:cNvSpPr>
          <p:nvPr>
            <p:ph type="dt" sz="half" idx="10"/>
          </p:nvPr>
        </p:nvSpPr>
        <p:spPr/>
        <p:txBody>
          <a:bodyPr/>
          <a:lstStyle/>
          <a:p>
            <a:fld id="{52A5ACF8-EF43-4E98-8A68-45D71C7CD47B}" type="datetime1">
              <a:rPr kumimoji="1" lang="ja-JP" altLang="en-US" smtClean="0"/>
              <a:t>2024/4/12</a:t>
            </a:fld>
            <a:endParaRPr kumimoji="1" lang="ja-JP" altLang="en-US"/>
          </a:p>
        </p:txBody>
      </p:sp>
      <p:sp>
        <p:nvSpPr>
          <p:cNvPr id="6" name="フッター プレースホルダー 5">
            <a:extLst>
              <a:ext uri="{FF2B5EF4-FFF2-40B4-BE49-F238E27FC236}">
                <a16:creationId xmlns:a16="http://schemas.microsoft.com/office/drawing/2014/main" id="{C5850D41-CDB8-149A-B814-4A81A482131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F81A6BB-B459-947A-E08A-BE89F0326E14}"/>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67564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20C4A7-C62B-2EE0-068D-D610DB76DD8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C46BF57-8056-0FD7-5F2B-6723562147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9FC92BE-69B1-99A5-C13B-8BC03E2764F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3F5E114-9742-E07B-F7B3-A245E6AA92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CD3CD6-094B-4155-C70E-A949BABCBD1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0CF90F3-F0AF-4FE9-9B7C-AD158FA83939}"/>
              </a:ext>
            </a:extLst>
          </p:cNvPr>
          <p:cNvSpPr>
            <a:spLocks noGrp="1"/>
          </p:cNvSpPr>
          <p:nvPr>
            <p:ph type="dt" sz="half" idx="10"/>
          </p:nvPr>
        </p:nvSpPr>
        <p:spPr/>
        <p:txBody>
          <a:bodyPr/>
          <a:lstStyle/>
          <a:p>
            <a:fld id="{D4F58EDE-3A0A-4458-A75F-AE5476378513}" type="datetime1">
              <a:rPr kumimoji="1" lang="ja-JP" altLang="en-US" smtClean="0"/>
              <a:t>2024/4/12</a:t>
            </a:fld>
            <a:endParaRPr kumimoji="1" lang="ja-JP" altLang="en-US"/>
          </a:p>
        </p:txBody>
      </p:sp>
      <p:sp>
        <p:nvSpPr>
          <p:cNvPr id="8" name="フッター プレースホルダー 7">
            <a:extLst>
              <a:ext uri="{FF2B5EF4-FFF2-40B4-BE49-F238E27FC236}">
                <a16:creationId xmlns:a16="http://schemas.microsoft.com/office/drawing/2014/main" id="{33085481-17F9-A48C-E263-FA6D9051CE7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9747227-A43E-63C7-ABD0-72AB9F381EC8}"/>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683936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05A46D-1E94-2A53-327E-BA678CAC4AB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A021FA3-4377-11CC-EA40-E7755527C175}"/>
              </a:ext>
            </a:extLst>
          </p:cNvPr>
          <p:cNvSpPr>
            <a:spLocks noGrp="1"/>
          </p:cNvSpPr>
          <p:nvPr>
            <p:ph type="dt" sz="half" idx="10"/>
          </p:nvPr>
        </p:nvSpPr>
        <p:spPr/>
        <p:txBody>
          <a:bodyPr/>
          <a:lstStyle/>
          <a:p>
            <a:fld id="{AB4A8BD2-7F1C-46A5-A7A2-C5135982D624}" type="datetime1">
              <a:rPr kumimoji="1" lang="ja-JP" altLang="en-US" smtClean="0"/>
              <a:t>2024/4/12</a:t>
            </a:fld>
            <a:endParaRPr kumimoji="1" lang="ja-JP" altLang="en-US"/>
          </a:p>
        </p:txBody>
      </p:sp>
      <p:sp>
        <p:nvSpPr>
          <p:cNvPr id="4" name="フッター プレースホルダー 3">
            <a:extLst>
              <a:ext uri="{FF2B5EF4-FFF2-40B4-BE49-F238E27FC236}">
                <a16:creationId xmlns:a16="http://schemas.microsoft.com/office/drawing/2014/main" id="{0BB99EE6-63F1-4940-31E3-F88BC82DF1E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CE7DFF0-5673-285B-D3E1-73AC06B485F3}"/>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295315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F7234BE-4C90-4413-4B8B-CEA9D51D65B4}"/>
              </a:ext>
            </a:extLst>
          </p:cNvPr>
          <p:cNvSpPr>
            <a:spLocks noGrp="1"/>
          </p:cNvSpPr>
          <p:nvPr>
            <p:ph type="dt" sz="half" idx="10"/>
          </p:nvPr>
        </p:nvSpPr>
        <p:spPr/>
        <p:txBody>
          <a:bodyPr/>
          <a:lstStyle/>
          <a:p>
            <a:fld id="{DA0D1D00-55D1-4E29-BF00-1CBEC439D05F}" type="datetime1">
              <a:rPr kumimoji="1" lang="ja-JP" altLang="en-US" smtClean="0"/>
              <a:t>2024/4/12</a:t>
            </a:fld>
            <a:endParaRPr kumimoji="1" lang="ja-JP" altLang="en-US"/>
          </a:p>
        </p:txBody>
      </p:sp>
      <p:sp>
        <p:nvSpPr>
          <p:cNvPr id="3" name="フッター プレースホルダー 2">
            <a:extLst>
              <a:ext uri="{FF2B5EF4-FFF2-40B4-BE49-F238E27FC236}">
                <a16:creationId xmlns:a16="http://schemas.microsoft.com/office/drawing/2014/main" id="{D7DDBAF0-9708-3145-5405-D2EA5189DF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751AEEC-B643-54CE-98BC-84DA5C73ECB3}"/>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2564147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14C50-FD8B-CFF4-F20E-43F4DA2360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64F783-E1E5-D57B-C6AD-EF98CD571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0F5B306-05CE-774F-093F-6A17C0186B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A502F12-4742-D749-7BF4-CDF835D0BB52}"/>
              </a:ext>
            </a:extLst>
          </p:cNvPr>
          <p:cNvSpPr>
            <a:spLocks noGrp="1"/>
          </p:cNvSpPr>
          <p:nvPr>
            <p:ph type="dt" sz="half" idx="10"/>
          </p:nvPr>
        </p:nvSpPr>
        <p:spPr/>
        <p:txBody>
          <a:bodyPr/>
          <a:lstStyle/>
          <a:p>
            <a:fld id="{B611663D-FBA2-4392-A2B8-F9884E79667E}" type="datetime1">
              <a:rPr kumimoji="1" lang="ja-JP" altLang="en-US" smtClean="0"/>
              <a:t>2024/4/12</a:t>
            </a:fld>
            <a:endParaRPr kumimoji="1" lang="ja-JP" altLang="en-US"/>
          </a:p>
        </p:txBody>
      </p:sp>
      <p:sp>
        <p:nvSpPr>
          <p:cNvPr id="6" name="フッター プレースホルダー 5">
            <a:extLst>
              <a:ext uri="{FF2B5EF4-FFF2-40B4-BE49-F238E27FC236}">
                <a16:creationId xmlns:a16="http://schemas.microsoft.com/office/drawing/2014/main" id="{0E90B100-4EF9-B9DA-6A10-97E6FEB0D60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25BD64-6DDA-BE87-5A67-192F631CCDB3}"/>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557629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F27E87-43FD-DB5A-3D58-BA2A6F1BDFA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19D0303-C4B8-8746-DA5C-436AACC6FE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2C0AEB6-DD97-78C7-B5B0-213D6B163D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93BBF0D-4FF3-E83E-225F-E48BC2A68EA5}"/>
              </a:ext>
            </a:extLst>
          </p:cNvPr>
          <p:cNvSpPr>
            <a:spLocks noGrp="1"/>
          </p:cNvSpPr>
          <p:nvPr>
            <p:ph type="dt" sz="half" idx="10"/>
          </p:nvPr>
        </p:nvSpPr>
        <p:spPr/>
        <p:txBody>
          <a:bodyPr/>
          <a:lstStyle/>
          <a:p>
            <a:fld id="{F2D9BE45-41B8-4E73-B5E3-74901DF934E5}" type="datetime1">
              <a:rPr kumimoji="1" lang="ja-JP" altLang="en-US" smtClean="0"/>
              <a:t>2024/4/12</a:t>
            </a:fld>
            <a:endParaRPr kumimoji="1" lang="ja-JP" altLang="en-US"/>
          </a:p>
        </p:txBody>
      </p:sp>
      <p:sp>
        <p:nvSpPr>
          <p:cNvPr id="6" name="フッター プレースホルダー 5">
            <a:extLst>
              <a:ext uri="{FF2B5EF4-FFF2-40B4-BE49-F238E27FC236}">
                <a16:creationId xmlns:a16="http://schemas.microsoft.com/office/drawing/2014/main" id="{407A9764-63B3-A41F-DA83-C3FFF1487EF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256749B-0D09-32AF-91EF-DA9A393CE84D}"/>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384530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F330CC-F160-150F-9A95-DBAB812E4D3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198E37F-4A7E-93F5-7FA1-09793A7B53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427541-4067-D5C7-53BD-E6CACB87EFC2}"/>
              </a:ext>
            </a:extLst>
          </p:cNvPr>
          <p:cNvSpPr>
            <a:spLocks noGrp="1"/>
          </p:cNvSpPr>
          <p:nvPr>
            <p:ph type="dt" sz="half" idx="10"/>
          </p:nvPr>
        </p:nvSpPr>
        <p:spPr/>
        <p:txBody>
          <a:bodyPr/>
          <a:lstStyle/>
          <a:p>
            <a:fld id="{30F7C45D-EADF-4FE3-A072-F404F133362A}"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25271A8E-C61B-031A-3580-9BC28021B84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9DD929B-EC63-219B-8961-61D53D4FE56A}"/>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75984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29671B9-22B8-F29B-2541-F7F314BF55D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D19D309-DDC6-6004-681E-635D1B87AA6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45C1873-2810-503A-FD6D-C6C149D5B284}"/>
              </a:ext>
            </a:extLst>
          </p:cNvPr>
          <p:cNvSpPr>
            <a:spLocks noGrp="1"/>
          </p:cNvSpPr>
          <p:nvPr>
            <p:ph type="dt" sz="half" idx="10"/>
          </p:nvPr>
        </p:nvSpPr>
        <p:spPr/>
        <p:txBody>
          <a:bodyPr/>
          <a:lstStyle/>
          <a:p>
            <a:fld id="{03CB22D6-542D-4F76-B3E0-C7A08BDC7303}"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0D2FB1F5-41A4-9E18-6662-D479E3173C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4989AE-7FDD-48D9-37AB-7984C92E59D4}"/>
              </a:ext>
            </a:extLst>
          </p:cNvPr>
          <p:cNvSpPr>
            <a:spLocks noGrp="1"/>
          </p:cNvSpPr>
          <p:nvPr>
            <p:ph type="sldNum" sz="quarter" idx="12"/>
          </p:nvPr>
        </p:nvSpPr>
        <p:spPr/>
        <p:txBody>
          <a:body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2816740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AD9F040-5375-E463-4344-79A9ECE1C2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F53775A-C54A-85E0-4DB1-55C92C8A8C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D53B03-F30E-B2BD-DBCF-4ED51B0566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C99E4D-9BAD-460B-B33F-ABB77A25BD76}" type="datetime1">
              <a:rPr kumimoji="1" lang="ja-JP" altLang="en-US" smtClean="0"/>
              <a:t>2024/4/12</a:t>
            </a:fld>
            <a:endParaRPr kumimoji="1" lang="ja-JP" altLang="en-US"/>
          </a:p>
        </p:txBody>
      </p:sp>
      <p:sp>
        <p:nvSpPr>
          <p:cNvPr id="5" name="フッター プレースホルダー 4">
            <a:extLst>
              <a:ext uri="{FF2B5EF4-FFF2-40B4-BE49-F238E27FC236}">
                <a16:creationId xmlns:a16="http://schemas.microsoft.com/office/drawing/2014/main" id="{17C9E582-7A25-FCEF-0E1D-8CC0838E4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E7F78C-D865-F97C-8F63-F1CE52430B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8C25D7-5CE7-4ED6-8613-A7CEE993EE89}" type="slidenum">
              <a:rPr kumimoji="1" lang="ja-JP" altLang="en-US" smtClean="0"/>
              <a:t>‹#›</a:t>
            </a:fld>
            <a:endParaRPr kumimoji="1" lang="ja-JP" altLang="en-US"/>
          </a:p>
        </p:txBody>
      </p:sp>
    </p:spTree>
    <p:extLst>
      <p:ext uri="{BB962C8B-B14F-4D97-AF65-F5344CB8AC3E}">
        <p14:creationId xmlns:p14="http://schemas.microsoft.com/office/powerpoint/2010/main" val="329381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FF58C8-EDC9-E946-3B44-2B571A6276A4}"/>
              </a:ext>
            </a:extLst>
          </p:cNvPr>
          <p:cNvSpPr>
            <a:spLocks noGrp="1"/>
          </p:cNvSpPr>
          <p:nvPr>
            <p:ph type="ctrTitle"/>
          </p:nvPr>
        </p:nvSpPr>
        <p:spPr/>
        <p:txBody>
          <a:bodyPr>
            <a:normAutofit/>
          </a:bodyPr>
          <a:lstStyle/>
          <a:p>
            <a:r>
              <a:rPr kumimoji="1" lang="ja-JP" altLang="en-US" sz="4800" dirty="0"/>
              <a:t>ニューラルネットワークを用いた手書き文字の認識</a:t>
            </a:r>
          </a:p>
        </p:txBody>
      </p:sp>
      <p:sp>
        <p:nvSpPr>
          <p:cNvPr id="3" name="字幕 2">
            <a:extLst>
              <a:ext uri="{FF2B5EF4-FFF2-40B4-BE49-F238E27FC236}">
                <a16:creationId xmlns:a16="http://schemas.microsoft.com/office/drawing/2014/main" id="{914D4FCE-CCCC-A15D-8E21-AFC32BAF4E2F}"/>
              </a:ext>
            </a:extLst>
          </p:cNvPr>
          <p:cNvSpPr>
            <a:spLocks noGrp="1"/>
          </p:cNvSpPr>
          <p:nvPr>
            <p:ph type="subTitle" idx="1"/>
          </p:nvPr>
        </p:nvSpPr>
        <p:spPr>
          <a:xfrm>
            <a:off x="1524000" y="4292918"/>
            <a:ext cx="9144000" cy="365125"/>
          </a:xfrm>
        </p:spPr>
        <p:txBody>
          <a:bodyPr>
            <a:noAutofit/>
          </a:bodyPr>
          <a:lstStyle/>
          <a:p>
            <a:r>
              <a:rPr kumimoji="1" lang="en-US" altLang="ja-JP" dirty="0"/>
              <a:t>8121048</a:t>
            </a:r>
            <a:r>
              <a:rPr kumimoji="1" lang="ja-JP" altLang="en-US" dirty="0"/>
              <a:t>　　柴崎陸</a:t>
            </a:r>
          </a:p>
        </p:txBody>
      </p:sp>
      <p:sp>
        <p:nvSpPr>
          <p:cNvPr id="4" name="スライド番号プレースホルダー 3">
            <a:extLst>
              <a:ext uri="{FF2B5EF4-FFF2-40B4-BE49-F238E27FC236}">
                <a16:creationId xmlns:a16="http://schemas.microsoft.com/office/drawing/2014/main" id="{F2E0C739-50EE-3571-E9C3-B84EDE7BF63B}"/>
              </a:ext>
            </a:extLst>
          </p:cNvPr>
          <p:cNvSpPr>
            <a:spLocks noGrp="1"/>
          </p:cNvSpPr>
          <p:nvPr>
            <p:ph type="sldNum" sz="quarter" idx="12"/>
          </p:nvPr>
        </p:nvSpPr>
        <p:spPr/>
        <p:txBody>
          <a:bodyPr/>
          <a:lstStyle/>
          <a:p>
            <a:fld id="{408C25D7-5CE7-4ED6-8613-A7CEE993EE89}" type="slidenum">
              <a:rPr kumimoji="1" lang="ja-JP" altLang="en-US" smtClean="0"/>
              <a:t>1</a:t>
            </a:fld>
            <a:endParaRPr kumimoji="1" lang="ja-JP" altLang="en-US"/>
          </a:p>
        </p:txBody>
      </p:sp>
    </p:spTree>
    <p:extLst>
      <p:ext uri="{BB962C8B-B14F-4D97-AF65-F5344CB8AC3E}">
        <p14:creationId xmlns:p14="http://schemas.microsoft.com/office/powerpoint/2010/main" val="28361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12272-1ACD-13EF-4C50-A3BE655F48B1}"/>
              </a:ext>
            </a:extLst>
          </p:cNvPr>
          <p:cNvSpPr>
            <a:spLocks noGrp="1"/>
          </p:cNvSpPr>
          <p:nvPr>
            <p:ph type="ctrTitle"/>
          </p:nvPr>
        </p:nvSpPr>
        <p:spPr>
          <a:xfrm>
            <a:off x="518160" y="406400"/>
            <a:ext cx="7131338" cy="619760"/>
          </a:xfrm>
        </p:spPr>
        <p:txBody>
          <a:bodyPr>
            <a:normAutofit fontScale="90000"/>
          </a:bodyPr>
          <a:lstStyle/>
          <a:p>
            <a:r>
              <a:rPr kumimoji="1" lang="en-US" altLang="ja-JP" sz="3200" dirty="0"/>
              <a:t>1. </a:t>
            </a:r>
            <a:r>
              <a:rPr kumimoji="1" lang="ja-JP" altLang="en-US" sz="3200" dirty="0"/>
              <a:t>原理①</a:t>
            </a:r>
            <a:r>
              <a:rPr kumimoji="1" lang="en-US" altLang="ja-JP" sz="3200" dirty="0"/>
              <a:t> :</a:t>
            </a:r>
            <a:r>
              <a:rPr kumimoji="1" lang="ja-JP" altLang="en-US" sz="3200" dirty="0"/>
              <a:t>ニューラルネットワークの構造</a:t>
            </a:r>
            <a:r>
              <a:rPr kumimoji="1" lang="en-US" altLang="ja-JP" sz="3200" dirty="0"/>
              <a:t> </a:t>
            </a:r>
            <a:endParaRPr kumimoji="1" lang="ja-JP" altLang="en-US" sz="3200" dirty="0"/>
          </a:p>
        </p:txBody>
      </p:sp>
      <p:sp>
        <p:nvSpPr>
          <p:cNvPr id="4" name="スライド番号プレースホルダー 3">
            <a:extLst>
              <a:ext uri="{FF2B5EF4-FFF2-40B4-BE49-F238E27FC236}">
                <a16:creationId xmlns:a16="http://schemas.microsoft.com/office/drawing/2014/main" id="{DDC0A4AA-75EA-8B9B-861C-F1DD9CF11ADC}"/>
              </a:ext>
            </a:extLst>
          </p:cNvPr>
          <p:cNvSpPr>
            <a:spLocks noGrp="1"/>
          </p:cNvSpPr>
          <p:nvPr>
            <p:ph type="sldNum" sz="quarter" idx="12"/>
          </p:nvPr>
        </p:nvSpPr>
        <p:spPr/>
        <p:txBody>
          <a:bodyPr/>
          <a:lstStyle/>
          <a:p>
            <a:fld id="{408C25D7-5CE7-4ED6-8613-A7CEE993EE89}" type="slidenum">
              <a:rPr kumimoji="1" lang="ja-JP" altLang="en-US" smtClean="0"/>
              <a:t>2</a:t>
            </a:fld>
            <a:endParaRPr kumimoji="1" lang="ja-JP" altLang="en-US"/>
          </a:p>
        </p:txBody>
      </p:sp>
      <p:sp>
        <p:nvSpPr>
          <p:cNvPr id="5" name="楕円 4">
            <a:extLst>
              <a:ext uri="{FF2B5EF4-FFF2-40B4-BE49-F238E27FC236}">
                <a16:creationId xmlns:a16="http://schemas.microsoft.com/office/drawing/2014/main" id="{A9D6E1CD-A2F0-6C05-2D68-A75C8185EE20}"/>
              </a:ext>
            </a:extLst>
          </p:cNvPr>
          <p:cNvSpPr/>
          <p:nvPr/>
        </p:nvSpPr>
        <p:spPr>
          <a:xfrm>
            <a:off x="3205770" y="2357825"/>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16965CDD-CFBC-78D7-94DA-F8B378957ABB}"/>
              </a:ext>
            </a:extLst>
          </p:cNvPr>
          <p:cNvSpPr/>
          <p:nvPr/>
        </p:nvSpPr>
        <p:spPr>
          <a:xfrm>
            <a:off x="3200154" y="498757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FD71F6B4-68AB-AC89-CDFC-36FB12CB6ED4}"/>
              </a:ext>
            </a:extLst>
          </p:cNvPr>
          <p:cNvSpPr/>
          <p:nvPr/>
        </p:nvSpPr>
        <p:spPr>
          <a:xfrm>
            <a:off x="3200154" y="367033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CC1288B9-8299-F8E4-0D6F-A90FF7A4A18F}"/>
              </a:ext>
            </a:extLst>
          </p:cNvPr>
          <p:cNvSpPr/>
          <p:nvPr/>
        </p:nvSpPr>
        <p:spPr>
          <a:xfrm>
            <a:off x="8590361" y="367033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AAC7F103-8E87-3192-1A5D-DFA188870D64}"/>
              </a:ext>
            </a:extLst>
          </p:cNvPr>
          <p:cNvSpPr/>
          <p:nvPr/>
        </p:nvSpPr>
        <p:spPr>
          <a:xfrm>
            <a:off x="5898066" y="367033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D0B8DD84-C57E-C0E6-8493-5E10BAC4BB3F}"/>
              </a:ext>
            </a:extLst>
          </p:cNvPr>
          <p:cNvSpPr/>
          <p:nvPr/>
        </p:nvSpPr>
        <p:spPr>
          <a:xfrm>
            <a:off x="8590361" y="498757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91EADF2A-940F-CFC4-3C2A-4EB4A8F2F796}"/>
              </a:ext>
            </a:extLst>
          </p:cNvPr>
          <p:cNvSpPr/>
          <p:nvPr/>
        </p:nvSpPr>
        <p:spPr>
          <a:xfrm>
            <a:off x="5898066" y="4987572"/>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044EC67-34EB-2571-15D7-5FA8E2DC5E1D}"/>
              </a:ext>
            </a:extLst>
          </p:cNvPr>
          <p:cNvCxnSpPr/>
          <p:nvPr/>
        </p:nvCxnSpPr>
        <p:spPr>
          <a:xfrm>
            <a:off x="3937886" y="2670202"/>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直線矢印コネクタ 16">
            <a:extLst>
              <a:ext uri="{FF2B5EF4-FFF2-40B4-BE49-F238E27FC236}">
                <a16:creationId xmlns:a16="http://schemas.microsoft.com/office/drawing/2014/main" id="{41B9E998-DE35-B8F8-72AA-2CFA6F1B577A}"/>
              </a:ext>
            </a:extLst>
          </p:cNvPr>
          <p:cNvCxnSpPr/>
          <p:nvPr/>
        </p:nvCxnSpPr>
        <p:spPr>
          <a:xfrm>
            <a:off x="4008736" y="5299502"/>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線矢印コネクタ 17">
            <a:extLst>
              <a:ext uri="{FF2B5EF4-FFF2-40B4-BE49-F238E27FC236}">
                <a16:creationId xmlns:a16="http://schemas.microsoft.com/office/drawing/2014/main" id="{4560728F-3A6A-7611-776B-3F926CE4E819}"/>
              </a:ext>
            </a:extLst>
          </p:cNvPr>
          <p:cNvCxnSpPr/>
          <p:nvPr/>
        </p:nvCxnSpPr>
        <p:spPr>
          <a:xfrm>
            <a:off x="6658522" y="5299502"/>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直線矢印コネクタ 23">
            <a:extLst>
              <a:ext uri="{FF2B5EF4-FFF2-40B4-BE49-F238E27FC236}">
                <a16:creationId xmlns:a16="http://schemas.microsoft.com/office/drawing/2014/main" id="{06C155C8-766D-A2E0-63E1-7DC8FA16AEF5}"/>
              </a:ext>
            </a:extLst>
          </p:cNvPr>
          <p:cNvCxnSpPr>
            <a:cxnSpLocks/>
          </p:cNvCxnSpPr>
          <p:nvPr/>
        </p:nvCxnSpPr>
        <p:spPr>
          <a:xfrm>
            <a:off x="1972982" y="2660735"/>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線矢印コネクタ 24">
            <a:extLst>
              <a:ext uri="{FF2B5EF4-FFF2-40B4-BE49-F238E27FC236}">
                <a16:creationId xmlns:a16="http://schemas.microsoft.com/office/drawing/2014/main" id="{53E90701-B951-6D72-63B7-9EF9D14EC97C}"/>
              </a:ext>
            </a:extLst>
          </p:cNvPr>
          <p:cNvCxnSpPr/>
          <p:nvPr/>
        </p:nvCxnSpPr>
        <p:spPr>
          <a:xfrm>
            <a:off x="6658522" y="3990703"/>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楕円 8">
            <a:extLst>
              <a:ext uri="{FF2B5EF4-FFF2-40B4-BE49-F238E27FC236}">
                <a16:creationId xmlns:a16="http://schemas.microsoft.com/office/drawing/2014/main" id="{5DE62349-2449-6963-9DAB-DB598ABA9393}"/>
              </a:ext>
            </a:extLst>
          </p:cNvPr>
          <p:cNvSpPr/>
          <p:nvPr/>
        </p:nvSpPr>
        <p:spPr>
          <a:xfrm>
            <a:off x="8590361" y="233934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0B5BFDF4-AC3E-DC89-2FA8-26FFBE95FE02}"/>
              </a:ext>
            </a:extLst>
          </p:cNvPr>
          <p:cNvSpPr/>
          <p:nvPr/>
        </p:nvSpPr>
        <p:spPr>
          <a:xfrm>
            <a:off x="5898066" y="233934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p:cxnSp>
        <p:nvCxnSpPr>
          <p:cNvPr id="26" name="直線矢印コネクタ 25">
            <a:extLst>
              <a:ext uri="{FF2B5EF4-FFF2-40B4-BE49-F238E27FC236}">
                <a16:creationId xmlns:a16="http://schemas.microsoft.com/office/drawing/2014/main" id="{AC5F6C1E-CA99-CFCE-71F5-DA9B3A272C6E}"/>
              </a:ext>
            </a:extLst>
          </p:cNvPr>
          <p:cNvCxnSpPr/>
          <p:nvPr/>
        </p:nvCxnSpPr>
        <p:spPr>
          <a:xfrm>
            <a:off x="6658522" y="2669754"/>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線矢印コネクタ 26">
            <a:extLst>
              <a:ext uri="{FF2B5EF4-FFF2-40B4-BE49-F238E27FC236}">
                <a16:creationId xmlns:a16="http://schemas.microsoft.com/office/drawing/2014/main" id="{F3AD90C5-166A-A2F5-8227-AE6152323F7A}"/>
              </a:ext>
            </a:extLst>
          </p:cNvPr>
          <p:cNvCxnSpPr/>
          <p:nvPr/>
        </p:nvCxnSpPr>
        <p:spPr>
          <a:xfrm>
            <a:off x="3933163" y="3990703"/>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線矢印コネクタ 28">
            <a:extLst>
              <a:ext uri="{FF2B5EF4-FFF2-40B4-BE49-F238E27FC236}">
                <a16:creationId xmlns:a16="http://schemas.microsoft.com/office/drawing/2014/main" id="{47ECB984-9EAE-9FCA-3EE9-3FCD848C4DE0}"/>
              </a:ext>
            </a:extLst>
          </p:cNvPr>
          <p:cNvCxnSpPr>
            <a:cxnSpLocks/>
          </p:cNvCxnSpPr>
          <p:nvPr/>
        </p:nvCxnSpPr>
        <p:spPr>
          <a:xfrm>
            <a:off x="1972982" y="5299502"/>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直線矢印コネクタ 29">
            <a:extLst>
              <a:ext uri="{FF2B5EF4-FFF2-40B4-BE49-F238E27FC236}">
                <a16:creationId xmlns:a16="http://schemas.microsoft.com/office/drawing/2014/main" id="{8B006BCB-045B-0FDC-D688-7F0EEBA22092}"/>
              </a:ext>
            </a:extLst>
          </p:cNvPr>
          <p:cNvCxnSpPr>
            <a:cxnSpLocks/>
          </p:cNvCxnSpPr>
          <p:nvPr/>
        </p:nvCxnSpPr>
        <p:spPr>
          <a:xfrm>
            <a:off x="1972982" y="3990703"/>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線矢印コネクタ 30">
            <a:extLst>
              <a:ext uri="{FF2B5EF4-FFF2-40B4-BE49-F238E27FC236}">
                <a16:creationId xmlns:a16="http://schemas.microsoft.com/office/drawing/2014/main" id="{1199BD08-E1AC-9C5E-DD32-064784B05E81}"/>
              </a:ext>
            </a:extLst>
          </p:cNvPr>
          <p:cNvCxnSpPr>
            <a:cxnSpLocks/>
          </p:cNvCxnSpPr>
          <p:nvPr/>
        </p:nvCxnSpPr>
        <p:spPr>
          <a:xfrm>
            <a:off x="9364988" y="5299502"/>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直線矢印コネクタ 31">
            <a:extLst>
              <a:ext uri="{FF2B5EF4-FFF2-40B4-BE49-F238E27FC236}">
                <a16:creationId xmlns:a16="http://schemas.microsoft.com/office/drawing/2014/main" id="{2C6C0EAD-2797-6A42-54B5-2DFB6F55C259}"/>
              </a:ext>
            </a:extLst>
          </p:cNvPr>
          <p:cNvCxnSpPr>
            <a:cxnSpLocks/>
          </p:cNvCxnSpPr>
          <p:nvPr/>
        </p:nvCxnSpPr>
        <p:spPr>
          <a:xfrm>
            <a:off x="9364988" y="3990703"/>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線矢印コネクタ 32">
            <a:extLst>
              <a:ext uri="{FF2B5EF4-FFF2-40B4-BE49-F238E27FC236}">
                <a16:creationId xmlns:a16="http://schemas.microsoft.com/office/drawing/2014/main" id="{9B06FC88-C2D8-296B-25B4-BC5A1F94315E}"/>
              </a:ext>
            </a:extLst>
          </p:cNvPr>
          <p:cNvCxnSpPr>
            <a:cxnSpLocks/>
          </p:cNvCxnSpPr>
          <p:nvPr/>
        </p:nvCxnSpPr>
        <p:spPr>
          <a:xfrm>
            <a:off x="9364988" y="2669754"/>
            <a:ext cx="109581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直線矢印コネクタ 33">
            <a:extLst>
              <a:ext uri="{FF2B5EF4-FFF2-40B4-BE49-F238E27FC236}">
                <a16:creationId xmlns:a16="http://schemas.microsoft.com/office/drawing/2014/main" id="{1B2DFB15-0203-557C-75F8-A0826E198B22}"/>
              </a:ext>
            </a:extLst>
          </p:cNvPr>
          <p:cNvCxnSpPr>
            <a:cxnSpLocks/>
          </p:cNvCxnSpPr>
          <p:nvPr/>
        </p:nvCxnSpPr>
        <p:spPr>
          <a:xfrm>
            <a:off x="3933163" y="2757762"/>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直線矢印コネクタ 36">
            <a:extLst>
              <a:ext uri="{FF2B5EF4-FFF2-40B4-BE49-F238E27FC236}">
                <a16:creationId xmlns:a16="http://schemas.microsoft.com/office/drawing/2014/main" id="{DD41C016-181F-98C3-2F1C-34CB7EF96643}"/>
              </a:ext>
            </a:extLst>
          </p:cNvPr>
          <p:cNvCxnSpPr>
            <a:cxnSpLocks/>
          </p:cNvCxnSpPr>
          <p:nvPr/>
        </p:nvCxnSpPr>
        <p:spPr>
          <a:xfrm>
            <a:off x="3933162" y="4104329"/>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直線矢印コネクタ 37">
            <a:extLst>
              <a:ext uri="{FF2B5EF4-FFF2-40B4-BE49-F238E27FC236}">
                <a16:creationId xmlns:a16="http://schemas.microsoft.com/office/drawing/2014/main" id="{B9BDE5E3-70F8-75D2-100C-7B31E7EB3EE6}"/>
              </a:ext>
            </a:extLst>
          </p:cNvPr>
          <p:cNvCxnSpPr>
            <a:cxnSpLocks/>
          </p:cNvCxnSpPr>
          <p:nvPr/>
        </p:nvCxnSpPr>
        <p:spPr>
          <a:xfrm>
            <a:off x="6643459" y="4104330"/>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直線矢印コネクタ 38">
            <a:extLst>
              <a:ext uri="{FF2B5EF4-FFF2-40B4-BE49-F238E27FC236}">
                <a16:creationId xmlns:a16="http://schemas.microsoft.com/office/drawing/2014/main" id="{759821E8-0C92-8522-8742-4968A3386086}"/>
              </a:ext>
            </a:extLst>
          </p:cNvPr>
          <p:cNvCxnSpPr>
            <a:cxnSpLocks/>
          </p:cNvCxnSpPr>
          <p:nvPr/>
        </p:nvCxnSpPr>
        <p:spPr>
          <a:xfrm>
            <a:off x="6649075" y="2795532"/>
            <a:ext cx="1812863" cy="10483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直線矢印コネクタ 39">
            <a:extLst>
              <a:ext uri="{FF2B5EF4-FFF2-40B4-BE49-F238E27FC236}">
                <a16:creationId xmlns:a16="http://schemas.microsoft.com/office/drawing/2014/main" id="{5E5D7364-BEE9-99F1-E2CE-29BDE73C6853}"/>
              </a:ext>
            </a:extLst>
          </p:cNvPr>
          <p:cNvCxnSpPr>
            <a:cxnSpLocks/>
          </p:cNvCxnSpPr>
          <p:nvPr/>
        </p:nvCxnSpPr>
        <p:spPr>
          <a:xfrm flipV="1">
            <a:off x="3994565" y="4137521"/>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直線矢印コネクタ 42">
            <a:extLst>
              <a:ext uri="{FF2B5EF4-FFF2-40B4-BE49-F238E27FC236}">
                <a16:creationId xmlns:a16="http://schemas.microsoft.com/office/drawing/2014/main" id="{F3B075B1-26D9-A788-7449-F30148C18C67}"/>
              </a:ext>
            </a:extLst>
          </p:cNvPr>
          <p:cNvCxnSpPr>
            <a:cxnSpLocks/>
          </p:cNvCxnSpPr>
          <p:nvPr/>
        </p:nvCxnSpPr>
        <p:spPr>
          <a:xfrm flipV="1">
            <a:off x="6654692" y="4137520"/>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直線矢印コネクタ 43">
            <a:extLst>
              <a:ext uri="{FF2B5EF4-FFF2-40B4-BE49-F238E27FC236}">
                <a16:creationId xmlns:a16="http://schemas.microsoft.com/office/drawing/2014/main" id="{6331A29A-CE17-EA1B-9B4D-C875763D75FA}"/>
              </a:ext>
            </a:extLst>
          </p:cNvPr>
          <p:cNvCxnSpPr>
            <a:cxnSpLocks/>
          </p:cNvCxnSpPr>
          <p:nvPr/>
        </p:nvCxnSpPr>
        <p:spPr>
          <a:xfrm flipV="1">
            <a:off x="6643459" y="2820500"/>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直線矢印コネクタ 44">
            <a:extLst>
              <a:ext uri="{FF2B5EF4-FFF2-40B4-BE49-F238E27FC236}">
                <a16:creationId xmlns:a16="http://schemas.microsoft.com/office/drawing/2014/main" id="{C5573B58-513F-7964-3853-E6AA447ED22F}"/>
              </a:ext>
            </a:extLst>
          </p:cNvPr>
          <p:cNvCxnSpPr>
            <a:cxnSpLocks/>
          </p:cNvCxnSpPr>
          <p:nvPr/>
        </p:nvCxnSpPr>
        <p:spPr>
          <a:xfrm flipV="1">
            <a:off x="3938776" y="2795532"/>
            <a:ext cx="1704676" cy="10565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6" name="テキスト ボックス 45">
            <a:extLst>
              <a:ext uri="{FF2B5EF4-FFF2-40B4-BE49-F238E27FC236}">
                <a16:creationId xmlns:a16="http://schemas.microsoft.com/office/drawing/2014/main" id="{DD1E700F-9A18-9D67-C76F-E9F87C9B5122}"/>
              </a:ext>
            </a:extLst>
          </p:cNvPr>
          <p:cNvSpPr txBox="1"/>
          <p:nvPr/>
        </p:nvSpPr>
        <p:spPr>
          <a:xfrm>
            <a:off x="2757500" y="1465493"/>
            <a:ext cx="1507895" cy="800038"/>
          </a:xfrm>
          <a:prstGeom prst="rect">
            <a:avLst/>
          </a:prstGeom>
          <a:noFill/>
        </p:spPr>
        <p:txBody>
          <a:bodyPr wrap="square" rtlCol="0">
            <a:spAutoFit/>
          </a:bodyPr>
          <a:lstStyle/>
          <a:p>
            <a:pPr algn="ctr"/>
            <a:r>
              <a:rPr kumimoji="1" lang="ja-JP" altLang="en-US" sz="2400" dirty="0"/>
              <a:t>第</a:t>
            </a:r>
            <a:r>
              <a:rPr kumimoji="1" lang="en-US" altLang="ja-JP" sz="2400" dirty="0"/>
              <a:t>1</a:t>
            </a:r>
            <a:r>
              <a:rPr kumimoji="1" lang="ja-JP" altLang="en-US" sz="2400" dirty="0"/>
              <a:t>層</a:t>
            </a:r>
            <a:endParaRPr kumimoji="1" lang="en-US" altLang="ja-JP" sz="2400" dirty="0"/>
          </a:p>
          <a:p>
            <a:pPr algn="ctr"/>
            <a:r>
              <a:rPr lang="en-US" altLang="ja-JP" sz="2400" dirty="0"/>
              <a:t>(</a:t>
            </a:r>
            <a:r>
              <a:rPr lang="ja-JP" altLang="en-US" sz="2400" dirty="0"/>
              <a:t>入力層</a:t>
            </a:r>
            <a:r>
              <a:rPr lang="en-US" altLang="ja-JP" sz="2400" dirty="0"/>
              <a:t>)</a:t>
            </a:r>
            <a:endParaRPr kumimoji="1" lang="ja-JP" altLang="en-US" sz="2400" dirty="0"/>
          </a:p>
        </p:txBody>
      </p:sp>
      <p:sp>
        <p:nvSpPr>
          <p:cNvPr id="47" name="テキスト ボックス 46">
            <a:extLst>
              <a:ext uri="{FF2B5EF4-FFF2-40B4-BE49-F238E27FC236}">
                <a16:creationId xmlns:a16="http://schemas.microsoft.com/office/drawing/2014/main" id="{1700119E-6A62-891B-DA8F-8D45C87B15B4}"/>
              </a:ext>
            </a:extLst>
          </p:cNvPr>
          <p:cNvSpPr txBox="1"/>
          <p:nvPr/>
        </p:nvSpPr>
        <p:spPr>
          <a:xfrm>
            <a:off x="5452603" y="1481848"/>
            <a:ext cx="1507895" cy="800038"/>
          </a:xfrm>
          <a:prstGeom prst="rect">
            <a:avLst/>
          </a:prstGeom>
          <a:noFill/>
        </p:spPr>
        <p:txBody>
          <a:bodyPr wrap="square" rtlCol="0">
            <a:spAutoFit/>
          </a:bodyPr>
          <a:lstStyle/>
          <a:p>
            <a:pPr algn="ctr"/>
            <a:r>
              <a:rPr kumimoji="1" lang="ja-JP" altLang="en-US" sz="2400" dirty="0"/>
              <a:t>第</a:t>
            </a:r>
            <a:r>
              <a:rPr lang="en-US" altLang="ja-JP" sz="2400" dirty="0"/>
              <a:t>2</a:t>
            </a:r>
            <a:r>
              <a:rPr kumimoji="1" lang="ja-JP" altLang="en-US" sz="2400" dirty="0"/>
              <a:t>層</a:t>
            </a:r>
            <a:endParaRPr kumimoji="1" lang="en-US" altLang="ja-JP" sz="2400" dirty="0"/>
          </a:p>
          <a:p>
            <a:pPr algn="ctr"/>
            <a:r>
              <a:rPr lang="en-US" altLang="ja-JP" sz="2400" dirty="0"/>
              <a:t>(</a:t>
            </a:r>
            <a:r>
              <a:rPr lang="ja-JP" altLang="en-US" sz="2400" dirty="0"/>
              <a:t>隠れ層</a:t>
            </a:r>
            <a:r>
              <a:rPr lang="en-US" altLang="ja-JP" sz="2400" dirty="0"/>
              <a:t>)</a:t>
            </a:r>
            <a:endParaRPr kumimoji="1" lang="ja-JP" altLang="en-US" sz="2400" dirty="0"/>
          </a:p>
        </p:txBody>
      </p:sp>
      <p:sp>
        <p:nvSpPr>
          <p:cNvPr id="48" name="テキスト ボックス 47">
            <a:extLst>
              <a:ext uri="{FF2B5EF4-FFF2-40B4-BE49-F238E27FC236}">
                <a16:creationId xmlns:a16="http://schemas.microsoft.com/office/drawing/2014/main" id="{2E83BDFF-2801-3670-30FC-54B22F77E6D0}"/>
              </a:ext>
            </a:extLst>
          </p:cNvPr>
          <p:cNvSpPr txBox="1"/>
          <p:nvPr/>
        </p:nvSpPr>
        <p:spPr>
          <a:xfrm>
            <a:off x="8147708" y="1425676"/>
            <a:ext cx="1507895" cy="800038"/>
          </a:xfrm>
          <a:prstGeom prst="rect">
            <a:avLst/>
          </a:prstGeom>
          <a:noFill/>
        </p:spPr>
        <p:txBody>
          <a:bodyPr wrap="square" rtlCol="0">
            <a:spAutoFit/>
          </a:bodyPr>
          <a:lstStyle/>
          <a:p>
            <a:pPr algn="ctr"/>
            <a:r>
              <a:rPr kumimoji="1" lang="ja-JP" altLang="en-US" sz="2400" dirty="0"/>
              <a:t>第</a:t>
            </a:r>
            <a:r>
              <a:rPr lang="en-US" altLang="ja-JP" sz="2400" dirty="0"/>
              <a:t>3</a:t>
            </a:r>
            <a:r>
              <a:rPr kumimoji="1" lang="ja-JP" altLang="en-US" sz="2400" dirty="0"/>
              <a:t>層</a:t>
            </a:r>
            <a:endParaRPr kumimoji="1" lang="en-US" altLang="ja-JP" sz="2400" dirty="0"/>
          </a:p>
          <a:p>
            <a:pPr algn="ctr"/>
            <a:r>
              <a:rPr lang="en-US" altLang="ja-JP" sz="2400" dirty="0"/>
              <a:t>(</a:t>
            </a:r>
            <a:r>
              <a:rPr lang="ja-JP" altLang="en-US" sz="2400" dirty="0"/>
              <a:t>出力層</a:t>
            </a:r>
            <a:r>
              <a:rPr lang="en-US" altLang="ja-JP" sz="2400" dirty="0"/>
              <a:t>)</a:t>
            </a:r>
            <a:endParaRPr kumimoji="1" lang="ja-JP" altLang="en-US" sz="2400" dirty="0"/>
          </a:p>
        </p:txBody>
      </p:sp>
      <p:sp>
        <p:nvSpPr>
          <p:cNvPr id="49" name="テキスト ボックス 48">
            <a:extLst>
              <a:ext uri="{FF2B5EF4-FFF2-40B4-BE49-F238E27FC236}">
                <a16:creationId xmlns:a16="http://schemas.microsoft.com/office/drawing/2014/main" id="{9D187916-62EA-22CA-C3AA-E41962D915AD}"/>
              </a:ext>
            </a:extLst>
          </p:cNvPr>
          <p:cNvSpPr txBox="1"/>
          <p:nvPr/>
        </p:nvSpPr>
        <p:spPr>
          <a:xfrm>
            <a:off x="1447800" y="3278859"/>
            <a:ext cx="831306" cy="444466"/>
          </a:xfrm>
          <a:prstGeom prst="rect">
            <a:avLst/>
          </a:prstGeom>
          <a:noFill/>
        </p:spPr>
        <p:txBody>
          <a:bodyPr wrap="square" rtlCol="0">
            <a:spAutoFit/>
          </a:bodyPr>
          <a:lstStyle/>
          <a:p>
            <a:pPr algn="ctr"/>
            <a:r>
              <a:rPr lang="ja-JP" altLang="en-US" sz="2400" dirty="0"/>
              <a:t>入力</a:t>
            </a:r>
            <a:endParaRPr kumimoji="1" lang="ja-JP" altLang="en-US" sz="2400" dirty="0"/>
          </a:p>
        </p:txBody>
      </p:sp>
      <p:sp>
        <p:nvSpPr>
          <p:cNvPr id="50" name="テキスト ボックス 49">
            <a:extLst>
              <a:ext uri="{FF2B5EF4-FFF2-40B4-BE49-F238E27FC236}">
                <a16:creationId xmlns:a16="http://schemas.microsoft.com/office/drawing/2014/main" id="{3A93D206-7BE5-F00E-3CF8-649A682ED0BA}"/>
              </a:ext>
            </a:extLst>
          </p:cNvPr>
          <p:cNvSpPr txBox="1"/>
          <p:nvPr/>
        </p:nvSpPr>
        <p:spPr>
          <a:xfrm>
            <a:off x="9912894" y="3323820"/>
            <a:ext cx="831306" cy="444466"/>
          </a:xfrm>
          <a:prstGeom prst="rect">
            <a:avLst/>
          </a:prstGeom>
          <a:noFill/>
        </p:spPr>
        <p:txBody>
          <a:bodyPr wrap="square" rtlCol="0">
            <a:spAutoFit/>
          </a:bodyPr>
          <a:lstStyle/>
          <a:p>
            <a:pPr algn="ctr"/>
            <a:r>
              <a:rPr lang="ja-JP" altLang="en-US" sz="2400" dirty="0"/>
              <a:t>出力</a:t>
            </a:r>
            <a:endParaRPr kumimoji="1" lang="ja-JP" altLang="en-US" sz="2400" dirty="0"/>
          </a:p>
        </p:txBody>
      </p:sp>
      <p:sp>
        <p:nvSpPr>
          <p:cNvPr id="52" name="テキスト ボックス 51">
            <a:extLst>
              <a:ext uri="{FF2B5EF4-FFF2-40B4-BE49-F238E27FC236}">
                <a16:creationId xmlns:a16="http://schemas.microsoft.com/office/drawing/2014/main" id="{E6AD1FDF-3D5B-B84C-5F3F-455014338547}"/>
              </a:ext>
            </a:extLst>
          </p:cNvPr>
          <p:cNvSpPr txBox="1"/>
          <p:nvPr/>
        </p:nvSpPr>
        <p:spPr>
          <a:xfrm>
            <a:off x="3968769" y="5931068"/>
            <a:ext cx="1846457" cy="461665"/>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kumimoji="1" lang="ja-JP" altLang="en-US" sz="2400" dirty="0">
                <a:solidFill>
                  <a:schemeClr val="tx1"/>
                </a:solidFill>
              </a:rPr>
              <a:t>ニューロン</a:t>
            </a:r>
          </a:p>
        </p:txBody>
      </p:sp>
      <p:sp>
        <p:nvSpPr>
          <p:cNvPr id="53" name="テキスト ボックス 52">
            <a:extLst>
              <a:ext uri="{FF2B5EF4-FFF2-40B4-BE49-F238E27FC236}">
                <a16:creationId xmlns:a16="http://schemas.microsoft.com/office/drawing/2014/main" id="{091A384C-E401-45A7-0E07-594C392FD143}"/>
              </a:ext>
            </a:extLst>
          </p:cNvPr>
          <p:cNvSpPr txBox="1"/>
          <p:nvPr/>
        </p:nvSpPr>
        <p:spPr>
          <a:xfrm>
            <a:off x="7495797" y="5931068"/>
            <a:ext cx="1012722" cy="461665"/>
          </a:xfrm>
          <a:prstGeom prst="rect">
            <a:avLst/>
          </a:prstGeom>
          <a:noFill/>
        </p:spPr>
        <p:txBody>
          <a:bodyPr wrap="square" rtlCol="0">
            <a:spAutoFit/>
          </a:bodyPr>
          <a:lstStyle/>
          <a:p>
            <a:r>
              <a:rPr kumimoji="1" lang="ja-JP" altLang="en-US" sz="2400" dirty="0"/>
              <a:t>結合</a:t>
            </a:r>
          </a:p>
        </p:txBody>
      </p:sp>
      <p:cxnSp>
        <p:nvCxnSpPr>
          <p:cNvPr id="55" name="直線矢印コネクタ 54">
            <a:extLst>
              <a:ext uri="{FF2B5EF4-FFF2-40B4-BE49-F238E27FC236}">
                <a16:creationId xmlns:a16="http://schemas.microsoft.com/office/drawing/2014/main" id="{70F299DB-EDC3-F1F3-8B29-68B32F12C44E}"/>
              </a:ext>
            </a:extLst>
          </p:cNvPr>
          <p:cNvCxnSpPr>
            <a:cxnSpLocks/>
          </p:cNvCxnSpPr>
          <p:nvPr/>
        </p:nvCxnSpPr>
        <p:spPr>
          <a:xfrm flipH="1" flipV="1">
            <a:off x="3694922" y="5690907"/>
            <a:ext cx="281672" cy="400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6" name="直線矢印コネクタ 55">
            <a:extLst>
              <a:ext uri="{FF2B5EF4-FFF2-40B4-BE49-F238E27FC236}">
                <a16:creationId xmlns:a16="http://schemas.microsoft.com/office/drawing/2014/main" id="{7084F009-2EFF-ED08-BF54-0472095686D7}"/>
              </a:ext>
            </a:extLst>
          </p:cNvPr>
          <p:cNvCxnSpPr>
            <a:cxnSpLocks/>
          </p:cNvCxnSpPr>
          <p:nvPr/>
        </p:nvCxnSpPr>
        <p:spPr>
          <a:xfrm flipH="1" flipV="1">
            <a:off x="7566091" y="5472402"/>
            <a:ext cx="281672" cy="4001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7" name="直線矢印コネクタ 56">
            <a:extLst>
              <a:ext uri="{FF2B5EF4-FFF2-40B4-BE49-F238E27FC236}">
                <a16:creationId xmlns:a16="http://schemas.microsoft.com/office/drawing/2014/main" id="{6AC969F0-1D05-BA2F-8222-7006153A0DA0}"/>
              </a:ext>
            </a:extLst>
          </p:cNvPr>
          <p:cNvCxnSpPr>
            <a:cxnSpLocks/>
          </p:cNvCxnSpPr>
          <p:nvPr/>
        </p:nvCxnSpPr>
        <p:spPr>
          <a:xfrm flipV="1">
            <a:off x="5685044" y="5687819"/>
            <a:ext cx="295497" cy="4032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0" name="テキスト ボックス 59">
            <a:extLst>
              <a:ext uri="{FF2B5EF4-FFF2-40B4-BE49-F238E27FC236}">
                <a16:creationId xmlns:a16="http://schemas.microsoft.com/office/drawing/2014/main" id="{29DE1391-DAEE-5037-6FF5-2BF6FF0FE612}"/>
              </a:ext>
            </a:extLst>
          </p:cNvPr>
          <p:cNvSpPr txBox="1"/>
          <p:nvPr/>
        </p:nvSpPr>
        <p:spPr>
          <a:xfrm>
            <a:off x="4366469" y="2274805"/>
            <a:ext cx="993058" cy="369332"/>
          </a:xfrm>
          <a:prstGeom prst="rect">
            <a:avLst/>
          </a:prstGeom>
          <a:noFill/>
        </p:spPr>
        <p:txBody>
          <a:bodyPr wrap="square" rtlCol="0">
            <a:spAutoFit/>
          </a:bodyPr>
          <a:lstStyle/>
          <a:p>
            <a:r>
              <a:rPr kumimoji="1" lang="ja-JP" altLang="en-US" dirty="0"/>
              <a:t>重み</a:t>
            </a:r>
            <a:r>
              <a:rPr kumimoji="1" lang="en-US" altLang="ja-JP" dirty="0"/>
              <a:t>w</a:t>
            </a:r>
            <a:endParaRPr kumimoji="1" lang="ja-JP" altLang="en-US" dirty="0"/>
          </a:p>
        </p:txBody>
      </p:sp>
      <p:sp>
        <p:nvSpPr>
          <p:cNvPr id="3" name="テキスト ボックス 2">
            <a:extLst>
              <a:ext uri="{FF2B5EF4-FFF2-40B4-BE49-F238E27FC236}">
                <a16:creationId xmlns:a16="http://schemas.microsoft.com/office/drawing/2014/main" id="{773511AE-19DC-AE2F-421E-F848AAD6A508}"/>
              </a:ext>
            </a:extLst>
          </p:cNvPr>
          <p:cNvSpPr txBox="1"/>
          <p:nvPr/>
        </p:nvSpPr>
        <p:spPr>
          <a:xfrm>
            <a:off x="3333516" y="2424719"/>
            <a:ext cx="422065" cy="461665"/>
          </a:xfrm>
          <a:prstGeom prst="rect">
            <a:avLst/>
          </a:prstGeom>
          <a:noFill/>
        </p:spPr>
        <p:txBody>
          <a:bodyPr wrap="square" rtlCol="0">
            <a:spAutoFit/>
          </a:bodyPr>
          <a:lstStyle/>
          <a:p>
            <a:r>
              <a:rPr kumimoji="1" lang="en-US" altLang="ja-JP" sz="2400" dirty="0"/>
              <a:t>1</a:t>
            </a:r>
            <a:endParaRPr kumimoji="1" lang="ja-JP" altLang="en-US" sz="2400" dirty="0"/>
          </a:p>
        </p:txBody>
      </p:sp>
      <p:sp>
        <p:nvSpPr>
          <p:cNvPr id="14" name="テキスト ボックス 13">
            <a:extLst>
              <a:ext uri="{FF2B5EF4-FFF2-40B4-BE49-F238E27FC236}">
                <a16:creationId xmlns:a16="http://schemas.microsoft.com/office/drawing/2014/main" id="{67F64DEF-B18F-95E9-182A-CB04F3E1BB43}"/>
              </a:ext>
            </a:extLst>
          </p:cNvPr>
          <p:cNvSpPr txBox="1"/>
          <p:nvPr/>
        </p:nvSpPr>
        <p:spPr>
          <a:xfrm>
            <a:off x="6031489" y="2438921"/>
            <a:ext cx="422065" cy="461665"/>
          </a:xfrm>
          <a:prstGeom prst="rect">
            <a:avLst/>
          </a:prstGeom>
          <a:noFill/>
        </p:spPr>
        <p:txBody>
          <a:bodyPr wrap="square" rtlCol="0">
            <a:spAutoFit/>
          </a:bodyPr>
          <a:lstStyle/>
          <a:p>
            <a:r>
              <a:rPr kumimoji="1" lang="en-US" altLang="ja-JP" sz="2400" dirty="0"/>
              <a:t>1</a:t>
            </a:r>
            <a:endParaRPr kumimoji="1" lang="ja-JP" altLang="en-US" sz="2400" dirty="0"/>
          </a:p>
        </p:txBody>
      </p:sp>
      <p:sp>
        <p:nvSpPr>
          <p:cNvPr id="15" name="テキスト ボックス 14">
            <a:extLst>
              <a:ext uri="{FF2B5EF4-FFF2-40B4-BE49-F238E27FC236}">
                <a16:creationId xmlns:a16="http://schemas.microsoft.com/office/drawing/2014/main" id="{FC2BD55F-D5A1-74FC-7A54-8C5D155EE86F}"/>
              </a:ext>
            </a:extLst>
          </p:cNvPr>
          <p:cNvSpPr txBox="1"/>
          <p:nvPr/>
        </p:nvSpPr>
        <p:spPr>
          <a:xfrm>
            <a:off x="8702574" y="2438921"/>
            <a:ext cx="422065" cy="461665"/>
          </a:xfrm>
          <a:prstGeom prst="rect">
            <a:avLst/>
          </a:prstGeom>
          <a:noFill/>
        </p:spPr>
        <p:txBody>
          <a:bodyPr wrap="square" rtlCol="0">
            <a:spAutoFit/>
          </a:bodyPr>
          <a:lstStyle/>
          <a:p>
            <a:r>
              <a:rPr kumimoji="1" lang="en-US" altLang="ja-JP" sz="2400" dirty="0"/>
              <a:t>1</a:t>
            </a:r>
            <a:endParaRPr kumimoji="1" lang="ja-JP" altLang="en-US" sz="2400" dirty="0"/>
          </a:p>
        </p:txBody>
      </p:sp>
      <p:sp>
        <p:nvSpPr>
          <p:cNvPr id="19" name="テキスト ボックス 18">
            <a:extLst>
              <a:ext uri="{FF2B5EF4-FFF2-40B4-BE49-F238E27FC236}">
                <a16:creationId xmlns:a16="http://schemas.microsoft.com/office/drawing/2014/main" id="{BF75F773-F73E-6CE4-AA74-8AF90CC04D6C}"/>
              </a:ext>
            </a:extLst>
          </p:cNvPr>
          <p:cNvSpPr txBox="1"/>
          <p:nvPr/>
        </p:nvSpPr>
        <p:spPr>
          <a:xfrm>
            <a:off x="6045208" y="3751428"/>
            <a:ext cx="422065" cy="461665"/>
          </a:xfrm>
          <a:prstGeom prst="rect">
            <a:avLst/>
          </a:prstGeom>
          <a:noFill/>
        </p:spPr>
        <p:txBody>
          <a:bodyPr wrap="square" rtlCol="0">
            <a:spAutoFit/>
          </a:bodyPr>
          <a:lstStyle/>
          <a:p>
            <a:r>
              <a:rPr lang="en-US" altLang="ja-JP" sz="2400" dirty="0"/>
              <a:t>2</a:t>
            </a:r>
            <a:endParaRPr kumimoji="1" lang="ja-JP" altLang="en-US" sz="2400" dirty="0"/>
          </a:p>
        </p:txBody>
      </p:sp>
      <p:sp>
        <p:nvSpPr>
          <p:cNvPr id="20" name="テキスト ボックス 19">
            <a:extLst>
              <a:ext uri="{FF2B5EF4-FFF2-40B4-BE49-F238E27FC236}">
                <a16:creationId xmlns:a16="http://schemas.microsoft.com/office/drawing/2014/main" id="{220180AE-FF1C-1DE7-E429-14F3E1507070}"/>
              </a:ext>
            </a:extLst>
          </p:cNvPr>
          <p:cNvSpPr txBox="1"/>
          <p:nvPr/>
        </p:nvSpPr>
        <p:spPr>
          <a:xfrm>
            <a:off x="8759734" y="3759870"/>
            <a:ext cx="422065" cy="461665"/>
          </a:xfrm>
          <a:prstGeom prst="rect">
            <a:avLst/>
          </a:prstGeom>
          <a:noFill/>
        </p:spPr>
        <p:txBody>
          <a:bodyPr wrap="square" rtlCol="0">
            <a:spAutoFit/>
          </a:bodyPr>
          <a:lstStyle/>
          <a:p>
            <a:r>
              <a:rPr lang="en-US" altLang="ja-JP" sz="2400" dirty="0"/>
              <a:t>2</a:t>
            </a:r>
            <a:endParaRPr kumimoji="1" lang="ja-JP" altLang="en-US" sz="2400" dirty="0"/>
          </a:p>
        </p:txBody>
      </p:sp>
      <p:sp>
        <p:nvSpPr>
          <p:cNvPr id="21" name="テキスト ボックス 20">
            <a:extLst>
              <a:ext uri="{FF2B5EF4-FFF2-40B4-BE49-F238E27FC236}">
                <a16:creationId xmlns:a16="http://schemas.microsoft.com/office/drawing/2014/main" id="{A357A9EC-6EDB-1739-98B6-313037F564A2}"/>
              </a:ext>
            </a:extLst>
          </p:cNvPr>
          <p:cNvSpPr txBox="1"/>
          <p:nvPr/>
        </p:nvSpPr>
        <p:spPr>
          <a:xfrm>
            <a:off x="3347078" y="3778117"/>
            <a:ext cx="422065" cy="461665"/>
          </a:xfrm>
          <a:prstGeom prst="rect">
            <a:avLst/>
          </a:prstGeom>
          <a:noFill/>
        </p:spPr>
        <p:txBody>
          <a:bodyPr wrap="square" rtlCol="0">
            <a:spAutoFit/>
          </a:bodyPr>
          <a:lstStyle/>
          <a:p>
            <a:r>
              <a:rPr lang="en-US" altLang="ja-JP" sz="2400" dirty="0"/>
              <a:t>2</a:t>
            </a:r>
            <a:endParaRPr kumimoji="1" lang="ja-JP" altLang="en-US" sz="2400" dirty="0"/>
          </a:p>
        </p:txBody>
      </p:sp>
      <p:sp>
        <p:nvSpPr>
          <p:cNvPr id="22" name="テキスト ボックス 21">
            <a:extLst>
              <a:ext uri="{FF2B5EF4-FFF2-40B4-BE49-F238E27FC236}">
                <a16:creationId xmlns:a16="http://schemas.microsoft.com/office/drawing/2014/main" id="{B5DA3557-7291-4BDC-BB50-F83B5E6110D6}"/>
              </a:ext>
            </a:extLst>
          </p:cNvPr>
          <p:cNvSpPr txBox="1"/>
          <p:nvPr/>
        </p:nvSpPr>
        <p:spPr>
          <a:xfrm>
            <a:off x="3333515" y="5069748"/>
            <a:ext cx="422065" cy="461665"/>
          </a:xfrm>
          <a:prstGeom prst="rect">
            <a:avLst/>
          </a:prstGeom>
          <a:noFill/>
        </p:spPr>
        <p:txBody>
          <a:bodyPr wrap="square" rtlCol="0">
            <a:spAutoFit/>
          </a:bodyPr>
          <a:lstStyle/>
          <a:p>
            <a:r>
              <a:rPr kumimoji="1" lang="en-US" altLang="ja-JP" sz="2400" dirty="0"/>
              <a:t>3</a:t>
            </a:r>
            <a:endParaRPr kumimoji="1" lang="ja-JP" altLang="en-US" sz="2400" dirty="0"/>
          </a:p>
        </p:txBody>
      </p:sp>
      <p:sp>
        <p:nvSpPr>
          <p:cNvPr id="23" name="テキスト ボックス 22">
            <a:extLst>
              <a:ext uri="{FF2B5EF4-FFF2-40B4-BE49-F238E27FC236}">
                <a16:creationId xmlns:a16="http://schemas.microsoft.com/office/drawing/2014/main" id="{416D3196-DA39-26AC-E3D7-ED1453694D00}"/>
              </a:ext>
            </a:extLst>
          </p:cNvPr>
          <p:cNvSpPr txBox="1"/>
          <p:nvPr/>
        </p:nvSpPr>
        <p:spPr>
          <a:xfrm>
            <a:off x="6010744" y="5086980"/>
            <a:ext cx="422065" cy="461665"/>
          </a:xfrm>
          <a:prstGeom prst="rect">
            <a:avLst/>
          </a:prstGeom>
          <a:noFill/>
        </p:spPr>
        <p:txBody>
          <a:bodyPr wrap="square" rtlCol="0">
            <a:spAutoFit/>
          </a:bodyPr>
          <a:lstStyle/>
          <a:p>
            <a:r>
              <a:rPr kumimoji="1" lang="en-US" altLang="ja-JP" sz="2400" dirty="0"/>
              <a:t>3</a:t>
            </a:r>
            <a:endParaRPr kumimoji="1" lang="ja-JP" altLang="en-US" sz="2400" dirty="0"/>
          </a:p>
        </p:txBody>
      </p:sp>
      <p:sp>
        <p:nvSpPr>
          <p:cNvPr id="28" name="テキスト ボックス 27">
            <a:extLst>
              <a:ext uri="{FF2B5EF4-FFF2-40B4-BE49-F238E27FC236}">
                <a16:creationId xmlns:a16="http://schemas.microsoft.com/office/drawing/2014/main" id="{65C68D6E-DB6E-DD48-1B74-F0251BFFE6B5}"/>
              </a:ext>
            </a:extLst>
          </p:cNvPr>
          <p:cNvSpPr txBox="1"/>
          <p:nvPr/>
        </p:nvSpPr>
        <p:spPr>
          <a:xfrm>
            <a:off x="8743121" y="5086981"/>
            <a:ext cx="422065" cy="461665"/>
          </a:xfrm>
          <a:prstGeom prst="rect">
            <a:avLst/>
          </a:prstGeom>
          <a:noFill/>
        </p:spPr>
        <p:txBody>
          <a:bodyPr wrap="square" rtlCol="0">
            <a:spAutoFit/>
          </a:bodyPr>
          <a:lstStyle/>
          <a:p>
            <a:r>
              <a:rPr kumimoji="1" lang="en-US" altLang="ja-JP" sz="2400" dirty="0"/>
              <a:t>3</a:t>
            </a:r>
            <a:endParaRPr kumimoji="1" lang="ja-JP" altLang="en-US" sz="2400" dirty="0"/>
          </a:p>
        </p:txBody>
      </p:sp>
    </p:spTree>
    <p:extLst>
      <p:ext uri="{BB962C8B-B14F-4D97-AF65-F5344CB8AC3E}">
        <p14:creationId xmlns:p14="http://schemas.microsoft.com/office/powerpoint/2010/main" val="1326918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12272-1ACD-13EF-4C50-A3BE655F48B1}"/>
              </a:ext>
            </a:extLst>
          </p:cNvPr>
          <p:cNvSpPr>
            <a:spLocks noGrp="1"/>
          </p:cNvSpPr>
          <p:nvPr>
            <p:ph type="ctrTitle"/>
          </p:nvPr>
        </p:nvSpPr>
        <p:spPr>
          <a:xfrm>
            <a:off x="518160" y="406400"/>
            <a:ext cx="4368472" cy="619760"/>
          </a:xfrm>
        </p:spPr>
        <p:txBody>
          <a:bodyPr>
            <a:normAutofit/>
          </a:bodyPr>
          <a:lstStyle/>
          <a:p>
            <a:r>
              <a:rPr kumimoji="1" lang="en-US" altLang="ja-JP" sz="3200" dirty="0"/>
              <a:t>1. </a:t>
            </a:r>
            <a:r>
              <a:rPr kumimoji="1" lang="ja-JP" altLang="en-US" sz="3200" dirty="0"/>
              <a:t>原理② </a:t>
            </a:r>
            <a:r>
              <a:rPr kumimoji="1" lang="en-US" altLang="ja-JP" sz="3200" dirty="0"/>
              <a:t>: </a:t>
            </a:r>
            <a:r>
              <a:rPr kumimoji="1" lang="ja-JP" altLang="en-US" sz="3200" dirty="0"/>
              <a:t>勾配降下法</a:t>
            </a:r>
          </a:p>
        </p:txBody>
      </p:sp>
      <p:sp>
        <p:nvSpPr>
          <p:cNvPr id="4" name="スライド番号プレースホルダー 3">
            <a:extLst>
              <a:ext uri="{FF2B5EF4-FFF2-40B4-BE49-F238E27FC236}">
                <a16:creationId xmlns:a16="http://schemas.microsoft.com/office/drawing/2014/main" id="{DDC0A4AA-75EA-8B9B-861C-F1DD9CF11ADC}"/>
              </a:ext>
            </a:extLst>
          </p:cNvPr>
          <p:cNvSpPr>
            <a:spLocks noGrp="1"/>
          </p:cNvSpPr>
          <p:nvPr>
            <p:ph type="sldNum" sz="quarter" idx="12"/>
          </p:nvPr>
        </p:nvSpPr>
        <p:spPr/>
        <p:txBody>
          <a:bodyPr/>
          <a:lstStyle/>
          <a:p>
            <a:fld id="{408C25D7-5CE7-4ED6-8613-A7CEE993EE89}" type="slidenum">
              <a:rPr kumimoji="1" lang="ja-JP" altLang="en-US" smtClean="0"/>
              <a:t>3</a:t>
            </a:fld>
            <a:endParaRPr kumimoji="1" lang="ja-JP" altLang="en-US"/>
          </a:p>
        </p:txBody>
      </p:sp>
      <p:grpSp>
        <p:nvGrpSpPr>
          <p:cNvPr id="23" name="グループ化 22">
            <a:extLst>
              <a:ext uri="{FF2B5EF4-FFF2-40B4-BE49-F238E27FC236}">
                <a16:creationId xmlns:a16="http://schemas.microsoft.com/office/drawing/2014/main" id="{2E3DFD1A-8EFC-E4A4-7057-EDCA632D3B3F}"/>
              </a:ext>
            </a:extLst>
          </p:cNvPr>
          <p:cNvGrpSpPr/>
          <p:nvPr/>
        </p:nvGrpSpPr>
        <p:grpSpPr>
          <a:xfrm>
            <a:off x="3475705" y="1753028"/>
            <a:ext cx="4822723" cy="4296697"/>
            <a:chOff x="4055806" y="1026160"/>
            <a:chExt cx="4822723" cy="4296697"/>
          </a:xfrm>
        </p:grpSpPr>
        <p:cxnSp>
          <p:nvCxnSpPr>
            <p:cNvPr id="15" name="直線矢印コネクタ 14">
              <a:extLst>
                <a:ext uri="{FF2B5EF4-FFF2-40B4-BE49-F238E27FC236}">
                  <a16:creationId xmlns:a16="http://schemas.microsoft.com/office/drawing/2014/main" id="{346F0E7F-A2BB-CCDF-8736-473D0C4F09A9}"/>
                </a:ext>
              </a:extLst>
            </p:cNvPr>
            <p:cNvCxnSpPr>
              <a:cxnSpLocks/>
            </p:cNvCxnSpPr>
            <p:nvPr/>
          </p:nvCxnSpPr>
          <p:spPr>
            <a:xfrm flipV="1">
              <a:off x="4336026" y="1026160"/>
              <a:ext cx="0" cy="42966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直線矢印コネクタ 18">
              <a:extLst>
                <a:ext uri="{FF2B5EF4-FFF2-40B4-BE49-F238E27FC236}">
                  <a16:creationId xmlns:a16="http://schemas.microsoft.com/office/drawing/2014/main" id="{C3EDE6CC-4F6A-EB9E-64B9-2DF6A736ED46}"/>
                </a:ext>
              </a:extLst>
            </p:cNvPr>
            <p:cNvCxnSpPr>
              <a:cxnSpLocks/>
            </p:cNvCxnSpPr>
            <p:nvPr/>
          </p:nvCxnSpPr>
          <p:spPr>
            <a:xfrm>
              <a:off x="4055806" y="4940710"/>
              <a:ext cx="482272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42" name="フリーフォーム: 図形 41">
            <a:extLst>
              <a:ext uri="{FF2B5EF4-FFF2-40B4-BE49-F238E27FC236}">
                <a16:creationId xmlns:a16="http://schemas.microsoft.com/office/drawing/2014/main" id="{0718CADD-5952-6DCB-5296-2679C07C68DC}"/>
              </a:ext>
            </a:extLst>
          </p:cNvPr>
          <p:cNvSpPr/>
          <p:nvPr/>
        </p:nvSpPr>
        <p:spPr>
          <a:xfrm>
            <a:off x="4180840" y="2374392"/>
            <a:ext cx="3830320" cy="2783940"/>
          </a:xfrm>
          <a:custGeom>
            <a:avLst/>
            <a:gdLst>
              <a:gd name="connsiteX0" fmla="*/ 0 w 3830320"/>
              <a:gd name="connsiteY0" fmla="*/ 0 h 2783940"/>
              <a:gd name="connsiteX1" fmla="*/ 1910080 w 3830320"/>
              <a:gd name="connsiteY1" fmla="*/ 2783840 h 2783940"/>
              <a:gd name="connsiteX2" fmla="*/ 3830320 w 3830320"/>
              <a:gd name="connsiteY2" fmla="*/ 81280 h 2783940"/>
            </a:gdLst>
            <a:ahLst/>
            <a:cxnLst>
              <a:cxn ang="0">
                <a:pos x="connsiteX0" y="connsiteY0"/>
              </a:cxn>
              <a:cxn ang="0">
                <a:pos x="connsiteX1" y="connsiteY1"/>
              </a:cxn>
              <a:cxn ang="0">
                <a:pos x="connsiteX2" y="connsiteY2"/>
              </a:cxn>
            </a:cxnLst>
            <a:rect l="l" t="t" r="r" b="b"/>
            <a:pathLst>
              <a:path w="3830320" h="2783940">
                <a:moveTo>
                  <a:pt x="0" y="0"/>
                </a:moveTo>
                <a:cubicBezTo>
                  <a:pt x="635846" y="1385146"/>
                  <a:pt x="1271693" y="2770293"/>
                  <a:pt x="1910080" y="2783840"/>
                </a:cubicBezTo>
                <a:cubicBezTo>
                  <a:pt x="2548467" y="2797387"/>
                  <a:pt x="3189393" y="1439333"/>
                  <a:pt x="3830320" y="8128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3" name="直線矢印コネクタ 52">
            <a:extLst>
              <a:ext uri="{FF2B5EF4-FFF2-40B4-BE49-F238E27FC236}">
                <a16:creationId xmlns:a16="http://schemas.microsoft.com/office/drawing/2014/main" id="{A383BC53-8EE9-0F20-EC2A-FA3EDB66253C}"/>
              </a:ext>
            </a:extLst>
          </p:cNvPr>
          <p:cNvCxnSpPr>
            <a:cxnSpLocks/>
          </p:cNvCxnSpPr>
          <p:nvPr/>
        </p:nvCxnSpPr>
        <p:spPr>
          <a:xfrm flipV="1">
            <a:off x="6598920" y="3766362"/>
            <a:ext cx="848360" cy="125546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57" name="楕円 56">
            <a:extLst>
              <a:ext uri="{FF2B5EF4-FFF2-40B4-BE49-F238E27FC236}">
                <a16:creationId xmlns:a16="http://schemas.microsoft.com/office/drawing/2014/main" id="{694E7662-7247-CE22-A4C7-61E2FE2919A2}"/>
              </a:ext>
            </a:extLst>
          </p:cNvPr>
          <p:cNvSpPr/>
          <p:nvPr/>
        </p:nvSpPr>
        <p:spPr>
          <a:xfrm>
            <a:off x="6746920" y="4033520"/>
            <a:ext cx="360000" cy="36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楕円 57">
            <a:extLst>
              <a:ext uri="{FF2B5EF4-FFF2-40B4-BE49-F238E27FC236}">
                <a16:creationId xmlns:a16="http://schemas.microsoft.com/office/drawing/2014/main" id="{C792B987-EF66-BF34-0367-BA8E61BC9C2E}"/>
              </a:ext>
            </a:extLst>
          </p:cNvPr>
          <p:cNvSpPr/>
          <p:nvPr/>
        </p:nvSpPr>
        <p:spPr>
          <a:xfrm>
            <a:off x="6413680" y="4449405"/>
            <a:ext cx="360000" cy="36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48495A85-DF72-F661-CD63-A7673560C725}"/>
              </a:ext>
            </a:extLst>
          </p:cNvPr>
          <p:cNvSpPr/>
          <p:nvPr/>
        </p:nvSpPr>
        <p:spPr>
          <a:xfrm>
            <a:off x="6004240" y="4798332"/>
            <a:ext cx="360000" cy="360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フリーフォーム: 図形 69">
            <a:extLst>
              <a:ext uri="{FF2B5EF4-FFF2-40B4-BE49-F238E27FC236}">
                <a16:creationId xmlns:a16="http://schemas.microsoft.com/office/drawing/2014/main" id="{D5B371A0-1ECA-9CC5-B41C-FA37A7CFB7C2}"/>
              </a:ext>
            </a:extLst>
          </p:cNvPr>
          <p:cNvSpPr/>
          <p:nvPr/>
        </p:nvSpPr>
        <p:spPr>
          <a:xfrm rot="18307391">
            <a:off x="6198201" y="4040041"/>
            <a:ext cx="483456" cy="278107"/>
          </a:xfrm>
          <a:custGeom>
            <a:avLst/>
            <a:gdLst>
              <a:gd name="connsiteX0" fmla="*/ 3169920 w 3169920"/>
              <a:gd name="connsiteY0" fmla="*/ 619760 h 619760"/>
              <a:gd name="connsiteX1" fmla="*/ 1513840 w 3169920"/>
              <a:gd name="connsiteY1" fmla="*/ 0 h 619760"/>
              <a:gd name="connsiteX2" fmla="*/ 0 w 3169920"/>
              <a:gd name="connsiteY2" fmla="*/ 589280 h 619760"/>
              <a:gd name="connsiteX0" fmla="*/ 3169920 w 3169920"/>
              <a:gd name="connsiteY0" fmla="*/ 751840 h 751840"/>
              <a:gd name="connsiteX1" fmla="*/ 1503680 w 3169920"/>
              <a:gd name="connsiteY1" fmla="*/ 0 h 751840"/>
              <a:gd name="connsiteX2" fmla="*/ 0 w 3169920"/>
              <a:gd name="connsiteY2" fmla="*/ 721360 h 75184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31520 h 741680"/>
              <a:gd name="connsiteX0" fmla="*/ 3169920 w 3169920"/>
              <a:gd name="connsiteY0" fmla="*/ 741680 h 741680"/>
              <a:gd name="connsiteX1" fmla="*/ 1503680 w 3169920"/>
              <a:gd name="connsiteY1" fmla="*/ 0 h 741680"/>
              <a:gd name="connsiteX2" fmla="*/ 0 w 3169920"/>
              <a:gd name="connsiteY2" fmla="*/ 731520 h 74168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885440 w 2885440"/>
              <a:gd name="connsiteY0" fmla="*/ 944880 h 944880"/>
              <a:gd name="connsiteX1" fmla="*/ 1503680 w 2885440"/>
              <a:gd name="connsiteY1" fmla="*/ 0 h 944880"/>
              <a:gd name="connsiteX2" fmla="*/ 0 w 2885440"/>
              <a:gd name="connsiteY2" fmla="*/ 731520 h 944880"/>
              <a:gd name="connsiteX0" fmla="*/ 2885440 w 2885440"/>
              <a:gd name="connsiteY0" fmla="*/ 822960 h 822960"/>
              <a:gd name="connsiteX1" fmla="*/ 1493520 w 2885440"/>
              <a:gd name="connsiteY1" fmla="*/ 0 h 822960"/>
              <a:gd name="connsiteX2" fmla="*/ 0 w 2885440"/>
              <a:gd name="connsiteY2" fmla="*/ 609600 h 822960"/>
            </a:gdLst>
            <a:ahLst/>
            <a:cxnLst>
              <a:cxn ang="0">
                <a:pos x="connsiteX0" y="connsiteY0"/>
              </a:cxn>
              <a:cxn ang="0">
                <a:pos x="connsiteX1" y="connsiteY1"/>
              </a:cxn>
              <a:cxn ang="0">
                <a:pos x="connsiteX2" y="connsiteY2"/>
              </a:cxn>
            </a:cxnLst>
            <a:rect l="l" t="t" r="r" b="b"/>
            <a:pathLst>
              <a:path w="2885440" h="822960">
                <a:moveTo>
                  <a:pt x="2885440" y="822960"/>
                </a:moveTo>
                <a:cubicBezTo>
                  <a:pt x="2685627" y="565573"/>
                  <a:pt x="2140373" y="186267"/>
                  <a:pt x="1493520" y="0"/>
                </a:cubicBezTo>
                <a:cubicBezTo>
                  <a:pt x="684107" y="135467"/>
                  <a:pt x="413173" y="311573"/>
                  <a:pt x="0" y="609600"/>
                </a:cubicBezTo>
              </a:path>
            </a:pathLst>
          </a:custGeom>
          <a:ln>
            <a:tailEnd type="triangle"/>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71" name="フリーフォーム: 図形 70">
            <a:extLst>
              <a:ext uri="{FF2B5EF4-FFF2-40B4-BE49-F238E27FC236}">
                <a16:creationId xmlns:a16="http://schemas.microsoft.com/office/drawing/2014/main" id="{DEAA4A68-9E30-C851-1CED-176AE45CC8CA}"/>
              </a:ext>
            </a:extLst>
          </p:cNvPr>
          <p:cNvSpPr/>
          <p:nvPr/>
        </p:nvSpPr>
        <p:spPr>
          <a:xfrm rot="18307391">
            <a:off x="5840668" y="4448019"/>
            <a:ext cx="478521" cy="281582"/>
          </a:xfrm>
          <a:custGeom>
            <a:avLst/>
            <a:gdLst>
              <a:gd name="connsiteX0" fmla="*/ 3169920 w 3169920"/>
              <a:gd name="connsiteY0" fmla="*/ 619760 h 619760"/>
              <a:gd name="connsiteX1" fmla="*/ 1513840 w 3169920"/>
              <a:gd name="connsiteY1" fmla="*/ 0 h 619760"/>
              <a:gd name="connsiteX2" fmla="*/ 0 w 3169920"/>
              <a:gd name="connsiteY2" fmla="*/ 589280 h 619760"/>
              <a:gd name="connsiteX0" fmla="*/ 3169920 w 3169920"/>
              <a:gd name="connsiteY0" fmla="*/ 751840 h 751840"/>
              <a:gd name="connsiteX1" fmla="*/ 1503680 w 3169920"/>
              <a:gd name="connsiteY1" fmla="*/ 0 h 751840"/>
              <a:gd name="connsiteX2" fmla="*/ 0 w 3169920"/>
              <a:gd name="connsiteY2" fmla="*/ 721360 h 75184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11200 h 741680"/>
              <a:gd name="connsiteX0" fmla="*/ 3169920 w 3169920"/>
              <a:gd name="connsiteY0" fmla="*/ 741680 h 741680"/>
              <a:gd name="connsiteX1" fmla="*/ 1503680 w 3169920"/>
              <a:gd name="connsiteY1" fmla="*/ 0 h 741680"/>
              <a:gd name="connsiteX2" fmla="*/ 0 w 3169920"/>
              <a:gd name="connsiteY2" fmla="*/ 731520 h 741680"/>
              <a:gd name="connsiteX0" fmla="*/ 3169920 w 3169920"/>
              <a:gd name="connsiteY0" fmla="*/ 741680 h 741680"/>
              <a:gd name="connsiteX1" fmla="*/ 1503680 w 3169920"/>
              <a:gd name="connsiteY1" fmla="*/ 0 h 741680"/>
              <a:gd name="connsiteX2" fmla="*/ 0 w 3169920"/>
              <a:gd name="connsiteY2" fmla="*/ 731520 h 74168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672080 w 2672080"/>
              <a:gd name="connsiteY0" fmla="*/ 721360 h 731520"/>
              <a:gd name="connsiteX1" fmla="*/ 1503680 w 2672080"/>
              <a:gd name="connsiteY1" fmla="*/ 0 h 731520"/>
              <a:gd name="connsiteX2" fmla="*/ 0 w 2672080"/>
              <a:gd name="connsiteY2" fmla="*/ 731520 h 731520"/>
              <a:gd name="connsiteX0" fmla="*/ 2885440 w 2885440"/>
              <a:gd name="connsiteY0" fmla="*/ 944880 h 944880"/>
              <a:gd name="connsiteX1" fmla="*/ 1503680 w 2885440"/>
              <a:gd name="connsiteY1" fmla="*/ 0 h 944880"/>
              <a:gd name="connsiteX2" fmla="*/ 0 w 2885440"/>
              <a:gd name="connsiteY2" fmla="*/ 731520 h 944880"/>
              <a:gd name="connsiteX0" fmla="*/ 2885440 w 2885440"/>
              <a:gd name="connsiteY0" fmla="*/ 822960 h 822960"/>
              <a:gd name="connsiteX1" fmla="*/ 1493520 w 2885440"/>
              <a:gd name="connsiteY1" fmla="*/ 0 h 822960"/>
              <a:gd name="connsiteX2" fmla="*/ 0 w 2885440"/>
              <a:gd name="connsiteY2" fmla="*/ 609600 h 822960"/>
            </a:gdLst>
            <a:ahLst/>
            <a:cxnLst>
              <a:cxn ang="0">
                <a:pos x="connsiteX0" y="connsiteY0"/>
              </a:cxn>
              <a:cxn ang="0">
                <a:pos x="connsiteX1" y="connsiteY1"/>
              </a:cxn>
              <a:cxn ang="0">
                <a:pos x="connsiteX2" y="connsiteY2"/>
              </a:cxn>
            </a:cxnLst>
            <a:rect l="l" t="t" r="r" b="b"/>
            <a:pathLst>
              <a:path w="2885440" h="822960">
                <a:moveTo>
                  <a:pt x="2885440" y="822960"/>
                </a:moveTo>
                <a:cubicBezTo>
                  <a:pt x="2685627" y="565573"/>
                  <a:pt x="2140373" y="186267"/>
                  <a:pt x="1493520" y="0"/>
                </a:cubicBezTo>
                <a:cubicBezTo>
                  <a:pt x="684107" y="135467"/>
                  <a:pt x="413173" y="311573"/>
                  <a:pt x="0" y="609600"/>
                </a:cubicBezTo>
              </a:path>
            </a:pathLst>
          </a:custGeom>
          <a:ln>
            <a:tailEnd type="triangle"/>
          </a:ln>
        </p:spPr>
        <p:style>
          <a:lnRef idx="1">
            <a:schemeClr val="accent2"/>
          </a:lnRef>
          <a:fillRef idx="0">
            <a:schemeClr val="accent2"/>
          </a:fillRef>
          <a:effectRef idx="0">
            <a:schemeClr val="accent2"/>
          </a:effectRef>
          <a:fontRef idx="minor">
            <a:schemeClr val="tx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AD5280DA-D92A-685F-0992-B8443E2A5563}"/>
              </a:ext>
            </a:extLst>
          </p:cNvPr>
          <p:cNvSpPr txBox="1"/>
          <p:nvPr/>
        </p:nvSpPr>
        <p:spPr>
          <a:xfrm>
            <a:off x="9110819" y="3301213"/>
            <a:ext cx="2143757" cy="1200329"/>
          </a:xfrm>
          <a:prstGeom prst="rect">
            <a:avLst/>
          </a:prstGeom>
          <a:ln w="25400" cap="rnd">
            <a:solidFill>
              <a:schemeClr val="accent2">
                <a:alpha val="99000"/>
              </a:schemeClr>
            </a:solidFill>
            <a:round/>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kumimoji="1" lang="ja-JP" altLang="en-US" sz="2400" dirty="0"/>
              <a:t>正の勾配</a:t>
            </a:r>
            <a:endParaRPr lang="en-US" altLang="ja-JP" sz="2400" dirty="0"/>
          </a:p>
          <a:p>
            <a:pPr algn="ctr"/>
            <a:r>
              <a:rPr kumimoji="1" lang="ja-JP" altLang="en-US" sz="2400" dirty="0"/>
              <a:t>↓</a:t>
            </a:r>
            <a:endParaRPr kumimoji="1" lang="en-US" altLang="ja-JP" sz="2400" dirty="0"/>
          </a:p>
          <a:p>
            <a:pPr algn="ctr"/>
            <a:r>
              <a:rPr lang="ja-JP" altLang="en-US" sz="2400" dirty="0"/>
              <a:t>Ｘを減らす</a:t>
            </a:r>
            <a:endParaRPr kumimoji="1" lang="ja-JP" altLang="en-US" sz="2400" dirty="0"/>
          </a:p>
        </p:txBody>
      </p:sp>
      <p:sp>
        <p:nvSpPr>
          <p:cNvPr id="73" name="テキスト ボックス 72">
            <a:extLst>
              <a:ext uri="{FF2B5EF4-FFF2-40B4-BE49-F238E27FC236}">
                <a16:creationId xmlns:a16="http://schemas.microsoft.com/office/drawing/2014/main" id="{1656F44D-906F-876F-5504-9215C181157E}"/>
              </a:ext>
            </a:extLst>
          </p:cNvPr>
          <p:cNvSpPr txBox="1"/>
          <p:nvPr/>
        </p:nvSpPr>
        <p:spPr>
          <a:xfrm>
            <a:off x="8471107" y="5532960"/>
            <a:ext cx="490380" cy="523220"/>
          </a:xfrm>
          <a:prstGeom prst="rect">
            <a:avLst/>
          </a:prstGeom>
          <a:noFill/>
        </p:spPr>
        <p:txBody>
          <a:bodyPr wrap="square" rtlCol="0">
            <a:spAutoFit/>
          </a:bodyPr>
          <a:lstStyle/>
          <a:p>
            <a:r>
              <a:rPr kumimoji="1" lang="en-US" altLang="ja-JP" sz="2800" dirty="0"/>
              <a:t>x</a:t>
            </a:r>
            <a:endParaRPr kumimoji="1" lang="ja-JP" altLang="en-US" sz="2800" dirty="0"/>
          </a:p>
        </p:txBody>
      </p:sp>
      <p:sp>
        <p:nvSpPr>
          <p:cNvPr id="74" name="テキスト ボックス 73">
            <a:extLst>
              <a:ext uri="{FF2B5EF4-FFF2-40B4-BE49-F238E27FC236}">
                <a16:creationId xmlns:a16="http://schemas.microsoft.com/office/drawing/2014/main" id="{D547BE81-F80B-11E5-FE08-4323F70EA387}"/>
              </a:ext>
            </a:extLst>
          </p:cNvPr>
          <p:cNvSpPr txBox="1"/>
          <p:nvPr/>
        </p:nvSpPr>
        <p:spPr>
          <a:xfrm>
            <a:off x="3403194" y="1317521"/>
            <a:ext cx="490380" cy="523220"/>
          </a:xfrm>
          <a:prstGeom prst="rect">
            <a:avLst/>
          </a:prstGeom>
          <a:noFill/>
        </p:spPr>
        <p:txBody>
          <a:bodyPr wrap="square" rtlCol="0">
            <a:spAutoFit/>
          </a:bodyPr>
          <a:lstStyle/>
          <a:p>
            <a:r>
              <a:rPr lang="en-US" altLang="ja-JP" sz="2800" dirty="0"/>
              <a:t>y</a:t>
            </a:r>
            <a:endParaRPr kumimoji="1" lang="ja-JP" altLang="en-US" sz="2800" dirty="0"/>
          </a:p>
        </p:txBody>
      </p:sp>
      <p:sp>
        <p:nvSpPr>
          <p:cNvPr id="3" name="テキスト ボックス 2">
            <a:extLst>
              <a:ext uri="{FF2B5EF4-FFF2-40B4-BE49-F238E27FC236}">
                <a16:creationId xmlns:a16="http://schemas.microsoft.com/office/drawing/2014/main" id="{5264DDA8-3FE0-F25A-E3C3-6247A02AC497}"/>
              </a:ext>
            </a:extLst>
          </p:cNvPr>
          <p:cNvSpPr txBox="1"/>
          <p:nvPr/>
        </p:nvSpPr>
        <p:spPr>
          <a:xfrm>
            <a:off x="398356" y="2885714"/>
            <a:ext cx="2987818" cy="830997"/>
          </a:xfrm>
          <a:prstGeom prst="rect">
            <a:avLst/>
          </a:prstGeom>
          <a:ln w="25400" cap="rnd">
            <a:solidFill>
              <a:schemeClr val="accent2">
                <a:alpha val="99000"/>
              </a:schemeClr>
            </a:solidFill>
            <a:round/>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ja-JP" altLang="en-US" sz="2400" dirty="0"/>
              <a:t>関数の傾きをもとに最小値を探す手法</a:t>
            </a:r>
            <a:endParaRPr lang="en-US" altLang="ja-JP" sz="2400" dirty="0"/>
          </a:p>
        </p:txBody>
      </p:sp>
    </p:spTree>
    <p:extLst>
      <p:ext uri="{BB962C8B-B14F-4D97-AF65-F5344CB8AC3E}">
        <p14:creationId xmlns:p14="http://schemas.microsoft.com/office/powerpoint/2010/main" val="87861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12272-1ACD-13EF-4C50-A3BE655F48B1}"/>
              </a:ext>
            </a:extLst>
          </p:cNvPr>
          <p:cNvSpPr>
            <a:spLocks noGrp="1"/>
          </p:cNvSpPr>
          <p:nvPr>
            <p:ph type="ctrTitle"/>
          </p:nvPr>
        </p:nvSpPr>
        <p:spPr>
          <a:xfrm>
            <a:off x="518160" y="406400"/>
            <a:ext cx="4612640" cy="619760"/>
          </a:xfrm>
        </p:spPr>
        <p:txBody>
          <a:bodyPr>
            <a:normAutofit fontScale="90000"/>
          </a:bodyPr>
          <a:lstStyle/>
          <a:p>
            <a:r>
              <a:rPr kumimoji="1" lang="en-US" altLang="ja-JP" sz="3200" dirty="0"/>
              <a:t>1. </a:t>
            </a:r>
            <a:r>
              <a:rPr kumimoji="1" lang="ja-JP" altLang="en-US" sz="3200" dirty="0"/>
              <a:t>原理</a:t>
            </a:r>
            <a:r>
              <a:rPr lang="ja-JP" altLang="en-US" sz="3200" dirty="0"/>
              <a:t>③</a:t>
            </a:r>
            <a:r>
              <a:rPr kumimoji="1" lang="ja-JP" altLang="en-US" sz="3200" dirty="0"/>
              <a:t> </a:t>
            </a:r>
            <a:r>
              <a:rPr kumimoji="1" lang="en-US" altLang="ja-JP" sz="3200" dirty="0"/>
              <a:t>: </a:t>
            </a:r>
            <a:r>
              <a:rPr lang="ja-JP" altLang="en-US" sz="3200" dirty="0"/>
              <a:t>誤差関数の勾配</a:t>
            </a:r>
            <a:endParaRPr kumimoji="1" lang="ja-JP" altLang="en-US" sz="3200" dirty="0"/>
          </a:p>
        </p:txBody>
      </p:sp>
      <p:sp>
        <p:nvSpPr>
          <p:cNvPr id="4" name="スライド番号プレースホルダー 3">
            <a:extLst>
              <a:ext uri="{FF2B5EF4-FFF2-40B4-BE49-F238E27FC236}">
                <a16:creationId xmlns:a16="http://schemas.microsoft.com/office/drawing/2014/main" id="{DDC0A4AA-75EA-8B9B-861C-F1DD9CF11ADC}"/>
              </a:ext>
            </a:extLst>
          </p:cNvPr>
          <p:cNvSpPr>
            <a:spLocks noGrp="1"/>
          </p:cNvSpPr>
          <p:nvPr>
            <p:ph type="sldNum" sz="quarter" idx="12"/>
          </p:nvPr>
        </p:nvSpPr>
        <p:spPr/>
        <p:txBody>
          <a:bodyPr/>
          <a:lstStyle/>
          <a:p>
            <a:fld id="{408C25D7-5CE7-4ED6-8613-A7CEE993EE89}" type="slidenum">
              <a:rPr kumimoji="1" lang="ja-JP" altLang="en-US" smtClean="0"/>
              <a:t>4</a:t>
            </a:fld>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E3204DC-9F43-5E93-BBF8-FEBCF35FC8C6}"/>
                  </a:ext>
                </a:extLst>
              </p:cNvPr>
              <p:cNvSpPr txBox="1"/>
              <p:nvPr/>
            </p:nvSpPr>
            <p:spPr>
              <a:xfrm>
                <a:off x="863600" y="1574289"/>
                <a:ext cx="6918960" cy="732573"/>
              </a:xfrm>
              <a:prstGeom prst="rect">
                <a:avLst/>
              </a:prstGeom>
              <a:noFill/>
              <a:ln w="25400">
                <a:solidFill>
                  <a:schemeClr val="accent2"/>
                </a:solidFill>
              </a:ln>
            </p:spPr>
            <p:txBody>
              <a:bodyPr wrap="square" rtlCol="0">
                <a:spAutoFit/>
              </a:bodyPr>
              <a:lstStyle/>
              <a:p>
                <a:pPr marL="285750" indent="-285750">
                  <a:buFont typeface="Wingdings" panose="05000000000000000000" pitchFamily="2" charset="2"/>
                  <a:buChar char="l"/>
                </a:pPr>
                <a:r>
                  <a:rPr lang="ja-JP" altLang="en-US" sz="2000" dirty="0"/>
                  <a:t>最小化する関数→ニューラルネットワークの誤差  </a:t>
                </a:r>
                <a14:m>
                  <m:oMath xmlns:m="http://schemas.openxmlformats.org/officeDocument/2006/math">
                    <m:r>
                      <a:rPr kumimoji="1" lang="en-US" altLang="ja-JP" sz="2000" b="0" i="1" smtClean="0">
                        <a:latin typeface="Cambria Math" panose="02040503050406030204" pitchFamily="18" charset="0"/>
                      </a:rPr>
                      <m:t>𝐸</m:t>
                    </m:r>
                  </m:oMath>
                </a14:m>
                <a:endParaRPr lang="en-US" altLang="ja-JP" sz="2000" dirty="0"/>
              </a:p>
              <a:p>
                <a:pPr marL="285750" indent="-285750">
                  <a:buFont typeface="Wingdings" panose="05000000000000000000" pitchFamily="2" charset="2"/>
                  <a:buChar char="l"/>
                </a:pPr>
                <a:r>
                  <a:rPr kumimoji="1" lang="ja-JP" altLang="en-US" sz="2000" dirty="0"/>
                  <a:t>改善するパラメータ→リンクの重み  </a:t>
                </a:r>
                <a14:m>
                  <m:oMath xmlns:m="http://schemas.openxmlformats.org/officeDocument/2006/math">
                    <m:sSub>
                      <m:sSubPr>
                        <m:ctrlPr>
                          <a:rPr kumimoji="1" lang="en-US" altLang="ja-JP" sz="200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𝑗𝑘</m:t>
                        </m:r>
                      </m:sub>
                    </m:sSub>
                  </m:oMath>
                </a14:m>
                <a:endParaRPr kumimoji="1" lang="ja-JP" altLang="en-US" sz="2000" dirty="0"/>
              </a:p>
            </p:txBody>
          </p:sp>
        </mc:Choice>
        <mc:Fallback xmlns="">
          <p:sp>
            <p:nvSpPr>
              <p:cNvPr id="6" name="テキスト ボックス 5">
                <a:extLst>
                  <a:ext uri="{FF2B5EF4-FFF2-40B4-BE49-F238E27FC236}">
                    <a16:creationId xmlns:a16="http://schemas.microsoft.com/office/drawing/2014/main" id="{0E3204DC-9F43-5E93-BBF8-FEBCF35FC8C6}"/>
                  </a:ext>
                </a:extLst>
              </p:cNvPr>
              <p:cNvSpPr txBox="1">
                <a:spLocks noRot="1" noChangeAspect="1" noMove="1" noResize="1" noEditPoints="1" noAdjustHandles="1" noChangeArrowheads="1" noChangeShapeType="1" noTextEdit="1"/>
              </p:cNvSpPr>
              <p:nvPr/>
            </p:nvSpPr>
            <p:spPr>
              <a:xfrm>
                <a:off x="863600" y="1574289"/>
                <a:ext cx="6918960" cy="732573"/>
              </a:xfrm>
              <a:prstGeom prst="rect">
                <a:avLst/>
              </a:prstGeom>
              <a:blipFill>
                <a:blip r:embed="rId2"/>
                <a:stretch>
                  <a:fillRect l="-615" t="-1613" b="-10484"/>
                </a:stretch>
              </a:blipFill>
              <a:ln w="25400">
                <a:solidFill>
                  <a:schemeClr val="accent2"/>
                </a:solidFill>
              </a:ln>
            </p:spPr>
            <p:txBody>
              <a:bodyPr/>
              <a:lstStyle/>
              <a:p>
                <a:r>
                  <a:rPr lang="ja-JP" altLang="en-US">
                    <a:noFill/>
                  </a:rPr>
                  <a:t> </a:t>
                </a:r>
              </a:p>
            </p:txBody>
          </p:sp>
        </mc:Fallback>
      </mc:AlternateContent>
      <p:grpSp>
        <p:nvGrpSpPr>
          <p:cNvPr id="10" name="グループ化 9">
            <a:extLst>
              <a:ext uri="{FF2B5EF4-FFF2-40B4-BE49-F238E27FC236}">
                <a16:creationId xmlns:a16="http://schemas.microsoft.com/office/drawing/2014/main" id="{D7932960-DA4F-CB2C-626A-CD6A26F4F8CE}"/>
              </a:ext>
            </a:extLst>
          </p:cNvPr>
          <p:cNvGrpSpPr/>
          <p:nvPr/>
        </p:nvGrpSpPr>
        <p:grpSpPr>
          <a:xfrm>
            <a:off x="1402080" y="2979582"/>
            <a:ext cx="4561840" cy="898836"/>
            <a:chOff x="3220720" y="3115292"/>
            <a:chExt cx="4561840" cy="898836"/>
          </a:xfrm>
        </p:grpSpPr>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F1E119F9-7D47-8FF2-73B3-BA4C1F5367EB}"/>
                    </a:ext>
                  </a:extLst>
                </p:cNvPr>
                <p:cNvSpPr txBox="1"/>
                <p:nvPr/>
              </p:nvSpPr>
              <p:spPr>
                <a:xfrm>
                  <a:off x="6187440" y="3115292"/>
                  <a:ext cx="1595120" cy="8988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sz="2400" i="1" smtClean="0">
                                <a:latin typeface="Cambria Math" panose="02040503050406030204" pitchFamily="18" charset="0"/>
                              </a:rPr>
                            </m:ctrlPr>
                          </m:fPr>
                          <m:num>
                            <m:r>
                              <a:rPr kumimoji="1" lang="en-US" altLang="ja-JP" sz="2400" i="1" smtClean="0">
                                <a:latin typeface="Cambria Math" panose="02040503050406030204" pitchFamily="18" charset="0"/>
                              </a:rPr>
                              <m:t>𝜕</m:t>
                            </m:r>
                            <m:r>
                              <a:rPr kumimoji="1" lang="en-US" altLang="ja-JP" sz="2400" b="0" i="1" smtClean="0">
                                <a:latin typeface="Cambria Math" panose="02040503050406030204" pitchFamily="18" charset="0"/>
                              </a:rPr>
                              <m:t>𝐸</m:t>
                            </m:r>
                          </m:num>
                          <m:den>
                            <m:r>
                              <a:rPr kumimoji="1" lang="en-US" altLang="ja-JP" sz="2400" i="1" smtClean="0">
                                <a:latin typeface="Cambria Math" panose="02040503050406030204" pitchFamily="18" charset="0"/>
                              </a:rPr>
                              <m:t>𝜕</m:t>
                            </m:r>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𝑗𝑘</m:t>
                                </m:r>
                              </m:sub>
                            </m:sSub>
                          </m:den>
                        </m:f>
                      </m:oMath>
                    </m:oMathPara>
                  </a14:m>
                  <a:endParaRPr kumimoji="1" lang="ja-JP" altLang="en-US" sz="2400" dirty="0"/>
                </a:p>
              </p:txBody>
            </p:sp>
          </mc:Choice>
          <mc:Fallback xmlns="">
            <p:sp>
              <p:nvSpPr>
                <p:cNvPr id="3" name="テキスト ボックス 2">
                  <a:extLst>
                    <a:ext uri="{FF2B5EF4-FFF2-40B4-BE49-F238E27FC236}">
                      <a16:creationId xmlns:a16="http://schemas.microsoft.com/office/drawing/2014/main" id="{F1E119F9-7D47-8FF2-73B3-BA4C1F5367EB}"/>
                    </a:ext>
                  </a:extLst>
                </p:cNvPr>
                <p:cNvSpPr txBox="1">
                  <a:spLocks noRot="1" noChangeAspect="1" noMove="1" noResize="1" noEditPoints="1" noAdjustHandles="1" noChangeArrowheads="1" noChangeShapeType="1" noTextEdit="1"/>
                </p:cNvSpPr>
                <p:nvPr/>
              </p:nvSpPr>
              <p:spPr>
                <a:xfrm>
                  <a:off x="6187440" y="3115292"/>
                  <a:ext cx="1595120" cy="898836"/>
                </a:xfrm>
                <a:prstGeom prst="rect">
                  <a:avLst/>
                </a:prstGeom>
                <a:blipFill>
                  <a:blip r:embed="rId3"/>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FB189178-5234-ADFC-A904-7AF2F98B196E}"/>
                </a:ext>
              </a:extLst>
            </p:cNvPr>
            <p:cNvSpPr txBox="1"/>
            <p:nvPr/>
          </p:nvSpPr>
          <p:spPr>
            <a:xfrm>
              <a:off x="3220720" y="3388829"/>
              <a:ext cx="2438400" cy="461665"/>
            </a:xfrm>
            <a:prstGeom prst="rect">
              <a:avLst/>
            </a:prstGeom>
            <a:noFill/>
          </p:spPr>
          <p:txBody>
            <a:bodyPr wrap="square" rtlCol="0">
              <a:spAutoFit/>
            </a:bodyPr>
            <a:lstStyle/>
            <a:p>
              <a:r>
                <a:rPr kumimoji="1" lang="ja-JP" altLang="en-US" sz="2400" dirty="0"/>
                <a:t>誤差関数の勾配</a:t>
              </a:r>
            </a:p>
          </p:txBody>
        </p:sp>
      </p:grpSp>
      <p:grpSp>
        <p:nvGrpSpPr>
          <p:cNvPr id="11" name="グループ化 10">
            <a:extLst>
              <a:ext uri="{FF2B5EF4-FFF2-40B4-BE49-F238E27FC236}">
                <a16:creationId xmlns:a16="http://schemas.microsoft.com/office/drawing/2014/main" id="{05A43314-B19E-39A1-0CC3-DF5745670D18}"/>
              </a:ext>
            </a:extLst>
          </p:cNvPr>
          <p:cNvGrpSpPr/>
          <p:nvPr/>
        </p:nvGrpSpPr>
        <p:grpSpPr>
          <a:xfrm>
            <a:off x="518160" y="4661041"/>
            <a:ext cx="8432800" cy="732573"/>
            <a:chOff x="2357120" y="4909022"/>
            <a:chExt cx="8432800" cy="524759"/>
          </a:xfrm>
        </p:grpSpPr>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F467DD6-7350-B5B1-C4E7-A91E60328FB8}"/>
                    </a:ext>
                  </a:extLst>
                </p:cNvPr>
                <p:cNvSpPr txBox="1"/>
                <p:nvPr/>
              </p:nvSpPr>
              <p:spPr>
                <a:xfrm>
                  <a:off x="5689600" y="4909022"/>
                  <a:ext cx="5100320" cy="5247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ja-JP" altLang="en-US" sz="2400" i="1" smtClean="0">
                            <a:latin typeface="Cambria Math" panose="02040503050406030204" pitchFamily="18" charset="0"/>
                          </a:rPr>
                          <m:t>∆</m:t>
                        </m:r>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𝑗𝑘</m:t>
                            </m:r>
                          </m:sub>
                        </m:sSub>
                        <m:r>
                          <a:rPr kumimoji="1" lang="en-US" altLang="ja-JP" sz="2400" b="0" i="1" smtClean="0">
                            <a:latin typeface="Cambria Math" panose="02040503050406030204" pitchFamily="18" charset="0"/>
                          </a:rPr>
                          <m:t>=</m:t>
                        </m:r>
                        <m:r>
                          <m:rPr>
                            <m:sty m:val="p"/>
                          </m:rPr>
                          <a:rPr lang="en-US" altLang="ja-JP" sz="2400" i="1">
                            <a:latin typeface="Cambria Math" panose="02040503050406030204" pitchFamily="18" charset="0"/>
                          </a:rPr>
                          <m:t>α</m:t>
                        </m:r>
                        <m:r>
                          <a:rPr lang="en-US" altLang="ja-JP" sz="2400" i="1" smtClean="0">
                            <a:latin typeface="Cambria Math" panose="02040503050406030204" pitchFamily="18" charset="0"/>
                            <a:ea typeface="Cambria Math" panose="02040503050406030204" pitchFamily="18" charset="0"/>
                          </a:rPr>
                          <m:t>∙</m:t>
                        </m:r>
                        <m:sSub>
                          <m:sSubPr>
                            <m:ctrlPr>
                              <a:rPr lang="en-US" altLang="ja-JP" sz="240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𝐸</m:t>
                            </m:r>
                          </m:e>
                          <m:sub>
                            <m:r>
                              <a:rPr lang="en-US" altLang="ja-JP" sz="2400" b="0" i="1" smtClean="0">
                                <a:latin typeface="Cambria Math" panose="02040503050406030204" pitchFamily="18" charset="0"/>
                                <a:ea typeface="Cambria Math" panose="02040503050406030204" pitchFamily="18" charset="0"/>
                              </a:rPr>
                              <m:t>𝑘</m:t>
                            </m:r>
                          </m:sub>
                        </m:sSub>
                        <m:r>
                          <a:rPr lang="en-US" altLang="ja-JP" sz="2400" i="1" smtClean="0">
                            <a:latin typeface="Cambria Math" panose="02040503050406030204" pitchFamily="18" charset="0"/>
                            <a:ea typeface="Cambria Math" panose="02040503050406030204" pitchFamily="18" charset="0"/>
                          </a:rPr>
                          <m:t>∙</m:t>
                        </m:r>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𝑂</m:t>
                            </m:r>
                          </m:e>
                          <m:sub>
                            <m:r>
                              <a:rPr lang="en-US" altLang="ja-JP" sz="2400" b="0" i="1" smtClean="0">
                                <a:latin typeface="Cambria Math" panose="02040503050406030204" pitchFamily="18" charset="0"/>
                                <a:ea typeface="Cambria Math" panose="02040503050406030204" pitchFamily="18" charset="0"/>
                              </a:rPr>
                              <m:t>𝑘</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b="0" i="1" smtClean="0">
                                <a:latin typeface="Cambria Math" panose="02040503050406030204" pitchFamily="18" charset="0"/>
                                <a:ea typeface="Cambria Math" panose="02040503050406030204" pitchFamily="18" charset="0"/>
                              </a:rPr>
                              <m:t>1−</m:t>
                            </m:r>
                            <m:sSub>
                              <m:sSubPr>
                                <m:ctrlPr>
                                  <a:rPr lang="en-US" altLang="ja-JP" sz="2400" b="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𝑂</m:t>
                                </m:r>
                              </m:e>
                              <m:sub>
                                <m:r>
                                  <a:rPr lang="en-US" altLang="ja-JP" sz="2400" b="0" i="1" smtClean="0">
                                    <a:latin typeface="Cambria Math" panose="02040503050406030204" pitchFamily="18" charset="0"/>
                                    <a:ea typeface="Cambria Math" panose="02040503050406030204" pitchFamily="18" charset="0"/>
                                  </a:rPr>
                                  <m:t>𝑘</m:t>
                                </m:r>
                              </m:sub>
                            </m:sSub>
                          </m:e>
                        </m:d>
                        <m:r>
                          <a:rPr lang="en-US" altLang="ja-JP" sz="2400" i="1" smtClean="0">
                            <a:latin typeface="Cambria Math" panose="02040503050406030204" pitchFamily="18" charset="0"/>
                            <a:ea typeface="Cambria Math" panose="02040503050406030204" pitchFamily="18" charset="0"/>
                          </a:rPr>
                          <m:t>∙</m:t>
                        </m:r>
                        <m:sSup>
                          <m:sSupPr>
                            <m:ctrlPr>
                              <a:rPr lang="en-US" altLang="ja-JP" sz="2400" i="1" smtClean="0">
                                <a:latin typeface="Cambria Math" panose="02040503050406030204" pitchFamily="18" charset="0"/>
                                <a:ea typeface="Cambria Math" panose="02040503050406030204" pitchFamily="18" charset="0"/>
                              </a:rPr>
                            </m:ctrlPr>
                          </m:sSupPr>
                          <m:e>
                            <m:sSub>
                              <m:sSubPr>
                                <m:ctrlPr>
                                  <a:rPr lang="en-US" altLang="ja-JP" sz="2400" i="1" smtClean="0">
                                    <a:latin typeface="Cambria Math" panose="02040503050406030204" pitchFamily="18" charset="0"/>
                                    <a:ea typeface="Cambria Math" panose="02040503050406030204" pitchFamily="18" charset="0"/>
                                  </a:rPr>
                                </m:ctrlPr>
                              </m:sSubPr>
                              <m:e>
                                <m:r>
                                  <a:rPr lang="en-US" altLang="ja-JP" sz="2400" b="0" i="1" smtClean="0">
                                    <a:latin typeface="Cambria Math" panose="02040503050406030204" pitchFamily="18" charset="0"/>
                                    <a:ea typeface="Cambria Math" panose="02040503050406030204" pitchFamily="18" charset="0"/>
                                  </a:rPr>
                                  <m:t>𝑂</m:t>
                                </m:r>
                              </m:e>
                              <m:sub>
                                <m:r>
                                  <a:rPr lang="en-US" altLang="ja-JP" sz="2400" b="0" i="1" smtClean="0">
                                    <a:latin typeface="Cambria Math" panose="02040503050406030204" pitchFamily="18" charset="0"/>
                                    <a:ea typeface="Cambria Math" panose="02040503050406030204" pitchFamily="18" charset="0"/>
                                  </a:rPr>
                                  <m:t>𝑗</m:t>
                                </m:r>
                              </m:sub>
                            </m:sSub>
                          </m:e>
                          <m:sup>
                            <m:r>
                              <a:rPr lang="en-US" altLang="ja-JP" sz="2400" b="0" i="1" smtClean="0">
                                <a:latin typeface="Cambria Math" panose="02040503050406030204" pitchFamily="18" charset="0"/>
                                <a:ea typeface="Cambria Math" panose="02040503050406030204" pitchFamily="18" charset="0"/>
                              </a:rPr>
                              <m:t>𝑇</m:t>
                            </m:r>
                          </m:sup>
                        </m:sSup>
                      </m:oMath>
                    </m:oMathPara>
                  </a14:m>
                  <a:endParaRPr kumimoji="1" lang="ja-JP" altLang="en-US" sz="2400" dirty="0"/>
                </a:p>
              </p:txBody>
            </p:sp>
          </mc:Choice>
          <mc:Fallback xmlns="">
            <p:sp>
              <p:nvSpPr>
                <p:cNvPr id="5" name="テキスト ボックス 4">
                  <a:extLst>
                    <a:ext uri="{FF2B5EF4-FFF2-40B4-BE49-F238E27FC236}">
                      <a16:creationId xmlns:a16="http://schemas.microsoft.com/office/drawing/2014/main" id="{5F467DD6-7350-B5B1-C4E7-A91E60328FB8}"/>
                    </a:ext>
                  </a:extLst>
                </p:cNvPr>
                <p:cNvSpPr txBox="1">
                  <a:spLocks noRot="1" noChangeAspect="1" noMove="1" noResize="1" noEditPoints="1" noAdjustHandles="1" noChangeArrowheads="1" noChangeShapeType="1" noTextEdit="1"/>
                </p:cNvSpPr>
                <p:nvPr/>
              </p:nvSpPr>
              <p:spPr>
                <a:xfrm>
                  <a:off x="5689600" y="4909022"/>
                  <a:ext cx="5100320" cy="524759"/>
                </a:xfrm>
                <a:prstGeom prst="rect">
                  <a:avLst/>
                </a:prstGeom>
                <a:blipFill>
                  <a:blip r:embed="rId4"/>
                  <a:stretch>
                    <a:fillRect/>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912517E4-6A2F-DED9-8980-C3C828482025}"/>
                </a:ext>
              </a:extLst>
            </p:cNvPr>
            <p:cNvSpPr txBox="1"/>
            <p:nvPr/>
          </p:nvSpPr>
          <p:spPr>
            <a:xfrm>
              <a:off x="2357120" y="4972116"/>
              <a:ext cx="4612640" cy="461665"/>
            </a:xfrm>
            <a:prstGeom prst="rect">
              <a:avLst/>
            </a:prstGeom>
            <a:noFill/>
          </p:spPr>
          <p:txBody>
            <a:bodyPr wrap="square" rtlCol="0">
              <a:spAutoFit/>
            </a:bodyPr>
            <a:lstStyle/>
            <a:p>
              <a:r>
                <a:rPr kumimoji="1" lang="ja-JP" altLang="en-US" sz="2400" dirty="0"/>
                <a:t>重み更新の行列形式</a:t>
              </a:r>
            </a:p>
          </p:txBody>
        </p:sp>
      </p:grpSp>
      <p:grpSp>
        <p:nvGrpSpPr>
          <p:cNvPr id="27" name="グループ化 26">
            <a:extLst>
              <a:ext uri="{FF2B5EF4-FFF2-40B4-BE49-F238E27FC236}">
                <a16:creationId xmlns:a16="http://schemas.microsoft.com/office/drawing/2014/main" id="{2C97471C-61D4-3163-7A2E-9055235425B8}"/>
              </a:ext>
            </a:extLst>
          </p:cNvPr>
          <p:cNvGrpSpPr/>
          <p:nvPr/>
        </p:nvGrpSpPr>
        <p:grpSpPr>
          <a:xfrm>
            <a:off x="8192679" y="3310105"/>
            <a:ext cx="3381114" cy="869568"/>
            <a:chOff x="8324759" y="3183291"/>
            <a:chExt cx="3381114" cy="869568"/>
          </a:xfrm>
        </p:grpSpPr>
        <p:cxnSp>
          <p:nvCxnSpPr>
            <p:cNvPr id="20" name="直線矢印コネクタ 19">
              <a:extLst>
                <a:ext uri="{FF2B5EF4-FFF2-40B4-BE49-F238E27FC236}">
                  <a16:creationId xmlns:a16="http://schemas.microsoft.com/office/drawing/2014/main" id="{BFB33D95-3B91-C56A-C131-870FA07A44B6}"/>
                </a:ext>
              </a:extLst>
            </p:cNvPr>
            <p:cNvCxnSpPr/>
            <p:nvPr/>
          </p:nvCxnSpPr>
          <p:spPr>
            <a:xfrm>
              <a:off x="9085215" y="3759414"/>
              <a:ext cx="176652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25" name="グループ化 24">
              <a:extLst>
                <a:ext uri="{FF2B5EF4-FFF2-40B4-BE49-F238E27FC236}">
                  <a16:creationId xmlns:a16="http://schemas.microsoft.com/office/drawing/2014/main" id="{57D6E960-E26A-9F3B-773E-0EB4E5B2AA79}"/>
                </a:ext>
              </a:extLst>
            </p:cNvPr>
            <p:cNvGrpSpPr/>
            <p:nvPr/>
          </p:nvGrpSpPr>
          <p:grpSpPr>
            <a:xfrm>
              <a:off x="8324759" y="3429000"/>
              <a:ext cx="677799" cy="623859"/>
              <a:chOff x="8324759" y="3429000"/>
              <a:chExt cx="677799" cy="623859"/>
            </a:xfrm>
          </p:grpSpPr>
          <p:sp>
            <p:nvSpPr>
              <p:cNvPr id="18" name="楕円 17">
                <a:extLst>
                  <a:ext uri="{FF2B5EF4-FFF2-40B4-BE49-F238E27FC236}">
                    <a16:creationId xmlns:a16="http://schemas.microsoft.com/office/drawing/2014/main" id="{11BFE7BA-49D2-E01F-A3F0-CFEDBFDDACE1}"/>
                  </a:ext>
                </a:extLst>
              </p:cNvPr>
              <p:cNvSpPr/>
              <p:nvPr/>
            </p:nvSpPr>
            <p:spPr>
              <a:xfrm>
                <a:off x="8324759" y="342900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3B769DAF-2136-5EDF-E07A-93697DBC19E8}"/>
                      </a:ext>
                    </a:extLst>
                  </p:cNvPr>
                  <p:cNvSpPr txBox="1"/>
                  <p:nvPr/>
                </p:nvSpPr>
                <p:spPr>
                  <a:xfrm>
                    <a:off x="8379970" y="3483951"/>
                    <a:ext cx="622588"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𝑗</m:t>
                          </m:r>
                        </m:oMath>
                      </m:oMathPara>
                    </a14:m>
                    <a:endParaRPr kumimoji="1" lang="en-US" altLang="ja-JP" sz="2400" b="0" dirty="0"/>
                  </a:p>
                </p:txBody>
              </p:sp>
            </mc:Choice>
            <mc:Fallback xmlns="">
              <p:sp>
                <p:nvSpPr>
                  <p:cNvPr id="21" name="テキスト ボックス 20">
                    <a:extLst>
                      <a:ext uri="{FF2B5EF4-FFF2-40B4-BE49-F238E27FC236}">
                        <a16:creationId xmlns:a16="http://schemas.microsoft.com/office/drawing/2014/main" id="{3B769DAF-2136-5EDF-E07A-93697DBC19E8}"/>
                      </a:ext>
                    </a:extLst>
                  </p:cNvPr>
                  <p:cNvSpPr txBox="1">
                    <a:spLocks noRot="1" noChangeAspect="1" noMove="1" noResize="1" noEditPoints="1" noAdjustHandles="1" noChangeArrowheads="1" noChangeShapeType="1" noTextEdit="1"/>
                  </p:cNvSpPr>
                  <p:nvPr/>
                </p:nvSpPr>
                <p:spPr>
                  <a:xfrm>
                    <a:off x="8379970" y="3483951"/>
                    <a:ext cx="622588" cy="461665"/>
                  </a:xfrm>
                  <a:prstGeom prst="rect">
                    <a:avLst/>
                  </a:prstGeom>
                  <a:blipFill>
                    <a:blip r:embed="rId5"/>
                    <a:stretch>
                      <a:fillRect b="-15789"/>
                    </a:stretch>
                  </a:blipFill>
                </p:spPr>
                <p:txBody>
                  <a:bodyPr/>
                  <a:lstStyle/>
                  <a:p>
                    <a:r>
                      <a:rPr lang="ja-JP" altLang="en-US">
                        <a:noFill/>
                      </a:rPr>
                      <a:t> </a:t>
                    </a:r>
                  </a:p>
                </p:txBody>
              </p:sp>
            </mc:Fallback>
          </mc:AlternateContent>
        </p:grpSp>
        <p:grpSp>
          <p:nvGrpSpPr>
            <p:cNvPr id="24" name="グループ化 23">
              <a:extLst>
                <a:ext uri="{FF2B5EF4-FFF2-40B4-BE49-F238E27FC236}">
                  <a16:creationId xmlns:a16="http://schemas.microsoft.com/office/drawing/2014/main" id="{D77DE3CF-F395-36AC-0FAB-50F3F4C657EC}"/>
                </a:ext>
              </a:extLst>
            </p:cNvPr>
            <p:cNvGrpSpPr/>
            <p:nvPr/>
          </p:nvGrpSpPr>
          <p:grpSpPr>
            <a:xfrm>
              <a:off x="11017054" y="3429000"/>
              <a:ext cx="688819" cy="623859"/>
              <a:chOff x="11017054" y="3429000"/>
              <a:chExt cx="688819" cy="623859"/>
            </a:xfrm>
          </p:grpSpPr>
          <p:sp>
            <p:nvSpPr>
              <p:cNvPr id="17" name="楕円 16">
                <a:extLst>
                  <a:ext uri="{FF2B5EF4-FFF2-40B4-BE49-F238E27FC236}">
                    <a16:creationId xmlns:a16="http://schemas.microsoft.com/office/drawing/2014/main" id="{C49CB9E2-7657-4216-7026-77C65F40FD03}"/>
                  </a:ext>
                </a:extLst>
              </p:cNvPr>
              <p:cNvSpPr/>
              <p:nvPr/>
            </p:nvSpPr>
            <p:spPr>
              <a:xfrm>
                <a:off x="11017054" y="3429000"/>
                <a:ext cx="622587" cy="623859"/>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1CAF91CC-B338-AA92-D1D1-8580E516C534}"/>
                      </a:ext>
                    </a:extLst>
                  </p:cNvPr>
                  <p:cNvSpPr txBox="1"/>
                  <p:nvPr/>
                </p:nvSpPr>
                <p:spPr>
                  <a:xfrm>
                    <a:off x="11083285" y="3510096"/>
                    <a:ext cx="622588"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𝑘</m:t>
                          </m:r>
                        </m:oMath>
                      </m:oMathPara>
                    </a14:m>
                    <a:endParaRPr kumimoji="1" lang="en-US" altLang="ja-JP" sz="2400" b="0" dirty="0"/>
                  </a:p>
                </p:txBody>
              </p:sp>
            </mc:Choice>
            <mc:Fallback xmlns="">
              <p:sp>
                <p:nvSpPr>
                  <p:cNvPr id="22" name="テキスト ボックス 21">
                    <a:extLst>
                      <a:ext uri="{FF2B5EF4-FFF2-40B4-BE49-F238E27FC236}">
                        <a16:creationId xmlns:a16="http://schemas.microsoft.com/office/drawing/2014/main" id="{1CAF91CC-B338-AA92-D1D1-8580E516C534}"/>
                      </a:ext>
                    </a:extLst>
                  </p:cNvPr>
                  <p:cNvSpPr txBox="1">
                    <a:spLocks noRot="1" noChangeAspect="1" noMove="1" noResize="1" noEditPoints="1" noAdjustHandles="1" noChangeArrowheads="1" noChangeShapeType="1" noTextEdit="1"/>
                  </p:cNvSpPr>
                  <p:nvPr/>
                </p:nvSpPr>
                <p:spPr>
                  <a:xfrm>
                    <a:off x="11083285" y="3510096"/>
                    <a:ext cx="622588" cy="461665"/>
                  </a:xfrm>
                  <a:prstGeom prst="rect">
                    <a:avLst/>
                  </a:prstGeom>
                  <a:blipFill>
                    <a:blip r:embed="rId6"/>
                    <a:stretch>
                      <a:fillRect/>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F81893A-D882-8B1C-8C5D-74249EE064D1}"/>
                    </a:ext>
                  </a:extLst>
                </p:cNvPr>
                <p:cNvSpPr txBox="1"/>
                <p:nvPr/>
              </p:nvSpPr>
              <p:spPr>
                <a:xfrm>
                  <a:off x="9444699" y="3183291"/>
                  <a:ext cx="1026160" cy="4914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𝑗𝑘</m:t>
                            </m:r>
                          </m:sub>
                        </m:sSub>
                      </m:oMath>
                    </m:oMathPara>
                  </a14:m>
                  <a:endParaRPr kumimoji="1" lang="ja-JP" altLang="en-US" sz="2400" dirty="0"/>
                </a:p>
              </p:txBody>
            </p:sp>
          </mc:Choice>
          <mc:Fallback xmlns="">
            <p:sp>
              <p:nvSpPr>
                <p:cNvPr id="26" name="テキスト ボックス 25">
                  <a:extLst>
                    <a:ext uri="{FF2B5EF4-FFF2-40B4-BE49-F238E27FC236}">
                      <a16:creationId xmlns:a16="http://schemas.microsoft.com/office/drawing/2014/main" id="{7F81893A-D882-8B1C-8C5D-74249EE064D1}"/>
                    </a:ext>
                  </a:extLst>
                </p:cNvPr>
                <p:cNvSpPr txBox="1">
                  <a:spLocks noRot="1" noChangeAspect="1" noMove="1" noResize="1" noEditPoints="1" noAdjustHandles="1" noChangeArrowheads="1" noChangeShapeType="1" noTextEdit="1"/>
                </p:cNvSpPr>
                <p:nvPr/>
              </p:nvSpPr>
              <p:spPr>
                <a:xfrm>
                  <a:off x="9444699" y="3183291"/>
                  <a:ext cx="1026160" cy="491417"/>
                </a:xfrm>
                <a:prstGeom prst="rect">
                  <a:avLst/>
                </a:prstGeom>
                <a:blipFill>
                  <a:blip r:embed="rId7"/>
                  <a:stretch>
                    <a:fillRect b="-9877"/>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117970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2794B6A-5ED6-1CDD-971E-FBBC3D1186AD}"/>
              </a:ext>
            </a:extLst>
          </p:cNvPr>
          <p:cNvSpPr>
            <a:spLocks noGrp="1"/>
          </p:cNvSpPr>
          <p:nvPr>
            <p:ph type="sldNum" sz="quarter" idx="12"/>
          </p:nvPr>
        </p:nvSpPr>
        <p:spPr/>
        <p:txBody>
          <a:bodyPr/>
          <a:lstStyle/>
          <a:p>
            <a:fld id="{408C25D7-5CE7-4ED6-8613-A7CEE993EE89}" type="slidenum">
              <a:rPr kumimoji="1" lang="ja-JP" altLang="en-US" smtClean="0"/>
              <a:t>5</a:t>
            </a:fld>
            <a:endParaRPr kumimoji="1" lang="ja-JP" altLang="en-US"/>
          </a:p>
        </p:txBody>
      </p:sp>
      <p:sp>
        <p:nvSpPr>
          <p:cNvPr id="3" name="タイトル 1">
            <a:extLst>
              <a:ext uri="{FF2B5EF4-FFF2-40B4-BE49-F238E27FC236}">
                <a16:creationId xmlns:a16="http://schemas.microsoft.com/office/drawing/2014/main" id="{4E43853C-2958-0E37-23E9-6EBBBD27A36A}"/>
              </a:ext>
            </a:extLst>
          </p:cNvPr>
          <p:cNvSpPr txBox="1">
            <a:spLocks/>
          </p:cNvSpPr>
          <p:nvPr/>
        </p:nvSpPr>
        <p:spPr>
          <a:xfrm>
            <a:off x="518160" y="406400"/>
            <a:ext cx="3159106"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2.  </a:t>
            </a:r>
            <a:r>
              <a:rPr lang="ja-JP" altLang="en-US" sz="3200" dirty="0"/>
              <a:t>実験方法①</a:t>
            </a:r>
          </a:p>
        </p:txBody>
      </p:sp>
      <p:sp>
        <p:nvSpPr>
          <p:cNvPr id="4" name="テキスト ボックス 3">
            <a:extLst>
              <a:ext uri="{FF2B5EF4-FFF2-40B4-BE49-F238E27FC236}">
                <a16:creationId xmlns:a16="http://schemas.microsoft.com/office/drawing/2014/main" id="{773BC182-E996-B790-B63E-17CD28654CFC}"/>
              </a:ext>
            </a:extLst>
          </p:cNvPr>
          <p:cNvSpPr txBox="1"/>
          <p:nvPr/>
        </p:nvSpPr>
        <p:spPr>
          <a:xfrm>
            <a:off x="802640" y="1120676"/>
            <a:ext cx="9043918" cy="1015663"/>
          </a:xfrm>
          <a:prstGeom prst="rect">
            <a:avLst/>
          </a:prstGeom>
          <a:noFill/>
        </p:spPr>
        <p:txBody>
          <a:bodyPr wrap="square" rtlCol="0">
            <a:spAutoFit/>
          </a:bodyPr>
          <a:lstStyle/>
          <a:p>
            <a:r>
              <a:rPr kumimoji="1" lang="ja-JP" altLang="en-US" sz="2000" dirty="0"/>
              <a:t>ニューラルネットワークの基本構成から以下の</a:t>
            </a:r>
            <a:r>
              <a:rPr lang="en-US" altLang="ja-JP" sz="2000" dirty="0"/>
              <a:t>3</a:t>
            </a:r>
            <a:r>
              <a:rPr lang="ja-JP" altLang="en-US" sz="2000" dirty="0"/>
              <a:t>種のパラメータを変化させ、手書き文字認識の精度がどのように変化するのかをグラフにプロットし調べた。</a:t>
            </a:r>
            <a:endParaRPr lang="en-US" altLang="ja-JP" sz="2000" dirty="0"/>
          </a:p>
        </p:txBody>
      </p:sp>
      <p:sp>
        <p:nvSpPr>
          <p:cNvPr id="5" name="テキスト ボックス 4">
            <a:extLst>
              <a:ext uri="{FF2B5EF4-FFF2-40B4-BE49-F238E27FC236}">
                <a16:creationId xmlns:a16="http://schemas.microsoft.com/office/drawing/2014/main" id="{12A51BBE-47E8-1183-7D93-D3E66C3B6718}"/>
              </a:ext>
            </a:extLst>
          </p:cNvPr>
          <p:cNvSpPr txBox="1"/>
          <p:nvPr/>
        </p:nvSpPr>
        <p:spPr>
          <a:xfrm>
            <a:off x="1671320" y="2358207"/>
            <a:ext cx="4419600" cy="12240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mj-lt"/>
              <a:buAutoNum type="arabicPeriod"/>
            </a:pPr>
            <a:r>
              <a:rPr lang="ja-JP" altLang="en-US" sz="2400" dirty="0"/>
              <a:t>学習率</a:t>
            </a:r>
            <a:endParaRPr lang="en-US" altLang="ja-JP" sz="2400" dirty="0"/>
          </a:p>
          <a:p>
            <a:pPr marL="342900" indent="-342900">
              <a:buFont typeface="+mj-lt"/>
              <a:buAutoNum type="arabicPeriod"/>
            </a:pPr>
            <a:r>
              <a:rPr kumimoji="1" lang="ja-JP" altLang="en-US" sz="2400" dirty="0"/>
              <a:t>エポック数</a:t>
            </a:r>
            <a:r>
              <a:rPr kumimoji="1" lang="en-US" altLang="ja-JP" sz="2400" dirty="0"/>
              <a:t>(</a:t>
            </a:r>
            <a:r>
              <a:rPr kumimoji="1" lang="ja-JP" altLang="en-US" sz="2400" dirty="0"/>
              <a:t>学習の実行回数</a:t>
            </a:r>
            <a:r>
              <a:rPr kumimoji="1" lang="en-US" altLang="ja-JP" sz="2400" dirty="0"/>
              <a:t>)</a:t>
            </a:r>
          </a:p>
          <a:p>
            <a:pPr marL="342900" indent="-342900">
              <a:buFont typeface="+mj-lt"/>
              <a:buAutoNum type="arabicPeriod"/>
            </a:pPr>
            <a:r>
              <a:rPr lang="ja-JP" altLang="en-US" sz="2400" dirty="0"/>
              <a:t>隠れ層数</a:t>
            </a:r>
            <a:endParaRPr kumimoji="1" lang="ja-JP" altLang="en-US" sz="2400" dirty="0"/>
          </a:p>
          <a:p>
            <a:endParaRPr kumimoji="1" lang="ja-JP" altLang="en-US" dirty="0"/>
          </a:p>
        </p:txBody>
      </p:sp>
      <p:sp>
        <p:nvSpPr>
          <p:cNvPr id="6" name="テキスト ボックス 5">
            <a:extLst>
              <a:ext uri="{FF2B5EF4-FFF2-40B4-BE49-F238E27FC236}">
                <a16:creationId xmlns:a16="http://schemas.microsoft.com/office/drawing/2014/main" id="{A3E5344D-F013-34AD-A71D-551651593298}"/>
              </a:ext>
            </a:extLst>
          </p:cNvPr>
          <p:cNvSpPr txBox="1"/>
          <p:nvPr/>
        </p:nvSpPr>
        <p:spPr>
          <a:xfrm>
            <a:off x="1623099" y="4929362"/>
            <a:ext cx="2258021" cy="923330"/>
          </a:xfrm>
          <a:prstGeom prst="rect">
            <a:avLst/>
          </a:prstGeom>
          <a:noFill/>
        </p:spPr>
        <p:txBody>
          <a:bodyPr wrap="square" rtlCol="0">
            <a:spAutoFit/>
          </a:bodyPr>
          <a:lstStyle/>
          <a:p>
            <a:pPr marL="285750" indent="-285750">
              <a:buFont typeface="Wingdings" panose="05000000000000000000" pitchFamily="2" charset="2"/>
              <a:buChar char="l"/>
            </a:pPr>
            <a:r>
              <a:rPr kumimoji="1" lang="en-US" altLang="ja-JP" dirty="0"/>
              <a:t>Windows</a:t>
            </a:r>
            <a:r>
              <a:rPr kumimoji="1" lang="ja-JP" altLang="en-US" dirty="0"/>
              <a:t> </a:t>
            </a:r>
            <a:r>
              <a:rPr kumimoji="1" lang="en-US" altLang="ja-JP" dirty="0"/>
              <a:t>10</a:t>
            </a:r>
          </a:p>
          <a:p>
            <a:pPr marL="285750" indent="-285750">
              <a:buFont typeface="Wingdings" panose="05000000000000000000" pitchFamily="2" charset="2"/>
              <a:buChar char="l"/>
            </a:pPr>
            <a:r>
              <a:rPr lang="en-US" altLang="ja-JP" dirty="0"/>
              <a:t>Python 3.10.14</a:t>
            </a:r>
          </a:p>
          <a:p>
            <a:pPr marL="285750" indent="-285750">
              <a:buFont typeface="Wingdings" panose="05000000000000000000" pitchFamily="2" charset="2"/>
              <a:buChar char="l"/>
            </a:pPr>
            <a:r>
              <a:rPr kumimoji="1" lang="en-US" altLang="ja-JP" dirty="0"/>
              <a:t>VS Code 1.88.0</a:t>
            </a:r>
            <a:endParaRPr lang="en-US" altLang="ja-JP" dirty="0"/>
          </a:p>
        </p:txBody>
      </p:sp>
      <p:sp>
        <p:nvSpPr>
          <p:cNvPr id="7" name="テキスト ボックス 6">
            <a:extLst>
              <a:ext uri="{FF2B5EF4-FFF2-40B4-BE49-F238E27FC236}">
                <a16:creationId xmlns:a16="http://schemas.microsoft.com/office/drawing/2014/main" id="{1FB9D7C9-192E-C6A6-C0FB-C685898DAC58}"/>
              </a:ext>
            </a:extLst>
          </p:cNvPr>
          <p:cNvSpPr txBox="1"/>
          <p:nvPr/>
        </p:nvSpPr>
        <p:spPr>
          <a:xfrm>
            <a:off x="802640" y="4080386"/>
            <a:ext cx="1248697" cy="400110"/>
          </a:xfrm>
          <a:prstGeom prst="rect">
            <a:avLst/>
          </a:prstGeom>
          <a:noFill/>
        </p:spPr>
        <p:txBody>
          <a:bodyPr wrap="square" rtlCol="0">
            <a:spAutoFit/>
          </a:bodyPr>
          <a:lstStyle/>
          <a:p>
            <a:r>
              <a:rPr lang="ja-JP" altLang="en-US" sz="2000" dirty="0"/>
              <a:t>実行環境</a:t>
            </a:r>
            <a:endParaRPr kumimoji="1" lang="ja-JP" altLang="en-US" sz="2000" dirty="0"/>
          </a:p>
        </p:txBody>
      </p:sp>
      <p:sp>
        <p:nvSpPr>
          <p:cNvPr id="8" name="テキスト ボックス 7">
            <a:extLst>
              <a:ext uri="{FF2B5EF4-FFF2-40B4-BE49-F238E27FC236}">
                <a16:creationId xmlns:a16="http://schemas.microsoft.com/office/drawing/2014/main" id="{573992E5-F0D0-4E1F-12AF-E5C7C8A3648B}"/>
              </a:ext>
            </a:extLst>
          </p:cNvPr>
          <p:cNvSpPr txBox="1"/>
          <p:nvPr/>
        </p:nvSpPr>
        <p:spPr>
          <a:xfrm>
            <a:off x="7588537" y="4790862"/>
            <a:ext cx="2258021"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300</a:t>
            </a:r>
          </a:p>
          <a:p>
            <a:pPr marL="285750" indent="-285750">
              <a:buFont typeface="Wingdings" panose="05000000000000000000" pitchFamily="2" charset="2"/>
              <a:buChar char="l"/>
            </a:pPr>
            <a:r>
              <a:rPr lang="ja-JP" altLang="en-US" dirty="0"/>
              <a:t>出力層 </a:t>
            </a:r>
            <a:r>
              <a:rPr lang="en-US" altLang="ja-JP" dirty="0"/>
              <a:t>: 10</a:t>
            </a:r>
          </a:p>
          <a:p>
            <a:pPr marL="285750" indent="-285750">
              <a:buFont typeface="Wingdings" panose="05000000000000000000" pitchFamily="2" charset="2"/>
              <a:buChar char="l"/>
            </a:pPr>
            <a:r>
              <a:rPr lang="ja-JP" altLang="en-US" dirty="0"/>
              <a:t>学習率 </a:t>
            </a:r>
            <a:r>
              <a:rPr lang="en-US" altLang="ja-JP" dirty="0"/>
              <a:t>: 0.2</a:t>
            </a:r>
          </a:p>
        </p:txBody>
      </p:sp>
      <p:sp>
        <p:nvSpPr>
          <p:cNvPr id="9" name="テキスト ボックス 8">
            <a:extLst>
              <a:ext uri="{FF2B5EF4-FFF2-40B4-BE49-F238E27FC236}">
                <a16:creationId xmlns:a16="http://schemas.microsoft.com/office/drawing/2014/main" id="{52E87444-7A8F-17E5-326B-276A44C4D6E4}"/>
              </a:ext>
            </a:extLst>
          </p:cNvPr>
          <p:cNvSpPr txBox="1"/>
          <p:nvPr/>
        </p:nvSpPr>
        <p:spPr>
          <a:xfrm>
            <a:off x="6339840" y="4080386"/>
            <a:ext cx="4297680" cy="400110"/>
          </a:xfrm>
          <a:prstGeom prst="rect">
            <a:avLst/>
          </a:prstGeom>
          <a:noFill/>
        </p:spPr>
        <p:txBody>
          <a:bodyPr wrap="square" rtlCol="0">
            <a:spAutoFit/>
          </a:bodyPr>
          <a:lstStyle/>
          <a:p>
            <a:r>
              <a:rPr kumimoji="1" lang="ja-JP" altLang="en-US" sz="2000" dirty="0"/>
              <a:t>ニューラルネットワークの基本構成</a:t>
            </a:r>
          </a:p>
        </p:txBody>
      </p:sp>
      <p:sp>
        <p:nvSpPr>
          <p:cNvPr id="10" name="テキスト ボックス 9">
            <a:extLst>
              <a:ext uri="{FF2B5EF4-FFF2-40B4-BE49-F238E27FC236}">
                <a16:creationId xmlns:a16="http://schemas.microsoft.com/office/drawing/2014/main" id="{752E9A69-2EA1-7B68-D577-2C0D1DF87EF3}"/>
              </a:ext>
            </a:extLst>
          </p:cNvPr>
          <p:cNvSpPr txBox="1"/>
          <p:nvPr/>
        </p:nvSpPr>
        <p:spPr>
          <a:xfrm>
            <a:off x="7870274" y="2275637"/>
            <a:ext cx="1976284" cy="400110"/>
          </a:xfrm>
          <a:prstGeom prst="rect">
            <a:avLst/>
          </a:prstGeom>
          <a:noFill/>
        </p:spPr>
        <p:txBody>
          <a:bodyPr wrap="square" rtlCol="0">
            <a:spAutoFit/>
          </a:bodyPr>
          <a:lstStyle/>
          <a:p>
            <a:r>
              <a:rPr kumimoji="1" lang="ja-JP" altLang="en-US" sz="2000" dirty="0"/>
              <a:t>シグモイド関数</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4F5CE245-8D9A-DCAA-27B7-7EA1F835C32A}"/>
                  </a:ext>
                </a:extLst>
              </p:cNvPr>
              <p:cNvSpPr txBox="1"/>
              <p:nvPr/>
            </p:nvSpPr>
            <p:spPr>
              <a:xfrm>
                <a:off x="7978876" y="2826685"/>
                <a:ext cx="2202426" cy="7923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r>
                        <a:rPr kumimoji="1" lang="en-US" altLang="ja-JP" sz="2400" b="0" i="1" smtClean="0">
                          <a:latin typeface="Cambria Math" panose="02040503050406030204" pitchFamily="18" charset="0"/>
                        </a:rPr>
                        <m:t>=</m:t>
                      </m:r>
                      <m:f>
                        <m:fPr>
                          <m:ctrlPr>
                            <a:rPr kumimoji="1" lang="en-US" altLang="ja-JP" sz="2400" i="1" smtClean="0">
                              <a:latin typeface="Cambria Math" panose="02040503050406030204" pitchFamily="18" charset="0"/>
                            </a:rPr>
                          </m:ctrlPr>
                        </m:fPr>
                        <m:num>
                          <m:r>
                            <a:rPr kumimoji="1" lang="en-US" altLang="ja-JP" sz="2400" b="0" i="1" smtClean="0">
                              <a:latin typeface="Cambria Math" panose="02040503050406030204" pitchFamily="18" charset="0"/>
                            </a:rPr>
                            <m:t>1</m:t>
                          </m:r>
                        </m:num>
                        <m:den>
                          <m:r>
                            <a:rPr kumimoji="1" lang="en-US" altLang="ja-JP" sz="2400" b="0" i="1" smtClean="0">
                              <a:latin typeface="Cambria Math" panose="02040503050406030204" pitchFamily="18" charset="0"/>
                            </a:rPr>
                            <m:t>1+</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𝑥</m:t>
                              </m:r>
                            </m:sup>
                          </m:sSup>
                        </m:den>
                      </m:f>
                    </m:oMath>
                  </m:oMathPara>
                </a14:m>
                <a:endParaRPr kumimoji="1" lang="ja-JP" altLang="en-US" sz="2400" dirty="0"/>
              </a:p>
            </p:txBody>
          </p:sp>
        </mc:Choice>
        <mc:Fallback xmlns="">
          <p:sp>
            <p:nvSpPr>
              <p:cNvPr id="11" name="テキスト ボックス 10">
                <a:extLst>
                  <a:ext uri="{FF2B5EF4-FFF2-40B4-BE49-F238E27FC236}">
                    <a16:creationId xmlns:a16="http://schemas.microsoft.com/office/drawing/2014/main" id="{4F5CE245-8D9A-DCAA-27B7-7EA1F835C32A}"/>
                  </a:ext>
                </a:extLst>
              </p:cNvPr>
              <p:cNvSpPr txBox="1">
                <a:spLocks noRot="1" noChangeAspect="1" noMove="1" noResize="1" noEditPoints="1" noAdjustHandles="1" noChangeArrowheads="1" noChangeShapeType="1" noTextEdit="1"/>
              </p:cNvSpPr>
              <p:nvPr/>
            </p:nvSpPr>
            <p:spPr>
              <a:xfrm>
                <a:off x="7978876" y="2826685"/>
                <a:ext cx="2202426" cy="792396"/>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5774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2794B6A-5ED6-1CDD-971E-FBBC3D1186AD}"/>
              </a:ext>
            </a:extLst>
          </p:cNvPr>
          <p:cNvSpPr>
            <a:spLocks noGrp="1"/>
          </p:cNvSpPr>
          <p:nvPr>
            <p:ph type="sldNum" sz="quarter" idx="12"/>
          </p:nvPr>
        </p:nvSpPr>
        <p:spPr/>
        <p:txBody>
          <a:bodyPr/>
          <a:lstStyle/>
          <a:p>
            <a:fld id="{408C25D7-5CE7-4ED6-8613-A7CEE993EE89}" type="slidenum">
              <a:rPr kumimoji="1" lang="ja-JP" altLang="en-US" smtClean="0"/>
              <a:t>6</a:t>
            </a:fld>
            <a:endParaRPr kumimoji="1" lang="ja-JP" altLang="en-US"/>
          </a:p>
        </p:txBody>
      </p:sp>
      <p:sp>
        <p:nvSpPr>
          <p:cNvPr id="3" name="タイトル 1">
            <a:extLst>
              <a:ext uri="{FF2B5EF4-FFF2-40B4-BE49-F238E27FC236}">
                <a16:creationId xmlns:a16="http://schemas.microsoft.com/office/drawing/2014/main" id="{4E43853C-2958-0E37-23E9-6EBBBD27A36A}"/>
              </a:ext>
            </a:extLst>
          </p:cNvPr>
          <p:cNvSpPr txBox="1">
            <a:spLocks/>
          </p:cNvSpPr>
          <p:nvPr/>
        </p:nvSpPr>
        <p:spPr>
          <a:xfrm>
            <a:off x="518160" y="406400"/>
            <a:ext cx="3159106"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2.  </a:t>
            </a:r>
            <a:r>
              <a:rPr lang="ja-JP" altLang="en-US" sz="3200" dirty="0"/>
              <a:t>実験方法②</a:t>
            </a:r>
          </a:p>
        </p:txBody>
      </p:sp>
      <p:sp>
        <p:nvSpPr>
          <p:cNvPr id="4" name="テキスト ボックス 3">
            <a:extLst>
              <a:ext uri="{FF2B5EF4-FFF2-40B4-BE49-F238E27FC236}">
                <a16:creationId xmlns:a16="http://schemas.microsoft.com/office/drawing/2014/main" id="{773BC182-E996-B790-B63E-17CD28654CFC}"/>
              </a:ext>
            </a:extLst>
          </p:cNvPr>
          <p:cNvSpPr txBox="1"/>
          <p:nvPr/>
        </p:nvSpPr>
        <p:spPr>
          <a:xfrm>
            <a:off x="802640" y="1120676"/>
            <a:ext cx="9043918" cy="707886"/>
          </a:xfrm>
          <a:prstGeom prst="rect">
            <a:avLst/>
          </a:prstGeom>
          <a:noFill/>
        </p:spPr>
        <p:txBody>
          <a:bodyPr wrap="square" rtlCol="0">
            <a:spAutoFit/>
          </a:bodyPr>
          <a:lstStyle/>
          <a:p>
            <a:r>
              <a:rPr lang="ja-JP" altLang="en-US" sz="2000" dirty="0"/>
              <a:t>方法</a:t>
            </a:r>
            <a:r>
              <a:rPr lang="en-US" altLang="ja-JP" sz="2000" dirty="0"/>
              <a:t>1</a:t>
            </a:r>
            <a:r>
              <a:rPr lang="ja-JP" altLang="en-US" sz="2000" dirty="0"/>
              <a:t>と同様に</a:t>
            </a:r>
            <a:r>
              <a:rPr kumimoji="1" lang="ja-JP" altLang="en-US" sz="2000" dirty="0"/>
              <a:t>以下の</a:t>
            </a:r>
            <a:r>
              <a:rPr lang="en-US" altLang="ja-JP" sz="2000" dirty="0"/>
              <a:t>3</a:t>
            </a:r>
            <a:r>
              <a:rPr lang="ja-JP" altLang="en-US" sz="2000" dirty="0"/>
              <a:t>種のパラメータを変化させ、手書き文字認識の精度がどのように変化するのかをグラフにプロットし調べた。</a:t>
            </a:r>
            <a:endParaRPr lang="en-US" altLang="ja-JP" sz="2000" dirty="0"/>
          </a:p>
        </p:txBody>
      </p:sp>
      <p:sp>
        <p:nvSpPr>
          <p:cNvPr id="5" name="テキスト ボックス 4">
            <a:extLst>
              <a:ext uri="{FF2B5EF4-FFF2-40B4-BE49-F238E27FC236}">
                <a16:creationId xmlns:a16="http://schemas.microsoft.com/office/drawing/2014/main" id="{12A51BBE-47E8-1183-7D93-D3E66C3B6718}"/>
              </a:ext>
            </a:extLst>
          </p:cNvPr>
          <p:cNvSpPr txBox="1"/>
          <p:nvPr/>
        </p:nvSpPr>
        <p:spPr>
          <a:xfrm>
            <a:off x="1671320" y="2358207"/>
            <a:ext cx="4419600" cy="122400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342900" indent="-342900">
              <a:buFont typeface="+mj-lt"/>
              <a:buAutoNum type="arabicPeriod"/>
            </a:pPr>
            <a:r>
              <a:rPr lang="ja-JP" altLang="en-US" sz="2400" dirty="0"/>
              <a:t>学習率</a:t>
            </a:r>
            <a:endParaRPr lang="en-US" altLang="ja-JP" sz="2400" dirty="0"/>
          </a:p>
          <a:p>
            <a:pPr marL="342900" indent="-342900">
              <a:buFont typeface="+mj-lt"/>
              <a:buAutoNum type="arabicPeriod"/>
            </a:pPr>
            <a:r>
              <a:rPr kumimoji="1" lang="ja-JP" altLang="en-US" sz="2400" dirty="0"/>
              <a:t>エポック数</a:t>
            </a:r>
            <a:r>
              <a:rPr kumimoji="1" lang="en-US" altLang="ja-JP" sz="2400" dirty="0"/>
              <a:t>(</a:t>
            </a:r>
            <a:r>
              <a:rPr kumimoji="1" lang="ja-JP" altLang="en-US" sz="2400" dirty="0"/>
              <a:t>学習の実行回数</a:t>
            </a:r>
            <a:r>
              <a:rPr kumimoji="1" lang="en-US" altLang="ja-JP" sz="2400" dirty="0"/>
              <a:t>)</a:t>
            </a:r>
          </a:p>
          <a:p>
            <a:pPr marL="342900" indent="-342900">
              <a:buFont typeface="+mj-lt"/>
              <a:buAutoNum type="arabicPeriod"/>
            </a:pPr>
            <a:r>
              <a:rPr lang="ja-JP" altLang="en-US" sz="2400" dirty="0"/>
              <a:t>隠れ層数</a:t>
            </a:r>
            <a:endParaRPr kumimoji="1" lang="ja-JP" altLang="en-US" sz="2400" dirty="0"/>
          </a:p>
          <a:p>
            <a:endParaRPr kumimoji="1" lang="ja-JP" altLang="en-US" dirty="0"/>
          </a:p>
        </p:txBody>
      </p:sp>
      <p:sp>
        <p:nvSpPr>
          <p:cNvPr id="8" name="テキスト ボックス 7">
            <a:extLst>
              <a:ext uri="{FF2B5EF4-FFF2-40B4-BE49-F238E27FC236}">
                <a16:creationId xmlns:a16="http://schemas.microsoft.com/office/drawing/2014/main" id="{573992E5-F0D0-4E1F-12AF-E5C7C8A3648B}"/>
              </a:ext>
            </a:extLst>
          </p:cNvPr>
          <p:cNvSpPr txBox="1"/>
          <p:nvPr/>
        </p:nvSpPr>
        <p:spPr>
          <a:xfrm>
            <a:off x="2097713" y="4997339"/>
            <a:ext cx="2258021"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100</a:t>
            </a:r>
          </a:p>
          <a:p>
            <a:pPr marL="285750" indent="-285750">
              <a:buFont typeface="Wingdings" panose="05000000000000000000" pitchFamily="2" charset="2"/>
              <a:buChar char="l"/>
            </a:pPr>
            <a:r>
              <a:rPr lang="ja-JP" altLang="en-US" dirty="0"/>
              <a:t>出力層 </a:t>
            </a:r>
            <a:r>
              <a:rPr lang="en-US" altLang="ja-JP" dirty="0"/>
              <a:t>: 10</a:t>
            </a:r>
          </a:p>
          <a:p>
            <a:pPr marL="285750" indent="-285750">
              <a:buFont typeface="Wingdings" panose="05000000000000000000" pitchFamily="2" charset="2"/>
              <a:buChar char="l"/>
            </a:pPr>
            <a:r>
              <a:rPr lang="ja-JP" altLang="en-US" dirty="0"/>
              <a:t>学習率 </a:t>
            </a:r>
            <a:r>
              <a:rPr lang="en-US" altLang="ja-JP" dirty="0"/>
              <a:t>: 0.004</a:t>
            </a:r>
          </a:p>
        </p:txBody>
      </p:sp>
      <p:sp>
        <p:nvSpPr>
          <p:cNvPr id="9" name="テキスト ボックス 8">
            <a:extLst>
              <a:ext uri="{FF2B5EF4-FFF2-40B4-BE49-F238E27FC236}">
                <a16:creationId xmlns:a16="http://schemas.microsoft.com/office/drawing/2014/main" id="{52E87444-7A8F-17E5-326B-276A44C4D6E4}"/>
              </a:ext>
            </a:extLst>
          </p:cNvPr>
          <p:cNvSpPr txBox="1"/>
          <p:nvPr/>
        </p:nvSpPr>
        <p:spPr>
          <a:xfrm>
            <a:off x="1128744" y="4321552"/>
            <a:ext cx="4297680" cy="400110"/>
          </a:xfrm>
          <a:prstGeom prst="rect">
            <a:avLst/>
          </a:prstGeom>
          <a:noFill/>
        </p:spPr>
        <p:txBody>
          <a:bodyPr wrap="square" rtlCol="0">
            <a:spAutoFit/>
          </a:bodyPr>
          <a:lstStyle/>
          <a:p>
            <a:r>
              <a:rPr kumimoji="1" lang="ja-JP" altLang="en-US" sz="2000" dirty="0"/>
              <a:t>ニューラルネットワークの基本構成</a:t>
            </a:r>
          </a:p>
        </p:txBody>
      </p:sp>
      <p:sp>
        <p:nvSpPr>
          <p:cNvPr id="10" name="テキスト ボックス 9">
            <a:extLst>
              <a:ext uri="{FF2B5EF4-FFF2-40B4-BE49-F238E27FC236}">
                <a16:creationId xmlns:a16="http://schemas.microsoft.com/office/drawing/2014/main" id="{2270F0D3-BC57-3CC7-E4A6-52A9D0C99376}"/>
              </a:ext>
            </a:extLst>
          </p:cNvPr>
          <p:cNvSpPr txBox="1"/>
          <p:nvPr/>
        </p:nvSpPr>
        <p:spPr>
          <a:xfrm>
            <a:off x="7751840" y="4321552"/>
            <a:ext cx="1976284" cy="400110"/>
          </a:xfrm>
          <a:prstGeom prst="rect">
            <a:avLst/>
          </a:prstGeom>
          <a:noFill/>
        </p:spPr>
        <p:txBody>
          <a:bodyPr wrap="square" rtlCol="0">
            <a:spAutoFit/>
          </a:bodyPr>
          <a:lstStyle/>
          <a:p>
            <a:r>
              <a:rPr kumimoji="1" lang="en-US" altLang="ja-JP" sz="2000" dirty="0"/>
              <a:t>tanh</a:t>
            </a:r>
            <a:r>
              <a:rPr kumimoji="1" lang="ja-JP" altLang="en-US" sz="2000" dirty="0"/>
              <a:t>関数</a:t>
            </a: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7CAC02E9-7353-66EA-F69E-18A8F2FC97BE}"/>
                  </a:ext>
                </a:extLst>
              </p:cNvPr>
              <p:cNvSpPr txBox="1"/>
              <p:nvPr/>
            </p:nvSpPr>
            <p:spPr>
              <a:xfrm>
                <a:off x="7191848" y="5185370"/>
                <a:ext cx="2202426" cy="8242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𝑦</m:t>
                      </m:r>
                      <m:r>
                        <a:rPr kumimoji="1" lang="en-US" altLang="ja-JP" sz="2400" b="0" i="1" smtClean="0">
                          <a:latin typeface="Cambria Math" panose="02040503050406030204" pitchFamily="18" charset="0"/>
                        </a:rPr>
                        <m:t>=</m:t>
                      </m:r>
                      <m:f>
                        <m:fPr>
                          <m:ctrlPr>
                            <a:rPr kumimoji="1" lang="en-US" altLang="ja-JP" sz="2400" i="1" smtClean="0">
                              <a:latin typeface="Cambria Math" panose="02040503050406030204" pitchFamily="18" charset="0"/>
                            </a:rPr>
                          </m:ctrlPr>
                        </m:fPr>
                        <m:num>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𝑒</m:t>
                              </m:r>
                            </m:e>
                            <m:sup>
                              <m:r>
                                <a:rPr lang="en-US" altLang="ja-JP" sz="2400" i="1">
                                  <a:latin typeface="Cambria Math" panose="02040503050406030204" pitchFamily="18" charset="0"/>
                                </a:rPr>
                                <m:t>𝑥</m:t>
                              </m:r>
                            </m:sup>
                          </m:sSup>
                          <m:r>
                            <a:rPr lang="en-US" altLang="ja-JP" sz="2400" b="0" i="1" smtClean="0">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𝑒</m:t>
                              </m:r>
                            </m:e>
                            <m:sup>
                              <m:r>
                                <a:rPr lang="en-US" altLang="ja-JP" sz="2400" i="1">
                                  <a:latin typeface="Cambria Math" panose="02040503050406030204" pitchFamily="18" charset="0"/>
                                </a:rPr>
                                <m:t>−</m:t>
                              </m:r>
                              <m:r>
                                <a:rPr lang="en-US" altLang="ja-JP" sz="2400" i="1">
                                  <a:latin typeface="Cambria Math" panose="02040503050406030204" pitchFamily="18" charset="0"/>
                                </a:rPr>
                                <m:t>𝑥</m:t>
                              </m:r>
                            </m:sup>
                          </m:sSup>
                        </m:num>
                        <m:den>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𝑒</m:t>
                              </m:r>
                            </m:e>
                            <m:sup>
                              <m:r>
                                <a:rPr lang="en-US" altLang="ja-JP" sz="2400" i="1">
                                  <a:latin typeface="Cambria Math" panose="02040503050406030204" pitchFamily="18" charset="0"/>
                                </a:rPr>
                                <m:t>𝑥</m:t>
                              </m:r>
                            </m:sup>
                          </m:sSup>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𝑒</m:t>
                              </m:r>
                            </m:e>
                            <m:sup>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𝑥</m:t>
                              </m:r>
                            </m:sup>
                          </m:sSup>
                        </m:den>
                      </m:f>
                    </m:oMath>
                  </m:oMathPara>
                </a14:m>
                <a:endParaRPr kumimoji="1" lang="ja-JP" altLang="en-US" sz="2400" dirty="0"/>
              </a:p>
            </p:txBody>
          </p:sp>
        </mc:Choice>
        <mc:Fallback xmlns="">
          <p:sp>
            <p:nvSpPr>
              <p:cNvPr id="11" name="テキスト ボックス 10">
                <a:extLst>
                  <a:ext uri="{FF2B5EF4-FFF2-40B4-BE49-F238E27FC236}">
                    <a16:creationId xmlns:a16="http://schemas.microsoft.com/office/drawing/2014/main" id="{7CAC02E9-7353-66EA-F69E-18A8F2FC97BE}"/>
                  </a:ext>
                </a:extLst>
              </p:cNvPr>
              <p:cNvSpPr txBox="1">
                <a:spLocks noRot="1" noChangeAspect="1" noMove="1" noResize="1" noEditPoints="1" noAdjustHandles="1" noChangeArrowheads="1" noChangeShapeType="1" noTextEdit="1"/>
              </p:cNvSpPr>
              <p:nvPr/>
            </p:nvSpPr>
            <p:spPr>
              <a:xfrm>
                <a:off x="7191848" y="5185370"/>
                <a:ext cx="2202426" cy="824265"/>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29481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FE51CF2-2E47-F506-67A5-EBF225CC6198}"/>
              </a:ext>
            </a:extLst>
          </p:cNvPr>
          <p:cNvSpPr>
            <a:spLocks noGrp="1"/>
          </p:cNvSpPr>
          <p:nvPr>
            <p:ph type="sldNum" sz="quarter" idx="12"/>
          </p:nvPr>
        </p:nvSpPr>
        <p:spPr/>
        <p:txBody>
          <a:bodyPr/>
          <a:lstStyle/>
          <a:p>
            <a:fld id="{408C25D7-5CE7-4ED6-8613-A7CEE993EE89}" type="slidenum">
              <a:rPr kumimoji="1" lang="ja-JP" altLang="en-US" smtClean="0"/>
              <a:t>7</a:t>
            </a:fld>
            <a:endParaRPr kumimoji="1" lang="ja-JP" altLang="en-US"/>
          </a:p>
        </p:txBody>
      </p:sp>
      <p:sp>
        <p:nvSpPr>
          <p:cNvPr id="3" name="タイトル 1">
            <a:extLst>
              <a:ext uri="{FF2B5EF4-FFF2-40B4-BE49-F238E27FC236}">
                <a16:creationId xmlns:a16="http://schemas.microsoft.com/office/drawing/2014/main" id="{6012FB1B-9F3D-63BC-2EB7-BABCF6004AE7}"/>
              </a:ext>
            </a:extLst>
          </p:cNvPr>
          <p:cNvSpPr txBox="1">
            <a:spLocks/>
          </p:cNvSpPr>
          <p:nvPr/>
        </p:nvSpPr>
        <p:spPr>
          <a:xfrm>
            <a:off x="518158" y="406400"/>
            <a:ext cx="7046423"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100" dirty="0"/>
              <a:t>3.1 </a:t>
            </a:r>
            <a:r>
              <a:rPr lang="ja-JP" altLang="en-US" sz="3100" dirty="0"/>
              <a:t>結果① </a:t>
            </a:r>
            <a:r>
              <a:rPr lang="en-US" altLang="ja-JP" sz="3100" dirty="0"/>
              <a:t>: </a:t>
            </a:r>
            <a:r>
              <a:rPr lang="ja-JP" altLang="en-US" sz="3100" dirty="0"/>
              <a:t>学習率</a:t>
            </a:r>
            <a:r>
              <a:rPr lang="en-US" altLang="ja-JP" sz="3100" dirty="0"/>
              <a:t>(</a:t>
            </a:r>
            <a:r>
              <a:rPr lang="ja-JP" altLang="en-US" sz="3100" dirty="0"/>
              <a:t>シグモイド関数</a:t>
            </a:r>
            <a:r>
              <a:rPr lang="en-US" altLang="ja-JP" sz="3100" dirty="0"/>
              <a:t>)</a:t>
            </a:r>
            <a:endParaRPr lang="ja-JP" altLang="en-US" sz="3100" dirty="0"/>
          </a:p>
        </p:txBody>
      </p:sp>
      <p:pic>
        <p:nvPicPr>
          <p:cNvPr id="7" name="図 6">
            <a:extLst>
              <a:ext uri="{FF2B5EF4-FFF2-40B4-BE49-F238E27FC236}">
                <a16:creationId xmlns:a16="http://schemas.microsoft.com/office/drawing/2014/main" id="{A1A30F91-809E-E5BE-78A9-F6724FB957C6}"/>
              </a:ext>
            </a:extLst>
          </p:cNvPr>
          <p:cNvPicPr>
            <a:picLocks noChangeAspect="1"/>
          </p:cNvPicPr>
          <p:nvPr/>
        </p:nvPicPr>
        <p:blipFill>
          <a:blip r:embed="rId2"/>
          <a:stretch>
            <a:fillRect/>
          </a:stretch>
        </p:blipFill>
        <p:spPr>
          <a:xfrm>
            <a:off x="518159" y="1701013"/>
            <a:ext cx="6915217" cy="4145444"/>
          </a:xfrm>
          <a:prstGeom prst="rect">
            <a:avLst/>
          </a:prstGeom>
        </p:spPr>
      </p:pic>
      <p:sp>
        <p:nvSpPr>
          <p:cNvPr id="4" name="テキスト ボックス 3">
            <a:extLst>
              <a:ext uri="{FF2B5EF4-FFF2-40B4-BE49-F238E27FC236}">
                <a16:creationId xmlns:a16="http://schemas.microsoft.com/office/drawing/2014/main" id="{052FC762-6886-294F-CE1A-9B1835A606F7}"/>
              </a:ext>
            </a:extLst>
          </p:cNvPr>
          <p:cNvSpPr txBox="1"/>
          <p:nvPr/>
        </p:nvSpPr>
        <p:spPr>
          <a:xfrm>
            <a:off x="7812504" y="1713990"/>
            <a:ext cx="4106779" cy="707886"/>
          </a:xfrm>
          <a:prstGeom prst="rect">
            <a:avLst/>
          </a:prstGeom>
          <a:noFill/>
        </p:spPr>
        <p:txBody>
          <a:bodyPr wrap="square" rtlCol="0">
            <a:spAutoFit/>
          </a:bodyPr>
          <a:lstStyle/>
          <a:p>
            <a:r>
              <a:rPr kumimoji="1" lang="ja-JP" altLang="en-US" sz="2000" dirty="0"/>
              <a:t>学習率を</a:t>
            </a:r>
            <a:r>
              <a:rPr kumimoji="1" lang="en-US" altLang="ja-JP" sz="2000" dirty="0"/>
              <a:t>0.01, 0.1,0.2, </a:t>
            </a:r>
            <a:r>
              <a:rPr kumimoji="1" lang="ja-JP" altLang="en-US" sz="2000" dirty="0"/>
              <a:t>・・・</a:t>
            </a:r>
            <a:r>
              <a:rPr kumimoji="1" lang="en-US" altLang="ja-JP" sz="2000" dirty="0"/>
              <a:t>, 0.9</a:t>
            </a:r>
            <a:r>
              <a:rPr kumimoji="1" lang="ja-JP" altLang="en-US" sz="2000" dirty="0"/>
              <a:t>と変化</a:t>
            </a:r>
            <a:endParaRPr kumimoji="1" lang="en-US" altLang="ja-JP" sz="2000" dirty="0"/>
          </a:p>
        </p:txBody>
      </p:sp>
      <p:sp>
        <p:nvSpPr>
          <p:cNvPr id="5" name="テキスト ボックス 4">
            <a:extLst>
              <a:ext uri="{FF2B5EF4-FFF2-40B4-BE49-F238E27FC236}">
                <a16:creationId xmlns:a16="http://schemas.microsoft.com/office/drawing/2014/main" id="{88944FFD-7D82-F1C5-D9FB-F02415D71315}"/>
              </a:ext>
            </a:extLst>
          </p:cNvPr>
          <p:cNvSpPr txBox="1"/>
          <p:nvPr/>
        </p:nvSpPr>
        <p:spPr>
          <a:xfrm>
            <a:off x="7812505" y="4047402"/>
            <a:ext cx="4106779" cy="1200329"/>
          </a:xfrm>
          <a:prstGeom prst="rect">
            <a:avLst/>
          </a:prstGeom>
          <a:noFill/>
          <a:ln w="25400">
            <a:solidFill>
              <a:schemeClr val="accent2"/>
            </a:solidFill>
          </a:ln>
        </p:spPr>
        <p:txBody>
          <a:bodyPr wrap="square" rtlCol="0">
            <a:spAutoFit/>
          </a:bodyPr>
          <a:lstStyle/>
          <a:p>
            <a:r>
              <a:rPr kumimoji="1" lang="ja-JP" altLang="en-US" sz="2400" dirty="0"/>
              <a:t>学習率が</a:t>
            </a:r>
            <a:r>
              <a:rPr kumimoji="1" lang="en-US" altLang="ja-JP" sz="2400" b="1" dirty="0"/>
              <a:t>0.8</a:t>
            </a:r>
            <a:r>
              <a:rPr kumimoji="1" lang="ja-JP" altLang="en-US" sz="2400" dirty="0"/>
              <a:t>の時に他と大きく外れていると考えられる結果となった</a:t>
            </a:r>
          </a:p>
        </p:txBody>
      </p:sp>
      <p:cxnSp>
        <p:nvCxnSpPr>
          <p:cNvPr id="8" name="直線矢印コネクタ 7">
            <a:extLst>
              <a:ext uri="{FF2B5EF4-FFF2-40B4-BE49-F238E27FC236}">
                <a16:creationId xmlns:a16="http://schemas.microsoft.com/office/drawing/2014/main" id="{861E4E58-87B0-75D9-F34F-1FFDDB617D42}"/>
              </a:ext>
            </a:extLst>
          </p:cNvPr>
          <p:cNvCxnSpPr>
            <a:cxnSpLocks/>
          </p:cNvCxnSpPr>
          <p:nvPr/>
        </p:nvCxnSpPr>
        <p:spPr>
          <a:xfrm>
            <a:off x="9865893" y="2766063"/>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34318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FE51CF2-2E47-F506-67A5-EBF225CC6198}"/>
              </a:ext>
            </a:extLst>
          </p:cNvPr>
          <p:cNvSpPr>
            <a:spLocks noGrp="1"/>
          </p:cNvSpPr>
          <p:nvPr>
            <p:ph type="sldNum" sz="quarter" idx="12"/>
          </p:nvPr>
        </p:nvSpPr>
        <p:spPr/>
        <p:txBody>
          <a:bodyPr/>
          <a:lstStyle/>
          <a:p>
            <a:fld id="{408C25D7-5CE7-4ED6-8613-A7CEE993EE89}" type="slidenum">
              <a:rPr kumimoji="1" lang="ja-JP" altLang="en-US" smtClean="0"/>
              <a:t>8</a:t>
            </a:fld>
            <a:endParaRPr kumimoji="1" lang="ja-JP" altLang="en-US"/>
          </a:p>
        </p:txBody>
      </p:sp>
      <p:sp>
        <p:nvSpPr>
          <p:cNvPr id="3" name="タイトル 1">
            <a:extLst>
              <a:ext uri="{FF2B5EF4-FFF2-40B4-BE49-F238E27FC236}">
                <a16:creationId xmlns:a16="http://schemas.microsoft.com/office/drawing/2014/main" id="{6012FB1B-9F3D-63BC-2EB7-BABCF6004AE7}"/>
              </a:ext>
            </a:extLst>
          </p:cNvPr>
          <p:cNvSpPr txBox="1">
            <a:spLocks/>
          </p:cNvSpPr>
          <p:nvPr/>
        </p:nvSpPr>
        <p:spPr>
          <a:xfrm>
            <a:off x="518158" y="406400"/>
            <a:ext cx="8542715"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100" dirty="0"/>
              <a:t>3.1 </a:t>
            </a:r>
            <a:r>
              <a:rPr lang="ja-JP" altLang="en-US" sz="3100" dirty="0"/>
              <a:t>結果① </a:t>
            </a:r>
            <a:r>
              <a:rPr lang="en-US" altLang="ja-JP" sz="3100" dirty="0"/>
              <a:t>: 5</a:t>
            </a:r>
            <a:r>
              <a:rPr lang="ja-JP" altLang="en-US" sz="3100" dirty="0"/>
              <a:t>回平均の学習率</a:t>
            </a:r>
            <a:r>
              <a:rPr lang="en-US" altLang="ja-JP" sz="3100" dirty="0"/>
              <a:t>(</a:t>
            </a:r>
            <a:r>
              <a:rPr lang="ja-JP" altLang="en-US" sz="3100" dirty="0"/>
              <a:t>シグモイド関数</a:t>
            </a:r>
            <a:r>
              <a:rPr lang="en-US" altLang="ja-JP" sz="3100" dirty="0"/>
              <a:t>)</a:t>
            </a:r>
            <a:endParaRPr lang="ja-JP" altLang="en-US" sz="3100" dirty="0"/>
          </a:p>
        </p:txBody>
      </p:sp>
      <p:pic>
        <p:nvPicPr>
          <p:cNvPr id="5" name="図 4">
            <a:extLst>
              <a:ext uri="{FF2B5EF4-FFF2-40B4-BE49-F238E27FC236}">
                <a16:creationId xmlns:a16="http://schemas.microsoft.com/office/drawing/2014/main" id="{010C6CB6-1C92-89AD-57BB-936AFC483FBD}"/>
              </a:ext>
            </a:extLst>
          </p:cNvPr>
          <p:cNvPicPr>
            <a:picLocks noChangeAspect="1"/>
          </p:cNvPicPr>
          <p:nvPr/>
        </p:nvPicPr>
        <p:blipFill>
          <a:blip r:embed="rId2"/>
          <a:stretch>
            <a:fillRect/>
          </a:stretch>
        </p:blipFill>
        <p:spPr>
          <a:xfrm>
            <a:off x="518159" y="1608489"/>
            <a:ext cx="7072785" cy="4243671"/>
          </a:xfrm>
          <a:prstGeom prst="rect">
            <a:avLst/>
          </a:prstGeom>
        </p:spPr>
      </p:pic>
      <p:sp>
        <p:nvSpPr>
          <p:cNvPr id="4" name="テキスト ボックス 3">
            <a:extLst>
              <a:ext uri="{FF2B5EF4-FFF2-40B4-BE49-F238E27FC236}">
                <a16:creationId xmlns:a16="http://schemas.microsoft.com/office/drawing/2014/main" id="{20929A52-FBED-4871-D9DF-624E6AF9AB40}"/>
              </a:ext>
            </a:extLst>
          </p:cNvPr>
          <p:cNvSpPr txBox="1"/>
          <p:nvPr/>
        </p:nvSpPr>
        <p:spPr>
          <a:xfrm>
            <a:off x="7990840" y="2576162"/>
            <a:ext cx="3982720" cy="1569660"/>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lang="en-US" altLang="ja-JP" sz="2400" dirty="0"/>
              <a:t>1</a:t>
            </a:r>
            <a:r>
              <a:rPr lang="ja-JP" altLang="en-US" sz="2400" dirty="0"/>
              <a:t>回のみのグラフと比べて滑らか</a:t>
            </a:r>
            <a:endParaRPr lang="en-US" altLang="ja-JP" sz="2400" dirty="0"/>
          </a:p>
          <a:p>
            <a:pPr marL="342900" indent="-342900">
              <a:buFont typeface="Wingdings" panose="05000000000000000000" pitchFamily="2" charset="2"/>
              <a:buChar char="l"/>
            </a:pPr>
            <a:r>
              <a:rPr lang="ja-JP" altLang="en-US" sz="2400" dirty="0"/>
              <a:t>学習率</a:t>
            </a:r>
            <a:r>
              <a:rPr kumimoji="1" lang="ja-JP" altLang="en-US" sz="2400" dirty="0"/>
              <a:t>が</a:t>
            </a:r>
            <a:r>
              <a:rPr kumimoji="1" lang="en-US" altLang="ja-JP" sz="2400" b="1" dirty="0"/>
              <a:t>0.2</a:t>
            </a:r>
            <a:r>
              <a:rPr kumimoji="1" lang="ja-JP" altLang="en-US" sz="2400" dirty="0"/>
              <a:t>の時に最大となり、その後減少</a:t>
            </a:r>
          </a:p>
        </p:txBody>
      </p:sp>
    </p:spTree>
    <p:extLst>
      <p:ext uri="{BB962C8B-B14F-4D97-AF65-F5344CB8AC3E}">
        <p14:creationId xmlns:p14="http://schemas.microsoft.com/office/powerpoint/2010/main" val="393222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B03C19C-E57E-4CCF-920A-419019C2411E}"/>
              </a:ext>
            </a:extLst>
          </p:cNvPr>
          <p:cNvSpPr>
            <a:spLocks noGrp="1"/>
          </p:cNvSpPr>
          <p:nvPr>
            <p:ph type="sldNum" sz="quarter" idx="12"/>
          </p:nvPr>
        </p:nvSpPr>
        <p:spPr/>
        <p:txBody>
          <a:bodyPr/>
          <a:lstStyle/>
          <a:p>
            <a:fld id="{408C25D7-5CE7-4ED6-8613-A7CEE993EE89}" type="slidenum">
              <a:rPr kumimoji="1" lang="ja-JP" altLang="en-US" smtClean="0"/>
              <a:t>9</a:t>
            </a:fld>
            <a:endParaRPr kumimoji="1" lang="ja-JP" altLang="en-US"/>
          </a:p>
        </p:txBody>
      </p:sp>
      <p:sp>
        <p:nvSpPr>
          <p:cNvPr id="3" name="タイトル 1">
            <a:extLst>
              <a:ext uri="{FF2B5EF4-FFF2-40B4-BE49-F238E27FC236}">
                <a16:creationId xmlns:a16="http://schemas.microsoft.com/office/drawing/2014/main" id="{016C459D-1298-A9C5-3C54-4DBFC8AC8B68}"/>
              </a:ext>
            </a:extLst>
          </p:cNvPr>
          <p:cNvSpPr txBox="1">
            <a:spLocks/>
          </p:cNvSpPr>
          <p:nvPr/>
        </p:nvSpPr>
        <p:spPr>
          <a:xfrm>
            <a:off x="518159" y="406400"/>
            <a:ext cx="7406641" cy="619760"/>
          </a:xfrm>
          <a:prstGeom prst="rect">
            <a:avLst/>
          </a:prstGeom>
        </p:spPr>
        <p:txBody>
          <a:bodyP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3.1 </a:t>
            </a:r>
            <a:r>
              <a:rPr lang="ja-JP" altLang="en-US" sz="3200" dirty="0"/>
              <a:t>結果① </a:t>
            </a:r>
            <a:r>
              <a:rPr lang="en-US" altLang="ja-JP" sz="3200" dirty="0"/>
              <a:t>:</a:t>
            </a:r>
            <a:r>
              <a:rPr kumimoji="1" lang="ja-JP" altLang="en-US" sz="3200" dirty="0"/>
              <a:t>エポック数</a:t>
            </a:r>
            <a:r>
              <a:rPr lang="en-US" altLang="ja-JP" sz="3100" dirty="0"/>
              <a:t>(</a:t>
            </a:r>
            <a:r>
              <a:rPr lang="ja-JP" altLang="en-US" sz="3100" dirty="0"/>
              <a:t>シグモイド関数</a:t>
            </a:r>
            <a:r>
              <a:rPr lang="en-US" altLang="ja-JP" sz="3100" dirty="0"/>
              <a:t>)</a:t>
            </a:r>
            <a:endParaRPr lang="ja-JP" altLang="en-US" sz="3100" dirty="0"/>
          </a:p>
        </p:txBody>
      </p:sp>
      <p:sp>
        <p:nvSpPr>
          <p:cNvPr id="6" name="テキスト ボックス 5">
            <a:extLst>
              <a:ext uri="{FF2B5EF4-FFF2-40B4-BE49-F238E27FC236}">
                <a16:creationId xmlns:a16="http://schemas.microsoft.com/office/drawing/2014/main" id="{3EFFB770-03D8-40EB-D664-724DBBACB821}"/>
              </a:ext>
            </a:extLst>
          </p:cNvPr>
          <p:cNvSpPr txBox="1"/>
          <p:nvPr/>
        </p:nvSpPr>
        <p:spPr>
          <a:xfrm>
            <a:off x="8050161" y="3774001"/>
            <a:ext cx="3864078" cy="2308324"/>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kumimoji="1" lang="ja-JP" altLang="en-US" sz="2400" dirty="0"/>
              <a:t>エポック数が</a:t>
            </a:r>
            <a:r>
              <a:rPr kumimoji="1" lang="ja-JP" altLang="en-US" sz="2400" b="1" dirty="0"/>
              <a:t>５</a:t>
            </a:r>
            <a:r>
              <a:rPr lang="ja-JP" altLang="en-US" sz="2400" dirty="0"/>
              <a:t>の時に精度が最大となり、その後減少</a:t>
            </a:r>
            <a:endParaRPr lang="en-US" altLang="ja-JP" sz="2400" dirty="0"/>
          </a:p>
          <a:p>
            <a:pPr marL="342900" indent="-342900">
              <a:buFont typeface="Wingdings" panose="05000000000000000000" pitchFamily="2" charset="2"/>
              <a:buChar char="l"/>
            </a:pPr>
            <a:r>
              <a:rPr kumimoji="1" lang="ja-JP" altLang="en-US" sz="2400" dirty="0"/>
              <a:t>また、</a:t>
            </a:r>
            <a:r>
              <a:rPr kumimoji="1" lang="en-US" altLang="ja-JP" sz="2400" dirty="0"/>
              <a:t>5</a:t>
            </a:r>
            <a:r>
              <a:rPr kumimoji="1" lang="ja-JP" altLang="en-US" sz="2400" dirty="0"/>
              <a:t>以降グラフが大きく変動している</a:t>
            </a:r>
            <a:r>
              <a:rPr lang="ja-JP" altLang="en-US" sz="2400" dirty="0"/>
              <a:t>→過学習</a:t>
            </a:r>
            <a:endParaRPr kumimoji="1" lang="en-US" altLang="ja-JP" sz="2400" dirty="0"/>
          </a:p>
        </p:txBody>
      </p:sp>
      <p:pic>
        <p:nvPicPr>
          <p:cNvPr id="8" name="図 7">
            <a:extLst>
              <a:ext uri="{FF2B5EF4-FFF2-40B4-BE49-F238E27FC236}">
                <a16:creationId xmlns:a16="http://schemas.microsoft.com/office/drawing/2014/main" id="{F9693E70-0FBE-0FDF-E430-1BB543EF1467}"/>
              </a:ext>
            </a:extLst>
          </p:cNvPr>
          <p:cNvPicPr>
            <a:picLocks noChangeAspect="1"/>
          </p:cNvPicPr>
          <p:nvPr/>
        </p:nvPicPr>
        <p:blipFill>
          <a:blip r:embed="rId2"/>
          <a:stretch>
            <a:fillRect/>
          </a:stretch>
        </p:blipFill>
        <p:spPr>
          <a:xfrm>
            <a:off x="518159" y="1639255"/>
            <a:ext cx="7142087" cy="4269492"/>
          </a:xfrm>
          <a:prstGeom prst="rect">
            <a:avLst/>
          </a:prstGeom>
        </p:spPr>
      </p:pic>
      <p:sp>
        <p:nvSpPr>
          <p:cNvPr id="16" name="テキスト ボックス 15">
            <a:extLst>
              <a:ext uri="{FF2B5EF4-FFF2-40B4-BE49-F238E27FC236}">
                <a16:creationId xmlns:a16="http://schemas.microsoft.com/office/drawing/2014/main" id="{5D658E68-3A1B-4AFB-6856-14028E674DC1}"/>
              </a:ext>
            </a:extLst>
          </p:cNvPr>
          <p:cNvSpPr txBox="1"/>
          <p:nvPr/>
        </p:nvSpPr>
        <p:spPr>
          <a:xfrm>
            <a:off x="7812503" y="1736499"/>
            <a:ext cx="4106779" cy="707886"/>
          </a:xfrm>
          <a:prstGeom prst="rect">
            <a:avLst/>
          </a:prstGeom>
          <a:noFill/>
        </p:spPr>
        <p:txBody>
          <a:bodyPr wrap="square" rtlCol="0">
            <a:spAutoFit/>
          </a:bodyPr>
          <a:lstStyle/>
          <a:p>
            <a:r>
              <a:rPr lang="ja-JP" altLang="en-US" sz="2000" dirty="0"/>
              <a:t>エポック数を</a:t>
            </a:r>
            <a:r>
              <a:rPr kumimoji="1" lang="en-US" altLang="ja-JP" sz="2000" dirty="0"/>
              <a:t>1, 2, 3, </a:t>
            </a:r>
            <a:r>
              <a:rPr kumimoji="1" lang="ja-JP" altLang="en-US" sz="2000" dirty="0"/>
              <a:t>・・・</a:t>
            </a:r>
            <a:r>
              <a:rPr kumimoji="1" lang="en-US" altLang="ja-JP" sz="2000" dirty="0"/>
              <a:t>, 20</a:t>
            </a:r>
            <a:r>
              <a:rPr kumimoji="1" lang="ja-JP" altLang="en-US" sz="2000" dirty="0"/>
              <a:t>と変化</a:t>
            </a:r>
            <a:endParaRPr kumimoji="1" lang="en-US" altLang="ja-JP" sz="2000" dirty="0"/>
          </a:p>
        </p:txBody>
      </p:sp>
      <p:cxnSp>
        <p:nvCxnSpPr>
          <p:cNvPr id="18" name="直線矢印コネクタ 17">
            <a:extLst>
              <a:ext uri="{FF2B5EF4-FFF2-40B4-BE49-F238E27FC236}">
                <a16:creationId xmlns:a16="http://schemas.microsoft.com/office/drawing/2014/main" id="{2E52B13F-5A2F-F926-9BE3-9AC31F97AFE5}"/>
              </a:ext>
            </a:extLst>
          </p:cNvPr>
          <p:cNvCxnSpPr>
            <a:cxnSpLocks/>
          </p:cNvCxnSpPr>
          <p:nvPr/>
        </p:nvCxnSpPr>
        <p:spPr>
          <a:xfrm>
            <a:off x="9865892" y="2594048"/>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03792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70D206F-946B-5FA3-6920-4E5089FC2147}"/>
              </a:ext>
            </a:extLst>
          </p:cNvPr>
          <p:cNvSpPr>
            <a:spLocks noGrp="1"/>
          </p:cNvSpPr>
          <p:nvPr>
            <p:ph type="sldNum" sz="quarter" idx="12"/>
          </p:nvPr>
        </p:nvSpPr>
        <p:spPr/>
        <p:txBody>
          <a:bodyPr/>
          <a:lstStyle/>
          <a:p>
            <a:fld id="{408C25D7-5CE7-4ED6-8613-A7CEE993EE89}" type="slidenum">
              <a:rPr kumimoji="1" lang="ja-JP" altLang="en-US" smtClean="0"/>
              <a:t>10</a:t>
            </a:fld>
            <a:endParaRPr kumimoji="1" lang="ja-JP" altLang="en-US"/>
          </a:p>
        </p:txBody>
      </p:sp>
      <p:sp>
        <p:nvSpPr>
          <p:cNvPr id="3" name="タイトル 1">
            <a:extLst>
              <a:ext uri="{FF2B5EF4-FFF2-40B4-BE49-F238E27FC236}">
                <a16:creationId xmlns:a16="http://schemas.microsoft.com/office/drawing/2014/main" id="{98754CB9-BF12-18A4-34FC-E8FA53E5B7BA}"/>
              </a:ext>
            </a:extLst>
          </p:cNvPr>
          <p:cNvSpPr txBox="1">
            <a:spLocks/>
          </p:cNvSpPr>
          <p:nvPr/>
        </p:nvSpPr>
        <p:spPr>
          <a:xfrm>
            <a:off x="518159" y="406400"/>
            <a:ext cx="9678786"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3.1 </a:t>
            </a:r>
            <a:r>
              <a:rPr lang="ja-JP" altLang="en-US" sz="3200" dirty="0"/>
              <a:t>結果① </a:t>
            </a:r>
            <a:r>
              <a:rPr lang="en-US" altLang="ja-JP" sz="3200" dirty="0"/>
              <a:t>: </a:t>
            </a:r>
            <a:r>
              <a:rPr lang="ja-JP" altLang="en-US" sz="3200" dirty="0"/>
              <a:t>隠れ層数</a:t>
            </a:r>
            <a:r>
              <a:rPr lang="en-US" altLang="ja-JP" sz="3200" dirty="0"/>
              <a:t>(</a:t>
            </a:r>
            <a:r>
              <a:rPr lang="ja-JP" altLang="en-US" sz="3200" dirty="0"/>
              <a:t>シグモイド関数</a:t>
            </a:r>
            <a:r>
              <a:rPr lang="en-US" altLang="ja-JP" sz="3200" dirty="0"/>
              <a:t>)</a:t>
            </a:r>
            <a:endParaRPr lang="ja-JP" altLang="en-US" sz="3200" dirty="0"/>
          </a:p>
        </p:txBody>
      </p:sp>
      <p:pic>
        <p:nvPicPr>
          <p:cNvPr id="5" name="図 4">
            <a:extLst>
              <a:ext uri="{FF2B5EF4-FFF2-40B4-BE49-F238E27FC236}">
                <a16:creationId xmlns:a16="http://schemas.microsoft.com/office/drawing/2014/main" id="{ABCCCF5B-1AA6-3AA3-C163-5E3211CA22D2}"/>
              </a:ext>
            </a:extLst>
          </p:cNvPr>
          <p:cNvPicPr>
            <a:picLocks noChangeAspect="1"/>
          </p:cNvPicPr>
          <p:nvPr/>
        </p:nvPicPr>
        <p:blipFill>
          <a:blip r:embed="rId2"/>
          <a:stretch>
            <a:fillRect/>
          </a:stretch>
        </p:blipFill>
        <p:spPr>
          <a:xfrm>
            <a:off x="589580" y="1905802"/>
            <a:ext cx="7036552" cy="3976838"/>
          </a:xfrm>
          <a:prstGeom prst="rect">
            <a:avLst/>
          </a:prstGeom>
        </p:spPr>
      </p:pic>
      <p:sp>
        <p:nvSpPr>
          <p:cNvPr id="4" name="テキスト ボックス 3">
            <a:extLst>
              <a:ext uri="{FF2B5EF4-FFF2-40B4-BE49-F238E27FC236}">
                <a16:creationId xmlns:a16="http://schemas.microsoft.com/office/drawing/2014/main" id="{F5367891-FF0E-73BE-A9D2-14894297A7CF}"/>
              </a:ext>
            </a:extLst>
          </p:cNvPr>
          <p:cNvSpPr txBox="1"/>
          <p:nvPr/>
        </p:nvSpPr>
        <p:spPr>
          <a:xfrm>
            <a:off x="8050161" y="3774001"/>
            <a:ext cx="3864078" cy="1200329"/>
          </a:xfrm>
          <a:prstGeom prst="rect">
            <a:avLst/>
          </a:prstGeom>
          <a:noFill/>
          <a:ln w="25400">
            <a:solidFill>
              <a:schemeClr val="accent2"/>
            </a:solidFill>
          </a:ln>
        </p:spPr>
        <p:txBody>
          <a:bodyPr wrap="square" rtlCol="0">
            <a:spAutoFit/>
          </a:bodyPr>
          <a:lstStyle/>
          <a:p>
            <a:r>
              <a:rPr lang="ja-JP" altLang="en-US" sz="2400" dirty="0"/>
              <a:t>隠れ層数が</a:t>
            </a:r>
            <a:r>
              <a:rPr lang="en-US" altLang="ja-JP" sz="2400" dirty="0"/>
              <a:t>300</a:t>
            </a:r>
            <a:r>
              <a:rPr lang="ja-JP" altLang="en-US" sz="2400" dirty="0"/>
              <a:t>の時に精度がほぼ上がりきり、その後ほぼ一定</a:t>
            </a:r>
            <a:endParaRPr lang="en-US" altLang="ja-JP" sz="2400" dirty="0"/>
          </a:p>
        </p:txBody>
      </p:sp>
      <p:sp>
        <p:nvSpPr>
          <p:cNvPr id="6" name="テキスト ボックス 5">
            <a:extLst>
              <a:ext uri="{FF2B5EF4-FFF2-40B4-BE49-F238E27FC236}">
                <a16:creationId xmlns:a16="http://schemas.microsoft.com/office/drawing/2014/main" id="{A1521E84-D657-EE6F-29F4-8D4EF64C6329}"/>
              </a:ext>
            </a:extLst>
          </p:cNvPr>
          <p:cNvSpPr txBox="1"/>
          <p:nvPr/>
        </p:nvSpPr>
        <p:spPr>
          <a:xfrm>
            <a:off x="7812503" y="1736499"/>
            <a:ext cx="4106779" cy="707886"/>
          </a:xfrm>
          <a:prstGeom prst="rect">
            <a:avLst/>
          </a:prstGeom>
          <a:noFill/>
        </p:spPr>
        <p:txBody>
          <a:bodyPr wrap="square" rtlCol="0">
            <a:spAutoFit/>
          </a:bodyPr>
          <a:lstStyle/>
          <a:p>
            <a:r>
              <a:rPr lang="ja-JP" altLang="en-US" sz="2000" dirty="0"/>
              <a:t>隠れ層数を</a:t>
            </a:r>
            <a:r>
              <a:rPr kumimoji="1" lang="en-US" altLang="ja-JP" sz="2000" dirty="0"/>
              <a:t>100, 200, 300, </a:t>
            </a:r>
            <a:r>
              <a:rPr kumimoji="1" lang="ja-JP" altLang="en-US" sz="2000" dirty="0"/>
              <a:t>・・・</a:t>
            </a:r>
            <a:r>
              <a:rPr kumimoji="1" lang="en-US" altLang="ja-JP" sz="2000" dirty="0"/>
              <a:t>, 1000</a:t>
            </a:r>
            <a:r>
              <a:rPr kumimoji="1" lang="ja-JP" altLang="en-US" sz="2000" dirty="0"/>
              <a:t>と変化</a:t>
            </a:r>
            <a:endParaRPr kumimoji="1" lang="en-US" altLang="ja-JP" sz="2000" dirty="0"/>
          </a:p>
        </p:txBody>
      </p:sp>
      <p:cxnSp>
        <p:nvCxnSpPr>
          <p:cNvPr id="7" name="直線矢印コネクタ 6">
            <a:extLst>
              <a:ext uri="{FF2B5EF4-FFF2-40B4-BE49-F238E27FC236}">
                <a16:creationId xmlns:a16="http://schemas.microsoft.com/office/drawing/2014/main" id="{F725853A-BCC9-B908-3469-E8CACE3E6281}"/>
              </a:ext>
            </a:extLst>
          </p:cNvPr>
          <p:cNvCxnSpPr>
            <a:cxnSpLocks/>
          </p:cNvCxnSpPr>
          <p:nvPr/>
        </p:nvCxnSpPr>
        <p:spPr>
          <a:xfrm>
            <a:off x="9865892" y="2594048"/>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50319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FE51CF2-2E47-F506-67A5-EBF225CC6198}"/>
              </a:ext>
            </a:extLst>
          </p:cNvPr>
          <p:cNvSpPr>
            <a:spLocks noGrp="1"/>
          </p:cNvSpPr>
          <p:nvPr>
            <p:ph type="sldNum" sz="quarter" idx="12"/>
          </p:nvPr>
        </p:nvSpPr>
        <p:spPr/>
        <p:txBody>
          <a:bodyPr/>
          <a:lstStyle/>
          <a:p>
            <a:fld id="{408C25D7-5CE7-4ED6-8613-A7CEE993EE89}" type="slidenum">
              <a:rPr kumimoji="1" lang="ja-JP" altLang="en-US" smtClean="0"/>
              <a:t>11</a:t>
            </a:fld>
            <a:endParaRPr kumimoji="1" lang="ja-JP" altLang="en-US"/>
          </a:p>
        </p:txBody>
      </p:sp>
      <p:sp>
        <p:nvSpPr>
          <p:cNvPr id="3" name="タイトル 1">
            <a:extLst>
              <a:ext uri="{FF2B5EF4-FFF2-40B4-BE49-F238E27FC236}">
                <a16:creationId xmlns:a16="http://schemas.microsoft.com/office/drawing/2014/main" id="{6012FB1B-9F3D-63BC-2EB7-BABCF6004AE7}"/>
              </a:ext>
            </a:extLst>
          </p:cNvPr>
          <p:cNvSpPr txBox="1">
            <a:spLocks/>
          </p:cNvSpPr>
          <p:nvPr/>
        </p:nvSpPr>
        <p:spPr>
          <a:xfrm>
            <a:off x="518158" y="406400"/>
            <a:ext cx="6600397" cy="619760"/>
          </a:xfrm>
          <a:prstGeom prst="rect">
            <a:avLst/>
          </a:prstGeo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100" dirty="0"/>
              <a:t>3.2 </a:t>
            </a:r>
            <a:r>
              <a:rPr lang="ja-JP" altLang="en-US" sz="3100" dirty="0"/>
              <a:t>結果② </a:t>
            </a:r>
            <a:r>
              <a:rPr lang="en-US" altLang="ja-JP" sz="3100" dirty="0"/>
              <a:t>: </a:t>
            </a:r>
            <a:r>
              <a:rPr lang="ja-JP" altLang="en-US" sz="3100" dirty="0"/>
              <a:t>学習率</a:t>
            </a:r>
            <a:r>
              <a:rPr lang="en-US" altLang="ja-JP" sz="3100" dirty="0"/>
              <a:t>(tanh</a:t>
            </a:r>
            <a:r>
              <a:rPr lang="ja-JP" altLang="en-US" sz="3100" dirty="0"/>
              <a:t>関数</a:t>
            </a:r>
            <a:r>
              <a:rPr lang="en-US" altLang="ja-JP" sz="3100" dirty="0"/>
              <a:t>)</a:t>
            </a:r>
            <a:endParaRPr lang="ja-JP" altLang="en-US" sz="3100" dirty="0"/>
          </a:p>
        </p:txBody>
      </p:sp>
      <p:sp>
        <p:nvSpPr>
          <p:cNvPr id="4" name="テキスト ボックス 3">
            <a:extLst>
              <a:ext uri="{FF2B5EF4-FFF2-40B4-BE49-F238E27FC236}">
                <a16:creationId xmlns:a16="http://schemas.microsoft.com/office/drawing/2014/main" id="{20929A52-FBED-4871-D9DF-624E6AF9AB40}"/>
              </a:ext>
            </a:extLst>
          </p:cNvPr>
          <p:cNvSpPr txBox="1"/>
          <p:nvPr/>
        </p:nvSpPr>
        <p:spPr>
          <a:xfrm>
            <a:off x="7862957" y="4186953"/>
            <a:ext cx="4005867" cy="1938992"/>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lang="ja-JP" altLang="en-US" sz="2400" dirty="0"/>
              <a:t>学習率</a:t>
            </a:r>
            <a:r>
              <a:rPr kumimoji="1" lang="ja-JP" altLang="en-US" sz="2400" dirty="0"/>
              <a:t>が</a:t>
            </a:r>
            <a:r>
              <a:rPr kumimoji="1" lang="en-US" altLang="ja-JP" sz="2400" b="1" dirty="0"/>
              <a:t>0.004</a:t>
            </a:r>
            <a:r>
              <a:rPr kumimoji="1" lang="ja-JP" altLang="en-US" sz="2400" dirty="0"/>
              <a:t>の時に最大となり、その後減少</a:t>
            </a:r>
            <a:endParaRPr kumimoji="1" lang="en-US" altLang="ja-JP" sz="2400" dirty="0"/>
          </a:p>
          <a:p>
            <a:pPr marL="342900" indent="-342900">
              <a:buFont typeface="Wingdings" panose="05000000000000000000" pitchFamily="2" charset="2"/>
              <a:buChar char="l"/>
            </a:pPr>
            <a:r>
              <a:rPr lang="ja-JP" altLang="en-US" sz="2400" dirty="0"/>
              <a:t>シグモイド関数と比較して、約</a:t>
            </a:r>
            <a:r>
              <a:rPr lang="en-US" altLang="ja-JP" sz="2400" b="1" dirty="0"/>
              <a:t>1/20</a:t>
            </a:r>
            <a:r>
              <a:rPr lang="ja-JP" altLang="en-US" sz="2400" dirty="0"/>
              <a:t>の学習率の範囲</a:t>
            </a:r>
            <a:endParaRPr kumimoji="1" lang="ja-JP" altLang="en-US" sz="2400" dirty="0"/>
          </a:p>
        </p:txBody>
      </p:sp>
      <p:sp>
        <p:nvSpPr>
          <p:cNvPr id="8" name="テキスト ボックス 7">
            <a:extLst>
              <a:ext uri="{FF2B5EF4-FFF2-40B4-BE49-F238E27FC236}">
                <a16:creationId xmlns:a16="http://schemas.microsoft.com/office/drawing/2014/main" id="{A30156B0-14F9-4C4A-CDDC-CD86D4F812D6}"/>
              </a:ext>
            </a:extLst>
          </p:cNvPr>
          <p:cNvSpPr txBox="1"/>
          <p:nvPr/>
        </p:nvSpPr>
        <p:spPr>
          <a:xfrm>
            <a:off x="7812500" y="1963161"/>
            <a:ext cx="4106779" cy="1015663"/>
          </a:xfrm>
          <a:prstGeom prst="rect">
            <a:avLst/>
          </a:prstGeom>
          <a:noFill/>
        </p:spPr>
        <p:txBody>
          <a:bodyPr wrap="square" rtlCol="0">
            <a:spAutoFit/>
          </a:bodyPr>
          <a:lstStyle/>
          <a:p>
            <a:r>
              <a:rPr kumimoji="1" lang="ja-JP" altLang="en-US" sz="2000" dirty="0"/>
              <a:t>学習率を</a:t>
            </a:r>
            <a:r>
              <a:rPr kumimoji="1" lang="en-US" altLang="ja-JP" sz="2000" dirty="0"/>
              <a:t>0.001, </a:t>
            </a:r>
            <a:r>
              <a:rPr lang="en-US" altLang="ja-JP" sz="2000" dirty="0"/>
              <a:t>0.002, 0.004 , </a:t>
            </a:r>
            <a:r>
              <a:rPr kumimoji="1" lang="ja-JP" altLang="en-US" sz="2000" dirty="0"/>
              <a:t>・・・</a:t>
            </a:r>
            <a:r>
              <a:rPr kumimoji="1" lang="en-US" altLang="ja-JP" sz="2000" dirty="0"/>
              <a:t>, </a:t>
            </a:r>
            <a:r>
              <a:rPr lang="en-US" altLang="ja-JP" sz="2000" dirty="0"/>
              <a:t>0.01, 0.02, </a:t>
            </a:r>
            <a:r>
              <a:rPr kumimoji="1" lang="ja-JP" altLang="en-US" sz="2000" dirty="0"/>
              <a:t>・・・</a:t>
            </a:r>
            <a:r>
              <a:rPr kumimoji="1" lang="en-US" altLang="ja-JP" sz="2000" dirty="0"/>
              <a:t>, 0.06</a:t>
            </a:r>
            <a:r>
              <a:rPr kumimoji="1" lang="ja-JP" altLang="en-US" sz="2000" dirty="0"/>
              <a:t>と変化</a:t>
            </a:r>
            <a:endParaRPr kumimoji="1" lang="en-US" altLang="ja-JP" sz="2000" dirty="0"/>
          </a:p>
        </p:txBody>
      </p:sp>
      <p:cxnSp>
        <p:nvCxnSpPr>
          <p:cNvPr id="9" name="直線矢印コネクタ 8">
            <a:extLst>
              <a:ext uri="{FF2B5EF4-FFF2-40B4-BE49-F238E27FC236}">
                <a16:creationId xmlns:a16="http://schemas.microsoft.com/office/drawing/2014/main" id="{80472B00-72CD-1676-AA85-5034BBF1C033}"/>
              </a:ext>
            </a:extLst>
          </p:cNvPr>
          <p:cNvCxnSpPr>
            <a:cxnSpLocks/>
          </p:cNvCxnSpPr>
          <p:nvPr/>
        </p:nvCxnSpPr>
        <p:spPr>
          <a:xfrm>
            <a:off x="9865890" y="2916054"/>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 name="テキスト ボックス 4">
            <a:extLst>
              <a:ext uri="{FF2B5EF4-FFF2-40B4-BE49-F238E27FC236}">
                <a16:creationId xmlns:a16="http://schemas.microsoft.com/office/drawing/2014/main" id="{FDC7BB22-FEB8-FD32-D15B-4E70FF206E6A}"/>
              </a:ext>
            </a:extLst>
          </p:cNvPr>
          <p:cNvSpPr txBox="1"/>
          <p:nvPr/>
        </p:nvSpPr>
        <p:spPr>
          <a:xfrm>
            <a:off x="1211480" y="5528270"/>
            <a:ext cx="2731387" cy="923330"/>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100</a:t>
            </a:r>
          </a:p>
          <a:p>
            <a:pPr marL="285750" indent="-285750">
              <a:buFont typeface="Wingdings" panose="05000000000000000000" pitchFamily="2" charset="2"/>
              <a:buChar char="l"/>
            </a:pPr>
            <a:r>
              <a:rPr lang="ja-JP" altLang="en-US" dirty="0"/>
              <a:t>出力層 </a:t>
            </a:r>
            <a:r>
              <a:rPr lang="en-US" altLang="ja-JP" dirty="0"/>
              <a:t>: 10</a:t>
            </a:r>
          </a:p>
        </p:txBody>
      </p:sp>
      <p:pic>
        <p:nvPicPr>
          <p:cNvPr id="11" name="図 10">
            <a:extLst>
              <a:ext uri="{FF2B5EF4-FFF2-40B4-BE49-F238E27FC236}">
                <a16:creationId xmlns:a16="http://schemas.microsoft.com/office/drawing/2014/main" id="{0A71883A-BB90-6DF3-8826-B34F3986AD2E}"/>
              </a:ext>
            </a:extLst>
          </p:cNvPr>
          <p:cNvPicPr>
            <a:picLocks noChangeAspect="1"/>
          </p:cNvPicPr>
          <p:nvPr/>
        </p:nvPicPr>
        <p:blipFill>
          <a:blip r:embed="rId2"/>
          <a:stretch>
            <a:fillRect/>
          </a:stretch>
        </p:blipFill>
        <p:spPr>
          <a:xfrm>
            <a:off x="606580" y="1559486"/>
            <a:ext cx="6672573" cy="3739028"/>
          </a:xfrm>
          <a:prstGeom prst="rect">
            <a:avLst/>
          </a:prstGeom>
        </p:spPr>
      </p:pic>
    </p:spTree>
    <p:extLst>
      <p:ext uri="{BB962C8B-B14F-4D97-AF65-F5344CB8AC3E}">
        <p14:creationId xmlns:p14="http://schemas.microsoft.com/office/powerpoint/2010/main" val="2051271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B03C19C-E57E-4CCF-920A-419019C2411E}"/>
              </a:ext>
            </a:extLst>
          </p:cNvPr>
          <p:cNvSpPr>
            <a:spLocks noGrp="1"/>
          </p:cNvSpPr>
          <p:nvPr>
            <p:ph type="sldNum" sz="quarter" idx="12"/>
          </p:nvPr>
        </p:nvSpPr>
        <p:spPr/>
        <p:txBody>
          <a:bodyPr/>
          <a:lstStyle/>
          <a:p>
            <a:fld id="{408C25D7-5CE7-4ED6-8613-A7CEE993EE89}" type="slidenum">
              <a:rPr kumimoji="1" lang="ja-JP" altLang="en-US" smtClean="0"/>
              <a:t>12</a:t>
            </a:fld>
            <a:endParaRPr kumimoji="1" lang="ja-JP" altLang="en-US"/>
          </a:p>
        </p:txBody>
      </p:sp>
      <p:sp>
        <p:nvSpPr>
          <p:cNvPr id="3" name="タイトル 1">
            <a:extLst>
              <a:ext uri="{FF2B5EF4-FFF2-40B4-BE49-F238E27FC236}">
                <a16:creationId xmlns:a16="http://schemas.microsoft.com/office/drawing/2014/main" id="{016C459D-1298-A9C5-3C54-4DBFC8AC8B68}"/>
              </a:ext>
            </a:extLst>
          </p:cNvPr>
          <p:cNvSpPr txBox="1">
            <a:spLocks/>
          </p:cNvSpPr>
          <p:nvPr/>
        </p:nvSpPr>
        <p:spPr>
          <a:xfrm>
            <a:off x="518159" y="406400"/>
            <a:ext cx="7142086" cy="619760"/>
          </a:xfrm>
          <a:prstGeom prst="rect">
            <a:avLst/>
          </a:prstGeom>
        </p:spPr>
        <p:txBody>
          <a:bodyP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3200" dirty="0"/>
              <a:t>3.2 </a:t>
            </a:r>
            <a:r>
              <a:rPr lang="ja-JP" altLang="en-US" sz="3200" dirty="0"/>
              <a:t>結果② </a:t>
            </a:r>
            <a:r>
              <a:rPr lang="en-US" altLang="ja-JP" sz="3200" dirty="0"/>
              <a:t>:</a:t>
            </a:r>
            <a:r>
              <a:rPr kumimoji="1" lang="ja-JP" altLang="en-US" sz="3200" dirty="0"/>
              <a:t>エポック数</a:t>
            </a:r>
            <a:r>
              <a:rPr lang="en-US" altLang="ja-JP" sz="3100" dirty="0"/>
              <a:t>(tanh</a:t>
            </a:r>
            <a:r>
              <a:rPr lang="ja-JP" altLang="en-US" sz="3100" dirty="0"/>
              <a:t>関数</a:t>
            </a:r>
            <a:r>
              <a:rPr lang="en-US" altLang="ja-JP" sz="3100" dirty="0"/>
              <a:t>)</a:t>
            </a:r>
            <a:endParaRPr lang="ja-JP" altLang="en-US" sz="3100" dirty="0"/>
          </a:p>
        </p:txBody>
      </p:sp>
      <p:sp>
        <p:nvSpPr>
          <p:cNvPr id="6" name="テキスト ボックス 5">
            <a:extLst>
              <a:ext uri="{FF2B5EF4-FFF2-40B4-BE49-F238E27FC236}">
                <a16:creationId xmlns:a16="http://schemas.microsoft.com/office/drawing/2014/main" id="{3EFFB770-03D8-40EB-D664-724DBBACB821}"/>
              </a:ext>
            </a:extLst>
          </p:cNvPr>
          <p:cNvSpPr txBox="1"/>
          <p:nvPr/>
        </p:nvSpPr>
        <p:spPr>
          <a:xfrm>
            <a:off x="8050161" y="3774001"/>
            <a:ext cx="3864078" cy="1938992"/>
          </a:xfrm>
          <a:prstGeom prst="rect">
            <a:avLst/>
          </a:prstGeom>
          <a:noFill/>
          <a:ln w="25400">
            <a:solidFill>
              <a:schemeClr val="accent2"/>
            </a:solidFill>
          </a:ln>
        </p:spPr>
        <p:txBody>
          <a:bodyPr wrap="square" rtlCol="0">
            <a:spAutoFit/>
          </a:bodyPr>
          <a:lstStyle/>
          <a:p>
            <a:pPr marL="342900" indent="-342900">
              <a:buFont typeface="Wingdings" panose="05000000000000000000" pitchFamily="2" charset="2"/>
              <a:buChar char="l"/>
            </a:pPr>
            <a:r>
              <a:rPr lang="ja-JP" altLang="en-US" sz="2400" dirty="0"/>
              <a:t>シグモイド関数と比較して、増加傾向にある</a:t>
            </a:r>
            <a:endParaRPr lang="en-US" altLang="ja-JP" sz="2400" dirty="0"/>
          </a:p>
          <a:p>
            <a:pPr marL="342900" indent="-342900">
              <a:buFont typeface="Wingdings" panose="05000000000000000000" pitchFamily="2" charset="2"/>
              <a:buChar char="l"/>
            </a:pPr>
            <a:r>
              <a:rPr lang="ja-JP" altLang="en-US" sz="2400" dirty="0"/>
              <a:t>エポック数が</a:t>
            </a:r>
            <a:r>
              <a:rPr lang="en-US" altLang="ja-JP" sz="2400" dirty="0"/>
              <a:t>5</a:t>
            </a:r>
            <a:r>
              <a:rPr lang="ja-JP" altLang="en-US" sz="2400" dirty="0"/>
              <a:t>以降精度が大きく変動→シグモイド関数と同様</a:t>
            </a:r>
            <a:endParaRPr lang="en-US" altLang="ja-JP" sz="2400" dirty="0"/>
          </a:p>
        </p:txBody>
      </p:sp>
      <p:sp>
        <p:nvSpPr>
          <p:cNvPr id="16" name="テキスト ボックス 15">
            <a:extLst>
              <a:ext uri="{FF2B5EF4-FFF2-40B4-BE49-F238E27FC236}">
                <a16:creationId xmlns:a16="http://schemas.microsoft.com/office/drawing/2014/main" id="{5D658E68-3A1B-4AFB-6856-14028E674DC1}"/>
              </a:ext>
            </a:extLst>
          </p:cNvPr>
          <p:cNvSpPr txBox="1"/>
          <p:nvPr/>
        </p:nvSpPr>
        <p:spPr>
          <a:xfrm>
            <a:off x="7812503" y="1736499"/>
            <a:ext cx="4106779" cy="707886"/>
          </a:xfrm>
          <a:prstGeom prst="rect">
            <a:avLst/>
          </a:prstGeom>
          <a:noFill/>
        </p:spPr>
        <p:txBody>
          <a:bodyPr wrap="square" rtlCol="0">
            <a:spAutoFit/>
          </a:bodyPr>
          <a:lstStyle/>
          <a:p>
            <a:r>
              <a:rPr lang="ja-JP" altLang="en-US" sz="2000" dirty="0"/>
              <a:t>エポック数を</a:t>
            </a:r>
            <a:r>
              <a:rPr kumimoji="1" lang="en-US" altLang="ja-JP" sz="2000" dirty="0"/>
              <a:t>1, 2, 3, </a:t>
            </a:r>
            <a:r>
              <a:rPr kumimoji="1" lang="ja-JP" altLang="en-US" sz="2000" dirty="0"/>
              <a:t>・・・</a:t>
            </a:r>
            <a:r>
              <a:rPr kumimoji="1" lang="en-US" altLang="ja-JP" sz="2000" dirty="0"/>
              <a:t>, 20, 30</a:t>
            </a:r>
            <a:r>
              <a:rPr kumimoji="1" lang="ja-JP" altLang="en-US" sz="2000" dirty="0"/>
              <a:t>と変化</a:t>
            </a:r>
            <a:endParaRPr kumimoji="1" lang="en-US" altLang="ja-JP" sz="2000" dirty="0"/>
          </a:p>
        </p:txBody>
      </p:sp>
      <p:cxnSp>
        <p:nvCxnSpPr>
          <p:cNvPr id="18" name="直線矢印コネクタ 17">
            <a:extLst>
              <a:ext uri="{FF2B5EF4-FFF2-40B4-BE49-F238E27FC236}">
                <a16:creationId xmlns:a16="http://schemas.microsoft.com/office/drawing/2014/main" id="{2E52B13F-5A2F-F926-9BE3-9AC31F97AFE5}"/>
              </a:ext>
            </a:extLst>
          </p:cNvPr>
          <p:cNvCxnSpPr>
            <a:cxnSpLocks/>
          </p:cNvCxnSpPr>
          <p:nvPr/>
        </p:nvCxnSpPr>
        <p:spPr>
          <a:xfrm>
            <a:off x="9865892" y="2594048"/>
            <a:ext cx="0" cy="8349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5" name="図 4">
            <a:extLst>
              <a:ext uri="{FF2B5EF4-FFF2-40B4-BE49-F238E27FC236}">
                <a16:creationId xmlns:a16="http://schemas.microsoft.com/office/drawing/2014/main" id="{57D6A192-834A-282D-F922-DEAE689EAE90}"/>
              </a:ext>
            </a:extLst>
          </p:cNvPr>
          <p:cNvPicPr>
            <a:picLocks noChangeAspect="1"/>
          </p:cNvPicPr>
          <p:nvPr/>
        </p:nvPicPr>
        <p:blipFill>
          <a:blip r:embed="rId2"/>
          <a:stretch>
            <a:fillRect/>
          </a:stretch>
        </p:blipFill>
        <p:spPr>
          <a:xfrm>
            <a:off x="518159" y="1361309"/>
            <a:ext cx="6620059" cy="3957428"/>
          </a:xfrm>
          <a:prstGeom prst="rect">
            <a:avLst/>
          </a:prstGeom>
        </p:spPr>
      </p:pic>
      <p:sp>
        <p:nvSpPr>
          <p:cNvPr id="7" name="テキスト ボックス 6">
            <a:extLst>
              <a:ext uri="{FF2B5EF4-FFF2-40B4-BE49-F238E27FC236}">
                <a16:creationId xmlns:a16="http://schemas.microsoft.com/office/drawing/2014/main" id="{42778003-58AF-B4B3-0019-8EEA368BCF01}"/>
              </a:ext>
            </a:extLst>
          </p:cNvPr>
          <p:cNvSpPr txBox="1"/>
          <p:nvPr/>
        </p:nvSpPr>
        <p:spPr>
          <a:xfrm>
            <a:off x="2332358" y="5496691"/>
            <a:ext cx="2731387" cy="1200329"/>
          </a:xfrm>
          <a:prstGeom prst="rect">
            <a:avLst/>
          </a:prstGeom>
          <a:noFill/>
        </p:spPr>
        <p:txBody>
          <a:bodyPr wrap="square" rtlCol="0">
            <a:spAutoFit/>
          </a:bodyPr>
          <a:lstStyle/>
          <a:p>
            <a:pPr marL="285750" indent="-285750">
              <a:buFont typeface="Wingdings" panose="05000000000000000000" pitchFamily="2" charset="2"/>
              <a:buChar char="l"/>
            </a:pPr>
            <a:r>
              <a:rPr lang="ja-JP" altLang="en-US" dirty="0"/>
              <a:t>入力層 </a:t>
            </a:r>
            <a:r>
              <a:rPr lang="en-US" altLang="ja-JP" dirty="0"/>
              <a:t>: 784</a:t>
            </a:r>
          </a:p>
          <a:p>
            <a:pPr marL="285750" indent="-285750">
              <a:buFont typeface="Wingdings" panose="05000000000000000000" pitchFamily="2" charset="2"/>
              <a:buChar char="l"/>
            </a:pPr>
            <a:r>
              <a:rPr lang="ja-JP" altLang="en-US" dirty="0"/>
              <a:t>隠れ層 </a:t>
            </a:r>
            <a:r>
              <a:rPr lang="en-US" altLang="ja-JP" dirty="0"/>
              <a:t>: 100</a:t>
            </a:r>
          </a:p>
          <a:p>
            <a:pPr marL="285750" indent="-285750">
              <a:buFont typeface="Wingdings" panose="05000000000000000000" pitchFamily="2" charset="2"/>
              <a:buChar char="l"/>
            </a:pPr>
            <a:r>
              <a:rPr lang="ja-JP" altLang="en-US" dirty="0"/>
              <a:t>出力層 </a:t>
            </a:r>
            <a:r>
              <a:rPr lang="en-US" altLang="ja-JP" dirty="0"/>
              <a:t>: 10</a:t>
            </a:r>
          </a:p>
          <a:p>
            <a:pPr marL="285750" indent="-285750">
              <a:buFont typeface="Wingdings" panose="05000000000000000000" pitchFamily="2" charset="2"/>
              <a:buChar char="l"/>
            </a:pPr>
            <a:r>
              <a:rPr lang="ja-JP" altLang="en-US" dirty="0"/>
              <a:t>学習率 </a:t>
            </a:r>
            <a:r>
              <a:rPr lang="en-US" altLang="ja-JP" dirty="0"/>
              <a:t>: 0.004</a:t>
            </a:r>
          </a:p>
        </p:txBody>
      </p:sp>
    </p:spTree>
    <p:extLst>
      <p:ext uri="{BB962C8B-B14F-4D97-AF65-F5344CB8AC3E}">
        <p14:creationId xmlns:p14="http://schemas.microsoft.com/office/powerpoint/2010/main" val="2377491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AB51B9-FDCB-48D1-11B2-ADBA9130BBF2}"/>
              </a:ext>
            </a:extLst>
          </p:cNvPr>
          <p:cNvSpPr>
            <a:spLocks noGrp="1"/>
          </p:cNvSpPr>
          <p:nvPr>
            <p:ph type="title"/>
          </p:nvPr>
        </p:nvSpPr>
        <p:spPr>
          <a:xfrm>
            <a:off x="2372360" y="2766218"/>
            <a:ext cx="8102600" cy="1325563"/>
          </a:xfrm>
        </p:spPr>
        <p:txBody>
          <a:bodyPr>
            <a:normAutofit/>
          </a:bodyPr>
          <a:lstStyle/>
          <a:p>
            <a:r>
              <a:rPr kumimoji="1" lang="ja-JP" altLang="en-US" sz="4000" dirty="0"/>
              <a:t>ご清聴ありがとうございました</a:t>
            </a:r>
          </a:p>
        </p:txBody>
      </p:sp>
      <p:sp>
        <p:nvSpPr>
          <p:cNvPr id="3" name="スライド番号プレースホルダー 2">
            <a:extLst>
              <a:ext uri="{FF2B5EF4-FFF2-40B4-BE49-F238E27FC236}">
                <a16:creationId xmlns:a16="http://schemas.microsoft.com/office/drawing/2014/main" id="{64C390A6-8B44-E1F8-CC6B-5DF0D0050FB6}"/>
              </a:ext>
            </a:extLst>
          </p:cNvPr>
          <p:cNvSpPr>
            <a:spLocks noGrp="1"/>
          </p:cNvSpPr>
          <p:nvPr>
            <p:ph type="sldNum" sz="quarter" idx="12"/>
          </p:nvPr>
        </p:nvSpPr>
        <p:spPr/>
        <p:txBody>
          <a:bodyPr/>
          <a:lstStyle/>
          <a:p>
            <a:fld id="{408C25D7-5CE7-4ED6-8613-A7CEE993EE89}" type="slidenum">
              <a:rPr kumimoji="1" lang="ja-JP" altLang="en-US" smtClean="0"/>
              <a:t>13</a:t>
            </a:fld>
            <a:endParaRPr kumimoji="1" lang="ja-JP" altLang="en-US"/>
          </a:p>
        </p:txBody>
      </p:sp>
    </p:spTree>
    <p:extLst>
      <p:ext uri="{BB962C8B-B14F-4D97-AF65-F5344CB8AC3E}">
        <p14:creationId xmlns:p14="http://schemas.microsoft.com/office/powerpoint/2010/main" val="4856534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BF51CEE7229FD4E9299EADF27492C3D" ma:contentTypeVersion="15" ma:contentTypeDescription="新しいドキュメントを作成します。" ma:contentTypeScope="" ma:versionID="dfc8b943719328181e4fafa2e7fc5b2f">
  <xsd:schema xmlns:xsd="http://www.w3.org/2001/XMLSchema" xmlns:xs="http://www.w3.org/2001/XMLSchema" xmlns:p="http://schemas.microsoft.com/office/2006/metadata/properties" xmlns:ns3="975a9160-925e-4a7a-82f6-e867e0a4f88e" targetNamespace="http://schemas.microsoft.com/office/2006/metadata/properties" ma:root="true" ma:fieldsID="30cebc6e5ac3eeabd156dbf057ed1f42" ns3:_="">
    <xsd:import namespace="975a9160-925e-4a7a-82f6-e867e0a4f88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5a9160-925e-4a7a-82f6-e867e0a4f8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75a9160-925e-4a7a-82f6-e867e0a4f88e" xsi:nil="true"/>
  </documentManagement>
</p:properties>
</file>

<file path=customXml/itemProps1.xml><?xml version="1.0" encoding="utf-8"?>
<ds:datastoreItem xmlns:ds="http://schemas.openxmlformats.org/officeDocument/2006/customXml" ds:itemID="{53C158E3-0501-4ECE-9DAA-F55FEE636C65}">
  <ds:schemaRefs>
    <ds:schemaRef ds:uri="http://schemas.microsoft.com/sharepoint/v3/contenttype/forms"/>
  </ds:schemaRefs>
</ds:datastoreItem>
</file>

<file path=customXml/itemProps2.xml><?xml version="1.0" encoding="utf-8"?>
<ds:datastoreItem xmlns:ds="http://schemas.openxmlformats.org/officeDocument/2006/customXml" ds:itemID="{2E5B6535-C65D-4290-94CE-304A58C9B0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75a9160-925e-4a7a-82f6-e867e0a4f8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4D13D1-6659-4DF1-BE2A-48B7ABB7DAA6}">
  <ds:schemaRefs>
    <ds:schemaRef ds:uri="http://schemas.microsoft.com/office/2006/metadata/propertie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975a9160-925e-4a7a-82f6-e867e0a4f88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564</TotalTime>
  <Words>574</Words>
  <Application>Microsoft Office PowerPoint</Application>
  <PresentationFormat>ワイド画面</PresentationFormat>
  <Paragraphs>110</Paragraphs>
  <Slides>13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游ゴシック</vt:lpstr>
      <vt:lpstr>游ゴシック Light</vt:lpstr>
      <vt:lpstr>Arial</vt:lpstr>
      <vt:lpstr>Cambria Math</vt:lpstr>
      <vt:lpstr>Wingdings</vt:lpstr>
      <vt:lpstr>Office テーマ</vt:lpstr>
      <vt:lpstr>ニューラルネットワークを用いた手書き文字の認識</vt:lpstr>
      <vt:lpstr>1. 原理① :ニューラルネットワークの構造 </vt:lpstr>
      <vt:lpstr>1. 原理② : 勾配降下法</vt:lpstr>
      <vt:lpstr>1. 原理③ : 誤差関数の勾配</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ニューラルネットワークを用いた手書き文字の認識</dc:title>
  <dc:creator>shiba</dc:creator>
  <cp:lastModifiedBy>shiba</cp:lastModifiedBy>
  <cp:revision>1</cp:revision>
  <dcterms:created xsi:type="dcterms:W3CDTF">2024-04-10T00:48:54Z</dcterms:created>
  <dcterms:modified xsi:type="dcterms:W3CDTF">2024-04-12T03:28:47Z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0x010100EBF51CEE7229FD4E9299EADF27492C3D</vt:lpwstr>
  </property>
</Properties>
</file>
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3"/>
  </p:notesMasterIdLst>
  <p:sldIdLst>
    <p:sldId id="256" r:id="rId2"/>
    <p:sldId id="258" r:id="rId3"/>
    <p:sldId id="259" r:id="rId4"/>
    <p:sldId id="260" r:id="rId5"/>
    <p:sldId id="276" r:id="rId6"/>
    <p:sldId id="279" r:id="rId7"/>
    <p:sldId id="262" r:id="rId8"/>
    <p:sldId id="263" r:id="rId9"/>
    <p:sldId id="278" r:id="rId10"/>
    <p:sldId id="264" r:id="rId11"/>
    <p:sldId id="265" r:id="rId12"/>
    <p:sldId id="266" r:id="rId13"/>
    <p:sldId id="267" r:id="rId14"/>
    <p:sldId id="268" r:id="rId15"/>
    <p:sldId id="270" r:id="rId16"/>
    <p:sldId id="269" r:id="rId17"/>
    <p:sldId id="271" r:id="rId18"/>
    <p:sldId id="272" r:id="rId19"/>
    <p:sldId id="277" r:id="rId20"/>
    <p:sldId id="280" r:id="rId21"/>
    <p:sldId id="273" r:id="rId22"/>
    <p:sldId id="281" r:id="rId23"/>
    <p:sldId id="274" r:id="rId24"/>
    <p:sldId id="282" r:id="rId25"/>
    <p:sldId id="283" r:id="rId26"/>
    <p:sldId id="284" r:id="rId27"/>
    <p:sldId id="285" r:id="rId28"/>
    <p:sldId id="286" r:id="rId29"/>
    <p:sldId id="287" r:id="rId30"/>
    <p:sldId id="288" r:id="rId31"/>
    <p:sldId id="289"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E944B8-6551-4F04-90CB-62CF34087603}" v="3580" dt="2024-06-12T09:30:17.7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66" d="100"/>
          <a:sy n="66" d="100"/>
        </p:scale>
        <p:origin x="632"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bariku0623@icloud.com" userId="47b6e960b06a1f92" providerId="LiveId" clId="{38E944B8-6551-4F04-90CB-62CF34087603}"/>
    <pc:docChg chg="undo redo custSel addSld delSld modSld sldOrd">
      <pc:chgData name="shibariku0623@icloud.com" userId="47b6e960b06a1f92" providerId="LiveId" clId="{38E944B8-6551-4F04-90CB-62CF34087603}" dt="2024-06-14T04:00:51.144" v="20305"/>
      <pc:docMkLst>
        <pc:docMk/>
      </pc:docMkLst>
      <pc:sldChg chg="modSp ord">
        <pc:chgData name="shibariku0623@icloud.com" userId="47b6e960b06a1f92" providerId="LiveId" clId="{38E944B8-6551-4F04-90CB-62CF34087603}" dt="2024-06-14T04:00:51.144" v="20305"/>
        <pc:sldMkLst>
          <pc:docMk/>
          <pc:sldMk cId="202799406" sldId="256"/>
        </pc:sldMkLst>
        <pc:spChg chg="mod">
          <ac:chgData name="shibariku0623@icloud.com" userId="47b6e960b06a1f92" providerId="LiveId" clId="{38E944B8-6551-4F04-90CB-62CF34087603}" dt="2024-06-12T02:04:56.885" v="15023"/>
          <ac:spMkLst>
            <pc:docMk/>
            <pc:sldMk cId="202799406" sldId="256"/>
            <ac:spMk id="2" creationId="{2582CE25-4BAE-E848-7D1D-44639D6F999D}"/>
          </ac:spMkLst>
        </pc:spChg>
        <pc:spChg chg="mod">
          <ac:chgData name="shibariku0623@icloud.com" userId="47b6e960b06a1f92" providerId="LiveId" clId="{38E944B8-6551-4F04-90CB-62CF34087603}" dt="2024-06-12T02:04:56.885" v="15023"/>
          <ac:spMkLst>
            <pc:docMk/>
            <pc:sldMk cId="202799406" sldId="256"/>
            <ac:spMk id="3" creationId="{7EF376D6-6267-134A-5CA4-EBD835FE0127}"/>
          </ac:spMkLst>
        </pc:spChg>
      </pc:sldChg>
      <pc:sldChg chg="add del">
        <pc:chgData name="shibariku0623@icloud.com" userId="47b6e960b06a1f92" providerId="LiveId" clId="{38E944B8-6551-4F04-90CB-62CF34087603}" dt="2024-06-05T07:37:32.132" v="91" actId="47"/>
        <pc:sldMkLst>
          <pc:docMk/>
          <pc:sldMk cId="189140500" sldId="257"/>
        </pc:sldMkLst>
      </pc:sldChg>
      <pc:sldChg chg="del ord">
        <pc:chgData name="shibariku0623@icloud.com" userId="47b6e960b06a1f92" providerId="LiveId" clId="{38E944B8-6551-4F04-90CB-62CF34087603}" dt="2024-06-05T07:00:40.716" v="7" actId="47"/>
        <pc:sldMkLst>
          <pc:docMk/>
          <pc:sldMk cId="2599836457" sldId="257"/>
        </pc:sldMkLst>
      </pc:sldChg>
      <pc:sldChg chg="delSp modSp add del mod ord">
        <pc:chgData name="shibariku0623@icloud.com" userId="47b6e960b06a1f92" providerId="LiveId" clId="{38E944B8-6551-4F04-90CB-62CF34087603}" dt="2024-06-12T08:53:13.636" v="19692" actId="20577"/>
        <pc:sldMkLst>
          <pc:docMk/>
          <pc:sldMk cId="1911269911" sldId="258"/>
        </pc:sldMkLst>
        <pc:spChg chg="mod">
          <ac:chgData name="shibariku0623@icloud.com" userId="47b6e960b06a1f92" providerId="LiveId" clId="{38E944B8-6551-4F04-90CB-62CF34087603}" dt="2024-06-12T02:04:56.885" v="15023"/>
          <ac:spMkLst>
            <pc:docMk/>
            <pc:sldMk cId="1911269911" sldId="258"/>
            <ac:spMk id="2" creationId="{B4D64931-CFBA-BF72-1AD4-7D3E4339B9D6}"/>
          </ac:spMkLst>
        </pc:spChg>
        <pc:spChg chg="mod">
          <ac:chgData name="shibariku0623@icloud.com" userId="47b6e960b06a1f92" providerId="LiveId" clId="{38E944B8-6551-4F04-90CB-62CF34087603}" dt="2024-06-12T08:53:13.636" v="19692" actId="20577"/>
          <ac:spMkLst>
            <pc:docMk/>
            <pc:sldMk cId="1911269911" sldId="258"/>
            <ac:spMk id="3" creationId="{5F7DBCB5-2216-04E3-F8BA-2B28C5B34DA0}"/>
          </ac:spMkLst>
        </pc:spChg>
        <pc:spChg chg="del">
          <ac:chgData name="shibariku0623@icloud.com" userId="47b6e960b06a1f92" providerId="LiveId" clId="{38E944B8-6551-4F04-90CB-62CF34087603}" dt="2024-06-05T07:38:20.208" v="113" actId="478"/>
          <ac:spMkLst>
            <pc:docMk/>
            <pc:sldMk cId="1911269911" sldId="258"/>
            <ac:spMk id="4" creationId="{6C4C9C8F-4B9C-9971-0AB8-E0D1A56D8949}"/>
          </ac:spMkLst>
        </pc:spChg>
        <pc:spChg chg="mod">
          <ac:chgData name="shibariku0623@icloud.com" userId="47b6e960b06a1f92" providerId="LiveId" clId="{38E944B8-6551-4F04-90CB-62CF34087603}" dt="2024-06-12T02:19:58.592" v="15636" actId="1076"/>
          <ac:spMkLst>
            <pc:docMk/>
            <pc:sldMk cId="1911269911" sldId="258"/>
            <ac:spMk id="4" creationId="{A8A4E1B4-4B8E-3791-4FE5-7D07C234C54B}"/>
          </ac:spMkLst>
        </pc:spChg>
        <pc:spChg chg="del mod">
          <ac:chgData name="shibariku0623@icloud.com" userId="47b6e960b06a1f92" providerId="LiveId" clId="{38E944B8-6551-4F04-90CB-62CF34087603}" dt="2024-06-12T02:05:35.913" v="15025" actId="478"/>
          <ac:spMkLst>
            <pc:docMk/>
            <pc:sldMk cId="1911269911" sldId="258"/>
            <ac:spMk id="5" creationId="{8B931B9B-BE79-A8C8-4AFE-5BEEDD5A8688}"/>
          </ac:spMkLst>
        </pc:spChg>
      </pc:sldChg>
      <pc:sldChg chg="new del">
        <pc:chgData name="shibariku0623@icloud.com" userId="47b6e960b06a1f92" providerId="LiveId" clId="{38E944B8-6551-4F04-90CB-62CF34087603}" dt="2024-06-05T07:37:48.050" v="94" actId="47"/>
        <pc:sldMkLst>
          <pc:docMk/>
          <pc:sldMk cId="2493534320" sldId="259"/>
        </pc:sldMkLst>
      </pc:sldChg>
      <pc:sldChg chg="addSp delSp modSp new mod">
        <pc:chgData name="shibariku0623@icloud.com" userId="47b6e960b06a1f92" providerId="LiveId" clId="{38E944B8-6551-4F04-90CB-62CF34087603}" dt="2024-06-12T02:21:13.083" v="15638" actId="1076"/>
        <pc:sldMkLst>
          <pc:docMk/>
          <pc:sldMk cId="2789796392" sldId="259"/>
        </pc:sldMkLst>
        <pc:spChg chg="del mod">
          <ac:chgData name="shibariku0623@icloud.com" userId="47b6e960b06a1f92" providerId="LiveId" clId="{38E944B8-6551-4F04-90CB-62CF34087603}" dt="2024-06-12T02:05:29.251" v="15024" actId="478"/>
          <ac:spMkLst>
            <pc:docMk/>
            <pc:sldMk cId="2789796392" sldId="259"/>
            <ac:spMk id="2" creationId="{B12F527C-CEBD-7BB3-5AA9-D5DF6CBC84C4}"/>
          </ac:spMkLst>
        </pc:spChg>
        <pc:spChg chg="add mod">
          <ac:chgData name="shibariku0623@icloud.com" userId="47b6e960b06a1f92" providerId="LiveId" clId="{38E944B8-6551-4F04-90CB-62CF34087603}" dt="2024-06-08T10:32:00.982" v="347" actId="20577"/>
          <ac:spMkLst>
            <pc:docMk/>
            <pc:sldMk cId="2789796392" sldId="259"/>
            <ac:spMk id="3" creationId="{4C236548-D8CA-E6F4-D429-B961699BF259}"/>
          </ac:spMkLst>
        </pc:spChg>
        <pc:spChg chg="add del mod">
          <ac:chgData name="shibariku0623@icloud.com" userId="47b6e960b06a1f92" providerId="LiveId" clId="{38E944B8-6551-4F04-90CB-62CF34087603}" dt="2024-06-08T10:32:02.191" v="349"/>
          <ac:spMkLst>
            <pc:docMk/>
            <pc:sldMk cId="2789796392" sldId="259"/>
            <ac:spMk id="4" creationId="{27B1B56E-98C9-7CC3-63B4-68C6A11D432B}"/>
          </ac:spMkLst>
        </pc:spChg>
        <pc:spChg chg="add del mod">
          <ac:chgData name="shibariku0623@icloud.com" userId="47b6e960b06a1f92" providerId="LiveId" clId="{38E944B8-6551-4F04-90CB-62CF34087603}" dt="2024-06-08T10:31:45.443" v="325" actId="478"/>
          <ac:spMkLst>
            <pc:docMk/>
            <pc:sldMk cId="2789796392" sldId="259"/>
            <ac:spMk id="5" creationId="{12274876-5CB9-1B02-8CFA-1F22B0204598}"/>
          </ac:spMkLst>
        </pc:spChg>
        <pc:spChg chg="add mod">
          <ac:chgData name="shibariku0623@icloud.com" userId="47b6e960b06a1f92" providerId="LiveId" clId="{38E944B8-6551-4F04-90CB-62CF34087603}" dt="2024-06-12T02:10:38.710" v="15208" actId="1076"/>
          <ac:spMkLst>
            <pc:docMk/>
            <pc:sldMk cId="2789796392" sldId="259"/>
            <ac:spMk id="5" creationId="{A68548F4-2CB9-09A1-C1EA-F383A8E33026}"/>
          </ac:spMkLst>
        </pc:spChg>
        <pc:spChg chg="add mod">
          <ac:chgData name="shibariku0623@icloud.com" userId="47b6e960b06a1f92" providerId="LiveId" clId="{38E944B8-6551-4F04-90CB-62CF34087603}" dt="2024-06-09T14:53:47.671" v="3755" actId="14100"/>
          <ac:spMkLst>
            <pc:docMk/>
            <pc:sldMk cId="2789796392" sldId="259"/>
            <ac:spMk id="6" creationId="{B989A86D-E158-78EA-A475-2489232A4F3E}"/>
          </ac:spMkLst>
        </pc:spChg>
        <pc:spChg chg="mod">
          <ac:chgData name="shibariku0623@icloud.com" userId="47b6e960b06a1f92" providerId="LiveId" clId="{38E944B8-6551-4F04-90CB-62CF34087603}" dt="2024-06-12T02:21:13.083" v="15638" actId="1076"/>
          <ac:spMkLst>
            <pc:docMk/>
            <pc:sldMk cId="2789796392" sldId="259"/>
            <ac:spMk id="7" creationId="{9767A2D0-919C-5224-27D9-186C66B7E4BC}"/>
          </ac:spMkLst>
        </pc:spChg>
        <pc:spChg chg="add del mod">
          <ac:chgData name="shibariku0623@icloud.com" userId="47b6e960b06a1f92" providerId="LiveId" clId="{38E944B8-6551-4F04-90CB-62CF34087603}" dt="2024-06-12T02:10:20.073" v="15202" actId="478"/>
          <ac:spMkLst>
            <pc:docMk/>
            <pc:sldMk cId="2789796392" sldId="259"/>
            <ac:spMk id="17" creationId="{BD25BC32-0F5C-F52E-C8AD-0EF9986DD032}"/>
          </ac:spMkLst>
        </pc:spChg>
        <pc:spChg chg="add del mod">
          <ac:chgData name="shibariku0623@icloud.com" userId="47b6e960b06a1f92" providerId="LiveId" clId="{38E944B8-6551-4F04-90CB-62CF34087603}" dt="2024-06-08T10:58:48.515" v="584"/>
          <ac:spMkLst>
            <pc:docMk/>
            <pc:sldMk cId="2789796392" sldId="259"/>
            <ac:spMk id="18" creationId="{985A78B0-0A45-54CC-1F09-9C950CABC3BE}"/>
          </ac:spMkLst>
        </pc:spChg>
        <pc:spChg chg="add mod">
          <ac:chgData name="shibariku0623@icloud.com" userId="47b6e960b06a1f92" providerId="LiveId" clId="{38E944B8-6551-4F04-90CB-62CF34087603}" dt="2024-06-08T11:02:34.454" v="828" actId="1076"/>
          <ac:spMkLst>
            <pc:docMk/>
            <pc:sldMk cId="2789796392" sldId="259"/>
            <ac:spMk id="19" creationId="{CBD54FE4-76CC-71C5-A607-0F94D94BFCDC}"/>
          </ac:spMkLst>
        </pc:spChg>
        <pc:picChg chg="add del mod">
          <ac:chgData name="shibariku0623@icloud.com" userId="47b6e960b06a1f92" providerId="LiveId" clId="{38E944B8-6551-4F04-90CB-62CF34087603}" dt="2024-06-08T10:41:15.332" v="401" actId="478"/>
          <ac:picMkLst>
            <pc:docMk/>
            <pc:sldMk cId="2789796392" sldId="259"/>
            <ac:picMk id="8" creationId="{1A62381F-F27F-A0B6-C1D2-7FC54B8A9A46}"/>
          </ac:picMkLst>
        </pc:picChg>
        <pc:picChg chg="add del mod">
          <ac:chgData name="shibariku0623@icloud.com" userId="47b6e960b06a1f92" providerId="LiveId" clId="{38E944B8-6551-4F04-90CB-62CF34087603}" dt="2024-06-08T10:46:44.186" v="404" actId="478"/>
          <ac:picMkLst>
            <pc:docMk/>
            <pc:sldMk cId="2789796392" sldId="259"/>
            <ac:picMk id="10" creationId="{6F8FFF74-E300-AF8F-53A5-346676ACFB31}"/>
          </ac:picMkLst>
        </pc:picChg>
        <pc:picChg chg="add del mod">
          <ac:chgData name="shibariku0623@icloud.com" userId="47b6e960b06a1f92" providerId="LiveId" clId="{38E944B8-6551-4F04-90CB-62CF34087603}" dt="2024-06-08T10:47:43.672" v="407" actId="478"/>
          <ac:picMkLst>
            <pc:docMk/>
            <pc:sldMk cId="2789796392" sldId="259"/>
            <ac:picMk id="12" creationId="{D54DDF39-E3F1-1030-A5F9-4608D3C768EE}"/>
          </ac:picMkLst>
        </pc:picChg>
        <pc:picChg chg="add del mod">
          <ac:chgData name="shibariku0623@icloud.com" userId="47b6e960b06a1f92" providerId="LiveId" clId="{38E944B8-6551-4F04-90CB-62CF34087603}" dt="2024-06-08T10:48:41.641" v="409" actId="478"/>
          <ac:picMkLst>
            <pc:docMk/>
            <pc:sldMk cId="2789796392" sldId="259"/>
            <ac:picMk id="14" creationId="{9F28247C-86A6-FA48-F667-F6EE92EF5436}"/>
          </ac:picMkLst>
        </pc:picChg>
        <pc:picChg chg="add mod modCrop">
          <ac:chgData name="shibariku0623@icloud.com" userId="47b6e960b06a1f92" providerId="LiveId" clId="{38E944B8-6551-4F04-90CB-62CF34087603}" dt="2024-06-08T11:02:37.858" v="829" actId="1076"/>
          <ac:picMkLst>
            <pc:docMk/>
            <pc:sldMk cId="2789796392" sldId="259"/>
            <ac:picMk id="16" creationId="{1058883E-187D-2513-BB08-57EBBACA6F3F}"/>
          </ac:picMkLst>
        </pc:picChg>
      </pc:sldChg>
      <pc:sldChg chg="addSp delSp modSp add mod">
        <pc:chgData name="shibariku0623@icloud.com" userId="47b6e960b06a1f92" providerId="LiveId" clId="{38E944B8-6551-4F04-90CB-62CF34087603}" dt="2024-06-12T02:22:19.478" v="15640" actId="1076"/>
        <pc:sldMkLst>
          <pc:docMk/>
          <pc:sldMk cId="75969244" sldId="260"/>
        </pc:sldMkLst>
        <pc:spChg chg="del mod">
          <ac:chgData name="shibariku0623@icloud.com" userId="47b6e960b06a1f92" providerId="LiveId" clId="{38E944B8-6551-4F04-90CB-62CF34087603}" dt="2024-06-12T02:05:42.942" v="15027" actId="478"/>
          <ac:spMkLst>
            <pc:docMk/>
            <pc:sldMk cId="75969244" sldId="260"/>
            <ac:spMk id="2" creationId="{B12F527C-CEBD-7BB3-5AA9-D5DF6CBC84C4}"/>
          </ac:spMkLst>
        </pc:spChg>
        <pc:spChg chg="add del mod">
          <ac:chgData name="shibariku0623@icloud.com" userId="47b6e960b06a1f92" providerId="LiveId" clId="{38E944B8-6551-4F04-90CB-62CF34087603}" dt="2024-06-12T02:11:12.541" v="15218" actId="478"/>
          <ac:spMkLst>
            <pc:docMk/>
            <pc:sldMk cId="75969244" sldId="260"/>
            <ac:spMk id="4" creationId="{BD6DD4FE-3685-5580-91B4-7E9AD7B78E23}"/>
          </ac:spMkLst>
        </pc:spChg>
        <pc:spChg chg="mod">
          <ac:chgData name="shibariku0623@icloud.com" userId="47b6e960b06a1f92" providerId="LiveId" clId="{38E944B8-6551-4F04-90CB-62CF34087603}" dt="2024-06-12T01:58:32.013" v="15021" actId="20577"/>
          <ac:spMkLst>
            <pc:docMk/>
            <pc:sldMk cId="75969244" sldId="260"/>
            <ac:spMk id="6" creationId="{B989A86D-E158-78EA-A475-2489232A4F3E}"/>
          </ac:spMkLst>
        </pc:spChg>
        <pc:spChg chg="add mod">
          <ac:chgData name="shibariku0623@icloud.com" userId="47b6e960b06a1f92" providerId="LiveId" clId="{38E944B8-6551-4F04-90CB-62CF34087603}" dt="2024-06-08T11:10:08.396" v="1525" actId="20577"/>
          <ac:spMkLst>
            <pc:docMk/>
            <pc:sldMk cId="75969244" sldId="260"/>
            <ac:spMk id="7" creationId="{2C69A2CE-A7F7-8893-82DF-6CDCC7B03737}"/>
          </ac:spMkLst>
        </pc:spChg>
        <pc:spChg chg="add mod">
          <ac:chgData name="shibariku0623@icloud.com" userId="47b6e960b06a1f92" providerId="LiveId" clId="{38E944B8-6551-4F04-90CB-62CF34087603}" dt="2024-06-12T02:11:23.397" v="15222" actId="20577"/>
          <ac:spMkLst>
            <pc:docMk/>
            <pc:sldMk cId="75969244" sldId="260"/>
            <ac:spMk id="8" creationId="{4CAE00AF-C64A-6B5E-2496-48DBC88DF565}"/>
          </ac:spMkLst>
        </pc:spChg>
        <pc:spChg chg="mod">
          <ac:chgData name="shibariku0623@icloud.com" userId="47b6e960b06a1f92" providerId="LiveId" clId="{38E944B8-6551-4F04-90CB-62CF34087603}" dt="2024-06-12T02:22:19.478" v="15640" actId="1076"/>
          <ac:spMkLst>
            <pc:docMk/>
            <pc:sldMk cId="75969244" sldId="260"/>
            <ac:spMk id="9" creationId="{42CF73B9-2C2C-8980-B682-79A5DD6A433A}"/>
          </ac:spMkLst>
        </pc:spChg>
        <pc:spChg chg="del mod">
          <ac:chgData name="shibariku0623@icloud.com" userId="47b6e960b06a1f92" providerId="LiveId" clId="{38E944B8-6551-4F04-90CB-62CF34087603}" dt="2024-06-12T02:11:19.381" v="15219" actId="478"/>
          <ac:spMkLst>
            <pc:docMk/>
            <pc:sldMk cId="75969244" sldId="260"/>
            <ac:spMk id="17" creationId="{BD25BC32-0F5C-F52E-C8AD-0EF9986DD032}"/>
          </ac:spMkLst>
        </pc:spChg>
        <pc:picChg chg="add mod modCrop">
          <ac:chgData name="shibariku0623@icloud.com" userId="47b6e960b06a1f92" providerId="LiveId" clId="{38E944B8-6551-4F04-90CB-62CF34087603}" dt="2024-06-08T11:04:50.884" v="1157" actId="1076"/>
          <ac:picMkLst>
            <pc:docMk/>
            <pc:sldMk cId="75969244" sldId="260"/>
            <ac:picMk id="5" creationId="{99C89084-2385-11B5-51AD-B2DE25F340C4}"/>
          </ac:picMkLst>
        </pc:picChg>
        <pc:picChg chg="del">
          <ac:chgData name="shibariku0623@icloud.com" userId="47b6e960b06a1f92" providerId="LiveId" clId="{38E944B8-6551-4F04-90CB-62CF34087603}" dt="2024-06-08T10:55:01.107" v="562" actId="478"/>
          <ac:picMkLst>
            <pc:docMk/>
            <pc:sldMk cId="75969244" sldId="260"/>
            <ac:picMk id="16" creationId="{1058883E-187D-2513-BB08-57EBBACA6F3F}"/>
          </ac:picMkLst>
        </pc:picChg>
      </pc:sldChg>
      <pc:sldChg chg="addSp delSp modSp add del mod">
        <pc:chgData name="shibariku0623@icloud.com" userId="47b6e960b06a1f92" providerId="LiveId" clId="{38E944B8-6551-4F04-90CB-62CF34087603}" dt="2024-06-05T07:39:24.813" v="115" actId="47"/>
        <pc:sldMkLst>
          <pc:docMk/>
          <pc:sldMk cId="3508562337" sldId="260"/>
        </pc:sldMkLst>
        <pc:spChg chg="add mod">
          <ac:chgData name="shibariku0623@icloud.com" userId="47b6e960b06a1f92" providerId="LiveId" clId="{38E944B8-6551-4F04-90CB-62CF34087603}" dt="2024-06-05T07:39:21.998" v="114" actId="478"/>
          <ac:spMkLst>
            <pc:docMk/>
            <pc:sldMk cId="3508562337" sldId="260"/>
            <ac:spMk id="4" creationId="{FAB1C42E-1243-F6DA-369C-AD23940FD86E}"/>
          </ac:spMkLst>
        </pc:spChg>
        <pc:spChg chg="del mod">
          <ac:chgData name="shibariku0623@icloud.com" userId="47b6e960b06a1f92" providerId="LiveId" clId="{38E944B8-6551-4F04-90CB-62CF34087603}" dt="2024-06-05T07:39:21.998" v="114" actId="478"/>
          <ac:spMkLst>
            <pc:docMk/>
            <pc:sldMk cId="3508562337" sldId="260"/>
            <ac:spMk id="5" creationId="{597985CF-5781-36F8-FFA2-65137CC3D067}"/>
          </ac:spMkLst>
        </pc:spChg>
        <pc:picChg chg="del">
          <ac:chgData name="shibariku0623@icloud.com" userId="47b6e960b06a1f92" providerId="LiveId" clId="{38E944B8-6551-4F04-90CB-62CF34087603}" dt="2024-06-05T07:37:54.601" v="95" actId="478"/>
          <ac:picMkLst>
            <pc:docMk/>
            <pc:sldMk cId="3508562337" sldId="260"/>
            <ac:picMk id="12" creationId="{68A989E8-0B42-E2A3-B5B0-9AE2AA6AB706}"/>
          </ac:picMkLst>
        </pc:picChg>
      </pc:sldChg>
      <pc:sldChg chg="delSp modSp add del mod">
        <pc:chgData name="shibariku0623@icloud.com" userId="47b6e960b06a1f92" providerId="LiveId" clId="{38E944B8-6551-4F04-90CB-62CF34087603}" dt="2024-06-12T02:12:53.199" v="15248" actId="47"/>
        <pc:sldMkLst>
          <pc:docMk/>
          <pc:sldMk cId="3830117552" sldId="261"/>
        </pc:sldMkLst>
        <pc:spChg chg="del mod">
          <ac:chgData name="shibariku0623@icloud.com" userId="47b6e960b06a1f92" providerId="LiveId" clId="{38E944B8-6551-4F04-90CB-62CF34087603}" dt="2024-06-12T02:05:49.603" v="15028" actId="478"/>
          <ac:spMkLst>
            <pc:docMk/>
            <pc:sldMk cId="3830117552" sldId="261"/>
            <ac:spMk id="2" creationId="{B12F527C-CEBD-7BB3-5AA9-D5DF6CBC84C4}"/>
          </ac:spMkLst>
        </pc:spChg>
        <pc:spChg chg="mod">
          <ac:chgData name="shibariku0623@icloud.com" userId="47b6e960b06a1f92" providerId="LiveId" clId="{38E944B8-6551-4F04-90CB-62CF34087603}" dt="2024-06-08T11:17:46.865" v="1649" actId="20577"/>
          <ac:spMkLst>
            <pc:docMk/>
            <pc:sldMk cId="3830117552" sldId="261"/>
            <ac:spMk id="3" creationId="{4C236548-D8CA-E6F4-D429-B961699BF259}"/>
          </ac:spMkLst>
        </pc:spChg>
        <pc:spChg chg="mod">
          <ac:chgData name="shibariku0623@icloud.com" userId="47b6e960b06a1f92" providerId="LiveId" clId="{38E944B8-6551-4F04-90CB-62CF34087603}" dt="2024-06-08T17:45:55.664" v="2103" actId="20577"/>
          <ac:spMkLst>
            <pc:docMk/>
            <pc:sldMk cId="3830117552" sldId="261"/>
            <ac:spMk id="6" creationId="{B989A86D-E158-78EA-A475-2489232A4F3E}"/>
          </ac:spMkLst>
        </pc:spChg>
        <pc:spChg chg="del mod">
          <ac:chgData name="shibariku0623@icloud.com" userId="47b6e960b06a1f92" providerId="LiveId" clId="{38E944B8-6551-4F04-90CB-62CF34087603}" dt="2024-06-08T11:21:59.500" v="1904" actId="478"/>
          <ac:spMkLst>
            <pc:docMk/>
            <pc:sldMk cId="3830117552" sldId="261"/>
            <ac:spMk id="7" creationId="{2C69A2CE-A7F7-8893-82DF-6CDCC7B03737}"/>
          </ac:spMkLst>
        </pc:spChg>
        <pc:spChg chg="del">
          <ac:chgData name="shibariku0623@icloud.com" userId="47b6e960b06a1f92" providerId="LiveId" clId="{38E944B8-6551-4F04-90CB-62CF34087603}" dt="2024-06-08T11:22:05.547" v="1906" actId="478"/>
          <ac:spMkLst>
            <pc:docMk/>
            <pc:sldMk cId="3830117552" sldId="261"/>
            <ac:spMk id="17" creationId="{BD25BC32-0F5C-F52E-C8AD-0EF9986DD032}"/>
          </ac:spMkLst>
        </pc:spChg>
        <pc:picChg chg="del">
          <ac:chgData name="shibariku0623@icloud.com" userId="47b6e960b06a1f92" providerId="LiveId" clId="{38E944B8-6551-4F04-90CB-62CF34087603}" dt="2024-06-08T11:11:35.134" v="1527" actId="478"/>
          <ac:picMkLst>
            <pc:docMk/>
            <pc:sldMk cId="3830117552" sldId="261"/>
            <ac:picMk id="5" creationId="{99C89084-2385-11B5-51AD-B2DE25F340C4}"/>
          </ac:picMkLst>
        </pc:picChg>
      </pc:sldChg>
      <pc:sldChg chg="addSp delSp modSp add mod">
        <pc:chgData name="shibariku0623@icloud.com" userId="47b6e960b06a1f92" providerId="LiveId" clId="{38E944B8-6551-4F04-90CB-62CF34087603}" dt="2024-06-12T04:00:53.981" v="15754" actId="113"/>
        <pc:sldMkLst>
          <pc:docMk/>
          <pc:sldMk cId="2906938757" sldId="262"/>
        </pc:sldMkLst>
        <pc:spChg chg="del mod">
          <ac:chgData name="shibariku0623@icloud.com" userId="47b6e960b06a1f92" providerId="LiveId" clId="{38E944B8-6551-4F04-90CB-62CF34087603}" dt="2024-06-12T02:06:04.897" v="15030" actId="478"/>
          <ac:spMkLst>
            <pc:docMk/>
            <pc:sldMk cId="2906938757" sldId="262"/>
            <ac:spMk id="2" creationId="{B12F527C-CEBD-7BB3-5AA9-D5DF6CBC84C4}"/>
          </ac:spMkLst>
        </pc:spChg>
        <pc:spChg chg="mod">
          <ac:chgData name="shibariku0623@icloud.com" userId="47b6e960b06a1f92" providerId="LiveId" clId="{38E944B8-6551-4F04-90CB-62CF34087603}" dt="2024-06-08T17:46:05.811" v="2111" actId="27636"/>
          <ac:spMkLst>
            <pc:docMk/>
            <pc:sldMk cId="2906938757" sldId="262"/>
            <ac:spMk id="3" creationId="{4C236548-D8CA-E6F4-D429-B961699BF259}"/>
          </ac:spMkLst>
        </pc:spChg>
        <pc:spChg chg="add mod">
          <ac:chgData name="shibariku0623@icloud.com" userId="47b6e960b06a1f92" providerId="LiveId" clId="{38E944B8-6551-4F04-90CB-62CF34087603}" dt="2024-06-12T03:59:27.400" v="15736" actId="20577"/>
          <ac:spMkLst>
            <pc:docMk/>
            <pc:sldMk cId="2906938757" sldId="262"/>
            <ac:spMk id="4" creationId="{51D3236E-0AC3-10B6-C212-CFC8DDAD8551}"/>
          </ac:spMkLst>
        </pc:spChg>
        <pc:spChg chg="add mod">
          <ac:chgData name="shibariku0623@icloud.com" userId="47b6e960b06a1f92" providerId="LiveId" clId="{38E944B8-6551-4F04-90CB-62CF34087603}" dt="2024-06-11T03:26:54.573" v="10161" actId="14100"/>
          <ac:spMkLst>
            <pc:docMk/>
            <pc:sldMk cId="2906938757" sldId="262"/>
            <ac:spMk id="5" creationId="{3421948B-0522-2679-EE35-065D8A7C625D}"/>
          </ac:spMkLst>
        </pc:spChg>
        <pc:spChg chg="add mod">
          <ac:chgData name="shibariku0623@icloud.com" userId="47b6e960b06a1f92" providerId="LiveId" clId="{38E944B8-6551-4F04-90CB-62CF34087603}" dt="2024-06-12T04:00:53.981" v="15754" actId="113"/>
          <ac:spMkLst>
            <pc:docMk/>
            <pc:sldMk cId="2906938757" sldId="262"/>
            <ac:spMk id="6" creationId="{50444E1D-98DD-8E06-057C-FE8B3D688358}"/>
          </ac:spMkLst>
        </pc:spChg>
        <pc:spChg chg="del">
          <ac:chgData name="shibariku0623@icloud.com" userId="47b6e960b06a1f92" providerId="LiveId" clId="{38E944B8-6551-4F04-90CB-62CF34087603}" dt="2024-06-08T11:24:48.186" v="2068" actId="478"/>
          <ac:spMkLst>
            <pc:docMk/>
            <pc:sldMk cId="2906938757" sldId="262"/>
            <ac:spMk id="6" creationId="{B989A86D-E158-78EA-A475-2489232A4F3E}"/>
          </ac:spMkLst>
        </pc:spChg>
        <pc:spChg chg="add del mod">
          <ac:chgData name="shibariku0623@icloud.com" userId="47b6e960b06a1f92" providerId="LiveId" clId="{38E944B8-6551-4F04-90CB-62CF34087603}" dt="2024-06-12T02:10:54.926" v="15210" actId="478"/>
          <ac:spMkLst>
            <pc:docMk/>
            <pc:sldMk cId="2906938757" sldId="262"/>
            <ac:spMk id="9" creationId="{E75F32BB-0D80-FDEC-C4B2-2B3FA04EAE7E}"/>
          </ac:spMkLst>
        </pc:spChg>
        <pc:spChg chg="add del mod">
          <ac:chgData name="shibariku0623@icloud.com" userId="47b6e960b06a1f92" providerId="LiveId" clId="{38E944B8-6551-4F04-90CB-62CF34087603}" dt="2024-06-08T18:17:46.355" v="3013" actId="478"/>
          <ac:spMkLst>
            <pc:docMk/>
            <pc:sldMk cId="2906938757" sldId="262"/>
            <ac:spMk id="10" creationId="{00DA4038-6306-4C97-5A78-F58128AF2C5F}"/>
          </ac:spMkLst>
        </pc:spChg>
        <pc:spChg chg="add mod">
          <ac:chgData name="shibariku0623@icloud.com" userId="47b6e960b06a1f92" providerId="LiveId" clId="{38E944B8-6551-4F04-90CB-62CF34087603}" dt="2024-06-12T02:10:58.805" v="15214" actId="20577"/>
          <ac:spMkLst>
            <pc:docMk/>
            <pc:sldMk cId="2906938757" sldId="262"/>
            <ac:spMk id="10" creationId="{46E768AC-C456-0A38-6C93-D0ECFB32AD2C}"/>
          </ac:spMkLst>
        </pc:spChg>
        <pc:spChg chg="mod">
          <ac:chgData name="shibariku0623@icloud.com" userId="47b6e960b06a1f92" providerId="LiveId" clId="{38E944B8-6551-4F04-90CB-62CF34087603}" dt="2024-06-12T02:23:10.938" v="15646" actId="1076"/>
          <ac:spMkLst>
            <pc:docMk/>
            <pc:sldMk cId="2906938757" sldId="262"/>
            <ac:spMk id="11" creationId="{9478BDC8-69F0-1994-ECEE-3BC1E7E54714}"/>
          </ac:spMkLst>
        </pc:spChg>
        <pc:picChg chg="add mod modCrop">
          <ac:chgData name="shibariku0623@icloud.com" userId="47b6e960b06a1f92" providerId="LiveId" clId="{38E944B8-6551-4F04-90CB-62CF34087603}" dt="2024-06-12T03:59:46.743" v="15737" actId="1076"/>
          <ac:picMkLst>
            <pc:docMk/>
            <pc:sldMk cId="2906938757" sldId="262"/>
            <ac:picMk id="8" creationId="{F1E92D46-A225-F08B-981D-7076C11E057E}"/>
          </ac:picMkLst>
        </pc:picChg>
        <pc:cxnChg chg="add del mod">
          <ac:chgData name="shibariku0623@icloud.com" userId="47b6e960b06a1f92" providerId="LiveId" clId="{38E944B8-6551-4F04-90CB-62CF34087603}" dt="2024-06-08T18:17:43.934" v="3012" actId="478"/>
          <ac:cxnSpMkLst>
            <pc:docMk/>
            <pc:sldMk cId="2906938757" sldId="262"/>
            <ac:cxnSpMk id="8" creationId="{F72B20F5-9D0E-A6BB-3D05-2C4918DC6297}"/>
          </ac:cxnSpMkLst>
        </pc:cxnChg>
      </pc:sldChg>
      <pc:sldChg chg="addSp delSp modSp add mod ord modAnim">
        <pc:chgData name="shibariku0623@icloud.com" userId="47b6e960b06a1f92" providerId="LiveId" clId="{38E944B8-6551-4F04-90CB-62CF34087603}" dt="2024-06-12T04:04:25.799" v="15773" actId="1076"/>
        <pc:sldMkLst>
          <pc:docMk/>
          <pc:sldMk cId="2571503646" sldId="263"/>
        </pc:sldMkLst>
        <pc:spChg chg="del mod">
          <ac:chgData name="shibariku0623@icloud.com" userId="47b6e960b06a1f92" providerId="LiveId" clId="{38E944B8-6551-4F04-90CB-62CF34087603}" dt="2024-06-12T02:06:09.256" v="15031" actId="478"/>
          <ac:spMkLst>
            <pc:docMk/>
            <pc:sldMk cId="2571503646" sldId="263"/>
            <ac:spMk id="2" creationId="{B12F527C-CEBD-7BB3-5AA9-D5DF6CBC84C4}"/>
          </ac:spMkLst>
        </pc:spChg>
        <pc:spChg chg="mod">
          <ac:chgData name="shibariku0623@icloud.com" userId="47b6e960b06a1f92" providerId="LiveId" clId="{38E944B8-6551-4F04-90CB-62CF34087603}" dt="2024-06-08T18:16:58.017" v="3005" actId="1076"/>
          <ac:spMkLst>
            <pc:docMk/>
            <pc:sldMk cId="2571503646" sldId="263"/>
            <ac:spMk id="3" creationId="{4C236548-D8CA-E6F4-D429-B961699BF259}"/>
          </ac:spMkLst>
        </pc:spChg>
        <pc:spChg chg="del mod">
          <ac:chgData name="shibariku0623@icloud.com" userId="47b6e960b06a1f92" providerId="LiveId" clId="{38E944B8-6551-4F04-90CB-62CF34087603}" dt="2024-06-08T18:17:03.162" v="3007" actId="478"/>
          <ac:spMkLst>
            <pc:docMk/>
            <pc:sldMk cId="2571503646" sldId="263"/>
            <ac:spMk id="4" creationId="{51D3236E-0AC3-10B6-C212-CFC8DDAD8551}"/>
          </ac:spMkLst>
        </pc:spChg>
        <pc:spChg chg="add del mod">
          <ac:chgData name="shibariku0623@icloud.com" userId="47b6e960b06a1f92" providerId="LiveId" clId="{38E944B8-6551-4F04-90CB-62CF34087603}" dt="2024-06-12T02:11:06.375" v="15216" actId="478"/>
          <ac:spMkLst>
            <pc:docMk/>
            <pc:sldMk cId="2571503646" sldId="263"/>
            <ac:spMk id="4" creationId="{F0DF95F6-187E-D4F0-02AD-74E8AE552A9D}"/>
          </ac:spMkLst>
        </pc:spChg>
        <pc:spChg chg="mod">
          <ac:chgData name="shibariku0623@icloud.com" userId="47b6e960b06a1f92" providerId="LiveId" clId="{38E944B8-6551-4F04-90CB-62CF34087603}" dt="2024-06-12T02:23:33.395" v="15648" actId="1076"/>
          <ac:spMkLst>
            <pc:docMk/>
            <pc:sldMk cId="2571503646" sldId="263"/>
            <ac:spMk id="5" creationId="{134EE083-17BB-FB2F-834E-D15B63D78088}"/>
          </ac:spMkLst>
        </pc:spChg>
        <pc:spChg chg="del mod">
          <ac:chgData name="shibariku0623@icloud.com" userId="47b6e960b06a1f92" providerId="LiveId" clId="{38E944B8-6551-4F04-90CB-62CF34087603}" dt="2024-06-08T18:17:00.179" v="3006" actId="478"/>
          <ac:spMkLst>
            <pc:docMk/>
            <pc:sldMk cId="2571503646" sldId="263"/>
            <ac:spMk id="5" creationId="{3421948B-0522-2679-EE35-065D8A7C625D}"/>
          </ac:spMkLst>
        </pc:spChg>
        <pc:spChg chg="mod">
          <ac:chgData name="shibariku0623@icloud.com" userId="47b6e960b06a1f92" providerId="LiveId" clId="{38E944B8-6551-4F04-90CB-62CF34087603}" dt="2024-06-09T14:59:42.265" v="4115" actId="1076"/>
          <ac:spMkLst>
            <pc:docMk/>
            <pc:sldMk cId="2571503646" sldId="263"/>
            <ac:spMk id="6" creationId="{50444E1D-98DD-8E06-057C-FE8B3D688358}"/>
          </ac:spMkLst>
        </pc:spChg>
        <pc:spChg chg="add mod">
          <ac:chgData name="shibariku0623@icloud.com" userId="47b6e960b06a1f92" providerId="LiveId" clId="{38E944B8-6551-4F04-90CB-62CF34087603}" dt="2024-06-12T04:02:49.111" v="15772" actId="20577"/>
          <ac:spMkLst>
            <pc:docMk/>
            <pc:sldMk cId="2571503646" sldId="263"/>
            <ac:spMk id="8" creationId="{EA8A3C27-FEBF-52F9-A461-019405D85628}"/>
          </ac:spMkLst>
        </pc:spChg>
        <pc:spChg chg="add mod">
          <ac:chgData name="shibariku0623@icloud.com" userId="47b6e960b06a1f92" providerId="LiveId" clId="{38E944B8-6551-4F04-90CB-62CF34087603}" dt="2024-06-08T18:27:34.195" v="3342" actId="1076"/>
          <ac:spMkLst>
            <pc:docMk/>
            <pc:sldMk cId="2571503646" sldId="263"/>
            <ac:spMk id="11" creationId="{F9AFF57F-6531-1C20-05EE-29FB348FE37A}"/>
          </ac:spMkLst>
        </pc:spChg>
        <pc:spChg chg="add mod">
          <ac:chgData name="shibariku0623@icloud.com" userId="47b6e960b06a1f92" providerId="LiveId" clId="{38E944B8-6551-4F04-90CB-62CF34087603}" dt="2024-06-12T04:04:25.799" v="15773" actId="1076"/>
          <ac:spMkLst>
            <pc:docMk/>
            <pc:sldMk cId="2571503646" sldId="263"/>
            <ac:spMk id="12" creationId="{0EF1263C-0363-FB2E-D505-B1F6DD35BEA7}"/>
          </ac:spMkLst>
        </pc:spChg>
        <pc:picChg chg="add mod modCrop">
          <ac:chgData name="shibariku0623@icloud.com" userId="47b6e960b06a1f92" providerId="LiveId" clId="{38E944B8-6551-4F04-90CB-62CF34087603}" dt="2024-06-08T18:28:36.978" v="3348" actId="1076"/>
          <ac:picMkLst>
            <pc:docMk/>
            <pc:sldMk cId="2571503646" sldId="263"/>
            <ac:picMk id="10" creationId="{54B71FC3-6DCE-B5E3-AF4A-16BD4E620E26}"/>
          </ac:picMkLst>
        </pc:picChg>
        <pc:picChg chg="add mod">
          <ac:chgData name="shibariku0623@icloud.com" userId="47b6e960b06a1f92" providerId="LiveId" clId="{38E944B8-6551-4F04-90CB-62CF34087603}" dt="2024-06-08T18:28:18.257" v="3346" actId="1076"/>
          <ac:picMkLst>
            <pc:docMk/>
            <pc:sldMk cId="2571503646" sldId="263"/>
            <ac:picMk id="13" creationId="{C6103647-AF23-CF7C-91C2-333469FA7A98}"/>
          </ac:picMkLst>
        </pc:picChg>
        <pc:picChg chg="add mod">
          <ac:chgData name="shibariku0623@icloud.com" userId="47b6e960b06a1f92" providerId="LiveId" clId="{38E944B8-6551-4F04-90CB-62CF34087603}" dt="2024-06-08T18:28:11.339" v="3345" actId="1076"/>
          <ac:picMkLst>
            <pc:docMk/>
            <pc:sldMk cId="2571503646" sldId="263"/>
            <ac:picMk id="14" creationId="{E3DCDE7F-A1CB-05C5-CD15-F028B1A65C7E}"/>
          </ac:picMkLst>
        </pc:picChg>
        <pc:cxnChg chg="add mod">
          <ac:chgData name="shibariku0623@icloud.com" userId="47b6e960b06a1f92" providerId="LiveId" clId="{38E944B8-6551-4F04-90CB-62CF34087603}" dt="2024-06-08T18:25:13.913" v="3322" actId="1076"/>
          <ac:cxnSpMkLst>
            <pc:docMk/>
            <pc:sldMk cId="2571503646" sldId="263"/>
            <ac:cxnSpMk id="7" creationId="{E6A01537-118C-95D1-B52E-4F7520391217}"/>
          </ac:cxnSpMkLst>
        </pc:cxnChg>
      </pc:sldChg>
      <pc:sldChg chg="addSp delSp modSp add mod delAnim">
        <pc:chgData name="shibariku0623@icloud.com" userId="47b6e960b06a1f92" providerId="LiveId" clId="{38E944B8-6551-4F04-90CB-62CF34087603}" dt="2024-06-12T04:15:07.909" v="15893" actId="255"/>
        <pc:sldMkLst>
          <pc:docMk/>
          <pc:sldMk cId="2455925162" sldId="264"/>
        </pc:sldMkLst>
        <pc:spChg chg="del mod">
          <ac:chgData name="shibariku0623@icloud.com" userId="47b6e960b06a1f92" providerId="LiveId" clId="{38E944B8-6551-4F04-90CB-62CF34087603}" dt="2024-06-12T02:06:14.871" v="15033" actId="478"/>
          <ac:spMkLst>
            <pc:docMk/>
            <pc:sldMk cId="2455925162" sldId="264"/>
            <ac:spMk id="2" creationId="{B12F527C-CEBD-7BB3-5AA9-D5DF6CBC84C4}"/>
          </ac:spMkLst>
        </pc:spChg>
        <pc:spChg chg="mod">
          <ac:chgData name="shibariku0623@icloud.com" userId="47b6e960b06a1f92" providerId="LiveId" clId="{38E944B8-6551-4F04-90CB-62CF34087603}" dt="2024-06-09T14:56:50.216" v="3851" actId="255"/>
          <ac:spMkLst>
            <pc:docMk/>
            <pc:sldMk cId="2455925162" sldId="264"/>
            <ac:spMk id="3" creationId="{4C236548-D8CA-E6F4-D429-B961699BF259}"/>
          </ac:spMkLst>
        </pc:spChg>
        <pc:spChg chg="mod">
          <ac:chgData name="shibariku0623@icloud.com" userId="47b6e960b06a1f92" providerId="LiveId" clId="{38E944B8-6551-4F04-90CB-62CF34087603}" dt="2024-06-12T02:24:07.348" v="15655" actId="1076"/>
          <ac:spMkLst>
            <pc:docMk/>
            <pc:sldMk cId="2455925162" sldId="264"/>
            <ac:spMk id="4" creationId="{E8C59E6F-FB81-0651-B310-D5E9F7397094}"/>
          </ac:spMkLst>
        </pc:spChg>
        <pc:spChg chg="add del mod">
          <ac:chgData name="shibariku0623@icloud.com" userId="47b6e960b06a1f92" providerId="LiveId" clId="{38E944B8-6551-4F04-90CB-62CF34087603}" dt="2024-06-09T15:00:15.304" v="4120" actId="478"/>
          <ac:spMkLst>
            <pc:docMk/>
            <pc:sldMk cId="2455925162" sldId="264"/>
            <ac:spMk id="5" creationId="{49958FBE-1FD2-01C0-559D-3A115929C18E}"/>
          </ac:spMkLst>
        </pc:spChg>
        <pc:spChg chg="mod">
          <ac:chgData name="shibariku0623@icloud.com" userId="47b6e960b06a1f92" providerId="LiveId" clId="{38E944B8-6551-4F04-90CB-62CF34087603}" dt="2024-06-09T15:00:57.872" v="4145" actId="1076"/>
          <ac:spMkLst>
            <pc:docMk/>
            <pc:sldMk cId="2455925162" sldId="264"/>
            <ac:spMk id="6" creationId="{50444E1D-98DD-8E06-057C-FE8B3D688358}"/>
          </ac:spMkLst>
        </pc:spChg>
        <pc:spChg chg="del">
          <ac:chgData name="shibariku0623@icloud.com" userId="47b6e960b06a1f92" providerId="LiveId" clId="{38E944B8-6551-4F04-90CB-62CF34087603}" dt="2024-06-09T14:20:52.102" v="3353" actId="478"/>
          <ac:spMkLst>
            <pc:docMk/>
            <pc:sldMk cId="2455925162" sldId="264"/>
            <ac:spMk id="8" creationId="{EA8A3C27-FEBF-52F9-A461-019405D85628}"/>
          </ac:spMkLst>
        </pc:spChg>
        <pc:spChg chg="add mod">
          <ac:chgData name="shibariku0623@icloud.com" userId="47b6e960b06a1f92" providerId="LiveId" clId="{38E944B8-6551-4F04-90CB-62CF34087603}" dt="2024-06-12T04:14:09.746" v="15819"/>
          <ac:spMkLst>
            <pc:docMk/>
            <pc:sldMk cId="2455925162" sldId="264"/>
            <ac:spMk id="9" creationId="{3B61405E-0498-2E4C-C772-3269F5B06C53}"/>
          </ac:spMkLst>
        </pc:spChg>
        <pc:spChg chg="del">
          <ac:chgData name="shibariku0623@icloud.com" userId="47b6e960b06a1f92" providerId="LiveId" clId="{38E944B8-6551-4F04-90CB-62CF34087603}" dt="2024-06-09T14:20:54.817" v="3354" actId="478"/>
          <ac:spMkLst>
            <pc:docMk/>
            <pc:sldMk cId="2455925162" sldId="264"/>
            <ac:spMk id="11" creationId="{F9AFF57F-6531-1C20-05EE-29FB348FE37A}"/>
          </ac:spMkLst>
        </pc:spChg>
        <pc:spChg chg="del">
          <ac:chgData name="shibariku0623@icloud.com" userId="47b6e960b06a1f92" providerId="LiveId" clId="{38E944B8-6551-4F04-90CB-62CF34087603}" dt="2024-06-09T14:20:52.102" v="3353" actId="478"/>
          <ac:spMkLst>
            <pc:docMk/>
            <pc:sldMk cId="2455925162" sldId="264"/>
            <ac:spMk id="12" creationId="{0EF1263C-0363-FB2E-D505-B1F6DD35BEA7}"/>
          </ac:spMkLst>
        </pc:spChg>
        <pc:spChg chg="add mod">
          <ac:chgData name="shibariku0623@icloud.com" userId="47b6e960b06a1f92" providerId="LiveId" clId="{38E944B8-6551-4F04-90CB-62CF34087603}" dt="2024-06-12T04:12:39.178" v="15806" actId="115"/>
          <ac:spMkLst>
            <pc:docMk/>
            <pc:sldMk cId="2455925162" sldId="264"/>
            <ac:spMk id="15" creationId="{7D182B7D-EA8B-321C-A8E1-906794B8B373}"/>
          </ac:spMkLst>
        </pc:spChg>
        <pc:spChg chg="add mod">
          <ac:chgData name="shibariku0623@icloud.com" userId="47b6e960b06a1f92" providerId="LiveId" clId="{38E944B8-6551-4F04-90CB-62CF34087603}" dt="2024-06-12T04:06:51.833" v="15796" actId="1076"/>
          <ac:spMkLst>
            <pc:docMk/>
            <pc:sldMk cId="2455925162" sldId="264"/>
            <ac:spMk id="16" creationId="{61A4463D-9CA5-FF57-4A32-9408660C54DD}"/>
          </ac:spMkLst>
        </pc:spChg>
        <pc:spChg chg="add mod">
          <ac:chgData name="shibariku0623@icloud.com" userId="47b6e960b06a1f92" providerId="LiveId" clId="{38E944B8-6551-4F04-90CB-62CF34087603}" dt="2024-06-12T04:15:07.909" v="15893" actId="255"/>
          <ac:spMkLst>
            <pc:docMk/>
            <pc:sldMk cId="2455925162" sldId="264"/>
            <ac:spMk id="17" creationId="{E80161AA-F211-529A-315D-625BE9C77B85}"/>
          </ac:spMkLst>
        </pc:spChg>
        <pc:spChg chg="add mod">
          <ac:chgData name="shibariku0623@icloud.com" userId="47b6e960b06a1f92" providerId="LiveId" clId="{38E944B8-6551-4F04-90CB-62CF34087603}" dt="2024-06-12T02:15:09.091" v="15262" actId="1076"/>
          <ac:spMkLst>
            <pc:docMk/>
            <pc:sldMk cId="2455925162" sldId="264"/>
            <ac:spMk id="19" creationId="{EB58EE33-1445-66B4-2986-4E216935AD85}"/>
          </ac:spMkLst>
        </pc:spChg>
        <pc:grpChg chg="add mod">
          <ac:chgData name="shibariku0623@icloud.com" userId="47b6e960b06a1f92" providerId="LiveId" clId="{38E944B8-6551-4F04-90CB-62CF34087603}" dt="2024-06-12T04:13:33.417" v="15812" actId="1076"/>
          <ac:grpSpMkLst>
            <pc:docMk/>
            <pc:sldMk cId="2455925162" sldId="264"/>
            <ac:grpSpMk id="7" creationId="{7502B7D9-978F-555F-DCD4-FFAC89DCABA2}"/>
          </ac:grpSpMkLst>
        </pc:grpChg>
        <pc:grpChg chg="add mod">
          <ac:chgData name="shibariku0623@icloud.com" userId="47b6e960b06a1f92" providerId="LiveId" clId="{38E944B8-6551-4F04-90CB-62CF34087603}" dt="2024-06-12T04:13:42.187" v="15813"/>
          <ac:grpSpMkLst>
            <pc:docMk/>
            <pc:sldMk cId="2455925162" sldId="264"/>
            <ac:grpSpMk id="11" creationId="{BC1D9C5E-526F-63EC-DECD-8B5F45529514}"/>
          </ac:grpSpMkLst>
        </pc:grpChg>
        <pc:picChg chg="del">
          <ac:chgData name="shibariku0623@icloud.com" userId="47b6e960b06a1f92" providerId="LiveId" clId="{38E944B8-6551-4F04-90CB-62CF34087603}" dt="2024-06-09T14:20:32.536" v="3350" actId="478"/>
          <ac:picMkLst>
            <pc:docMk/>
            <pc:sldMk cId="2455925162" sldId="264"/>
            <ac:picMk id="10" creationId="{54B71FC3-6DCE-B5E3-AF4A-16BD4E620E26}"/>
          </ac:picMkLst>
        </pc:picChg>
        <pc:picChg chg="del">
          <ac:chgData name="shibariku0623@icloud.com" userId="47b6e960b06a1f92" providerId="LiveId" clId="{38E944B8-6551-4F04-90CB-62CF34087603}" dt="2024-06-09T14:20:38.352" v="3351" actId="478"/>
          <ac:picMkLst>
            <pc:docMk/>
            <pc:sldMk cId="2455925162" sldId="264"/>
            <ac:picMk id="13" creationId="{C6103647-AF23-CF7C-91C2-333469FA7A98}"/>
          </ac:picMkLst>
        </pc:picChg>
        <pc:picChg chg="del">
          <ac:chgData name="shibariku0623@icloud.com" userId="47b6e960b06a1f92" providerId="LiveId" clId="{38E944B8-6551-4F04-90CB-62CF34087603}" dt="2024-06-09T14:20:41.714" v="3352" actId="478"/>
          <ac:picMkLst>
            <pc:docMk/>
            <pc:sldMk cId="2455925162" sldId="264"/>
            <ac:picMk id="14" creationId="{E3DCDE7F-A1CB-05C5-CD15-F028B1A65C7E}"/>
          </ac:picMkLst>
        </pc:picChg>
        <pc:picChg chg="add mod ord modCrop">
          <ac:chgData name="shibariku0623@icloud.com" userId="47b6e960b06a1f92" providerId="LiveId" clId="{38E944B8-6551-4F04-90CB-62CF34087603}" dt="2024-06-12T04:08:04.671" v="15805" actId="14100"/>
          <ac:picMkLst>
            <pc:docMk/>
            <pc:sldMk cId="2455925162" sldId="264"/>
            <ac:picMk id="18" creationId="{1616AE29-9E0C-2D81-D893-E2718A8E9F98}"/>
          </ac:picMkLst>
        </pc:picChg>
        <pc:cxnChg chg="add del mod">
          <ac:chgData name="shibariku0623@icloud.com" userId="47b6e960b06a1f92" providerId="LiveId" clId="{38E944B8-6551-4F04-90CB-62CF34087603}" dt="2024-06-09T15:00:08.028" v="4118" actId="478"/>
          <ac:cxnSpMkLst>
            <pc:docMk/>
            <pc:sldMk cId="2455925162" sldId="264"/>
            <ac:cxnSpMk id="4" creationId="{21D16D54-46F2-3341-0660-E2CF81AC3383}"/>
          </ac:cxnSpMkLst>
        </pc:cxnChg>
        <pc:cxnChg chg="add del mod">
          <ac:chgData name="shibariku0623@icloud.com" userId="47b6e960b06a1f92" providerId="LiveId" clId="{38E944B8-6551-4F04-90CB-62CF34087603}" dt="2024-06-12T04:07:10.069" v="15799" actId="478"/>
          <ac:cxnSpMkLst>
            <pc:docMk/>
            <pc:sldMk cId="2455925162" sldId="264"/>
            <ac:cxnSpMk id="5" creationId="{178C8F0E-5A66-9154-3457-99A86237E0D8}"/>
          </ac:cxnSpMkLst>
        </pc:cxnChg>
        <pc:cxnChg chg="del">
          <ac:chgData name="shibariku0623@icloud.com" userId="47b6e960b06a1f92" providerId="LiveId" clId="{38E944B8-6551-4F04-90CB-62CF34087603}" dt="2024-06-09T14:20:52.102" v="3353" actId="478"/>
          <ac:cxnSpMkLst>
            <pc:docMk/>
            <pc:sldMk cId="2455925162" sldId="264"/>
            <ac:cxnSpMk id="7" creationId="{E6A01537-118C-95D1-B52E-4F7520391217}"/>
          </ac:cxnSpMkLst>
        </pc:cxnChg>
        <pc:cxnChg chg="mod">
          <ac:chgData name="shibariku0623@icloud.com" userId="47b6e960b06a1f92" providerId="LiveId" clId="{38E944B8-6551-4F04-90CB-62CF34087603}" dt="2024-06-12T04:12:52.485" v="15807"/>
          <ac:cxnSpMkLst>
            <pc:docMk/>
            <pc:sldMk cId="2455925162" sldId="264"/>
            <ac:cxnSpMk id="8" creationId="{8169CFBA-17EB-52E5-C424-C53BBEE0B139}"/>
          </ac:cxnSpMkLst>
        </pc:cxnChg>
        <pc:cxnChg chg="mod">
          <ac:chgData name="shibariku0623@icloud.com" userId="47b6e960b06a1f92" providerId="LiveId" clId="{38E944B8-6551-4F04-90CB-62CF34087603}" dt="2024-06-12T04:12:52.485" v="15807"/>
          <ac:cxnSpMkLst>
            <pc:docMk/>
            <pc:sldMk cId="2455925162" sldId="264"/>
            <ac:cxnSpMk id="10" creationId="{066B6334-E3F6-9A67-49F5-C7E731A2085C}"/>
          </ac:cxnSpMkLst>
        </pc:cxnChg>
        <pc:cxnChg chg="mod">
          <ac:chgData name="shibariku0623@icloud.com" userId="47b6e960b06a1f92" providerId="LiveId" clId="{38E944B8-6551-4F04-90CB-62CF34087603}" dt="2024-06-12T04:13:42.187" v="15813"/>
          <ac:cxnSpMkLst>
            <pc:docMk/>
            <pc:sldMk cId="2455925162" sldId="264"/>
            <ac:cxnSpMk id="12" creationId="{3E72B967-3117-AAA8-2B5E-52D7626A421D}"/>
          </ac:cxnSpMkLst>
        </pc:cxnChg>
        <pc:cxnChg chg="mod">
          <ac:chgData name="shibariku0623@icloud.com" userId="47b6e960b06a1f92" providerId="LiveId" clId="{38E944B8-6551-4F04-90CB-62CF34087603}" dt="2024-06-12T04:13:42.187" v="15813"/>
          <ac:cxnSpMkLst>
            <pc:docMk/>
            <pc:sldMk cId="2455925162" sldId="264"/>
            <ac:cxnSpMk id="13" creationId="{6DB912B8-CD29-A718-AA1A-38D73314DFFA}"/>
          </ac:cxnSpMkLst>
        </pc:cxnChg>
      </pc:sldChg>
      <pc:sldChg chg="addSp delSp modSp add mod">
        <pc:chgData name="shibariku0623@icloud.com" userId="47b6e960b06a1f92" providerId="LiveId" clId="{38E944B8-6551-4F04-90CB-62CF34087603}" dt="2024-06-12T04:26:04.699" v="16128" actId="20577"/>
        <pc:sldMkLst>
          <pc:docMk/>
          <pc:sldMk cId="3900135353" sldId="265"/>
        </pc:sldMkLst>
        <pc:spChg chg="del mod">
          <ac:chgData name="shibariku0623@icloud.com" userId="47b6e960b06a1f92" providerId="LiveId" clId="{38E944B8-6551-4F04-90CB-62CF34087603}" dt="2024-06-12T02:06:18.945" v="15034" actId="478"/>
          <ac:spMkLst>
            <pc:docMk/>
            <pc:sldMk cId="3900135353" sldId="265"/>
            <ac:spMk id="2" creationId="{B12F527C-CEBD-7BB3-5AA9-D5DF6CBC84C4}"/>
          </ac:spMkLst>
        </pc:spChg>
        <pc:spChg chg="add mod">
          <ac:chgData name="shibariku0623@icloud.com" userId="47b6e960b06a1f92" providerId="LiveId" clId="{38E944B8-6551-4F04-90CB-62CF34087603}" dt="2024-06-12T04:19:46.239" v="15904" actId="1076"/>
          <ac:spMkLst>
            <pc:docMk/>
            <pc:sldMk cId="3900135353" sldId="265"/>
            <ac:spMk id="4" creationId="{081D3C47-06E5-1D34-1585-07CE34092524}"/>
          </ac:spMkLst>
        </pc:spChg>
        <pc:spChg chg="add del mod">
          <ac:chgData name="shibariku0623@icloud.com" userId="47b6e960b06a1f92" providerId="LiveId" clId="{38E944B8-6551-4F04-90CB-62CF34087603}" dt="2024-06-12T02:11:31.395" v="15224" actId="478"/>
          <ac:spMkLst>
            <pc:docMk/>
            <pc:sldMk cId="3900135353" sldId="265"/>
            <ac:spMk id="5" creationId="{D1F45BA1-55C5-EA02-155A-03C63CD2E886}"/>
          </ac:spMkLst>
        </pc:spChg>
        <pc:spChg chg="add del mod">
          <ac:chgData name="shibariku0623@icloud.com" userId="47b6e960b06a1f92" providerId="LiveId" clId="{38E944B8-6551-4F04-90CB-62CF34087603}" dt="2024-06-10T03:10:52.675" v="4750"/>
          <ac:spMkLst>
            <pc:docMk/>
            <pc:sldMk cId="3900135353" sldId="265"/>
            <ac:spMk id="6" creationId="{295E6F76-29EC-50FC-D1DD-38F50AA8ABC8}"/>
          </ac:spMkLst>
        </pc:spChg>
        <pc:spChg chg="del mod">
          <ac:chgData name="shibariku0623@icloud.com" userId="47b6e960b06a1f92" providerId="LiveId" clId="{38E944B8-6551-4F04-90CB-62CF34087603}" dt="2024-06-09T16:02:59.828" v="4739" actId="478"/>
          <ac:spMkLst>
            <pc:docMk/>
            <pc:sldMk cId="3900135353" sldId="265"/>
            <ac:spMk id="6" creationId="{50444E1D-98DD-8E06-057C-FE8B3D688358}"/>
          </ac:spMkLst>
        </pc:spChg>
        <pc:spChg chg="add mod">
          <ac:chgData name="shibariku0623@icloud.com" userId="47b6e960b06a1f92" providerId="LiveId" clId="{38E944B8-6551-4F04-90CB-62CF34087603}" dt="2024-06-12T02:11:35.958" v="15227" actId="20577"/>
          <ac:spMkLst>
            <pc:docMk/>
            <pc:sldMk cId="3900135353" sldId="265"/>
            <ac:spMk id="6" creationId="{E64B0B4E-25DC-2437-2930-930A973A6679}"/>
          </ac:spMkLst>
        </pc:spChg>
        <pc:spChg chg="mod">
          <ac:chgData name="shibariku0623@icloud.com" userId="47b6e960b06a1f92" providerId="LiveId" clId="{38E944B8-6551-4F04-90CB-62CF34087603}" dt="2024-06-12T02:24:26.998" v="15657" actId="1076"/>
          <ac:spMkLst>
            <pc:docMk/>
            <pc:sldMk cId="3900135353" sldId="265"/>
            <ac:spMk id="7" creationId="{3B3E21FC-0CDC-12A2-B18F-4FEE8680A22B}"/>
          </ac:spMkLst>
        </pc:spChg>
        <pc:spChg chg="del">
          <ac:chgData name="shibariku0623@icloud.com" userId="47b6e960b06a1f92" providerId="LiveId" clId="{38E944B8-6551-4F04-90CB-62CF34087603}" dt="2024-06-09T16:01:37.792" v="4734" actId="478"/>
          <ac:spMkLst>
            <pc:docMk/>
            <pc:sldMk cId="3900135353" sldId="265"/>
            <ac:spMk id="9" creationId="{3B61405E-0498-2E4C-C772-3269F5B06C53}"/>
          </ac:spMkLst>
        </pc:spChg>
        <pc:spChg chg="add mod">
          <ac:chgData name="shibariku0623@icloud.com" userId="47b6e960b06a1f92" providerId="LiveId" clId="{38E944B8-6551-4F04-90CB-62CF34087603}" dt="2024-06-12T04:19:49.162" v="15905" actId="1076"/>
          <ac:spMkLst>
            <pc:docMk/>
            <pc:sldMk cId="3900135353" sldId="265"/>
            <ac:spMk id="9" creationId="{CF4AE8BF-3523-CCDE-88FA-37CD70DC224F}"/>
          </ac:spMkLst>
        </pc:spChg>
        <pc:spChg chg="add mod">
          <ac:chgData name="shibariku0623@icloud.com" userId="47b6e960b06a1f92" providerId="LiveId" clId="{38E944B8-6551-4F04-90CB-62CF34087603}" dt="2024-06-12T04:19:59.364" v="15907" actId="1076"/>
          <ac:spMkLst>
            <pc:docMk/>
            <pc:sldMk cId="3900135353" sldId="265"/>
            <ac:spMk id="12" creationId="{C684135E-78C2-1609-7CEE-A3827B60425E}"/>
          </ac:spMkLst>
        </pc:spChg>
        <pc:spChg chg="add mod">
          <ac:chgData name="shibariku0623@icloud.com" userId="47b6e960b06a1f92" providerId="LiveId" clId="{38E944B8-6551-4F04-90CB-62CF34087603}" dt="2024-06-12T04:20:09.503" v="15910" actId="1076"/>
          <ac:spMkLst>
            <pc:docMk/>
            <pc:sldMk cId="3900135353" sldId="265"/>
            <ac:spMk id="14" creationId="{8E75F414-DC93-D890-4F89-20A116AB9E8E}"/>
          </ac:spMkLst>
        </pc:spChg>
        <pc:spChg chg="del">
          <ac:chgData name="shibariku0623@icloud.com" userId="47b6e960b06a1f92" providerId="LiveId" clId="{38E944B8-6551-4F04-90CB-62CF34087603}" dt="2024-06-09T16:01:37.792" v="4734" actId="478"/>
          <ac:spMkLst>
            <pc:docMk/>
            <pc:sldMk cId="3900135353" sldId="265"/>
            <ac:spMk id="15" creationId="{7D182B7D-EA8B-321C-A8E1-906794B8B373}"/>
          </ac:spMkLst>
        </pc:spChg>
        <pc:spChg chg="add mod">
          <ac:chgData name="shibariku0623@icloud.com" userId="47b6e960b06a1f92" providerId="LiveId" clId="{38E944B8-6551-4F04-90CB-62CF34087603}" dt="2024-06-12T04:26:04.699" v="16128" actId="20577"/>
          <ac:spMkLst>
            <pc:docMk/>
            <pc:sldMk cId="3900135353" sldId="265"/>
            <ac:spMk id="15" creationId="{C27ED2D9-90D0-EA6C-AE78-4059173FC3CC}"/>
          </ac:spMkLst>
        </pc:spChg>
        <pc:spChg chg="del">
          <ac:chgData name="shibariku0623@icloud.com" userId="47b6e960b06a1f92" providerId="LiveId" clId="{38E944B8-6551-4F04-90CB-62CF34087603}" dt="2024-06-09T16:01:40.101" v="4735" actId="478"/>
          <ac:spMkLst>
            <pc:docMk/>
            <pc:sldMk cId="3900135353" sldId="265"/>
            <ac:spMk id="16" creationId="{61A4463D-9CA5-FF57-4A32-9408660C54DD}"/>
          </ac:spMkLst>
        </pc:spChg>
        <pc:spChg chg="add mod">
          <ac:chgData name="shibariku0623@icloud.com" userId="47b6e960b06a1f92" providerId="LiveId" clId="{38E944B8-6551-4F04-90CB-62CF34087603}" dt="2024-06-12T04:22:48.318" v="15971" actId="20577"/>
          <ac:spMkLst>
            <pc:docMk/>
            <pc:sldMk cId="3900135353" sldId="265"/>
            <ac:spMk id="17" creationId="{59375F2A-0D63-98CE-DE3D-4DB40F585B2F}"/>
          </ac:spMkLst>
        </pc:spChg>
        <pc:spChg chg="add mod">
          <ac:chgData name="shibariku0623@icloud.com" userId="47b6e960b06a1f92" providerId="LiveId" clId="{38E944B8-6551-4F04-90CB-62CF34087603}" dt="2024-06-12T04:25:04.185" v="16118" actId="115"/>
          <ac:spMkLst>
            <pc:docMk/>
            <pc:sldMk cId="3900135353" sldId="265"/>
            <ac:spMk id="19" creationId="{125903F1-A54A-6D96-4A8F-5E1D6C08CAB9}"/>
          </ac:spMkLst>
        </pc:spChg>
        <pc:spChg chg="del">
          <ac:chgData name="shibariku0623@icloud.com" userId="47b6e960b06a1f92" providerId="LiveId" clId="{38E944B8-6551-4F04-90CB-62CF34087603}" dt="2024-06-09T16:01:42.784" v="4736" actId="478"/>
          <ac:spMkLst>
            <pc:docMk/>
            <pc:sldMk cId="3900135353" sldId="265"/>
            <ac:spMk id="19" creationId="{EB58EE33-1445-66B4-2986-4E216935AD85}"/>
          </ac:spMkLst>
        </pc:spChg>
        <pc:spChg chg="add mod">
          <ac:chgData name="shibariku0623@icloud.com" userId="47b6e960b06a1f92" providerId="LiveId" clId="{38E944B8-6551-4F04-90CB-62CF34087603}" dt="2024-06-12T04:23:16.927" v="15976" actId="1076"/>
          <ac:spMkLst>
            <pc:docMk/>
            <pc:sldMk cId="3900135353" sldId="265"/>
            <ac:spMk id="22" creationId="{B42B0AA4-64B4-B59B-B545-F5AE3DED76F4}"/>
          </ac:spMkLst>
        </pc:spChg>
        <pc:grpChg chg="add mod">
          <ac:chgData name="shibariku0623@icloud.com" userId="47b6e960b06a1f92" providerId="LiveId" clId="{38E944B8-6551-4F04-90CB-62CF34087603}" dt="2024-06-12T04:25:21.582" v="16122" actId="1076"/>
          <ac:grpSpMkLst>
            <pc:docMk/>
            <pc:sldMk cId="3900135353" sldId="265"/>
            <ac:grpSpMk id="21" creationId="{BB408318-040D-BB78-007E-2F304565B48D}"/>
          </ac:grpSpMkLst>
        </pc:grpChg>
        <pc:picChg chg="add del mod">
          <ac:chgData name="shibariku0623@icloud.com" userId="47b6e960b06a1f92" providerId="LiveId" clId="{38E944B8-6551-4F04-90CB-62CF34087603}" dt="2024-06-10T03:23:33.285" v="4751" actId="478"/>
          <ac:picMkLst>
            <pc:docMk/>
            <pc:sldMk cId="3900135353" sldId="265"/>
            <ac:picMk id="5" creationId="{946EA00B-50AD-5629-4DE7-A10B34D2801C}"/>
          </ac:picMkLst>
        </pc:picChg>
        <pc:picChg chg="add mod modCrop">
          <ac:chgData name="shibariku0623@icloud.com" userId="47b6e960b06a1f92" providerId="LiveId" clId="{38E944B8-6551-4F04-90CB-62CF34087603}" dt="2024-06-12T04:20:06.039" v="15909" actId="1076"/>
          <ac:picMkLst>
            <pc:docMk/>
            <pc:sldMk cId="3900135353" sldId="265"/>
            <ac:picMk id="8" creationId="{09202125-525E-51A0-E061-883EA3F694FB}"/>
          </ac:picMkLst>
        </pc:picChg>
        <pc:picChg chg="add mod modCrop">
          <ac:chgData name="shibariku0623@icloud.com" userId="47b6e960b06a1f92" providerId="LiveId" clId="{38E944B8-6551-4F04-90CB-62CF34087603}" dt="2024-06-12T04:20:13.049" v="15911" actId="1076"/>
          <ac:picMkLst>
            <pc:docMk/>
            <pc:sldMk cId="3900135353" sldId="265"/>
            <ac:picMk id="16" creationId="{CDE417F4-095C-0476-D3DD-69F86E2BDBB5}"/>
          </ac:picMkLst>
        </pc:picChg>
        <pc:picChg chg="del">
          <ac:chgData name="shibariku0623@icloud.com" userId="47b6e960b06a1f92" providerId="LiveId" clId="{38E944B8-6551-4F04-90CB-62CF34087603}" dt="2024-06-09T16:01:44.797" v="4737" actId="478"/>
          <ac:picMkLst>
            <pc:docMk/>
            <pc:sldMk cId="3900135353" sldId="265"/>
            <ac:picMk id="18" creationId="{1616AE29-9E0C-2D81-D893-E2718A8E9F98}"/>
          </ac:picMkLst>
        </pc:picChg>
        <pc:cxnChg chg="add mod">
          <ac:chgData name="shibariku0623@icloud.com" userId="47b6e960b06a1f92" providerId="LiveId" clId="{38E944B8-6551-4F04-90CB-62CF34087603}" dt="2024-06-12T04:19:52.719" v="15906" actId="1076"/>
          <ac:cxnSpMkLst>
            <pc:docMk/>
            <pc:sldMk cId="3900135353" sldId="265"/>
            <ac:cxnSpMk id="10" creationId="{0336D819-5226-9ED2-12F5-9B263693DB79}"/>
          </ac:cxnSpMkLst>
        </pc:cxnChg>
        <pc:cxnChg chg="add mod">
          <ac:chgData name="shibariku0623@icloud.com" userId="47b6e960b06a1f92" providerId="LiveId" clId="{38E944B8-6551-4F04-90CB-62CF34087603}" dt="2024-06-12T04:20:03.670" v="15908" actId="1076"/>
          <ac:cxnSpMkLst>
            <pc:docMk/>
            <pc:sldMk cId="3900135353" sldId="265"/>
            <ac:cxnSpMk id="13" creationId="{53A3056E-AE0F-0985-AA9E-9DE8AD5F1D54}"/>
          </ac:cxnSpMkLst>
        </pc:cxnChg>
        <pc:cxnChg chg="add mod">
          <ac:chgData name="shibariku0623@icloud.com" userId="47b6e960b06a1f92" providerId="LiveId" clId="{38E944B8-6551-4F04-90CB-62CF34087603}" dt="2024-06-12T04:23:02.855" v="15972" actId="1076"/>
          <ac:cxnSpMkLst>
            <pc:docMk/>
            <pc:sldMk cId="3900135353" sldId="265"/>
            <ac:cxnSpMk id="18" creationId="{42031961-9400-1D47-13C0-63EA176F56B9}"/>
          </ac:cxnSpMkLst>
        </pc:cxnChg>
        <pc:cxnChg chg="add mod">
          <ac:chgData name="shibariku0623@icloud.com" userId="47b6e960b06a1f92" providerId="LiveId" clId="{38E944B8-6551-4F04-90CB-62CF34087603}" dt="2024-06-12T04:23:13.371" v="15975" actId="1076"/>
          <ac:cxnSpMkLst>
            <pc:docMk/>
            <pc:sldMk cId="3900135353" sldId="265"/>
            <ac:cxnSpMk id="20" creationId="{7E07AC97-D2B0-ACBA-3CA5-9A21BCC83549}"/>
          </ac:cxnSpMkLst>
        </pc:cxnChg>
        <pc:cxnChg chg="mod">
          <ac:chgData name="shibariku0623@icloud.com" userId="47b6e960b06a1f92" providerId="LiveId" clId="{38E944B8-6551-4F04-90CB-62CF34087603}" dt="2024-06-12T04:25:17.308" v="16121"/>
          <ac:cxnSpMkLst>
            <pc:docMk/>
            <pc:sldMk cId="3900135353" sldId="265"/>
            <ac:cxnSpMk id="23" creationId="{FACC14ED-0B33-B240-497E-5B91111375D8}"/>
          </ac:cxnSpMkLst>
        </pc:cxnChg>
        <pc:cxnChg chg="mod">
          <ac:chgData name="shibariku0623@icloud.com" userId="47b6e960b06a1f92" providerId="LiveId" clId="{38E944B8-6551-4F04-90CB-62CF34087603}" dt="2024-06-12T04:25:17.308" v="16121"/>
          <ac:cxnSpMkLst>
            <pc:docMk/>
            <pc:sldMk cId="3900135353" sldId="265"/>
            <ac:cxnSpMk id="24" creationId="{B685CB39-E57F-4056-CD99-C2D89152F042}"/>
          </ac:cxnSpMkLst>
        </pc:cxnChg>
      </pc:sldChg>
      <pc:sldChg chg="addSp delSp modSp add mod">
        <pc:chgData name="shibariku0623@icloud.com" userId="47b6e960b06a1f92" providerId="LiveId" clId="{38E944B8-6551-4F04-90CB-62CF34087603}" dt="2024-06-12T04:38:24.343" v="16341"/>
        <pc:sldMkLst>
          <pc:docMk/>
          <pc:sldMk cId="3103064155" sldId="266"/>
        </pc:sldMkLst>
        <pc:spChg chg="del mod">
          <ac:chgData name="shibariku0623@icloud.com" userId="47b6e960b06a1f92" providerId="LiveId" clId="{38E944B8-6551-4F04-90CB-62CF34087603}" dt="2024-06-12T02:06:22.250" v="15035" actId="478"/>
          <ac:spMkLst>
            <pc:docMk/>
            <pc:sldMk cId="3103064155" sldId="266"/>
            <ac:spMk id="2" creationId="{B12F527C-CEBD-7BB3-5AA9-D5DF6CBC84C4}"/>
          </ac:spMkLst>
        </pc:spChg>
        <pc:spChg chg="mod">
          <ac:chgData name="shibariku0623@icloud.com" userId="47b6e960b06a1f92" providerId="LiveId" clId="{38E944B8-6551-4F04-90CB-62CF34087603}" dt="2024-06-10T06:45:37.573" v="6846" actId="255"/>
          <ac:spMkLst>
            <pc:docMk/>
            <pc:sldMk cId="3103064155" sldId="266"/>
            <ac:spMk id="3" creationId="{4C236548-D8CA-E6F4-D429-B961699BF259}"/>
          </ac:spMkLst>
        </pc:spChg>
        <pc:spChg chg="del">
          <ac:chgData name="shibariku0623@icloud.com" userId="47b6e960b06a1f92" providerId="LiveId" clId="{38E944B8-6551-4F04-90CB-62CF34087603}" dt="2024-06-10T04:43:37.976" v="5931" actId="478"/>
          <ac:spMkLst>
            <pc:docMk/>
            <pc:sldMk cId="3103064155" sldId="266"/>
            <ac:spMk id="4" creationId="{081D3C47-06E5-1D34-1585-07CE34092524}"/>
          </ac:spMkLst>
        </pc:spChg>
        <pc:spChg chg="mod">
          <ac:chgData name="shibariku0623@icloud.com" userId="47b6e960b06a1f92" providerId="LiveId" clId="{38E944B8-6551-4F04-90CB-62CF34087603}" dt="2024-06-12T02:24:39.647" v="15659" actId="1076"/>
          <ac:spMkLst>
            <pc:docMk/>
            <pc:sldMk cId="3103064155" sldId="266"/>
            <ac:spMk id="4" creationId="{EA454676-5B15-EF0D-D728-62B1B49BB745}"/>
          </ac:spMkLst>
        </pc:spChg>
        <pc:spChg chg="add mod">
          <ac:chgData name="shibariku0623@icloud.com" userId="47b6e960b06a1f92" providerId="LiveId" clId="{38E944B8-6551-4F04-90CB-62CF34087603}" dt="2024-06-10T09:11:25.250" v="8361" actId="255"/>
          <ac:spMkLst>
            <pc:docMk/>
            <pc:sldMk cId="3103064155" sldId="266"/>
            <ac:spMk id="5" creationId="{19F97526-E503-7721-17FA-8E678E0A31BD}"/>
          </ac:spMkLst>
        </pc:spChg>
        <pc:spChg chg="add mod">
          <ac:chgData name="shibariku0623@icloud.com" userId="47b6e960b06a1f92" providerId="LiveId" clId="{38E944B8-6551-4F04-90CB-62CF34087603}" dt="2024-06-12T04:27:43.769" v="16175" actId="20577"/>
          <ac:spMkLst>
            <pc:docMk/>
            <pc:sldMk cId="3103064155" sldId="266"/>
            <ac:spMk id="6" creationId="{C7843C1F-C353-C9E8-8254-CE6756043F00}"/>
          </ac:spMkLst>
        </pc:spChg>
        <pc:spChg chg="add mod">
          <ac:chgData name="shibariku0623@icloud.com" userId="47b6e960b06a1f92" providerId="LiveId" clId="{38E944B8-6551-4F04-90CB-62CF34087603}" dt="2024-06-12T04:38:24.343" v="16341"/>
          <ac:spMkLst>
            <pc:docMk/>
            <pc:sldMk cId="3103064155" sldId="266"/>
            <ac:spMk id="9" creationId="{5077531C-8377-CF25-3E84-00D7FF18DC7D}"/>
          </ac:spMkLst>
        </pc:spChg>
        <pc:spChg chg="del">
          <ac:chgData name="shibariku0623@icloud.com" userId="47b6e960b06a1f92" providerId="LiveId" clId="{38E944B8-6551-4F04-90CB-62CF34087603}" dt="2024-06-10T04:43:37.976" v="5931" actId="478"/>
          <ac:spMkLst>
            <pc:docMk/>
            <pc:sldMk cId="3103064155" sldId="266"/>
            <ac:spMk id="9" creationId="{CF4AE8BF-3523-CCDE-88FA-37CD70DC224F}"/>
          </ac:spMkLst>
        </pc:spChg>
        <pc:spChg chg="add mod">
          <ac:chgData name="shibariku0623@icloud.com" userId="47b6e960b06a1f92" providerId="LiveId" clId="{38E944B8-6551-4F04-90CB-62CF34087603}" dt="2024-06-12T04:27:58.349" v="16177" actId="1076"/>
          <ac:spMkLst>
            <pc:docMk/>
            <pc:sldMk cId="3103064155" sldId="266"/>
            <ac:spMk id="11" creationId="{F31CF6FF-B639-1468-4B8E-0B023AA5E79C}"/>
          </ac:spMkLst>
        </pc:spChg>
        <pc:spChg chg="del">
          <ac:chgData name="shibariku0623@icloud.com" userId="47b6e960b06a1f92" providerId="LiveId" clId="{38E944B8-6551-4F04-90CB-62CF34087603}" dt="2024-06-10T04:43:37.976" v="5931" actId="478"/>
          <ac:spMkLst>
            <pc:docMk/>
            <pc:sldMk cId="3103064155" sldId="266"/>
            <ac:spMk id="12" creationId="{C684135E-78C2-1609-7CEE-A3827B60425E}"/>
          </ac:spMkLst>
        </pc:spChg>
        <pc:spChg chg="del mod">
          <ac:chgData name="shibariku0623@icloud.com" userId="47b6e960b06a1f92" providerId="LiveId" clId="{38E944B8-6551-4F04-90CB-62CF34087603}" dt="2024-06-10T04:44:31.057" v="5935" actId="478"/>
          <ac:spMkLst>
            <pc:docMk/>
            <pc:sldMk cId="3103064155" sldId="266"/>
            <ac:spMk id="14" creationId="{8E75F414-DC93-D890-4F89-20A116AB9E8E}"/>
          </ac:spMkLst>
        </pc:spChg>
        <pc:spChg chg="del">
          <ac:chgData name="shibariku0623@icloud.com" userId="47b6e960b06a1f92" providerId="LiveId" clId="{38E944B8-6551-4F04-90CB-62CF34087603}" dt="2024-06-10T04:43:37.976" v="5931" actId="478"/>
          <ac:spMkLst>
            <pc:docMk/>
            <pc:sldMk cId="3103064155" sldId="266"/>
            <ac:spMk id="17" creationId="{59375F2A-0D63-98CE-DE3D-4DB40F585B2F}"/>
          </ac:spMkLst>
        </pc:spChg>
        <pc:spChg chg="del">
          <ac:chgData name="shibariku0623@icloud.com" userId="47b6e960b06a1f92" providerId="LiveId" clId="{38E944B8-6551-4F04-90CB-62CF34087603}" dt="2024-06-10T04:43:37.976" v="5931" actId="478"/>
          <ac:spMkLst>
            <pc:docMk/>
            <pc:sldMk cId="3103064155" sldId="266"/>
            <ac:spMk id="19" creationId="{125903F1-A54A-6D96-4A8F-5E1D6C08CAB9}"/>
          </ac:spMkLst>
        </pc:spChg>
        <pc:spChg chg="add mod">
          <ac:chgData name="shibariku0623@icloud.com" userId="47b6e960b06a1f92" providerId="LiveId" clId="{38E944B8-6551-4F04-90CB-62CF34087603}" dt="2024-06-12T04:28:56.612" v="16179"/>
          <ac:spMkLst>
            <pc:docMk/>
            <pc:sldMk cId="3103064155" sldId="266"/>
            <ac:spMk id="21" creationId="{315CBA6E-31ED-A666-7753-FFC06DF36FCD}"/>
          </ac:spMkLst>
        </pc:spChg>
        <pc:spChg chg="del">
          <ac:chgData name="shibariku0623@icloud.com" userId="47b6e960b06a1f92" providerId="LiveId" clId="{38E944B8-6551-4F04-90CB-62CF34087603}" dt="2024-06-10T04:43:37.976" v="5931" actId="478"/>
          <ac:spMkLst>
            <pc:docMk/>
            <pc:sldMk cId="3103064155" sldId="266"/>
            <ac:spMk id="22" creationId="{B42B0AA4-64B4-B59B-B545-F5AE3DED76F4}"/>
          </ac:spMkLst>
        </pc:spChg>
        <pc:spChg chg="add mod">
          <ac:chgData name="shibariku0623@icloud.com" userId="47b6e960b06a1f92" providerId="LiveId" clId="{38E944B8-6551-4F04-90CB-62CF34087603}" dt="2024-06-12T04:26:42.597" v="16135" actId="1076"/>
          <ac:spMkLst>
            <pc:docMk/>
            <pc:sldMk cId="3103064155" sldId="266"/>
            <ac:spMk id="24" creationId="{F1E84071-30FF-C55D-B015-134380EB8F9B}"/>
          </ac:spMkLst>
        </pc:spChg>
        <pc:spChg chg="add del mod">
          <ac:chgData name="shibariku0623@icloud.com" userId="47b6e960b06a1f92" providerId="LiveId" clId="{38E944B8-6551-4F04-90CB-62CF34087603}" dt="2024-06-10T06:46:17.882" v="6852" actId="478"/>
          <ac:spMkLst>
            <pc:docMk/>
            <pc:sldMk cId="3103064155" sldId="266"/>
            <ac:spMk id="25" creationId="{60CCF3B5-D1DB-A3CF-F86E-F4AA15A6F781}"/>
          </ac:spMkLst>
        </pc:spChg>
        <pc:spChg chg="add del mod">
          <ac:chgData name="shibariku0623@icloud.com" userId="47b6e960b06a1f92" providerId="LiveId" clId="{38E944B8-6551-4F04-90CB-62CF34087603}" dt="2024-06-12T04:37:13.414" v="16263" actId="478"/>
          <ac:spMkLst>
            <pc:docMk/>
            <pc:sldMk cId="3103064155" sldId="266"/>
            <ac:spMk id="26" creationId="{4253EBFB-8695-1297-69AB-615B37B6C98D}"/>
          </ac:spMkLst>
        </pc:spChg>
        <pc:spChg chg="add mod">
          <ac:chgData name="shibariku0623@icloud.com" userId="47b6e960b06a1f92" providerId="LiveId" clId="{38E944B8-6551-4F04-90CB-62CF34087603}" dt="2024-06-12T04:32:18.127" v="16216" actId="20577"/>
          <ac:spMkLst>
            <pc:docMk/>
            <pc:sldMk cId="3103064155" sldId="266"/>
            <ac:spMk id="27" creationId="{F72C0BBC-B3F2-0ED7-4C35-C9EB9C7837D9}"/>
          </ac:spMkLst>
        </pc:spChg>
        <pc:spChg chg="add mod">
          <ac:chgData name="shibariku0623@icloud.com" userId="47b6e960b06a1f92" providerId="LiveId" clId="{38E944B8-6551-4F04-90CB-62CF34087603}" dt="2024-06-12T04:26:49.358" v="16137" actId="1076"/>
          <ac:spMkLst>
            <pc:docMk/>
            <pc:sldMk cId="3103064155" sldId="266"/>
            <ac:spMk id="28" creationId="{DE21C58D-0FE1-2B14-6297-E73F673F8DFF}"/>
          </ac:spMkLst>
        </pc:spChg>
        <pc:picChg chg="del">
          <ac:chgData name="shibariku0623@icloud.com" userId="47b6e960b06a1f92" providerId="LiveId" clId="{38E944B8-6551-4F04-90CB-62CF34087603}" dt="2024-06-10T04:43:41.301" v="5932" actId="478"/>
          <ac:picMkLst>
            <pc:docMk/>
            <pc:sldMk cId="3103064155" sldId="266"/>
            <ac:picMk id="8" creationId="{09202125-525E-51A0-E061-883EA3F694FB}"/>
          </ac:picMkLst>
        </pc:picChg>
        <pc:picChg chg="del">
          <ac:chgData name="shibariku0623@icloud.com" userId="47b6e960b06a1f92" providerId="LiveId" clId="{38E944B8-6551-4F04-90CB-62CF34087603}" dt="2024-06-10T04:43:43.693" v="5933" actId="478"/>
          <ac:picMkLst>
            <pc:docMk/>
            <pc:sldMk cId="3103064155" sldId="266"/>
            <ac:picMk id="16" creationId="{CDE417F4-095C-0476-D3DD-69F86E2BDBB5}"/>
          </ac:picMkLst>
        </pc:picChg>
        <pc:cxnChg chg="add mod">
          <ac:chgData name="shibariku0623@icloud.com" userId="47b6e960b06a1f92" providerId="LiveId" clId="{38E944B8-6551-4F04-90CB-62CF34087603}" dt="2024-06-12T04:26:22.951" v="16130" actId="1076"/>
          <ac:cxnSpMkLst>
            <pc:docMk/>
            <pc:sldMk cId="3103064155" sldId="266"/>
            <ac:cxnSpMk id="7" creationId="{9DEBBB12-5C33-C447-11E1-A5A2851ECA3E}"/>
          </ac:cxnSpMkLst>
        </pc:cxnChg>
        <pc:cxnChg chg="del">
          <ac:chgData name="shibariku0623@icloud.com" userId="47b6e960b06a1f92" providerId="LiveId" clId="{38E944B8-6551-4F04-90CB-62CF34087603}" dt="2024-06-10T04:43:37.976" v="5931" actId="478"/>
          <ac:cxnSpMkLst>
            <pc:docMk/>
            <pc:sldMk cId="3103064155" sldId="266"/>
            <ac:cxnSpMk id="10" creationId="{0336D819-5226-9ED2-12F5-9B263693DB79}"/>
          </ac:cxnSpMkLst>
        </pc:cxnChg>
        <pc:cxnChg chg="del">
          <ac:chgData name="shibariku0623@icloud.com" userId="47b6e960b06a1f92" providerId="LiveId" clId="{38E944B8-6551-4F04-90CB-62CF34087603}" dt="2024-06-10T04:43:37.976" v="5931" actId="478"/>
          <ac:cxnSpMkLst>
            <pc:docMk/>
            <pc:sldMk cId="3103064155" sldId="266"/>
            <ac:cxnSpMk id="13" creationId="{53A3056E-AE0F-0985-AA9E-9DE8AD5F1D54}"/>
          </ac:cxnSpMkLst>
        </pc:cxnChg>
        <pc:cxnChg chg="add mod">
          <ac:chgData name="shibariku0623@icloud.com" userId="47b6e960b06a1f92" providerId="LiveId" clId="{38E944B8-6551-4F04-90CB-62CF34087603}" dt="2024-06-12T04:27:54.870" v="16176" actId="1076"/>
          <ac:cxnSpMkLst>
            <pc:docMk/>
            <pc:sldMk cId="3103064155" sldId="266"/>
            <ac:cxnSpMk id="15" creationId="{02565E11-1A88-6989-F9FD-3224951ACC7A}"/>
          </ac:cxnSpMkLst>
        </pc:cxnChg>
        <pc:cxnChg chg="del">
          <ac:chgData name="shibariku0623@icloud.com" userId="47b6e960b06a1f92" providerId="LiveId" clId="{38E944B8-6551-4F04-90CB-62CF34087603}" dt="2024-06-10T04:43:37.976" v="5931" actId="478"/>
          <ac:cxnSpMkLst>
            <pc:docMk/>
            <pc:sldMk cId="3103064155" sldId="266"/>
            <ac:cxnSpMk id="18" creationId="{42031961-9400-1D47-13C0-63EA176F56B9}"/>
          </ac:cxnSpMkLst>
        </pc:cxnChg>
        <pc:cxnChg chg="del">
          <ac:chgData name="shibariku0623@icloud.com" userId="47b6e960b06a1f92" providerId="LiveId" clId="{38E944B8-6551-4F04-90CB-62CF34087603}" dt="2024-06-10T04:43:37.976" v="5931" actId="478"/>
          <ac:cxnSpMkLst>
            <pc:docMk/>
            <pc:sldMk cId="3103064155" sldId="266"/>
            <ac:cxnSpMk id="20" creationId="{7E07AC97-D2B0-ACBA-3CA5-9A21BCC83549}"/>
          </ac:cxnSpMkLst>
        </pc:cxnChg>
      </pc:sldChg>
      <pc:sldChg chg="add del ord">
        <pc:chgData name="shibariku0623@icloud.com" userId="47b6e960b06a1f92" providerId="LiveId" clId="{38E944B8-6551-4F04-90CB-62CF34087603}" dt="2024-06-10T05:21:44.991" v="6286" actId="47"/>
        <pc:sldMkLst>
          <pc:docMk/>
          <pc:sldMk cId="3144258322" sldId="267"/>
        </pc:sldMkLst>
      </pc:sldChg>
      <pc:sldChg chg="addSp delSp modSp add mod">
        <pc:chgData name="shibariku0623@icloud.com" userId="47b6e960b06a1f92" providerId="LiveId" clId="{38E944B8-6551-4F04-90CB-62CF34087603}" dt="2024-06-12T04:41:23.074" v="16367" actId="20577"/>
        <pc:sldMkLst>
          <pc:docMk/>
          <pc:sldMk cId="3158052113" sldId="267"/>
        </pc:sldMkLst>
        <pc:spChg chg="del mod">
          <ac:chgData name="shibariku0623@icloud.com" userId="47b6e960b06a1f92" providerId="LiveId" clId="{38E944B8-6551-4F04-90CB-62CF34087603}" dt="2024-06-12T02:06:25.401" v="15036" actId="478"/>
          <ac:spMkLst>
            <pc:docMk/>
            <pc:sldMk cId="3158052113" sldId="267"/>
            <ac:spMk id="2" creationId="{B12F527C-CEBD-7BB3-5AA9-D5DF6CBC84C4}"/>
          </ac:spMkLst>
        </pc:spChg>
        <pc:spChg chg="mod">
          <ac:chgData name="shibariku0623@icloud.com" userId="47b6e960b06a1f92" providerId="LiveId" clId="{38E944B8-6551-4F04-90CB-62CF34087603}" dt="2024-06-12T02:25:09.882" v="15662" actId="1076"/>
          <ac:spMkLst>
            <pc:docMk/>
            <pc:sldMk cId="3158052113" sldId="267"/>
            <ac:spMk id="4" creationId="{0E348D7C-348F-B5F6-79A3-8FED26D67C8B}"/>
          </ac:spMkLst>
        </pc:spChg>
        <pc:spChg chg="del">
          <ac:chgData name="shibariku0623@icloud.com" userId="47b6e960b06a1f92" providerId="LiveId" clId="{38E944B8-6551-4F04-90CB-62CF34087603}" dt="2024-06-10T06:49:43.853" v="7012" actId="478"/>
          <ac:spMkLst>
            <pc:docMk/>
            <pc:sldMk cId="3158052113" sldId="267"/>
            <ac:spMk id="5" creationId="{19F97526-E503-7721-17FA-8E678E0A31BD}"/>
          </ac:spMkLst>
        </pc:spChg>
        <pc:spChg chg="del">
          <ac:chgData name="shibariku0623@icloud.com" userId="47b6e960b06a1f92" providerId="LiveId" clId="{38E944B8-6551-4F04-90CB-62CF34087603}" dt="2024-06-10T06:49:40.995" v="7011" actId="478"/>
          <ac:spMkLst>
            <pc:docMk/>
            <pc:sldMk cId="3158052113" sldId="267"/>
            <ac:spMk id="6" creationId="{C7843C1F-C353-C9E8-8254-CE6756043F00}"/>
          </ac:spMkLst>
        </pc:spChg>
        <pc:spChg chg="add mod">
          <ac:chgData name="shibariku0623@icloud.com" userId="47b6e960b06a1f92" providerId="LiveId" clId="{38E944B8-6551-4F04-90CB-62CF34087603}" dt="2024-06-10T07:43:37.122" v="7099" actId="1076"/>
          <ac:spMkLst>
            <pc:docMk/>
            <pc:sldMk cId="3158052113" sldId="267"/>
            <ac:spMk id="8" creationId="{AAF30E24-0F0B-4D71-2644-70E7B7D5FC27}"/>
          </ac:spMkLst>
        </pc:spChg>
        <pc:spChg chg="add mod">
          <ac:chgData name="shibariku0623@icloud.com" userId="47b6e960b06a1f92" providerId="LiveId" clId="{38E944B8-6551-4F04-90CB-62CF34087603}" dt="2024-06-12T02:17:12.344" v="15276" actId="1076"/>
          <ac:spMkLst>
            <pc:docMk/>
            <pc:sldMk cId="3158052113" sldId="267"/>
            <ac:spMk id="9" creationId="{3DAF4681-DAE3-9C47-99C7-E8AEA508FD4B}"/>
          </ac:spMkLst>
        </pc:spChg>
        <pc:spChg chg="del">
          <ac:chgData name="shibariku0623@icloud.com" userId="47b6e960b06a1f92" providerId="LiveId" clId="{38E944B8-6551-4F04-90CB-62CF34087603}" dt="2024-06-10T06:49:40.995" v="7011" actId="478"/>
          <ac:spMkLst>
            <pc:docMk/>
            <pc:sldMk cId="3158052113" sldId="267"/>
            <ac:spMk id="11" creationId="{F31CF6FF-B639-1468-4B8E-0B023AA5E79C}"/>
          </ac:spMkLst>
        </pc:spChg>
        <pc:spChg chg="add mod">
          <ac:chgData name="shibariku0623@icloud.com" userId="47b6e960b06a1f92" providerId="LiveId" clId="{38E944B8-6551-4F04-90CB-62CF34087603}" dt="2024-06-12T02:17:01.526" v="15274" actId="255"/>
          <ac:spMkLst>
            <pc:docMk/>
            <pc:sldMk cId="3158052113" sldId="267"/>
            <ac:spMk id="12" creationId="{D9E68226-FE2F-34BE-7F86-A8AAE967E390}"/>
          </ac:spMkLst>
        </pc:spChg>
        <pc:spChg chg="add del mod">
          <ac:chgData name="shibariku0623@icloud.com" userId="47b6e960b06a1f92" providerId="LiveId" clId="{38E944B8-6551-4F04-90CB-62CF34087603}" dt="2024-06-10T07:59:19.837" v="7501"/>
          <ac:spMkLst>
            <pc:docMk/>
            <pc:sldMk cId="3158052113" sldId="267"/>
            <ac:spMk id="13" creationId="{822FBDC2-4E99-DC57-23D0-CEE04C3F8D8C}"/>
          </ac:spMkLst>
        </pc:spChg>
        <pc:spChg chg="add mod">
          <ac:chgData name="shibariku0623@icloud.com" userId="47b6e960b06a1f92" providerId="LiveId" clId="{38E944B8-6551-4F04-90CB-62CF34087603}" dt="2024-06-12T02:17:01.526" v="15274" actId="255"/>
          <ac:spMkLst>
            <pc:docMk/>
            <pc:sldMk cId="3158052113" sldId="267"/>
            <ac:spMk id="14" creationId="{04E41591-2928-5BFC-B77E-F9899A1923F2}"/>
          </ac:spMkLst>
        </pc:spChg>
        <pc:spChg chg="add mod">
          <ac:chgData name="shibariku0623@icloud.com" userId="47b6e960b06a1f92" providerId="LiveId" clId="{38E944B8-6551-4F04-90CB-62CF34087603}" dt="2024-06-12T04:40:30.827" v="16344" actId="113"/>
          <ac:spMkLst>
            <pc:docMk/>
            <pc:sldMk cId="3158052113" sldId="267"/>
            <ac:spMk id="17" creationId="{0A698DCA-58F9-A55D-ECEF-85227245DE6F}"/>
          </ac:spMkLst>
        </pc:spChg>
        <pc:spChg chg="add mod">
          <ac:chgData name="shibariku0623@icloud.com" userId="47b6e960b06a1f92" providerId="LiveId" clId="{38E944B8-6551-4F04-90CB-62CF34087603}" dt="2024-06-12T04:41:23.074" v="16367" actId="20577"/>
          <ac:spMkLst>
            <pc:docMk/>
            <pc:sldMk cId="3158052113" sldId="267"/>
            <ac:spMk id="19" creationId="{D81E0BB8-6814-5817-2A89-338ACFCBAA51}"/>
          </ac:spMkLst>
        </pc:spChg>
        <pc:spChg chg="del">
          <ac:chgData name="shibariku0623@icloud.com" userId="47b6e960b06a1f92" providerId="LiveId" clId="{38E944B8-6551-4F04-90CB-62CF34087603}" dt="2024-06-10T06:49:40.995" v="7011" actId="478"/>
          <ac:spMkLst>
            <pc:docMk/>
            <pc:sldMk cId="3158052113" sldId="267"/>
            <ac:spMk id="21" creationId="{315CBA6E-31ED-A666-7753-FFC06DF36FCD}"/>
          </ac:spMkLst>
        </pc:spChg>
        <pc:spChg chg="del">
          <ac:chgData name="shibariku0623@icloud.com" userId="47b6e960b06a1f92" providerId="LiveId" clId="{38E944B8-6551-4F04-90CB-62CF34087603}" dt="2024-06-10T06:49:40.995" v="7011" actId="478"/>
          <ac:spMkLst>
            <pc:docMk/>
            <pc:sldMk cId="3158052113" sldId="267"/>
            <ac:spMk id="24" creationId="{F1E84071-30FF-C55D-B015-134380EB8F9B}"/>
          </ac:spMkLst>
        </pc:spChg>
        <pc:spChg chg="del">
          <ac:chgData name="shibariku0623@icloud.com" userId="47b6e960b06a1f92" providerId="LiveId" clId="{38E944B8-6551-4F04-90CB-62CF34087603}" dt="2024-06-10T06:49:40.995" v="7011" actId="478"/>
          <ac:spMkLst>
            <pc:docMk/>
            <pc:sldMk cId="3158052113" sldId="267"/>
            <ac:spMk id="26" creationId="{4253EBFB-8695-1297-69AB-615B37B6C98D}"/>
          </ac:spMkLst>
        </pc:spChg>
        <pc:spChg chg="del">
          <ac:chgData name="shibariku0623@icloud.com" userId="47b6e960b06a1f92" providerId="LiveId" clId="{38E944B8-6551-4F04-90CB-62CF34087603}" dt="2024-06-10T06:49:40.995" v="7011" actId="478"/>
          <ac:spMkLst>
            <pc:docMk/>
            <pc:sldMk cId="3158052113" sldId="267"/>
            <ac:spMk id="27" creationId="{F72C0BBC-B3F2-0ED7-4C35-C9EB9C7837D9}"/>
          </ac:spMkLst>
        </pc:spChg>
        <pc:cxnChg chg="del">
          <ac:chgData name="shibariku0623@icloud.com" userId="47b6e960b06a1f92" providerId="LiveId" clId="{38E944B8-6551-4F04-90CB-62CF34087603}" dt="2024-06-10T06:49:40.995" v="7011" actId="478"/>
          <ac:cxnSpMkLst>
            <pc:docMk/>
            <pc:sldMk cId="3158052113" sldId="267"/>
            <ac:cxnSpMk id="7" creationId="{9DEBBB12-5C33-C447-11E1-A5A2851ECA3E}"/>
          </ac:cxnSpMkLst>
        </pc:cxnChg>
        <pc:cxnChg chg="del">
          <ac:chgData name="shibariku0623@icloud.com" userId="47b6e960b06a1f92" providerId="LiveId" clId="{38E944B8-6551-4F04-90CB-62CF34087603}" dt="2024-06-10T06:49:40.995" v="7011" actId="478"/>
          <ac:cxnSpMkLst>
            <pc:docMk/>
            <pc:sldMk cId="3158052113" sldId="267"/>
            <ac:cxnSpMk id="15" creationId="{02565E11-1A88-6989-F9FD-3224951ACC7A}"/>
          </ac:cxnSpMkLst>
        </pc:cxnChg>
      </pc:sldChg>
      <pc:sldChg chg="addSp delSp modSp add mod">
        <pc:chgData name="shibariku0623@icloud.com" userId="47b6e960b06a1f92" providerId="LiveId" clId="{38E944B8-6551-4F04-90CB-62CF34087603}" dt="2024-06-12T04:42:39.469" v="16370" actId="1036"/>
        <pc:sldMkLst>
          <pc:docMk/>
          <pc:sldMk cId="2447580840" sldId="268"/>
        </pc:sldMkLst>
        <pc:spChg chg="del mod">
          <ac:chgData name="shibariku0623@icloud.com" userId="47b6e960b06a1f92" providerId="LiveId" clId="{38E944B8-6551-4F04-90CB-62CF34087603}" dt="2024-06-12T02:06:46.586" v="15037" actId="478"/>
          <ac:spMkLst>
            <pc:docMk/>
            <pc:sldMk cId="2447580840" sldId="268"/>
            <ac:spMk id="2" creationId="{B12F527C-CEBD-7BB3-5AA9-D5DF6CBC84C4}"/>
          </ac:spMkLst>
        </pc:spChg>
        <pc:spChg chg="add del mod">
          <ac:chgData name="shibariku0623@icloud.com" userId="47b6e960b06a1f92" providerId="LiveId" clId="{38E944B8-6551-4F04-90CB-62CF34087603}" dt="2024-06-12T02:11:46.291" v="15229" actId="478"/>
          <ac:spMkLst>
            <pc:docMk/>
            <pc:sldMk cId="2447580840" sldId="268"/>
            <ac:spMk id="4" creationId="{9EC72892-2A31-864F-454D-3258EA3A73F3}"/>
          </ac:spMkLst>
        </pc:spChg>
        <pc:spChg chg="add del mod">
          <ac:chgData name="shibariku0623@icloud.com" userId="47b6e960b06a1f92" providerId="LiveId" clId="{38E944B8-6551-4F04-90CB-62CF34087603}" dt="2024-06-10T09:10:41.934" v="8353" actId="478"/>
          <ac:spMkLst>
            <pc:docMk/>
            <pc:sldMk cId="2447580840" sldId="268"/>
            <ac:spMk id="4" creationId="{B25ACDF7-EE8D-A117-92E4-B5F70F2AA07D}"/>
          </ac:spMkLst>
        </pc:spChg>
        <pc:spChg chg="add mod">
          <ac:chgData name="shibariku0623@icloud.com" userId="47b6e960b06a1f92" providerId="LiveId" clId="{38E944B8-6551-4F04-90CB-62CF34087603}" dt="2024-06-10T09:11:09.642" v="8360" actId="1076"/>
          <ac:spMkLst>
            <pc:docMk/>
            <pc:sldMk cId="2447580840" sldId="268"/>
            <ac:spMk id="5" creationId="{72E95ED7-CDE0-D054-9AF8-0CCC60CB96AE}"/>
          </ac:spMkLst>
        </pc:spChg>
        <pc:spChg chg="add mod">
          <ac:chgData name="shibariku0623@icloud.com" userId="47b6e960b06a1f92" providerId="LiveId" clId="{38E944B8-6551-4F04-90CB-62CF34087603}" dt="2024-06-12T02:11:49.497" v="15230" actId="20577"/>
          <ac:spMkLst>
            <pc:docMk/>
            <pc:sldMk cId="2447580840" sldId="268"/>
            <ac:spMk id="6" creationId="{8AC2A249-EDB6-8DD5-BBB8-C347AA35E0DD}"/>
          </ac:spMkLst>
        </pc:spChg>
        <pc:spChg chg="add mod">
          <ac:chgData name="shibariku0623@icloud.com" userId="47b6e960b06a1f92" providerId="LiveId" clId="{38E944B8-6551-4F04-90CB-62CF34087603}" dt="2024-06-10T09:11:06.191" v="8359" actId="1076"/>
          <ac:spMkLst>
            <pc:docMk/>
            <pc:sldMk cId="2447580840" sldId="268"/>
            <ac:spMk id="7" creationId="{5605F7F7-0A9E-ECAF-F3AB-542AA6EA22B2}"/>
          </ac:spMkLst>
        </pc:spChg>
        <pc:spChg chg="mod">
          <ac:chgData name="shibariku0623@icloud.com" userId="47b6e960b06a1f92" providerId="LiveId" clId="{38E944B8-6551-4F04-90CB-62CF34087603}" dt="2024-06-12T02:25:28.374" v="15663" actId="1076"/>
          <ac:spMkLst>
            <pc:docMk/>
            <pc:sldMk cId="2447580840" sldId="268"/>
            <ac:spMk id="8" creationId="{7D2F413C-C232-2EB6-85EB-C0FB7FBBE00B}"/>
          </ac:spMkLst>
        </pc:spChg>
        <pc:spChg chg="del">
          <ac:chgData name="shibariku0623@icloud.com" userId="47b6e960b06a1f92" providerId="LiveId" clId="{38E944B8-6551-4F04-90CB-62CF34087603}" dt="2024-06-10T09:09:48.481" v="8345" actId="478"/>
          <ac:spMkLst>
            <pc:docMk/>
            <pc:sldMk cId="2447580840" sldId="268"/>
            <ac:spMk id="8" creationId="{AAF30E24-0F0B-4D71-2644-70E7B7D5FC27}"/>
          </ac:spMkLst>
        </pc:spChg>
        <pc:spChg chg="del">
          <ac:chgData name="shibariku0623@icloud.com" userId="47b6e960b06a1f92" providerId="LiveId" clId="{38E944B8-6551-4F04-90CB-62CF34087603}" dt="2024-06-10T09:00:58.626" v="8342" actId="478"/>
          <ac:spMkLst>
            <pc:docMk/>
            <pc:sldMk cId="2447580840" sldId="268"/>
            <ac:spMk id="9" creationId="{3DAF4681-DAE3-9C47-99C7-E8AEA508FD4B}"/>
          </ac:spMkLst>
        </pc:spChg>
        <pc:spChg chg="add mod">
          <ac:chgData name="shibariku0623@icloud.com" userId="47b6e960b06a1f92" providerId="LiveId" clId="{38E944B8-6551-4F04-90CB-62CF34087603}" dt="2024-06-12T04:42:39.469" v="16370" actId="1036"/>
          <ac:spMkLst>
            <pc:docMk/>
            <pc:sldMk cId="2447580840" sldId="268"/>
            <ac:spMk id="10" creationId="{9740A9A9-F2E9-6826-C039-6C7B2DF23064}"/>
          </ac:spMkLst>
        </pc:spChg>
        <pc:spChg chg="del">
          <ac:chgData name="shibariku0623@icloud.com" userId="47b6e960b06a1f92" providerId="LiveId" clId="{38E944B8-6551-4F04-90CB-62CF34087603}" dt="2024-06-10T09:00:58.626" v="8342" actId="478"/>
          <ac:spMkLst>
            <pc:docMk/>
            <pc:sldMk cId="2447580840" sldId="268"/>
            <ac:spMk id="12" creationId="{D9E68226-FE2F-34BE-7F86-A8AAE967E390}"/>
          </ac:spMkLst>
        </pc:spChg>
        <pc:spChg chg="add mod">
          <ac:chgData name="shibariku0623@icloud.com" userId="47b6e960b06a1f92" providerId="LiveId" clId="{38E944B8-6551-4F04-90CB-62CF34087603}" dt="2024-06-11T06:02:19.968" v="13270" actId="20577"/>
          <ac:spMkLst>
            <pc:docMk/>
            <pc:sldMk cId="2447580840" sldId="268"/>
            <ac:spMk id="13" creationId="{D2142BB2-922B-6CE3-84DA-E65CC00F4122}"/>
          </ac:spMkLst>
        </pc:spChg>
        <pc:spChg chg="del">
          <ac:chgData name="shibariku0623@icloud.com" userId="47b6e960b06a1f92" providerId="LiveId" clId="{38E944B8-6551-4F04-90CB-62CF34087603}" dt="2024-06-10T09:00:58.626" v="8342" actId="478"/>
          <ac:spMkLst>
            <pc:docMk/>
            <pc:sldMk cId="2447580840" sldId="268"/>
            <ac:spMk id="14" creationId="{04E41591-2928-5BFC-B77E-F9899A1923F2}"/>
          </ac:spMkLst>
        </pc:spChg>
        <pc:spChg chg="add mod">
          <ac:chgData name="shibariku0623@icloud.com" userId="47b6e960b06a1f92" providerId="LiveId" clId="{38E944B8-6551-4F04-90CB-62CF34087603}" dt="2024-06-10T10:40:29.454" v="9130" actId="1076"/>
          <ac:spMkLst>
            <pc:docMk/>
            <pc:sldMk cId="2447580840" sldId="268"/>
            <ac:spMk id="15" creationId="{1BFED17E-B603-B30F-8DE1-AE8D6E406BD2}"/>
          </ac:spMkLst>
        </pc:spChg>
        <pc:spChg chg="del">
          <ac:chgData name="shibariku0623@icloud.com" userId="47b6e960b06a1f92" providerId="LiveId" clId="{38E944B8-6551-4F04-90CB-62CF34087603}" dt="2024-06-10T09:00:58.626" v="8342" actId="478"/>
          <ac:spMkLst>
            <pc:docMk/>
            <pc:sldMk cId="2447580840" sldId="268"/>
            <ac:spMk id="17" creationId="{0A698DCA-58F9-A55D-ECEF-85227245DE6F}"/>
          </ac:spMkLst>
        </pc:spChg>
        <pc:spChg chg="add mod">
          <ac:chgData name="shibariku0623@icloud.com" userId="47b6e960b06a1f92" providerId="LiveId" clId="{38E944B8-6551-4F04-90CB-62CF34087603}" dt="2024-06-10T10:40:26.013" v="9129" actId="1076"/>
          <ac:spMkLst>
            <pc:docMk/>
            <pc:sldMk cId="2447580840" sldId="268"/>
            <ac:spMk id="18" creationId="{C2A73D74-2675-3053-B923-E312CEF526F1}"/>
          </ac:spMkLst>
        </pc:spChg>
        <pc:spChg chg="del">
          <ac:chgData name="shibariku0623@icloud.com" userId="47b6e960b06a1f92" providerId="LiveId" clId="{38E944B8-6551-4F04-90CB-62CF34087603}" dt="2024-06-10T09:00:58.626" v="8342" actId="478"/>
          <ac:spMkLst>
            <pc:docMk/>
            <pc:sldMk cId="2447580840" sldId="268"/>
            <ac:spMk id="19" creationId="{D81E0BB8-6814-5817-2A89-338ACFCBAA51}"/>
          </ac:spMkLst>
        </pc:spChg>
        <pc:spChg chg="add mod">
          <ac:chgData name="shibariku0623@icloud.com" userId="47b6e960b06a1f92" providerId="LiveId" clId="{38E944B8-6551-4F04-90CB-62CF34087603}" dt="2024-06-12T02:16:45.290" v="15273" actId="255"/>
          <ac:spMkLst>
            <pc:docMk/>
            <pc:sldMk cId="2447580840" sldId="268"/>
            <ac:spMk id="22" creationId="{C690D36A-BD78-F314-7814-F51AF57B1157}"/>
          </ac:spMkLst>
        </pc:spChg>
        <pc:picChg chg="add mod modCrop">
          <ac:chgData name="shibariku0623@icloud.com" userId="47b6e960b06a1f92" providerId="LiveId" clId="{38E944B8-6551-4F04-90CB-62CF34087603}" dt="2024-06-10T10:38:36.432" v="8988" actId="1076"/>
          <ac:picMkLst>
            <pc:docMk/>
            <pc:sldMk cId="2447580840" sldId="268"/>
            <ac:picMk id="21" creationId="{D569EEF2-BD75-9E93-FAC0-CCCB6CCE7AF4}"/>
          </ac:picMkLst>
        </pc:picChg>
        <pc:cxnChg chg="add mod">
          <ac:chgData name="shibariku0623@icloud.com" userId="47b6e960b06a1f92" providerId="LiveId" clId="{38E944B8-6551-4F04-90CB-62CF34087603}" dt="2024-06-10T09:13:40.645" v="8423" actId="1076"/>
          <ac:cxnSpMkLst>
            <pc:docMk/>
            <pc:sldMk cId="2447580840" sldId="268"/>
            <ac:cxnSpMk id="11" creationId="{616DD47D-B6C4-63A4-151C-E402CEB5A868}"/>
          </ac:cxnSpMkLst>
        </pc:cxnChg>
      </pc:sldChg>
      <pc:sldChg chg="addSp delSp modSp add mod ord">
        <pc:chgData name="shibariku0623@icloud.com" userId="47b6e960b06a1f92" providerId="LiveId" clId="{38E944B8-6551-4F04-90CB-62CF34087603}" dt="2024-06-12T02:25:58.462" v="15668" actId="1076"/>
        <pc:sldMkLst>
          <pc:docMk/>
          <pc:sldMk cId="1627072432" sldId="269"/>
        </pc:sldMkLst>
        <pc:spChg chg="del">
          <ac:chgData name="shibariku0623@icloud.com" userId="47b6e960b06a1f92" providerId="LiveId" clId="{38E944B8-6551-4F04-90CB-62CF34087603}" dt="2024-06-11T03:31:26.653" v="10204" actId="478"/>
          <ac:spMkLst>
            <pc:docMk/>
            <pc:sldMk cId="1627072432" sldId="269"/>
            <ac:spMk id="2" creationId="{B12F527C-CEBD-7BB3-5AA9-D5DF6CBC84C4}"/>
          </ac:spMkLst>
        </pc:spChg>
        <pc:spChg chg="mod">
          <ac:chgData name="shibariku0623@icloud.com" userId="47b6e960b06a1f92" providerId="LiveId" clId="{38E944B8-6551-4F04-90CB-62CF34087603}" dt="2024-06-10T10:41:28.612" v="9171" actId="14100"/>
          <ac:spMkLst>
            <pc:docMk/>
            <pc:sldMk cId="1627072432" sldId="269"/>
            <ac:spMk id="3" creationId="{4C236548-D8CA-E6F4-D429-B961699BF259}"/>
          </ac:spMkLst>
        </pc:spChg>
        <pc:spChg chg="add del mod">
          <ac:chgData name="shibariku0623@icloud.com" userId="47b6e960b06a1f92" providerId="LiveId" clId="{38E944B8-6551-4F04-90CB-62CF34087603}" dt="2024-06-11T03:31:22.956" v="10203" actId="478"/>
          <ac:spMkLst>
            <pc:docMk/>
            <pc:sldMk cId="1627072432" sldId="269"/>
            <ac:spMk id="4" creationId="{6CA4EEC9-8C5B-46BA-02F1-09ED125B774F}"/>
          </ac:spMkLst>
        </pc:spChg>
        <pc:spChg chg="del">
          <ac:chgData name="shibariku0623@icloud.com" userId="47b6e960b06a1f92" providerId="LiveId" clId="{38E944B8-6551-4F04-90CB-62CF34087603}" dt="2024-06-10T10:40:47.347" v="9134" actId="478"/>
          <ac:spMkLst>
            <pc:docMk/>
            <pc:sldMk cId="1627072432" sldId="269"/>
            <ac:spMk id="5" creationId="{72E95ED7-CDE0-D054-9AF8-0CCC60CB96AE}"/>
          </ac:spMkLst>
        </pc:spChg>
        <pc:spChg chg="add del mod">
          <ac:chgData name="shibariku0623@icloud.com" userId="47b6e960b06a1f92" providerId="LiveId" clId="{38E944B8-6551-4F04-90CB-62CF34087603}" dt="2024-06-11T03:31:26.653" v="10204" actId="478"/>
          <ac:spMkLst>
            <pc:docMk/>
            <pc:sldMk cId="1627072432" sldId="269"/>
            <ac:spMk id="6" creationId="{EA811E35-BF0C-0872-AE87-EEEBB5553FD4}"/>
          </ac:spMkLst>
        </pc:spChg>
        <pc:spChg chg="add mod">
          <ac:chgData name="shibariku0623@icloud.com" userId="47b6e960b06a1f92" providerId="LiveId" clId="{38E944B8-6551-4F04-90CB-62CF34087603}" dt="2024-06-11T03:33:57.026" v="10316" actId="20577"/>
          <ac:spMkLst>
            <pc:docMk/>
            <pc:sldMk cId="1627072432" sldId="269"/>
            <ac:spMk id="7" creationId="{2C7E8D7B-36D7-DF38-9B45-61198B0BCCBF}"/>
          </ac:spMkLst>
        </pc:spChg>
        <pc:spChg chg="del">
          <ac:chgData name="shibariku0623@icloud.com" userId="47b6e960b06a1f92" providerId="LiveId" clId="{38E944B8-6551-4F04-90CB-62CF34087603}" dt="2024-06-10T10:40:44.057" v="9133" actId="478"/>
          <ac:spMkLst>
            <pc:docMk/>
            <pc:sldMk cId="1627072432" sldId="269"/>
            <ac:spMk id="7" creationId="{5605F7F7-0A9E-ECAF-F3AB-542AA6EA22B2}"/>
          </ac:spMkLst>
        </pc:spChg>
        <pc:spChg chg="add mod">
          <ac:chgData name="shibariku0623@icloud.com" userId="47b6e960b06a1f92" providerId="LiveId" clId="{38E944B8-6551-4F04-90CB-62CF34087603}" dt="2024-06-11T03:36:38.859" v="10581" actId="1076"/>
          <ac:spMkLst>
            <pc:docMk/>
            <pc:sldMk cId="1627072432" sldId="269"/>
            <ac:spMk id="10" creationId="{037D694D-76EA-5E16-0020-57BB968E3EB2}"/>
          </ac:spMkLst>
        </pc:spChg>
        <pc:spChg chg="del">
          <ac:chgData name="shibariku0623@icloud.com" userId="47b6e960b06a1f92" providerId="LiveId" clId="{38E944B8-6551-4F04-90CB-62CF34087603}" dt="2024-06-10T10:40:44.057" v="9133" actId="478"/>
          <ac:spMkLst>
            <pc:docMk/>
            <pc:sldMk cId="1627072432" sldId="269"/>
            <ac:spMk id="10" creationId="{9740A9A9-F2E9-6826-C039-6C7B2DF23064}"/>
          </ac:spMkLst>
        </pc:spChg>
        <pc:spChg chg="add del mod">
          <ac:chgData name="shibariku0623@icloud.com" userId="47b6e960b06a1f92" providerId="LiveId" clId="{38E944B8-6551-4F04-90CB-62CF34087603}" dt="2024-06-11T03:31:22.956" v="10203" actId="478"/>
          <ac:spMkLst>
            <pc:docMk/>
            <pc:sldMk cId="1627072432" sldId="269"/>
            <ac:spMk id="12" creationId="{F24EEF04-4CDA-1C11-4FEF-7F0FEE9781CD}"/>
          </ac:spMkLst>
        </pc:spChg>
        <pc:spChg chg="del">
          <ac:chgData name="shibariku0623@icloud.com" userId="47b6e960b06a1f92" providerId="LiveId" clId="{38E944B8-6551-4F04-90CB-62CF34087603}" dt="2024-06-10T10:40:44.057" v="9133" actId="478"/>
          <ac:spMkLst>
            <pc:docMk/>
            <pc:sldMk cId="1627072432" sldId="269"/>
            <ac:spMk id="13" creationId="{D2142BB2-922B-6CE3-84DA-E65CC00F4122}"/>
          </ac:spMkLst>
        </pc:spChg>
        <pc:spChg chg="del mod">
          <ac:chgData name="shibariku0623@icloud.com" userId="47b6e960b06a1f92" providerId="LiveId" clId="{38E944B8-6551-4F04-90CB-62CF34087603}" dt="2024-06-12T02:06:52.249" v="15039" actId="478"/>
          <ac:spMkLst>
            <pc:docMk/>
            <pc:sldMk cId="1627072432" sldId="269"/>
            <ac:spMk id="14" creationId="{96B09A1C-261A-21F2-81FC-3CEE4DCD1C81}"/>
          </ac:spMkLst>
        </pc:spChg>
        <pc:spChg chg="del">
          <ac:chgData name="shibariku0623@icloud.com" userId="47b6e960b06a1f92" providerId="LiveId" clId="{38E944B8-6551-4F04-90CB-62CF34087603}" dt="2024-06-10T10:40:44.057" v="9133" actId="478"/>
          <ac:spMkLst>
            <pc:docMk/>
            <pc:sldMk cId="1627072432" sldId="269"/>
            <ac:spMk id="15" creationId="{1BFED17E-B603-B30F-8DE1-AE8D6E406BD2}"/>
          </ac:spMkLst>
        </pc:spChg>
        <pc:spChg chg="add mod">
          <ac:chgData name="shibariku0623@icloud.com" userId="47b6e960b06a1f92" providerId="LiveId" clId="{38E944B8-6551-4F04-90CB-62CF34087603}" dt="2024-06-11T03:46:57.232" v="11170" actId="14100"/>
          <ac:spMkLst>
            <pc:docMk/>
            <pc:sldMk cId="1627072432" sldId="269"/>
            <ac:spMk id="15" creationId="{BD542E0F-F8A6-BA25-2BF1-8EA10DA62260}"/>
          </ac:spMkLst>
        </pc:spChg>
        <pc:spChg chg="add del mod">
          <ac:chgData name="shibariku0623@icloud.com" userId="47b6e960b06a1f92" providerId="LiveId" clId="{38E944B8-6551-4F04-90CB-62CF34087603}" dt="2024-06-11T03:31:26.653" v="10204" actId="478"/>
          <ac:spMkLst>
            <pc:docMk/>
            <pc:sldMk cId="1627072432" sldId="269"/>
            <ac:spMk id="16" creationId="{9B0D9FD0-FA5A-3E78-B6D0-3A2DD13E29F0}"/>
          </ac:spMkLst>
        </pc:spChg>
        <pc:spChg chg="add del mod">
          <ac:chgData name="shibariku0623@icloud.com" userId="47b6e960b06a1f92" providerId="LiveId" clId="{38E944B8-6551-4F04-90CB-62CF34087603}" dt="2024-06-11T03:41:59.844" v="10781" actId="478"/>
          <ac:spMkLst>
            <pc:docMk/>
            <pc:sldMk cId="1627072432" sldId="269"/>
            <ac:spMk id="17" creationId="{E8F22732-856F-45B0-AA59-4BE11113B719}"/>
          </ac:spMkLst>
        </pc:spChg>
        <pc:spChg chg="del">
          <ac:chgData name="shibariku0623@icloud.com" userId="47b6e960b06a1f92" providerId="LiveId" clId="{38E944B8-6551-4F04-90CB-62CF34087603}" dt="2024-06-10T10:40:44.057" v="9133" actId="478"/>
          <ac:spMkLst>
            <pc:docMk/>
            <pc:sldMk cId="1627072432" sldId="269"/>
            <ac:spMk id="18" creationId="{C2A73D74-2675-3053-B923-E312CEF526F1}"/>
          </ac:spMkLst>
        </pc:spChg>
        <pc:spChg chg="add mod">
          <ac:chgData name="shibariku0623@icloud.com" userId="47b6e960b06a1f92" providerId="LiveId" clId="{38E944B8-6551-4F04-90CB-62CF34087603}" dt="2024-06-11T03:47:05.715" v="11171" actId="14100"/>
          <ac:spMkLst>
            <pc:docMk/>
            <pc:sldMk cId="1627072432" sldId="269"/>
            <ac:spMk id="18" creationId="{D7FB7B8E-9B25-519B-0FC6-B4C9280FBCDB}"/>
          </ac:spMkLst>
        </pc:spChg>
        <pc:spChg chg="add del mod">
          <ac:chgData name="shibariku0623@icloud.com" userId="47b6e960b06a1f92" providerId="LiveId" clId="{38E944B8-6551-4F04-90CB-62CF34087603}" dt="2024-06-11T03:31:26.653" v="10204" actId="478"/>
          <ac:spMkLst>
            <pc:docMk/>
            <pc:sldMk cId="1627072432" sldId="269"/>
            <ac:spMk id="19" creationId="{C0F7F80C-5721-2A69-F9D5-C70D7FA73693}"/>
          </ac:spMkLst>
        </pc:spChg>
        <pc:spChg chg="add del mod">
          <ac:chgData name="shibariku0623@icloud.com" userId="47b6e960b06a1f92" providerId="LiveId" clId="{38E944B8-6551-4F04-90CB-62CF34087603}" dt="2024-06-12T02:12:08.414" v="15234" actId="478"/>
          <ac:spMkLst>
            <pc:docMk/>
            <pc:sldMk cId="1627072432" sldId="269"/>
            <ac:spMk id="20" creationId="{280D5B2D-AE3B-05C1-C578-BD212EE88ADF}"/>
          </ac:spMkLst>
        </pc:spChg>
        <pc:spChg chg="add mod">
          <ac:chgData name="shibariku0623@icloud.com" userId="47b6e960b06a1f92" providerId="LiveId" clId="{38E944B8-6551-4F04-90CB-62CF34087603}" dt="2024-06-12T02:12:11.603" v="15236" actId="20577"/>
          <ac:spMkLst>
            <pc:docMk/>
            <pc:sldMk cId="1627072432" sldId="269"/>
            <ac:spMk id="21" creationId="{2ABBBB56-22ED-3ECD-B5A7-BBBCD244FF8A}"/>
          </ac:spMkLst>
        </pc:spChg>
        <pc:spChg chg="mod">
          <ac:chgData name="shibariku0623@icloud.com" userId="47b6e960b06a1f92" providerId="LiveId" clId="{38E944B8-6551-4F04-90CB-62CF34087603}" dt="2024-06-12T02:25:58.462" v="15668" actId="1076"/>
          <ac:spMkLst>
            <pc:docMk/>
            <pc:sldMk cId="1627072432" sldId="269"/>
            <ac:spMk id="22" creationId="{47C6CBEE-D141-1E22-3D7E-58BCD3966C49}"/>
          </ac:spMkLst>
        </pc:spChg>
        <pc:spChg chg="del">
          <ac:chgData name="shibariku0623@icloud.com" userId="47b6e960b06a1f92" providerId="LiveId" clId="{38E944B8-6551-4F04-90CB-62CF34087603}" dt="2024-06-10T10:40:44.057" v="9133" actId="478"/>
          <ac:spMkLst>
            <pc:docMk/>
            <pc:sldMk cId="1627072432" sldId="269"/>
            <ac:spMk id="22" creationId="{C690D36A-BD78-F314-7814-F51AF57B1157}"/>
          </ac:spMkLst>
        </pc:spChg>
        <pc:spChg chg="add del mod">
          <ac:chgData name="shibariku0623@icloud.com" userId="47b6e960b06a1f92" providerId="LiveId" clId="{38E944B8-6551-4F04-90CB-62CF34087603}" dt="2024-06-10T14:34:15.984" v="10035" actId="478"/>
          <ac:spMkLst>
            <pc:docMk/>
            <pc:sldMk cId="1627072432" sldId="269"/>
            <ac:spMk id="23" creationId="{DC880B31-6B9E-3A0B-15F6-6840CF500D6B}"/>
          </ac:spMkLst>
        </pc:spChg>
        <pc:spChg chg="add del mod">
          <ac:chgData name="shibariku0623@icloud.com" userId="47b6e960b06a1f92" providerId="LiveId" clId="{38E944B8-6551-4F04-90CB-62CF34087603}" dt="2024-06-11T03:31:22.956" v="10203" actId="478"/>
          <ac:spMkLst>
            <pc:docMk/>
            <pc:sldMk cId="1627072432" sldId="269"/>
            <ac:spMk id="25" creationId="{95901A76-362C-67EE-CD0C-491203408DA3}"/>
          </ac:spMkLst>
        </pc:spChg>
        <pc:picChg chg="add mod modCrop">
          <ac:chgData name="shibariku0623@icloud.com" userId="47b6e960b06a1f92" providerId="LiveId" clId="{38E944B8-6551-4F04-90CB-62CF34087603}" dt="2024-06-11T03:32:59.390" v="10286" actId="14100"/>
          <ac:picMkLst>
            <pc:docMk/>
            <pc:sldMk cId="1627072432" sldId="269"/>
            <ac:picMk id="5" creationId="{3DD72435-45F1-0EE7-ED82-D3A3F9344960}"/>
          </ac:picMkLst>
        </pc:picChg>
        <pc:picChg chg="add del mod modCrop">
          <ac:chgData name="shibariku0623@icloud.com" userId="47b6e960b06a1f92" providerId="LiveId" clId="{38E944B8-6551-4F04-90CB-62CF34087603}" dt="2024-06-11T03:46:51.562" v="11169" actId="478"/>
          <ac:picMkLst>
            <pc:docMk/>
            <pc:sldMk cId="1627072432" sldId="269"/>
            <ac:picMk id="13" creationId="{B5436137-4F7E-504F-CDDA-66EBDD69F31A}"/>
          </ac:picMkLst>
        </pc:picChg>
        <pc:picChg chg="del">
          <ac:chgData name="shibariku0623@icloud.com" userId="47b6e960b06a1f92" providerId="LiveId" clId="{38E944B8-6551-4F04-90CB-62CF34087603}" dt="2024-06-10T10:40:44.057" v="9133" actId="478"/>
          <ac:picMkLst>
            <pc:docMk/>
            <pc:sldMk cId="1627072432" sldId="269"/>
            <ac:picMk id="21" creationId="{D569EEF2-BD75-9E93-FAC0-CCCB6CCE7AF4}"/>
          </ac:picMkLst>
        </pc:picChg>
        <pc:cxnChg chg="add del mod">
          <ac:chgData name="shibariku0623@icloud.com" userId="47b6e960b06a1f92" providerId="LiveId" clId="{38E944B8-6551-4F04-90CB-62CF34087603}" dt="2024-06-11T03:31:22.956" v="10203" actId="478"/>
          <ac:cxnSpMkLst>
            <pc:docMk/>
            <pc:sldMk cId="1627072432" sldId="269"/>
            <ac:cxnSpMk id="8" creationId="{FD0E6935-4222-089E-3E13-65342AEA26D1}"/>
          </ac:cxnSpMkLst>
        </pc:cxnChg>
        <pc:cxnChg chg="add del mod">
          <ac:chgData name="shibariku0623@icloud.com" userId="47b6e960b06a1f92" providerId="LiveId" clId="{38E944B8-6551-4F04-90CB-62CF34087603}" dt="2024-06-11T03:31:22.956" v="10203" actId="478"/>
          <ac:cxnSpMkLst>
            <pc:docMk/>
            <pc:sldMk cId="1627072432" sldId="269"/>
            <ac:cxnSpMk id="9" creationId="{23BCA45C-188A-7CB7-54B5-92948B400DEE}"/>
          </ac:cxnSpMkLst>
        </pc:cxnChg>
        <pc:cxnChg chg="del">
          <ac:chgData name="shibariku0623@icloud.com" userId="47b6e960b06a1f92" providerId="LiveId" clId="{38E944B8-6551-4F04-90CB-62CF34087603}" dt="2024-06-10T10:40:44.057" v="9133" actId="478"/>
          <ac:cxnSpMkLst>
            <pc:docMk/>
            <pc:sldMk cId="1627072432" sldId="269"/>
            <ac:cxnSpMk id="11" creationId="{616DD47D-B6C4-63A4-151C-E402CEB5A868}"/>
          </ac:cxnSpMkLst>
        </pc:cxnChg>
        <pc:cxnChg chg="add del mod">
          <ac:chgData name="shibariku0623@icloud.com" userId="47b6e960b06a1f92" providerId="LiveId" clId="{38E944B8-6551-4F04-90CB-62CF34087603}" dt="2024-06-11T03:31:22.956" v="10203" actId="478"/>
          <ac:cxnSpMkLst>
            <pc:docMk/>
            <pc:sldMk cId="1627072432" sldId="269"/>
            <ac:cxnSpMk id="24" creationId="{16ACDAF4-29D9-D323-FABA-F188F283A5A3}"/>
          </ac:cxnSpMkLst>
        </pc:cxnChg>
      </pc:sldChg>
      <pc:sldChg chg="addSp delSp modSp add mod ord">
        <pc:chgData name="shibariku0623@icloud.com" userId="47b6e960b06a1f92" providerId="LiveId" clId="{38E944B8-6551-4F04-90CB-62CF34087603}" dt="2024-06-12T02:25:46.006" v="15666" actId="1076"/>
        <pc:sldMkLst>
          <pc:docMk/>
          <pc:sldMk cId="2021668336" sldId="270"/>
        </pc:sldMkLst>
        <pc:spChg chg="del mod">
          <ac:chgData name="shibariku0623@icloud.com" userId="47b6e960b06a1f92" providerId="LiveId" clId="{38E944B8-6551-4F04-90CB-62CF34087603}" dt="2024-06-12T02:06:50.073" v="15038" actId="478"/>
          <ac:spMkLst>
            <pc:docMk/>
            <pc:sldMk cId="2021668336" sldId="270"/>
            <ac:spMk id="2" creationId="{B12F527C-CEBD-7BB3-5AA9-D5DF6CBC84C4}"/>
          </ac:spMkLst>
        </pc:spChg>
        <pc:spChg chg="add del mod">
          <ac:chgData name="shibariku0623@icloud.com" userId="47b6e960b06a1f92" providerId="LiveId" clId="{38E944B8-6551-4F04-90CB-62CF34087603}" dt="2024-06-12T02:11:55.378" v="15232" actId="478"/>
          <ac:spMkLst>
            <pc:docMk/>
            <pc:sldMk cId="2021668336" sldId="270"/>
            <ac:spMk id="10" creationId="{1AE729E8-2080-F3CB-1570-41DB75692E81}"/>
          </ac:spMkLst>
        </pc:spChg>
        <pc:spChg chg="add mod">
          <ac:chgData name="shibariku0623@icloud.com" userId="47b6e960b06a1f92" providerId="LiveId" clId="{38E944B8-6551-4F04-90CB-62CF34087603}" dt="2024-06-12T02:11:59.054" v="15233" actId="20577"/>
          <ac:spMkLst>
            <pc:docMk/>
            <pc:sldMk cId="2021668336" sldId="270"/>
            <ac:spMk id="11" creationId="{F05CE396-79F4-81B3-5786-75838189D44C}"/>
          </ac:spMkLst>
        </pc:spChg>
        <pc:spChg chg="mod">
          <ac:chgData name="shibariku0623@icloud.com" userId="47b6e960b06a1f92" providerId="LiveId" clId="{38E944B8-6551-4F04-90CB-62CF34087603}" dt="2024-06-12T02:25:46.006" v="15666" actId="1076"/>
          <ac:spMkLst>
            <pc:docMk/>
            <pc:sldMk cId="2021668336" sldId="270"/>
            <ac:spMk id="13" creationId="{B0C23290-1F40-098F-9004-58AF41B0DDB1}"/>
          </ac:spMkLst>
        </pc:spChg>
        <pc:spChg chg="mod">
          <ac:chgData name="shibariku0623@icloud.com" userId="47b6e960b06a1f92" providerId="LiveId" clId="{38E944B8-6551-4F04-90CB-62CF34087603}" dt="2024-06-11T03:27:39.698" v="10162" actId="14100"/>
          <ac:spMkLst>
            <pc:docMk/>
            <pc:sldMk cId="2021668336" sldId="270"/>
            <ac:spMk id="19" creationId="{C0F7F80C-5721-2A69-F9D5-C70D7FA73693}"/>
          </ac:spMkLst>
        </pc:spChg>
        <pc:picChg chg="add mod modCrop">
          <ac:chgData name="shibariku0623@icloud.com" userId="47b6e960b06a1f92" providerId="LiveId" clId="{38E944B8-6551-4F04-90CB-62CF34087603}" dt="2024-06-11T03:28:47.003" v="10175" actId="1076"/>
          <ac:picMkLst>
            <pc:docMk/>
            <pc:sldMk cId="2021668336" sldId="270"/>
            <ac:picMk id="7" creationId="{61AFD179-A421-C7DA-3B04-52580FADBD85}"/>
          </ac:picMkLst>
        </pc:picChg>
      </pc:sldChg>
      <pc:sldChg chg="addSp delSp modSp add mod">
        <pc:chgData name="shibariku0623@icloud.com" userId="47b6e960b06a1f92" providerId="LiveId" clId="{38E944B8-6551-4F04-90CB-62CF34087603}" dt="2024-06-12T02:26:27.402" v="15672" actId="1076"/>
        <pc:sldMkLst>
          <pc:docMk/>
          <pc:sldMk cId="2274831533" sldId="271"/>
        </pc:sldMkLst>
        <pc:spChg chg="mod">
          <ac:chgData name="shibariku0623@icloud.com" userId="47b6e960b06a1f92" providerId="LiveId" clId="{38E944B8-6551-4F04-90CB-62CF34087603}" dt="2024-06-11T04:15:17.404" v="11635" actId="20577"/>
          <ac:spMkLst>
            <pc:docMk/>
            <pc:sldMk cId="2274831533" sldId="271"/>
            <ac:spMk id="3" creationId="{4C236548-D8CA-E6F4-D429-B961699BF259}"/>
          </ac:spMkLst>
        </pc:spChg>
        <pc:spChg chg="add mod">
          <ac:chgData name="shibariku0623@icloud.com" userId="47b6e960b06a1f92" providerId="LiveId" clId="{38E944B8-6551-4F04-90CB-62CF34087603}" dt="2024-06-11T05:37:31.651" v="12646" actId="255"/>
          <ac:spMkLst>
            <pc:docMk/>
            <pc:sldMk cId="2274831533" sldId="271"/>
            <ac:spMk id="4" creationId="{4EC8482D-9B81-7A18-73DD-FE5227C88B57}"/>
          </ac:spMkLst>
        </pc:spChg>
        <pc:spChg chg="add mod">
          <ac:chgData name="shibariku0623@icloud.com" userId="47b6e960b06a1f92" providerId="LiveId" clId="{38E944B8-6551-4F04-90CB-62CF34087603}" dt="2024-06-11T05:37:47.455" v="12649" actId="1076"/>
          <ac:spMkLst>
            <pc:docMk/>
            <pc:sldMk cId="2274831533" sldId="271"/>
            <ac:spMk id="6" creationId="{5C4987FD-E9BE-A006-77F5-DF9D0B631B02}"/>
          </ac:spMkLst>
        </pc:spChg>
        <pc:spChg chg="del">
          <ac:chgData name="shibariku0623@icloud.com" userId="47b6e960b06a1f92" providerId="LiveId" clId="{38E944B8-6551-4F04-90CB-62CF34087603}" dt="2024-06-11T03:47:27.728" v="11179" actId="478"/>
          <ac:spMkLst>
            <pc:docMk/>
            <pc:sldMk cId="2274831533" sldId="271"/>
            <ac:spMk id="7" creationId="{2C7E8D7B-36D7-DF38-9B45-61198B0BCCBF}"/>
          </ac:spMkLst>
        </pc:spChg>
        <pc:spChg chg="add del mod">
          <ac:chgData name="shibariku0623@icloud.com" userId="47b6e960b06a1f92" providerId="LiveId" clId="{38E944B8-6551-4F04-90CB-62CF34087603}" dt="2024-06-11T04:41:48.187" v="11785" actId="478"/>
          <ac:spMkLst>
            <pc:docMk/>
            <pc:sldMk cId="2274831533" sldId="271"/>
            <ac:spMk id="8" creationId="{F2590FA2-559C-8A3D-2217-4718F6099979}"/>
          </ac:spMkLst>
        </pc:spChg>
        <pc:spChg chg="del">
          <ac:chgData name="shibariku0623@icloud.com" userId="47b6e960b06a1f92" providerId="LiveId" clId="{38E944B8-6551-4F04-90CB-62CF34087603}" dt="2024-06-11T03:47:23.021" v="11177" actId="478"/>
          <ac:spMkLst>
            <pc:docMk/>
            <pc:sldMk cId="2274831533" sldId="271"/>
            <ac:spMk id="10" creationId="{037D694D-76EA-5E16-0020-57BB968E3EB2}"/>
          </ac:spMkLst>
        </pc:spChg>
        <pc:spChg chg="del mod">
          <ac:chgData name="shibariku0623@icloud.com" userId="47b6e960b06a1f92" providerId="LiveId" clId="{38E944B8-6551-4F04-90CB-62CF34087603}" dt="2024-06-12T02:06:59.936" v="15040" actId="478"/>
          <ac:spMkLst>
            <pc:docMk/>
            <pc:sldMk cId="2274831533" sldId="271"/>
            <ac:spMk id="14" creationId="{96B09A1C-261A-21F2-81FC-3CEE4DCD1C81}"/>
          </ac:spMkLst>
        </pc:spChg>
        <pc:spChg chg="del">
          <ac:chgData name="shibariku0623@icloud.com" userId="47b6e960b06a1f92" providerId="LiveId" clId="{38E944B8-6551-4F04-90CB-62CF34087603}" dt="2024-06-11T03:47:20.645" v="11176" actId="478"/>
          <ac:spMkLst>
            <pc:docMk/>
            <pc:sldMk cId="2274831533" sldId="271"/>
            <ac:spMk id="15" creationId="{BD542E0F-F8A6-BA25-2BF1-8EA10DA62260}"/>
          </ac:spMkLst>
        </pc:spChg>
        <pc:spChg chg="add mod">
          <ac:chgData name="shibariku0623@icloud.com" userId="47b6e960b06a1f92" providerId="LiveId" clId="{38E944B8-6551-4F04-90CB-62CF34087603}" dt="2024-06-11T05:37:54.952" v="12651" actId="1076"/>
          <ac:spMkLst>
            <pc:docMk/>
            <pc:sldMk cId="2274831533" sldId="271"/>
            <ac:spMk id="17" creationId="{7C533502-BD33-6D86-293A-AD508F98E972}"/>
          </ac:spMkLst>
        </pc:spChg>
        <pc:spChg chg="del">
          <ac:chgData name="shibariku0623@icloud.com" userId="47b6e960b06a1f92" providerId="LiveId" clId="{38E944B8-6551-4F04-90CB-62CF34087603}" dt="2024-06-11T03:47:19.250" v="11175" actId="478"/>
          <ac:spMkLst>
            <pc:docMk/>
            <pc:sldMk cId="2274831533" sldId="271"/>
            <ac:spMk id="18" creationId="{D7FB7B8E-9B25-519B-0FC6-B4C9280FBCDB}"/>
          </ac:spMkLst>
        </pc:spChg>
        <pc:spChg chg="add mod">
          <ac:chgData name="shibariku0623@icloud.com" userId="47b6e960b06a1f92" providerId="LiveId" clId="{38E944B8-6551-4F04-90CB-62CF34087603}" dt="2024-06-11T05:37:58.566" v="12652" actId="1076"/>
          <ac:spMkLst>
            <pc:docMk/>
            <pc:sldMk cId="2274831533" sldId="271"/>
            <ac:spMk id="19" creationId="{B06426DF-9AF1-FD90-A0DE-9BFCB0451ADB}"/>
          </ac:spMkLst>
        </pc:spChg>
        <pc:spChg chg="add mod">
          <ac:chgData name="shibariku0623@icloud.com" userId="47b6e960b06a1f92" providerId="LiveId" clId="{38E944B8-6551-4F04-90CB-62CF34087603}" dt="2024-06-11T05:38:12.943" v="12654" actId="1076"/>
          <ac:spMkLst>
            <pc:docMk/>
            <pc:sldMk cId="2274831533" sldId="271"/>
            <ac:spMk id="21" creationId="{32A4F478-E807-0179-DE9A-0D86112177F5}"/>
          </ac:spMkLst>
        </pc:spChg>
        <pc:spChg chg="add mod">
          <ac:chgData name="shibariku0623@icloud.com" userId="47b6e960b06a1f92" providerId="LiveId" clId="{38E944B8-6551-4F04-90CB-62CF34087603}" dt="2024-06-11T05:38:16.030" v="12655" actId="1076"/>
          <ac:spMkLst>
            <pc:docMk/>
            <pc:sldMk cId="2274831533" sldId="271"/>
            <ac:spMk id="22" creationId="{FA6E40C1-90A4-6778-2450-334D7DC8494C}"/>
          </ac:spMkLst>
        </pc:spChg>
        <pc:spChg chg="add del mod">
          <ac:chgData name="shibariku0623@icloud.com" userId="47b6e960b06a1f92" providerId="LiveId" clId="{38E944B8-6551-4F04-90CB-62CF34087603}" dt="2024-06-11T05:15:15.781" v="12155" actId="478"/>
          <ac:spMkLst>
            <pc:docMk/>
            <pc:sldMk cId="2274831533" sldId="271"/>
            <ac:spMk id="23" creationId="{4FCB071F-AC88-8316-BDEC-257BC064AC4F}"/>
          </ac:spMkLst>
        </pc:spChg>
        <pc:spChg chg="add mod">
          <ac:chgData name="shibariku0623@icloud.com" userId="47b6e960b06a1f92" providerId="LiveId" clId="{38E944B8-6551-4F04-90CB-62CF34087603}" dt="2024-06-11T05:44:15.621" v="12756" actId="1076"/>
          <ac:spMkLst>
            <pc:docMk/>
            <pc:sldMk cId="2274831533" sldId="271"/>
            <ac:spMk id="26" creationId="{ABD530DB-E482-AC14-3BEB-8ACB5CD4A9C2}"/>
          </ac:spMkLst>
        </pc:spChg>
        <pc:spChg chg="add del mod">
          <ac:chgData name="shibariku0623@icloud.com" userId="47b6e960b06a1f92" providerId="LiveId" clId="{38E944B8-6551-4F04-90CB-62CF34087603}" dt="2024-06-11T05:22:47.638" v="12411" actId="478"/>
          <ac:spMkLst>
            <pc:docMk/>
            <pc:sldMk cId="2274831533" sldId="271"/>
            <ac:spMk id="27" creationId="{3D4B4FB4-FC14-82AC-60B3-000960AD744D}"/>
          </ac:spMkLst>
        </pc:spChg>
        <pc:spChg chg="add del mod">
          <ac:chgData name="shibariku0623@icloud.com" userId="47b6e960b06a1f92" providerId="LiveId" clId="{38E944B8-6551-4F04-90CB-62CF34087603}" dt="2024-06-11T05:38:30.135" v="12659" actId="478"/>
          <ac:spMkLst>
            <pc:docMk/>
            <pc:sldMk cId="2274831533" sldId="271"/>
            <ac:spMk id="28" creationId="{6B517FED-6A16-6096-B18E-6C73A40C1E72}"/>
          </ac:spMkLst>
        </pc:spChg>
        <pc:spChg chg="add del mod">
          <ac:chgData name="shibariku0623@icloud.com" userId="47b6e960b06a1f92" providerId="LiveId" clId="{38E944B8-6551-4F04-90CB-62CF34087603}" dt="2024-06-12T02:12:17.395" v="15238" actId="478"/>
          <ac:spMkLst>
            <pc:docMk/>
            <pc:sldMk cId="2274831533" sldId="271"/>
            <ac:spMk id="29" creationId="{1914BF1E-D4AC-E94E-64D0-C4A0852AF22A}"/>
          </ac:spMkLst>
        </pc:spChg>
        <pc:spChg chg="add mod">
          <ac:chgData name="shibariku0623@icloud.com" userId="47b6e960b06a1f92" providerId="LiveId" clId="{38E944B8-6551-4F04-90CB-62CF34087603}" dt="2024-06-12T02:12:20.911" v="15239" actId="20577"/>
          <ac:spMkLst>
            <pc:docMk/>
            <pc:sldMk cId="2274831533" sldId="271"/>
            <ac:spMk id="30" creationId="{22FF3A91-537C-30F5-19CB-05CC296B3635}"/>
          </ac:spMkLst>
        </pc:spChg>
        <pc:spChg chg="mod">
          <ac:chgData name="shibariku0623@icloud.com" userId="47b6e960b06a1f92" providerId="LiveId" clId="{38E944B8-6551-4F04-90CB-62CF34087603}" dt="2024-06-12T02:26:27.402" v="15672" actId="1076"/>
          <ac:spMkLst>
            <pc:docMk/>
            <pc:sldMk cId="2274831533" sldId="271"/>
            <ac:spMk id="31" creationId="{2D696A83-C204-9801-4EA9-4D12B4DCFCF7}"/>
          </ac:spMkLst>
        </pc:spChg>
        <pc:grpChg chg="add mod">
          <ac:chgData name="shibariku0623@icloud.com" userId="47b6e960b06a1f92" providerId="LiveId" clId="{38E944B8-6551-4F04-90CB-62CF34087603}" dt="2024-06-11T05:37:51.921" v="12650" actId="1076"/>
          <ac:grpSpMkLst>
            <pc:docMk/>
            <pc:sldMk cId="2274831533" sldId="271"/>
            <ac:grpSpMk id="16" creationId="{9EAAAA83-2E32-684F-8080-F5B1CBA96E19}"/>
          </ac:grpSpMkLst>
        </pc:grpChg>
        <pc:picChg chg="add mod">
          <ac:chgData name="shibariku0623@icloud.com" userId="47b6e960b06a1f92" providerId="LiveId" clId="{38E944B8-6551-4F04-90CB-62CF34087603}" dt="2024-06-12T02:26:15.761" v="15670" actId="1076"/>
          <ac:picMkLst>
            <pc:docMk/>
            <pc:sldMk cId="2274831533" sldId="271"/>
            <ac:picMk id="2" creationId="{76024BD6-8EF4-4823-0F72-19BCFB4F72F9}"/>
          </ac:picMkLst>
        </pc:picChg>
        <pc:picChg chg="del">
          <ac:chgData name="shibariku0623@icloud.com" userId="47b6e960b06a1f92" providerId="LiveId" clId="{38E944B8-6551-4F04-90CB-62CF34087603}" dt="2024-06-11T03:47:29.857" v="11180" actId="478"/>
          <ac:picMkLst>
            <pc:docMk/>
            <pc:sldMk cId="2274831533" sldId="271"/>
            <ac:picMk id="5" creationId="{3DD72435-45F1-0EE7-ED82-D3A3F9344960}"/>
          </ac:picMkLst>
        </pc:picChg>
        <pc:cxnChg chg="add mod">
          <ac:chgData name="shibariku0623@icloud.com" userId="47b6e960b06a1f92" providerId="LiveId" clId="{38E944B8-6551-4F04-90CB-62CF34087603}" dt="2024-06-11T04:42:53.371" v="11793" actId="164"/>
          <ac:cxnSpMkLst>
            <pc:docMk/>
            <pc:sldMk cId="2274831533" sldId="271"/>
            <ac:cxnSpMk id="11" creationId="{A2DD3458-4F91-E152-D1AE-A6BE7AF14E1F}"/>
          </ac:cxnSpMkLst>
        </pc:cxnChg>
        <pc:cxnChg chg="add mod">
          <ac:chgData name="shibariku0623@icloud.com" userId="47b6e960b06a1f92" providerId="LiveId" clId="{38E944B8-6551-4F04-90CB-62CF34087603}" dt="2024-06-11T04:42:53.371" v="11793" actId="164"/>
          <ac:cxnSpMkLst>
            <pc:docMk/>
            <pc:sldMk cId="2274831533" sldId="271"/>
            <ac:cxnSpMk id="13" creationId="{3869F8C1-0EDB-3368-6315-574A2708D3BC}"/>
          </ac:cxnSpMkLst>
        </pc:cxnChg>
        <pc:cxnChg chg="add mod">
          <ac:chgData name="shibariku0623@icloud.com" userId="47b6e960b06a1f92" providerId="LiveId" clId="{38E944B8-6551-4F04-90CB-62CF34087603}" dt="2024-06-11T05:38:09.968" v="12653" actId="1076"/>
          <ac:cxnSpMkLst>
            <pc:docMk/>
            <pc:sldMk cId="2274831533" sldId="271"/>
            <ac:cxnSpMk id="20" creationId="{83A17760-C3F2-88EF-C98E-B6316D2F5A57}"/>
          </ac:cxnSpMkLst>
        </pc:cxnChg>
        <pc:cxnChg chg="add mod">
          <ac:chgData name="shibariku0623@icloud.com" userId="47b6e960b06a1f92" providerId="LiveId" clId="{38E944B8-6551-4F04-90CB-62CF34087603}" dt="2024-06-11T05:38:18.925" v="12656" actId="1076"/>
          <ac:cxnSpMkLst>
            <pc:docMk/>
            <pc:sldMk cId="2274831533" sldId="271"/>
            <ac:cxnSpMk id="24" creationId="{26310E84-7F42-76EE-A3A0-D2790C96C735}"/>
          </ac:cxnSpMkLst>
        </pc:cxnChg>
      </pc:sldChg>
      <pc:sldChg chg="addSp delSp modSp add mod">
        <pc:chgData name="shibariku0623@icloud.com" userId="47b6e960b06a1f92" providerId="LiveId" clId="{38E944B8-6551-4F04-90CB-62CF34087603}" dt="2024-06-12T02:26:39.778" v="15674" actId="1076"/>
        <pc:sldMkLst>
          <pc:docMk/>
          <pc:sldMk cId="1436495769" sldId="272"/>
        </pc:sldMkLst>
        <pc:spChg chg="del">
          <ac:chgData name="shibariku0623@icloud.com" userId="47b6e960b06a1f92" providerId="LiveId" clId="{38E944B8-6551-4F04-90CB-62CF34087603}" dt="2024-06-11T05:44:34.236" v="12758" actId="478"/>
          <ac:spMkLst>
            <pc:docMk/>
            <pc:sldMk cId="1436495769" sldId="272"/>
            <ac:spMk id="4" creationId="{4EC8482D-9B81-7A18-73DD-FE5227C88B57}"/>
          </ac:spMkLst>
        </pc:spChg>
        <pc:spChg chg="del">
          <ac:chgData name="shibariku0623@icloud.com" userId="47b6e960b06a1f92" providerId="LiveId" clId="{38E944B8-6551-4F04-90CB-62CF34087603}" dt="2024-06-11T05:44:34.236" v="12758" actId="478"/>
          <ac:spMkLst>
            <pc:docMk/>
            <pc:sldMk cId="1436495769" sldId="272"/>
            <ac:spMk id="6" creationId="{5C4987FD-E9BE-A006-77F5-DF9D0B631B02}"/>
          </ac:spMkLst>
        </pc:spChg>
        <pc:spChg chg="add mod">
          <ac:chgData name="shibariku0623@icloud.com" userId="47b6e960b06a1f92" providerId="LiveId" clId="{38E944B8-6551-4F04-90CB-62CF34087603}" dt="2024-06-11T05:45:46.205" v="12806" actId="1076"/>
          <ac:spMkLst>
            <pc:docMk/>
            <pc:sldMk cId="1436495769" sldId="272"/>
            <ac:spMk id="7" creationId="{52480DB7-65ED-CB00-CB6E-F95BE11F9C57}"/>
          </ac:spMkLst>
        </pc:spChg>
        <pc:spChg chg="add mod">
          <ac:chgData name="shibariku0623@icloud.com" userId="47b6e960b06a1f92" providerId="LiveId" clId="{38E944B8-6551-4F04-90CB-62CF34087603}" dt="2024-06-11T05:47:19.798" v="12911" actId="1076"/>
          <ac:spMkLst>
            <pc:docMk/>
            <pc:sldMk cId="1436495769" sldId="272"/>
            <ac:spMk id="10" creationId="{EABBC72F-8D64-5A33-7E9A-B496C0B1D3DC}"/>
          </ac:spMkLst>
        </pc:spChg>
        <pc:spChg chg="add mod">
          <ac:chgData name="shibariku0623@icloud.com" userId="47b6e960b06a1f92" providerId="LiveId" clId="{38E944B8-6551-4F04-90CB-62CF34087603}" dt="2024-06-11T06:00:30.113" v="13162" actId="1076"/>
          <ac:spMkLst>
            <pc:docMk/>
            <pc:sldMk cId="1436495769" sldId="272"/>
            <ac:spMk id="12" creationId="{90B30688-E710-E321-233B-FC5E1941C51B}"/>
          </ac:spMkLst>
        </pc:spChg>
        <pc:spChg chg="del mod">
          <ac:chgData name="shibariku0623@icloud.com" userId="47b6e960b06a1f92" providerId="LiveId" clId="{38E944B8-6551-4F04-90CB-62CF34087603}" dt="2024-06-12T02:07:03.815" v="15041" actId="478"/>
          <ac:spMkLst>
            <pc:docMk/>
            <pc:sldMk cId="1436495769" sldId="272"/>
            <ac:spMk id="14" creationId="{96B09A1C-261A-21F2-81FC-3CEE4DCD1C81}"/>
          </ac:spMkLst>
        </pc:spChg>
        <pc:spChg chg="add mod">
          <ac:chgData name="shibariku0623@icloud.com" userId="47b6e960b06a1f92" providerId="LiveId" clId="{38E944B8-6551-4F04-90CB-62CF34087603}" dt="2024-06-11T06:05:53.641" v="13634" actId="1076"/>
          <ac:spMkLst>
            <pc:docMk/>
            <pc:sldMk cId="1436495769" sldId="272"/>
            <ac:spMk id="15" creationId="{AB3C4218-3645-9002-CC43-1C9C473B8D98}"/>
          </ac:spMkLst>
        </pc:spChg>
        <pc:spChg chg="del">
          <ac:chgData name="shibariku0623@icloud.com" userId="47b6e960b06a1f92" providerId="LiveId" clId="{38E944B8-6551-4F04-90CB-62CF34087603}" dt="2024-06-11T05:44:34.236" v="12758" actId="478"/>
          <ac:spMkLst>
            <pc:docMk/>
            <pc:sldMk cId="1436495769" sldId="272"/>
            <ac:spMk id="17" creationId="{7C533502-BD33-6D86-293A-AD508F98E972}"/>
          </ac:spMkLst>
        </pc:spChg>
        <pc:spChg chg="del">
          <ac:chgData name="shibariku0623@icloud.com" userId="47b6e960b06a1f92" providerId="LiveId" clId="{38E944B8-6551-4F04-90CB-62CF34087603}" dt="2024-06-11T05:44:34.236" v="12758" actId="478"/>
          <ac:spMkLst>
            <pc:docMk/>
            <pc:sldMk cId="1436495769" sldId="272"/>
            <ac:spMk id="19" creationId="{B06426DF-9AF1-FD90-A0DE-9BFCB0451ADB}"/>
          </ac:spMkLst>
        </pc:spChg>
        <pc:spChg chg="del">
          <ac:chgData name="shibariku0623@icloud.com" userId="47b6e960b06a1f92" providerId="LiveId" clId="{38E944B8-6551-4F04-90CB-62CF34087603}" dt="2024-06-11T05:44:34.236" v="12758" actId="478"/>
          <ac:spMkLst>
            <pc:docMk/>
            <pc:sldMk cId="1436495769" sldId="272"/>
            <ac:spMk id="21" creationId="{32A4F478-E807-0179-DE9A-0D86112177F5}"/>
          </ac:spMkLst>
        </pc:spChg>
        <pc:spChg chg="del">
          <ac:chgData name="shibariku0623@icloud.com" userId="47b6e960b06a1f92" providerId="LiveId" clId="{38E944B8-6551-4F04-90CB-62CF34087603}" dt="2024-06-11T05:44:34.236" v="12758" actId="478"/>
          <ac:spMkLst>
            <pc:docMk/>
            <pc:sldMk cId="1436495769" sldId="272"/>
            <ac:spMk id="22" creationId="{FA6E40C1-90A4-6778-2450-334D7DC8494C}"/>
          </ac:spMkLst>
        </pc:spChg>
        <pc:spChg chg="add mod">
          <ac:chgData name="shibariku0623@icloud.com" userId="47b6e960b06a1f92" providerId="LiveId" clId="{38E944B8-6551-4F04-90CB-62CF34087603}" dt="2024-06-11T06:05:13.475" v="13632" actId="113"/>
          <ac:spMkLst>
            <pc:docMk/>
            <pc:sldMk cId="1436495769" sldId="272"/>
            <ac:spMk id="23" creationId="{7D71CC93-6BE8-EADF-B3B5-5FA4C21D49FB}"/>
          </ac:spMkLst>
        </pc:spChg>
        <pc:spChg chg="mod">
          <ac:chgData name="shibariku0623@icloud.com" userId="47b6e960b06a1f92" providerId="LiveId" clId="{38E944B8-6551-4F04-90CB-62CF34087603}" dt="2024-06-11T05:44:51.108" v="12763" actId="1076"/>
          <ac:spMkLst>
            <pc:docMk/>
            <pc:sldMk cId="1436495769" sldId="272"/>
            <ac:spMk id="26" creationId="{ABD530DB-E482-AC14-3BEB-8ACB5CD4A9C2}"/>
          </ac:spMkLst>
        </pc:spChg>
        <pc:spChg chg="add mod">
          <ac:chgData name="shibariku0623@icloud.com" userId="47b6e960b06a1f92" providerId="LiveId" clId="{38E944B8-6551-4F04-90CB-62CF34087603}" dt="2024-06-12T02:16:24.471" v="15271" actId="1076"/>
          <ac:spMkLst>
            <pc:docMk/>
            <pc:sldMk cId="1436495769" sldId="272"/>
            <ac:spMk id="30" creationId="{F29DE295-E9A5-F10C-8954-A4B1C40C8601}"/>
          </ac:spMkLst>
        </pc:spChg>
        <pc:spChg chg="mod">
          <ac:chgData name="shibariku0623@icloud.com" userId="47b6e960b06a1f92" providerId="LiveId" clId="{38E944B8-6551-4F04-90CB-62CF34087603}" dt="2024-06-12T02:26:39.778" v="15674" actId="1076"/>
          <ac:spMkLst>
            <pc:docMk/>
            <pc:sldMk cId="1436495769" sldId="272"/>
            <ac:spMk id="31" creationId="{85175146-8299-95F4-597A-B9AA88A038B8}"/>
          </ac:spMkLst>
        </pc:spChg>
        <pc:grpChg chg="del">
          <ac:chgData name="shibariku0623@icloud.com" userId="47b6e960b06a1f92" providerId="LiveId" clId="{38E944B8-6551-4F04-90CB-62CF34087603}" dt="2024-06-11T05:44:34.236" v="12758" actId="478"/>
          <ac:grpSpMkLst>
            <pc:docMk/>
            <pc:sldMk cId="1436495769" sldId="272"/>
            <ac:grpSpMk id="16" creationId="{9EAAAA83-2E32-684F-8080-F5B1CBA96E19}"/>
          </ac:grpSpMkLst>
        </pc:grpChg>
        <pc:grpChg chg="add mod">
          <ac:chgData name="shibariku0623@icloud.com" userId="47b6e960b06a1f92" providerId="LiveId" clId="{38E944B8-6551-4F04-90CB-62CF34087603}" dt="2024-06-11T06:05:59.421" v="13635" actId="1076"/>
          <ac:grpSpMkLst>
            <pc:docMk/>
            <pc:sldMk cId="1436495769" sldId="272"/>
            <ac:grpSpMk id="27" creationId="{4555DAF3-B8EC-55A2-CB6E-4F5F580B763C}"/>
          </ac:grpSpMkLst>
        </pc:grpChg>
        <pc:picChg chg="del">
          <ac:chgData name="shibariku0623@icloud.com" userId="47b6e960b06a1f92" providerId="LiveId" clId="{38E944B8-6551-4F04-90CB-62CF34087603}" dt="2024-06-11T05:44:36.576" v="12759" actId="478"/>
          <ac:picMkLst>
            <pc:docMk/>
            <pc:sldMk cId="1436495769" sldId="272"/>
            <ac:picMk id="2" creationId="{76024BD6-8EF4-4823-0F72-19BCFB4F72F9}"/>
          </ac:picMkLst>
        </pc:picChg>
        <pc:cxnChg chg="add mod">
          <ac:chgData name="shibariku0623@icloud.com" userId="47b6e960b06a1f92" providerId="LiveId" clId="{38E944B8-6551-4F04-90CB-62CF34087603}" dt="2024-06-11T05:45:56.912" v="12809" actId="1076"/>
          <ac:cxnSpMkLst>
            <pc:docMk/>
            <pc:sldMk cId="1436495769" sldId="272"/>
            <ac:cxnSpMk id="8" creationId="{D635CCF5-534D-FDFE-5E78-1F4D95060D0C}"/>
          </ac:cxnSpMkLst>
        </pc:cxnChg>
        <pc:cxnChg chg="del">
          <ac:chgData name="shibariku0623@icloud.com" userId="47b6e960b06a1f92" providerId="LiveId" clId="{38E944B8-6551-4F04-90CB-62CF34087603}" dt="2024-06-11T05:44:34.236" v="12758" actId="478"/>
          <ac:cxnSpMkLst>
            <pc:docMk/>
            <pc:sldMk cId="1436495769" sldId="272"/>
            <ac:cxnSpMk id="20" creationId="{83A17760-C3F2-88EF-C98E-B6316D2F5A57}"/>
          </ac:cxnSpMkLst>
        </pc:cxnChg>
        <pc:cxnChg chg="mod">
          <ac:chgData name="shibariku0623@icloud.com" userId="47b6e960b06a1f92" providerId="LiveId" clId="{38E944B8-6551-4F04-90CB-62CF34087603}" dt="2024-06-11T06:02:29.781" v="13271" actId="1076"/>
          <ac:cxnSpMkLst>
            <pc:docMk/>
            <pc:sldMk cId="1436495769" sldId="272"/>
            <ac:cxnSpMk id="24" creationId="{26310E84-7F42-76EE-A3A0-D2790C96C735}"/>
          </ac:cxnSpMkLst>
        </pc:cxnChg>
        <pc:cxnChg chg="add del mod">
          <ac:chgData name="shibariku0623@icloud.com" userId="47b6e960b06a1f92" providerId="LiveId" clId="{38E944B8-6551-4F04-90CB-62CF34087603}" dt="2024-06-11T06:02:34.909" v="13274" actId="478"/>
          <ac:cxnSpMkLst>
            <pc:docMk/>
            <pc:sldMk cId="1436495769" sldId="272"/>
            <ac:cxnSpMk id="25" creationId="{3CAA6C59-CF0C-C1F8-A2D5-9E325D666031}"/>
          </ac:cxnSpMkLst>
        </pc:cxnChg>
        <pc:cxnChg chg="mod">
          <ac:chgData name="shibariku0623@icloud.com" userId="47b6e960b06a1f92" providerId="LiveId" clId="{38E944B8-6551-4F04-90CB-62CF34087603}" dt="2024-06-11T06:05:49.612" v="13633"/>
          <ac:cxnSpMkLst>
            <pc:docMk/>
            <pc:sldMk cId="1436495769" sldId="272"/>
            <ac:cxnSpMk id="28" creationId="{37563C57-A306-1801-156E-DE3B6B20CD55}"/>
          </ac:cxnSpMkLst>
        </pc:cxnChg>
        <pc:cxnChg chg="mod">
          <ac:chgData name="shibariku0623@icloud.com" userId="47b6e960b06a1f92" providerId="LiveId" clId="{38E944B8-6551-4F04-90CB-62CF34087603}" dt="2024-06-11T06:05:49.612" v="13633"/>
          <ac:cxnSpMkLst>
            <pc:docMk/>
            <pc:sldMk cId="1436495769" sldId="272"/>
            <ac:cxnSpMk id="29" creationId="{CE579ECF-067F-836F-4A41-8CB783D64CDF}"/>
          </ac:cxnSpMkLst>
        </pc:cxnChg>
      </pc:sldChg>
      <pc:sldChg chg="addSp delSp modSp add del mod">
        <pc:chgData name="shibariku0623@icloud.com" userId="47b6e960b06a1f92" providerId="LiveId" clId="{38E944B8-6551-4F04-90CB-62CF34087603}" dt="2024-06-12T04:46:01.830" v="16376" actId="255"/>
        <pc:sldMkLst>
          <pc:docMk/>
          <pc:sldMk cId="958947447" sldId="273"/>
        </pc:sldMkLst>
        <pc:spChg chg="mod">
          <ac:chgData name="shibariku0623@icloud.com" userId="47b6e960b06a1f92" providerId="LiveId" clId="{38E944B8-6551-4F04-90CB-62CF34087603}" dt="2024-06-11T06:08:43.142" v="13891" actId="20577"/>
          <ac:spMkLst>
            <pc:docMk/>
            <pc:sldMk cId="958947447" sldId="273"/>
            <ac:spMk id="3" creationId="{4C236548-D8CA-E6F4-D429-B961699BF259}"/>
          </ac:spMkLst>
        </pc:spChg>
        <pc:spChg chg="add mod">
          <ac:chgData name="shibariku0623@icloud.com" userId="47b6e960b06a1f92" providerId="LiveId" clId="{38E944B8-6551-4F04-90CB-62CF34087603}" dt="2024-06-11T06:43:41.113" v="14151" actId="113"/>
          <ac:spMkLst>
            <pc:docMk/>
            <pc:sldMk cId="958947447" sldId="273"/>
            <ac:spMk id="5" creationId="{45B7979C-2848-51E9-BA5E-6D8A0FE1D32A}"/>
          </ac:spMkLst>
        </pc:spChg>
        <pc:spChg chg="add del mod">
          <ac:chgData name="shibariku0623@icloud.com" userId="47b6e960b06a1f92" providerId="LiveId" clId="{38E944B8-6551-4F04-90CB-62CF34087603}" dt="2024-06-12T02:12:28.283" v="15240" actId="478"/>
          <ac:spMkLst>
            <pc:docMk/>
            <pc:sldMk cId="958947447" sldId="273"/>
            <ac:spMk id="6" creationId="{70D2C9F0-3053-A683-6531-FA0F7E1DF203}"/>
          </ac:spMkLst>
        </pc:spChg>
        <pc:spChg chg="del">
          <ac:chgData name="shibariku0623@icloud.com" userId="47b6e960b06a1f92" providerId="LiveId" clId="{38E944B8-6551-4F04-90CB-62CF34087603}" dt="2024-06-11T06:08:15.922" v="13860" actId="478"/>
          <ac:spMkLst>
            <pc:docMk/>
            <pc:sldMk cId="958947447" sldId="273"/>
            <ac:spMk id="7" creationId="{52480DB7-65ED-CB00-CB6E-F95BE11F9C57}"/>
          </ac:spMkLst>
        </pc:spChg>
        <pc:spChg chg="add mod">
          <ac:chgData name="shibariku0623@icloud.com" userId="47b6e960b06a1f92" providerId="LiveId" clId="{38E944B8-6551-4F04-90CB-62CF34087603}" dt="2024-06-12T04:45:46.622" v="16373" actId="12"/>
          <ac:spMkLst>
            <pc:docMk/>
            <pc:sldMk cId="958947447" sldId="273"/>
            <ac:spMk id="9" creationId="{7417B310-D861-6D98-C136-61616B2B599F}"/>
          </ac:spMkLst>
        </pc:spChg>
        <pc:spChg chg="del">
          <ac:chgData name="shibariku0623@icloud.com" userId="47b6e960b06a1f92" providerId="LiveId" clId="{38E944B8-6551-4F04-90CB-62CF34087603}" dt="2024-06-11T06:08:15.922" v="13860" actId="478"/>
          <ac:spMkLst>
            <pc:docMk/>
            <pc:sldMk cId="958947447" sldId="273"/>
            <ac:spMk id="10" creationId="{EABBC72F-8D64-5A33-7E9A-B496C0B1D3DC}"/>
          </ac:spMkLst>
        </pc:spChg>
        <pc:spChg chg="del">
          <ac:chgData name="shibariku0623@icloud.com" userId="47b6e960b06a1f92" providerId="LiveId" clId="{38E944B8-6551-4F04-90CB-62CF34087603}" dt="2024-06-11T06:08:15.922" v="13860" actId="478"/>
          <ac:spMkLst>
            <pc:docMk/>
            <pc:sldMk cId="958947447" sldId="273"/>
            <ac:spMk id="12" creationId="{90B30688-E710-E321-233B-FC5E1941C51B}"/>
          </ac:spMkLst>
        </pc:spChg>
        <pc:spChg chg="del mod">
          <ac:chgData name="shibariku0623@icloud.com" userId="47b6e960b06a1f92" providerId="LiveId" clId="{38E944B8-6551-4F04-90CB-62CF34087603}" dt="2024-06-12T02:07:11.389" v="15042" actId="478"/>
          <ac:spMkLst>
            <pc:docMk/>
            <pc:sldMk cId="958947447" sldId="273"/>
            <ac:spMk id="14" creationId="{96B09A1C-261A-21F2-81FC-3CEE4DCD1C81}"/>
          </ac:spMkLst>
        </pc:spChg>
        <pc:spChg chg="del">
          <ac:chgData name="shibariku0623@icloud.com" userId="47b6e960b06a1f92" providerId="LiveId" clId="{38E944B8-6551-4F04-90CB-62CF34087603}" dt="2024-06-11T06:08:15.922" v="13860" actId="478"/>
          <ac:spMkLst>
            <pc:docMk/>
            <pc:sldMk cId="958947447" sldId="273"/>
            <ac:spMk id="15" creationId="{AB3C4218-3645-9002-CC43-1C9C473B8D98}"/>
          </ac:spMkLst>
        </pc:spChg>
        <pc:spChg chg="add mod">
          <ac:chgData name="shibariku0623@icloud.com" userId="47b6e960b06a1f92" providerId="LiveId" clId="{38E944B8-6551-4F04-90CB-62CF34087603}" dt="2024-06-11T07:36:16.875" v="14397" actId="1076"/>
          <ac:spMkLst>
            <pc:docMk/>
            <pc:sldMk cId="958947447" sldId="273"/>
            <ac:spMk id="17" creationId="{BAB1A2B1-3ADA-9B8A-8968-8CF860DE0E09}"/>
          </ac:spMkLst>
        </pc:spChg>
        <pc:spChg chg="add mod">
          <ac:chgData name="shibariku0623@icloud.com" userId="47b6e960b06a1f92" providerId="LiveId" clId="{38E944B8-6551-4F04-90CB-62CF34087603}" dt="2024-06-12T04:46:01.830" v="16376" actId="255"/>
          <ac:spMkLst>
            <pc:docMk/>
            <pc:sldMk cId="958947447" sldId="273"/>
            <ac:spMk id="20" creationId="{5FFE30F8-766B-09D0-54B1-C52EC174EC91}"/>
          </ac:spMkLst>
        </pc:spChg>
        <pc:spChg chg="add mod">
          <ac:chgData name="shibariku0623@icloud.com" userId="47b6e960b06a1f92" providerId="LiveId" clId="{38E944B8-6551-4F04-90CB-62CF34087603}" dt="2024-06-12T04:45:51.293" v="16374" actId="12"/>
          <ac:spMkLst>
            <pc:docMk/>
            <pc:sldMk cId="958947447" sldId="273"/>
            <ac:spMk id="21" creationId="{A716B6D3-B6AA-EBB2-5A5C-AAF48F51FE4B}"/>
          </ac:spMkLst>
        </pc:spChg>
        <pc:spChg chg="add mod">
          <ac:chgData name="shibariku0623@icloud.com" userId="47b6e960b06a1f92" providerId="LiveId" clId="{38E944B8-6551-4F04-90CB-62CF34087603}" dt="2024-06-11T07:56:26.679" v="14993" actId="1076"/>
          <ac:spMkLst>
            <pc:docMk/>
            <pc:sldMk cId="958947447" sldId="273"/>
            <ac:spMk id="22" creationId="{DDA460A0-9A2C-B406-2FBF-2B509744B6C3}"/>
          </ac:spMkLst>
        </pc:spChg>
        <pc:spChg chg="del">
          <ac:chgData name="shibariku0623@icloud.com" userId="47b6e960b06a1f92" providerId="LiveId" clId="{38E944B8-6551-4F04-90CB-62CF34087603}" dt="2024-06-11T06:08:15.922" v="13860" actId="478"/>
          <ac:spMkLst>
            <pc:docMk/>
            <pc:sldMk cId="958947447" sldId="273"/>
            <ac:spMk id="23" creationId="{7D71CC93-6BE8-EADF-B3B5-5FA4C21D49FB}"/>
          </ac:spMkLst>
        </pc:spChg>
        <pc:spChg chg="del">
          <ac:chgData name="shibariku0623@icloud.com" userId="47b6e960b06a1f92" providerId="LiveId" clId="{38E944B8-6551-4F04-90CB-62CF34087603}" dt="2024-06-11T06:08:15.922" v="13860" actId="478"/>
          <ac:spMkLst>
            <pc:docMk/>
            <pc:sldMk cId="958947447" sldId="273"/>
            <ac:spMk id="26" creationId="{ABD530DB-E482-AC14-3BEB-8ACB5CD4A9C2}"/>
          </ac:spMkLst>
        </pc:spChg>
        <pc:spChg chg="del">
          <ac:chgData name="shibariku0623@icloud.com" userId="47b6e960b06a1f92" providerId="LiveId" clId="{38E944B8-6551-4F04-90CB-62CF34087603}" dt="2024-06-11T06:08:15.922" v="13860" actId="478"/>
          <ac:spMkLst>
            <pc:docMk/>
            <pc:sldMk cId="958947447" sldId="273"/>
            <ac:spMk id="30" creationId="{F29DE295-E9A5-F10C-8954-A4B1C40C8601}"/>
          </ac:spMkLst>
        </pc:spChg>
        <pc:spChg chg="add mod">
          <ac:chgData name="shibariku0623@icloud.com" userId="47b6e960b06a1f92" providerId="LiveId" clId="{38E944B8-6551-4F04-90CB-62CF34087603}" dt="2024-06-12T02:12:33.705" v="15246" actId="20577"/>
          <ac:spMkLst>
            <pc:docMk/>
            <pc:sldMk cId="958947447" sldId="273"/>
            <ac:spMk id="33" creationId="{DC657EF7-D8FF-4E21-C653-CDB8DE9B8471}"/>
          </ac:spMkLst>
        </pc:spChg>
        <pc:spChg chg="mod">
          <ac:chgData name="shibariku0623@icloud.com" userId="47b6e960b06a1f92" providerId="LiveId" clId="{38E944B8-6551-4F04-90CB-62CF34087603}" dt="2024-06-12T02:27:06.292" v="15678" actId="1076"/>
          <ac:spMkLst>
            <pc:docMk/>
            <pc:sldMk cId="958947447" sldId="273"/>
            <ac:spMk id="34" creationId="{19C8995A-B266-9FD6-E8F8-7C7486990C82}"/>
          </ac:spMkLst>
        </pc:spChg>
        <pc:grpChg chg="add mod">
          <ac:chgData name="shibariku0623@icloud.com" userId="47b6e960b06a1f92" providerId="LiveId" clId="{38E944B8-6551-4F04-90CB-62CF34087603}" dt="2024-06-11T07:34:48.954" v="14325" actId="1076"/>
          <ac:grpSpMkLst>
            <pc:docMk/>
            <pc:sldMk cId="958947447" sldId="273"/>
            <ac:grpSpMk id="11" creationId="{314FEA72-C673-9508-8C11-DAD79177AAAF}"/>
          </ac:grpSpMkLst>
        </pc:grpChg>
        <pc:grpChg chg="del">
          <ac:chgData name="shibariku0623@icloud.com" userId="47b6e960b06a1f92" providerId="LiveId" clId="{38E944B8-6551-4F04-90CB-62CF34087603}" dt="2024-06-11T06:08:15.922" v="13860" actId="478"/>
          <ac:grpSpMkLst>
            <pc:docMk/>
            <pc:sldMk cId="958947447" sldId="273"/>
            <ac:grpSpMk id="27" creationId="{4555DAF3-B8EC-55A2-CB6E-4F5F580B763C}"/>
          </ac:grpSpMkLst>
        </pc:grpChg>
        <pc:picChg chg="add mod modCrop">
          <ac:chgData name="shibariku0623@icloud.com" userId="47b6e960b06a1f92" providerId="LiveId" clId="{38E944B8-6551-4F04-90CB-62CF34087603}" dt="2024-06-12T02:27:10.302" v="15679" actId="1076"/>
          <ac:picMkLst>
            <pc:docMk/>
            <pc:sldMk cId="958947447" sldId="273"/>
            <ac:picMk id="4" creationId="{3D39254E-1C21-5047-A205-75AB9F7BC170}"/>
          </ac:picMkLst>
        </pc:picChg>
        <pc:cxnChg chg="del">
          <ac:chgData name="shibariku0623@icloud.com" userId="47b6e960b06a1f92" providerId="LiveId" clId="{38E944B8-6551-4F04-90CB-62CF34087603}" dt="2024-06-11T06:08:15.922" v="13860" actId="478"/>
          <ac:cxnSpMkLst>
            <pc:docMk/>
            <pc:sldMk cId="958947447" sldId="273"/>
            <ac:cxnSpMk id="8" creationId="{D635CCF5-534D-FDFE-5E78-1F4D95060D0C}"/>
          </ac:cxnSpMkLst>
        </pc:cxnChg>
        <pc:cxnChg chg="mod">
          <ac:chgData name="shibariku0623@icloud.com" userId="47b6e960b06a1f92" providerId="LiveId" clId="{38E944B8-6551-4F04-90CB-62CF34087603}" dt="2024-06-11T07:34:21.411" v="14322"/>
          <ac:cxnSpMkLst>
            <pc:docMk/>
            <pc:sldMk cId="958947447" sldId="273"/>
            <ac:cxnSpMk id="13" creationId="{5B3DC5D0-3489-EC66-0E71-E15FBE7970F4}"/>
          </ac:cxnSpMkLst>
        </pc:cxnChg>
        <pc:cxnChg chg="mod">
          <ac:chgData name="shibariku0623@icloud.com" userId="47b6e960b06a1f92" providerId="LiveId" clId="{38E944B8-6551-4F04-90CB-62CF34087603}" dt="2024-06-11T07:34:21.411" v="14322"/>
          <ac:cxnSpMkLst>
            <pc:docMk/>
            <pc:sldMk cId="958947447" sldId="273"/>
            <ac:cxnSpMk id="16" creationId="{E44AAD2E-EA03-415A-ABE5-A6050B9D4E92}"/>
          </ac:cxnSpMkLst>
        </pc:cxnChg>
        <pc:cxnChg chg="add mod">
          <ac:chgData name="shibariku0623@icloud.com" userId="47b6e960b06a1f92" providerId="LiveId" clId="{38E944B8-6551-4F04-90CB-62CF34087603}" dt="2024-06-11T07:36:42.775" v="14400" actId="14100"/>
          <ac:cxnSpMkLst>
            <pc:docMk/>
            <pc:sldMk cId="958947447" sldId="273"/>
            <ac:cxnSpMk id="18" creationId="{25B52672-4153-BC88-681A-AD4FA909B219}"/>
          </ac:cxnSpMkLst>
        </pc:cxnChg>
        <pc:cxnChg chg="del">
          <ac:chgData name="shibariku0623@icloud.com" userId="47b6e960b06a1f92" providerId="LiveId" clId="{38E944B8-6551-4F04-90CB-62CF34087603}" dt="2024-06-11T06:08:15.922" v="13860" actId="478"/>
          <ac:cxnSpMkLst>
            <pc:docMk/>
            <pc:sldMk cId="958947447" sldId="273"/>
            <ac:cxnSpMk id="24" creationId="{26310E84-7F42-76EE-A3A0-D2790C96C735}"/>
          </ac:cxnSpMkLst>
        </pc:cxnChg>
        <pc:cxnChg chg="add del mod">
          <ac:chgData name="shibariku0623@icloud.com" userId="47b6e960b06a1f92" providerId="LiveId" clId="{38E944B8-6551-4F04-90CB-62CF34087603}" dt="2024-06-12T04:45:35.805" v="16371" actId="478"/>
          <ac:cxnSpMkLst>
            <pc:docMk/>
            <pc:sldMk cId="958947447" sldId="273"/>
            <ac:cxnSpMk id="25" creationId="{098EAAE3-13E9-753E-D680-850752599076}"/>
          </ac:cxnSpMkLst>
        </pc:cxnChg>
      </pc:sldChg>
      <pc:sldChg chg="addSp delSp modSp add mod">
        <pc:chgData name="shibariku0623@icloud.com" userId="47b6e960b06a1f92" providerId="LiveId" clId="{38E944B8-6551-4F04-90CB-62CF34087603}" dt="2024-06-12T06:28:54.405" v="17646" actId="20577"/>
        <pc:sldMkLst>
          <pc:docMk/>
          <pc:sldMk cId="912102831" sldId="274"/>
        </pc:sldMkLst>
        <pc:spChg chg="mod">
          <ac:chgData name="shibariku0623@icloud.com" userId="47b6e960b06a1f92" providerId="LiveId" clId="{38E944B8-6551-4F04-90CB-62CF34087603}" dt="2024-06-12T02:27:25.003" v="15681" actId="1076"/>
          <ac:spMkLst>
            <pc:docMk/>
            <pc:sldMk cId="912102831" sldId="274"/>
            <ac:spMk id="2" creationId="{32F4B36A-A333-2775-F35F-A4EB25EC1DF2}"/>
          </ac:spMkLst>
        </pc:spChg>
        <pc:spChg chg="mod">
          <ac:chgData name="shibariku0623@icloud.com" userId="47b6e960b06a1f92" providerId="LiveId" clId="{38E944B8-6551-4F04-90CB-62CF34087603}" dt="2024-06-12T04:54:19.309" v="16399" actId="20577"/>
          <ac:spMkLst>
            <pc:docMk/>
            <pc:sldMk cId="912102831" sldId="274"/>
            <ac:spMk id="3" creationId="{4C236548-D8CA-E6F4-D429-B961699BF259}"/>
          </ac:spMkLst>
        </pc:spChg>
        <pc:spChg chg="del">
          <ac:chgData name="shibariku0623@icloud.com" userId="47b6e960b06a1f92" providerId="LiveId" clId="{38E944B8-6551-4F04-90CB-62CF34087603}" dt="2024-06-11T23:58:44.282" v="15008" actId="478"/>
          <ac:spMkLst>
            <pc:docMk/>
            <pc:sldMk cId="912102831" sldId="274"/>
            <ac:spMk id="5" creationId="{45B7979C-2848-51E9-BA5E-6D8A0FE1D32A}"/>
          </ac:spMkLst>
        </pc:spChg>
        <pc:spChg chg="del">
          <ac:chgData name="shibariku0623@icloud.com" userId="47b6e960b06a1f92" providerId="LiveId" clId="{38E944B8-6551-4F04-90CB-62CF34087603}" dt="2024-06-11T23:58:44.282" v="15008" actId="478"/>
          <ac:spMkLst>
            <pc:docMk/>
            <pc:sldMk cId="912102831" sldId="274"/>
            <ac:spMk id="6" creationId="{70D2C9F0-3053-A683-6531-FA0F7E1DF203}"/>
          </ac:spMkLst>
        </pc:spChg>
        <pc:spChg chg="add mod">
          <ac:chgData name="shibariku0623@icloud.com" userId="47b6e960b06a1f92" providerId="LiveId" clId="{38E944B8-6551-4F04-90CB-62CF34087603}" dt="2024-06-12T04:58:51.061" v="16552" actId="14100"/>
          <ac:spMkLst>
            <pc:docMk/>
            <pc:sldMk cId="912102831" sldId="274"/>
            <ac:spMk id="7" creationId="{F5362282-5683-598E-9C63-EF95BBEEC418}"/>
          </ac:spMkLst>
        </pc:spChg>
        <pc:spChg chg="add mod">
          <ac:chgData name="shibariku0623@icloud.com" userId="47b6e960b06a1f92" providerId="LiveId" clId="{38E944B8-6551-4F04-90CB-62CF34087603}" dt="2024-06-12T06:27:34.794" v="17625"/>
          <ac:spMkLst>
            <pc:docMk/>
            <pc:sldMk cId="912102831" sldId="274"/>
            <ac:spMk id="8" creationId="{2D01BFF8-89BA-8569-D06F-61C2538D0DE3}"/>
          </ac:spMkLst>
        </pc:spChg>
        <pc:spChg chg="del">
          <ac:chgData name="shibariku0623@icloud.com" userId="47b6e960b06a1f92" providerId="LiveId" clId="{38E944B8-6551-4F04-90CB-62CF34087603}" dt="2024-06-11T23:58:44.282" v="15008" actId="478"/>
          <ac:spMkLst>
            <pc:docMk/>
            <pc:sldMk cId="912102831" sldId="274"/>
            <ac:spMk id="9" creationId="{7417B310-D861-6D98-C136-61616B2B599F}"/>
          </ac:spMkLst>
        </pc:spChg>
        <pc:spChg chg="add mod">
          <ac:chgData name="shibariku0623@icloud.com" userId="47b6e960b06a1f92" providerId="LiveId" clId="{38E944B8-6551-4F04-90CB-62CF34087603}" dt="2024-06-12T06:27:53.774" v="17630" actId="1076"/>
          <ac:spMkLst>
            <pc:docMk/>
            <pc:sldMk cId="912102831" sldId="274"/>
            <ac:spMk id="12" creationId="{1CBA5535-C425-3CB6-5C50-42CEE336FC0E}"/>
          </ac:spMkLst>
        </pc:spChg>
        <pc:spChg chg="del mod">
          <ac:chgData name="shibariku0623@icloud.com" userId="47b6e960b06a1f92" providerId="LiveId" clId="{38E944B8-6551-4F04-90CB-62CF34087603}" dt="2024-06-12T02:07:13.438" v="15043" actId="478"/>
          <ac:spMkLst>
            <pc:docMk/>
            <pc:sldMk cId="912102831" sldId="274"/>
            <ac:spMk id="14" creationId="{96B09A1C-261A-21F2-81FC-3CEE4DCD1C81}"/>
          </ac:spMkLst>
        </pc:spChg>
        <pc:spChg chg="add mod">
          <ac:chgData name="shibariku0623@icloud.com" userId="47b6e960b06a1f92" providerId="LiveId" clId="{38E944B8-6551-4F04-90CB-62CF34087603}" dt="2024-06-12T06:27:47.552" v="17628" actId="1076"/>
          <ac:spMkLst>
            <pc:docMk/>
            <pc:sldMk cId="912102831" sldId="274"/>
            <ac:spMk id="15" creationId="{AD45CCE2-F400-03ED-5D4F-C1D6C0175719}"/>
          </ac:spMkLst>
        </pc:spChg>
        <pc:spChg chg="del">
          <ac:chgData name="shibariku0623@icloud.com" userId="47b6e960b06a1f92" providerId="LiveId" clId="{38E944B8-6551-4F04-90CB-62CF34087603}" dt="2024-06-11T23:58:50.179" v="15009" actId="478"/>
          <ac:spMkLst>
            <pc:docMk/>
            <pc:sldMk cId="912102831" sldId="274"/>
            <ac:spMk id="17" creationId="{BAB1A2B1-3ADA-9B8A-8968-8CF860DE0E09}"/>
          </ac:spMkLst>
        </pc:spChg>
        <pc:spChg chg="del">
          <ac:chgData name="shibariku0623@icloud.com" userId="47b6e960b06a1f92" providerId="LiveId" clId="{38E944B8-6551-4F04-90CB-62CF34087603}" dt="2024-06-11T23:58:44.282" v="15008" actId="478"/>
          <ac:spMkLst>
            <pc:docMk/>
            <pc:sldMk cId="912102831" sldId="274"/>
            <ac:spMk id="20" creationId="{5FFE30F8-766B-09D0-54B1-C52EC174EC91}"/>
          </ac:spMkLst>
        </pc:spChg>
        <pc:spChg chg="del">
          <ac:chgData name="shibariku0623@icloud.com" userId="47b6e960b06a1f92" providerId="LiveId" clId="{38E944B8-6551-4F04-90CB-62CF34087603}" dt="2024-06-11T23:58:50.179" v="15009" actId="478"/>
          <ac:spMkLst>
            <pc:docMk/>
            <pc:sldMk cId="912102831" sldId="274"/>
            <ac:spMk id="21" creationId="{A716B6D3-B6AA-EBB2-5A5C-AAF48F51FE4B}"/>
          </ac:spMkLst>
        </pc:spChg>
        <pc:spChg chg="del">
          <ac:chgData name="shibariku0623@icloud.com" userId="47b6e960b06a1f92" providerId="LiveId" clId="{38E944B8-6551-4F04-90CB-62CF34087603}" dt="2024-06-11T23:58:44.282" v="15008" actId="478"/>
          <ac:spMkLst>
            <pc:docMk/>
            <pc:sldMk cId="912102831" sldId="274"/>
            <ac:spMk id="22" creationId="{DDA460A0-9A2C-B406-2FBF-2B509744B6C3}"/>
          </ac:spMkLst>
        </pc:spChg>
        <pc:spChg chg="add mod">
          <ac:chgData name="shibariku0623@icloud.com" userId="47b6e960b06a1f92" providerId="LiveId" clId="{38E944B8-6551-4F04-90CB-62CF34087603}" dt="2024-06-12T06:11:11.629" v="17545" actId="113"/>
          <ac:spMkLst>
            <pc:docMk/>
            <pc:sldMk cId="912102831" sldId="274"/>
            <ac:spMk id="24" creationId="{E2618B2D-593C-32DF-6936-D875175D3D9C}"/>
          </ac:spMkLst>
        </pc:spChg>
        <pc:spChg chg="add mod">
          <ac:chgData name="shibariku0623@icloud.com" userId="47b6e960b06a1f92" providerId="LiveId" clId="{38E944B8-6551-4F04-90CB-62CF34087603}" dt="2024-06-12T06:13:32.680" v="17621" actId="1076"/>
          <ac:spMkLst>
            <pc:docMk/>
            <pc:sldMk cId="912102831" sldId="274"/>
            <ac:spMk id="27" creationId="{E2DD2CF5-81A5-17A9-9C10-D53E3326C1BD}"/>
          </ac:spMkLst>
        </pc:spChg>
        <pc:spChg chg="add mod">
          <ac:chgData name="shibariku0623@icloud.com" userId="47b6e960b06a1f92" providerId="LiveId" clId="{38E944B8-6551-4F04-90CB-62CF34087603}" dt="2024-06-12T06:28:54.405" v="17646" actId="20577"/>
          <ac:spMkLst>
            <pc:docMk/>
            <pc:sldMk cId="912102831" sldId="274"/>
            <ac:spMk id="29" creationId="{5CA293C0-4BEB-016C-B1E8-9BB766C3B33F}"/>
          </ac:spMkLst>
        </pc:spChg>
        <pc:grpChg chg="del">
          <ac:chgData name="shibariku0623@icloud.com" userId="47b6e960b06a1f92" providerId="LiveId" clId="{38E944B8-6551-4F04-90CB-62CF34087603}" dt="2024-06-11T23:58:44.282" v="15008" actId="478"/>
          <ac:grpSpMkLst>
            <pc:docMk/>
            <pc:sldMk cId="912102831" sldId="274"/>
            <ac:grpSpMk id="11" creationId="{314FEA72-C673-9508-8C11-DAD79177AAAF}"/>
          </ac:grpSpMkLst>
        </pc:grpChg>
        <pc:picChg chg="del">
          <ac:chgData name="shibariku0623@icloud.com" userId="47b6e960b06a1f92" providerId="LiveId" clId="{38E944B8-6551-4F04-90CB-62CF34087603}" dt="2024-06-11T23:58:39.581" v="15007" actId="478"/>
          <ac:picMkLst>
            <pc:docMk/>
            <pc:sldMk cId="912102831" sldId="274"/>
            <ac:picMk id="4" creationId="{3D39254E-1C21-5047-A205-75AB9F7BC170}"/>
          </ac:picMkLst>
        </pc:picChg>
        <pc:cxnChg chg="del">
          <ac:chgData name="shibariku0623@icloud.com" userId="47b6e960b06a1f92" providerId="LiveId" clId="{38E944B8-6551-4F04-90CB-62CF34087603}" dt="2024-06-11T23:58:44.282" v="15008" actId="478"/>
          <ac:cxnSpMkLst>
            <pc:docMk/>
            <pc:sldMk cId="912102831" sldId="274"/>
            <ac:cxnSpMk id="18" creationId="{25B52672-4153-BC88-681A-AD4FA909B219}"/>
          </ac:cxnSpMkLst>
        </pc:cxnChg>
        <pc:cxnChg chg="add mod">
          <ac:chgData name="shibariku0623@icloud.com" userId="47b6e960b06a1f92" providerId="LiveId" clId="{38E944B8-6551-4F04-90CB-62CF34087603}" dt="2024-06-12T06:27:50.895" v="17629" actId="1076"/>
          <ac:cxnSpMkLst>
            <pc:docMk/>
            <pc:sldMk cId="912102831" sldId="274"/>
            <ac:cxnSpMk id="19" creationId="{17ADF714-67A8-1EA2-47EF-6377C3A2AD7D}"/>
          </ac:cxnSpMkLst>
        </pc:cxnChg>
        <pc:cxnChg chg="del">
          <ac:chgData name="shibariku0623@icloud.com" userId="47b6e960b06a1f92" providerId="LiveId" clId="{38E944B8-6551-4F04-90CB-62CF34087603}" dt="2024-06-11T23:58:44.282" v="15008" actId="478"/>
          <ac:cxnSpMkLst>
            <pc:docMk/>
            <pc:sldMk cId="912102831" sldId="274"/>
            <ac:cxnSpMk id="25" creationId="{098EAAE3-13E9-753E-D680-850752599076}"/>
          </ac:cxnSpMkLst>
        </pc:cxnChg>
        <pc:cxnChg chg="add mod">
          <ac:chgData name="shibariku0623@icloud.com" userId="47b6e960b06a1f92" providerId="LiveId" clId="{38E944B8-6551-4F04-90CB-62CF34087603}" dt="2024-06-12T06:13:28.603" v="17620" actId="1076"/>
          <ac:cxnSpMkLst>
            <pc:docMk/>
            <pc:sldMk cId="912102831" sldId="274"/>
            <ac:cxnSpMk id="26" creationId="{02FAE91E-3F5D-526E-9473-AC05BF6F44F7}"/>
          </ac:cxnSpMkLst>
        </pc:cxnChg>
      </pc:sldChg>
      <pc:sldChg chg="delSp modSp add del mod">
        <pc:chgData name="shibariku0623@icloud.com" userId="47b6e960b06a1f92" providerId="LiveId" clId="{38E944B8-6551-4F04-90CB-62CF34087603}" dt="2024-06-12T04:05:55.939" v="15788" actId="47"/>
        <pc:sldMkLst>
          <pc:docMk/>
          <pc:sldMk cId="475233508" sldId="275"/>
        </pc:sldMkLst>
        <pc:spChg chg="del mod">
          <ac:chgData name="shibariku0623@icloud.com" userId="47b6e960b06a1f92" providerId="LiveId" clId="{38E944B8-6551-4F04-90CB-62CF34087603}" dt="2024-06-12T02:05:52.966" v="15029" actId="478"/>
          <ac:spMkLst>
            <pc:docMk/>
            <pc:sldMk cId="475233508" sldId="275"/>
            <ac:spMk id="2" creationId="{B12F527C-CEBD-7BB3-5AA9-D5DF6CBC84C4}"/>
          </ac:spMkLst>
        </pc:spChg>
        <pc:spChg chg="mod">
          <ac:chgData name="shibariku0623@icloud.com" userId="47b6e960b06a1f92" providerId="LiveId" clId="{38E944B8-6551-4F04-90CB-62CF34087603}" dt="2024-06-12T02:22:34.355" v="15642" actId="1076"/>
          <ac:spMkLst>
            <pc:docMk/>
            <pc:sldMk cId="475233508" sldId="275"/>
            <ac:spMk id="4" creationId="{8095BFD0-8B2D-6AD9-87CE-C6A1370D588B}"/>
          </ac:spMkLst>
        </pc:spChg>
        <pc:spChg chg="mod">
          <ac:chgData name="shibariku0623@icloud.com" userId="47b6e960b06a1f92" providerId="LiveId" clId="{38E944B8-6551-4F04-90CB-62CF34087603}" dt="2024-06-12T02:12:46.258" v="15247" actId="1076"/>
          <ac:spMkLst>
            <pc:docMk/>
            <pc:sldMk cId="475233508" sldId="275"/>
            <ac:spMk id="6" creationId="{B989A86D-E158-78EA-A475-2489232A4F3E}"/>
          </ac:spMkLst>
        </pc:spChg>
      </pc:sldChg>
      <pc:sldChg chg="modSp add mod">
        <pc:chgData name="shibariku0623@icloud.com" userId="47b6e960b06a1f92" providerId="LiveId" clId="{38E944B8-6551-4F04-90CB-62CF34087603}" dt="2024-06-12T04:06:02.327" v="15789" actId="207"/>
        <pc:sldMkLst>
          <pc:docMk/>
          <pc:sldMk cId="1604101275" sldId="276"/>
        </pc:sldMkLst>
        <pc:spChg chg="mod">
          <ac:chgData name="shibariku0623@icloud.com" userId="47b6e960b06a1f92" providerId="LiveId" clId="{38E944B8-6551-4F04-90CB-62CF34087603}" dt="2024-06-12T02:22:50.876" v="15644" actId="1076"/>
          <ac:spMkLst>
            <pc:docMk/>
            <pc:sldMk cId="1604101275" sldId="276"/>
            <ac:spMk id="2" creationId="{46439490-8C85-0153-3A6D-8F0D74C3E553}"/>
          </ac:spMkLst>
        </pc:spChg>
        <pc:spChg chg="mod">
          <ac:chgData name="shibariku0623@icloud.com" userId="47b6e960b06a1f92" providerId="LiveId" clId="{38E944B8-6551-4F04-90CB-62CF34087603}" dt="2024-06-12T04:06:02.327" v="15789" actId="207"/>
          <ac:spMkLst>
            <pc:docMk/>
            <pc:sldMk cId="1604101275" sldId="276"/>
            <ac:spMk id="6" creationId="{B989A86D-E158-78EA-A475-2489232A4F3E}"/>
          </ac:spMkLst>
        </pc:spChg>
      </pc:sldChg>
      <pc:sldChg chg="modSp add mod ord">
        <pc:chgData name="shibariku0623@icloud.com" userId="47b6e960b06a1f92" providerId="LiveId" clId="{38E944B8-6551-4F04-90CB-62CF34087603}" dt="2024-06-12T04:06:24.772" v="15793" actId="1076"/>
        <pc:sldMkLst>
          <pc:docMk/>
          <pc:sldMk cId="4178147617" sldId="277"/>
        </pc:sldMkLst>
        <pc:spChg chg="mod">
          <ac:chgData name="shibariku0623@icloud.com" userId="47b6e960b06a1f92" providerId="LiveId" clId="{38E944B8-6551-4F04-90CB-62CF34087603}" dt="2024-06-12T02:26:53.009" v="15676" actId="1076"/>
          <ac:spMkLst>
            <pc:docMk/>
            <pc:sldMk cId="4178147617" sldId="277"/>
            <ac:spMk id="2" creationId="{2FD9DCBB-B7C1-459F-51DE-462232AA31E3}"/>
          </ac:spMkLst>
        </pc:spChg>
        <pc:spChg chg="mod">
          <ac:chgData name="shibariku0623@icloud.com" userId="47b6e960b06a1f92" providerId="LiveId" clId="{38E944B8-6551-4F04-90CB-62CF34087603}" dt="2024-06-12T04:06:24.772" v="15793" actId="1076"/>
          <ac:spMkLst>
            <pc:docMk/>
            <pc:sldMk cId="4178147617" sldId="277"/>
            <ac:spMk id="6" creationId="{B989A86D-E158-78EA-A475-2489232A4F3E}"/>
          </ac:spMkLst>
        </pc:spChg>
      </pc:sldChg>
      <pc:sldChg chg="modSp add mod ord">
        <pc:chgData name="shibariku0623@icloud.com" userId="47b6e960b06a1f92" providerId="LiveId" clId="{38E944B8-6551-4F04-90CB-62CF34087603}" dt="2024-06-12T04:05:27.150" v="15777" actId="20577"/>
        <pc:sldMkLst>
          <pc:docMk/>
          <pc:sldMk cId="64431336" sldId="278"/>
        </pc:sldMkLst>
        <pc:spChg chg="mod">
          <ac:chgData name="shibariku0623@icloud.com" userId="47b6e960b06a1f92" providerId="LiveId" clId="{38E944B8-6551-4F04-90CB-62CF34087603}" dt="2024-06-12T02:23:48.957" v="15651" actId="1076"/>
          <ac:spMkLst>
            <pc:docMk/>
            <pc:sldMk cId="64431336" sldId="278"/>
            <ac:spMk id="2" creationId="{F1614742-1BE4-5A44-FC0D-DADF1BD67907}"/>
          </ac:spMkLst>
        </pc:spChg>
        <pc:spChg chg="mod">
          <ac:chgData name="shibariku0623@icloud.com" userId="47b6e960b06a1f92" providerId="LiveId" clId="{38E944B8-6551-4F04-90CB-62CF34087603}" dt="2024-06-12T04:05:27.150" v="15777" actId="20577"/>
          <ac:spMkLst>
            <pc:docMk/>
            <pc:sldMk cId="64431336" sldId="278"/>
            <ac:spMk id="6" creationId="{B989A86D-E158-78EA-A475-2489232A4F3E}"/>
          </ac:spMkLst>
        </pc:spChg>
      </pc:sldChg>
      <pc:sldChg chg="add">
        <pc:chgData name="shibariku0623@icloud.com" userId="47b6e960b06a1f92" providerId="LiveId" clId="{38E944B8-6551-4F04-90CB-62CF34087603}" dt="2024-06-12T04:05:52.351" v="15787" actId="2890"/>
        <pc:sldMkLst>
          <pc:docMk/>
          <pc:sldMk cId="785537846" sldId="279"/>
        </pc:sldMkLst>
      </pc:sldChg>
      <pc:sldChg chg="modSp add mod ord">
        <pc:chgData name="shibariku0623@icloud.com" userId="47b6e960b06a1f92" providerId="LiveId" clId="{38E944B8-6551-4F04-90CB-62CF34087603}" dt="2024-06-12T04:51:54.144" v="16380" actId="207"/>
        <pc:sldMkLst>
          <pc:docMk/>
          <pc:sldMk cId="3849059249" sldId="280"/>
        </pc:sldMkLst>
        <pc:spChg chg="mod">
          <ac:chgData name="shibariku0623@icloud.com" userId="47b6e960b06a1f92" providerId="LiveId" clId="{38E944B8-6551-4F04-90CB-62CF34087603}" dt="2024-06-12T04:51:54.144" v="16380" actId="207"/>
          <ac:spMkLst>
            <pc:docMk/>
            <pc:sldMk cId="3849059249" sldId="280"/>
            <ac:spMk id="3" creationId="{5F7DBCB5-2216-04E3-F8BA-2B28C5B34DA0}"/>
          </ac:spMkLst>
        </pc:spChg>
      </pc:sldChg>
      <pc:sldChg chg="modSp add mod ord">
        <pc:chgData name="shibariku0623@icloud.com" userId="47b6e960b06a1f92" providerId="LiveId" clId="{38E944B8-6551-4F04-90CB-62CF34087603}" dt="2024-06-12T04:52:23.421" v="16385" actId="207"/>
        <pc:sldMkLst>
          <pc:docMk/>
          <pc:sldMk cId="3551742884" sldId="281"/>
        </pc:sldMkLst>
        <pc:spChg chg="mod">
          <ac:chgData name="shibariku0623@icloud.com" userId="47b6e960b06a1f92" providerId="LiveId" clId="{38E944B8-6551-4F04-90CB-62CF34087603}" dt="2024-06-12T04:52:23.421" v="16385" actId="207"/>
          <ac:spMkLst>
            <pc:docMk/>
            <pc:sldMk cId="3551742884" sldId="281"/>
            <ac:spMk id="3" creationId="{5F7DBCB5-2216-04E3-F8BA-2B28C5B34DA0}"/>
          </ac:spMkLst>
        </pc:spChg>
      </pc:sldChg>
      <pc:sldChg chg="addSp delSp modSp add mod">
        <pc:chgData name="shibariku0623@icloud.com" userId="47b6e960b06a1f92" providerId="LiveId" clId="{38E944B8-6551-4F04-90CB-62CF34087603}" dt="2024-06-12T07:14:20.731" v="18946"/>
        <pc:sldMkLst>
          <pc:docMk/>
          <pc:sldMk cId="1831248099" sldId="282"/>
        </pc:sldMkLst>
        <pc:spChg chg="add mod">
          <ac:chgData name="shibariku0623@icloud.com" userId="47b6e960b06a1f92" providerId="LiveId" clId="{38E944B8-6551-4F04-90CB-62CF34087603}" dt="2024-06-12T06:29:08.067" v="17648" actId="14100"/>
          <ac:spMkLst>
            <pc:docMk/>
            <pc:sldMk cId="1831248099" sldId="282"/>
            <ac:spMk id="4" creationId="{1163C86B-EA62-1016-BDB1-3E39E0113BD3}"/>
          </ac:spMkLst>
        </pc:spChg>
        <pc:spChg chg="add mod">
          <ac:chgData name="shibariku0623@icloud.com" userId="47b6e960b06a1f92" providerId="LiveId" clId="{38E944B8-6551-4F04-90CB-62CF34087603}" dt="2024-06-12T06:38:50.532" v="17974" actId="20577"/>
          <ac:spMkLst>
            <pc:docMk/>
            <pc:sldMk cId="1831248099" sldId="282"/>
            <ac:spMk id="6" creationId="{F55C09AD-121F-D0B8-374B-FB5D0C4F2725}"/>
          </ac:spMkLst>
        </pc:spChg>
        <pc:spChg chg="mod">
          <ac:chgData name="shibariku0623@icloud.com" userId="47b6e960b06a1f92" providerId="LiveId" clId="{38E944B8-6551-4F04-90CB-62CF34087603}" dt="2024-06-12T06:34:16.082" v="17851" actId="1076"/>
          <ac:spMkLst>
            <pc:docMk/>
            <pc:sldMk cId="1831248099" sldId="282"/>
            <ac:spMk id="7" creationId="{F5362282-5683-598E-9C63-EF95BBEEC418}"/>
          </ac:spMkLst>
        </pc:spChg>
        <pc:spChg chg="del">
          <ac:chgData name="shibariku0623@icloud.com" userId="47b6e960b06a1f92" providerId="LiveId" clId="{38E944B8-6551-4F04-90CB-62CF34087603}" dt="2024-06-12T06:13:47.690" v="17623" actId="478"/>
          <ac:spMkLst>
            <pc:docMk/>
            <pc:sldMk cId="1831248099" sldId="282"/>
            <ac:spMk id="8" creationId="{2D01BFF8-89BA-8569-D06F-61C2538D0DE3}"/>
          </ac:spMkLst>
        </pc:spChg>
        <pc:spChg chg="add mod">
          <ac:chgData name="shibariku0623@icloud.com" userId="47b6e960b06a1f92" providerId="LiveId" clId="{38E944B8-6551-4F04-90CB-62CF34087603}" dt="2024-06-12T06:40:49.075" v="18148" actId="1076"/>
          <ac:spMkLst>
            <pc:docMk/>
            <pc:sldMk cId="1831248099" sldId="282"/>
            <ac:spMk id="10" creationId="{396D8374-B361-803C-876E-2E217C0993D0}"/>
          </ac:spMkLst>
        </pc:spChg>
        <pc:spChg chg="add mod">
          <ac:chgData name="shibariku0623@icloud.com" userId="47b6e960b06a1f92" providerId="LiveId" clId="{38E944B8-6551-4F04-90CB-62CF34087603}" dt="2024-06-12T06:49:41.680" v="18242" actId="14100"/>
          <ac:spMkLst>
            <pc:docMk/>
            <pc:sldMk cId="1831248099" sldId="282"/>
            <ac:spMk id="11" creationId="{491068B6-81DC-CD88-0BB9-4752BE220703}"/>
          </ac:spMkLst>
        </pc:spChg>
        <pc:spChg chg="del">
          <ac:chgData name="shibariku0623@icloud.com" userId="47b6e960b06a1f92" providerId="LiveId" clId="{38E944B8-6551-4F04-90CB-62CF34087603}" dt="2024-06-12T06:13:50.461" v="17624" actId="478"/>
          <ac:spMkLst>
            <pc:docMk/>
            <pc:sldMk cId="1831248099" sldId="282"/>
            <ac:spMk id="12" creationId="{1CBA5535-C425-3CB6-5C50-42CEE336FC0E}"/>
          </ac:spMkLst>
        </pc:spChg>
        <pc:spChg chg="add mod">
          <ac:chgData name="shibariku0623@icloud.com" userId="47b6e960b06a1f92" providerId="LiveId" clId="{38E944B8-6551-4F04-90CB-62CF34087603}" dt="2024-06-12T06:55:09.146" v="18477" actId="20577"/>
          <ac:spMkLst>
            <pc:docMk/>
            <pc:sldMk cId="1831248099" sldId="282"/>
            <ac:spMk id="13" creationId="{3A0CBA26-9E0E-8EB8-3027-8AECE238E91C}"/>
          </ac:spMkLst>
        </pc:spChg>
        <pc:spChg chg="del">
          <ac:chgData name="shibariku0623@icloud.com" userId="47b6e960b06a1f92" providerId="LiveId" clId="{38E944B8-6551-4F04-90CB-62CF34087603}" dt="2024-06-12T06:13:47.690" v="17623" actId="478"/>
          <ac:spMkLst>
            <pc:docMk/>
            <pc:sldMk cId="1831248099" sldId="282"/>
            <ac:spMk id="15" creationId="{AD45CCE2-F400-03ED-5D4F-C1D6C0175719}"/>
          </ac:spMkLst>
        </pc:spChg>
        <pc:spChg chg="add mod">
          <ac:chgData name="shibariku0623@icloud.com" userId="47b6e960b06a1f92" providerId="LiveId" clId="{38E944B8-6551-4F04-90CB-62CF34087603}" dt="2024-06-12T07:14:20.731" v="18946"/>
          <ac:spMkLst>
            <pc:docMk/>
            <pc:sldMk cId="1831248099" sldId="282"/>
            <ac:spMk id="17" creationId="{0CDAFA59-CA64-949D-CA9B-C862792B707F}"/>
          </ac:spMkLst>
        </pc:spChg>
        <pc:spChg chg="del">
          <ac:chgData name="shibariku0623@icloud.com" userId="47b6e960b06a1f92" providerId="LiveId" clId="{38E944B8-6551-4F04-90CB-62CF34087603}" dt="2024-06-12T06:13:50.461" v="17624" actId="478"/>
          <ac:spMkLst>
            <pc:docMk/>
            <pc:sldMk cId="1831248099" sldId="282"/>
            <ac:spMk id="24" creationId="{E2618B2D-593C-32DF-6936-D875175D3D9C}"/>
          </ac:spMkLst>
        </pc:spChg>
        <pc:spChg chg="del">
          <ac:chgData name="shibariku0623@icloud.com" userId="47b6e960b06a1f92" providerId="LiveId" clId="{38E944B8-6551-4F04-90CB-62CF34087603}" dt="2024-06-12T06:13:50.461" v="17624" actId="478"/>
          <ac:spMkLst>
            <pc:docMk/>
            <pc:sldMk cId="1831248099" sldId="282"/>
            <ac:spMk id="27" creationId="{E2DD2CF5-81A5-17A9-9C10-D53E3326C1BD}"/>
          </ac:spMkLst>
        </pc:spChg>
        <pc:picChg chg="add mod">
          <ac:chgData name="shibariku0623@icloud.com" userId="47b6e960b06a1f92" providerId="LiveId" clId="{38E944B8-6551-4F04-90CB-62CF34087603}" dt="2024-06-12T07:05:30.087" v="18654" actId="1076"/>
          <ac:picMkLst>
            <pc:docMk/>
            <pc:sldMk cId="1831248099" sldId="282"/>
            <ac:picMk id="16" creationId="{88703DE2-978A-5E49-8E7A-863B406C5FC7}"/>
          </ac:picMkLst>
        </pc:picChg>
        <pc:cxnChg chg="del">
          <ac:chgData name="shibariku0623@icloud.com" userId="47b6e960b06a1f92" providerId="LiveId" clId="{38E944B8-6551-4F04-90CB-62CF34087603}" dt="2024-06-12T06:13:47.690" v="17623" actId="478"/>
          <ac:cxnSpMkLst>
            <pc:docMk/>
            <pc:sldMk cId="1831248099" sldId="282"/>
            <ac:cxnSpMk id="19" creationId="{17ADF714-67A8-1EA2-47EF-6377C3A2AD7D}"/>
          </ac:cxnSpMkLst>
        </pc:cxnChg>
        <pc:cxnChg chg="del">
          <ac:chgData name="shibariku0623@icloud.com" userId="47b6e960b06a1f92" providerId="LiveId" clId="{38E944B8-6551-4F04-90CB-62CF34087603}" dt="2024-06-12T06:13:47.690" v="17623" actId="478"/>
          <ac:cxnSpMkLst>
            <pc:docMk/>
            <pc:sldMk cId="1831248099" sldId="282"/>
            <ac:cxnSpMk id="26" creationId="{02FAE91E-3F5D-526E-9473-AC05BF6F44F7}"/>
          </ac:cxnSpMkLst>
        </pc:cxnChg>
      </pc:sldChg>
      <pc:sldChg chg="addSp delSp modSp add mod">
        <pc:chgData name="shibariku0623@icloud.com" userId="47b6e960b06a1f92" providerId="LiveId" clId="{38E944B8-6551-4F04-90CB-62CF34087603}" dt="2024-06-12T07:26:39.268" v="18971" actId="1076"/>
        <pc:sldMkLst>
          <pc:docMk/>
          <pc:sldMk cId="3831940354" sldId="283"/>
        </pc:sldMkLst>
        <pc:spChg chg="mod">
          <ac:chgData name="shibariku0623@icloud.com" userId="47b6e960b06a1f92" providerId="LiveId" clId="{38E944B8-6551-4F04-90CB-62CF34087603}" dt="2024-06-12T07:25:54.235" v="18959" actId="1076"/>
          <ac:spMkLst>
            <pc:docMk/>
            <pc:sldMk cId="3831940354" sldId="283"/>
            <ac:spMk id="4" creationId="{1163C86B-EA62-1016-BDB1-3E39E0113BD3}"/>
          </ac:spMkLst>
        </pc:spChg>
        <pc:spChg chg="add del mod">
          <ac:chgData name="shibariku0623@icloud.com" userId="47b6e960b06a1f92" providerId="LiveId" clId="{38E944B8-6551-4F04-90CB-62CF34087603}" dt="2024-06-12T07:14:24.890" v="18947" actId="478"/>
          <ac:spMkLst>
            <pc:docMk/>
            <pc:sldMk cId="3831940354" sldId="283"/>
            <ac:spMk id="5" creationId="{6090B865-341E-B4C2-44BB-BF0F6DC3B9C1}"/>
          </ac:spMkLst>
        </pc:spChg>
        <pc:spChg chg="del">
          <ac:chgData name="shibariku0623@icloud.com" userId="47b6e960b06a1f92" providerId="LiveId" clId="{38E944B8-6551-4F04-90CB-62CF34087603}" dt="2024-06-12T07:05:37.153" v="18655" actId="478"/>
          <ac:spMkLst>
            <pc:docMk/>
            <pc:sldMk cId="3831940354" sldId="283"/>
            <ac:spMk id="6" creationId="{F55C09AD-121F-D0B8-374B-FB5D0C4F2725}"/>
          </ac:spMkLst>
        </pc:spChg>
        <pc:spChg chg="del mod">
          <ac:chgData name="shibariku0623@icloud.com" userId="47b6e960b06a1f92" providerId="LiveId" clId="{38E944B8-6551-4F04-90CB-62CF34087603}" dt="2024-06-12T07:05:56.141" v="18658"/>
          <ac:spMkLst>
            <pc:docMk/>
            <pc:sldMk cId="3831940354" sldId="283"/>
            <ac:spMk id="7" creationId="{F5362282-5683-598E-9C63-EF95BBEEC418}"/>
          </ac:spMkLst>
        </pc:spChg>
        <pc:spChg chg="add del mod">
          <ac:chgData name="shibariku0623@icloud.com" userId="47b6e960b06a1f92" providerId="LiveId" clId="{38E944B8-6551-4F04-90CB-62CF34087603}" dt="2024-06-12T06:57:51.269" v="18502" actId="22"/>
          <ac:spMkLst>
            <pc:docMk/>
            <pc:sldMk cId="3831940354" sldId="283"/>
            <ac:spMk id="9" creationId="{4FCBC91E-6BFA-EFE8-E393-0174B3828756}"/>
          </ac:spMkLst>
        </pc:spChg>
        <pc:spChg chg="del">
          <ac:chgData name="shibariku0623@icloud.com" userId="47b6e960b06a1f92" providerId="LiveId" clId="{38E944B8-6551-4F04-90CB-62CF34087603}" dt="2024-06-12T07:05:37.153" v="18655" actId="478"/>
          <ac:spMkLst>
            <pc:docMk/>
            <pc:sldMk cId="3831940354" sldId="283"/>
            <ac:spMk id="10" creationId="{396D8374-B361-803C-876E-2E217C0993D0}"/>
          </ac:spMkLst>
        </pc:spChg>
        <pc:spChg chg="del">
          <ac:chgData name="shibariku0623@icloud.com" userId="47b6e960b06a1f92" providerId="LiveId" clId="{38E944B8-6551-4F04-90CB-62CF34087603}" dt="2024-06-12T07:05:37.153" v="18655" actId="478"/>
          <ac:spMkLst>
            <pc:docMk/>
            <pc:sldMk cId="3831940354" sldId="283"/>
            <ac:spMk id="11" creationId="{491068B6-81DC-CD88-0BB9-4752BE220703}"/>
          </ac:spMkLst>
        </pc:spChg>
        <pc:spChg chg="add mod">
          <ac:chgData name="shibariku0623@icloud.com" userId="47b6e960b06a1f92" providerId="LiveId" clId="{38E944B8-6551-4F04-90CB-62CF34087603}" dt="2024-06-12T07:25:56.751" v="18960" actId="1076"/>
          <ac:spMkLst>
            <pc:docMk/>
            <pc:sldMk cId="3831940354" sldId="283"/>
            <ac:spMk id="12" creationId="{89A33752-8603-F101-4F2C-8ED05150DF0C}"/>
          </ac:spMkLst>
        </pc:spChg>
        <pc:spChg chg="del">
          <ac:chgData name="shibariku0623@icloud.com" userId="47b6e960b06a1f92" providerId="LiveId" clId="{38E944B8-6551-4F04-90CB-62CF34087603}" dt="2024-06-12T07:05:37.153" v="18655" actId="478"/>
          <ac:spMkLst>
            <pc:docMk/>
            <pc:sldMk cId="3831940354" sldId="283"/>
            <ac:spMk id="13" creationId="{3A0CBA26-9E0E-8EB8-3027-8AECE238E91C}"/>
          </ac:spMkLst>
        </pc:spChg>
        <pc:spChg chg="add mod">
          <ac:chgData name="shibariku0623@icloud.com" userId="47b6e960b06a1f92" providerId="LiveId" clId="{38E944B8-6551-4F04-90CB-62CF34087603}" dt="2024-06-12T07:26:18.686" v="18967" actId="1076"/>
          <ac:spMkLst>
            <pc:docMk/>
            <pc:sldMk cId="3831940354" sldId="283"/>
            <ac:spMk id="18" creationId="{FA8B870C-B00A-E0EC-CE20-6963A64214BB}"/>
          </ac:spMkLst>
        </pc:spChg>
        <pc:grpChg chg="add del mod">
          <ac:chgData name="shibariku0623@icloud.com" userId="47b6e960b06a1f92" providerId="LiveId" clId="{38E944B8-6551-4F04-90CB-62CF34087603}" dt="2024-06-12T07:25:59.579" v="18962" actId="478"/>
          <ac:grpSpMkLst>
            <pc:docMk/>
            <pc:sldMk cId="3831940354" sldId="283"/>
            <ac:grpSpMk id="14" creationId="{DE4C875B-2957-1F2E-66B4-6B7BD4AF0E0C}"/>
          </ac:grpSpMkLst>
        </pc:grpChg>
        <pc:picChg chg="del mod">
          <ac:chgData name="shibariku0623@icloud.com" userId="47b6e960b06a1f92" providerId="LiveId" clId="{38E944B8-6551-4F04-90CB-62CF34087603}" dt="2024-06-12T07:05:37.153" v="18655" actId="478"/>
          <ac:picMkLst>
            <pc:docMk/>
            <pc:sldMk cId="3831940354" sldId="283"/>
            <ac:picMk id="16" creationId="{88703DE2-978A-5E49-8E7A-863B406C5FC7}"/>
          </ac:picMkLst>
        </pc:picChg>
        <pc:picChg chg="add mod">
          <ac:chgData name="shibariku0623@icloud.com" userId="47b6e960b06a1f92" providerId="LiveId" clId="{38E944B8-6551-4F04-90CB-62CF34087603}" dt="2024-06-12T07:26:39.268" v="18971" actId="1076"/>
          <ac:picMkLst>
            <pc:docMk/>
            <pc:sldMk cId="3831940354" sldId="283"/>
            <ac:picMk id="20" creationId="{8B4A91BA-C9FD-196A-8999-F4D60EF51F8B}"/>
          </ac:picMkLst>
        </pc:picChg>
        <pc:cxnChg chg="mod">
          <ac:chgData name="shibariku0623@icloud.com" userId="47b6e960b06a1f92" providerId="LiveId" clId="{38E944B8-6551-4F04-90CB-62CF34087603}" dt="2024-06-12T07:08:46.355" v="18778"/>
          <ac:cxnSpMkLst>
            <pc:docMk/>
            <pc:sldMk cId="3831940354" sldId="283"/>
            <ac:cxnSpMk id="15" creationId="{6460A424-ABE8-0931-8CAE-C009CED756EF}"/>
          </ac:cxnSpMkLst>
        </pc:cxnChg>
        <pc:cxnChg chg="mod">
          <ac:chgData name="shibariku0623@icloud.com" userId="47b6e960b06a1f92" providerId="LiveId" clId="{38E944B8-6551-4F04-90CB-62CF34087603}" dt="2024-06-12T07:08:46.355" v="18778"/>
          <ac:cxnSpMkLst>
            <pc:docMk/>
            <pc:sldMk cId="3831940354" sldId="283"/>
            <ac:cxnSpMk id="17" creationId="{D97E9FF9-1EC4-EB10-EE89-E1F9F013DAEA}"/>
          </ac:cxnSpMkLst>
        </pc:cxnChg>
        <pc:cxnChg chg="add mod">
          <ac:chgData name="shibariku0623@icloud.com" userId="47b6e960b06a1f92" providerId="LiveId" clId="{38E944B8-6551-4F04-90CB-62CF34087603}" dt="2024-06-12T07:26:33.993" v="18970" actId="1076"/>
          <ac:cxnSpMkLst>
            <pc:docMk/>
            <pc:sldMk cId="3831940354" sldId="283"/>
            <ac:cxnSpMk id="21" creationId="{A1FCBCDF-7E9E-FD4E-F320-5FD89C83547C}"/>
          </ac:cxnSpMkLst>
        </pc:cxnChg>
      </pc:sldChg>
      <pc:sldChg chg="addSp delSp modSp add mod">
        <pc:chgData name="shibariku0623@icloud.com" userId="47b6e960b06a1f92" providerId="LiveId" clId="{38E944B8-6551-4F04-90CB-62CF34087603}" dt="2024-06-12T08:38:33.828" v="19320" actId="1076"/>
        <pc:sldMkLst>
          <pc:docMk/>
          <pc:sldMk cId="1466185682" sldId="284"/>
        </pc:sldMkLst>
        <pc:spChg chg="mod">
          <ac:chgData name="shibariku0623@icloud.com" userId="47b6e960b06a1f92" providerId="LiveId" clId="{38E944B8-6551-4F04-90CB-62CF34087603}" dt="2024-06-12T07:40:18.708" v="19054" actId="1076"/>
          <ac:spMkLst>
            <pc:docMk/>
            <pc:sldMk cId="1466185682" sldId="284"/>
            <ac:spMk id="12" creationId="{89A33752-8603-F101-4F2C-8ED05150DF0C}"/>
          </ac:spMkLst>
        </pc:spChg>
        <pc:spChg chg="del">
          <ac:chgData name="shibariku0623@icloud.com" userId="47b6e960b06a1f92" providerId="LiveId" clId="{38E944B8-6551-4F04-90CB-62CF34087603}" dt="2024-06-12T07:26:52.018" v="18974" actId="478"/>
          <ac:spMkLst>
            <pc:docMk/>
            <pc:sldMk cId="1466185682" sldId="284"/>
            <ac:spMk id="18" creationId="{FA8B870C-B00A-E0EC-CE20-6963A64214BB}"/>
          </ac:spMkLst>
        </pc:spChg>
        <pc:picChg chg="add mod">
          <ac:chgData name="shibariku0623@icloud.com" userId="47b6e960b06a1f92" providerId="LiveId" clId="{38E944B8-6551-4F04-90CB-62CF34087603}" dt="2024-06-12T08:38:33.828" v="19320" actId="1076"/>
          <ac:picMkLst>
            <pc:docMk/>
            <pc:sldMk cId="1466185682" sldId="284"/>
            <ac:picMk id="6" creationId="{4C86A4A7-A080-EAA6-945A-3B1E083CBF33}"/>
          </ac:picMkLst>
        </pc:picChg>
        <pc:picChg chg="del">
          <ac:chgData name="shibariku0623@icloud.com" userId="47b6e960b06a1f92" providerId="LiveId" clId="{38E944B8-6551-4F04-90CB-62CF34087603}" dt="2024-06-12T07:26:48.112" v="18973" actId="478"/>
          <ac:picMkLst>
            <pc:docMk/>
            <pc:sldMk cId="1466185682" sldId="284"/>
            <ac:picMk id="20" creationId="{8B4A91BA-C9FD-196A-8999-F4D60EF51F8B}"/>
          </ac:picMkLst>
        </pc:picChg>
        <pc:cxnChg chg="del">
          <ac:chgData name="shibariku0623@icloud.com" userId="47b6e960b06a1f92" providerId="LiveId" clId="{38E944B8-6551-4F04-90CB-62CF34087603}" dt="2024-06-12T07:39:57.582" v="18979" actId="478"/>
          <ac:cxnSpMkLst>
            <pc:docMk/>
            <pc:sldMk cId="1466185682" sldId="284"/>
            <ac:cxnSpMk id="21" creationId="{A1FCBCDF-7E9E-FD4E-F320-5FD89C83547C}"/>
          </ac:cxnSpMkLst>
        </pc:cxnChg>
      </pc:sldChg>
      <pc:sldChg chg="addSp delSp modSp add mod">
        <pc:chgData name="shibariku0623@icloud.com" userId="47b6e960b06a1f92" providerId="LiveId" clId="{38E944B8-6551-4F04-90CB-62CF34087603}" dt="2024-06-12T08:38:20.209" v="19317" actId="1076"/>
        <pc:sldMkLst>
          <pc:docMk/>
          <pc:sldMk cId="3699548313" sldId="285"/>
        </pc:sldMkLst>
        <pc:spChg chg="mod">
          <ac:chgData name="shibariku0623@icloud.com" userId="47b6e960b06a1f92" providerId="LiveId" clId="{38E944B8-6551-4F04-90CB-62CF34087603}" dt="2024-06-12T08:38:20.209" v="19317" actId="1076"/>
          <ac:spMkLst>
            <pc:docMk/>
            <pc:sldMk cId="3699548313" sldId="285"/>
            <ac:spMk id="12" creationId="{89A33752-8603-F101-4F2C-8ED05150DF0C}"/>
          </ac:spMkLst>
        </pc:spChg>
        <pc:picChg chg="del">
          <ac:chgData name="shibariku0623@icloud.com" userId="47b6e960b06a1f92" providerId="LiveId" clId="{38E944B8-6551-4F04-90CB-62CF34087603}" dt="2024-06-12T07:59:00.401" v="19061" actId="478"/>
          <ac:picMkLst>
            <pc:docMk/>
            <pc:sldMk cId="3699548313" sldId="285"/>
            <ac:picMk id="6" creationId="{4C86A4A7-A080-EAA6-945A-3B1E083CBF33}"/>
          </ac:picMkLst>
        </pc:picChg>
        <pc:picChg chg="add mod">
          <ac:chgData name="shibariku0623@icloud.com" userId="47b6e960b06a1f92" providerId="LiveId" clId="{38E944B8-6551-4F04-90CB-62CF34087603}" dt="2024-06-12T07:59:20.767" v="19066" actId="1076"/>
          <ac:picMkLst>
            <pc:docMk/>
            <pc:sldMk cId="3699548313" sldId="285"/>
            <ac:picMk id="7" creationId="{BA483FE1-8B4E-30ED-6B25-2AE30C366D85}"/>
          </ac:picMkLst>
        </pc:picChg>
      </pc:sldChg>
      <pc:sldChg chg="addSp delSp modSp add mod">
        <pc:chgData name="shibariku0623@icloud.com" userId="47b6e960b06a1f92" providerId="LiveId" clId="{38E944B8-6551-4F04-90CB-62CF34087603}" dt="2024-06-12T08:44:47.166" v="19457" actId="1076"/>
        <pc:sldMkLst>
          <pc:docMk/>
          <pc:sldMk cId="293291144" sldId="286"/>
        </pc:sldMkLst>
        <pc:spChg chg="mod">
          <ac:chgData name="shibariku0623@icloud.com" userId="47b6e960b06a1f92" providerId="LiveId" clId="{38E944B8-6551-4F04-90CB-62CF34087603}" dt="2024-06-12T08:01:08.493" v="19080" actId="1076"/>
          <ac:spMkLst>
            <pc:docMk/>
            <pc:sldMk cId="293291144" sldId="286"/>
            <ac:spMk id="4" creationId="{1163C86B-EA62-1016-BDB1-3E39E0113BD3}"/>
          </ac:spMkLst>
        </pc:spChg>
        <pc:spChg chg="add del">
          <ac:chgData name="shibariku0623@icloud.com" userId="47b6e960b06a1f92" providerId="LiveId" clId="{38E944B8-6551-4F04-90CB-62CF34087603}" dt="2024-06-12T08:01:02.009" v="19078" actId="478"/>
          <ac:spMkLst>
            <pc:docMk/>
            <pc:sldMk cId="293291144" sldId="286"/>
            <ac:spMk id="6" creationId="{BCAB1D92-E9EA-D42E-0376-B3D93832AEA2}"/>
          </ac:spMkLst>
        </pc:spChg>
        <pc:spChg chg="mod">
          <ac:chgData name="shibariku0623@icloud.com" userId="47b6e960b06a1f92" providerId="LiveId" clId="{38E944B8-6551-4F04-90CB-62CF34087603}" dt="2024-06-12T08:44:17.732" v="19447" actId="1076"/>
          <ac:spMkLst>
            <pc:docMk/>
            <pc:sldMk cId="293291144" sldId="286"/>
            <ac:spMk id="12" creationId="{89A33752-8603-F101-4F2C-8ED05150DF0C}"/>
          </ac:spMkLst>
        </pc:spChg>
        <pc:picChg chg="del">
          <ac:chgData name="shibariku0623@icloud.com" userId="47b6e960b06a1f92" providerId="LiveId" clId="{38E944B8-6551-4F04-90CB-62CF34087603}" dt="2024-06-12T08:00:37.057" v="19068" actId="478"/>
          <ac:picMkLst>
            <pc:docMk/>
            <pc:sldMk cId="293291144" sldId="286"/>
            <ac:picMk id="7" creationId="{BA483FE1-8B4E-30ED-6B25-2AE30C366D85}"/>
          </ac:picMkLst>
        </pc:picChg>
        <pc:picChg chg="add mod">
          <ac:chgData name="shibariku0623@icloud.com" userId="47b6e960b06a1f92" providerId="LiveId" clId="{38E944B8-6551-4F04-90CB-62CF34087603}" dt="2024-06-12T08:44:22.300" v="19449" actId="1076"/>
          <ac:picMkLst>
            <pc:docMk/>
            <pc:sldMk cId="293291144" sldId="286"/>
            <ac:picMk id="9" creationId="{B242FCDA-7AD7-82AD-5887-A16711DA17E5}"/>
          </ac:picMkLst>
        </pc:picChg>
        <pc:picChg chg="add mod modCrop">
          <ac:chgData name="shibariku0623@icloud.com" userId="47b6e960b06a1f92" providerId="LiveId" clId="{38E944B8-6551-4F04-90CB-62CF34087603}" dt="2024-06-12T08:44:39.381" v="19455" actId="1076"/>
          <ac:picMkLst>
            <pc:docMk/>
            <pc:sldMk cId="293291144" sldId="286"/>
            <ac:picMk id="10" creationId="{40563F74-1882-C79E-D9C2-1666132B43F9}"/>
          </ac:picMkLst>
        </pc:picChg>
        <pc:picChg chg="add mod">
          <ac:chgData name="shibariku0623@icloud.com" userId="47b6e960b06a1f92" providerId="LiveId" clId="{38E944B8-6551-4F04-90CB-62CF34087603}" dt="2024-06-12T08:44:47.166" v="19457" actId="1076"/>
          <ac:picMkLst>
            <pc:docMk/>
            <pc:sldMk cId="293291144" sldId="286"/>
            <ac:picMk id="13" creationId="{5E83BC2A-6BC1-E7BA-F100-D566C768345B}"/>
          </ac:picMkLst>
        </pc:picChg>
      </pc:sldChg>
      <pc:sldChg chg="addSp delSp modSp add mod">
        <pc:chgData name="shibariku0623@icloud.com" userId="47b6e960b06a1f92" providerId="LiveId" clId="{38E944B8-6551-4F04-90CB-62CF34087603}" dt="2024-06-12T08:49:42.601" v="19534" actId="1076"/>
        <pc:sldMkLst>
          <pc:docMk/>
          <pc:sldMk cId="286046560" sldId="287"/>
        </pc:sldMkLst>
        <pc:spChg chg="add del mod">
          <ac:chgData name="shibariku0623@icloud.com" userId="47b6e960b06a1f92" providerId="LiveId" clId="{38E944B8-6551-4F04-90CB-62CF34087603}" dt="2024-06-12T08:49:42.601" v="19534" actId="1076"/>
          <ac:spMkLst>
            <pc:docMk/>
            <pc:sldMk cId="286046560" sldId="287"/>
            <ac:spMk id="12" creationId="{89A33752-8603-F101-4F2C-8ED05150DF0C}"/>
          </ac:spMkLst>
        </pc:spChg>
        <pc:picChg chg="add mod">
          <ac:chgData name="shibariku0623@icloud.com" userId="47b6e960b06a1f92" providerId="LiveId" clId="{38E944B8-6551-4F04-90CB-62CF34087603}" dt="2024-06-12T08:48:44.874" v="19518" actId="1076"/>
          <ac:picMkLst>
            <pc:docMk/>
            <pc:sldMk cId="286046560" sldId="287"/>
            <ac:picMk id="6" creationId="{AAA5A1E1-770C-9456-8F7B-7AA1DAB700AF}"/>
          </ac:picMkLst>
        </pc:picChg>
        <pc:picChg chg="add mod modCrop">
          <ac:chgData name="shibariku0623@icloud.com" userId="47b6e960b06a1f92" providerId="LiveId" clId="{38E944B8-6551-4F04-90CB-62CF34087603}" dt="2024-06-12T08:49:07.927" v="19525" actId="1076"/>
          <ac:picMkLst>
            <pc:docMk/>
            <pc:sldMk cId="286046560" sldId="287"/>
            <ac:picMk id="8" creationId="{0587CAB5-FDB5-9E23-A710-84C5637B87E3}"/>
          </ac:picMkLst>
        </pc:picChg>
        <pc:picChg chg="del">
          <ac:chgData name="shibariku0623@icloud.com" userId="47b6e960b06a1f92" providerId="LiveId" clId="{38E944B8-6551-4F04-90CB-62CF34087603}" dt="2024-06-12T08:47:35.323" v="19459" actId="478"/>
          <ac:picMkLst>
            <pc:docMk/>
            <pc:sldMk cId="286046560" sldId="287"/>
            <ac:picMk id="9" creationId="{B242FCDA-7AD7-82AD-5887-A16711DA17E5}"/>
          </ac:picMkLst>
        </pc:picChg>
        <pc:picChg chg="del">
          <ac:chgData name="shibariku0623@icloud.com" userId="47b6e960b06a1f92" providerId="LiveId" clId="{38E944B8-6551-4F04-90CB-62CF34087603}" dt="2024-06-12T08:47:39.260" v="19461" actId="478"/>
          <ac:picMkLst>
            <pc:docMk/>
            <pc:sldMk cId="286046560" sldId="287"/>
            <ac:picMk id="10" creationId="{40563F74-1882-C79E-D9C2-1666132B43F9}"/>
          </ac:picMkLst>
        </pc:picChg>
        <pc:picChg chg="del">
          <ac:chgData name="shibariku0623@icloud.com" userId="47b6e960b06a1f92" providerId="LiveId" clId="{38E944B8-6551-4F04-90CB-62CF34087603}" dt="2024-06-12T08:47:37.676" v="19460" actId="478"/>
          <ac:picMkLst>
            <pc:docMk/>
            <pc:sldMk cId="286046560" sldId="287"/>
            <ac:picMk id="13" creationId="{5E83BC2A-6BC1-E7BA-F100-D566C768345B}"/>
          </ac:picMkLst>
        </pc:picChg>
        <pc:picChg chg="add mod">
          <ac:chgData name="shibariku0623@icloud.com" userId="47b6e960b06a1f92" providerId="LiveId" clId="{38E944B8-6551-4F04-90CB-62CF34087603}" dt="2024-06-12T08:49:34.328" v="19533" actId="1076"/>
          <ac:picMkLst>
            <pc:docMk/>
            <pc:sldMk cId="286046560" sldId="287"/>
            <ac:picMk id="14" creationId="{8435F0B6-C663-275B-B854-512BCDC701D6}"/>
          </ac:picMkLst>
        </pc:picChg>
      </pc:sldChg>
      <pc:sldChg chg="addSp delSp modSp add mod">
        <pc:chgData name="shibariku0623@icloud.com" userId="47b6e960b06a1f92" providerId="LiveId" clId="{38E944B8-6551-4F04-90CB-62CF34087603}" dt="2024-06-12T09:33:31.109" v="20303" actId="1076"/>
        <pc:sldMkLst>
          <pc:docMk/>
          <pc:sldMk cId="1037222592" sldId="288"/>
        </pc:sldMkLst>
        <pc:spChg chg="add del mod">
          <ac:chgData name="shibariku0623@icloud.com" userId="47b6e960b06a1f92" providerId="LiveId" clId="{38E944B8-6551-4F04-90CB-62CF34087603}" dt="2024-06-12T08:51:39.070" v="19565" actId="478"/>
          <ac:spMkLst>
            <pc:docMk/>
            <pc:sldMk cId="1037222592" sldId="288"/>
            <ac:spMk id="9" creationId="{0755D4A0-28E1-4B90-0EBA-FC4AE2A58657}"/>
          </ac:spMkLst>
        </pc:spChg>
        <pc:spChg chg="add del mod">
          <ac:chgData name="shibariku0623@icloud.com" userId="47b6e960b06a1f92" providerId="LiveId" clId="{38E944B8-6551-4F04-90CB-62CF34087603}" dt="2024-06-12T09:29:44.713" v="19961" actId="478"/>
          <ac:spMkLst>
            <pc:docMk/>
            <pc:sldMk cId="1037222592" sldId="288"/>
            <ac:spMk id="10" creationId="{80E99089-996C-0BD9-D3BD-CA9F9B1ADD99}"/>
          </ac:spMkLst>
        </pc:spChg>
        <pc:spChg chg="add del mod">
          <ac:chgData name="shibariku0623@icloud.com" userId="47b6e960b06a1f92" providerId="LiveId" clId="{38E944B8-6551-4F04-90CB-62CF34087603}" dt="2024-06-12T09:29:44.713" v="19961" actId="478"/>
          <ac:spMkLst>
            <pc:docMk/>
            <pc:sldMk cId="1037222592" sldId="288"/>
            <ac:spMk id="11" creationId="{DEB9F54C-EE34-6216-4EA8-6F7DEFFE9F29}"/>
          </ac:spMkLst>
        </pc:spChg>
        <pc:spChg chg="mod">
          <ac:chgData name="shibariku0623@icloud.com" userId="47b6e960b06a1f92" providerId="LiveId" clId="{38E944B8-6551-4F04-90CB-62CF34087603}" dt="2024-06-12T09:33:24.033" v="20302" actId="1076"/>
          <ac:spMkLst>
            <pc:docMk/>
            <pc:sldMk cId="1037222592" sldId="288"/>
            <ac:spMk id="12" creationId="{89A33752-8603-F101-4F2C-8ED05150DF0C}"/>
          </ac:spMkLst>
        </pc:spChg>
        <pc:spChg chg="add del mod">
          <ac:chgData name="shibariku0623@icloud.com" userId="47b6e960b06a1f92" providerId="LiveId" clId="{38E944B8-6551-4F04-90CB-62CF34087603}" dt="2024-06-12T09:27:53.262" v="19952" actId="478"/>
          <ac:spMkLst>
            <pc:docMk/>
            <pc:sldMk cId="1037222592" sldId="288"/>
            <ac:spMk id="13" creationId="{30C8BF09-4C64-6C1D-6F0D-5F9F0F88D0A8}"/>
          </ac:spMkLst>
        </pc:spChg>
        <pc:spChg chg="add del mod">
          <ac:chgData name="shibariku0623@icloud.com" userId="47b6e960b06a1f92" providerId="LiveId" clId="{38E944B8-6551-4F04-90CB-62CF34087603}" dt="2024-06-12T09:27:53.262" v="19952" actId="478"/>
          <ac:spMkLst>
            <pc:docMk/>
            <pc:sldMk cId="1037222592" sldId="288"/>
            <ac:spMk id="15" creationId="{C9B2F271-D345-9CEC-3E62-16B59B4D28A4}"/>
          </ac:spMkLst>
        </pc:spChg>
        <pc:spChg chg="add del mod">
          <ac:chgData name="shibariku0623@icloud.com" userId="47b6e960b06a1f92" providerId="LiveId" clId="{38E944B8-6551-4F04-90CB-62CF34087603}" dt="2024-06-12T09:27:53.262" v="19952" actId="478"/>
          <ac:spMkLst>
            <pc:docMk/>
            <pc:sldMk cId="1037222592" sldId="288"/>
            <ac:spMk id="16" creationId="{99CE917A-BA57-0C83-AAC5-4D66E1696749}"/>
          </ac:spMkLst>
        </pc:spChg>
        <pc:spChg chg="add del mod">
          <ac:chgData name="shibariku0623@icloud.com" userId="47b6e960b06a1f92" providerId="LiveId" clId="{38E944B8-6551-4F04-90CB-62CF34087603}" dt="2024-06-12T09:27:53.262" v="19952" actId="478"/>
          <ac:spMkLst>
            <pc:docMk/>
            <pc:sldMk cId="1037222592" sldId="288"/>
            <ac:spMk id="17" creationId="{E150E8E8-F2CD-FBF4-0304-916E9C8337C9}"/>
          </ac:spMkLst>
        </pc:spChg>
        <pc:spChg chg="add del mod">
          <ac:chgData name="shibariku0623@icloud.com" userId="47b6e960b06a1f92" providerId="LiveId" clId="{38E944B8-6551-4F04-90CB-62CF34087603}" dt="2024-06-12T09:27:53.262" v="19952" actId="478"/>
          <ac:spMkLst>
            <pc:docMk/>
            <pc:sldMk cId="1037222592" sldId="288"/>
            <ac:spMk id="18" creationId="{BA9C5FAE-2AC3-6661-F46C-AD3AAA972E44}"/>
          </ac:spMkLst>
        </pc:spChg>
        <pc:spChg chg="add mod">
          <ac:chgData name="shibariku0623@icloud.com" userId="47b6e960b06a1f92" providerId="LiveId" clId="{38E944B8-6551-4F04-90CB-62CF34087603}" dt="2024-06-12T09:30:17.744" v="19976"/>
          <ac:spMkLst>
            <pc:docMk/>
            <pc:sldMk cId="1037222592" sldId="288"/>
            <ac:spMk id="21" creationId="{1571081C-ECAE-019D-A0E1-60FD6F7DB7F1}"/>
          </ac:spMkLst>
        </pc:spChg>
        <pc:picChg chg="del">
          <ac:chgData name="shibariku0623@icloud.com" userId="47b6e960b06a1f92" providerId="LiveId" clId="{38E944B8-6551-4F04-90CB-62CF34087603}" dt="2024-06-12T08:49:49.300" v="19536" actId="478"/>
          <ac:picMkLst>
            <pc:docMk/>
            <pc:sldMk cId="1037222592" sldId="288"/>
            <ac:picMk id="6" creationId="{AAA5A1E1-770C-9456-8F7B-7AA1DAB700AF}"/>
          </ac:picMkLst>
        </pc:picChg>
        <pc:picChg chg="add del mod modCrop">
          <ac:chgData name="shibariku0623@icloud.com" userId="47b6e960b06a1f92" providerId="LiveId" clId="{38E944B8-6551-4F04-90CB-62CF34087603}" dt="2024-06-12T09:27:54.972" v="19953" actId="478"/>
          <ac:picMkLst>
            <pc:docMk/>
            <pc:sldMk cId="1037222592" sldId="288"/>
            <ac:picMk id="7" creationId="{51870955-0DE3-A814-3AD1-92E109A9D7B5}"/>
          </ac:picMkLst>
        </pc:picChg>
        <pc:picChg chg="del">
          <ac:chgData name="shibariku0623@icloud.com" userId="47b6e960b06a1f92" providerId="LiveId" clId="{38E944B8-6551-4F04-90CB-62CF34087603}" dt="2024-06-12T08:49:50.475" v="19537" actId="478"/>
          <ac:picMkLst>
            <pc:docMk/>
            <pc:sldMk cId="1037222592" sldId="288"/>
            <ac:picMk id="8" creationId="{0587CAB5-FDB5-9E23-A710-84C5637B87E3}"/>
          </ac:picMkLst>
        </pc:picChg>
        <pc:picChg chg="del">
          <ac:chgData name="shibariku0623@icloud.com" userId="47b6e960b06a1f92" providerId="LiveId" clId="{38E944B8-6551-4F04-90CB-62CF34087603}" dt="2024-06-12T08:49:51.620" v="19538" actId="478"/>
          <ac:picMkLst>
            <pc:docMk/>
            <pc:sldMk cId="1037222592" sldId="288"/>
            <ac:picMk id="14" creationId="{8435F0B6-C663-275B-B854-512BCDC701D6}"/>
          </ac:picMkLst>
        </pc:picChg>
        <pc:picChg chg="add mod modCrop">
          <ac:chgData name="shibariku0623@icloud.com" userId="47b6e960b06a1f92" providerId="LiveId" clId="{38E944B8-6551-4F04-90CB-62CF34087603}" dt="2024-06-12T09:33:31.109" v="20303" actId="1076"/>
          <ac:picMkLst>
            <pc:docMk/>
            <pc:sldMk cId="1037222592" sldId="288"/>
            <ac:picMk id="20" creationId="{070CE12A-8B97-93D9-4D29-4AA0C0BDB89A}"/>
          </ac:picMkLst>
        </pc:picChg>
      </pc:sldChg>
      <pc:sldChg chg="addSp delSp modSp add mod">
        <pc:chgData name="shibariku0623@icloud.com" userId="47b6e960b06a1f92" providerId="LiveId" clId="{38E944B8-6551-4F04-90CB-62CF34087603}" dt="2024-06-12T09:30:15.688" v="19975" actId="478"/>
        <pc:sldMkLst>
          <pc:docMk/>
          <pc:sldMk cId="1116931562" sldId="289"/>
        </pc:sldMkLst>
        <pc:spChg chg="mod">
          <ac:chgData name="shibariku0623@icloud.com" userId="47b6e960b06a1f92" providerId="LiveId" clId="{38E944B8-6551-4F04-90CB-62CF34087603}" dt="2024-06-12T08:53:41.881" v="19719" actId="20577"/>
          <ac:spMkLst>
            <pc:docMk/>
            <pc:sldMk cId="1116931562" sldId="289"/>
            <ac:spMk id="3" creationId="{4C236548-D8CA-E6F4-D429-B961699BF259}"/>
          </ac:spMkLst>
        </pc:spChg>
        <pc:spChg chg="del mod">
          <ac:chgData name="shibariku0623@icloud.com" userId="47b6e960b06a1f92" providerId="LiveId" clId="{38E944B8-6551-4F04-90CB-62CF34087603}" dt="2024-06-12T08:53:32.149" v="19697" actId="478"/>
          <ac:spMkLst>
            <pc:docMk/>
            <pc:sldMk cId="1116931562" sldId="289"/>
            <ac:spMk id="4" creationId="{1163C86B-EA62-1016-BDB1-3E39E0113BD3}"/>
          </ac:spMkLst>
        </pc:spChg>
        <pc:spChg chg="add del mod">
          <ac:chgData name="shibariku0623@icloud.com" userId="47b6e960b06a1f92" providerId="LiveId" clId="{38E944B8-6551-4F04-90CB-62CF34087603}" dt="2024-06-12T09:30:15.688" v="19975" actId="478"/>
          <ac:spMkLst>
            <pc:docMk/>
            <pc:sldMk cId="1116931562" sldId="289"/>
            <ac:spMk id="5" creationId="{B6EA3AAB-4019-A3EE-0080-A3710CDB238F}"/>
          </ac:spMkLst>
        </pc:spChg>
        <pc:spChg chg="del">
          <ac:chgData name="shibariku0623@icloud.com" userId="47b6e960b06a1f92" providerId="LiveId" clId="{38E944B8-6551-4F04-90CB-62CF34087603}" dt="2024-06-12T08:53:27.851" v="19695" actId="478"/>
          <ac:spMkLst>
            <pc:docMk/>
            <pc:sldMk cId="1116931562" sldId="289"/>
            <ac:spMk id="10" creationId="{80E99089-996C-0BD9-D3BD-CA9F9B1ADD99}"/>
          </ac:spMkLst>
        </pc:spChg>
        <pc:spChg chg="del">
          <ac:chgData name="shibariku0623@icloud.com" userId="47b6e960b06a1f92" providerId="LiveId" clId="{38E944B8-6551-4F04-90CB-62CF34087603}" dt="2024-06-12T08:53:27.851" v="19695" actId="478"/>
          <ac:spMkLst>
            <pc:docMk/>
            <pc:sldMk cId="1116931562" sldId="289"/>
            <ac:spMk id="11" creationId="{DEB9F54C-EE34-6216-4EA8-6F7DEFFE9F29}"/>
          </ac:spMkLst>
        </pc:spChg>
        <pc:spChg chg="mod">
          <ac:chgData name="shibariku0623@icloud.com" userId="47b6e960b06a1f92" providerId="LiveId" clId="{38E944B8-6551-4F04-90CB-62CF34087603}" dt="2024-06-12T08:55:23.173" v="19926" actId="1076"/>
          <ac:spMkLst>
            <pc:docMk/>
            <pc:sldMk cId="1116931562" sldId="289"/>
            <ac:spMk id="12" creationId="{89A33752-8603-F101-4F2C-8ED05150DF0C}"/>
          </ac:spMkLst>
        </pc:spChg>
        <pc:picChg chg="del">
          <ac:chgData name="shibariku0623@icloud.com" userId="47b6e960b06a1f92" providerId="LiveId" clId="{38E944B8-6551-4F04-90CB-62CF34087603}" dt="2024-06-12T08:53:23.624" v="19694" actId="478"/>
          <ac:picMkLst>
            <pc:docMk/>
            <pc:sldMk cId="1116931562" sldId="289"/>
            <ac:picMk id="7" creationId="{51870955-0DE3-A814-3AD1-92E109A9D7B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7B8140-9392-4B18-BB10-EA8791FD112A}" type="datetimeFigureOut">
              <a:rPr kumimoji="1" lang="ja-JP" altLang="en-US" smtClean="0"/>
              <a:t>2024/6/13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FCBD6E-A8EB-4419-A1D4-C9FF9D1289DD}" type="slidenum">
              <a:rPr kumimoji="1" lang="ja-JP" altLang="en-US" smtClean="0"/>
              <a:t>‹#›</a:t>
            </a:fld>
            <a:endParaRPr kumimoji="1" lang="ja-JP" altLang="en-US"/>
          </a:p>
        </p:txBody>
      </p:sp>
    </p:spTree>
    <p:extLst>
      <p:ext uri="{BB962C8B-B14F-4D97-AF65-F5344CB8AC3E}">
        <p14:creationId xmlns:p14="http://schemas.microsoft.com/office/powerpoint/2010/main" val="99172855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5FCBD6E-A8EB-4419-A1D4-C9FF9D1289DD}" type="slidenum">
              <a:rPr kumimoji="1" lang="ja-JP" altLang="en-US" smtClean="0"/>
              <a:t>25</a:t>
            </a:fld>
            <a:endParaRPr kumimoji="1" lang="ja-JP" altLang="en-US"/>
          </a:p>
        </p:txBody>
      </p:sp>
    </p:spTree>
    <p:extLst>
      <p:ext uri="{BB962C8B-B14F-4D97-AF65-F5344CB8AC3E}">
        <p14:creationId xmlns:p14="http://schemas.microsoft.com/office/powerpoint/2010/main" val="3924236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5FCBD6E-A8EB-4419-A1D4-C9FF9D1289DD}" type="slidenum">
              <a:rPr kumimoji="1" lang="ja-JP" altLang="en-US" smtClean="0"/>
              <a:t>26</a:t>
            </a:fld>
            <a:endParaRPr kumimoji="1" lang="ja-JP" altLang="en-US"/>
          </a:p>
        </p:txBody>
      </p:sp>
    </p:spTree>
    <p:extLst>
      <p:ext uri="{BB962C8B-B14F-4D97-AF65-F5344CB8AC3E}">
        <p14:creationId xmlns:p14="http://schemas.microsoft.com/office/powerpoint/2010/main" val="1007457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5FCBD6E-A8EB-4419-A1D4-C9FF9D1289DD}" type="slidenum">
              <a:rPr kumimoji="1" lang="ja-JP" altLang="en-US" smtClean="0"/>
              <a:t>27</a:t>
            </a:fld>
            <a:endParaRPr kumimoji="1" lang="ja-JP" altLang="en-US"/>
          </a:p>
        </p:txBody>
      </p:sp>
    </p:spTree>
    <p:extLst>
      <p:ext uri="{BB962C8B-B14F-4D97-AF65-F5344CB8AC3E}">
        <p14:creationId xmlns:p14="http://schemas.microsoft.com/office/powerpoint/2010/main" val="2261785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5FCBD6E-A8EB-4419-A1D4-C9FF9D1289DD}" type="slidenum">
              <a:rPr kumimoji="1" lang="ja-JP" altLang="en-US" smtClean="0"/>
              <a:t>28</a:t>
            </a:fld>
            <a:endParaRPr kumimoji="1" lang="ja-JP" altLang="en-US"/>
          </a:p>
        </p:txBody>
      </p:sp>
    </p:spTree>
    <p:extLst>
      <p:ext uri="{BB962C8B-B14F-4D97-AF65-F5344CB8AC3E}">
        <p14:creationId xmlns:p14="http://schemas.microsoft.com/office/powerpoint/2010/main" val="519935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5FCBD6E-A8EB-4419-A1D4-C9FF9D1289DD}" type="slidenum">
              <a:rPr kumimoji="1" lang="ja-JP" altLang="en-US" smtClean="0"/>
              <a:t>29</a:t>
            </a:fld>
            <a:endParaRPr kumimoji="1" lang="ja-JP" altLang="en-US"/>
          </a:p>
        </p:txBody>
      </p:sp>
    </p:spTree>
    <p:extLst>
      <p:ext uri="{BB962C8B-B14F-4D97-AF65-F5344CB8AC3E}">
        <p14:creationId xmlns:p14="http://schemas.microsoft.com/office/powerpoint/2010/main" val="950709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5FCBD6E-A8EB-4419-A1D4-C9FF9D1289DD}" type="slidenum">
              <a:rPr kumimoji="1" lang="ja-JP" altLang="en-US" smtClean="0"/>
              <a:t>30</a:t>
            </a:fld>
            <a:endParaRPr kumimoji="1" lang="ja-JP" altLang="en-US"/>
          </a:p>
        </p:txBody>
      </p:sp>
    </p:spTree>
    <p:extLst>
      <p:ext uri="{BB962C8B-B14F-4D97-AF65-F5344CB8AC3E}">
        <p14:creationId xmlns:p14="http://schemas.microsoft.com/office/powerpoint/2010/main" val="4141061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5FCBD6E-A8EB-4419-A1D4-C9FF9D1289DD}" type="slidenum">
              <a:rPr kumimoji="1" lang="ja-JP" altLang="en-US" smtClean="0"/>
              <a:t>31</a:t>
            </a:fld>
            <a:endParaRPr kumimoji="1" lang="ja-JP" altLang="en-US"/>
          </a:p>
        </p:txBody>
      </p:sp>
    </p:spTree>
    <p:extLst>
      <p:ext uri="{BB962C8B-B14F-4D97-AF65-F5344CB8AC3E}">
        <p14:creationId xmlns:p14="http://schemas.microsoft.com/office/powerpoint/2010/main" val="3033616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ja-JP" altLang="en-US"/>
              <a:t>マスター タイトルの書式設定</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0403FB76-A3C0-4091-AFE2-BB26327D92D8}" type="datetime1">
              <a:rPr kumimoji="1" lang="ja-JP" altLang="en-US" smtClean="0"/>
              <a:t>2024/6/13</a:t>
            </a:fld>
            <a:endParaRPr kumimoji="1" lang="ja-JP" altLang="en-US"/>
          </a:p>
        </p:txBody>
      </p:sp>
      <p:sp>
        <p:nvSpPr>
          <p:cNvPr id="5" name="Footer Placeholder 4"/>
          <p:cNvSpPr>
            <a:spLocks noGrp="1"/>
          </p:cNvSpPr>
          <p:nvPr>
            <p:ph type="ftr" sz="quarter" idx="11"/>
          </p:nvPr>
        </p:nvSpPr>
        <p:spPr>
          <a:xfrm>
            <a:off x="2416500" y="329307"/>
            <a:ext cx="4973915" cy="309201"/>
          </a:xfrm>
        </p:spPr>
        <p:txBody>
          <a:bodyPr/>
          <a:lstStyle/>
          <a:p>
            <a:endParaRPr kumimoji="1" lang="ja-JP" altLang="en-US"/>
          </a:p>
        </p:txBody>
      </p:sp>
      <p:sp>
        <p:nvSpPr>
          <p:cNvPr id="6" name="Slide Number Placeholder 5"/>
          <p:cNvSpPr>
            <a:spLocks noGrp="1"/>
          </p:cNvSpPr>
          <p:nvPr>
            <p:ph type="sldNum" sz="quarter" idx="12"/>
          </p:nvPr>
        </p:nvSpPr>
        <p:spPr>
          <a:xfrm>
            <a:off x="1437664" y="798973"/>
            <a:ext cx="811019" cy="503578"/>
          </a:xfrm>
        </p:spPr>
        <p:txBody>
          <a:bodyPr/>
          <a:lstStyle/>
          <a:p>
            <a:fld id="{85D435C9-ADAE-44CD-8168-AEAA5C004C04}" type="slidenum">
              <a:rPr kumimoji="1" lang="ja-JP" altLang="en-US" smtClean="0"/>
              <a:t>‹#›</a:t>
            </a:fld>
            <a:endParaRPr kumimoji="1" lang="ja-JP" alt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3641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BA6EB96-FF44-449D-BD8C-7CF43C84EF3D}" type="datetime1">
              <a:rPr kumimoji="1" lang="ja-JP" altLang="en-US" smtClean="0"/>
              <a:t>2024/6/13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D435C9-ADAE-44CD-8168-AEAA5C004C04}" type="slidenum">
              <a:rPr kumimoji="1" lang="ja-JP" altLang="en-US" smtClean="0"/>
              <a:t>‹#›</a:t>
            </a:fld>
            <a:endParaRPr kumimoji="1" lang="ja-JP" alt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77040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34236B6-9A2F-4048-BBE7-4878D591A9D8}" type="datetime1">
              <a:rPr kumimoji="1" lang="ja-JP" altLang="en-US" smtClean="0"/>
              <a:t>2024/6/13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D435C9-ADAE-44CD-8168-AEAA5C004C04}" type="slidenum">
              <a:rPr kumimoji="1" lang="ja-JP" altLang="en-US" smtClean="0"/>
              <a:t>‹#›</a:t>
            </a:fld>
            <a:endParaRPr kumimoji="1" lang="ja-JP" alt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5874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DF2E0282-6367-4C51-8545-DFB401E9714C}" type="datetime1">
              <a:rPr kumimoji="1" lang="ja-JP" altLang="en-US" smtClean="0"/>
              <a:t>2024/6/13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5D435C9-ADAE-44CD-8168-AEAA5C004C04}" type="slidenum">
              <a:rPr kumimoji="1" lang="ja-JP" altLang="en-US" smtClean="0"/>
              <a:t>‹#›</a:t>
            </a:fld>
            <a:endParaRPr kumimoji="1" lang="ja-JP" alt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9587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447191" y="2824269"/>
            <a:ext cx="4645152" cy="26444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412362" y="2821491"/>
            <a:ext cx="4645152" cy="263737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A91A65F0-9F7A-4BDB-9BEF-16DFDA8C4061}" type="datetime1">
              <a:rPr kumimoji="1" lang="ja-JP" altLang="en-US" smtClean="0"/>
              <a:t>2024/6/13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5D435C9-ADAE-44CD-8168-AEAA5C004C04}" type="slidenum">
              <a:rPr kumimoji="1" lang="ja-JP" altLang="en-US" smtClean="0"/>
              <a:t>‹#›</a:t>
            </a:fld>
            <a:endParaRPr kumimoji="1" lang="ja-JP" alt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000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1DA106A-D5DD-437D-8A8D-861D5F9F58A0}" type="datetime1">
              <a:rPr kumimoji="1" lang="ja-JP" altLang="en-US" smtClean="0"/>
              <a:t>2024/6/13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5D435C9-ADAE-44CD-8168-AEAA5C004C04}" type="slidenum">
              <a:rPr kumimoji="1" lang="ja-JP" altLang="en-US" smtClean="0"/>
              <a:t>‹#›</a:t>
            </a:fld>
            <a:endParaRPr kumimoji="1" lang="ja-JP" alt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87930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2822A3-A927-4F62-AD09-6C5599074A95}" type="datetime1">
              <a:rPr kumimoji="1" lang="ja-JP" altLang="en-US" smtClean="0"/>
              <a:t>2024/6/13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5D435C9-ADAE-44CD-8168-AEAA5C004C04}" type="slidenum">
              <a:rPr kumimoji="1" lang="ja-JP" altLang="en-US" smtClean="0"/>
              <a:t>‹#›</a:t>
            </a:fld>
            <a:endParaRPr kumimoji="1" lang="ja-JP" altLang="en-US"/>
          </a:p>
        </p:txBody>
      </p:sp>
    </p:spTree>
    <p:extLst>
      <p:ext uri="{BB962C8B-B14F-4D97-AF65-F5344CB8AC3E}">
        <p14:creationId xmlns:p14="http://schemas.microsoft.com/office/powerpoint/2010/main" val="2406287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736817F-43F9-4E52-B9FB-5E9741DC3655}" type="datetime1">
              <a:rPr kumimoji="1" lang="ja-JP" altLang="en-US" smtClean="0"/>
              <a:t>2024/6/13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5D435C9-ADAE-44CD-8168-AEAA5C004C04}" type="slidenum">
              <a:rPr kumimoji="1" lang="ja-JP" altLang="en-US" smtClean="0"/>
              <a:t>‹#›</a:t>
            </a:fld>
            <a:endParaRPr kumimoji="1" lang="ja-JP" alt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4809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37A46E6-B032-4C03-8CD9-853DA45E8F57}" type="datetime1">
              <a:rPr kumimoji="1" lang="ja-JP" altLang="en-US" smtClean="0"/>
              <a:t>2024/6/13</a:t>
            </a:fld>
            <a:endParaRPr kumimoji="1" lang="ja-JP" altLang="en-US"/>
          </a:p>
        </p:txBody>
      </p:sp>
      <p:sp>
        <p:nvSpPr>
          <p:cNvPr id="6" name="Footer Placeholder 5"/>
          <p:cNvSpPr>
            <a:spLocks noGrp="1"/>
          </p:cNvSpPr>
          <p:nvPr>
            <p:ph type="ftr" sz="quarter" idx="11"/>
          </p:nvPr>
        </p:nvSpPr>
        <p:spPr>
          <a:xfrm>
            <a:off x="1447382" y="318640"/>
            <a:ext cx="5541004" cy="320931"/>
          </a:xfrm>
        </p:spPr>
        <p:txBody>
          <a:bodyPr/>
          <a:lstStyle/>
          <a:p>
            <a:endParaRPr kumimoji="1" lang="ja-JP" altLang="en-US"/>
          </a:p>
        </p:txBody>
      </p:sp>
      <p:sp>
        <p:nvSpPr>
          <p:cNvPr id="7" name="Slide Number Placeholder 6"/>
          <p:cNvSpPr>
            <a:spLocks noGrp="1"/>
          </p:cNvSpPr>
          <p:nvPr>
            <p:ph type="sldNum" sz="quarter" idx="12"/>
          </p:nvPr>
        </p:nvSpPr>
        <p:spPr/>
        <p:txBody>
          <a:bodyPr/>
          <a:lstStyle/>
          <a:p>
            <a:fld id="{85D435C9-ADAE-44CD-8168-AEAA5C004C04}" type="slidenum">
              <a:rPr kumimoji="1" lang="ja-JP" altLang="en-US" smtClean="0"/>
              <a:t>‹#›</a:t>
            </a:fld>
            <a:endParaRPr kumimoji="1" lang="ja-JP" alt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2024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B4D9DBA-1A11-4F2F-BFBB-1FE939FB9BA3}" type="datetime1">
              <a:rPr kumimoji="1" lang="ja-JP" altLang="en-US" smtClean="0"/>
              <a:t>2024/6/13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D435C9-ADAE-44CD-8168-AEAA5C004C04}" type="slidenum">
              <a:rPr kumimoji="1" lang="ja-JP" altLang="en-US" smtClean="0"/>
              <a:t>‹#›</a:t>
            </a:fld>
            <a:endParaRPr kumimoji="1" lang="ja-JP" alt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03886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7DFDADF-BF56-466E-8980-2A932ED77A82}" type="datetime1">
              <a:rPr kumimoji="1" lang="ja-JP" altLang="en-US" smtClean="0"/>
              <a:t>2024/6/13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D435C9-ADAE-44CD-8168-AEAA5C004C04}" type="slidenum">
              <a:rPr kumimoji="1" lang="ja-JP" altLang="en-US" smtClean="0"/>
              <a:t>‹#›</a:t>
            </a:fld>
            <a:endParaRPr kumimoji="1" lang="ja-JP" alt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7715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FD95D33-B899-4242-A5F5-6DF8EA6840FE}" type="datetime1">
              <a:rPr kumimoji="1" lang="ja-JP" altLang="en-US" smtClean="0"/>
              <a:t>2024/6/13</a:t>
            </a:fld>
            <a:endParaRPr kumimoji="1" lang="ja-JP" alt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5D435C9-ADAE-44CD-8168-AEAA5C004C04}" type="slidenum">
              <a:rPr kumimoji="1" lang="ja-JP" altLang="en-US" smtClean="0"/>
              <a:t>‹#›</a:t>
            </a:fld>
            <a:endParaRPr kumimoji="1" lang="ja-JP" alt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68671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media" Target="../media/media2.wav"/><Relationship Id="rId7" Type="http://schemas.openxmlformats.org/officeDocument/2006/relationships/image" Target="../media/image6.pn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5.png"/><Relationship Id="rId5" Type="http://schemas.openxmlformats.org/officeDocument/2006/relationships/slideLayout" Target="../slideLayouts/slideLayout7.xml"/><Relationship Id="rId4" Type="http://schemas.openxmlformats.org/officeDocument/2006/relationships/audio" Target="../media/media2.wav"/></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00.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60.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10.jpeg"/><Relationship Id="rId2" Type="http://schemas.openxmlformats.org/officeDocument/2006/relationships/image" Target="../media/image220.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docswell.com/s/kyoto-kaira/K7VDR7-2023-12-07-153733#p7" TargetMode="External"/><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82CE25-4BAE-E848-7D1D-44639D6F999D}"/>
              </a:ext>
            </a:extLst>
          </p:cNvPr>
          <p:cNvSpPr>
            <a:spLocks noGrp="1"/>
          </p:cNvSpPr>
          <p:nvPr>
            <p:ph type="ctrTitle"/>
          </p:nvPr>
        </p:nvSpPr>
        <p:spPr/>
        <p:txBody>
          <a:bodyPr/>
          <a:lstStyle/>
          <a:p>
            <a:r>
              <a:rPr kumimoji="1" lang="ja-JP" altLang="en-US" dirty="0"/>
              <a:t>進捗報告　</a:t>
            </a:r>
            <a:r>
              <a:rPr kumimoji="1" lang="en-US" altLang="ja-JP" dirty="0"/>
              <a:t>6</a:t>
            </a:r>
            <a:r>
              <a:rPr kumimoji="1" lang="ja-JP" altLang="en-US" dirty="0"/>
              <a:t>月</a:t>
            </a:r>
            <a:r>
              <a:rPr kumimoji="1" lang="en-US" altLang="ja-JP" dirty="0"/>
              <a:t>14</a:t>
            </a:r>
            <a:r>
              <a:rPr kumimoji="1" lang="ja-JP" altLang="en-US" dirty="0"/>
              <a:t>日</a:t>
            </a:r>
          </a:p>
        </p:txBody>
      </p:sp>
      <p:sp>
        <p:nvSpPr>
          <p:cNvPr id="3" name="字幕 2">
            <a:extLst>
              <a:ext uri="{FF2B5EF4-FFF2-40B4-BE49-F238E27FC236}">
                <a16:creationId xmlns:a16="http://schemas.microsoft.com/office/drawing/2014/main" id="{7EF376D6-6267-134A-5CA4-EBD835FE0127}"/>
              </a:ext>
            </a:extLst>
          </p:cNvPr>
          <p:cNvSpPr>
            <a:spLocks noGrp="1"/>
          </p:cNvSpPr>
          <p:nvPr>
            <p:ph type="subTitle" idx="1"/>
          </p:nvPr>
        </p:nvSpPr>
        <p:spPr/>
        <p:txBody>
          <a:bodyPr/>
          <a:lstStyle/>
          <a:p>
            <a:r>
              <a:rPr kumimoji="1" lang="ja-JP" altLang="en-US" dirty="0"/>
              <a:t>柴崎 陸</a:t>
            </a:r>
          </a:p>
        </p:txBody>
      </p:sp>
    </p:spTree>
    <p:extLst>
      <p:ext uri="{BB962C8B-B14F-4D97-AF65-F5344CB8AC3E}">
        <p14:creationId xmlns:p14="http://schemas.microsoft.com/office/powerpoint/2010/main" val="202799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D64931-CFBA-BF72-1AD4-7D3E4339B9D6}"/>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5F7DBCB5-2216-04E3-F8BA-2B28C5B34DA0}"/>
              </a:ext>
            </a:extLst>
          </p:cNvPr>
          <p:cNvSpPr>
            <a:spLocks noGrp="1"/>
          </p:cNvSpPr>
          <p:nvPr>
            <p:ph idx="1"/>
          </p:nvPr>
        </p:nvSpPr>
        <p:spPr>
          <a:xfrm>
            <a:off x="838200" y="2749132"/>
            <a:ext cx="10515600" cy="2249070"/>
          </a:xfrm>
        </p:spPr>
        <p:txBody>
          <a:bodyPr/>
          <a:lstStyle/>
          <a:p>
            <a:pPr marL="514350" indent="-514350">
              <a:buFont typeface="+mj-lt"/>
              <a:buAutoNum type="arabicPeriod"/>
            </a:pPr>
            <a:r>
              <a:rPr lang="ja-JP" altLang="en-US" dirty="0"/>
              <a:t>原理</a:t>
            </a:r>
            <a:endParaRPr lang="en-US" altLang="ja-JP" dirty="0"/>
          </a:p>
          <a:p>
            <a:pPr marL="514350" indent="-514350">
              <a:buFont typeface="+mj-lt"/>
              <a:buAutoNum type="arabicPeriod"/>
            </a:pPr>
            <a:r>
              <a:rPr kumimoji="1" lang="en-US" altLang="ja-JP" dirty="0"/>
              <a:t>DNN-HMM</a:t>
            </a:r>
            <a:r>
              <a:rPr kumimoji="1" lang="ja-JP" altLang="en-US" dirty="0"/>
              <a:t>ハイブリッドシステム</a:t>
            </a:r>
            <a:endParaRPr kumimoji="1" lang="en-US" altLang="ja-JP" dirty="0"/>
          </a:p>
          <a:p>
            <a:pPr marL="514350" indent="-514350">
              <a:buFont typeface="+mj-lt"/>
              <a:buAutoNum type="arabicPeriod"/>
            </a:pPr>
            <a:r>
              <a:rPr kumimoji="1" lang="en-US" altLang="ja-JP" dirty="0"/>
              <a:t>DNN-HMM</a:t>
            </a:r>
            <a:r>
              <a:rPr kumimoji="1" lang="ja-JP" altLang="en-US" dirty="0"/>
              <a:t>の実装</a:t>
            </a:r>
            <a:endParaRPr kumimoji="1" lang="en-US" altLang="ja-JP" dirty="0"/>
          </a:p>
          <a:p>
            <a:pPr marL="514350" indent="-514350">
              <a:buFont typeface="+mj-lt"/>
              <a:buAutoNum type="arabicPeriod"/>
            </a:pPr>
            <a:r>
              <a:rPr lang="ja-JP" altLang="en-US" dirty="0"/>
              <a:t>今後の展望</a:t>
            </a:r>
            <a:endParaRPr kumimoji="1" lang="en-US" altLang="ja-JP" dirty="0"/>
          </a:p>
        </p:txBody>
      </p:sp>
      <p:sp>
        <p:nvSpPr>
          <p:cNvPr id="4" name="スライド番号プレースホルダー 3">
            <a:extLst>
              <a:ext uri="{FF2B5EF4-FFF2-40B4-BE49-F238E27FC236}">
                <a16:creationId xmlns:a16="http://schemas.microsoft.com/office/drawing/2014/main" id="{A8A4E1B4-4B8E-3791-4FE5-7D07C234C54B}"/>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a:t>
            </a:fld>
            <a:endParaRPr kumimoji="1" lang="ja-JP" altLang="en-US"/>
          </a:p>
        </p:txBody>
      </p:sp>
    </p:spTree>
    <p:extLst>
      <p:ext uri="{BB962C8B-B14F-4D97-AF65-F5344CB8AC3E}">
        <p14:creationId xmlns:p14="http://schemas.microsoft.com/office/powerpoint/2010/main" val="1911269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1. </a:t>
            </a:r>
            <a:r>
              <a:rPr lang="ja-JP" altLang="en-US" sz="3200" dirty="0"/>
              <a:t>原理ー背景</a:t>
            </a:r>
          </a:p>
        </p:txBody>
      </p:sp>
      <p:sp>
        <p:nvSpPr>
          <p:cNvPr id="6" name="テキスト ボックス 5">
            <a:extLst>
              <a:ext uri="{FF2B5EF4-FFF2-40B4-BE49-F238E27FC236}">
                <a16:creationId xmlns:a16="http://schemas.microsoft.com/office/drawing/2014/main" id="{B989A86D-E158-78EA-A475-2489232A4F3E}"/>
              </a:ext>
            </a:extLst>
          </p:cNvPr>
          <p:cNvSpPr txBox="1"/>
          <p:nvPr/>
        </p:nvSpPr>
        <p:spPr>
          <a:xfrm>
            <a:off x="909411" y="1423099"/>
            <a:ext cx="8637261" cy="369332"/>
          </a:xfrm>
          <a:prstGeom prst="rect">
            <a:avLst/>
          </a:prstGeom>
          <a:noFill/>
        </p:spPr>
        <p:txBody>
          <a:bodyPr wrap="square" rtlCol="0">
            <a:spAutoFit/>
          </a:bodyPr>
          <a:lstStyle/>
          <a:p>
            <a:pPr marL="285750" indent="-285750" algn="dist">
              <a:buFont typeface="Wingdings" panose="05000000000000000000" pitchFamily="2" charset="2"/>
              <a:buChar char="l"/>
            </a:pPr>
            <a:r>
              <a:rPr kumimoji="1" lang="ja-JP" altLang="en-US" dirty="0"/>
              <a:t>音声認識とは、人間が話した言葉を解析し、文字</a:t>
            </a:r>
            <a:r>
              <a:rPr kumimoji="1" lang="en-US" altLang="ja-JP" dirty="0"/>
              <a:t>(</a:t>
            </a:r>
            <a:r>
              <a:rPr kumimoji="1" lang="ja-JP" altLang="en-US" dirty="0"/>
              <a:t>テキスト</a:t>
            </a:r>
            <a:r>
              <a:rPr kumimoji="1" lang="en-US" altLang="ja-JP" dirty="0"/>
              <a:t>)</a:t>
            </a:r>
            <a:r>
              <a:rPr kumimoji="1" lang="ja-JP" altLang="en-US" dirty="0"/>
              <a:t>に変換する技術</a:t>
            </a:r>
          </a:p>
        </p:txBody>
      </p:sp>
      <p:pic>
        <p:nvPicPr>
          <p:cNvPr id="16" name="図 15" descr="ダイアグラム&#10;&#10;自動的に生成された説明">
            <a:extLst>
              <a:ext uri="{FF2B5EF4-FFF2-40B4-BE49-F238E27FC236}">
                <a16:creationId xmlns:a16="http://schemas.microsoft.com/office/drawing/2014/main" id="{1058883E-187D-2513-BB08-57EBBACA6F3F}"/>
              </a:ext>
            </a:extLst>
          </p:cNvPr>
          <p:cNvPicPr>
            <a:picLocks noChangeAspect="1"/>
          </p:cNvPicPr>
          <p:nvPr/>
        </p:nvPicPr>
        <p:blipFill rotWithShape="1">
          <a:blip r:embed="rId2">
            <a:extLst>
              <a:ext uri="{28A0092B-C50C-407E-A947-70E740481C1C}">
                <a14:useLocalDpi xmlns:a14="http://schemas.microsoft.com/office/drawing/2010/main" val="0"/>
              </a:ext>
            </a:extLst>
          </a:blip>
          <a:srcRect l="3658" t="41435" r="4205" b="42083"/>
          <a:stretch/>
        </p:blipFill>
        <p:spPr>
          <a:xfrm>
            <a:off x="2274297" y="2271126"/>
            <a:ext cx="6995342" cy="2706895"/>
          </a:xfrm>
          <a:prstGeom prst="rect">
            <a:avLst/>
          </a:prstGeom>
        </p:spPr>
      </p:pic>
      <p:sp>
        <p:nvSpPr>
          <p:cNvPr id="19" name="テキスト ボックス 18">
            <a:extLst>
              <a:ext uri="{FF2B5EF4-FFF2-40B4-BE49-F238E27FC236}">
                <a16:creationId xmlns:a16="http://schemas.microsoft.com/office/drawing/2014/main" id="{CBD54FE4-76CC-71C5-A607-0F94D94BFCDC}"/>
              </a:ext>
            </a:extLst>
          </p:cNvPr>
          <p:cNvSpPr txBox="1"/>
          <p:nvPr/>
        </p:nvSpPr>
        <p:spPr>
          <a:xfrm>
            <a:off x="909411" y="5184468"/>
            <a:ext cx="8360228" cy="646331"/>
          </a:xfrm>
          <a:prstGeom prst="rect">
            <a:avLst/>
          </a:prstGeom>
          <a:noFill/>
        </p:spPr>
        <p:txBody>
          <a:bodyPr wrap="square" rtlCol="0">
            <a:spAutoFit/>
          </a:bodyPr>
          <a:lstStyle/>
          <a:p>
            <a:pPr marL="285750" indent="-285750">
              <a:buFont typeface="Wingdings" panose="05000000000000000000" pitchFamily="2" charset="2"/>
              <a:buChar char="l"/>
            </a:pPr>
            <a:r>
              <a:rPr kumimoji="1" lang="ja-JP" altLang="en-US" dirty="0"/>
              <a:t>特徴量抽出</a:t>
            </a:r>
            <a:r>
              <a:rPr lang="ja-JP" altLang="en-US" dirty="0"/>
              <a:t>・・・離散フーリエ変換</a:t>
            </a:r>
            <a:endParaRPr lang="en-US" altLang="ja-JP" dirty="0"/>
          </a:p>
          <a:p>
            <a:pPr marL="285750" indent="-285750">
              <a:buFont typeface="Wingdings" panose="05000000000000000000" pitchFamily="2" charset="2"/>
              <a:buChar char="l"/>
            </a:pPr>
            <a:r>
              <a:rPr kumimoji="1" lang="ja-JP" altLang="en-US" dirty="0"/>
              <a:t>認識・・・データを用いて機械に音声と文字列の対応関係を学習させる</a:t>
            </a:r>
          </a:p>
        </p:txBody>
      </p:sp>
      <p:sp>
        <p:nvSpPr>
          <p:cNvPr id="5" name="テキスト ボックス 4">
            <a:extLst>
              <a:ext uri="{FF2B5EF4-FFF2-40B4-BE49-F238E27FC236}">
                <a16:creationId xmlns:a16="http://schemas.microsoft.com/office/drawing/2014/main" id="{A68548F4-2CB9-09A1-C1EA-F383A8E33026}"/>
              </a:ext>
            </a:extLst>
          </p:cNvPr>
          <p:cNvSpPr txBox="1"/>
          <p:nvPr/>
        </p:nvSpPr>
        <p:spPr>
          <a:xfrm>
            <a:off x="263231" y="6269408"/>
            <a:ext cx="6100762" cy="276999"/>
          </a:xfrm>
          <a:prstGeom prst="rect">
            <a:avLst/>
          </a:prstGeom>
          <a:noFill/>
        </p:spPr>
        <p:txBody>
          <a:bodyPr wrap="square">
            <a:spAutoFit/>
          </a:bodyPr>
          <a:lstStyle/>
          <a:p>
            <a:r>
              <a:rPr kumimoji="1" lang="ja-JP" altLang="en-US" sz="1200" dirty="0"/>
              <a:t>引用元</a:t>
            </a:r>
            <a:r>
              <a:rPr kumimoji="1" lang="en-US" altLang="ja-JP" sz="1200" dirty="0"/>
              <a:t>: </a:t>
            </a:r>
            <a:r>
              <a:rPr kumimoji="1" lang="ja-JP" altLang="en-US" sz="1200" dirty="0"/>
              <a:t>高島遼一</a:t>
            </a:r>
            <a:r>
              <a:rPr kumimoji="1" lang="en-US" altLang="ja-JP" sz="1200" dirty="0"/>
              <a:t>, “Python</a:t>
            </a:r>
            <a:r>
              <a:rPr kumimoji="1" lang="ja-JP" altLang="en-US" sz="1200" dirty="0"/>
              <a:t>で学ぶ音声認識</a:t>
            </a:r>
            <a:r>
              <a:rPr kumimoji="1" lang="en-US" altLang="ja-JP" sz="1200" dirty="0"/>
              <a:t>”, </a:t>
            </a:r>
            <a:r>
              <a:rPr kumimoji="1" lang="ja-JP" altLang="en-US" sz="1200" dirty="0"/>
              <a:t>株式会社インプレス</a:t>
            </a:r>
            <a:r>
              <a:rPr kumimoji="1" lang="en-US" altLang="ja-JP" sz="1200" dirty="0"/>
              <a:t>, p12</a:t>
            </a:r>
            <a:endParaRPr kumimoji="1" lang="ja-JP" altLang="en-US" sz="1200" dirty="0"/>
          </a:p>
        </p:txBody>
      </p:sp>
      <p:sp>
        <p:nvSpPr>
          <p:cNvPr id="7" name="スライド番号プレースホルダー 6">
            <a:extLst>
              <a:ext uri="{FF2B5EF4-FFF2-40B4-BE49-F238E27FC236}">
                <a16:creationId xmlns:a16="http://schemas.microsoft.com/office/drawing/2014/main" id="{9767A2D0-919C-5224-27D9-186C66B7E4BC}"/>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3</a:t>
            </a:fld>
            <a:endParaRPr kumimoji="1" lang="ja-JP" altLang="en-US" dirty="0"/>
          </a:p>
        </p:txBody>
      </p:sp>
    </p:spTree>
    <p:extLst>
      <p:ext uri="{BB962C8B-B14F-4D97-AF65-F5344CB8AC3E}">
        <p14:creationId xmlns:p14="http://schemas.microsoft.com/office/powerpoint/2010/main" val="2789796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1. </a:t>
            </a:r>
            <a:r>
              <a:rPr lang="ja-JP" altLang="en-US" sz="3200" dirty="0"/>
              <a:t>原理ー背景</a:t>
            </a:r>
          </a:p>
        </p:txBody>
      </p:sp>
      <p:sp>
        <p:nvSpPr>
          <p:cNvPr id="6" name="テキスト ボックス 5">
            <a:extLst>
              <a:ext uri="{FF2B5EF4-FFF2-40B4-BE49-F238E27FC236}">
                <a16:creationId xmlns:a16="http://schemas.microsoft.com/office/drawing/2014/main" id="{B989A86D-E158-78EA-A475-2489232A4F3E}"/>
              </a:ext>
            </a:extLst>
          </p:cNvPr>
          <p:cNvSpPr txBox="1"/>
          <p:nvPr/>
        </p:nvSpPr>
        <p:spPr>
          <a:xfrm>
            <a:off x="1069068" y="1453561"/>
            <a:ext cx="9468304" cy="646331"/>
          </a:xfrm>
          <a:prstGeom prst="rect">
            <a:avLst/>
          </a:prstGeom>
          <a:noFill/>
        </p:spPr>
        <p:txBody>
          <a:bodyPr wrap="square" rtlCol="0">
            <a:spAutoFit/>
          </a:bodyPr>
          <a:lstStyle/>
          <a:p>
            <a:pPr marL="285750" indent="-285750">
              <a:buFont typeface="Wingdings" panose="05000000000000000000" pitchFamily="2" charset="2"/>
              <a:buChar char="l"/>
            </a:pPr>
            <a:r>
              <a:rPr kumimoji="1" lang="ja-JP" altLang="en-US" dirty="0"/>
              <a:t>音声認識</a:t>
            </a:r>
            <a:r>
              <a:rPr lang="ja-JP" altLang="en-US" dirty="0"/>
              <a:t>モデルとは、認識のところで機械に学習させる、入力音声から各認識結果候補の確率を計算するための規則</a:t>
            </a:r>
            <a:endParaRPr kumimoji="1" lang="ja-JP" altLang="en-US" dirty="0"/>
          </a:p>
        </p:txBody>
      </p:sp>
      <p:pic>
        <p:nvPicPr>
          <p:cNvPr id="5" name="図 4" descr="グラフィカル ユーザー インターフェイス, アプリケーション, Word&#10;&#10;自動的に生成された説明">
            <a:extLst>
              <a:ext uri="{FF2B5EF4-FFF2-40B4-BE49-F238E27FC236}">
                <a16:creationId xmlns:a16="http://schemas.microsoft.com/office/drawing/2014/main" id="{99C89084-2385-11B5-51AD-B2DE25F340C4}"/>
              </a:ext>
            </a:extLst>
          </p:cNvPr>
          <p:cNvPicPr>
            <a:picLocks noChangeAspect="1"/>
          </p:cNvPicPr>
          <p:nvPr/>
        </p:nvPicPr>
        <p:blipFill rotWithShape="1">
          <a:blip r:embed="rId2">
            <a:extLst>
              <a:ext uri="{28A0092B-C50C-407E-A947-70E740481C1C}">
                <a14:useLocalDpi xmlns:a14="http://schemas.microsoft.com/office/drawing/2010/main" val="0"/>
              </a:ext>
            </a:extLst>
          </a:blip>
          <a:srcRect l="3292" t="42023" r="6791" b="43233"/>
          <a:stretch/>
        </p:blipFill>
        <p:spPr>
          <a:xfrm>
            <a:off x="2335440" y="2155108"/>
            <a:ext cx="6876142" cy="2439171"/>
          </a:xfrm>
          <a:prstGeom prst="rect">
            <a:avLst/>
          </a:prstGeom>
        </p:spPr>
      </p:pic>
      <p:sp>
        <p:nvSpPr>
          <p:cNvPr id="7" name="テキスト ボックス 6">
            <a:extLst>
              <a:ext uri="{FF2B5EF4-FFF2-40B4-BE49-F238E27FC236}">
                <a16:creationId xmlns:a16="http://schemas.microsoft.com/office/drawing/2014/main" id="{2C69A2CE-A7F7-8893-82DF-6CDCC7B03737}"/>
              </a:ext>
            </a:extLst>
          </p:cNvPr>
          <p:cNvSpPr txBox="1"/>
          <p:nvPr/>
        </p:nvSpPr>
        <p:spPr>
          <a:xfrm>
            <a:off x="1069068" y="4758109"/>
            <a:ext cx="10005332" cy="923330"/>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音響モデル・・・音声特徴量と音素列の間の確率</a:t>
            </a:r>
            <a:r>
              <a:rPr lang="en-US" altLang="ja-JP" dirty="0"/>
              <a:t>(</a:t>
            </a:r>
            <a:r>
              <a:rPr lang="ja-JP" altLang="en-US" dirty="0"/>
              <a:t>音素ごとの確率</a:t>
            </a:r>
            <a:r>
              <a:rPr lang="en-US" altLang="ja-JP" dirty="0"/>
              <a:t>)</a:t>
            </a:r>
            <a:r>
              <a:rPr lang="ja-JP" altLang="en-US" dirty="0"/>
              <a:t>を計算</a:t>
            </a:r>
            <a:endParaRPr lang="en-US" altLang="ja-JP" dirty="0"/>
          </a:p>
          <a:p>
            <a:pPr marL="285750" indent="-285750">
              <a:buFont typeface="Wingdings" panose="05000000000000000000" pitchFamily="2" charset="2"/>
              <a:buChar char="l"/>
            </a:pPr>
            <a:r>
              <a:rPr kumimoji="1" lang="ja-JP" altLang="en-US" dirty="0"/>
              <a:t>発話辞書・・・音素列と単語の対応</a:t>
            </a:r>
            <a:r>
              <a:rPr kumimoji="1" lang="en-US" altLang="ja-JP" dirty="0"/>
              <a:t>(</a:t>
            </a:r>
            <a:r>
              <a:rPr kumimoji="1" lang="ja-JP" altLang="en-US" dirty="0"/>
              <a:t>単語とその発音</a:t>
            </a:r>
            <a:r>
              <a:rPr kumimoji="1" lang="en-US" altLang="ja-JP" dirty="0"/>
              <a:t>(</a:t>
            </a:r>
            <a:r>
              <a:rPr lang="ja-JP" altLang="en-US" dirty="0"/>
              <a:t>音素</a:t>
            </a:r>
            <a:r>
              <a:rPr kumimoji="1" lang="en-US" altLang="ja-JP" dirty="0"/>
              <a:t>)</a:t>
            </a:r>
            <a:r>
              <a:rPr kumimoji="1" lang="ja-JP" altLang="en-US" dirty="0"/>
              <a:t>が記述されている</a:t>
            </a:r>
            <a:r>
              <a:rPr kumimoji="1" lang="en-US" altLang="ja-JP" dirty="0"/>
              <a:t>)</a:t>
            </a:r>
            <a:r>
              <a:rPr kumimoji="1" lang="ja-JP" altLang="en-US" dirty="0"/>
              <a:t>を扱うモデル</a:t>
            </a:r>
            <a:endParaRPr kumimoji="1" lang="en-US" altLang="ja-JP" dirty="0"/>
          </a:p>
          <a:p>
            <a:pPr marL="285750" indent="-285750">
              <a:buFont typeface="Wingdings" panose="05000000000000000000" pitchFamily="2" charset="2"/>
              <a:buChar char="l"/>
            </a:pPr>
            <a:r>
              <a:rPr lang="ja-JP" altLang="en-US" dirty="0"/>
              <a:t>言語モデル・・・ある単語に対して、その単語が発話される確率</a:t>
            </a:r>
            <a:endParaRPr kumimoji="1" lang="ja-JP" altLang="en-US" dirty="0"/>
          </a:p>
        </p:txBody>
      </p:sp>
      <p:sp>
        <p:nvSpPr>
          <p:cNvPr id="8" name="テキスト ボックス 7">
            <a:extLst>
              <a:ext uri="{FF2B5EF4-FFF2-40B4-BE49-F238E27FC236}">
                <a16:creationId xmlns:a16="http://schemas.microsoft.com/office/drawing/2014/main" id="{4CAE00AF-C64A-6B5E-2496-48DBC88DF565}"/>
              </a:ext>
            </a:extLst>
          </p:cNvPr>
          <p:cNvSpPr txBox="1"/>
          <p:nvPr/>
        </p:nvSpPr>
        <p:spPr>
          <a:xfrm>
            <a:off x="263231" y="6269408"/>
            <a:ext cx="6100762" cy="276999"/>
          </a:xfrm>
          <a:prstGeom prst="rect">
            <a:avLst/>
          </a:prstGeom>
          <a:noFill/>
        </p:spPr>
        <p:txBody>
          <a:bodyPr wrap="square">
            <a:spAutoFit/>
          </a:bodyPr>
          <a:lstStyle/>
          <a:p>
            <a:r>
              <a:rPr kumimoji="1" lang="ja-JP" altLang="en-US" sz="1200" dirty="0"/>
              <a:t>引用元</a:t>
            </a:r>
            <a:r>
              <a:rPr kumimoji="1" lang="en-US" altLang="ja-JP" sz="1200" dirty="0"/>
              <a:t>: </a:t>
            </a:r>
            <a:r>
              <a:rPr kumimoji="1" lang="ja-JP" altLang="en-US" sz="1200" dirty="0"/>
              <a:t>高島遼一</a:t>
            </a:r>
            <a:r>
              <a:rPr kumimoji="1" lang="en-US" altLang="ja-JP" sz="1200" dirty="0"/>
              <a:t>, “Python</a:t>
            </a:r>
            <a:r>
              <a:rPr kumimoji="1" lang="ja-JP" altLang="en-US" sz="1200" dirty="0"/>
              <a:t>で学ぶ音声認識</a:t>
            </a:r>
            <a:r>
              <a:rPr kumimoji="1" lang="en-US" altLang="ja-JP" sz="1200" dirty="0"/>
              <a:t>”, </a:t>
            </a:r>
            <a:r>
              <a:rPr kumimoji="1" lang="ja-JP" altLang="en-US" sz="1200" dirty="0"/>
              <a:t>株式会社インプレス</a:t>
            </a:r>
            <a:r>
              <a:rPr kumimoji="1" lang="en-US" altLang="ja-JP" sz="1200" dirty="0"/>
              <a:t>, p13</a:t>
            </a:r>
            <a:endParaRPr kumimoji="1" lang="ja-JP" altLang="en-US" sz="1200" dirty="0"/>
          </a:p>
        </p:txBody>
      </p:sp>
      <p:sp>
        <p:nvSpPr>
          <p:cNvPr id="9" name="スライド番号プレースホルダー 8">
            <a:extLst>
              <a:ext uri="{FF2B5EF4-FFF2-40B4-BE49-F238E27FC236}">
                <a16:creationId xmlns:a16="http://schemas.microsoft.com/office/drawing/2014/main" id="{42CF73B9-2C2C-8980-B682-79A5DD6A433A}"/>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4</a:t>
            </a:fld>
            <a:endParaRPr kumimoji="1" lang="ja-JP" altLang="en-US" dirty="0"/>
          </a:p>
        </p:txBody>
      </p:sp>
    </p:spTree>
    <p:extLst>
      <p:ext uri="{BB962C8B-B14F-4D97-AF65-F5344CB8AC3E}">
        <p14:creationId xmlns:p14="http://schemas.microsoft.com/office/powerpoint/2010/main" val="75969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1. </a:t>
            </a:r>
            <a:r>
              <a:rPr lang="ja-JP" altLang="en-US" sz="3200" dirty="0"/>
              <a:t>原理ー音声認識の変遷</a:t>
            </a:r>
          </a:p>
        </p:txBody>
      </p:sp>
      <p:sp>
        <p:nvSpPr>
          <p:cNvPr id="6" name="テキスト ボックス 5">
            <a:extLst>
              <a:ext uri="{FF2B5EF4-FFF2-40B4-BE49-F238E27FC236}">
                <a16:creationId xmlns:a16="http://schemas.microsoft.com/office/drawing/2014/main" id="{B989A86D-E158-78EA-A475-2489232A4F3E}"/>
              </a:ext>
            </a:extLst>
          </p:cNvPr>
          <p:cNvSpPr txBox="1"/>
          <p:nvPr/>
        </p:nvSpPr>
        <p:spPr>
          <a:xfrm>
            <a:off x="897391" y="1868738"/>
            <a:ext cx="10397218" cy="2862322"/>
          </a:xfrm>
          <a:prstGeom prst="rect">
            <a:avLst/>
          </a:prstGeom>
          <a:noFill/>
        </p:spPr>
        <p:txBody>
          <a:bodyPr wrap="square" rtlCol="0">
            <a:spAutoFit/>
          </a:bodyPr>
          <a:lstStyle/>
          <a:p>
            <a:r>
              <a:rPr lang="en-US" altLang="ja-JP" dirty="0"/>
              <a:t>1980</a:t>
            </a:r>
            <a:r>
              <a:rPr lang="ja-JP" altLang="en-US" dirty="0"/>
              <a:t>年代以前・・・テンプレートマッチング</a:t>
            </a:r>
            <a:r>
              <a:rPr lang="en-US" altLang="ja-JP" dirty="0"/>
              <a:t>(DP</a:t>
            </a:r>
            <a:r>
              <a:rPr lang="ja-JP" altLang="en-US" dirty="0"/>
              <a:t>マッチング</a:t>
            </a:r>
            <a:r>
              <a:rPr lang="en-US" altLang="ja-JP" dirty="0"/>
              <a:t>)</a:t>
            </a:r>
          </a:p>
          <a:p>
            <a:endParaRPr lang="en-US" altLang="ja-JP" dirty="0"/>
          </a:p>
          <a:p>
            <a:endParaRPr kumimoji="1" lang="en-US" altLang="ja-JP" dirty="0"/>
          </a:p>
          <a:p>
            <a:r>
              <a:rPr lang="en-US" altLang="ja-JP" dirty="0"/>
              <a:t>80</a:t>
            </a:r>
            <a:r>
              <a:rPr lang="ja-JP" altLang="en-US" dirty="0"/>
              <a:t>年代～</a:t>
            </a:r>
            <a:r>
              <a:rPr lang="en-US" altLang="ja-JP" dirty="0"/>
              <a:t>2010</a:t>
            </a:r>
            <a:r>
              <a:rPr lang="ja-JP" altLang="en-US" dirty="0"/>
              <a:t>年頃・・・混合正規分布</a:t>
            </a:r>
            <a:r>
              <a:rPr lang="en-US" altLang="ja-JP" dirty="0"/>
              <a:t>(GMM)</a:t>
            </a:r>
            <a:r>
              <a:rPr lang="ja-JP" altLang="en-US" dirty="0"/>
              <a:t>と隠れマルコフモデル</a:t>
            </a:r>
            <a:r>
              <a:rPr lang="en-US" altLang="ja-JP" dirty="0"/>
              <a:t>(HMM)</a:t>
            </a:r>
            <a:r>
              <a:rPr lang="ja-JP" altLang="en-US" dirty="0"/>
              <a:t>による音声認識</a:t>
            </a:r>
            <a:endParaRPr lang="en-US" altLang="ja-JP" dirty="0"/>
          </a:p>
          <a:p>
            <a:r>
              <a:rPr lang="en-US" altLang="ja-JP" dirty="0"/>
              <a:t>						</a:t>
            </a:r>
            <a:r>
              <a:rPr lang="ja-JP" altLang="en-US" dirty="0"/>
              <a:t>　　</a:t>
            </a:r>
            <a:endParaRPr lang="en-US" altLang="ja-JP" dirty="0"/>
          </a:p>
          <a:p>
            <a:endParaRPr lang="en-US" altLang="ja-JP" dirty="0"/>
          </a:p>
          <a:p>
            <a:r>
              <a:rPr lang="en-US" altLang="ja-JP" dirty="0"/>
              <a:t>2010</a:t>
            </a:r>
            <a:r>
              <a:rPr lang="ja-JP" altLang="en-US" dirty="0"/>
              <a:t>年～</a:t>
            </a:r>
            <a:r>
              <a:rPr lang="en-US" altLang="ja-JP" dirty="0"/>
              <a:t>2015</a:t>
            </a:r>
            <a:r>
              <a:rPr lang="ja-JP" altLang="en-US" dirty="0"/>
              <a:t>年頃・・・ディープニューラルネットワーク</a:t>
            </a:r>
            <a:r>
              <a:rPr lang="en-US" altLang="ja-JP" dirty="0"/>
              <a:t>(DNN)</a:t>
            </a:r>
            <a:r>
              <a:rPr lang="ja-JP" altLang="en-US" dirty="0"/>
              <a:t>と</a:t>
            </a:r>
            <a:r>
              <a:rPr lang="en-US" altLang="ja-JP" dirty="0"/>
              <a:t>HMM</a:t>
            </a:r>
          </a:p>
          <a:p>
            <a:r>
              <a:rPr lang="en-US" altLang="ja-JP" dirty="0"/>
              <a:t>					</a:t>
            </a:r>
          </a:p>
          <a:p>
            <a:endParaRPr lang="en-US" altLang="ja-JP" dirty="0"/>
          </a:p>
          <a:p>
            <a:r>
              <a:rPr lang="en-US" altLang="ja-JP" dirty="0"/>
              <a:t>2015</a:t>
            </a:r>
            <a:r>
              <a:rPr lang="ja-JP" altLang="en-US" dirty="0"/>
              <a:t>年頃～　・・・</a:t>
            </a:r>
            <a:r>
              <a:rPr lang="en-US" altLang="ja-JP" dirty="0"/>
              <a:t>End-to-End</a:t>
            </a:r>
            <a:r>
              <a:rPr lang="ja-JP" altLang="en-US" dirty="0"/>
              <a:t>モデル</a:t>
            </a:r>
            <a:endParaRPr lang="en-US" altLang="ja-JP" dirty="0"/>
          </a:p>
        </p:txBody>
      </p:sp>
      <p:sp>
        <p:nvSpPr>
          <p:cNvPr id="2" name="スライド番号プレースホルダー 1">
            <a:extLst>
              <a:ext uri="{FF2B5EF4-FFF2-40B4-BE49-F238E27FC236}">
                <a16:creationId xmlns:a16="http://schemas.microsoft.com/office/drawing/2014/main" id="{46439490-8C85-0153-3A6D-8F0D74C3E553}"/>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5</a:t>
            </a:fld>
            <a:endParaRPr kumimoji="1" lang="ja-JP" altLang="en-US" dirty="0"/>
          </a:p>
        </p:txBody>
      </p:sp>
    </p:spTree>
    <p:extLst>
      <p:ext uri="{BB962C8B-B14F-4D97-AF65-F5344CB8AC3E}">
        <p14:creationId xmlns:p14="http://schemas.microsoft.com/office/powerpoint/2010/main" val="1604101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1. </a:t>
            </a:r>
            <a:r>
              <a:rPr lang="ja-JP" altLang="en-US" sz="3200" dirty="0"/>
              <a:t>原理ー音声認識の変遷</a:t>
            </a:r>
          </a:p>
        </p:txBody>
      </p:sp>
      <p:sp>
        <p:nvSpPr>
          <p:cNvPr id="6" name="テキスト ボックス 5">
            <a:extLst>
              <a:ext uri="{FF2B5EF4-FFF2-40B4-BE49-F238E27FC236}">
                <a16:creationId xmlns:a16="http://schemas.microsoft.com/office/drawing/2014/main" id="{B989A86D-E158-78EA-A475-2489232A4F3E}"/>
              </a:ext>
            </a:extLst>
          </p:cNvPr>
          <p:cNvSpPr txBox="1"/>
          <p:nvPr/>
        </p:nvSpPr>
        <p:spPr>
          <a:xfrm>
            <a:off x="897391" y="1868738"/>
            <a:ext cx="10397218" cy="2862322"/>
          </a:xfrm>
          <a:prstGeom prst="rect">
            <a:avLst/>
          </a:prstGeom>
          <a:noFill/>
        </p:spPr>
        <p:txBody>
          <a:bodyPr wrap="square" rtlCol="0">
            <a:spAutoFit/>
          </a:bodyPr>
          <a:lstStyle/>
          <a:p>
            <a:r>
              <a:rPr lang="en-US" altLang="ja-JP" dirty="0">
                <a:solidFill>
                  <a:srgbClr val="FF0000"/>
                </a:solidFill>
              </a:rPr>
              <a:t>1980</a:t>
            </a:r>
            <a:r>
              <a:rPr lang="ja-JP" altLang="en-US" dirty="0">
                <a:solidFill>
                  <a:srgbClr val="FF0000"/>
                </a:solidFill>
              </a:rPr>
              <a:t>年代以前・・・テンプレートマッチング</a:t>
            </a:r>
            <a:r>
              <a:rPr lang="en-US" altLang="ja-JP" dirty="0">
                <a:solidFill>
                  <a:srgbClr val="FF0000"/>
                </a:solidFill>
              </a:rPr>
              <a:t>(DP</a:t>
            </a:r>
            <a:r>
              <a:rPr lang="ja-JP" altLang="en-US" dirty="0">
                <a:solidFill>
                  <a:srgbClr val="FF0000"/>
                </a:solidFill>
              </a:rPr>
              <a:t>マッチング</a:t>
            </a:r>
            <a:r>
              <a:rPr lang="en-US" altLang="ja-JP" dirty="0">
                <a:solidFill>
                  <a:srgbClr val="FF0000"/>
                </a:solidFill>
              </a:rPr>
              <a:t>)</a:t>
            </a:r>
            <a:endParaRPr lang="en-US" altLang="ja-JP" dirty="0"/>
          </a:p>
          <a:p>
            <a:endParaRPr lang="en-US" altLang="ja-JP" dirty="0"/>
          </a:p>
          <a:p>
            <a:endParaRPr kumimoji="1" lang="en-US" altLang="ja-JP" dirty="0"/>
          </a:p>
          <a:p>
            <a:r>
              <a:rPr lang="en-US" altLang="ja-JP" dirty="0"/>
              <a:t>80</a:t>
            </a:r>
            <a:r>
              <a:rPr lang="ja-JP" altLang="en-US" dirty="0"/>
              <a:t>年代～</a:t>
            </a:r>
            <a:r>
              <a:rPr lang="en-US" altLang="ja-JP" dirty="0"/>
              <a:t>2010</a:t>
            </a:r>
            <a:r>
              <a:rPr lang="ja-JP" altLang="en-US" dirty="0"/>
              <a:t>年頃・・・混合正規分布</a:t>
            </a:r>
            <a:r>
              <a:rPr lang="en-US" altLang="ja-JP" dirty="0"/>
              <a:t>(GMM)</a:t>
            </a:r>
            <a:r>
              <a:rPr lang="ja-JP" altLang="en-US" dirty="0"/>
              <a:t>と隠れマルコフモデル</a:t>
            </a:r>
            <a:r>
              <a:rPr lang="en-US" altLang="ja-JP" dirty="0"/>
              <a:t>(HMM)</a:t>
            </a:r>
            <a:r>
              <a:rPr lang="ja-JP" altLang="en-US" dirty="0"/>
              <a:t>による音声認識</a:t>
            </a:r>
            <a:endParaRPr lang="en-US" altLang="ja-JP" dirty="0"/>
          </a:p>
          <a:p>
            <a:r>
              <a:rPr lang="en-US" altLang="ja-JP" dirty="0"/>
              <a:t>						</a:t>
            </a:r>
            <a:r>
              <a:rPr lang="ja-JP" altLang="en-US" dirty="0"/>
              <a:t>　　</a:t>
            </a:r>
            <a:endParaRPr lang="en-US" altLang="ja-JP" dirty="0"/>
          </a:p>
          <a:p>
            <a:endParaRPr lang="en-US" altLang="ja-JP" dirty="0"/>
          </a:p>
          <a:p>
            <a:r>
              <a:rPr lang="en-US" altLang="ja-JP" dirty="0"/>
              <a:t>2010</a:t>
            </a:r>
            <a:r>
              <a:rPr lang="ja-JP" altLang="en-US" dirty="0"/>
              <a:t>年～</a:t>
            </a:r>
            <a:r>
              <a:rPr lang="en-US" altLang="ja-JP" dirty="0"/>
              <a:t>2015</a:t>
            </a:r>
            <a:r>
              <a:rPr lang="ja-JP" altLang="en-US" dirty="0"/>
              <a:t>年頃・・・ディープニューラルネットワーク</a:t>
            </a:r>
            <a:r>
              <a:rPr lang="en-US" altLang="ja-JP" dirty="0"/>
              <a:t>(DNN)</a:t>
            </a:r>
            <a:r>
              <a:rPr lang="ja-JP" altLang="en-US" dirty="0"/>
              <a:t>と</a:t>
            </a:r>
            <a:r>
              <a:rPr lang="en-US" altLang="ja-JP" dirty="0"/>
              <a:t>HMM</a:t>
            </a:r>
          </a:p>
          <a:p>
            <a:r>
              <a:rPr lang="en-US" altLang="ja-JP" dirty="0"/>
              <a:t>					</a:t>
            </a:r>
          </a:p>
          <a:p>
            <a:endParaRPr lang="en-US" altLang="ja-JP" dirty="0"/>
          </a:p>
          <a:p>
            <a:r>
              <a:rPr lang="en-US" altLang="ja-JP" dirty="0"/>
              <a:t>2015</a:t>
            </a:r>
            <a:r>
              <a:rPr lang="ja-JP" altLang="en-US" dirty="0"/>
              <a:t>年頃～　・・・</a:t>
            </a:r>
            <a:r>
              <a:rPr lang="en-US" altLang="ja-JP" dirty="0"/>
              <a:t>End-to-End</a:t>
            </a:r>
            <a:r>
              <a:rPr lang="ja-JP" altLang="en-US" dirty="0"/>
              <a:t>モデル</a:t>
            </a:r>
            <a:endParaRPr lang="en-US" altLang="ja-JP" dirty="0"/>
          </a:p>
        </p:txBody>
      </p:sp>
      <p:sp>
        <p:nvSpPr>
          <p:cNvPr id="2" name="スライド番号プレースホルダー 1">
            <a:extLst>
              <a:ext uri="{FF2B5EF4-FFF2-40B4-BE49-F238E27FC236}">
                <a16:creationId xmlns:a16="http://schemas.microsoft.com/office/drawing/2014/main" id="{46439490-8C85-0153-3A6D-8F0D74C3E553}"/>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6</a:t>
            </a:fld>
            <a:endParaRPr kumimoji="1" lang="ja-JP" altLang="en-US" dirty="0"/>
          </a:p>
        </p:txBody>
      </p:sp>
    </p:spTree>
    <p:extLst>
      <p:ext uri="{BB962C8B-B14F-4D97-AF65-F5344CB8AC3E}">
        <p14:creationId xmlns:p14="http://schemas.microsoft.com/office/powerpoint/2010/main" val="785537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fontScale="85000"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1. </a:t>
            </a:r>
            <a:r>
              <a:rPr lang="ja-JP" altLang="en-US" sz="3200" dirty="0"/>
              <a:t>原理ーテンプレートマッチング</a:t>
            </a:r>
          </a:p>
        </p:txBody>
      </p:sp>
      <p:sp>
        <p:nvSpPr>
          <p:cNvPr id="4" name="テキスト ボックス 3">
            <a:extLst>
              <a:ext uri="{FF2B5EF4-FFF2-40B4-BE49-F238E27FC236}">
                <a16:creationId xmlns:a16="http://schemas.microsoft.com/office/drawing/2014/main" id="{51D3236E-0AC3-10B6-C212-CFC8DDAD8551}"/>
              </a:ext>
            </a:extLst>
          </p:cNvPr>
          <p:cNvSpPr txBox="1"/>
          <p:nvPr/>
        </p:nvSpPr>
        <p:spPr>
          <a:xfrm>
            <a:off x="1077262" y="1324044"/>
            <a:ext cx="9468304" cy="1200329"/>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テンプレートマッチングとは、音声フレーム間のマッチングを行い、音声同士の対応関係を推定することでパターン認識を行う、最も初歩的な方法である。</a:t>
            </a:r>
            <a:endParaRPr lang="en-US" altLang="ja-JP" dirty="0"/>
          </a:p>
          <a:p>
            <a:pPr marL="285750" indent="-285750">
              <a:buFont typeface="Wingdings" panose="05000000000000000000" pitchFamily="2" charset="2"/>
              <a:buChar char="l"/>
            </a:pPr>
            <a:r>
              <a:rPr kumimoji="1" lang="ja-JP" altLang="en-US" dirty="0"/>
              <a:t>この各フレーム間のマッチングを、動的計画法を用いてフレーム同士の距離が最小になるように求めることを</a:t>
            </a:r>
            <a:r>
              <a:rPr kumimoji="1" lang="en-US" altLang="ja-JP" b="1" dirty="0"/>
              <a:t>DP</a:t>
            </a:r>
            <a:r>
              <a:rPr kumimoji="1" lang="ja-JP" altLang="en-US" b="1" dirty="0"/>
              <a:t>マッチング</a:t>
            </a:r>
            <a:r>
              <a:rPr kumimoji="1" lang="ja-JP" altLang="en-US" dirty="0"/>
              <a:t>と呼ぶ</a:t>
            </a:r>
          </a:p>
        </p:txBody>
      </p:sp>
      <p:sp>
        <p:nvSpPr>
          <p:cNvPr id="5" name="テキスト ボックス 4">
            <a:extLst>
              <a:ext uri="{FF2B5EF4-FFF2-40B4-BE49-F238E27FC236}">
                <a16:creationId xmlns:a16="http://schemas.microsoft.com/office/drawing/2014/main" id="{3421948B-0522-2679-EE35-065D8A7C625D}"/>
              </a:ext>
            </a:extLst>
          </p:cNvPr>
          <p:cNvSpPr txBox="1"/>
          <p:nvPr/>
        </p:nvSpPr>
        <p:spPr>
          <a:xfrm>
            <a:off x="880699" y="3444570"/>
            <a:ext cx="7975918" cy="176315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dirty="0"/>
              <a:t>例、動物の画像のパターン認識</a:t>
            </a:r>
            <a:endParaRPr kumimoji="1" lang="en-US" altLang="ja-JP" dirty="0"/>
          </a:p>
          <a:p>
            <a:endParaRPr kumimoji="1" lang="en-US" altLang="ja-JP" dirty="0"/>
          </a:p>
          <a:p>
            <a:pPr marL="342900" indent="-342900">
              <a:buFont typeface="+mj-lt"/>
              <a:buAutoNum type="arabicPeriod"/>
            </a:pPr>
            <a:r>
              <a:rPr kumimoji="1" lang="ja-JP" altLang="en-US" dirty="0"/>
              <a:t>あらかじめ動物</a:t>
            </a:r>
            <a:r>
              <a:rPr kumimoji="1" lang="en-US" altLang="ja-JP" dirty="0"/>
              <a:t>(</a:t>
            </a:r>
            <a:r>
              <a:rPr kumimoji="1" lang="ja-JP" altLang="en-US" dirty="0"/>
              <a:t>クラス</a:t>
            </a:r>
            <a:r>
              <a:rPr kumimoji="1" lang="en-US" altLang="ja-JP" dirty="0"/>
              <a:t>)</a:t>
            </a:r>
            <a:r>
              <a:rPr kumimoji="1" lang="ja-JP" altLang="en-US" dirty="0"/>
              <a:t>の画像を用意し、そのクラスの代表画像</a:t>
            </a:r>
            <a:r>
              <a:rPr kumimoji="1" lang="en-US" altLang="ja-JP" dirty="0"/>
              <a:t>(</a:t>
            </a:r>
            <a:r>
              <a:rPr kumimoji="1" lang="ja-JP" altLang="en-US" dirty="0"/>
              <a:t>テンプレート</a:t>
            </a:r>
            <a:r>
              <a:rPr kumimoji="1" lang="en-US" altLang="ja-JP" dirty="0"/>
              <a:t>)</a:t>
            </a:r>
            <a:r>
              <a:rPr kumimoji="1" lang="ja-JP" altLang="en-US" dirty="0"/>
              <a:t>を用意</a:t>
            </a:r>
            <a:endParaRPr kumimoji="1" lang="en-US" altLang="ja-JP" dirty="0"/>
          </a:p>
          <a:p>
            <a:pPr marL="342900" indent="-342900">
              <a:buFont typeface="+mj-lt"/>
              <a:buAutoNum type="arabicPeriod"/>
            </a:pPr>
            <a:r>
              <a:rPr lang="ja-JP" altLang="en-US" dirty="0"/>
              <a:t>入力画像とテンプレートとの類似度</a:t>
            </a:r>
            <a:r>
              <a:rPr lang="en-US" altLang="ja-JP" dirty="0"/>
              <a:t>(</a:t>
            </a:r>
            <a:r>
              <a:rPr lang="ja-JP" altLang="en-US" dirty="0"/>
              <a:t>近さ</a:t>
            </a:r>
            <a:r>
              <a:rPr lang="en-US" altLang="ja-JP" dirty="0"/>
              <a:t>)</a:t>
            </a:r>
            <a:r>
              <a:rPr lang="ja-JP" altLang="en-US" dirty="0"/>
              <a:t>を測る</a:t>
            </a:r>
            <a:endParaRPr lang="en-US" altLang="ja-JP" dirty="0"/>
          </a:p>
          <a:p>
            <a:pPr marL="342900" indent="-342900">
              <a:buFont typeface="+mj-lt"/>
              <a:buAutoNum type="arabicPeriod"/>
            </a:pPr>
            <a:r>
              <a:rPr kumimoji="1" lang="ja-JP" altLang="en-US" dirty="0"/>
              <a:t>最も近いテンプレートのクラスを出力する</a:t>
            </a:r>
          </a:p>
        </p:txBody>
      </p:sp>
      <p:sp>
        <p:nvSpPr>
          <p:cNvPr id="6" name="テキスト ボックス 5">
            <a:extLst>
              <a:ext uri="{FF2B5EF4-FFF2-40B4-BE49-F238E27FC236}">
                <a16:creationId xmlns:a16="http://schemas.microsoft.com/office/drawing/2014/main" id="{50444E1D-98DD-8E06-057C-FE8B3D688358}"/>
              </a:ext>
            </a:extLst>
          </p:cNvPr>
          <p:cNvSpPr txBox="1"/>
          <p:nvPr/>
        </p:nvSpPr>
        <p:spPr>
          <a:xfrm>
            <a:off x="1368017" y="5533956"/>
            <a:ext cx="9991952" cy="369332"/>
          </a:xfrm>
          <a:prstGeom prst="rect">
            <a:avLst/>
          </a:prstGeom>
          <a:noFill/>
        </p:spPr>
        <p:txBody>
          <a:bodyPr wrap="square" rtlCol="0">
            <a:spAutoFit/>
          </a:bodyPr>
          <a:lstStyle/>
          <a:p>
            <a:r>
              <a:rPr kumimoji="1" lang="ja-JP" altLang="en-US" dirty="0"/>
              <a:t>音声のテンプレートマッチングでは、類似度として特徴量の</a:t>
            </a:r>
            <a:r>
              <a:rPr kumimoji="1" lang="ja-JP" altLang="en-US" b="1" dirty="0"/>
              <a:t>ユークリッド距離</a:t>
            </a:r>
            <a:r>
              <a:rPr kumimoji="1" lang="ja-JP" altLang="en-US" dirty="0"/>
              <a:t>が用いられる。</a:t>
            </a:r>
          </a:p>
        </p:txBody>
      </p:sp>
      <p:pic>
        <p:nvPicPr>
          <p:cNvPr id="8" name="図 7" descr="カレンダー&#10;&#10;低い精度で自動的に生成された説明">
            <a:extLst>
              <a:ext uri="{FF2B5EF4-FFF2-40B4-BE49-F238E27FC236}">
                <a16:creationId xmlns:a16="http://schemas.microsoft.com/office/drawing/2014/main" id="{F1E92D46-A225-F08B-981D-7076C11E057E}"/>
              </a:ext>
            </a:extLst>
          </p:cNvPr>
          <p:cNvPicPr>
            <a:picLocks noChangeAspect="1"/>
          </p:cNvPicPr>
          <p:nvPr/>
        </p:nvPicPr>
        <p:blipFill rotWithShape="1">
          <a:blip r:embed="rId2">
            <a:extLst>
              <a:ext uri="{28A0092B-C50C-407E-A947-70E740481C1C}">
                <a14:useLocalDpi xmlns:a14="http://schemas.microsoft.com/office/drawing/2010/main" val="0"/>
              </a:ext>
            </a:extLst>
          </a:blip>
          <a:srcRect l="9603" t="32381" r="5482" b="34349"/>
          <a:stretch/>
        </p:blipFill>
        <p:spPr>
          <a:xfrm>
            <a:off x="9184555" y="2290575"/>
            <a:ext cx="2722021" cy="2307990"/>
          </a:xfrm>
          <a:prstGeom prst="rect">
            <a:avLst/>
          </a:prstGeom>
        </p:spPr>
      </p:pic>
      <p:sp>
        <p:nvSpPr>
          <p:cNvPr id="10" name="テキスト ボックス 9">
            <a:extLst>
              <a:ext uri="{FF2B5EF4-FFF2-40B4-BE49-F238E27FC236}">
                <a16:creationId xmlns:a16="http://schemas.microsoft.com/office/drawing/2014/main" id="{46E768AC-C456-0A38-6C93-D0ECFB32AD2C}"/>
              </a:ext>
            </a:extLst>
          </p:cNvPr>
          <p:cNvSpPr txBox="1"/>
          <p:nvPr/>
        </p:nvSpPr>
        <p:spPr>
          <a:xfrm>
            <a:off x="263231" y="6269408"/>
            <a:ext cx="6100762" cy="276999"/>
          </a:xfrm>
          <a:prstGeom prst="rect">
            <a:avLst/>
          </a:prstGeom>
          <a:noFill/>
        </p:spPr>
        <p:txBody>
          <a:bodyPr wrap="square">
            <a:spAutoFit/>
          </a:bodyPr>
          <a:lstStyle/>
          <a:p>
            <a:r>
              <a:rPr kumimoji="1" lang="ja-JP" altLang="en-US" sz="1200" dirty="0"/>
              <a:t>引用元</a:t>
            </a:r>
            <a:r>
              <a:rPr kumimoji="1" lang="en-US" altLang="ja-JP" sz="1200" dirty="0"/>
              <a:t>: </a:t>
            </a:r>
            <a:r>
              <a:rPr kumimoji="1" lang="ja-JP" altLang="en-US" sz="1200" dirty="0"/>
              <a:t>高島遼一</a:t>
            </a:r>
            <a:r>
              <a:rPr kumimoji="1" lang="en-US" altLang="ja-JP" sz="1200" dirty="0"/>
              <a:t>, “Python</a:t>
            </a:r>
            <a:r>
              <a:rPr kumimoji="1" lang="ja-JP" altLang="en-US" sz="1200" dirty="0"/>
              <a:t>で学ぶ音声認識</a:t>
            </a:r>
            <a:r>
              <a:rPr kumimoji="1" lang="en-US" altLang="ja-JP" sz="1200" dirty="0"/>
              <a:t>”, </a:t>
            </a:r>
            <a:r>
              <a:rPr kumimoji="1" lang="ja-JP" altLang="en-US" sz="1200" dirty="0"/>
              <a:t>株式会社インプレス</a:t>
            </a:r>
            <a:r>
              <a:rPr kumimoji="1" lang="en-US" altLang="ja-JP" sz="1200" dirty="0"/>
              <a:t>, p94</a:t>
            </a:r>
            <a:endParaRPr kumimoji="1" lang="ja-JP" altLang="en-US" sz="1200" dirty="0"/>
          </a:p>
        </p:txBody>
      </p:sp>
      <p:sp>
        <p:nvSpPr>
          <p:cNvPr id="11" name="スライド番号プレースホルダー 10">
            <a:extLst>
              <a:ext uri="{FF2B5EF4-FFF2-40B4-BE49-F238E27FC236}">
                <a16:creationId xmlns:a16="http://schemas.microsoft.com/office/drawing/2014/main" id="{9478BDC8-69F0-1994-ECEE-3BC1E7E54714}"/>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7</a:t>
            </a:fld>
            <a:endParaRPr kumimoji="1" lang="ja-JP" altLang="en-US"/>
          </a:p>
        </p:txBody>
      </p:sp>
    </p:spTree>
    <p:extLst>
      <p:ext uri="{BB962C8B-B14F-4D97-AF65-F5344CB8AC3E}">
        <p14:creationId xmlns:p14="http://schemas.microsoft.com/office/powerpoint/2010/main" val="2906938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fontScale="85000"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1. </a:t>
            </a:r>
            <a:r>
              <a:rPr lang="ja-JP" altLang="en-US" sz="3200" dirty="0"/>
              <a:t>原理ーテンプレートマッチング</a:t>
            </a:r>
          </a:p>
        </p:txBody>
      </p:sp>
      <p:sp>
        <p:nvSpPr>
          <p:cNvPr id="6" name="テキスト ボックス 5">
            <a:extLst>
              <a:ext uri="{FF2B5EF4-FFF2-40B4-BE49-F238E27FC236}">
                <a16:creationId xmlns:a16="http://schemas.microsoft.com/office/drawing/2014/main" id="{50444E1D-98DD-8E06-057C-FE8B3D688358}"/>
              </a:ext>
            </a:extLst>
          </p:cNvPr>
          <p:cNvSpPr txBox="1"/>
          <p:nvPr/>
        </p:nvSpPr>
        <p:spPr>
          <a:xfrm>
            <a:off x="1999411" y="1164501"/>
            <a:ext cx="7139695"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dirty="0"/>
              <a:t>音声のテンプレートマッチングでは、類似度は特徴量のユークリッド距離が用いられる。</a:t>
            </a:r>
          </a:p>
        </p:txBody>
      </p:sp>
      <p:cxnSp>
        <p:nvCxnSpPr>
          <p:cNvPr id="7" name="直線矢印コネクタ 6">
            <a:extLst>
              <a:ext uri="{FF2B5EF4-FFF2-40B4-BE49-F238E27FC236}">
                <a16:creationId xmlns:a16="http://schemas.microsoft.com/office/drawing/2014/main" id="{E6A01537-118C-95D1-B52E-4F7520391217}"/>
              </a:ext>
            </a:extLst>
          </p:cNvPr>
          <p:cNvCxnSpPr>
            <a:cxnSpLocks/>
          </p:cNvCxnSpPr>
          <p:nvPr/>
        </p:nvCxnSpPr>
        <p:spPr>
          <a:xfrm>
            <a:off x="3928051" y="5048973"/>
            <a:ext cx="0" cy="4410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 name="テキスト ボックス 7">
            <a:extLst>
              <a:ext uri="{FF2B5EF4-FFF2-40B4-BE49-F238E27FC236}">
                <a16:creationId xmlns:a16="http://schemas.microsoft.com/office/drawing/2014/main" id="{EA8A3C27-FEBF-52F9-A461-019405D85628}"/>
              </a:ext>
            </a:extLst>
          </p:cNvPr>
          <p:cNvSpPr txBox="1"/>
          <p:nvPr/>
        </p:nvSpPr>
        <p:spPr>
          <a:xfrm>
            <a:off x="977956" y="1893132"/>
            <a:ext cx="5897495" cy="1754326"/>
          </a:xfrm>
          <a:prstGeom prst="rect">
            <a:avLst/>
          </a:prstGeom>
          <a:noFill/>
        </p:spPr>
        <p:txBody>
          <a:bodyPr wrap="square" rtlCol="0">
            <a:spAutoFit/>
          </a:bodyPr>
          <a:lstStyle/>
          <a:p>
            <a:r>
              <a:rPr kumimoji="1" lang="ja-JP" altLang="en-US" dirty="0"/>
              <a:t>音声全体の距離を測る場合、フレームごとに距離を測る必要がある。</a:t>
            </a:r>
            <a:endParaRPr kumimoji="1" lang="en-US" altLang="ja-JP" dirty="0"/>
          </a:p>
          <a:p>
            <a:endParaRPr lang="en-US" altLang="ja-JP" dirty="0"/>
          </a:p>
          <a:p>
            <a:r>
              <a:rPr kumimoji="1" lang="ja-JP" altLang="en-US" dirty="0"/>
              <a:t>しかし、多くの場合、比較する音声の長さが異なるために単純なフレームごとの計算では音声同士の距離を測ることができない。</a:t>
            </a:r>
            <a:r>
              <a:rPr kumimoji="1" lang="en-US" altLang="ja-JP" dirty="0"/>
              <a:t>(</a:t>
            </a:r>
            <a:r>
              <a:rPr kumimoji="1" lang="ja-JP" altLang="en-US" b="1" dirty="0"/>
              <a:t>時間的ゆらぎ</a:t>
            </a:r>
            <a:r>
              <a:rPr kumimoji="1" lang="en-US" altLang="ja-JP" dirty="0"/>
              <a:t>)</a:t>
            </a:r>
          </a:p>
        </p:txBody>
      </p:sp>
      <p:pic>
        <p:nvPicPr>
          <p:cNvPr id="10" name="図 9" descr="カレンダー&#10;&#10;中程度の精度で自動的に生成された説明">
            <a:extLst>
              <a:ext uri="{FF2B5EF4-FFF2-40B4-BE49-F238E27FC236}">
                <a16:creationId xmlns:a16="http://schemas.microsoft.com/office/drawing/2014/main" id="{54B71FC3-6DCE-B5E3-AF4A-16BD4E620E26}"/>
              </a:ext>
            </a:extLst>
          </p:cNvPr>
          <p:cNvPicPr>
            <a:picLocks noChangeAspect="1"/>
          </p:cNvPicPr>
          <p:nvPr/>
        </p:nvPicPr>
        <p:blipFill rotWithShape="1">
          <a:blip r:embed="rId6">
            <a:extLst>
              <a:ext uri="{28A0092B-C50C-407E-A947-70E740481C1C}">
                <a14:useLocalDpi xmlns:a14="http://schemas.microsoft.com/office/drawing/2010/main" val="0"/>
              </a:ext>
            </a:extLst>
          </a:blip>
          <a:srcRect l="4084" t="9657" r="7873" b="5289"/>
          <a:stretch/>
        </p:blipFill>
        <p:spPr>
          <a:xfrm>
            <a:off x="7053873" y="1734841"/>
            <a:ext cx="4565092" cy="4410104"/>
          </a:xfrm>
          <a:prstGeom prst="rect">
            <a:avLst/>
          </a:prstGeom>
        </p:spPr>
      </p:pic>
      <p:sp>
        <p:nvSpPr>
          <p:cNvPr id="11" name="テキスト ボックス 10">
            <a:extLst>
              <a:ext uri="{FF2B5EF4-FFF2-40B4-BE49-F238E27FC236}">
                <a16:creationId xmlns:a16="http://schemas.microsoft.com/office/drawing/2014/main" id="{F9AFF57F-6531-1C20-05EE-29FB348FE37A}"/>
              </a:ext>
            </a:extLst>
          </p:cNvPr>
          <p:cNvSpPr txBox="1"/>
          <p:nvPr/>
        </p:nvSpPr>
        <p:spPr>
          <a:xfrm>
            <a:off x="847287" y="4235351"/>
            <a:ext cx="5939403" cy="646331"/>
          </a:xfrm>
          <a:prstGeom prst="rect">
            <a:avLst/>
          </a:prstGeom>
          <a:noFill/>
        </p:spPr>
        <p:txBody>
          <a:bodyPr wrap="square" rtlCol="0">
            <a:spAutoFit/>
          </a:bodyPr>
          <a:lstStyle/>
          <a:p>
            <a:r>
              <a:rPr kumimoji="1" lang="ja-JP" altLang="en-US" dirty="0"/>
              <a:t>音声同士の近さを測るためには、各音声のどのフレーム同士が対応しているのかが重要</a:t>
            </a:r>
          </a:p>
        </p:txBody>
      </p:sp>
      <p:sp>
        <p:nvSpPr>
          <p:cNvPr id="12" name="テキスト ボックス 11">
            <a:extLst>
              <a:ext uri="{FF2B5EF4-FFF2-40B4-BE49-F238E27FC236}">
                <a16:creationId xmlns:a16="http://schemas.microsoft.com/office/drawing/2014/main" id="{0EF1263C-0363-FB2E-D505-B1F6DD35BEA7}"/>
              </a:ext>
            </a:extLst>
          </p:cNvPr>
          <p:cNvSpPr txBox="1"/>
          <p:nvPr/>
        </p:nvSpPr>
        <p:spPr>
          <a:xfrm>
            <a:off x="2923703" y="5536674"/>
            <a:ext cx="2356647" cy="461665"/>
          </a:xfrm>
          <a:prstGeom prst="rect">
            <a:avLst/>
          </a:prstGeom>
          <a:noFill/>
        </p:spPr>
        <p:txBody>
          <a:bodyPr wrap="square" rtlCol="0">
            <a:spAutoFit/>
          </a:bodyPr>
          <a:lstStyle/>
          <a:p>
            <a:r>
              <a:rPr kumimoji="1" lang="ja-JP" altLang="en-US" sz="2400" b="1" dirty="0"/>
              <a:t>アライメント</a:t>
            </a:r>
          </a:p>
        </p:txBody>
      </p:sp>
      <p:pic>
        <p:nvPicPr>
          <p:cNvPr id="13" name="REPEAT500_set1_009">
            <a:hlinkClick r:id="" action="ppaction://media"/>
            <a:extLst>
              <a:ext uri="{FF2B5EF4-FFF2-40B4-BE49-F238E27FC236}">
                <a16:creationId xmlns:a16="http://schemas.microsoft.com/office/drawing/2014/main" id="{C6103647-AF23-CF7C-91C2-333469FA7A98}"/>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664671" y="1997948"/>
            <a:ext cx="406400" cy="406400"/>
          </a:xfrm>
          <a:prstGeom prst="rect">
            <a:avLst/>
          </a:prstGeom>
        </p:spPr>
      </p:pic>
      <p:pic>
        <p:nvPicPr>
          <p:cNvPr id="14" name="REPEAT500_set2_009">
            <a:hlinkClick r:id="" action="ppaction://media"/>
            <a:extLst>
              <a:ext uri="{FF2B5EF4-FFF2-40B4-BE49-F238E27FC236}">
                <a16:creationId xmlns:a16="http://schemas.microsoft.com/office/drawing/2014/main" id="{E3DCDE7F-A1CB-05C5-CD15-F028B1A65C7E}"/>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11743852" y="4235351"/>
            <a:ext cx="406400" cy="406400"/>
          </a:xfrm>
          <a:prstGeom prst="rect">
            <a:avLst/>
          </a:prstGeom>
        </p:spPr>
      </p:pic>
      <p:sp>
        <p:nvSpPr>
          <p:cNvPr id="5" name="スライド番号プレースホルダー 4">
            <a:extLst>
              <a:ext uri="{FF2B5EF4-FFF2-40B4-BE49-F238E27FC236}">
                <a16:creationId xmlns:a16="http://schemas.microsoft.com/office/drawing/2014/main" id="{134EE083-17BB-FB2F-834E-D15B63D78088}"/>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8</a:t>
            </a:fld>
            <a:endParaRPr kumimoji="1" lang="ja-JP" altLang="en-US"/>
          </a:p>
        </p:txBody>
      </p:sp>
    </p:spTree>
    <p:extLst>
      <p:ext uri="{BB962C8B-B14F-4D97-AF65-F5344CB8AC3E}">
        <p14:creationId xmlns:p14="http://schemas.microsoft.com/office/powerpoint/2010/main" val="257150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10" fill="hold"/>
                                        <p:tgtEl>
                                          <p:spTgt spid="1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61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13"/>
                </p:tgtEl>
              </p:cMediaNode>
            </p:audio>
            <p:audio>
              <p:cMediaNode vol="80000">
                <p:cTn id="12" fill="hold" display="0">
                  <p:stCondLst>
                    <p:cond delay="indefinite"/>
                  </p:stCondLst>
                  <p:endCondLst>
                    <p:cond evt="onStopAudio" delay="0">
                      <p:tgtEl>
                        <p:sldTgt/>
                      </p:tgtEl>
                    </p:cond>
                  </p:endCondLst>
                </p:cTn>
                <p:tgtEl>
                  <p:spTgt spid="1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1. </a:t>
            </a:r>
            <a:r>
              <a:rPr lang="ja-JP" altLang="en-US" sz="3200" dirty="0"/>
              <a:t>原理ー音声認識の変遷</a:t>
            </a:r>
          </a:p>
        </p:txBody>
      </p:sp>
      <p:sp>
        <p:nvSpPr>
          <p:cNvPr id="6" name="テキスト ボックス 5">
            <a:extLst>
              <a:ext uri="{FF2B5EF4-FFF2-40B4-BE49-F238E27FC236}">
                <a16:creationId xmlns:a16="http://schemas.microsoft.com/office/drawing/2014/main" id="{B989A86D-E158-78EA-A475-2489232A4F3E}"/>
              </a:ext>
            </a:extLst>
          </p:cNvPr>
          <p:cNvSpPr txBox="1"/>
          <p:nvPr/>
        </p:nvSpPr>
        <p:spPr>
          <a:xfrm>
            <a:off x="897391" y="1859339"/>
            <a:ext cx="10397218" cy="2862322"/>
          </a:xfrm>
          <a:prstGeom prst="rect">
            <a:avLst/>
          </a:prstGeom>
          <a:noFill/>
        </p:spPr>
        <p:txBody>
          <a:bodyPr wrap="square" rtlCol="0">
            <a:spAutoFit/>
          </a:bodyPr>
          <a:lstStyle/>
          <a:p>
            <a:r>
              <a:rPr lang="en-US" altLang="ja-JP" dirty="0"/>
              <a:t>1980</a:t>
            </a:r>
            <a:r>
              <a:rPr lang="ja-JP" altLang="en-US" dirty="0"/>
              <a:t>年代以前・・・テンプレートマッチング</a:t>
            </a:r>
            <a:r>
              <a:rPr lang="en-US" altLang="ja-JP" dirty="0"/>
              <a:t>(DP</a:t>
            </a:r>
            <a:r>
              <a:rPr lang="ja-JP" altLang="en-US" dirty="0"/>
              <a:t>マッチング</a:t>
            </a:r>
            <a:r>
              <a:rPr lang="en-US" altLang="ja-JP" dirty="0"/>
              <a:t>)</a:t>
            </a:r>
          </a:p>
          <a:p>
            <a:endParaRPr lang="en-US" altLang="ja-JP" dirty="0"/>
          </a:p>
          <a:p>
            <a:endParaRPr kumimoji="1" lang="en-US" altLang="ja-JP" dirty="0"/>
          </a:p>
          <a:p>
            <a:r>
              <a:rPr lang="en-US" altLang="ja-JP" dirty="0">
                <a:solidFill>
                  <a:srgbClr val="FF0000"/>
                </a:solidFill>
              </a:rPr>
              <a:t>80</a:t>
            </a:r>
            <a:r>
              <a:rPr lang="ja-JP" altLang="en-US" dirty="0">
                <a:solidFill>
                  <a:srgbClr val="FF0000"/>
                </a:solidFill>
              </a:rPr>
              <a:t>年代～</a:t>
            </a:r>
            <a:r>
              <a:rPr lang="en-US" altLang="ja-JP" dirty="0">
                <a:solidFill>
                  <a:srgbClr val="FF0000"/>
                </a:solidFill>
              </a:rPr>
              <a:t>2010</a:t>
            </a:r>
            <a:r>
              <a:rPr lang="ja-JP" altLang="en-US" dirty="0">
                <a:solidFill>
                  <a:srgbClr val="FF0000"/>
                </a:solidFill>
              </a:rPr>
              <a:t>年頃・・・混合正規分布</a:t>
            </a:r>
            <a:r>
              <a:rPr lang="en-US" altLang="ja-JP" dirty="0">
                <a:solidFill>
                  <a:srgbClr val="FF0000"/>
                </a:solidFill>
              </a:rPr>
              <a:t>(GMM)</a:t>
            </a:r>
            <a:r>
              <a:rPr lang="ja-JP" altLang="en-US" dirty="0">
                <a:solidFill>
                  <a:srgbClr val="FF0000"/>
                </a:solidFill>
              </a:rPr>
              <a:t>と隠れマルコフモデル</a:t>
            </a:r>
            <a:r>
              <a:rPr lang="en-US" altLang="ja-JP" dirty="0">
                <a:solidFill>
                  <a:srgbClr val="FF0000"/>
                </a:solidFill>
              </a:rPr>
              <a:t>(HMM)</a:t>
            </a:r>
            <a:r>
              <a:rPr lang="ja-JP" altLang="en-US" dirty="0">
                <a:solidFill>
                  <a:srgbClr val="FF0000"/>
                </a:solidFill>
              </a:rPr>
              <a:t>による音声認識</a:t>
            </a:r>
            <a:endParaRPr lang="en-US" altLang="ja-JP" dirty="0">
              <a:solidFill>
                <a:srgbClr val="FF0000"/>
              </a:solidFill>
            </a:endParaRPr>
          </a:p>
          <a:p>
            <a:r>
              <a:rPr lang="en-US" altLang="ja-JP" dirty="0">
                <a:solidFill>
                  <a:srgbClr val="FF0000"/>
                </a:solidFill>
              </a:rPr>
              <a:t>						</a:t>
            </a:r>
            <a:r>
              <a:rPr lang="ja-JP" altLang="en-US" dirty="0">
                <a:solidFill>
                  <a:srgbClr val="FF0000"/>
                </a:solidFill>
              </a:rPr>
              <a:t>　　</a:t>
            </a:r>
            <a:endParaRPr lang="en-US" altLang="ja-JP" dirty="0"/>
          </a:p>
          <a:p>
            <a:endParaRPr lang="en-US" altLang="ja-JP" dirty="0"/>
          </a:p>
          <a:p>
            <a:r>
              <a:rPr lang="en-US" altLang="ja-JP" dirty="0"/>
              <a:t>2010</a:t>
            </a:r>
            <a:r>
              <a:rPr lang="ja-JP" altLang="en-US" dirty="0"/>
              <a:t>年～</a:t>
            </a:r>
            <a:r>
              <a:rPr lang="en-US" altLang="ja-JP" dirty="0"/>
              <a:t>2015</a:t>
            </a:r>
            <a:r>
              <a:rPr lang="ja-JP" altLang="en-US" dirty="0"/>
              <a:t>年頃・・・ディープニューラルネットワーク</a:t>
            </a:r>
            <a:r>
              <a:rPr lang="en-US" altLang="ja-JP" dirty="0"/>
              <a:t>(DNN)</a:t>
            </a:r>
            <a:r>
              <a:rPr lang="ja-JP" altLang="en-US" dirty="0"/>
              <a:t>と</a:t>
            </a:r>
            <a:r>
              <a:rPr lang="en-US" altLang="ja-JP" dirty="0"/>
              <a:t>HMM</a:t>
            </a:r>
          </a:p>
          <a:p>
            <a:r>
              <a:rPr lang="en-US" altLang="ja-JP" dirty="0"/>
              <a:t>					</a:t>
            </a:r>
            <a:r>
              <a:rPr lang="ja-JP" altLang="en-US" dirty="0"/>
              <a:t>　　　　　　</a:t>
            </a:r>
            <a:endParaRPr lang="en-US" altLang="ja-JP" dirty="0"/>
          </a:p>
          <a:p>
            <a:endParaRPr lang="en-US" altLang="ja-JP" dirty="0"/>
          </a:p>
          <a:p>
            <a:r>
              <a:rPr lang="en-US" altLang="ja-JP" dirty="0"/>
              <a:t>2015</a:t>
            </a:r>
            <a:r>
              <a:rPr lang="ja-JP" altLang="en-US" dirty="0"/>
              <a:t>年頃～　・・・</a:t>
            </a:r>
            <a:r>
              <a:rPr lang="en-US" altLang="ja-JP" dirty="0"/>
              <a:t>End-to-End</a:t>
            </a:r>
            <a:r>
              <a:rPr lang="ja-JP" altLang="en-US" dirty="0"/>
              <a:t>モデル</a:t>
            </a:r>
            <a:endParaRPr lang="en-US" altLang="ja-JP" dirty="0"/>
          </a:p>
        </p:txBody>
      </p:sp>
      <p:sp>
        <p:nvSpPr>
          <p:cNvPr id="2" name="スライド番号プレースホルダー 1">
            <a:extLst>
              <a:ext uri="{FF2B5EF4-FFF2-40B4-BE49-F238E27FC236}">
                <a16:creationId xmlns:a16="http://schemas.microsoft.com/office/drawing/2014/main" id="{F1614742-1BE4-5A44-FC0D-DADF1BD67907}"/>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9</a:t>
            </a:fld>
            <a:endParaRPr kumimoji="1" lang="ja-JP" altLang="en-US" dirty="0"/>
          </a:p>
        </p:txBody>
      </p:sp>
    </p:spTree>
    <p:extLst>
      <p:ext uri="{BB962C8B-B14F-4D97-AF65-F5344CB8AC3E}">
        <p14:creationId xmlns:p14="http://schemas.microsoft.com/office/powerpoint/2010/main" val="64431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700" dirty="0"/>
              <a:t>1. </a:t>
            </a:r>
            <a:r>
              <a:rPr lang="ja-JP" altLang="en-US" sz="2700" dirty="0"/>
              <a:t>原理ー分布と尤度</a:t>
            </a:r>
          </a:p>
        </p:txBody>
      </p:sp>
      <p:sp>
        <p:nvSpPr>
          <p:cNvPr id="6" name="テキスト ボックス 5">
            <a:extLst>
              <a:ext uri="{FF2B5EF4-FFF2-40B4-BE49-F238E27FC236}">
                <a16:creationId xmlns:a16="http://schemas.microsoft.com/office/drawing/2014/main" id="{50444E1D-98DD-8E06-057C-FE8B3D688358}"/>
              </a:ext>
            </a:extLst>
          </p:cNvPr>
          <p:cNvSpPr txBox="1"/>
          <p:nvPr/>
        </p:nvSpPr>
        <p:spPr>
          <a:xfrm>
            <a:off x="2079883" y="1216652"/>
            <a:ext cx="7441621"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1" lang="ja-JP" altLang="en-US" sz="1400" dirty="0"/>
              <a:t>音声には、同じ発話内容でも全体の長さやスピードが変動する「時間的ゆらぎ」が問題</a:t>
            </a:r>
            <a:endParaRPr kumimoji="1" lang="en-US" altLang="ja-JP" sz="1400" dirty="0"/>
          </a:p>
          <a:p>
            <a:pPr algn="ctr"/>
            <a:r>
              <a:rPr lang="ja-JP" altLang="en-US" sz="1400" dirty="0"/>
              <a:t>↓</a:t>
            </a:r>
            <a:endParaRPr lang="en-US" altLang="ja-JP" sz="1400" dirty="0"/>
          </a:p>
          <a:p>
            <a:pPr algn="ctr"/>
            <a:r>
              <a:rPr kumimoji="1" lang="ja-JP" altLang="en-US" sz="1400" dirty="0"/>
              <a:t>解決手段として、</a:t>
            </a:r>
            <a:r>
              <a:rPr kumimoji="1" lang="en-US" altLang="ja-JP" sz="1400" dirty="0"/>
              <a:t>DP</a:t>
            </a:r>
            <a:r>
              <a:rPr kumimoji="1" lang="ja-JP" altLang="en-US" sz="1400" dirty="0"/>
              <a:t>マッチング</a:t>
            </a:r>
          </a:p>
        </p:txBody>
      </p:sp>
      <p:sp>
        <p:nvSpPr>
          <p:cNvPr id="9" name="テキスト ボックス 8">
            <a:extLst>
              <a:ext uri="{FF2B5EF4-FFF2-40B4-BE49-F238E27FC236}">
                <a16:creationId xmlns:a16="http://schemas.microsoft.com/office/drawing/2014/main" id="{3B61405E-0498-2E4C-C772-3269F5B06C53}"/>
              </a:ext>
            </a:extLst>
          </p:cNvPr>
          <p:cNvSpPr txBox="1"/>
          <p:nvPr/>
        </p:nvSpPr>
        <p:spPr>
          <a:xfrm>
            <a:off x="1320565" y="2286320"/>
            <a:ext cx="7290033" cy="369332"/>
          </a:xfrm>
          <a:prstGeom prst="rect">
            <a:avLst/>
          </a:prstGeom>
          <a:noFill/>
        </p:spPr>
        <p:txBody>
          <a:bodyPr wrap="square" rtlCol="0">
            <a:spAutoFit/>
          </a:bodyPr>
          <a:lstStyle/>
          <a:p>
            <a:r>
              <a:rPr kumimoji="1" lang="ja-JP" altLang="en-US" dirty="0"/>
              <a:t>しかし、これには以下の</a:t>
            </a:r>
            <a:r>
              <a:rPr kumimoji="1" lang="en-US" altLang="ja-JP" dirty="0"/>
              <a:t>2</a:t>
            </a:r>
            <a:r>
              <a:rPr lang="ja-JP" altLang="en-US" dirty="0"/>
              <a:t>つの</a:t>
            </a:r>
            <a:r>
              <a:rPr kumimoji="1" lang="ja-JP" altLang="en-US" dirty="0"/>
              <a:t>実用上の問題がある。</a:t>
            </a:r>
          </a:p>
        </p:txBody>
      </p:sp>
      <p:sp>
        <p:nvSpPr>
          <p:cNvPr id="15" name="テキスト ボックス 14">
            <a:extLst>
              <a:ext uri="{FF2B5EF4-FFF2-40B4-BE49-F238E27FC236}">
                <a16:creationId xmlns:a16="http://schemas.microsoft.com/office/drawing/2014/main" id="{7D182B7D-EA8B-321C-A8E1-906794B8B373}"/>
              </a:ext>
            </a:extLst>
          </p:cNvPr>
          <p:cNvSpPr txBox="1"/>
          <p:nvPr/>
        </p:nvSpPr>
        <p:spPr>
          <a:xfrm>
            <a:off x="1152436" y="2732512"/>
            <a:ext cx="7290033" cy="646331"/>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テンプレートが存在する発話内容しか認識できない</a:t>
            </a:r>
            <a:endParaRPr lang="en-US" altLang="ja-JP" dirty="0"/>
          </a:p>
          <a:p>
            <a:pPr marL="285750" indent="-285750">
              <a:buFont typeface="Wingdings" panose="05000000000000000000" pitchFamily="2" charset="2"/>
              <a:buChar char="l"/>
            </a:pPr>
            <a:r>
              <a:rPr lang="ja-JP" altLang="en-US" dirty="0"/>
              <a:t>音のばらつき</a:t>
            </a:r>
            <a:r>
              <a:rPr lang="en-US" altLang="ja-JP" dirty="0"/>
              <a:t>(</a:t>
            </a:r>
            <a:r>
              <a:rPr lang="ja-JP" altLang="en-US" u="sng" dirty="0"/>
              <a:t>バリエーション</a:t>
            </a:r>
            <a:r>
              <a:rPr lang="en-US" altLang="ja-JP" dirty="0"/>
              <a:t>)</a:t>
            </a:r>
            <a:r>
              <a:rPr lang="ja-JP" altLang="en-US" dirty="0"/>
              <a:t>への対応が難しい</a:t>
            </a:r>
            <a:endParaRPr lang="en-US" altLang="ja-JP" dirty="0"/>
          </a:p>
        </p:txBody>
      </p:sp>
      <p:sp>
        <p:nvSpPr>
          <p:cNvPr id="16" name="テキスト ボックス 15">
            <a:extLst>
              <a:ext uri="{FF2B5EF4-FFF2-40B4-BE49-F238E27FC236}">
                <a16:creationId xmlns:a16="http://schemas.microsoft.com/office/drawing/2014/main" id="{61A4463D-9CA5-FF57-4A32-9408660C54DD}"/>
              </a:ext>
            </a:extLst>
          </p:cNvPr>
          <p:cNvSpPr txBox="1"/>
          <p:nvPr/>
        </p:nvSpPr>
        <p:spPr>
          <a:xfrm>
            <a:off x="1152436" y="3782245"/>
            <a:ext cx="9887127" cy="369332"/>
          </a:xfrm>
          <a:prstGeom prst="rect">
            <a:avLst/>
          </a:prstGeom>
          <a:noFill/>
        </p:spPr>
        <p:txBody>
          <a:bodyPr wrap="square" rtlCol="0">
            <a:spAutoFit/>
          </a:bodyPr>
          <a:lstStyle/>
          <a:p>
            <a:r>
              <a:rPr lang="ja-JP" altLang="en-US" dirty="0"/>
              <a:t>バリエーションの表現能力が乏しいテンプレートに代わる「</a:t>
            </a:r>
            <a:r>
              <a:rPr lang="ja-JP" altLang="en-US" b="1" dirty="0"/>
              <a:t>分布</a:t>
            </a:r>
            <a:r>
              <a:rPr lang="ja-JP" altLang="en-US" dirty="0"/>
              <a:t>」と「</a:t>
            </a:r>
            <a:r>
              <a:rPr lang="ja-JP" altLang="en-US" b="1" dirty="0"/>
              <a:t>尤度</a:t>
            </a:r>
            <a:r>
              <a:rPr lang="ja-JP" altLang="en-US" dirty="0"/>
              <a:t>」</a:t>
            </a:r>
            <a:endParaRPr lang="en-US" altLang="ja-JP" dirty="0"/>
          </a:p>
        </p:txBody>
      </p:sp>
      <p:sp>
        <p:nvSpPr>
          <p:cNvPr id="19" name="テキスト ボックス 18">
            <a:extLst>
              <a:ext uri="{FF2B5EF4-FFF2-40B4-BE49-F238E27FC236}">
                <a16:creationId xmlns:a16="http://schemas.microsoft.com/office/drawing/2014/main" id="{EB58EE33-1445-66B4-2986-4E216935AD85}"/>
              </a:ext>
            </a:extLst>
          </p:cNvPr>
          <p:cNvSpPr txBox="1"/>
          <p:nvPr/>
        </p:nvSpPr>
        <p:spPr>
          <a:xfrm>
            <a:off x="1029839" y="4463985"/>
            <a:ext cx="10009724"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dirty="0"/>
              <a:t>例、</a:t>
            </a:r>
            <a:r>
              <a:rPr lang="en-US" altLang="ja-JP" dirty="0"/>
              <a:t>/a/</a:t>
            </a:r>
            <a:r>
              <a:rPr lang="ja-JP" altLang="en-US" dirty="0"/>
              <a:t>の分布による音声認識</a:t>
            </a:r>
            <a:endParaRPr lang="en-US" altLang="ja-JP" dirty="0"/>
          </a:p>
          <a:p>
            <a:endParaRPr lang="en-US" altLang="ja-JP" dirty="0"/>
          </a:p>
          <a:p>
            <a:r>
              <a:rPr lang="ja-JP" altLang="en-US" dirty="0"/>
              <a:t>音声にはばらつきはあるが、同じ</a:t>
            </a:r>
            <a:r>
              <a:rPr lang="en-US" altLang="ja-JP" dirty="0"/>
              <a:t>/a/</a:t>
            </a:r>
            <a:r>
              <a:rPr lang="ja-JP" altLang="en-US" dirty="0"/>
              <a:t>ならある程度似通った値になるはず。</a:t>
            </a:r>
            <a:endParaRPr lang="en-US" altLang="ja-JP" dirty="0"/>
          </a:p>
          <a:p>
            <a:r>
              <a:rPr lang="ja-JP" altLang="en-US" dirty="0"/>
              <a:t>つまり、入力された音声の値が、図の密集集団</a:t>
            </a:r>
            <a:r>
              <a:rPr lang="en-US" altLang="ja-JP" dirty="0"/>
              <a:t>(</a:t>
            </a:r>
            <a:r>
              <a:rPr lang="ja-JP" altLang="en-US" dirty="0"/>
              <a:t>分布</a:t>
            </a:r>
            <a:r>
              <a:rPr lang="en-US" altLang="ja-JP" dirty="0"/>
              <a:t>)</a:t>
            </a:r>
            <a:r>
              <a:rPr lang="ja-JP" altLang="en-US" dirty="0"/>
              <a:t>にあったとすると、その音声を</a:t>
            </a:r>
            <a:r>
              <a:rPr lang="en-US" altLang="ja-JP" dirty="0"/>
              <a:t>/a/</a:t>
            </a:r>
            <a:r>
              <a:rPr lang="ja-JP" altLang="en-US" dirty="0"/>
              <a:t>であると判断するのが妥当</a:t>
            </a:r>
            <a:r>
              <a:rPr lang="en-US" altLang="ja-JP" dirty="0"/>
              <a:t>(</a:t>
            </a:r>
            <a:r>
              <a:rPr lang="ja-JP" altLang="en-US" dirty="0"/>
              <a:t>尤度、尤もらしさ</a:t>
            </a:r>
            <a:r>
              <a:rPr lang="en-US" altLang="ja-JP" dirty="0"/>
              <a:t>)</a:t>
            </a:r>
          </a:p>
        </p:txBody>
      </p:sp>
      <p:pic>
        <p:nvPicPr>
          <p:cNvPr id="18" name="図 17" descr="テキスト, 手紙&#10;&#10;自動的に生成された説明">
            <a:extLst>
              <a:ext uri="{FF2B5EF4-FFF2-40B4-BE49-F238E27FC236}">
                <a16:creationId xmlns:a16="http://schemas.microsoft.com/office/drawing/2014/main" id="{1616AE29-9E0C-2D81-D893-E2718A8E9F98}"/>
              </a:ext>
            </a:extLst>
          </p:cNvPr>
          <p:cNvPicPr>
            <a:picLocks noChangeAspect="1"/>
          </p:cNvPicPr>
          <p:nvPr/>
        </p:nvPicPr>
        <p:blipFill rotWithShape="1">
          <a:blip r:embed="rId2">
            <a:extLst>
              <a:ext uri="{28A0092B-C50C-407E-A947-70E740481C1C}">
                <a14:useLocalDpi xmlns:a14="http://schemas.microsoft.com/office/drawing/2010/main" val="0"/>
              </a:ext>
            </a:extLst>
          </a:blip>
          <a:srcRect l="22917" t="47907" r="24449" b="47651"/>
          <a:stretch/>
        </p:blipFill>
        <p:spPr>
          <a:xfrm>
            <a:off x="7798889" y="4505436"/>
            <a:ext cx="3240673" cy="548297"/>
          </a:xfrm>
          <a:prstGeom prst="rect">
            <a:avLst/>
          </a:prstGeom>
        </p:spPr>
      </p:pic>
      <p:sp>
        <p:nvSpPr>
          <p:cNvPr id="4" name="スライド番号プレースホルダー 3">
            <a:extLst>
              <a:ext uri="{FF2B5EF4-FFF2-40B4-BE49-F238E27FC236}">
                <a16:creationId xmlns:a16="http://schemas.microsoft.com/office/drawing/2014/main" id="{E8C59E6F-FB81-0651-B310-D5E9F7397094}"/>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10</a:t>
            </a:fld>
            <a:endParaRPr kumimoji="1" lang="ja-JP" altLang="en-US" dirty="0"/>
          </a:p>
        </p:txBody>
      </p:sp>
      <p:grpSp>
        <p:nvGrpSpPr>
          <p:cNvPr id="7" name="グループ化 6">
            <a:extLst>
              <a:ext uri="{FF2B5EF4-FFF2-40B4-BE49-F238E27FC236}">
                <a16:creationId xmlns:a16="http://schemas.microsoft.com/office/drawing/2014/main" id="{7502B7D9-978F-555F-DCD4-FFAC89DCABA2}"/>
              </a:ext>
            </a:extLst>
          </p:cNvPr>
          <p:cNvGrpSpPr/>
          <p:nvPr/>
        </p:nvGrpSpPr>
        <p:grpSpPr>
          <a:xfrm>
            <a:off x="3750186" y="3292071"/>
            <a:ext cx="281882" cy="273857"/>
            <a:chOff x="1175657" y="2821577"/>
            <a:chExt cx="566057" cy="461554"/>
          </a:xfrm>
        </p:grpSpPr>
        <p:cxnSp>
          <p:nvCxnSpPr>
            <p:cNvPr id="8" name="直線矢印コネクタ 7">
              <a:extLst>
                <a:ext uri="{FF2B5EF4-FFF2-40B4-BE49-F238E27FC236}">
                  <a16:creationId xmlns:a16="http://schemas.microsoft.com/office/drawing/2014/main" id="{8169CFBA-17EB-52E5-C424-C53BBEE0B139}"/>
                </a:ext>
              </a:extLst>
            </p:cNvPr>
            <p:cNvCxnSpPr/>
            <p:nvPr/>
          </p:nvCxnSpPr>
          <p:spPr>
            <a:xfrm>
              <a:off x="1175657" y="3283131"/>
              <a:ext cx="5660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直線コネクタ 9">
              <a:extLst>
                <a:ext uri="{FF2B5EF4-FFF2-40B4-BE49-F238E27FC236}">
                  <a16:creationId xmlns:a16="http://schemas.microsoft.com/office/drawing/2014/main" id="{066B6334-E3F6-9A67-49F5-C7E731A2085C}"/>
                </a:ext>
              </a:extLst>
            </p:cNvPr>
            <p:cNvCxnSpPr/>
            <p:nvPr/>
          </p:nvCxnSpPr>
          <p:spPr>
            <a:xfrm>
              <a:off x="1175657" y="2821577"/>
              <a:ext cx="0" cy="461554"/>
            </a:xfrm>
            <a:prstGeom prst="line">
              <a:avLst/>
            </a:prstGeom>
          </p:spPr>
          <p:style>
            <a:lnRef idx="2">
              <a:schemeClr val="dk1"/>
            </a:lnRef>
            <a:fillRef idx="0">
              <a:schemeClr val="dk1"/>
            </a:fillRef>
            <a:effectRef idx="1">
              <a:schemeClr val="dk1"/>
            </a:effectRef>
            <a:fontRef idx="minor">
              <a:schemeClr val="tx1"/>
            </a:fontRef>
          </p:style>
        </p:cxnSp>
      </p:grpSp>
      <p:sp>
        <p:nvSpPr>
          <p:cNvPr id="17" name="テキスト ボックス 16">
            <a:extLst>
              <a:ext uri="{FF2B5EF4-FFF2-40B4-BE49-F238E27FC236}">
                <a16:creationId xmlns:a16="http://schemas.microsoft.com/office/drawing/2014/main" id="{E80161AA-F211-529A-315D-625BE9C77B85}"/>
              </a:ext>
            </a:extLst>
          </p:cNvPr>
          <p:cNvSpPr txBox="1"/>
          <p:nvPr/>
        </p:nvSpPr>
        <p:spPr>
          <a:xfrm>
            <a:off x="4032068" y="3410493"/>
            <a:ext cx="6104020" cy="307777"/>
          </a:xfrm>
          <a:prstGeom prst="rect">
            <a:avLst/>
          </a:prstGeom>
          <a:noFill/>
        </p:spPr>
        <p:txBody>
          <a:bodyPr wrap="square">
            <a:spAutoFit/>
          </a:bodyPr>
          <a:lstStyle/>
          <a:p>
            <a:r>
              <a:rPr lang="ja-JP" altLang="en-US" sz="1400" dirty="0"/>
              <a:t>同じ「あ</a:t>
            </a:r>
            <a:r>
              <a:rPr lang="en-US" altLang="ja-JP" sz="1400" dirty="0"/>
              <a:t>(/a/)</a:t>
            </a:r>
            <a:r>
              <a:rPr lang="ja-JP" altLang="en-US" sz="1400" dirty="0"/>
              <a:t>」という音声でも話す人によって音は異なる</a:t>
            </a:r>
          </a:p>
        </p:txBody>
      </p:sp>
    </p:spTree>
    <p:extLst>
      <p:ext uri="{BB962C8B-B14F-4D97-AF65-F5344CB8AC3E}">
        <p14:creationId xmlns:p14="http://schemas.microsoft.com/office/powerpoint/2010/main" val="2455925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700" dirty="0"/>
              <a:t>1. </a:t>
            </a:r>
            <a:r>
              <a:rPr lang="ja-JP" altLang="en-US" sz="2700" dirty="0"/>
              <a:t>原理ー分布と尤度</a:t>
            </a:r>
          </a:p>
        </p:txBody>
      </p:sp>
      <p:sp>
        <p:nvSpPr>
          <p:cNvPr id="4" name="テキスト ボックス 3">
            <a:extLst>
              <a:ext uri="{FF2B5EF4-FFF2-40B4-BE49-F238E27FC236}">
                <a16:creationId xmlns:a16="http://schemas.microsoft.com/office/drawing/2014/main" id="{081D3C47-06E5-1D34-1585-07CE34092524}"/>
              </a:ext>
            </a:extLst>
          </p:cNvPr>
          <p:cNvSpPr txBox="1"/>
          <p:nvPr/>
        </p:nvSpPr>
        <p:spPr>
          <a:xfrm>
            <a:off x="4359994" y="726374"/>
            <a:ext cx="6422823" cy="3162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dirty="0"/>
              <a:t>バリエーションの表現能力が乏しいテンプレートに代わる「分布」と「尤度」</a:t>
            </a:r>
            <a:endParaRPr lang="en-US" altLang="ja-JP" sz="1400" dirty="0"/>
          </a:p>
        </p:txBody>
      </p:sp>
      <p:pic>
        <p:nvPicPr>
          <p:cNvPr id="8" name="図 7" descr="グラフィカル ユーザー インターフェイス が含まれている画像&#10;&#10;自動的に生成された説明">
            <a:extLst>
              <a:ext uri="{FF2B5EF4-FFF2-40B4-BE49-F238E27FC236}">
                <a16:creationId xmlns:a16="http://schemas.microsoft.com/office/drawing/2014/main" id="{09202125-525E-51A0-E061-883EA3F694FB}"/>
              </a:ext>
            </a:extLst>
          </p:cNvPr>
          <p:cNvPicPr>
            <a:picLocks noChangeAspect="1"/>
          </p:cNvPicPr>
          <p:nvPr/>
        </p:nvPicPr>
        <p:blipFill rotWithShape="1">
          <a:blip r:embed="rId2">
            <a:extLst>
              <a:ext uri="{28A0092B-C50C-407E-A947-70E740481C1C}">
                <a14:useLocalDpi xmlns:a14="http://schemas.microsoft.com/office/drawing/2010/main" val="0"/>
              </a:ext>
            </a:extLst>
          </a:blip>
          <a:srcRect t="44265" b="45034"/>
          <a:stretch/>
        </p:blipFill>
        <p:spPr>
          <a:xfrm>
            <a:off x="6096000" y="1406780"/>
            <a:ext cx="5556008" cy="1286647"/>
          </a:xfrm>
          <a:prstGeom prst="rect">
            <a:avLst/>
          </a:prstGeom>
        </p:spPr>
      </p:pic>
      <p:sp>
        <p:nvSpPr>
          <p:cNvPr id="9" name="テキスト ボックス 8">
            <a:extLst>
              <a:ext uri="{FF2B5EF4-FFF2-40B4-BE49-F238E27FC236}">
                <a16:creationId xmlns:a16="http://schemas.microsoft.com/office/drawing/2014/main" id="{CF4AE8BF-3523-CCDE-88FA-37CD70DC224F}"/>
              </a:ext>
            </a:extLst>
          </p:cNvPr>
          <p:cNvSpPr txBox="1"/>
          <p:nvPr/>
        </p:nvSpPr>
        <p:spPr>
          <a:xfrm>
            <a:off x="447248" y="1450760"/>
            <a:ext cx="5263085" cy="523220"/>
          </a:xfrm>
          <a:prstGeom prst="rect">
            <a:avLst/>
          </a:prstGeom>
          <a:noFill/>
        </p:spPr>
        <p:txBody>
          <a:bodyPr wrap="square" rtlCol="0">
            <a:spAutoFit/>
          </a:bodyPr>
          <a:lstStyle/>
          <a:p>
            <a:r>
              <a:rPr lang="ja-JP" altLang="en-US" sz="1400" dirty="0"/>
              <a:t>しかし、同じ値を持つサンプルをカウントして確率を計算しても、そもそも同じ値がないため平坦になってしまう。</a:t>
            </a:r>
            <a:endParaRPr lang="en-US" altLang="ja-JP" sz="1400" dirty="0"/>
          </a:p>
        </p:txBody>
      </p:sp>
      <p:cxnSp>
        <p:nvCxnSpPr>
          <p:cNvPr id="10" name="直線矢印コネクタ 9">
            <a:extLst>
              <a:ext uri="{FF2B5EF4-FFF2-40B4-BE49-F238E27FC236}">
                <a16:creationId xmlns:a16="http://schemas.microsoft.com/office/drawing/2014/main" id="{0336D819-5226-9ED2-12F5-9B263693DB79}"/>
              </a:ext>
            </a:extLst>
          </p:cNvPr>
          <p:cNvCxnSpPr>
            <a:cxnSpLocks/>
          </p:cNvCxnSpPr>
          <p:nvPr/>
        </p:nvCxnSpPr>
        <p:spPr>
          <a:xfrm>
            <a:off x="2923318" y="1973980"/>
            <a:ext cx="0" cy="2955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テキスト ボックス 11">
            <a:extLst>
              <a:ext uri="{FF2B5EF4-FFF2-40B4-BE49-F238E27FC236}">
                <a16:creationId xmlns:a16="http://schemas.microsoft.com/office/drawing/2014/main" id="{C684135E-78C2-1609-7CEE-A3827B60425E}"/>
              </a:ext>
            </a:extLst>
          </p:cNvPr>
          <p:cNvSpPr txBox="1"/>
          <p:nvPr/>
        </p:nvSpPr>
        <p:spPr>
          <a:xfrm>
            <a:off x="447248" y="2324095"/>
            <a:ext cx="5263085" cy="738664"/>
          </a:xfrm>
          <a:prstGeom prst="rect">
            <a:avLst/>
          </a:prstGeom>
          <a:noFill/>
        </p:spPr>
        <p:txBody>
          <a:bodyPr wrap="square" rtlCol="0">
            <a:spAutoFit/>
          </a:bodyPr>
          <a:lstStyle/>
          <a:p>
            <a:r>
              <a:rPr lang="ja-JP" altLang="en-US" sz="1400" dirty="0"/>
              <a:t>音声認識では、値が集中している範囲では確率が高く、離れるにつれて確率が低くなる、右図の点線のような関数のほうが良い。</a:t>
            </a:r>
            <a:endParaRPr lang="en-US" altLang="ja-JP" sz="1400" dirty="0"/>
          </a:p>
        </p:txBody>
      </p:sp>
      <p:cxnSp>
        <p:nvCxnSpPr>
          <p:cNvPr id="13" name="直線矢印コネクタ 12">
            <a:extLst>
              <a:ext uri="{FF2B5EF4-FFF2-40B4-BE49-F238E27FC236}">
                <a16:creationId xmlns:a16="http://schemas.microsoft.com/office/drawing/2014/main" id="{53A3056E-AE0F-0985-AA9E-9DE8AD5F1D54}"/>
              </a:ext>
            </a:extLst>
          </p:cNvPr>
          <p:cNvCxnSpPr>
            <a:cxnSpLocks/>
          </p:cNvCxnSpPr>
          <p:nvPr/>
        </p:nvCxnSpPr>
        <p:spPr>
          <a:xfrm>
            <a:off x="2923318" y="2933925"/>
            <a:ext cx="0" cy="2955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テキスト ボックス 13">
            <a:extLst>
              <a:ext uri="{FF2B5EF4-FFF2-40B4-BE49-F238E27FC236}">
                <a16:creationId xmlns:a16="http://schemas.microsoft.com/office/drawing/2014/main" id="{8E75F414-DC93-D890-4F89-20A116AB9E8E}"/>
              </a:ext>
            </a:extLst>
          </p:cNvPr>
          <p:cNvSpPr txBox="1"/>
          <p:nvPr/>
        </p:nvSpPr>
        <p:spPr>
          <a:xfrm>
            <a:off x="447248" y="3317444"/>
            <a:ext cx="11057185" cy="307777"/>
          </a:xfrm>
          <a:prstGeom prst="rect">
            <a:avLst/>
          </a:prstGeom>
          <a:noFill/>
        </p:spPr>
        <p:txBody>
          <a:bodyPr wrap="square" rtlCol="0">
            <a:spAutoFit/>
          </a:bodyPr>
          <a:lstStyle/>
          <a:p>
            <a:r>
              <a:rPr lang="ja-JP" altLang="en-US" sz="1400" dirty="0"/>
              <a:t>確率の分布を適当に用意し、それに当てはめて近似して考える。当てはめる分布を</a:t>
            </a:r>
            <a:r>
              <a:rPr lang="ja-JP" altLang="en-US" sz="1400" b="1" dirty="0"/>
              <a:t>確率密度関数</a:t>
            </a:r>
            <a:r>
              <a:rPr lang="ja-JP" altLang="en-US" sz="1400" dirty="0"/>
              <a:t>といい、代表的なものに</a:t>
            </a:r>
            <a:r>
              <a:rPr lang="ja-JP" altLang="en-US" sz="1400" b="1" dirty="0"/>
              <a:t>正規分布</a:t>
            </a:r>
            <a:r>
              <a:rPr lang="ja-JP" altLang="en-US" sz="1400" dirty="0"/>
              <a:t>がある。</a:t>
            </a:r>
            <a:endParaRPr lang="en-US" altLang="ja-JP" sz="1400" dirty="0"/>
          </a:p>
        </p:txBody>
      </p:sp>
      <p:pic>
        <p:nvPicPr>
          <p:cNvPr id="16" name="図 15" descr="テキスト, 手紙&#10;&#10;自動的に生成された説明">
            <a:extLst>
              <a:ext uri="{FF2B5EF4-FFF2-40B4-BE49-F238E27FC236}">
                <a16:creationId xmlns:a16="http://schemas.microsoft.com/office/drawing/2014/main" id="{CDE417F4-095C-0476-D3DD-69F86E2BDBB5}"/>
              </a:ext>
            </a:extLst>
          </p:cNvPr>
          <p:cNvPicPr>
            <a:picLocks noChangeAspect="1"/>
          </p:cNvPicPr>
          <p:nvPr/>
        </p:nvPicPr>
        <p:blipFill rotWithShape="1">
          <a:blip r:embed="rId3">
            <a:extLst>
              <a:ext uri="{28A0092B-C50C-407E-A947-70E740481C1C}">
                <a14:useLocalDpi xmlns:a14="http://schemas.microsoft.com/office/drawing/2010/main" val="0"/>
              </a:ext>
            </a:extLst>
          </a:blip>
          <a:srcRect l="19281" t="46667" r="30371" b="43219"/>
          <a:stretch/>
        </p:blipFill>
        <p:spPr>
          <a:xfrm>
            <a:off x="8552132" y="3956081"/>
            <a:ext cx="3445224" cy="1497635"/>
          </a:xfrm>
          <a:prstGeom prst="rect">
            <a:avLst/>
          </a:prstGeom>
        </p:spPr>
      </p:pic>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59375F2A-0D63-98CE-DE3D-4DB40F585B2F}"/>
                  </a:ext>
                </a:extLst>
              </p:cNvPr>
              <p:cNvSpPr txBox="1"/>
              <p:nvPr/>
            </p:nvSpPr>
            <p:spPr>
              <a:xfrm>
                <a:off x="447247" y="4025632"/>
                <a:ext cx="8034902" cy="307777"/>
              </a:xfrm>
              <a:prstGeom prst="rect">
                <a:avLst/>
              </a:prstGeom>
              <a:noFill/>
            </p:spPr>
            <p:txBody>
              <a:bodyPr wrap="square" rtlCol="0">
                <a:spAutoFit/>
              </a:bodyPr>
              <a:lstStyle/>
              <a:p>
                <a:r>
                  <a:rPr lang="ja-JP" altLang="en-US" sz="1400" dirty="0"/>
                  <a:t>確率密度関数</a:t>
                </a:r>
                <a14:m>
                  <m:oMath xmlns:m="http://schemas.openxmlformats.org/officeDocument/2006/math">
                    <m:r>
                      <a:rPr lang="en-US" altLang="ja-JP" sz="1400" i="1" dirty="0">
                        <a:latin typeface="Cambria Math" panose="02040503050406030204" pitchFamily="18" charset="0"/>
                      </a:rPr>
                      <m:t>𝑃</m:t>
                    </m:r>
                    <m:d>
                      <m:dPr>
                        <m:ctrlPr>
                          <a:rPr lang="en-US" altLang="ja-JP" sz="1400" b="0" i="1" smtClean="0">
                            <a:latin typeface="Cambria Math" panose="02040503050406030204" pitchFamily="18" charset="0"/>
                          </a:rPr>
                        </m:ctrlPr>
                      </m:dPr>
                      <m:e>
                        <m:r>
                          <a:rPr lang="en-US" altLang="ja-JP" sz="1400" b="0" i="1" smtClean="0">
                            <a:latin typeface="Cambria Math" panose="02040503050406030204" pitchFamily="18" charset="0"/>
                          </a:rPr>
                          <m:t>𝑥</m:t>
                        </m:r>
                      </m:e>
                      <m:e>
                        <m:r>
                          <a:rPr lang="ja-JP" altLang="en-US" sz="1400" b="0" i="1" smtClean="0">
                            <a:latin typeface="Cambria Math" panose="02040503050406030204" pitchFamily="18" charset="0"/>
                          </a:rPr>
                          <m:t>𝜃</m:t>
                        </m:r>
                      </m:e>
                    </m:d>
                    <m:r>
                      <a:rPr lang="en-US" altLang="ja-JP" sz="1400" b="0" i="0" smtClean="0">
                        <a:latin typeface="Cambria Math" panose="02040503050406030204" pitchFamily="18" charset="0"/>
                      </a:rPr>
                      <m:t> </m:t>
                    </m:r>
                    <m:r>
                      <a:rPr lang="en-US" altLang="ja-JP" sz="1400">
                        <a:latin typeface="Cambria Math" panose="02040503050406030204" pitchFamily="18" charset="0"/>
                      </a:rPr>
                      <m:t>(</m:t>
                    </m:r>
                    <m:r>
                      <a:rPr lang="ja-JP" altLang="en-US" sz="1400" i="1">
                        <a:latin typeface="Cambria Math" panose="02040503050406030204" pitchFamily="18" charset="0"/>
                      </a:rPr>
                      <m:t>𝜃</m:t>
                    </m:r>
                    <m:r>
                      <a:rPr lang="en-US" altLang="ja-JP" sz="1400" i="1">
                        <a:latin typeface="Cambria Math" panose="02040503050406030204" pitchFamily="18" charset="0"/>
                      </a:rPr>
                      <m:t>=</m:t>
                    </m:r>
                    <m:d>
                      <m:dPr>
                        <m:begChr m:val="{"/>
                        <m:endChr m:val="}"/>
                        <m:ctrlPr>
                          <a:rPr lang="en-US" altLang="ja-JP" sz="1400" i="1">
                            <a:latin typeface="Cambria Math" panose="02040503050406030204" pitchFamily="18" charset="0"/>
                          </a:rPr>
                        </m:ctrlPr>
                      </m:dPr>
                      <m:e>
                        <m:r>
                          <a:rPr lang="ja-JP" altLang="en-US" sz="1400" i="1">
                            <a:latin typeface="Cambria Math" panose="02040503050406030204" pitchFamily="18" charset="0"/>
                          </a:rPr>
                          <m:t>𝜇</m:t>
                        </m:r>
                        <m:r>
                          <a:rPr lang="en-US" altLang="ja-JP" sz="1400" i="1">
                            <a:latin typeface="Cambria Math" panose="02040503050406030204" pitchFamily="18" charset="0"/>
                          </a:rPr>
                          <m:t>, </m:t>
                        </m:r>
                        <m:r>
                          <a:rPr lang="ja-JP" altLang="en-US" sz="1400" i="1">
                            <a:latin typeface="Cambria Math" panose="02040503050406030204" pitchFamily="18" charset="0"/>
                          </a:rPr>
                          <m:t>𝜎</m:t>
                        </m:r>
                      </m:e>
                    </m:d>
                    <m:r>
                      <a:rPr lang="en-US" altLang="ja-JP" sz="1400" i="1">
                        <a:latin typeface="Cambria Math" panose="02040503050406030204" pitchFamily="18" charset="0"/>
                      </a:rPr>
                      <m:t>)</m:t>
                    </m:r>
                    <m:r>
                      <a:rPr lang="ja-JP" altLang="en-US" sz="1400" i="1">
                        <a:latin typeface="Cambria Math" panose="02040503050406030204" pitchFamily="18" charset="0"/>
                      </a:rPr>
                      <m:t>が</m:t>
                    </m:r>
                  </m:oMath>
                </a14:m>
                <a:r>
                  <a:rPr lang="ja-JP" altLang="en-US" sz="1400" dirty="0"/>
                  <a:t>、</a:t>
                </a:r>
                <a:r>
                  <a:rPr lang="en-US" altLang="ja-JP" sz="1400" dirty="0"/>
                  <a:t> </a:t>
                </a:r>
                <a14:m>
                  <m:oMath xmlns:m="http://schemas.openxmlformats.org/officeDocument/2006/math">
                    <m:r>
                      <a:rPr lang="en-US" altLang="ja-JP" sz="1400" i="1">
                        <a:latin typeface="Cambria Math" panose="02040503050406030204" pitchFamily="18" charset="0"/>
                      </a:rPr>
                      <m:t>𝑥</m:t>
                    </m:r>
                  </m:oMath>
                </a14:m>
                <a:r>
                  <a:rPr lang="ja-JP" altLang="en-US" sz="1400" dirty="0"/>
                  <a:t>が密集しているところで最大になるように</a:t>
                </a:r>
                <a14:m>
                  <m:oMath xmlns:m="http://schemas.openxmlformats.org/officeDocument/2006/math">
                    <m:r>
                      <a:rPr lang="ja-JP" altLang="en-US" sz="1400" i="1">
                        <a:latin typeface="Cambria Math" panose="02040503050406030204" pitchFamily="18" charset="0"/>
                      </a:rPr>
                      <m:t>𝜃</m:t>
                    </m:r>
                  </m:oMath>
                </a14:m>
                <a:r>
                  <a:rPr lang="ja-JP" altLang="en-US" sz="1400" dirty="0"/>
                  <a:t>を決めれば良い。</a:t>
                </a:r>
                <a:endParaRPr lang="en-US" altLang="ja-JP" sz="1400" dirty="0"/>
              </a:p>
            </p:txBody>
          </p:sp>
        </mc:Choice>
        <mc:Fallback xmlns="">
          <p:sp>
            <p:nvSpPr>
              <p:cNvPr id="17" name="テキスト ボックス 16">
                <a:extLst>
                  <a:ext uri="{FF2B5EF4-FFF2-40B4-BE49-F238E27FC236}">
                    <a16:creationId xmlns:a16="http://schemas.microsoft.com/office/drawing/2014/main" id="{59375F2A-0D63-98CE-DE3D-4DB40F585B2F}"/>
                  </a:ext>
                </a:extLst>
              </p:cNvPr>
              <p:cNvSpPr txBox="1">
                <a:spLocks noRot="1" noChangeAspect="1" noMove="1" noResize="1" noEditPoints="1" noAdjustHandles="1" noChangeArrowheads="1" noChangeShapeType="1" noTextEdit="1"/>
              </p:cNvSpPr>
              <p:nvPr/>
            </p:nvSpPr>
            <p:spPr>
              <a:xfrm>
                <a:off x="447247" y="4025632"/>
                <a:ext cx="8034902" cy="307777"/>
              </a:xfrm>
              <a:prstGeom prst="rect">
                <a:avLst/>
              </a:prstGeom>
              <a:blipFill>
                <a:blip r:embed="rId4"/>
                <a:stretch>
                  <a:fillRect l="-228" t="-1961" r="-2504" b="-19608"/>
                </a:stretch>
              </a:blipFill>
            </p:spPr>
            <p:txBody>
              <a:bodyPr/>
              <a:lstStyle/>
              <a:p>
                <a:r>
                  <a:rPr lang="ja-JP" altLang="en-US">
                    <a:noFill/>
                  </a:rPr>
                  <a:t> </a:t>
                </a:r>
              </a:p>
            </p:txBody>
          </p:sp>
        </mc:Fallback>
      </mc:AlternateContent>
      <p:cxnSp>
        <p:nvCxnSpPr>
          <p:cNvPr id="18" name="直線矢印コネクタ 17">
            <a:extLst>
              <a:ext uri="{FF2B5EF4-FFF2-40B4-BE49-F238E27FC236}">
                <a16:creationId xmlns:a16="http://schemas.microsoft.com/office/drawing/2014/main" id="{42031961-9400-1D47-13C0-63EA176F56B9}"/>
              </a:ext>
            </a:extLst>
          </p:cNvPr>
          <p:cNvCxnSpPr>
            <a:cxnSpLocks/>
          </p:cNvCxnSpPr>
          <p:nvPr/>
        </p:nvCxnSpPr>
        <p:spPr>
          <a:xfrm>
            <a:off x="3693991" y="4333409"/>
            <a:ext cx="0" cy="2955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125903F1-A54A-6D96-4A8F-5E1D6C08CAB9}"/>
                  </a:ext>
                </a:extLst>
              </p:cNvPr>
              <p:cNvSpPr txBox="1"/>
              <p:nvPr/>
            </p:nvSpPr>
            <p:spPr>
              <a:xfrm>
                <a:off x="531225" y="4687468"/>
                <a:ext cx="5263085" cy="523220"/>
              </a:xfrm>
              <a:prstGeom prst="rect">
                <a:avLst/>
              </a:prstGeom>
              <a:noFill/>
            </p:spPr>
            <p:txBody>
              <a:bodyPr wrap="square" rtlCol="0">
                <a:spAutoFit/>
              </a:bodyPr>
              <a:lstStyle/>
              <a:p>
                <a:r>
                  <a:rPr lang="ja-JP" altLang="en-US" sz="1400" dirty="0"/>
                  <a:t>今観測値</a:t>
                </a:r>
                <a14:m>
                  <m:oMath xmlns:m="http://schemas.openxmlformats.org/officeDocument/2006/math">
                    <m:r>
                      <a:rPr lang="en-US" altLang="ja-JP" sz="1400" b="0" i="1" smtClean="0">
                        <a:latin typeface="Cambria Math" panose="02040503050406030204" pitchFamily="18" charset="0"/>
                      </a:rPr>
                      <m:t>𝑥</m:t>
                    </m:r>
                  </m:oMath>
                </a14:m>
                <a:r>
                  <a:rPr lang="ja-JP" altLang="en-US" sz="1400" dirty="0"/>
                  <a:t>は分かっていて、推定したいのは</a:t>
                </a:r>
                <a14:m>
                  <m:oMath xmlns:m="http://schemas.openxmlformats.org/officeDocument/2006/math">
                    <m:r>
                      <a:rPr lang="ja-JP" altLang="en-US" sz="1400" i="1">
                        <a:latin typeface="Cambria Math" panose="02040503050406030204" pitchFamily="18" charset="0"/>
                      </a:rPr>
                      <m:t>𝜃</m:t>
                    </m:r>
                  </m:oMath>
                </a14:m>
                <a:r>
                  <a:rPr lang="ja-JP" altLang="en-US" sz="1400" dirty="0"/>
                  <a:t>なので、最大化したいのは確率ではなく</a:t>
                </a:r>
                <a:r>
                  <a:rPr lang="ja-JP" altLang="en-US" sz="1400" u="sng" dirty="0"/>
                  <a:t>尤度</a:t>
                </a:r>
                <a14:m>
                  <m:oMath xmlns:m="http://schemas.openxmlformats.org/officeDocument/2006/math">
                    <m:r>
                      <a:rPr lang="en-US" altLang="ja-JP" sz="1400" b="0" i="1" u="sng" smtClean="0">
                        <a:latin typeface="Cambria Math" panose="02040503050406030204" pitchFamily="18" charset="0"/>
                      </a:rPr>
                      <m:t>𝐿</m:t>
                    </m:r>
                    <m:d>
                      <m:dPr>
                        <m:ctrlPr>
                          <a:rPr lang="en-US" altLang="ja-JP" sz="1400" i="1" u="sng">
                            <a:latin typeface="Cambria Math" panose="02040503050406030204" pitchFamily="18" charset="0"/>
                          </a:rPr>
                        </m:ctrlPr>
                      </m:dPr>
                      <m:e>
                        <m:r>
                          <a:rPr lang="ja-JP" altLang="en-US" sz="1400" i="1" u="sng">
                            <a:latin typeface="Cambria Math" panose="02040503050406030204" pitchFamily="18" charset="0"/>
                          </a:rPr>
                          <m:t>𝜃</m:t>
                        </m:r>
                      </m:e>
                      <m:e>
                        <m:r>
                          <a:rPr lang="en-US" altLang="ja-JP" sz="1400" i="1" u="sng">
                            <a:latin typeface="Cambria Math" panose="02040503050406030204" pitchFamily="18" charset="0"/>
                          </a:rPr>
                          <m:t>𝑥</m:t>
                        </m:r>
                      </m:e>
                    </m:d>
                  </m:oMath>
                </a14:m>
                <a:endParaRPr lang="en-US" altLang="ja-JP" sz="1400" u="sng" dirty="0"/>
              </a:p>
            </p:txBody>
          </p:sp>
        </mc:Choice>
        <mc:Fallback xmlns="">
          <p:sp>
            <p:nvSpPr>
              <p:cNvPr id="19" name="テキスト ボックス 18">
                <a:extLst>
                  <a:ext uri="{FF2B5EF4-FFF2-40B4-BE49-F238E27FC236}">
                    <a16:creationId xmlns:a16="http://schemas.microsoft.com/office/drawing/2014/main" id="{125903F1-A54A-6D96-4A8F-5E1D6C08CAB9}"/>
                  </a:ext>
                </a:extLst>
              </p:cNvPr>
              <p:cNvSpPr txBox="1">
                <a:spLocks noRot="1" noChangeAspect="1" noMove="1" noResize="1" noEditPoints="1" noAdjustHandles="1" noChangeArrowheads="1" noChangeShapeType="1" noTextEdit="1"/>
              </p:cNvSpPr>
              <p:nvPr/>
            </p:nvSpPr>
            <p:spPr>
              <a:xfrm>
                <a:off x="531225" y="4687468"/>
                <a:ext cx="5263085" cy="523220"/>
              </a:xfrm>
              <a:prstGeom prst="rect">
                <a:avLst/>
              </a:prstGeom>
              <a:blipFill>
                <a:blip r:embed="rId5"/>
                <a:stretch>
                  <a:fillRect l="-347" t="-2326" b="-10465"/>
                </a:stretch>
              </a:blipFill>
            </p:spPr>
            <p:txBody>
              <a:bodyPr/>
              <a:lstStyle/>
              <a:p>
                <a:r>
                  <a:rPr lang="ja-JP" altLang="en-US">
                    <a:noFill/>
                  </a:rPr>
                  <a:t> </a:t>
                </a:r>
              </a:p>
            </p:txBody>
          </p:sp>
        </mc:Fallback>
      </mc:AlternateContent>
      <p:cxnSp>
        <p:nvCxnSpPr>
          <p:cNvPr id="20" name="直線矢印コネクタ 19">
            <a:extLst>
              <a:ext uri="{FF2B5EF4-FFF2-40B4-BE49-F238E27FC236}">
                <a16:creationId xmlns:a16="http://schemas.microsoft.com/office/drawing/2014/main" id="{7E07AC97-D2B0-ACBA-3CA5-9A21BCC83549}"/>
              </a:ext>
            </a:extLst>
          </p:cNvPr>
          <p:cNvCxnSpPr>
            <a:cxnSpLocks/>
          </p:cNvCxnSpPr>
          <p:nvPr/>
        </p:nvCxnSpPr>
        <p:spPr>
          <a:xfrm>
            <a:off x="5794310" y="4949078"/>
            <a:ext cx="38566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テキスト ボックス 21">
            <a:extLst>
              <a:ext uri="{FF2B5EF4-FFF2-40B4-BE49-F238E27FC236}">
                <a16:creationId xmlns:a16="http://schemas.microsoft.com/office/drawing/2014/main" id="{B42B0AA4-64B4-B59B-B545-F5AE3DED76F4}"/>
              </a:ext>
            </a:extLst>
          </p:cNvPr>
          <p:cNvSpPr txBox="1"/>
          <p:nvPr/>
        </p:nvSpPr>
        <p:spPr>
          <a:xfrm>
            <a:off x="6179977" y="4814796"/>
            <a:ext cx="1527108" cy="307777"/>
          </a:xfrm>
          <a:prstGeom prst="rect">
            <a:avLst/>
          </a:prstGeom>
          <a:noFill/>
        </p:spPr>
        <p:txBody>
          <a:bodyPr wrap="square" rtlCol="0">
            <a:spAutoFit/>
          </a:bodyPr>
          <a:lstStyle/>
          <a:p>
            <a:r>
              <a:rPr lang="ja-JP" altLang="en-US" sz="1400" b="1" dirty="0"/>
              <a:t>最尤推定法</a:t>
            </a:r>
            <a:endParaRPr lang="en-US" altLang="ja-JP" sz="1400" b="1" dirty="0"/>
          </a:p>
        </p:txBody>
      </p:sp>
      <p:sp>
        <p:nvSpPr>
          <p:cNvPr id="6" name="テキスト ボックス 5">
            <a:extLst>
              <a:ext uri="{FF2B5EF4-FFF2-40B4-BE49-F238E27FC236}">
                <a16:creationId xmlns:a16="http://schemas.microsoft.com/office/drawing/2014/main" id="{E64B0B4E-25DC-2437-2930-930A973A6679}"/>
              </a:ext>
            </a:extLst>
          </p:cNvPr>
          <p:cNvSpPr txBox="1"/>
          <p:nvPr/>
        </p:nvSpPr>
        <p:spPr>
          <a:xfrm>
            <a:off x="263231" y="6269408"/>
            <a:ext cx="6100762" cy="276999"/>
          </a:xfrm>
          <a:prstGeom prst="rect">
            <a:avLst/>
          </a:prstGeom>
          <a:noFill/>
        </p:spPr>
        <p:txBody>
          <a:bodyPr wrap="square">
            <a:spAutoFit/>
          </a:bodyPr>
          <a:lstStyle/>
          <a:p>
            <a:r>
              <a:rPr kumimoji="1" lang="ja-JP" altLang="en-US" sz="1200" dirty="0"/>
              <a:t>引用元</a:t>
            </a:r>
            <a:r>
              <a:rPr kumimoji="1" lang="en-US" altLang="ja-JP" sz="1200" dirty="0"/>
              <a:t>: </a:t>
            </a:r>
            <a:r>
              <a:rPr kumimoji="1" lang="ja-JP" altLang="en-US" sz="1200" dirty="0"/>
              <a:t>高島遼一</a:t>
            </a:r>
            <a:r>
              <a:rPr kumimoji="1" lang="en-US" altLang="ja-JP" sz="1200" dirty="0"/>
              <a:t>, “Python</a:t>
            </a:r>
            <a:r>
              <a:rPr kumimoji="1" lang="ja-JP" altLang="en-US" sz="1200" dirty="0"/>
              <a:t>で学ぶ音声認識</a:t>
            </a:r>
            <a:r>
              <a:rPr kumimoji="1" lang="en-US" altLang="ja-JP" sz="1200" dirty="0"/>
              <a:t>”, </a:t>
            </a:r>
            <a:r>
              <a:rPr kumimoji="1" lang="ja-JP" altLang="en-US" sz="1200" dirty="0"/>
              <a:t>株式会社インプレス</a:t>
            </a:r>
            <a:r>
              <a:rPr kumimoji="1" lang="en-US" altLang="ja-JP" sz="1200" dirty="0"/>
              <a:t>, p114</a:t>
            </a:r>
            <a:endParaRPr kumimoji="1" lang="ja-JP" altLang="en-US" sz="1200" dirty="0"/>
          </a:p>
        </p:txBody>
      </p:sp>
      <p:sp>
        <p:nvSpPr>
          <p:cNvPr id="7" name="スライド番号プレースホルダー 6">
            <a:extLst>
              <a:ext uri="{FF2B5EF4-FFF2-40B4-BE49-F238E27FC236}">
                <a16:creationId xmlns:a16="http://schemas.microsoft.com/office/drawing/2014/main" id="{3B3E21FC-0CDC-12A2-B18F-4FEE8680A22B}"/>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11</a:t>
            </a:fld>
            <a:endParaRPr kumimoji="1" lang="ja-JP" altLang="en-US" dirty="0"/>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C27ED2D9-90D0-EA6C-AE78-4059173FC3CC}"/>
                  </a:ext>
                </a:extLst>
              </p:cNvPr>
              <p:cNvSpPr txBox="1"/>
              <p:nvPr/>
            </p:nvSpPr>
            <p:spPr>
              <a:xfrm>
                <a:off x="2923318" y="5261416"/>
                <a:ext cx="6100354" cy="276999"/>
              </a:xfrm>
              <a:prstGeom prst="rect">
                <a:avLst/>
              </a:prstGeom>
              <a:noFill/>
            </p:spPr>
            <p:txBody>
              <a:bodyPr wrap="square">
                <a:spAutoFit/>
              </a:bodyPr>
              <a:lstStyle/>
              <a:p>
                <a:r>
                  <a:rPr lang="ja-JP" altLang="en-US" sz="1200" dirty="0"/>
                  <a:t>観測したデータ</a:t>
                </a:r>
                <a14:m>
                  <m:oMath xmlns:m="http://schemas.openxmlformats.org/officeDocument/2006/math">
                    <m:r>
                      <a:rPr lang="en-US" altLang="ja-JP" sz="1200" b="0" i="1" smtClean="0">
                        <a:latin typeface="Cambria Math" panose="02040503050406030204" pitchFamily="18" charset="0"/>
                      </a:rPr>
                      <m:t>𝑥</m:t>
                    </m:r>
                    <m:r>
                      <a:rPr lang="en-US" altLang="ja-JP" sz="1200" b="0" i="1" smtClean="0">
                        <a:latin typeface="Cambria Math" panose="02040503050406030204" pitchFamily="18" charset="0"/>
                      </a:rPr>
                      <m:t> </m:t>
                    </m:r>
                  </m:oMath>
                </a14:m>
                <a:r>
                  <a:rPr lang="ja-JP" altLang="en-US" sz="1200" dirty="0"/>
                  <a:t>がパラメータ</a:t>
                </a:r>
                <a14:m>
                  <m:oMath xmlns:m="http://schemas.openxmlformats.org/officeDocument/2006/math">
                    <m:r>
                      <a:rPr lang="ja-JP" altLang="en-US" sz="1200" i="1" smtClean="0">
                        <a:latin typeface="Cambria Math" panose="02040503050406030204" pitchFamily="18" charset="0"/>
                      </a:rPr>
                      <m:t>𝜃</m:t>
                    </m:r>
                    <m:r>
                      <a:rPr lang="en-US" altLang="ja-JP" sz="1200" i="1">
                        <a:latin typeface="Cambria Math" panose="02040503050406030204" pitchFamily="18" charset="0"/>
                      </a:rPr>
                      <m:t> </m:t>
                    </m:r>
                  </m:oMath>
                </a14:m>
                <a:r>
                  <a:rPr lang="ja-JP" altLang="en-US" sz="1200" dirty="0"/>
                  <a:t>の正規分布に従うと仮定することの尤もらしさ</a:t>
                </a:r>
              </a:p>
            </p:txBody>
          </p:sp>
        </mc:Choice>
        <mc:Fallback xmlns="">
          <p:sp>
            <p:nvSpPr>
              <p:cNvPr id="15" name="テキスト ボックス 14">
                <a:extLst>
                  <a:ext uri="{FF2B5EF4-FFF2-40B4-BE49-F238E27FC236}">
                    <a16:creationId xmlns:a16="http://schemas.microsoft.com/office/drawing/2014/main" id="{C27ED2D9-90D0-EA6C-AE78-4059173FC3CC}"/>
                  </a:ext>
                </a:extLst>
              </p:cNvPr>
              <p:cNvSpPr txBox="1">
                <a:spLocks noRot="1" noChangeAspect="1" noMove="1" noResize="1" noEditPoints="1" noAdjustHandles="1" noChangeArrowheads="1" noChangeShapeType="1" noTextEdit="1"/>
              </p:cNvSpPr>
              <p:nvPr/>
            </p:nvSpPr>
            <p:spPr>
              <a:xfrm>
                <a:off x="2923318" y="5261416"/>
                <a:ext cx="6100354" cy="276999"/>
              </a:xfrm>
              <a:prstGeom prst="rect">
                <a:avLst/>
              </a:prstGeom>
              <a:blipFill>
                <a:blip r:embed="rId6"/>
                <a:stretch>
                  <a:fillRect l="-100" b="-15217"/>
                </a:stretch>
              </a:blipFill>
            </p:spPr>
            <p:txBody>
              <a:bodyPr/>
              <a:lstStyle/>
              <a:p>
                <a:r>
                  <a:rPr lang="ja-JP" altLang="en-US">
                    <a:noFill/>
                  </a:rPr>
                  <a:t> </a:t>
                </a:r>
              </a:p>
            </p:txBody>
          </p:sp>
        </mc:Fallback>
      </mc:AlternateContent>
      <p:grpSp>
        <p:nvGrpSpPr>
          <p:cNvPr id="21" name="グループ化 20">
            <a:extLst>
              <a:ext uri="{FF2B5EF4-FFF2-40B4-BE49-F238E27FC236}">
                <a16:creationId xmlns:a16="http://schemas.microsoft.com/office/drawing/2014/main" id="{BB408318-040D-BB78-007E-2F304565B48D}"/>
              </a:ext>
            </a:extLst>
          </p:cNvPr>
          <p:cNvGrpSpPr/>
          <p:nvPr/>
        </p:nvGrpSpPr>
        <p:grpSpPr>
          <a:xfrm>
            <a:off x="2641436" y="5126059"/>
            <a:ext cx="281882" cy="273857"/>
            <a:chOff x="1175657" y="2821577"/>
            <a:chExt cx="566057" cy="461554"/>
          </a:xfrm>
        </p:grpSpPr>
        <p:cxnSp>
          <p:nvCxnSpPr>
            <p:cNvPr id="23" name="直線矢印コネクタ 22">
              <a:extLst>
                <a:ext uri="{FF2B5EF4-FFF2-40B4-BE49-F238E27FC236}">
                  <a16:creationId xmlns:a16="http://schemas.microsoft.com/office/drawing/2014/main" id="{FACC14ED-0B33-B240-497E-5B91111375D8}"/>
                </a:ext>
              </a:extLst>
            </p:cNvPr>
            <p:cNvCxnSpPr/>
            <p:nvPr/>
          </p:nvCxnSpPr>
          <p:spPr>
            <a:xfrm>
              <a:off x="1175657" y="3283131"/>
              <a:ext cx="5660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直線コネクタ 23">
              <a:extLst>
                <a:ext uri="{FF2B5EF4-FFF2-40B4-BE49-F238E27FC236}">
                  <a16:creationId xmlns:a16="http://schemas.microsoft.com/office/drawing/2014/main" id="{B685CB39-E57F-4056-CD99-C2D89152F042}"/>
                </a:ext>
              </a:extLst>
            </p:cNvPr>
            <p:cNvCxnSpPr/>
            <p:nvPr/>
          </p:nvCxnSpPr>
          <p:spPr>
            <a:xfrm>
              <a:off x="1175657" y="2821577"/>
              <a:ext cx="0" cy="461554"/>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900135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1. </a:t>
            </a:r>
            <a:r>
              <a:rPr lang="ja-JP" altLang="en-US" sz="2400" dirty="0"/>
              <a:t>原理ー混合正規分布</a:t>
            </a:r>
            <a:r>
              <a:rPr lang="en-US" altLang="ja-JP" sz="2400" dirty="0"/>
              <a:t>(GMM)</a:t>
            </a:r>
            <a:endParaRPr lang="ja-JP" altLang="en-US" sz="2400" dirty="0"/>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19F97526-E503-7721-17FA-8E678E0A31BD}"/>
                  </a:ext>
                </a:extLst>
              </p:cNvPr>
              <p:cNvSpPr txBox="1"/>
              <p:nvPr/>
            </p:nvSpPr>
            <p:spPr>
              <a:xfrm>
                <a:off x="2494695" y="1047375"/>
                <a:ext cx="5926494"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dirty="0"/>
                  <a:t>確率</a:t>
                </a:r>
                <a14:m>
                  <m:oMath xmlns:m="http://schemas.openxmlformats.org/officeDocument/2006/math">
                    <m:r>
                      <a:rPr lang="en-US" altLang="ja-JP" sz="1400" i="1" dirty="0">
                        <a:latin typeface="Cambria Math" panose="02040503050406030204" pitchFamily="18" charset="0"/>
                      </a:rPr>
                      <m:t>𝑃</m:t>
                    </m:r>
                    <m:d>
                      <m:dPr>
                        <m:ctrlPr>
                          <a:rPr lang="en-US" altLang="ja-JP" sz="1400" b="0" i="1" smtClean="0">
                            <a:latin typeface="Cambria Math" panose="02040503050406030204" pitchFamily="18" charset="0"/>
                          </a:rPr>
                        </m:ctrlPr>
                      </m:dPr>
                      <m:e>
                        <m:r>
                          <a:rPr lang="en-US" altLang="ja-JP" sz="1400" b="0" i="1" smtClean="0">
                            <a:latin typeface="Cambria Math" panose="02040503050406030204" pitchFamily="18" charset="0"/>
                          </a:rPr>
                          <m:t>𝑥</m:t>
                        </m:r>
                      </m:e>
                      <m:e>
                        <m:r>
                          <a:rPr lang="ja-JP" altLang="en-US" sz="1400" b="0" i="1" smtClean="0">
                            <a:latin typeface="Cambria Math" panose="02040503050406030204" pitchFamily="18" charset="0"/>
                          </a:rPr>
                          <m:t>𝜃</m:t>
                        </m:r>
                      </m:e>
                    </m:d>
                    <m:r>
                      <a:rPr lang="en-US" altLang="ja-JP" sz="1400" b="0" i="0" smtClean="0">
                        <a:latin typeface="Cambria Math" panose="02040503050406030204" pitchFamily="18" charset="0"/>
                      </a:rPr>
                      <m:t>   </m:t>
                    </m:r>
                    <m:r>
                      <a:rPr lang="en-US" altLang="ja-JP" sz="1400">
                        <a:latin typeface="Cambria Math" panose="02040503050406030204" pitchFamily="18" charset="0"/>
                      </a:rPr>
                      <m:t>(</m:t>
                    </m:r>
                    <m:r>
                      <a:rPr lang="ja-JP" altLang="en-US" sz="1400" i="1">
                        <a:latin typeface="Cambria Math" panose="02040503050406030204" pitchFamily="18" charset="0"/>
                      </a:rPr>
                      <m:t>𝜃</m:t>
                    </m:r>
                    <m:r>
                      <a:rPr lang="en-US" altLang="ja-JP" sz="1400" i="1">
                        <a:latin typeface="Cambria Math" panose="02040503050406030204" pitchFamily="18" charset="0"/>
                      </a:rPr>
                      <m:t>=</m:t>
                    </m:r>
                    <m:d>
                      <m:dPr>
                        <m:begChr m:val="{"/>
                        <m:endChr m:val="}"/>
                        <m:ctrlPr>
                          <a:rPr lang="en-US" altLang="ja-JP" sz="1400" i="1">
                            <a:latin typeface="Cambria Math" panose="02040503050406030204" pitchFamily="18" charset="0"/>
                          </a:rPr>
                        </m:ctrlPr>
                      </m:dPr>
                      <m:e>
                        <m:r>
                          <a:rPr lang="ja-JP" altLang="en-US" sz="1400" i="1">
                            <a:latin typeface="Cambria Math" panose="02040503050406030204" pitchFamily="18" charset="0"/>
                          </a:rPr>
                          <m:t>𝜇</m:t>
                        </m:r>
                        <m:r>
                          <a:rPr lang="en-US" altLang="ja-JP" sz="1400" i="1">
                            <a:latin typeface="Cambria Math" panose="02040503050406030204" pitchFamily="18" charset="0"/>
                          </a:rPr>
                          <m:t>, </m:t>
                        </m:r>
                        <m:r>
                          <a:rPr lang="ja-JP" altLang="en-US" sz="1400" i="1">
                            <a:latin typeface="Cambria Math" panose="02040503050406030204" pitchFamily="18" charset="0"/>
                          </a:rPr>
                          <m:t>𝜎</m:t>
                        </m:r>
                      </m:e>
                    </m:d>
                    <m:r>
                      <a:rPr lang="en-US" altLang="ja-JP" sz="1400" i="1">
                        <a:latin typeface="Cambria Math" panose="02040503050406030204" pitchFamily="18" charset="0"/>
                      </a:rPr>
                      <m:t>)</m:t>
                    </m:r>
                    <m:r>
                      <a:rPr lang="ja-JP" altLang="en-US" sz="1400" i="1">
                        <a:latin typeface="Cambria Math" panose="02040503050406030204" pitchFamily="18" charset="0"/>
                      </a:rPr>
                      <m:t>が</m:t>
                    </m:r>
                  </m:oMath>
                </a14:m>
                <a:r>
                  <a:rPr lang="ja-JP" altLang="en-US" sz="1400" dirty="0"/>
                  <a:t>最大になるように</a:t>
                </a:r>
                <a14:m>
                  <m:oMath xmlns:m="http://schemas.openxmlformats.org/officeDocument/2006/math">
                    <m:r>
                      <a:rPr lang="ja-JP" altLang="en-US" sz="1400" i="1">
                        <a:latin typeface="Cambria Math" panose="02040503050406030204" pitchFamily="18" charset="0"/>
                      </a:rPr>
                      <m:t>𝜃</m:t>
                    </m:r>
                  </m:oMath>
                </a14:m>
                <a:r>
                  <a:rPr lang="ja-JP" altLang="en-US" sz="1400" dirty="0"/>
                  <a:t>を決めれば良い。</a:t>
                </a:r>
                <a:endParaRPr lang="en-US" altLang="ja-JP" sz="1400" dirty="0"/>
              </a:p>
            </p:txBody>
          </p:sp>
        </mc:Choice>
        <mc:Fallback xmlns="">
          <p:sp>
            <p:nvSpPr>
              <p:cNvPr id="5" name="テキスト ボックス 4">
                <a:extLst>
                  <a:ext uri="{FF2B5EF4-FFF2-40B4-BE49-F238E27FC236}">
                    <a16:creationId xmlns:a16="http://schemas.microsoft.com/office/drawing/2014/main" id="{19F97526-E503-7721-17FA-8E678E0A31BD}"/>
                  </a:ext>
                </a:extLst>
              </p:cNvPr>
              <p:cNvSpPr txBox="1">
                <a:spLocks noRot="1" noChangeAspect="1" noMove="1" noResize="1" noEditPoints="1" noAdjustHandles="1" noChangeArrowheads="1" noChangeShapeType="1" noTextEdit="1"/>
              </p:cNvSpPr>
              <p:nvPr/>
            </p:nvSpPr>
            <p:spPr>
              <a:xfrm>
                <a:off x="2494695" y="1047375"/>
                <a:ext cx="5926494" cy="307777"/>
              </a:xfrm>
              <a:prstGeom prst="rect">
                <a:avLst/>
              </a:prstGeom>
              <a:blipFill>
                <a:blip r:embed="rId2"/>
                <a:stretch>
                  <a:fillRect l="-205" t="-1887" b="-1509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C7843C1F-C353-C9E8-8254-CE6756043F00}"/>
                  </a:ext>
                </a:extLst>
              </p:cNvPr>
              <p:cNvSpPr txBox="1"/>
              <p:nvPr/>
            </p:nvSpPr>
            <p:spPr>
              <a:xfrm>
                <a:off x="352698" y="1762066"/>
                <a:ext cx="11486604" cy="830997"/>
              </a:xfrm>
              <a:prstGeom prst="rect">
                <a:avLst/>
              </a:prstGeom>
              <a:noFill/>
            </p:spPr>
            <p:txBody>
              <a:bodyPr wrap="square" rtlCol="0">
                <a:spAutoFit/>
              </a:bodyPr>
              <a:lstStyle/>
              <a:p>
                <a:r>
                  <a:rPr lang="ja-JP" altLang="en-US" sz="1600" dirty="0"/>
                  <a:t>以前の</a:t>
                </a:r>
                <a:r>
                  <a:rPr lang="en-US" altLang="ja-JP" sz="1600" dirty="0"/>
                  <a:t>DP</a:t>
                </a:r>
                <a:r>
                  <a:rPr lang="ja-JP" altLang="en-US" sz="1600" dirty="0"/>
                  <a:t>マッチングでは、音のバリエーションに対応するのが難しかったが、最尤推定法に</a:t>
                </a:r>
                <a14:m>
                  <m:oMath xmlns:m="http://schemas.openxmlformats.org/officeDocument/2006/math">
                    <m:r>
                      <a:rPr lang="ja-JP" altLang="en-US" sz="1600" i="1" dirty="0">
                        <a:latin typeface="Cambria Math" panose="02040503050406030204" pitchFamily="18" charset="0"/>
                      </a:rPr>
                      <m:t>より</m:t>
                    </m:r>
                    <m:r>
                      <a:rPr lang="ja-JP" altLang="en-US" sz="1600" i="1" dirty="0" smtClean="0">
                        <a:latin typeface="Cambria Math" panose="02040503050406030204" pitchFamily="18" charset="0"/>
                      </a:rPr>
                      <m:t>求まった</m:t>
                    </m:r>
                    <m:r>
                      <a:rPr lang="ja-JP" altLang="en-US" sz="1600" i="1" dirty="0">
                        <a:latin typeface="Cambria Math" panose="02040503050406030204" pitchFamily="18" charset="0"/>
                      </a:rPr>
                      <m:t>、</m:t>
                    </m:r>
                    <m:r>
                      <a:rPr lang="ja-JP" altLang="en-US" sz="1600" i="1" smtClean="0">
                        <a:latin typeface="Cambria Math" panose="02040503050406030204" pitchFamily="18" charset="0"/>
                      </a:rPr>
                      <m:t>𝜇</m:t>
                    </m:r>
                  </m:oMath>
                </a14:m>
                <a:r>
                  <a:rPr kumimoji="1" lang="en-US" altLang="ja-JP" sz="1600" dirty="0"/>
                  <a:t>(</a:t>
                </a:r>
                <a:r>
                  <a:rPr kumimoji="1" lang="ja-JP" altLang="en-US" sz="1600" dirty="0"/>
                  <a:t>平均</a:t>
                </a:r>
                <a:r>
                  <a:rPr kumimoji="1" lang="en-US" altLang="ja-JP" sz="1600" dirty="0"/>
                  <a:t>)</a:t>
                </a:r>
                <a:r>
                  <a:rPr kumimoji="1" lang="ja-JP" altLang="en-US" sz="1600" dirty="0"/>
                  <a:t>と</a:t>
                </a:r>
                <a14:m>
                  <m:oMath xmlns:m="http://schemas.openxmlformats.org/officeDocument/2006/math">
                    <m:r>
                      <a:rPr lang="ja-JP" altLang="en-US" sz="1600" i="1" smtClean="0">
                        <a:latin typeface="Cambria Math" panose="02040503050406030204" pitchFamily="18" charset="0"/>
                      </a:rPr>
                      <m:t>𝜎</m:t>
                    </m:r>
                  </m:oMath>
                </a14:m>
                <a:r>
                  <a:rPr kumimoji="1" lang="en-US" altLang="ja-JP" sz="1600" dirty="0"/>
                  <a:t>(</a:t>
                </a:r>
                <a:r>
                  <a:rPr kumimoji="1" lang="ja-JP" altLang="en-US" sz="1600" dirty="0"/>
                  <a:t>分散</a:t>
                </a:r>
                <a:r>
                  <a:rPr kumimoji="1" lang="en-US" altLang="ja-JP" sz="1600" dirty="0"/>
                  <a:t>)</a:t>
                </a:r>
                <a:r>
                  <a:rPr kumimoji="1" lang="ja-JP" altLang="en-US" sz="1600" dirty="0"/>
                  <a:t>の</a:t>
                </a:r>
                <a:r>
                  <a:rPr kumimoji="1" lang="en-US" altLang="ja-JP" sz="1600" dirty="0"/>
                  <a:t>2</a:t>
                </a:r>
                <a:r>
                  <a:rPr kumimoji="1" lang="ja-JP" altLang="en-US" sz="1600" dirty="0"/>
                  <a:t>つのパラメータで良い。</a:t>
                </a:r>
                <a:endParaRPr kumimoji="1" lang="en-US" altLang="ja-JP" sz="1600" dirty="0"/>
              </a:p>
              <a:p>
                <a:r>
                  <a:rPr lang="ja-JP" altLang="en-US" sz="1600" dirty="0"/>
                  <a:t>しかし、あくまでも分布に近似しているだけなので、近似誤差が生まれる。</a:t>
                </a:r>
                <a:endParaRPr kumimoji="1" lang="ja-JP" altLang="en-US" sz="1600" dirty="0"/>
              </a:p>
            </p:txBody>
          </p:sp>
        </mc:Choice>
        <mc:Fallback xmlns="">
          <p:sp>
            <p:nvSpPr>
              <p:cNvPr id="6" name="テキスト ボックス 5">
                <a:extLst>
                  <a:ext uri="{FF2B5EF4-FFF2-40B4-BE49-F238E27FC236}">
                    <a16:creationId xmlns:a16="http://schemas.microsoft.com/office/drawing/2014/main" id="{C7843C1F-C353-C9E8-8254-CE6756043F00}"/>
                  </a:ext>
                </a:extLst>
              </p:cNvPr>
              <p:cNvSpPr txBox="1">
                <a:spLocks noRot="1" noChangeAspect="1" noMove="1" noResize="1" noEditPoints="1" noAdjustHandles="1" noChangeArrowheads="1" noChangeShapeType="1" noTextEdit="1"/>
              </p:cNvSpPr>
              <p:nvPr/>
            </p:nvSpPr>
            <p:spPr>
              <a:xfrm>
                <a:off x="352698" y="1762066"/>
                <a:ext cx="11486604" cy="830997"/>
              </a:xfrm>
              <a:prstGeom prst="rect">
                <a:avLst/>
              </a:prstGeom>
              <a:blipFill>
                <a:blip r:embed="rId3"/>
                <a:stretch>
                  <a:fillRect l="-318" t="-2941" b="-8824"/>
                </a:stretch>
              </a:blipFill>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9DEBBB12-5C33-C447-11E1-A5A2851ECA3E}"/>
              </a:ext>
            </a:extLst>
          </p:cNvPr>
          <p:cNvCxnSpPr>
            <a:cxnSpLocks/>
          </p:cNvCxnSpPr>
          <p:nvPr/>
        </p:nvCxnSpPr>
        <p:spPr>
          <a:xfrm>
            <a:off x="5387980" y="1456204"/>
            <a:ext cx="0" cy="2955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 name="テキスト ボックス 10">
            <a:extLst>
              <a:ext uri="{FF2B5EF4-FFF2-40B4-BE49-F238E27FC236}">
                <a16:creationId xmlns:a16="http://schemas.microsoft.com/office/drawing/2014/main" id="{F31CF6FF-B639-1468-4B8E-0B023AA5E79C}"/>
              </a:ext>
            </a:extLst>
          </p:cNvPr>
          <p:cNvSpPr txBox="1"/>
          <p:nvPr/>
        </p:nvSpPr>
        <p:spPr>
          <a:xfrm>
            <a:off x="2681618" y="2935720"/>
            <a:ext cx="6326775" cy="338554"/>
          </a:xfrm>
          <a:prstGeom prst="rect">
            <a:avLst/>
          </a:prstGeom>
          <a:noFill/>
        </p:spPr>
        <p:txBody>
          <a:bodyPr wrap="square" rtlCol="0">
            <a:spAutoFit/>
          </a:bodyPr>
          <a:lstStyle/>
          <a:p>
            <a:r>
              <a:rPr kumimoji="1" lang="ja-JP" altLang="en-US" sz="1600" dirty="0"/>
              <a:t>複数の正規分布を組み合わせた</a:t>
            </a:r>
            <a:r>
              <a:rPr kumimoji="1" lang="ja-JP" altLang="en-US" sz="1600" b="1" dirty="0"/>
              <a:t>混合正規分布</a:t>
            </a:r>
            <a:r>
              <a:rPr kumimoji="1" lang="en-US" altLang="ja-JP" sz="1600" b="1" dirty="0"/>
              <a:t>(GMM)</a:t>
            </a:r>
            <a:r>
              <a:rPr kumimoji="1" lang="ja-JP" altLang="en-US" sz="1600" dirty="0"/>
              <a:t>で表す</a:t>
            </a:r>
          </a:p>
        </p:txBody>
      </p:sp>
      <p:cxnSp>
        <p:nvCxnSpPr>
          <p:cNvPr id="15" name="直線矢印コネクタ 14">
            <a:extLst>
              <a:ext uri="{FF2B5EF4-FFF2-40B4-BE49-F238E27FC236}">
                <a16:creationId xmlns:a16="http://schemas.microsoft.com/office/drawing/2014/main" id="{02565E11-1A88-6989-F9FD-3224951ACC7A}"/>
              </a:ext>
            </a:extLst>
          </p:cNvPr>
          <p:cNvCxnSpPr>
            <a:cxnSpLocks/>
          </p:cNvCxnSpPr>
          <p:nvPr/>
        </p:nvCxnSpPr>
        <p:spPr>
          <a:xfrm>
            <a:off x="5382729" y="2593063"/>
            <a:ext cx="0" cy="2955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315CBA6E-31ED-A666-7753-FFC06DF36FCD}"/>
                  </a:ext>
                </a:extLst>
              </p:cNvPr>
              <p:cNvSpPr txBox="1"/>
              <p:nvPr/>
            </p:nvSpPr>
            <p:spPr>
              <a:xfrm>
                <a:off x="328127" y="3713768"/>
                <a:ext cx="11308079" cy="338554"/>
              </a:xfrm>
              <a:prstGeom prst="rect">
                <a:avLst/>
              </a:prstGeom>
              <a:noFill/>
            </p:spPr>
            <p:txBody>
              <a:bodyPr wrap="square" rtlCol="0">
                <a:spAutoFit/>
              </a:bodyPr>
              <a:lstStyle/>
              <a:p>
                <a:r>
                  <a:rPr kumimoji="1" lang="ja-JP" altLang="en-US" sz="1600" dirty="0"/>
                  <a:t>まず前提として、分布を変える要因となる</a:t>
                </a:r>
                <a14:m>
                  <m:oMath xmlns:m="http://schemas.openxmlformats.org/officeDocument/2006/math">
                    <m:r>
                      <a:rPr lang="en-US" altLang="ja-JP" sz="1600" i="1">
                        <a:latin typeface="Cambria Math" panose="02040503050406030204" pitchFamily="18" charset="0"/>
                      </a:rPr>
                      <m:t>𝑀</m:t>
                    </m:r>
                  </m:oMath>
                </a14:m>
                <a:r>
                  <a:rPr kumimoji="1" lang="ja-JP" altLang="en-US" sz="1600" dirty="0"/>
                  <a:t>個の細かい条件</a:t>
                </a:r>
                <a14:m>
                  <m:oMath xmlns:m="http://schemas.openxmlformats.org/officeDocument/2006/math">
                    <m:sSub>
                      <m:sSubPr>
                        <m:ctrlPr>
                          <a:rPr kumimoji="1" lang="en-US" altLang="ja-JP" sz="1600" i="1" smtClean="0">
                            <a:latin typeface="Cambria Math" panose="02040503050406030204" pitchFamily="18" charset="0"/>
                          </a:rPr>
                        </m:ctrlPr>
                      </m:sSubPr>
                      <m:e>
                        <m:r>
                          <a:rPr kumimoji="1" lang="en-US" altLang="ja-JP" sz="1600" b="0" i="1" smtClean="0">
                            <a:latin typeface="Cambria Math" panose="02040503050406030204" pitchFamily="18" charset="0"/>
                          </a:rPr>
                          <m:t>𝑧</m:t>
                        </m:r>
                      </m:e>
                      <m:sub>
                        <m:r>
                          <a:rPr kumimoji="1" lang="en-US" altLang="ja-JP" sz="1600" b="0" i="1" smtClean="0">
                            <a:latin typeface="Cambria Math" panose="02040503050406030204" pitchFamily="18" charset="0"/>
                          </a:rPr>
                          <m:t>0</m:t>
                        </m:r>
                      </m:sub>
                    </m:sSub>
                    <m:r>
                      <a:rPr kumimoji="1" lang="en-US" altLang="ja-JP" sz="1600" b="0" i="1" smtClean="0">
                        <a:latin typeface="Cambria Math" panose="02040503050406030204" pitchFamily="18" charset="0"/>
                      </a:rPr>
                      <m:t>~</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b="0" i="1" smtClean="0">
                            <a:latin typeface="Cambria Math" panose="02040503050406030204" pitchFamily="18" charset="0"/>
                          </a:rPr>
                          <m:t>𝑀</m:t>
                        </m:r>
                        <m:r>
                          <a:rPr lang="en-US" altLang="ja-JP" sz="1600" b="0" i="1" smtClean="0">
                            <a:latin typeface="Cambria Math" panose="02040503050406030204" pitchFamily="18" charset="0"/>
                          </a:rPr>
                          <m:t>−1</m:t>
                        </m:r>
                      </m:sub>
                    </m:sSub>
                    <m:r>
                      <a:rPr lang="ja-JP" altLang="en-US" sz="1600" i="1" smtClean="0">
                        <a:latin typeface="Cambria Math" panose="02040503050406030204" pitchFamily="18" charset="0"/>
                      </a:rPr>
                      <m:t>を</m:t>
                    </m:r>
                  </m:oMath>
                </a14:m>
                <a:r>
                  <a:rPr kumimoji="1" lang="ja-JP" altLang="en-US" sz="1600" dirty="0"/>
                  <a:t>設定すると、</a:t>
                </a:r>
                <a:r>
                  <a:rPr lang="en-US" altLang="ja-JP" sz="1600" dirty="0"/>
                  <a:t> </a:t>
                </a:r>
                <a14:m>
                  <m:oMath xmlns:m="http://schemas.openxmlformats.org/officeDocument/2006/math">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e>
                      <m:e>
                        <m:r>
                          <a:rPr lang="en-US" altLang="ja-JP" sz="1600" i="1">
                            <a:latin typeface="Cambria Math" panose="02040503050406030204" pitchFamily="18" charset="0"/>
                          </a:rPr>
                          <m:t>𝑦</m:t>
                        </m:r>
                      </m:e>
                    </m:d>
                  </m:oMath>
                </a14:m>
                <a:r>
                  <a:rPr kumimoji="1" lang="ja-JP" altLang="en-US" sz="1600" dirty="0"/>
                  <a:t>は</a:t>
                </a:r>
              </a:p>
            </p:txBody>
          </p:sp>
        </mc:Choice>
        <mc:Fallback xmlns="">
          <p:sp>
            <p:nvSpPr>
              <p:cNvPr id="21" name="テキスト ボックス 20">
                <a:extLst>
                  <a:ext uri="{FF2B5EF4-FFF2-40B4-BE49-F238E27FC236}">
                    <a16:creationId xmlns:a16="http://schemas.microsoft.com/office/drawing/2014/main" id="{315CBA6E-31ED-A666-7753-FFC06DF36FCD}"/>
                  </a:ext>
                </a:extLst>
              </p:cNvPr>
              <p:cNvSpPr txBox="1">
                <a:spLocks noRot="1" noChangeAspect="1" noMove="1" noResize="1" noEditPoints="1" noAdjustHandles="1" noChangeArrowheads="1" noChangeShapeType="1" noTextEdit="1"/>
              </p:cNvSpPr>
              <p:nvPr/>
            </p:nvSpPr>
            <p:spPr>
              <a:xfrm>
                <a:off x="328127" y="3713768"/>
                <a:ext cx="11308079" cy="338554"/>
              </a:xfrm>
              <a:prstGeom prst="rect">
                <a:avLst/>
              </a:prstGeom>
              <a:blipFill>
                <a:blip r:embed="rId4"/>
                <a:stretch>
                  <a:fillRect l="-323" t="-5357" b="-2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F1E84071-30FF-C55D-B015-134380EB8F9B}"/>
                  </a:ext>
                </a:extLst>
              </p:cNvPr>
              <p:cNvSpPr txBox="1"/>
              <p:nvPr/>
            </p:nvSpPr>
            <p:spPr>
              <a:xfrm>
                <a:off x="352698" y="4259427"/>
                <a:ext cx="5318933" cy="10311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1600" i="1" dirty="0" smtClean="0">
                          <a:latin typeface="Cambria Math" panose="02040503050406030204" pitchFamily="18" charset="0"/>
                        </a:rPr>
                        <m:t>𝑃</m:t>
                      </m:r>
                      <m:d>
                        <m:dPr>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𝑥</m:t>
                          </m:r>
                        </m:e>
                        <m:e>
                          <m:r>
                            <a:rPr lang="en-US" altLang="ja-JP" sz="1600" b="0" i="1" smtClean="0">
                              <a:latin typeface="Cambria Math" panose="02040503050406030204" pitchFamily="18" charset="0"/>
                            </a:rPr>
                            <m:t>𝑦</m:t>
                          </m:r>
                        </m:e>
                      </m:d>
                      <m:r>
                        <a:rPr lang="en-US" altLang="ja-JP" sz="1600" b="0" i="1" smtClean="0">
                          <a:latin typeface="Cambria Math" panose="02040503050406030204" pitchFamily="18" charset="0"/>
                        </a:rPr>
                        <m:t>=</m:t>
                      </m:r>
                      <m:nary>
                        <m:naryPr>
                          <m:chr m:val="∑"/>
                          <m:ctrlPr>
                            <a:rPr lang="en-US" altLang="ja-JP" sz="1600" b="0" i="1" smtClean="0">
                              <a:latin typeface="Cambria Math" panose="02040503050406030204" pitchFamily="18" charset="0"/>
                            </a:rPr>
                          </m:ctrlPr>
                        </m:naryPr>
                        <m:sub>
                          <m:r>
                            <m:rPr>
                              <m:brk m:alnAt="23"/>
                            </m:rPr>
                            <a:rPr lang="en-US" altLang="ja-JP" sz="1600" b="0" i="1" smtClean="0">
                              <a:latin typeface="Cambria Math" panose="02040503050406030204" pitchFamily="18" charset="0"/>
                            </a:rPr>
                            <m:t>𝑚</m:t>
                          </m:r>
                          <m:r>
                            <a:rPr lang="en-US" altLang="ja-JP" sz="1600" b="0" i="1" smtClean="0">
                              <a:latin typeface="Cambria Math" panose="02040503050406030204" pitchFamily="18" charset="0"/>
                            </a:rPr>
                            <m:t>=0</m:t>
                          </m:r>
                        </m:sub>
                        <m:sup>
                          <m:r>
                            <a:rPr lang="en-US" altLang="ja-JP" sz="1600" b="0" i="1" smtClean="0">
                              <a:latin typeface="Cambria Math" panose="02040503050406030204" pitchFamily="18" charset="0"/>
                            </a:rPr>
                            <m:t>𝑀</m:t>
                          </m:r>
                          <m:r>
                            <a:rPr lang="en-US" altLang="ja-JP" sz="1600" b="0" i="1" smtClean="0">
                              <a:latin typeface="Cambria Math" panose="02040503050406030204" pitchFamily="18" charset="0"/>
                            </a:rPr>
                            <m:t>−1</m:t>
                          </m:r>
                        </m:sup>
                        <m:e>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r>
                                <a:rPr lang="en-US" altLang="ja-JP" sz="1600" b="0" i="1" smtClean="0">
                                  <a:latin typeface="Cambria Math" panose="02040503050406030204" pitchFamily="18" charset="0"/>
                                </a:rPr>
                                <m:t>, </m:t>
                              </m:r>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𝑧</m:t>
                                  </m:r>
                                </m:e>
                                <m:sub>
                                  <m:r>
                                    <a:rPr lang="en-US" altLang="ja-JP" sz="1600" b="0" i="1" smtClean="0">
                                      <a:latin typeface="Cambria Math" panose="02040503050406030204" pitchFamily="18" charset="0"/>
                                    </a:rPr>
                                    <m:t>𝑚</m:t>
                                  </m:r>
                                </m:sub>
                              </m:sSub>
                            </m:e>
                            <m:e>
                              <m:r>
                                <a:rPr lang="en-US" altLang="ja-JP" sz="1600" i="1">
                                  <a:latin typeface="Cambria Math" panose="02040503050406030204" pitchFamily="18" charset="0"/>
                                </a:rPr>
                                <m:t>𝑦</m:t>
                              </m:r>
                            </m:e>
                          </m:d>
                        </m:e>
                      </m:nary>
                      <m:r>
                        <a:rPr lang="en-US" altLang="ja-JP" sz="1600" i="1">
                          <a:latin typeface="Cambria Math" panose="02040503050406030204" pitchFamily="18" charset="0"/>
                        </a:rPr>
                        <m:t>=</m:t>
                      </m:r>
                      <m:nary>
                        <m:naryPr>
                          <m:chr m:val="∑"/>
                          <m:ctrlPr>
                            <a:rPr lang="en-US" altLang="ja-JP" sz="1600" i="1">
                              <a:latin typeface="Cambria Math" panose="02040503050406030204" pitchFamily="18" charset="0"/>
                            </a:rPr>
                          </m:ctrlPr>
                        </m:naryPr>
                        <m:sub>
                          <m:r>
                            <m:rPr>
                              <m:brk m:alnAt="23"/>
                            </m:rPr>
                            <a:rPr lang="en-US" altLang="ja-JP" sz="1600" i="1">
                              <a:latin typeface="Cambria Math" panose="02040503050406030204" pitchFamily="18" charset="0"/>
                            </a:rPr>
                            <m:t>𝑚</m:t>
                          </m:r>
                          <m:r>
                            <a:rPr lang="en-US" altLang="ja-JP" sz="1600" i="1">
                              <a:latin typeface="Cambria Math" panose="02040503050406030204" pitchFamily="18" charset="0"/>
                            </a:rPr>
                            <m:t>=0</m:t>
                          </m:r>
                        </m:sub>
                        <m:sup>
                          <m:r>
                            <a:rPr lang="en-US" altLang="ja-JP" sz="1600" i="1">
                              <a:latin typeface="Cambria Math" panose="02040503050406030204" pitchFamily="18" charset="0"/>
                            </a:rPr>
                            <m:t>𝑀</m:t>
                          </m:r>
                          <m:r>
                            <a:rPr lang="en-US" altLang="ja-JP" sz="1600" i="1">
                              <a:latin typeface="Cambria Math" panose="02040503050406030204" pitchFamily="18" charset="0"/>
                            </a:rPr>
                            <m:t>−1</m:t>
                          </m:r>
                        </m:sup>
                        <m:e>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e>
                            <m:e>
                              <m:r>
                                <a:rPr lang="en-US" altLang="ja-JP" sz="1600" i="1">
                                  <a:latin typeface="Cambria Math" panose="02040503050406030204" pitchFamily="18" charset="0"/>
                                </a:rPr>
                                <m:t>𝑦</m:t>
                              </m:r>
                            </m:e>
                          </m:d>
                        </m:e>
                      </m:nary>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e>
                        <m:e>
                          <m:r>
                            <a:rPr lang="en-US" altLang="ja-JP" sz="1600" i="1">
                              <a:latin typeface="Cambria Math" panose="02040503050406030204" pitchFamily="18" charset="0"/>
                            </a:rPr>
                            <m:t>𝑦</m:t>
                          </m:r>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e>
                      </m:d>
                    </m:oMath>
                  </m:oMathPara>
                </a14:m>
                <a:endParaRPr lang="en-US" altLang="ja-JP" sz="1600" dirty="0"/>
              </a:p>
              <a:p>
                <a:endParaRPr lang="en-US" altLang="ja-JP" sz="1600" dirty="0"/>
              </a:p>
            </p:txBody>
          </p:sp>
        </mc:Choice>
        <mc:Fallback xmlns="">
          <p:sp>
            <p:nvSpPr>
              <p:cNvPr id="24" name="テキスト ボックス 23">
                <a:extLst>
                  <a:ext uri="{FF2B5EF4-FFF2-40B4-BE49-F238E27FC236}">
                    <a16:creationId xmlns:a16="http://schemas.microsoft.com/office/drawing/2014/main" id="{F1E84071-30FF-C55D-B015-134380EB8F9B}"/>
                  </a:ext>
                </a:extLst>
              </p:cNvPr>
              <p:cNvSpPr txBox="1">
                <a:spLocks noRot="1" noChangeAspect="1" noMove="1" noResize="1" noEditPoints="1" noAdjustHandles="1" noChangeArrowheads="1" noChangeShapeType="1" noTextEdit="1"/>
              </p:cNvSpPr>
              <p:nvPr/>
            </p:nvSpPr>
            <p:spPr>
              <a:xfrm>
                <a:off x="352698" y="4259427"/>
                <a:ext cx="5318933" cy="1031116"/>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F72C0BBC-B3F2-0ED7-4C35-C9EB9C7837D9}"/>
                  </a:ext>
                </a:extLst>
              </p:cNvPr>
              <p:cNvSpPr txBox="1"/>
              <p:nvPr/>
            </p:nvSpPr>
            <p:spPr>
              <a:xfrm>
                <a:off x="328126" y="5452165"/>
                <a:ext cx="11308079" cy="584775"/>
              </a:xfrm>
              <a:prstGeom prst="rect">
                <a:avLst/>
              </a:prstGeom>
              <a:noFill/>
            </p:spPr>
            <p:txBody>
              <a:bodyPr wrap="square" rtlCol="0">
                <a:spAutoFit/>
              </a:bodyPr>
              <a:lstStyle/>
              <a:p>
                <a:r>
                  <a:rPr lang="ja-JP" altLang="en-US" sz="1600" dirty="0"/>
                  <a:t>ここで</a:t>
                </a:r>
                <a14:m>
                  <m:oMath xmlns:m="http://schemas.openxmlformats.org/officeDocument/2006/math">
                    <m:r>
                      <a:rPr lang="ja-JP" altLang="en-US" sz="1600" i="1" dirty="0">
                        <a:latin typeface="Cambria Math" panose="02040503050406030204" pitchFamily="18" charset="0"/>
                      </a:rPr>
                      <m:t>、</m:t>
                    </m:r>
                    <m:r>
                      <a:rPr lang="en-US" altLang="ja-JP" sz="1600" i="1" dirty="0" smtClean="0">
                        <a:latin typeface="Cambria Math" panose="02040503050406030204" pitchFamily="18" charset="0"/>
                      </a:rPr>
                      <m:t>𝑃</m:t>
                    </m:r>
                    <m:d>
                      <m:dPr>
                        <m:ctrlPr>
                          <a:rPr lang="en-US" altLang="ja-JP" sz="1600" i="1">
                            <a:latin typeface="Cambria Math" panose="02040503050406030204" pitchFamily="18" charset="0"/>
                          </a:rPr>
                        </m:ctrlPr>
                      </m:dPr>
                      <m:e>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e>
                      <m:e>
                        <m:r>
                          <a:rPr lang="en-US" altLang="ja-JP" sz="1600" i="1">
                            <a:latin typeface="Cambria Math" panose="02040503050406030204" pitchFamily="18" charset="0"/>
                          </a:rPr>
                          <m:t>𝑦</m:t>
                        </m:r>
                      </m:e>
                    </m:d>
                    <m:r>
                      <a:rPr lang="ja-JP" altLang="en-US" sz="1600" i="1">
                        <a:latin typeface="Cambria Math" panose="02040503050406030204" pitchFamily="18" charset="0"/>
                      </a:rPr>
                      <m:t>は</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oMath>
                </a14:m>
                <a:r>
                  <a:rPr kumimoji="1" lang="ja-JP" altLang="en-US" sz="1600" dirty="0"/>
                  <a:t>の事前確率</a:t>
                </a:r>
                <a:r>
                  <a:rPr kumimoji="1" lang="en-US" altLang="ja-JP" sz="1600" dirty="0"/>
                  <a:t>(</a:t>
                </a:r>
                <a:r>
                  <a:rPr kumimoji="1" lang="ja-JP" altLang="en-US" sz="1600" dirty="0"/>
                  <a:t>事前に知っている情報</a:t>
                </a:r>
                <a:r>
                  <a:rPr kumimoji="1" lang="en-US" altLang="ja-JP" sz="1600" dirty="0"/>
                  <a:t>)</a:t>
                </a:r>
                <a:r>
                  <a:rPr kumimoji="1" lang="ja-JP" altLang="en-US" sz="1600" dirty="0"/>
                  <a:t>で、</a:t>
                </a:r>
                <a:r>
                  <a:rPr lang="en-US" altLang="ja-JP" sz="1600" dirty="0"/>
                  <a:t> </a:t>
                </a:r>
                <a14:m>
                  <m:oMath xmlns:m="http://schemas.openxmlformats.org/officeDocument/2006/math">
                    <m:r>
                      <a:rPr lang="en-US" altLang="ja-JP" sz="1600" i="1">
                        <a:latin typeface="Cambria Math" panose="02040503050406030204" pitchFamily="18" charset="0"/>
                      </a:rPr>
                      <m:t>𝑥</m:t>
                    </m:r>
                    <m:r>
                      <a:rPr lang="ja-JP" altLang="en-US" sz="1600" i="1" smtClean="0">
                        <a:latin typeface="Cambria Math" panose="02040503050406030204" pitchFamily="18" charset="0"/>
                      </a:rPr>
                      <m:t>が</m:t>
                    </m:r>
                  </m:oMath>
                </a14:m>
                <a:r>
                  <a:rPr kumimoji="1" lang="ja-JP" altLang="en-US" sz="1600" dirty="0"/>
                  <a:t>どの</a:t>
                </a:r>
                <a14:m>
                  <m:oMath xmlns:m="http://schemas.openxmlformats.org/officeDocument/2006/math">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oMath>
                </a14:m>
                <a:r>
                  <a:rPr kumimoji="1" lang="ja-JP" altLang="en-US" sz="1600" dirty="0"/>
                  <a:t>に属しているかわからないため</a:t>
                </a:r>
                <a:r>
                  <a:rPr lang="ja-JP" altLang="en-US" sz="1600" dirty="0"/>
                  <a:t>、重みづけした和をとる</a:t>
                </a:r>
                <a:endParaRPr lang="en-US" altLang="ja-JP" sz="1600" dirty="0"/>
              </a:p>
            </p:txBody>
          </p:sp>
        </mc:Choice>
        <mc:Fallback xmlns="">
          <p:sp>
            <p:nvSpPr>
              <p:cNvPr id="27" name="テキスト ボックス 26">
                <a:extLst>
                  <a:ext uri="{FF2B5EF4-FFF2-40B4-BE49-F238E27FC236}">
                    <a16:creationId xmlns:a16="http://schemas.microsoft.com/office/drawing/2014/main" id="{F72C0BBC-B3F2-0ED7-4C35-C9EB9C7837D9}"/>
                  </a:ext>
                </a:extLst>
              </p:cNvPr>
              <p:cNvSpPr txBox="1">
                <a:spLocks noRot="1" noChangeAspect="1" noMove="1" noResize="1" noEditPoints="1" noAdjustHandles="1" noChangeArrowheads="1" noChangeShapeType="1" noTextEdit="1"/>
              </p:cNvSpPr>
              <p:nvPr/>
            </p:nvSpPr>
            <p:spPr>
              <a:xfrm>
                <a:off x="328126" y="5452165"/>
                <a:ext cx="11308079" cy="584775"/>
              </a:xfrm>
              <a:prstGeom prst="rect">
                <a:avLst/>
              </a:prstGeom>
              <a:blipFill>
                <a:blip r:embed="rId6"/>
                <a:stretch>
                  <a:fillRect l="-323" t="-4167" b="-12500"/>
                </a:stretch>
              </a:blipFill>
            </p:spPr>
            <p:txBody>
              <a:bodyPr/>
              <a:lstStyle/>
              <a:p>
                <a:r>
                  <a:rPr lang="ja-JP" altLang="en-US">
                    <a:noFill/>
                  </a:rPr>
                  <a:t> </a:t>
                </a:r>
              </a:p>
            </p:txBody>
          </p:sp>
        </mc:Fallback>
      </mc:AlternateContent>
      <p:sp>
        <p:nvSpPr>
          <p:cNvPr id="28" name="テキスト ボックス 27">
            <a:extLst>
              <a:ext uri="{FF2B5EF4-FFF2-40B4-BE49-F238E27FC236}">
                <a16:creationId xmlns:a16="http://schemas.microsoft.com/office/drawing/2014/main" id="{DE21C58D-0FE1-2B14-6297-E73F673F8DFF}"/>
              </a:ext>
            </a:extLst>
          </p:cNvPr>
          <p:cNvSpPr txBox="1"/>
          <p:nvPr/>
        </p:nvSpPr>
        <p:spPr>
          <a:xfrm>
            <a:off x="4415694" y="4871487"/>
            <a:ext cx="1497874" cy="338554"/>
          </a:xfrm>
          <a:prstGeom prst="rect">
            <a:avLst/>
          </a:prstGeom>
          <a:noFill/>
        </p:spPr>
        <p:txBody>
          <a:bodyPr wrap="square" rtlCol="0">
            <a:spAutoFit/>
          </a:bodyPr>
          <a:lstStyle/>
          <a:p>
            <a:r>
              <a:rPr kumimoji="1" lang="ja-JP" altLang="en-US" sz="1600" dirty="0"/>
              <a:t>・・</a:t>
            </a:r>
            <a:r>
              <a:rPr kumimoji="1" lang="en-US" altLang="ja-JP" sz="1600" dirty="0"/>
              <a:t>(1)</a:t>
            </a:r>
            <a:endParaRPr kumimoji="1" lang="ja-JP" altLang="en-US" sz="1600" dirty="0"/>
          </a:p>
        </p:txBody>
      </p:sp>
      <p:sp>
        <p:nvSpPr>
          <p:cNvPr id="4" name="スライド番号プレースホルダー 3">
            <a:extLst>
              <a:ext uri="{FF2B5EF4-FFF2-40B4-BE49-F238E27FC236}">
                <a16:creationId xmlns:a16="http://schemas.microsoft.com/office/drawing/2014/main" id="{EA454676-5B15-EF0D-D728-62B1B49BB745}"/>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12</a:t>
            </a:fld>
            <a:endParaRPr kumimoji="1" lang="ja-JP" altLang="en-US" dirty="0"/>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5077531C-8377-CF25-3E84-00D7FF18DC7D}"/>
                  </a:ext>
                </a:extLst>
              </p:cNvPr>
              <p:cNvSpPr txBox="1"/>
              <p:nvPr/>
            </p:nvSpPr>
            <p:spPr>
              <a:xfrm>
                <a:off x="5371012" y="4179994"/>
                <a:ext cx="6100354" cy="10040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altLang="ja-JP" sz="1600" i="1" dirty="0" smtClean="0">
                              <a:latin typeface="Cambria Math" panose="02040503050406030204" pitchFamily="18" charset="0"/>
                            </a:rPr>
                          </m:ctrlPr>
                        </m:dPr>
                        <m:e>
                          <m:eqArr>
                            <m:eqArrPr>
                              <m:ctrlPr>
                                <a:rPr lang="en-US" altLang="ja-JP" sz="1600" i="1" dirty="0" smtClean="0">
                                  <a:latin typeface="Cambria Math" panose="02040503050406030204" pitchFamily="18" charset="0"/>
                                </a:rPr>
                              </m:ctrlPr>
                            </m:eqArrPr>
                            <m:e>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e>
                                <m:e>
                                  <m:r>
                                    <a:rPr lang="en-US" altLang="ja-JP" sz="1600" i="1">
                                      <a:latin typeface="Cambria Math" panose="02040503050406030204" pitchFamily="18" charset="0"/>
                                    </a:rPr>
                                    <m:t>𝑦</m:t>
                                  </m:r>
                                </m:e>
                              </m:d>
                              <m:r>
                                <a:rPr lang="ja-JP" altLang="en-US" sz="1600" i="1">
                                  <a:latin typeface="Cambria Math" panose="02040503050406030204" pitchFamily="18" charset="0"/>
                                </a:rPr>
                                <m:t>・・条件</m:t>
                              </m:r>
                              <m:r>
                                <a:rPr lang="en-US" altLang="ja-JP" sz="1600" i="1">
                                  <a:latin typeface="Cambria Math" panose="02040503050406030204" pitchFamily="18" charset="0"/>
                                </a:rPr>
                                <m:t>𝑦</m:t>
                              </m:r>
                              <m:r>
                                <a:rPr lang="en-US" altLang="ja-JP" sz="1600" i="1">
                                  <a:latin typeface="Cambria Math" panose="02040503050406030204" pitchFamily="18" charset="0"/>
                                </a:rPr>
                                <m:t>(</m:t>
                              </m:r>
                              <m:r>
                                <a:rPr lang="ja-JP" altLang="en-US" sz="1600" i="1">
                                  <a:latin typeface="Cambria Math" panose="02040503050406030204" pitchFamily="18" charset="0"/>
                                </a:rPr>
                                <m:t>音素</m:t>
                              </m:r>
                              <m:r>
                                <a:rPr lang="en-US" altLang="ja-JP" sz="1600" i="1">
                                  <a:latin typeface="Cambria Math" panose="02040503050406030204" pitchFamily="18" charset="0"/>
                                </a:rPr>
                                <m:t>)</m:t>
                              </m:r>
                              <m:r>
                                <a:rPr lang="ja-JP" altLang="en-US" sz="1600" i="1">
                                  <a:latin typeface="Cambria Math" panose="02040503050406030204" pitchFamily="18" charset="0"/>
                                </a:rPr>
                                <m:t>のもとでの事象</m:t>
                              </m:r>
                              <m:r>
                                <a:rPr lang="en-US" altLang="ja-JP" sz="1600" i="1">
                                  <a:latin typeface="Cambria Math" panose="02040503050406030204" pitchFamily="18" charset="0"/>
                                </a:rPr>
                                <m:t>𝑥</m:t>
                              </m:r>
                              <m:r>
                                <a:rPr lang="en-US" altLang="ja-JP" sz="1600" i="1">
                                  <a:latin typeface="Cambria Math" panose="02040503050406030204" pitchFamily="18" charset="0"/>
                                </a:rPr>
                                <m:t>(</m:t>
                              </m:r>
                              <m:r>
                                <a:rPr lang="ja-JP" altLang="en-US" sz="1600" i="1">
                                  <a:latin typeface="Cambria Math" panose="02040503050406030204" pitchFamily="18" charset="0"/>
                                </a:rPr>
                                <m:t>音声</m:t>
                              </m:r>
                              <m:r>
                                <a:rPr lang="en-US" altLang="ja-JP" sz="1600" i="1">
                                  <a:latin typeface="Cambria Math" panose="02040503050406030204" pitchFamily="18" charset="0"/>
                                </a:rPr>
                                <m:t>)</m:t>
                              </m:r>
                              <m:r>
                                <a:rPr lang="ja-JP" altLang="en-US" sz="1600" i="1">
                                  <a:latin typeface="Cambria Math" panose="02040503050406030204" pitchFamily="18" charset="0"/>
                                </a:rPr>
                                <m:t>の生成確率</m:t>
                              </m:r>
                            </m:e>
                            <m:e>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r>
                                    <a:rPr lang="en-US" altLang="ja-JP" sz="1600" i="1">
                                      <a:latin typeface="Cambria Math" panose="02040503050406030204" pitchFamily="18" charset="0"/>
                                    </a:rPr>
                                    <m:t>, </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e>
                                <m:e>
                                  <m:r>
                                    <a:rPr lang="en-US" altLang="ja-JP" sz="1600" i="1">
                                      <a:latin typeface="Cambria Math" panose="02040503050406030204" pitchFamily="18" charset="0"/>
                                    </a:rPr>
                                    <m:t>𝑦</m:t>
                                  </m:r>
                                </m:e>
                              </m:d>
                              <m:r>
                                <a:rPr lang="ja-JP" altLang="en-US" sz="1600" i="1">
                                  <a:latin typeface="Cambria Math" panose="02040503050406030204" pitchFamily="18" charset="0"/>
                                </a:rPr>
                                <m:t>・・さらに細かい条件</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r>
                                <a:rPr lang="ja-JP" altLang="en-US" sz="1600" i="1">
                                  <a:latin typeface="Cambria Math" panose="02040503050406030204" pitchFamily="18" charset="0"/>
                                </a:rPr>
                                <m:t>のもとで事象</m:t>
                              </m:r>
                              <m:r>
                                <a:rPr lang="en-US" altLang="ja-JP" sz="1600" i="1">
                                  <a:latin typeface="Cambria Math" panose="02040503050406030204" pitchFamily="18" charset="0"/>
                                </a:rPr>
                                <m:t>𝑥</m:t>
                              </m:r>
                              <m:r>
                                <a:rPr lang="ja-JP" altLang="en-US" sz="1600" i="1">
                                  <a:latin typeface="Cambria Math" panose="02040503050406030204" pitchFamily="18" charset="0"/>
                                </a:rPr>
                                <m:t>の生成確率</m:t>
                              </m:r>
                            </m:e>
                            <m:e>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e>
                                <m:e>
                                  <m:r>
                                    <a:rPr lang="en-US" altLang="ja-JP" sz="1600" i="1">
                                      <a:latin typeface="Cambria Math" panose="02040503050406030204" pitchFamily="18" charset="0"/>
                                    </a:rPr>
                                    <m:t>𝑦</m:t>
                                  </m:r>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e>
                              </m:d>
                              <m:r>
                                <a:rPr lang="ja-JP" altLang="en-US" sz="1600" i="1">
                                  <a:latin typeface="Cambria Math" panose="02040503050406030204" pitchFamily="18" charset="0"/>
                                </a:rPr>
                                <m:t>・・</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r>
                                <a:rPr lang="ja-JP" altLang="en-US" sz="1600" i="1">
                                  <a:latin typeface="Cambria Math" panose="02040503050406030204" pitchFamily="18" charset="0"/>
                                </a:rPr>
                                <m:t>に属していると仮定したときの事象</m:t>
                              </m:r>
                              <m:r>
                                <a:rPr lang="en-US" altLang="ja-JP" sz="1600" i="1">
                                  <a:latin typeface="Cambria Math" panose="02040503050406030204" pitchFamily="18" charset="0"/>
                                </a:rPr>
                                <m:t>𝑥</m:t>
                              </m:r>
                              <m:r>
                                <a:rPr lang="ja-JP" altLang="en-US" sz="1600" i="1">
                                  <a:latin typeface="Cambria Math" panose="02040503050406030204" pitchFamily="18" charset="0"/>
                                </a:rPr>
                                <m:t>の生成確率</m:t>
                              </m:r>
                            </m:e>
                          </m:eqArr>
                        </m:e>
                      </m:d>
                    </m:oMath>
                  </m:oMathPara>
                </a14:m>
                <a:endParaRPr lang="ja-JP" altLang="en-US" sz="1600" dirty="0"/>
              </a:p>
            </p:txBody>
          </p:sp>
        </mc:Choice>
        <mc:Fallback xmlns="">
          <p:sp>
            <p:nvSpPr>
              <p:cNvPr id="9" name="テキスト ボックス 8">
                <a:extLst>
                  <a:ext uri="{FF2B5EF4-FFF2-40B4-BE49-F238E27FC236}">
                    <a16:creationId xmlns:a16="http://schemas.microsoft.com/office/drawing/2014/main" id="{5077531C-8377-CF25-3E84-00D7FF18DC7D}"/>
                  </a:ext>
                </a:extLst>
              </p:cNvPr>
              <p:cNvSpPr txBox="1">
                <a:spLocks noRot="1" noChangeAspect="1" noMove="1" noResize="1" noEditPoints="1" noAdjustHandles="1" noChangeArrowheads="1" noChangeShapeType="1" noTextEdit="1"/>
              </p:cNvSpPr>
              <p:nvPr/>
            </p:nvSpPr>
            <p:spPr>
              <a:xfrm>
                <a:off x="5371012" y="4179994"/>
                <a:ext cx="6100354" cy="1004057"/>
              </a:xfrm>
              <a:prstGeom prst="rect">
                <a:avLst/>
              </a:prstGeom>
              <a:blipFill>
                <a:blip r:embed="rId7"/>
                <a:stretch>
                  <a:fillRect r="-2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103064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1. </a:t>
            </a:r>
            <a:r>
              <a:rPr lang="ja-JP" altLang="en-US" sz="2400" dirty="0"/>
              <a:t>原理ー混合正規分布</a:t>
            </a:r>
            <a:r>
              <a:rPr lang="en-US" altLang="ja-JP" sz="2400" dirty="0"/>
              <a:t>(GMM)</a:t>
            </a:r>
            <a:endParaRPr lang="ja-JP" altLang="en-US" sz="2400" dirty="0"/>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AAF30E24-0F0B-4D71-2644-70E7B7D5FC27}"/>
                  </a:ext>
                </a:extLst>
              </p:cNvPr>
              <p:cNvSpPr txBox="1"/>
              <p:nvPr/>
            </p:nvSpPr>
            <p:spPr>
              <a:xfrm>
                <a:off x="7515496" y="408641"/>
                <a:ext cx="4049487" cy="7848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altLang="ja-JP" sz="1600" i="1" dirty="0" smtClean="0">
                          <a:latin typeface="Cambria Math" panose="02040503050406030204" pitchFamily="18" charset="0"/>
                        </a:rPr>
                        <m:t>𝑃</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e>
                        <m:e>
                          <m:r>
                            <a:rPr lang="en-US" altLang="ja-JP" sz="1600" i="1">
                              <a:latin typeface="Cambria Math" panose="02040503050406030204" pitchFamily="18" charset="0"/>
                            </a:rPr>
                            <m:t>𝑦</m:t>
                          </m:r>
                        </m:e>
                      </m:d>
                      <m:r>
                        <a:rPr lang="en-US" altLang="ja-JP" sz="1600" i="1">
                          <a:latin typeface="Cambria Math" panose="02040503050406030204" pitchFamily="18" charset="0"/>
                        </a:rPr>
                        <m:t>=</m:t>
                      </m:r>
                      <m:nary>
                        <m:naryPr>
                          <m:chr m:val="∑"/>
                          <m:ctrlPr>
                            <a:rPr lang="en-US" altLang="ja-JP" sz="1600" i="1" smtClean="0">
                              <a:latin typeface="Cambria Math" panose="02040503050406030204" pitchFamily="18" charset="0"/>
                            </a:rPr>
                          </m:ctrlPr>
                        </m:naryPr>
                        <m:sub>
                          <m:r>
                            <m:rPr>
                              <m:brk m:alnAt="23"/>
                            </m:rPr>
                            <a:rPr lang="en-US" altLang="ja-JP" sz="1600" i="1">
                              <a:latin typeface="Cambria Math" panose="02040503050406030204" pitchFamily="18" charset="0"/>
                            </a:rPr>
                            <m:t>𝑚</m:t>
                          </m:r>
                          <m:r>
                            <a:rPr lang="en-US" altLang="ja-JP" sz="1600" i="1">
                              <a:latin typeface="Cambria Math" panose="02040503050406030204" pitchFamily="18" charset="0"/>
                            </a:rPr>
                            <m:t>=0</m:t>
                          </m:r>
                        </m:sub>
                        <m:sup>
                          <m:r>
                            <a:rPr lang="en-US" altLang="ja-JP" sz="1600" i="1">
                              <a:latin typeface="Cambria Math" panose="02040503050406030204" pitchFamily="18" charset="0"/>
                            </a:rPr>
                            <m:t>𝑀</m:t>
                          </m:r>
                          <m:r>
                            <a:rPr lang="en-US" altLang="ja-JP" sz="1600" i="1">
                              <a:latin typeface="Cambria Math" panose="02040503050406030204" pitchFamily="18" charset="0"/>
                            </a:rPr>
                            <m:t>−1</m:t>
                          </m:r>
                        </m:sup>
                        <m:e>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e>
                            <m:e>
                              <m:r>
                                <a:rPr lang="en-US" altLang="ja-JP" sz="1600" i="1">
                                  <a:latin typeface="Cambria Math" panose="02040503050406030204" pitchFamily="18" charset="0"/>
                                </a:rPr>
                                <m:t>𝑦</m:t>
                              </m:r>
                            </m:e>
                          </m:d>
                        </m:e>
                      </m:nary>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e>
                        <m:e>
                          <m:r>
                            <a:rPr lang="en-US" altLang="ja-JP" sz="1600" i="1">
                              <a:latin typeface="Cambria Math" panose="02040503050406030204" pitchFamily="18" charset="0"/>
                            </a:rPr>
                            <m:t>𝑦</m:t>
                          </m:r>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e>
                      </m:d>
                      <m:r>
                        <a:rPr lang="ja-JP" altLang="en-US" sz="1600" i="1">
                          <a:latin typeface="Cambria Math" panose="02040503050406030204" pitchFamily="18" charset="0"/>
                        </a:rPr>
                        <m:t>　</m:t>
                      </m:r>
                      <m:r>
                        <a:rPr lang="en-US" altLang="ja-JP" sz="1600" b="0" i="1" smtClean="0">
                          <a:latin typeface="Cambria Math" panose="02040503050406030204" pitchFamily="18" charset="0"/>
                        </a:rPr>
                        <m:t>         </m:t>
                      </m:r>
                      <m:r>
                        <a:rPr lang="en-US" altLang="ja-JP" sz="1600" b="0" i="0" smtClean="0">
                          <a:latin typeface="Cambria Math" panose="02040503050406030204" pitchFamily="18" charset="0"/>
                        </a:rPr>
                        <m:t>(1)</m:t>
                      </m:r>
                    </m:oMath>
                  </m:oMathPara>
                </a14:m>
                <a:endParaRPr lang="ja-JP" altLang="en-US" sz="1600" dirty="0"/>
              </a:p>
            </p:txBody>
          </p:sp>
        </mc:Choice>
        <mc:Fallback xmlns="">
          <p:sp>
            <p:nvSpPr>
              <p:cNvPr id="8" name="テキスト ボックス 7">
                <a:extLst>
                  <a:ext uri="{FF2B5EF4-FFF2-40B4-BE49-F238E27FC236}">
                    <a16:creationId xmlns:a16="http://schemas.microsoft.com/office/drawing/2014/main" id="{AAF30E24-0F0B-4D71-2644-70E7B7D5FC27}"/>
                  </a:ext>
                </a:extLst>
              </p:cNvPr>
              <p:cNvSpPr txBox="1">
                <a:spLocks noRot="1" noChangeAspect="1" noMove="1" noResize="1" noEditPoints="1" noAdjustHandles="1" noChangeArrowheads="1" noChangeShapeType="1" noTextEdit="1"/>
              </p:cNvSpPr>
              <p:nvPr/>
            </p:nvSpPr>
            <p:spPr>
              <a:xfrm>
                <a:off x="7515496" y="408641"/>
                <a:ext cx="4049487" cy="784895"/>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3DAF4681-DAE3-9C47-99C7-E8AEA508FD4B}"/>
                  </a:ext>
                </a:extLst>
              </p:cNvPr>
              <p:cNvSpPr txBox="1"/>
              <p:nvPr/>
            </p:nvSpPr>
            <p:spPr>
              <a:xfrm>
                <a:off x="531224" y="1642515"/>
                <a:ext cx="11308079" cy="584775"/>
              </a:xfrm>
              <a:prstGeom prst="rect">
                <a:avLst/>
              </a:prstGeom>
              <a:noFill/>
            </p:spPr>
            <p:txBody>
              <a:bodyPr wrap="square" rtlCol="0">
                <a:spAutoFit/>
              </a:bodyPr>
              <a:lstStyle/>
              <a:p>
                <a:r>
                  <a:rPr kumimoji="1" lang="en-US" altLang="ja-JP" sz="1600" dirty="0"/>
                  <a:t>GMM</a:t>
                </a:r>
                <a:r>
                  <a:rPr kumimoji="1" lang="ja-JP" altLang="en-US" sz="1600" dirty="0"/>
                  <a:t>は、式</a:t>
                </a:r>
                <a:r>
                  <a:rPr kumimoji="1" lang="en-US" altLang="ja-JP" sz="1600" dirty="0"/>
                  <a:t>1</a:t>
                </a:r>
                <a:r>
                  <a:rPr kumimoji="1" lang="ja-JP" altLang="en-US" sz="1600" dirty="0"/>
                  <a:t>における</a:t>
                </a:r>
                <a14:m>
                  <m:oMath xmlns:m="http://schemas.openxmlformats.org/officeDocument/2006/math">
                    <m:r>
                      <a:rPr lang="en-US" altLang="ja-JP" sz="1600" i="1" dirty="0" smtClean="0">
                        <a:latin typeface="Cambria Math" panose="02040503050406030204" pitchFamily="18" charset="0"/>
                      </a:rPr>
                      <m:t>𝑃</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e>
                      <m:e>
                        <m:r>
                          <a:rPr lang="en-US" altLang="ja-JP" sz="1600" i="1">
                            <a:latin typeface="Cambria Math" panose="02040503050406030204" pitchFamily="18" charset="0"/>
                          </a:rPr>
                          <m:t>𝑦</m:t>
                        </m:r>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e>
                    </m:d>
                  </m:oMath>
                </a14:m>
                <a:r>
                  <a:rPr lang="ja-JP" altLang="en-US" sz="1600" dirty="0"/>
                  <a:t>が</a:t>
                </a:r>
                <a14:m>
                  <m:oMath xmlns:m="http://schemas.openxmlformats.org/officeDocument/2006/math">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oMath>
                </a14:m>
                <a:r>
                  <a:rPr lang="ja-JP" altLang="en-US" sz="1600" dirty="0"/>
                  <a:t>ごとに異なる正規分布で定義される。</a:t>
                </a:r>
                <a:endParaRPr lang="en-US" altLang="ja-JP" sz="1600" dirty="0"/>
              </a:p>
              <a:p>
                <a14:m>
                  <m:oMath xmlns:m="http://schemas.openxmlformats.org/officeDocument/2006/math">
                    <m:r>
                      <a:rPr lang="en-US" altLang="ja-JP" sz="1600" b="0" i="1" smtClean="0">
                        <a:latin typeface="Cambria Math" panose="02040503050406030204" pitchFamily="18" charset="0"/>
                      </a:rPr>
                      <m:t>𝑚</m:t>
                    </m:r>
                  </m:oMath>
                </a14:m>
                <a:r>
                  <a:rPr lang="ja-JP" altLang="en-US" sz="1600" dirty="0"/>
                  <a:t>番目の要素の平均値を</a:t>
                </a:r>
                <a14:m>
                  <m:oMath xmlns:m="http://schemas.openxmlformats.org/officeDocument/2006/math">
                    <m:sSub>
                      <m:sSubPr>
                        <m:ctrlPr>
                          <a:rPr lang="en-US" altLang="ja-JP" sz="1600" i="1">
                            <a:latin typeface="Cambria Math" panose="02040503050406030204" pitchFamily="18" charset="0"/>
                          </a:rPr>
                        </m:ctrlPr>
                      </m:sSubPr>
                      <m:e>
                        <m:r>
                          <a:rPr lang="ja-JP" altLang="en-US" sz="1600" i="1" smtClean="0">
                            <a:latin typeface="Cambria Math" panose="02040503050406030204" pitchFamily="18" charset="0"/>
                          </a:rPr>
                          <m:t>𝜇</m:t>
                        </m:r>
                      </m:e>
                      <m:sub>
                        <m:r>
                          <a:rPr lang="en-US" altLang="ja-JP" sz="1600" i="1">
                            <a:latin typeface="Cambria Math" panose="02040503050406030204" pitchFamily="18" charset="0"/>
                          </a:rPr>
                          <m:t>𝑚</m:t>
                        </m:r>
                      </m:sub>
                    </m:sSub>
                    <m:r>
                      <a:rPr lang="ja-JP" altLang="en-US" sz="1600" i="1">
                        <a:latin typeface="Cambria Math" panose="02040503050406030204" pitchFamily="18" charset="0"/>
                      </a:rPr>
                      <m:t>、</m:t>
                    </m:r>
                  </m:oMath>
                </a14:m>
                <a:r>
                  <a:rPr lang="ja-JP" altLang="en-US" sz="1600" dirty="0"/>
                  <a:t>分散を</a:t>
                </a:r>
                <a14:m>
                  <m:oMath xmlns:m="http://schemas.openxmlformats.org/officeDocument/2006/math">
                    <m:sSub>
                      <m:sSubPr>
                        <m:ctrlPr>
                          <a:rPr lang="en-US" altLang="ja-JP" sz="1600" i="1">
                            <a:latin typeface="Cambria Math" panose="02040503050406030204" pitchFamily="18" charset="0"/>
                          </a:rPr>
                        </m:ctrlPr>
                      </m:sSubPr>
                      <m:e>
                        <m:r>
                          <m:rPr>
                            <m:sty m:val="p"/>
                          </m:rPr>
                          <a:rPr lang="en-US" altLang="ja-JP" sz="1600" i="1" smtClean="0">
                            <a:latin typeface="Cambria Math" panose="02040503050406030204" pitchFamily="18" charset="0"/>
                          </a:rPr>
                          <m:t>Σ</m:t>
                        </m:r>
                      </m:e>
                      <m:sub>
                        <m:r>
                          <a:rPr lang="en-US" altLang="ja-JP" sz="1600" i="1">
                            <a:latin typeface="Cambria Math" panose="02040503050406030204" pitchFamily="18" charset="0"/>
                          </a:rPr>
                          <m:t>𝑚</m:t>
                        </m:r>
                      </m:sub>
                    </m:sSub>
                  </m:oMath>
                </a14:m>
                <a:r>
                  <a:rPr lang="ja-JP" altLang="en-US" sz="1600" dirty="0"/>
                  <a:t>とし、その時の多変量正規分布を</a:t>
                </a:r>
                <a14:m>
                  <m:oMath xmlns:m="http://schemas.openxmlformats.org/officeDocument/2006/math">
                    <m:r>
                      <a:rPr lang="en-US" altLang="ja-JP" sz="1600" b="0" i="1" smtClean="0">
                        <a:latin typeface="Cambria Math" panose="02040503050406030204" pitchFamily="18" charset="0"/>
                      </a:rPr>
                      <m:t>𝑁</m:t>
                    </m:r>
                    <m:d>
                      <m:dPr>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𝑥</m:t>
                        </m:r>
                        <m:r>
                          <a:rPr lang="en-US" altLang="ja-JP" sz="1600" b="0" i="1" smtClean="0">
                            <a:latin typeface="Cambria Math" panose="02040503050406030204" pitchFamily="18" charset="0"/>
                          </a:rPr>
                          <m:t>;</m:t>
                        </m:r>
                        <m:sSub>
                          <m:sSubPr>
                            <m:ctrlPr>
                              <a:rPr lang="en-US" altLang="ja-JP" sz="1600" i="1">
                                <a:latin typeface="Cambria Math" panose="02040503050406030204" pitchFamily="18" charset="0"/>
                              </a:rPr>
                            </m:ctrlPr>
                          </m:sSubPr>
                          <m:e>
                            <m:r>
                              <a:rPr lang="ja-JP" altLang="en-US" sz="1600" i="1">
                                <a:latin typeface="Cambria Math" panose="02040503050406030204" pitchFamily="18" charset="0"/>
                              </a:rPr>
                              <m:t>𝜇</m:t>
                            </m:r>
                          </m:e>
                          <m:sub>
                            <m:r>
                              <a:rPr lang="en-US" altLang="ja-JP" sz="1600" i="1">
                                <a:latin typeface="Cambria Math" panose="02040503050406030204" pitchFamily="18" charset="0"/>
                              </a:rPr>
                              <m:t>𝑚</m:t>
                            </m:r>
                          </m:sub>
                        </m:sSub>
                        <m:r>
                          <a:rPr lang="en-US" altLang="ja-JP" sz="1600" b="0" i="1" smtClean="0">
                            <a:latin typeface="Cambria Math" panose="02040503050406030204" pitchFamily="18" charset="0"/>
                          </a:rPr>
                          <m:t>,</m:t>
                        </m:r>
                        <m:sSub>
                          <m:sSubPr>
                            <m:ctrlPr>
                              <a:rPr lang="en-US" altLang="ja-JP" sz="1600" i="1">
                                <a:latin typeface="Cambria Math" panose="02040503050406030204" pitchFamily="18" charset="0"/>
                              </a:rPr>
                            </m:ctrlPr>
                          </m:sSubPr>
                          <m:e>
                            <m:r>
                              <m:rPr>
                                <m:sty m:val="p"/>
                              </m:rPr>
                              <a:rPr lang="en-US" altLang="ja-JP" sz="1600" i="1">
                                <a:latin typeface="Cambria Math" panose="02040503050406030204" pitchFamily="18" charset="0"/>
                              </a:rPr>
                              <m:t>Σ</m:t>
                            </m:r>
                          </m:e>
                          <m:sub>
                            <m:r>
                              <a:rPr lang="en-US" altLang="ja-JP" sz="1600" i="1">
                                <a:latin typeface="Cambria Math" panose="02040503050406030204" pitchFamily="18" charset="0"/>
                              </a:rPr>
                              <m:t>𝑚</m:t>
                            </m:r>
                          </m:sub>
                        </m:sSub>
                      </m:e>
                    </m:d>
                    <m:r>
                      <a:rPr lang="ja-JP" altLang="en-US" sz="1600" i="1">
                        <a:latin typeface="Cambria Math" panose="02040503050406030204" pitchFamily="18" charset="0"/>
                      </a:rPr>
                      <m:t>とすると、</m:t>
                    </m:r>
                  </m:oMath>
                </a14:m>
                <a:r>
                  <a:rPr lang="en-US" altLang="ja-JP" sz="1600" b="0" dirty="0"/>
                  <a:t>GMM</a:t>
                </a:r>
                <a:r>
                  <a:rPr lang="ja-JP" altLang="en-US" sz="1600" b="0" dirty="0"/>
                  <a:t>は、</a:t>
                </a:r>
                <a:endParaRPr lang="en-US" altLang="ja-JP" sz="1600" b="0" dirty="0"/>
              </a:p>
            </p:txBody>
          </p:sp>
        </mc:Choice>
        <mc:Fallback xmlns="">
          <p:sp>
            <p:nvSpPr>
              <p:cNvPr id="9" name="テキスト ボックス 8">
                <a:extLst>
                  <a:ext uri="{FF2B5EF4-FFF2-40B4-BE49-F238E27FC236}">
                    <a16:creationId xmlns:a16="http://schemas.microsoft.com/office/drawing/2014/main" id="{3DAF4681-DAE3-9C47-99C7-E8AEA508FD4B}"/>
                  </a:ext>
                </a:extLst>
              </p:cNvPr>
              <p:cNvSpPr txBox="1">
                <a:spLocks noRot="1" noChangeAspect="1" noMove="1" noResize="1" noEditPoints="1" noAdjustHandles="1" noChangeArrowheads="1" noChangeShapeType="1" noTextEdit="1"/>
              </p:cNvSpPr>
              <p:nvPr/>
            </p:nvSpPr>
            <p:spPr>
              <a:xfrm>
                <a:off x="531224" y="1642515"/>
                <a:ext cx="11308079" cy="584775"/>
              </a:xfrm>
              <a:prstGeom prst="rect">
                <a:avLst/>
              </a:prstGeom>
              <a:blipFill>
                <a:blip r:embed="rId3"/>
                <a:stretch>
                  <a:fillRect l="-270" t="-4167" b="-125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D9E68226-FE2F-34BE-7F86-A8AAE967E390}"/>
                  </a:ext>
                </a:extLst>
              </p:cNvPr>
              <p:cNvSpPr txBox="1"/>
              <p:nvPr/>
            </p:nvSpPr>
            <p:spPr>
              <a:xfrm>
                <a:off x="1341120" y="2490351"/>
                <a:ext cx="3614057" cy="7848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1600" b="0" i="1" smtClean="0">
                          <a:latin typeface="Cambria Math" panose="02040503050406030204" pitchFamily="18" charset="0"/>
                        </a:rPr>
                        <m:t>𝑓</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e>
                        <m:e>
                          <m:r>
                            <a:rPr lang="ja-JP" altLang="en-US" sz="1600" i="1" smtClean="0">
                              <a:latin typeface="Cambria Math" panose="02040503050406030204" pitchFamily="18" charset="0"/>
                            </a:rPr>
                            <m:t>𝜃</m:t>
                          </m:r>
                        </m:e>
                      </m:d>
                      <m:r>
                        <a:rPr lang="en-US" altLang="ja-JP" sz="1600" i="1">
                          <a:latin typeface="Cambria Math" panose="02040503050406030204" pitchFamily="18" charset="0"/>
                        </a:rPr>
                        <m:t>=</m:t>
                      </m:r>
                      <m:nary>
                        <m:naryPr>
                          <m:chr m:val="∑"/>
                          <m:ctrlPr>
                            <a:rPr lang="en-US" altLang="ja-JP" sz="1600" i="1" smtClean="0">
                              <a:latin typeface="Cambria Math" panose="02040503050406030204" pitchFamily="18" charset="0"/>
                            </a:rPr>
                          </m:ctrlPr>
                        </m:naryPr>
                        <m:sub>
                          <m:r>
                            <m:rPr>
                              <m:brk m:alnAt="23"/>
                            </m:rPr>
                            <a:rPr lang="en-US" altLang="ja-JP" sz="1600" i="1">
                              <a:latin typeface="Cambria Math" panose="02040503050406030204" pitchFamily="18" charset="0"/>
                            </a:rPr>
                            <m:t>𝑚</m:t>
                          </m:r>
                          <m:r>
                            <a:rPr lang="en-US" altLang="ja-JP" sz="1600" i="1">
                              <a:latin typeface="Cambria Math" panose="02040503050406030204" pitchFamily="18" charset="0"/>
                            </a:rPr>
                            <m:t>=0</m:t>
                          </m:r>
                        </m:sub>
                        <m:sup>
                          <m:r>
                            <a:rPr lang="en-US" altLang="ja-JP" sz="1600" i="1">
                              <a:latin typeface="Cambria Math" panose="02040503050406030204" pitchFamily="18" charset="0"/>
                            </a:rPr>
                            <m:t>𝑀</m:t>
                          </m:r>
                          <m:r>
                            <a:rPr lang="en-US" altLang="ja-JP" sz="1600" i="1">
                              <a:latin typeface="Cambria Math" panose="02040503050406030204" pitchFamily="18" charset="0"/>
                            </a:rPr>
                            <m:t>−1</m:t>
                          </m:r>
                        </m:sup>
                        <m:e>
                          <m:sSub>
                            <m:sSubPr>
                              <m:ctrlPr>
                                <a:rPr lang="en-US" altLang="ja-JP" sz="1600" i="1" smtClean="0">
                                  <a:latin typeface="Cambria Math" panose="02040503050406030204" pitchFamily="18" charset="0"/>
                                </a:rPr>
                              </m:ctrlPr>
                            </m:sSubPr>
                            <m:e>
                              <m:r>
                                <a:rPr lang="en-US" altLang="ja-JP" sz="1600" b="0" i="1" smtClean="0">
                                  <a:latin typeface="Cambria Math" panose="02040503050406030204" pitchFamily="18" charset="0"/>
                                </a:rPr>
                                <m:t>𝑤</m:t>
                              </m:r>
                            </m:e>
                            <m:sub>
                              <m:r>
                                <a:rPr lang="en-US" altLang="ja-JP" sz="1600" b="0" i="1" smtClean="0">
                                  <a:latin typeface="Cambria Math" panose="02040503050406030204" pitchFamily="18" charset="0"/>
                                </a:rPr>
                                <m:t>𝑚</m:t>
                              </m:r>
                            </m:sub>
                          </m:sSub>
                          <m:r>
                            <a:rPr lang="en-US" altLang="ja-JP" sz="1600" i="1">
                              <a:latin typeface="Cambria Math" panose="02040503050406030204" pitchFamily="18" charset="0"/>
                            </a:rPr>
                            <m:t>𝑁</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a:rPr lang="ja-JP" altLang="en-US" sz="1600" i="1">
                                      <a:latin typeface="Cambria Math" panose="02040503050406030204" pitchFamily="18" charset="0"/>
                                    </a:rPr>
                                    <m:t>𝜇</m:t>
                                  </m:r>
                                </m:e>
                                <m:sub>
                                  <m:r>
                                    <a:rPr lang="en-US" altLang="ja-JP" sz="1600" i="1">
                                      <a:latin typeface="Cambria Math" panose="02040503050406030204" pitchFamily="18" charset="0"/>
                                    </a:rPr>
                                    <m:t>𝑚</m:t>
                                  </m:r>
                                </m:sub>
                              </m:sSub>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m:rPr>
                                      <m:sty m:val="p"/>
                                    </m:rPr>
                                    <a:rPr lang="en-US" altLang="ja-JP" sz="1600" i="1">
                                      <a:latin typeface="Cambria Math" panose="02040503050406030204" pitchFamily="18" charset="0"/>
                                    </a:rPr>
                                    <m:t>Σ</m:t>
                                  </m:r>
                                </m:e>
                                <m:sub>
                                  <m:r>
                                    <a:rPr lang="en-US" altLang="ja-JP" sz="1600" i="1">
                                      <a:latin typeface="Cambria Math" panose="02040503050406030204" pitchFamily="18" charset="0"/>
                                    </a:rPr>
                                    <m:t>𝑚</m:t>
                                  </m:r>
                                </m:sub>
                              </m:sSub>
                            </m:e>
                          </m:d>
                        </m:e>
                      </m:nary>
                    </m:oMath>
                  </m:oMathPara>
                </a14:m>
                <a:endParaRPr lang="ja-JP" altLang="en-US" sz="1600" dirty="0"/>
              </a:p>
            </p:txBody>
          </p:sp>
        </mc:Choice>
        <mc:Fallback xmlns="">
          <p:sp>
            <p:nvSpPr>
              <p:cNvPr id="12" name="テキスト ボックス 11">
                <a:extLst>
                  <a:ext uri="{FF2B5EF4-FFF2-40B4-BE49-F238E27FC236}">
                    <a16:creationId xmlns:a16="http://schemas.microsoft.com/office/drawing/2014/main" id="{D9E68226-FE2F-34BE-7F86-A8AAE967E390}"/>
                  </a:ext>
                </a:extLst>
              </p:cNvPr>
              <p:cNvSpPr txBox="1">
                <a:spLocks noRot="1" noChangeAspect="1" noMove="1" noResize="1" noEditPoints="1" noAdjustHandles="1" noChangeArrowheads="1" noChangeShapeType="1" noTextEdit="1"/>
              </p:cNvSpPr>
              <p:nvPr/>
            </p:nvSpPr>
            <p:spPr>
              <a:xfrm>
                <a:off x="1341120" y="2490351"/>
                <a:ext cx="3614057" cy="784895"/>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04E41591-2928-5BFC-B77E-F9899A1923F2}"/>
                  </a:ext>
                </a:extLst>
              </p:cNvPr>
              <p:cNvSpPr txBox="1"/>
              <p:nvPr/>
            </p:nvSpPr>
            <p:spPr>
              <a:xfrm>
                <a:off x="5926182" y="2490351"/>
                <a:ext cx="3614057" cy="7848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US" altLang="ja-JP" sz="1600" i="1" smtClean="0">
                              <a:latin typeface="Cambria Math" panose="02040503050406030204" pitchFamily="18" charset="0"/>
                            </a:rPr>
                          </m:ctrlPr>
                        </m:naryPr>
                        <m:sub>
                          <m:r>
                            <m:rPr>
                              <m:brk m:alnAt="23"/>
                            </m:rPr>
                            <a:rPr lang="en-US" altLang="ja-JP" sz="1600" i="1">
                              <a:latin typeface="Cambria Math" panose="02040503050406030204" pitchFamily="18" charset="0"/>
                            </a:rPr>
                            <m:t>𝑚</m:t>
                          </m:r>
                          <m:r>
                            <a:rPr lang="en-US" altLang="ja-JP" sz="1600" i="1">
                              <a:latin typeface="Cambria Math" panose="02040503050406030204" pitchFamily="18" charset="0"/>
                            </a:rPr>
                            <m:t>=0</m:t>
                          </m:r>
                        </m:sub>
                        <m:sup>
                          <m:r>
                            <a:rPr lang="en-US" altLang="ja-JP" sz="1600" i="1">
                              <a:latin typeface="Cambria Math" panose="02040503050406030204" pitchFamily="18" charset="0"/>
                            </a:rPr>
                            <m:t>𝑀</m:t>
                          </m:r>
                          <m:r>
                            <a:rPr lang="en-US" altLang="ja-JP" sz="1600" i="1">
                              <a:latin typeface="Cambria Math" panose="02040503050406030204" pitchFamily="18" charset="0"/>
                            </a:rPr>
                            <m:t>−1</m:t>
                          </m:r>
                        </m:sup>
                        <m:e>
                          <m:sSub>
                            <m:sSubPr>
                              <m:ctrlPr>
                                <a:rPr lang="en-US" altLang="ja-JP" sz="1600" i="1" smtClean="0">
                                  <a:latin typeface="Cambria Math" panose="02040503050406030204" pitchFamily="18" charset="0"/>
                                </a:rPr>
                              </m:ctrlPr>
                            </m:sSubPr>
                            <m:e>
                              <m:r>
                                <a:rPr lang="en-US" altLang="ja-JP" sz="1600" b="0" i="1" smtClean="0">
                                  <a:latin typeface="Cambria Math" panose="02040503050406030204" pitchFamily="18" charset="0"/>
                                </a:rPr>
                                <m:t>𝑤</m:t>
                              </m:r>
                            </m:e>
                            <m:sub>
                              <m:r>
                                <a:rPr lang="en-US" altLang="ja-JP" sz="1600" b="0" i="1" smtClean="0">
                                  <a:latin typeface="Cambria Math" panose="02040503050406030204" pitchFamily="18" charset="0"/>
                                </a:rPr>
                                <m:t>𝑚</m:t>
                              </m:r>
                            </m:sub>
                          </m:sSub>
                          <m:r>
                            <a:rPr lang="en-US" altLang="ja-JP" sz="1600" b="0" i="1" smtClean="0">
                              <a:latin typeface="Cambria Math" panose="02040503050406030204" pitchFamily="18" charset="0"/>
                            </a:rPr>
                            <m:t>=1</m:t>
                          </m:r>
                        </m:e>
                      </m:nary>
                    </m:oMath>
                  </m:oMathPara>
                </a14:m>
                <a:endParaRPr lang="ja-JP" altLang="en-US" sz="1600" dirty="0"/>
              </a:p>
            </p:txBody>
          </p:sp>
        </mc:Choice>
        <mc:Fallback xmlns="">
          <p:sp>
            <p:nvSpPr>
              <p:cNvPr id="14" name="テキスト ボックス 13">
                <a:extLst>
                  <a:ext uri="{FF2B5EF4-FFF2-40B4-BE49-F238E27FC236}">
                    <a16:creationId xmlns:a16="http://schemas.microsoft.com/office/drawing/2014/main" id="{04E41591-2928-5BFC-B77E-F9899A1923F2}"/>
                  </a:ext>
                </a:extLst>
              </p:cNvPr>
              <p:cNvSpPr txBox="1">
                <a:spLocks noRot="1" noChangeAspect="1" noMove="1" noResize="1" noEditPoints="1" noAdjustHandles="1" noChangeArrowheads="1" noChangeShapeType="1" noTextEdit="1"/>
              </p:cNvSpPr>
              <p:nvPr/>
            </p:nvSpPr>
            <p:spPr>
              <a:xfrm>
                <a:off x="5926182" y="2490351"/>
                <a:ext cx="3614057" cy="784895"/>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0A698DCA-58F9-A55D-ECEF-85227245DE6F}"/>
                  </a:ext>
                </a:extLst>
              </p:cNvPr>
              <p:cNvSpPr txBox="1"/>
              <p:nvPr/>
            </p:nvSpPr>
            <p:spPr>
              <a:xfrm>
                <a:off x="531225" y="3570766"/>
                <a:ext cx="11308079" cy="586314"/>
              </a:xfrm>
              <a:prstGeom prst="rect">
                <a:avLst/>
              </a:prstGeom>
              <a:noFill/>
            </p:spPr>
            <p:txBody>
              <a:bodyPr wrap="square">
                <a:spAutoFit/>
              </a:bodyPr>
              <a:lstStyle/>
              <a:p>
                <a14:m>
                  <m:oMath xmlns:m="http://schemas.openxmlformats.org/officeDocument/2006/math">
                    <m:sSub>
                      <m:sSubPr>
                        <m:ctrlPr>
                          <a:rPr lang="en-US" altLang="ja-JP" sz="1600" i="1" smtClean="0">
                            <a:latin typeface="Cambria Math" panose="02040503050406030204" pitchFamily="18" charset="0"/>
                          </a:rPr>
                        </m:ctrlPr>
                      </m:sSubPr>
                      <m:e>
                        <m:r>
                          <a:rPr lang="en-US" altLang="ja-JP" sz="1600" b="0" i="1" smtClean="0">
                            <a:latin typeface="Cambria Math" panose="02040503050406030204" pitchFamily="18" charset="0"/>
                          </a:rPr>
                          <m:t>𝑤</m:t>
                        </m:r>
                      </m:e>
                      <m:sub>
                        <m:r>
                          <a:rPr lang="en-US" altLang="ja-JP" sz="1600" b="0" i="1" smtClean="0">
                            <a:latin typeface="Cambria Math" panose="02040503050406030204" pitchFamily="18" charset="0"/>
                          </a:rPr>
                          <m:t>𝑚</m:t>
                        </m:r>
                      </m:sub>
                    </m:sSub>
                    <m:r>
                      <a:rPr lang="ja-JP" altLang="en-US" sz="1600" i="1">
                        <a:latin typeface="Cambria Math" panose="02040503050406030204" pitchFamily="18" charset="0"/>
                      </a:rPr>
                      <m:t>は</m:t>
                    </m:r>
                    <m:r>
                      <a:rPr lang="en-US" altLang="ja-JP" sz="1600" i="1">
                        <a:latin typeface="Cambria Math" panose="02040503050406030204" pitchFamily="18" charset="0"/>
                      </a:rPr>
                      <m:t>𝑚</m:t>
                    </m:r>
                    <m:r>
                      <m:rPr>
                        <m:nor/>
                      </m:rPr>
                      <a:rPr lang="ja-JP" altLang="en-US" sz="1600" dirty="0"/>
                      <m:t>番目の</m:t>
                    </m:r>
                    <m:r>
                      <a:rPr lang="ja-JP" altLang="en-US" sz="1600" i="1" dirty="0">
                        <a:latin typeface="Cambria Math" panose="02040503050406030204" pitchFamily="18" charset="0"/>
                      </a:rPr>
                      <m:t>正規分布</m:t>
                    </m:r>
                    <m:d>
                      <m:dPr>
                        <m:ctrlPr>
                          <a:rPr lang="en-US" altLang="ja-JP" sz="1600" b="0" i="1" dirty="0" smtClean="0">
                            <a:latin typeface="Cambria Math" panose="02040503050406030204" pitchFamily="18" charset="0"/>
                          </a:rPr>
                        </m:ctrlPr>
                      </m:dPr>
                      <m:e>
                        <m:r>
                          <a:rPr lang="ja-JP" altLang="en-US" sz="1600" i="1" dirty="0">
                            <a:latin typeface="Cambria Math" panose="02040503050406030204" pitchFamily="18" charset="0"/>
                          </a:rPr>
                          <m:t>混合要素</m:t>
                        </m:r>
                      </m:e>
                    </m:d>
                    <m:r>
                      <a:rPr lang="ja-JP" altLang="en-US" sz="1600" i="1" dirty="0">
                        <a:latin typeface="Cambria Math" panose="02040503050406030204" pitchFamily="18" charset="0"/>
                      </a:rPr>
                      <m:t>に対する</m:t>
                    </m:r>
                  </m:oMath>
                </a14:m>
                <a:r>
                  <a:rPr lang="ja-JP" altLang="en-US" sz="1600" dirty="0"/>
                  <a:t>重み</a:t>
                </a:r>
                <a:r>
                  <a:rPr lang="en-US" altLang="ja-JP" sz="1600" dirty="0"/>
                  <a:t>(</a:t>
                </a:r>
                <a:r>
                  <a:rPr lang="ja-JP" altLang="en-US" sz="1600" b="1" dirty="0"/>
                  <a:t>混合重み</a:t>
                </a:r>
                <a:r>
                  <a:rPr lang="en-US" altLang="ja-JP" sz="1600" dirty="0"/>
                  <a:t>)</a:t>
                </a:r>
                <a:r>
                  <a:rPr lang="ja-JP" altLang="en-US" sz="1600" dirty="0"/>
                  <a:t>であり、式</a:t>
                </a:r>
                <a:r>
                  <a:rPr lang="en-US" altLang="ja-JP" sz="1600" dirty="0"/>
                  <a:t>1</a:t>
                </a:r>
                <a:r>
                  <a:rPr lang="ja-JP" altLang="en-US" sz="1600" dirty="0"/>
                  <a:t>に対する</a:t>
                </a:r>
                <a14:m>
                  <m:oMath xmlns:m="http://schemas.openxmlformats.org/officeDocument/2006/math">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e>
                      <m:e>
                        <m:r>
                          <a:rPr lang="en-US" altLang="ja-JP" sz="1600" i="1">
                            <a:latin typeface="Cambria Math" panose="02040503050406030204" pitchFamily="18" charset="0"/>
                          </a:rPr>
                          <m:t>𝑦</m:t>
                        </m:r>
                      </m:e>
                    </m:d>
                  </m:oMath>
                </a14:m>
                <a:r>
                  <a:rPr lang="ja-JP" altLang="en-US" sz="1600" dirty="0"/>
                  <a:t>に相当する。また、</a:t>
                </a:r>
                <a14:m>
                  <m:oMath xmlns:m="http://schemas.openxmlformats.org/officeDocument/2006/math">
                    <m:r>
                      <a:rPr lang="ja-JP" altLang="en-US" sz="1600" i="1" smtClean="0">
                        <a:latin typeface="Cambria Math" panose="02040503050406030204" pitchFamily="18" charset="0"/>
                      </a:rPr>
                      <m:t>𝜃</m:t>
                    </m:r>
                    <m:r>
                      <a:rPr lang="ja-JP" altLang="en-US" sz="1600" i="1">
                        <a:latin typeface="Cambria Math" panose="02040503050406030204" pitchFamily="18" charset="0"/>
                      </a:rPr>
                      <m:t>は</m:t>
                    </m:r>
                  </m:oMath>
                </a14:m>
                <a:r>
                  <a:rPr lang="en-US" altLang="ja-JP" sz="1600" dirty="0"/>
                  <a:t>GMM</a:t>
                </a:r>
                <a:r>
                  <a:rPr lang="ja-JP" altLang="en-US" sz="1600" dirty="0"/>
                  <a:t>のパラメータで、</a:t>
                </a:r>
                <a14:m>
                  <m:oMath xmlns:m="http://schemas.openxmlformats.org/officeDocument/2006/math">
                    <m:r>
                      <a:rPr lang="ja-JP" altLang="en-US" sz="1600" i="1">
                        <a:latin typeface="Cambria Math" panose="02040503050406030204" pitchFamily="18" charset="0"/>
                      </a:rPr>
                      <m:t>𝜃</m:t>
                    </m:r>
                    <m:r>
                      <a:rPr lang="en-US" altLang="ja-JP" sz="1600" b="0" i="1" smtClean="0">
                        <a:latin typeface="Cambria Math" panose="02040503050406030204" pitchFamily="18" charset="0"/>
                      </a:rPr>
                      <m:t>=</m:t>
                    </m:r>
                    <m:d>
                      <m:dPr>
                        <m:begChr m:val="{"/>
                        <m:endChr m:val="}"/>
                        <m:ctrlPr>
                          <a:rPr lang="en-US" altLang="ja-JP" sz="1600" b="0" i="1" smtClean="0">
                            <a:latin typeface="Cambria Math" panose="02040503050406030204" pitchFamily="18" charset="0"/>
                          </a:rPr>
                        </m:ctrlPr>
                      </m:dPr>
                      <m:e>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𝑤</m:t>
                            </m:r>
                          </m:e>
                          <m:sub>
                            <m:r>
                              <a:rPr lang="en-US" altLang="ja-JP" sz="1600" i="1">
                                <a:latin typeface="Cambria Math" panose="02040503050406030204" pitchFamily="18" charset="0"/>
                              </a:rPr>
                              <m:t>𝑚</m:t>
                            </m:r>
                          </m:sub>
                        </m:sSub>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a:rPr lang="ja-JP" altLang="en-US" sz="1600" i="1">
                                <a:latin typeface="Cambria Math" panose="02040503050406030204" pitchFamily="18" charset="0"/>
                              </a:rPr>
                              <m:t>𝜇</m:t>
                            </m:r>
                          </m:e>
                          <m:sub>
                            <m:r>
                              <a:rPr lang="en-US" altLang="ja-JP" sz="1600" i="1">
                                <a:latin typeface="Cambria Math" panose="02040503050406030204" pitchFamily="18" charset="0"/>
                              </a:rPr>
                              <m:t>𝑚</m:t>
                            </m:r>
                          </m:sub>
                        </m:sSub>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m:rPr>
                                <m:sty m:val="p"/>
                              </m:rPr>
                              <a:rPr lang="en-US" altLang="ja-JP" sz="1600" i="1">
                                <a:latin typeface="Cambria Math" panose="02040503050406030204" pitchFamily="18" charset="0"/>
                              </a:rPr>
                              <m:t>Σ</m:t>
                            </m:r>
                          </m:e>
                          <m:sub>
                            <m:r>
                              <a:rPr lang="en-US" altLang="ja-JP" sz="1600" i="1">
                                <a:latin typeface="Cambria Math" panose="02040503050406030204" pitchFamily="18" charset="0"/>
                              </a:rPr>
                              <m:t>𝑚</m:t>
                            </m:r>
                          </m:sub>
                        </m:sSub>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𝑚</m:t>
                        </m:r>
                        <m:r>
                          <a:rPr lang="en-US" altLang="ja-JP" sz="1600" b="0" i="1" smtClean="0">
                            <a:latin typeface="Cambria Math" panose="02040503050406030204" pitchFamily="18" charset="0"/>
                          </a:rPr>
                          <m:t>=0,…,</m:t>
                        </m:r>
                        <m:r>
                          <a:rPr lang="en-US" altLang="ja-JP" sz="1600" b="0" i="1" smtClean="0">
                            <a:latin typeface="Cambria Math" panose="02040503050406030204" pitchFamily="18" charset="0"/>
                          </a:rPr>
                          <m:t>𝑀</m:t>
                        </m:r>
                        <m:r>
                          <a:rPr lang="en-US" altLang="ja-JP" sz="1600" b="0" i="1" smtClean="0">
                            <a:latin typeface="Cambria Math" panose="02040503050406030204" pitchFamily="18" charset="0"/>
                          </a:rPr>
                          <m:t>−1)</m:t>
                        </m:r>
                      </m:e>
                    </m:d>
                    <m:r>
                      <a:rPr lang="ja-JP" altLang="en-US" sz="1600" i="1">
                        <a:latin typeface="Cambria Math" panose="02040503050406030204" pitchFamily="18" charset="0"/>
                      </a:rPr>
                      <m:t>で、</m:t>
                    </m:r>
                  </m:oMath>
                </a14:m>
                <a:r>
                  <a:rPr lang="en-US" altLang="ja-JP" sz="1600" dirty="0"/>
                  <a:t> </a:t>
                </a:r>
                <a14:m>
                  <m:oMath xmlns:m="http://schemas.openxmlformats.org/officeDocument/2006/math">
                    <m:r>
                      <a:rPr lang="en-US" altLang="ja-JP" sz="1600" i="1">
                        <a:latin typeface="Cambria Math" panose="02040503050406030204" pitchFamily="18" charset="0"/>
                      </a:rPr>
                      <m:t>𝑀</m:t>
                    </m:r>
                  </m:oMath>
                </a14:m>
                <a:r>
                  <a:rPr lang="ja-JP" altLang="en-US" sz="1600" dirty="0"/>
                  <a:t>は正規分布の数で、</a:t>
                </a:r>
                <a:r>
                  <a:rPr lang="ja-JP" altLang="en-US" sz="1600" b="1" dirty="0"/>
                  <a:t>混合数</a:t>
                </a:r>
                <a:r>
                  <a:rPr lang="ja-JP" altLang="en-US" sz="1600" dirty="0"/>
                  <a:t>と呼ばれる。</a:t>
                </a:r>
                <a:endParaRPr lang="en-US" altLang="ja-JP" sz="1600" dirty="0"/>
              </a:p>
            </p:txBody>
          </p:sp>
        </mc:Choice>
        <mc:Fallback xmlns="">
          <p:sp>
            <p:nvSpPr>
              <p:cNvPr id="17" name="テキスト ボックス 16">
                <a:extLst>
                  <a:ext uri="{FF2B5EF4-FFF2-40B4-BE49-F238E27FC236}">
                    <a16:creationId xmlns:a16="http://schemas.microsoft.com/office/drawing/2014/main" id="{0A698DCA-58F9-A55D-ECEF-85227245DE6F}"/>
                  </a:ext>
                </a:extLst>
              </p:cNvPr>
              <p:cNvSpPr txBox="1">
                <a:spLocks noRot="1" noChangeAspect="1" noMove="1" noResize="1" noEditPoints="1" noAdjustHandles="1" noChangeArrowheads="1" noChangeShapeType="1" noTextEdit="1"/>
              </p:cNvSpPr>
              <p:nvPr/>
            </p:nvSpPr>
            <p:spPr>
              <a:xfrm>
                <a:off x="531225" y="3570766"/>
                <a:ext cx="11308079" cy="586314"/>
              </a:xfrm>
              <a:prstGeom prst="rect">
                <a:avLst/>
              </a:prstGeom>
              <a:blipFill>
                <a:blip r:embed="rId6"/>
                <a:stretch>
                  <a:fillRect l="-270" t="-4167" b="-125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D81E0BB8-6814-5817-2A89-338ACFCBAA51}"/>
                  </a:ext>
                </a:extLst>
              </p:cNvPr>
              <p:cNvSpPr txBox="1"/>
              <p:nvPr/>
            </p:nvSpPr>
            <p:spPr>
              <a:xfrm>
                <a:off x="531225" y="4630710"/>
                <a:ext cx="11308079" cy="1335815"/>
              </a:xfrm>
              <a:prstGeom prst="rect">
                <a:avLst/>
              </a:prstGeom>
              <a:noFill/>
            </p:spPr>
            <p:txBody>
              <a:bodyPr wrap="square">
                <a:spAutoFit/>
              </a:bodyPr>
              <a:lstStyle/>
              <a:p>
                <a:r>
                  <a:rPr lang="ja-JP" altLang="en-US" sz="1600" b="0" dirty="0"/>
                  <a:t>次に、確率密度関数</a:t>
                </a:r>
                <a14:m>
                  <m:oMath xmlns:m="http://schemas.openxmlformats.org/officeDocument/2006/math">
                    <m:r>
                      <a:rPr lang="en-US" altLang="ja-JP" sz="1600" b="0" i="1" smtClean="0">
                        <a:latin typeface="Cambria Math" panose="02040503050406030204" pitchFamily="18" charset="0"/>
                      </a:rPr>
                      <m:t>𝑓</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e>
                      <m:e>
                        <m:r>
                          <a:rPr lang="ja-JP" altLang="en-US" sz="1600" i="1" smtClean="0">
                            <a:latin typeface="Cambria Math" panose="02040503050406030204" pitchFamily="18" charset="0"/>
                          </a:rPr>
                          <m:t>𝜃</m:t>
                        </m:r>
                      </m:e>
                    </m:d>
                  </m:oMath>
                </a14:m>
                <a:r>
                  <a:rPr lang="ja-JP" altLang="en-US" sz="1600" dirty="0"/>
                  <a:t>をデータに当てはめる。→パラメータ</a:t>
                </a:r>
                <a14:m>
                  <m:oMath xmlns:m="http://schemas.openxmlformats.org/officeDocument/2006/math">
                    <m:r>
                      <a:rPr lang="ja-JP" altLang="en-US" sz="1600" i="1">
                        <a:latin typeface="Cambria Math" panose="02040503050406030204" pitchFamily="18" charset="0"/>
                      </a:rPr>
                      <m:t>𝜃</m:t>
                    </m:r>
                  </m:oMath>
                </a14:m>
                <a:r>
                  <a:rPr lang="ja-JP" altLang="en-US" sz="1600" dirty="0"/>
                  <a:t>を決定する。</a:t>
                </a:r>
                <a:endParaRPr lang="en-US" altLang="ja-JP" sz="1600" dirty="0"/>
              </a:p>
              <a:p>
                <a:endParaRPr lang="en-US" altLang="ja-JP" sz="1600" dirty="0"/>
              </a:p>
              <a:p>
                <a:r>
                  <a:rPr lang="ja-JP" altLang="en-US" sz="1600" dirty="0"/>
                  <a:t>最尤推定法を用いて</a:t>
                </a:r>
                <a14:m>
                  <m:oMath xmlns:m="http://schemas.openxmlformats.org/officeDocument/2006/math">
                    <m:acc>
                      <m:accPr>
                        <m:chr m:val="̂"/>
                        <m:ctrlPr>
                          <a:rPr lang="ja-JP" altLang="en-US" sz="1600" i="1" smtClean="0">
                            <a:latin typeface="Cambria Math" panose="02040503050406030204" pitchFamily="18" charset="0"/>
                          </a:rPr>
                        </m:ctrlPr>
                      </m:accPr>
                      <m:e>
                        <m:r>
                          <a:rPr lang="ja-JP" altLang="en-US" sz="1600" i="1">
                            <a:latin typeface="Cambria Math" panose="02040503050406030204" pitchFamily="18" charset="0"/>
                          </a:rPr>
                          <m:t>𝜃</m:t>
                        </m:r>
                      </m:e>
                    </m:acc>
                  </m:oMath>
                </a14:m>
                <a:r>
                  <a:rPr lang="ja-JP" altLang="en-US" sz="1600" dirty="0"/>
                  <a:t>を計算していくが、</a:t>
                </a:r>
                <a:r>
                  <a:rPr lang="en-US" altLang="ja-JP" sz="1600" dirty="0"/>
                  <a:t>GMM</a:t>
                </a:r>
                <a:r>
                  <a:rPr lang="ja-JP" altLang="en-US" sz="1600" dirty="0"/>
                  <a:t>は複数の正規分布の集まりであるため、個々の正規分布を最適化していく。しかし、</a:t>
                </a:r>
                <a:r>
                  <a:rPr lang="en-US" altLang="ja-JP" sz="1600" dirty="0"/>
                  <a:t> </a:t>
                </a:r>
                <a14:m>
                  <m:oMath xmlns:m="http://schemas.openxmlformats.org/officeDocument/2006/math">
                    <m:r>
                      <a:rPr lang="en-US" altLang="ja-JP" sz="1600" i="1">
                        <a:latin typeface="Cambria Math" panose="02040503050406030204" pitchFamily="18" charset="0"/>
                      </a:rPr>
                      <m:t>𝑚</m:t>
                    </m:r>
                    <m:r>
                      <m:rPr>
                        <m:nor/>
                      </m:rPr>
                      <a:rPr lang="ja-JP" altLang="en-US" sz="1600" dirty="0"/>
                      <m:t>番目の</m:t>
                    </m:r>
                    <m:r>
                      <a:rPr lang="ja-JP" altLang="en-US" sz="1600" i="1" dirty="0">
                        <a:latin typeface="Cambria Math" panose="02040503050406030204" pitchFamily="18" charset="0"/>
                      </a:rPr>
                      <m:t>正規分布の時に</m:t>
                    </m:r>
                  </m:oMath>
                </a14:m>
                <a:r>
                  <a:rPr lang="ja-JP" altLang="en-US" sz="1600" dirty="0"/>
                  <a:t>、全データのうち</a:t>
                </a:r>
                <a14:m>
                  <m:oMath xmlns:m="http://schemas.openxmlformats.org/officeDocument/2006/math">
                    <m:r>
                      <a:rPr lang="ja-JP" altLang="en-US" sz="1600" i="1" dirty="0">
                        <a:latin typeface="Cambria Math" panose="02040503050406030204" pitchFamily="18" charset="0"/>
                      </a:rPr>
                      <m:t>条件</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oMath>
                </a14:m>
                <a:r>
                  <a:rPr lang="ja-JP" altLang="en-US" sz="1600" dirty="0"/>
                  <a:t>に当てはまるもののみを</a:t>
                </a:r>
                <a14:m>
                  <m:oMath xmlns:m="http://schemas.openxmlformats.org/officeDocument/2006/math">
                    <m:r>
                      <a:rPr lang="en-US" altLang="ja-JP" sz="1600" i="1">
                        <a:latin typeface="Cambria Math" panose="02040503050406030204" pitchFamily="18" charset="0"/>
                      </a:rPr>
                      <m:t>𝑥</m:t>
                    </m:r>
                  </m:oMath>
                </a14:m>
                <a:r>
                  <a:rPr lang="ja-JP" altLang="en-US" sz="1600" dirty="0"/>
                  <a:t>とするが、データがどの</a:t>
                </a:r>
                <a14:m>
                  <m:oMath xmlns:m="http://schemas.openxmlformats.org/officeDocument/2006/math">
                    <m:r>
                      <a:rPr lang="en-US" altLang="ja-JP" sz="1600" b="0" i="1" smtClean="0">
                        <a:latin typeface="Cambria Math" panose="02040503050406030204" pitchFamily="18" charset="0"/>
                      </a:rPr>
                      <m:t>𝑧</m:t>
                    </m:r>
                    <m:r>
                      <a:rPr lang="ja-JP" altLang="en-US" sz="1600" i="1">
                        <a:latin typeface="Cambria Math" panose="02040503050406030204" pitchFamily="18" charset="0"/>
                      </a:rPr>
                      <m:t>に</m:t>
                    </m:r>
                    <m:r>
                      <a:rPr lang="ja-JP" altLang="en-US" sz="1600" i="1" smtClean="0">
                        <a:latin typeface="Cambria Math" panose="02040503050406030204" pitchFamily="18" charset="0"/>
                      </a:rPr>
                      <m:t>当てはまっているのか</m:t>
                    </m:r>
                  </m:oMath>
                </a14:m>
                <a:r>
                  <a:rPr lang="ja-JP" altLang="en-US" sz="1600" dirty="0"/>
                  <a:t>わからない。</a:t>
                </a:r>
                <a:endParaRPr lang="en-US" altLang="ja-JP" sz="1600" dirty="0"/>
              </a:p>
            </p:txBody>
          </p:sp>
        </mc:Choice>
        <mc:Fallback xmlns="">
          <p:sp>
            <p:nvSpPr>
              <p:cNvPr id="19" name="テキスト ボックス 18">
                <a:extLst>
                  <a:ext uri="{FF2B5EF4-FFF2-40B4-BE49-F238E27FC236}">
                    <a16:creationId xmlns:a16="http://schemas.microsoft.com/office/drawing/2014/main" id="{D81E0BB8-6814-5817-2A89-338ACFCBAA51}"/>
                  </a:ext>
                </a:extLst>
              </p:cNvPr>
              <p:cNvSpPr txBox="1">
                <a:spLocks noRot="1" noChangeAspect="1" noMove="1" noResize="1" noEditPoints="1" noAdjustHandles="1" noChangeArrowheads="1" noChangeShapeType="1" noTextEdit="1"/>
              </p:cNvSpPr>
              <p:nvPr/>
            </p:nvSpPr>
            <p:spPr>
              <a:xfrm>
                <a:off x="531225" y="4630710"/>
                <a:ext cx="11308079" cy="1335815"/>
              </a:xfrm>
              <a:prstGeom prst="rect">
                <a:avLst/>
              </a:prstGeom>
              <a:blipFill>
                <a:blip r:embed="rId7"/>
                <a:stretch>
                  <a:fillRect l="-270" t="-2740" r="-2156" b="-5023"/>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0E348D7C-348F-B5F6-79A3-8FED26D67C8B}"/>
              </a:ext>
            </a:extLst>
          </p:cNvPr>
          <p:cNvSpPr>
            <a:spLocks noGrp="1"/>
          </p:cNvSpPr>
          <p:nvPr>
            <p:ph type="sldNum" sz="quarter" idx="12"/>
          </p:nvPr>
        </p:nvSpPr>
        <p:spPr>
          <a:xfrm>
            <a:off x="11255265" y="85014"/>
            <a:ext cx="811019" cy="503578"/>
          </a:xfrm>
        </p:spPr>
        <p:txBody>
          <a:bodyPr/>
          <a:lstStyle/>
          <a:p>
            <a:fld id="{85D435C9-ADAE-44CD-8168-AEAA5C004C04}" type="slidenum">
              <a:rPr kumimoji="1" lang="ja-JP" altLang="en-US" smtClean="0"/>
              <a:t>13</a:t>
            </a:fld>
            <a:endParaRPr kumimoji="1" lang="ja-JP" altLang="en-US" dirty="0"/>
          </a:p>
        </p:txBody>
      </p:sp>
    </p:spTree>
    <p:extLst>
      <p:ext uri="{BB962C8B-B14F-4D97-AF65-F5344CB8AC3E}">
        <p14:creationId xmlns:p14="http://schemas.microsoft.com/office/powerpoint/2010/main" val="3158052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1. </a:t>
            </a:r>
            <a:r>
              <a:rPr lang="ja-JP" altLang="en-US" sz="2400" dirty="0"/>
              <a:t>原理ー混合正規分布</a:t>
            </a:r>
            <a:r>
              <a:rPr lang="en-US" altLang="ja-JP" sz="2400" dirty="0"/>
              <a:t>(GMM)</a:t>
            </a:r>
            <a:endParaRPr lang="ja-JP" altLang="en-US" sz="2400" dirty="0"/>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72E95ED7-CDE0-D054-9AF8-0CCC60CB96AE}"/>
                  </a:ext>
                </a:extLst>
              </p:cNvPr>
              <p:cNvSpPr txBox="1"/>
              <p:nvPr/>
            </p:nvSpPr>
            <p:spPr>
              <a:xfrm>
                <a:off x="8612775" y="392351"/>
                <a:ext cx="3048000" cy="78691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altLang="ja-JP" sz="1600" b="0" i="1" smtClean="0">
                          <a:latin typeface="Cambria Math" panose="02040503050406030204" pitchFamily="18" charset="0"/>
                        </a:rPr>
                        <m:t>𝑓</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e>
                        <m:e>
                          <m:r>
                            <a:rPr lang="ja-JP" altLang="en-US" sz="1600" i="1" smtClean="0">
                              <a:latin typeface="Cambria Math" panose="02040503050406030204" pitchFamily="18" charset="0"/>
                            </a:rPr>
                            <m:t>𝜃</m:t>
                          </m:r>
                        </m:e>
                      </m:d>
                      <m:r>
                        <a:rPr lang="en-US" altLang="ja-JP" sz="1600" i="1">
                          <a:latin typeface="Cambria Math" panose="02040503050406030204" pitchFamily="18" charset="0"/>
                        </a:rPr>
                        <m:t>=</m:t>
                      </m:r>
                      <m:nary>
                        <m:naryPr>
                          <m:chr m:val="∑"/>
                          <m:ctrlPr>
                            <a:rPr lang="en-US" altLang="ja-JP" sz="1600" i="1" smtClean="0">
                              <a:latin typeface="Cambria Math" panose="02040503050406030204" pitchFamily="18" charset="0"/>
                            </a:rPr>
                          </m:ctrlPr>
                        </m:naryPr>
                        <m:sub>
                          <m:r>
                            <m:rPr>
                              <m:brk m:alnAt="23"/>
                            </m:rPr>
                            <a:rPr lang="en-US" altLang="ja-JP" sz="1600" i="1">
                              <a:latin typeface="Cambria Math" panose="02040503050406030204" pitchFamily="18" charset="0"/>
                            </a:rPr>
                            <m:t>𝑚</m:t>
                          </m:r>
                          <m:r>
                            <a:rPr lang="en-US" altLang="ja-JP" sz="1600" i="1">
                              <a:latin typeface="Cambria Math" panose="02040503050406030204" pitchFamily="18" charset="0"/>
                            </a:rPr>
                            <m:t>=0</m:t>
                          </m:r>
                        </m:sub>
                        <m:sup>
                          <m:r>
                            <a:rPr lang="en-US" altLang="ja-JP" sz="1600" i="1">
                              <a:latin typeface="Cambria Math" panose="02040503050406030204" pitchFamily="18" charset="0"/>
                            </a:rPr>
                            <m:t>𝑀</m:t>
                          </m:r>
                          <m:r>
                            <a:rPr lang="en-US" altLang="ja-JP" sz="1600" i="1">
                              <a:latin typeface="Cambria Math" panose="02040503050406030204" pitchFamily="18" charset="0"/>
                            </a:rPr>
                            <m:t>−1</m:t>
                          </m:r>
                        </m:sup>
                        <m:e>
                          <m:sSub>
                            <m:sSubPr>
                              <m:ctrlPr>
                                <a:rPr lang="en-US" altLang="ja-JP" sz="1600" i="1" smtClean="0">
                                  <a:latin typeface="Cambria Math" panose="02040503050406030204" pitchFamily="18" charset="0"/>
                                </a:rPr>
                              </m:ctrlPr>
                            </m:sSubPr>
                            <m:e>
                              <m:r>
                                <a:rPr lang="en-US" altLang="ja-JP" sz="1600" b="0" i="1" smtClean="0">
                                  <a:latin typeface="Cambria Math" panose="02040503050406030204" pitchFamily="18" charset="0"/>
                                </a:rPr>
                                <m:t>𝑤</m:t>
                              </m:r>
                            </m:e>
                            <m:sub>
                              <m:r>
                                <a:rPr lang="en-US" altLang="ja-JP" sz="1600" b="0" i="1" smtClean="0">
                                  <a:latin typeface="Cambria Math" panose="02040503050406030204" pitchFamily="18" charset="0"/>
                                </a:rPr>
                                <m:t>𝑚</m:t>
                              </m:r>
                            </m:sub>
                          </m:sSub>
                          <m:r>
                            <a:rPr lang="en-US" altLang="ja-JP" sz="1600" i="1">
                              <a:latin typeface="Cambria Math" panose="02040503050406030204" pitchFamily="18" charset="0"/>
                            </a:rPr>
                            <m:t>𝑁</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𝑥</m:t>
                              </m:r>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a:rPr lang="ja-JP" altLang="en-US" sz="1600" i="1">
                                      <a:latin typeface="Cambria Math" panose="02040503050406030204" pitchFamily="18" charset="0"/>
                                    </a:rPr>
                                    <m:t>𝜇</m:t>
                                  </m:r>
                                </m:e>
                                <m:sub>
                                  <m:r>
                                    <a:rPr lang="en-US" altLang="ja-JP" sz="1600" i="1">
                                      <a:latin typeface="Cambria Math" panose="02040503050406030204" pitchFamily="18" charset="0"/>
                                    </a:rPr>
                                    <m:t>𝑚</m:t>
                                  </m:r>
                                </m:sub>
                              </m:sSub>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m:rPr>
                                      <m:sty m:val="p"/>
                                    </m:rPr>
                                    <a:rPr lang="en-US" altLang="ja-JP" sz="1600" i="1">
                                      <a:latin typeface="Cambria Math" panose="02040503050406030204" pitchFamily="18" charset="0"/>
                                    </a:rPr>
                                    <m:t>Σ</m:t>
                                  </m:r>
                                </m:e>
                                <m:sub>
                                  <m:r>
                                    <a:rPr lang="en-US" altLang="ja-JP" sz="1600" i="1">
                                      <a:latin typeface="Cambria Math" panose="02040503050406030204" pitchFamily="18" charset="0"/>
                                    </a:rPr>
                                    <m:t>𝑚</m:t>
                                  </m:r>
                                </m:sub>
                              </m:sSub>
                            </m:e>
                          </m:d>
                        </m:e>
                      </m:nary>
                    </m:oMath>
                  </m:oMathPara>
                </a14:m>
                <a:endParaRPr lang="ja-JP" altLang="en-US" sz="1600" dirty="0"/>
              </a:p>
            </p:txBody>
          </p:sp>
        </mc:Choice>
        <mc:Fallback xmlns="">
          <p:sp>
            <p:nvSpPr>
              <p:cNvPr id="5" name="テキスト ボックス 4">
                <a:extLst>
                  <a:ext uri="{FF2B5EF4-FFF2-40B4-BE49-F238E27FC236}">
                    <a16:creationId xmlns:a16="http://schemas.microsoft.com/office/drawing/2014/main" id="{72E95ED7-CDE0-D054-9AF8-0CCC60CB96AE}"/>
                  </a:ext>
                </a:extLst>
              </p:cNvPr>
              <p:cNvSpPr txBox="1">
                <a:spLocks noRot="1" noChangeAspect="1" noMove="1" noResize="1" noEditPoints="1" noAdjustHandles="1" noChangeArrowheads="1" noChangeShapeType="1" noTextEdit="1"/>
              </p:cNvSpPr>
              <p:nvPr/>
            </p:nvSpPr>
            <p:spPr>
              <a:xfrm>
                <a:off x="8612775" y="392351"/>
                <a:ext cx="3048000" cy="786919"/>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5605F7F7-0A9E-ECAF-F3AB-542AA6EA22B2}"/>
                  </a:ext>
                </a:extLst>
              </p:cNvPr>
              <p:cNvSpPr txBox="1"/>
              <p:nvPr/>
            </p:nvSpPr>
            <p:spPr>
              <a:xfrm>
                <a:off x="1563188" y="1352981"/>
                <a:ext cx="9065623" cy="52488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14:m>
                  <m:oMath xmlns:m="http://schemas.openxmlformats.org/officeDocument/2006/math">
                    <m:r>
                      <a:rPr lang="en-US" altLang="ja-JP" sz="1400" i="1" smtClean="0">
                        <a:latin typeface="Cambria Math" panose="02040503050406030204" pitchFamily="18" charset="0"/>
                      </a:rPr>
                      <m:t>𝑚</m:t>
                    </m:r>
                    <m:r>
                      <m:rPr>
                        <m:nor/>
                      </m:rPr>
                      <a:rPr lang="ja-JP" altLang="en-US" sz="1400" dirty="0"/>
                      <m:t>番目の</m:t>
                    </m:r>
                    <m:r>
                      <a:rPr lang="ja-JP" altLang="en-US" sz="1400" i="1" dirty="0">
                        <a:latin typeface="Cambria Math" panose="02040503050406030204" pitchFamily="18" charset="0"/>
                      </a:rPr>
                      <m:t>正規分布の時に</m:t>
                    </m:r>
                  </m:oMath>
                </a14:m>
                <a:r>
                  <a:rPr lang="ja-JP" altLang="en-US" sz="1400" dirty="0"/>
                  <a:t>、全データのうち</a:t>
                </a:r>
                <a14:m>
                  <m:oMath xmlns:m="http://schemas.openxmlformats.org/officeDocument/2006/math">
                    <m:r>
                      <a:rPr lang="ja-JP" altLang="en-US" sz="1400" i="1" dirty="0">
                        <a:latin typeface="Cambria Math" panose="02040503050406030204" pitchFamily="18" charset="0"/>
                      </a:rPr>
                      <m:t>条件</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𝑧</m:t>
                        </m:r>
                      </m:e>
                      <m:sub>
                        <m:r>
                          <a:rPr lang="en-US" altLang="ja-JP" sz="1400" i="1">
                            <a:latin typeface="Cambria Math" panose="02040503050406030204" pitchFamily="18" charset="0"/>
                          </a:rPr>
                          <m:t>𝑚</m:t>
                        </m:r>
                      </m:sub>
                    </m:sSub>
                  </m:oMath>
                </a14:m>
                <a:r>
                  <a:rPr lang="ja-JP" altLang="en-US" sz="1400" dirty="0"/>
                  <a:t>に当てはまるもののみを</a:t>
                </a:r>
                <a14:m>
                  <m:oMath xmlns:m="http://schemas.openxmlformats.org/officeDocument/2006/math">
                    <m:r>
                      <a:rPr lang="en-US" altLang="ja-JP" sz="1400" i="1">
                        <a:latin typeface="Cambria Math" panose="02040503050406030204" pitchFamily="18" charset="0"/>
                      </a:rPr>
                      <m:t>𝑥</m:t>
                    </m:r>
                  </m:oMath>
                </a14:m>
                <a:r>
                  <a:rPr lang="ja-JP" altLang="en-US" sz="1400" dirty="0"/>
                  <a:t>とするが、データがどの</a:t>
                </a:r>
                <a14:m>
                  <m:oMath xmlns:m="http://schemas.openxmlformats.org/officeDocument/2006/math">
                    <m:r>
                      <a:rPr lang="en-US" altLang="ja-JP" sz="1400" b="0" i="1" smtClean="0">
                        <a:latin typeface="Cambria Math" panose="02040503050406030204" pitchFamily="18" charset="0"/>
                      </a:rPr>
                      <m:t>𝑧</m:t>
                    </m:r>
                    <m:r>
                      <a:rPr lang="ja-JP" altLang="en-US" sz="1400" i="1">
                        <a:latin typeface="Cambria Math" panose="02040503050406030204" pitchFamily="18" charset="0"/>
                      </a:rPr>
                      <m:t>に</m:t>
                    </m:r>
                    <m:r>
                      <a:rPr lang="ja-JP" altLang="en-US" sz="1400" i="1" smtClean="0">
                        <a:latin typeface="Cambria Math" panose="02040503050406030204" pitchFamily="18" charset="0"/>
                      </a:rPr>
                      <m:t>当てはまっているのか</m:t>
                    </m:r>
                  </m:oMath>
                </a14:m>
                <a:r>
                  <a:rPr lang="ja-JP" altLang="en-US" sz="1400" dirty="0"/>
                  <a:t>わからない。</a:t>
                </a:r>
              </a:p>
            </p:txBody>
          </p:sp>
        </mc:Choice>
        <mc:Fallback xmlns="">
          <p:sp>
            <p:nvSpPr>
              <p:cNvPr id="7" name="テキスト ボックス 6">
                <a:extLst>
                  <a:ext uri="{FF2B5EF4-FFF2-40B4-BE49-F238E27FC236}">
                    <a16:creationId xmlns:a16="http://schemas.microsoft.com/office/drawing/2014/main" id="{5605F7F7-0A9E-ECAF-F3AB-542AA6EA22B2}"/>
                  </a:ext>
                </a:extLst>
              </p:cNvPr>
              <p:cNvSpPr txBox="1">
                <a:spLocks noRot="1" noChangeAspect="1" noMove="1" noResize="1" noEditPoints="1" noAdjustHandles="1" noChangeArrowheads="1" noChangeShapeType="1" noTextEdit="1"/>
              </p:cNvSpPr>
              <p:nvPr/>
            </p:nvSpPr>
            <p:spPr>
              <a:xfrm>
                <a:off x="1563188" y="1352981"/>
                <a:ext cx="9065623" cy="524887"/>
              </a:xfrm>
              <a:prstGeom prst="rect">
                <a:avLst/>
              </a:prstGeom>
              <a:blipFill>
                <a:blip r:embed="rId3"/>
                <a:stretch>
                  <a:fillRect t="-1124" b="-786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9740A9A9-F2E9-6826-C039-6C7B2DF23064}"/>
                  </a:ext>
                </a:extLst>
              </p:cNvPr>
              <p:cNvSpPr txBox="1"/>
              <p:nvPr/>
            </p:nvSpPr>
            <p:spPr>
              <a:xfrm>
                <a:off x="3252940" y="2271343"/>
                <a:ext cx="5564774" cy="369332"/>
              </a:xfrm>
              <a:prstGeom prst="rect">
                <a:avLst/>
              </a:prstGeom>
              <a:noFill/>
            </p:spPr>
            <p:txBody>
              <a:bodyPr wrap="square">
                <a:spAutoFit/>
              </a:bodyPr>
              <a:lstStyle/>
              <a:p>
                <a14:m>
                  <m:oMath xmlns:m="http://schemas.openxmlformats.org/officeDocument/2006/math">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𝑧</m:t>
                        </m:r>
                      </m:e>
                      <m:sub>
                        <m:r>
                          <a:rPr lang="en-US" altLang="ja-JP" i="1">
                            <a:latin typeface="Cambria Math" panose="02040503050406030204" pitchFamily="18" charset="0"/>
                          </a:rPr>
                          <m:t>𝑚</m:t>
                        </m:r>
                      </m:sub>
                    </m:sSub>
                  </m:oMath>
                </a14:m>
                <a:r>
                  <a:rPr lang="ja-JP" altLang="en-US" dirty="0"/>
                  <a:t>に当てはまっているデータのみを抽出できない。</a:t>
                </a:r>
                <a:endParaRPr lang="en-US" altLang="ja-JP" dirty="0"/>
              </a:p>
            </p:txBody>
          </p:sp>
        </mc:Choice>
        <mc:Fallback xmlns="">
          <p:sp>
            <p:nvSpPr>
              <p:cNvPr id="10" name="テキスト ボックス 9">
                <a:extLst>
                  <a:ext uri="{FF2B5EF4-FFF2-40B4-BE49-F238E27FC236}">
                    <a16:creationId xmlns:a16="http://schemas.microsoft.com/office/drawing/2014/main" id="{9740A9A9-F2E9-6826-C039-6C7B2DF23064}"/>
                  </a:ext>
                </a:extLst>
              </p:cNvPr>
              <p:cNvSpPr txBox="1">
                <a:spLocks noRot="1" noChangeAspect="1" noMove="1" noResize="1" noEditPoints="1" noAdjustHandles="1" noChangeArrowheads="1" noChangeShapeType="1" noTextEdit="1"/>
              </p:cNvSpPr>
              <p:nvPr/>
            </p:nvSpPr>
            <p:spPr>
              <a:xfrm>
                <a:off x="3252940" y="2271343"/>
                <a:ext cx="5564774" cy="369332"/>
              </a:xfrm>
              <a:prstGeom prst="rect">
                <a:avLst/>
              </a:prstGeom>
              <a:blipFill>
                <a:blip r:embed="rId4"/>
                <a:stretch>
                  <a:fillRect t="-8333" b="-28333"/>
                </a:stretch>
              </a:blipFill>
            </p:spPr>
            <p:txBody>
              <a:bodyPr/>
              <a:lstStyle/>
              <a:p>
                <a:r>
                  <a:rPr lang="ja-JP" altLang="en-US">
                    <a:noFill/>
                  </a:rPr>
                  <a:t> </a:t>
                </a:r>
              </a:p>
            </p:txBody>
          </p:sp>
        </mc:Fallback>
      </mc:AlternateContent>
      <p:cxnSp>
        <p:nvCxnSpPr>
          <p:cNvPr id="11" name="直線矢印コネクタ 10">
            <a:extLst>
              <a:ext uri="{FF2B5EF4-FFF2-40B4-BE49-F238E27FC236}">
                <a16:creationId xmlns:a16="http://schemas.microsoft.com/office/drawing/2014/main" id="{616DD47D-B6C4-63A4-151C-E402CEB5A868}"/>
              </a:ext>
            </a:extLst>
          </p:cNvPr>
          <p:cNvCxnSpPr>
            <a:cxnSpLocks/>
          </p:cNvCxnSpPr>
          <p:nvPr/>
        </p:nvCxnSpPr>
        <p:spPr>
          <a:xfrm>
            <a:off x="5819677" y="1981729"/>
            <a:ext cx="0" cy="2955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D2142BB2-922B-6CE3-84DA-E65CC00F4122}"/>
                  </a:ext>
                </a:extLst>
              </p:cNvPr>
              <p:cNvSpPr txBox="1"/>
              <p:nvPr/>
            </p:nvSpPr>
            <p:spPr>
              <a:xfrm>
                <a:off x="531225" y="2782669"/>
                <a:ext cx="11251474" cy="646331"/>
              </a:xfrm>
              <a:prstGeom prst="rect">
                <a:avLst/>
              </a:prstGeom>
              <a:noFill/>
            </p:spPr>
            <p:txBody>
              <a:bodyPr wrap="square">
                <a:spAutoFit/>
              </a:bodyPr>
              <a:lstStyle/>
              <a:p>
                <a:r>
                  <a:rPr lang="ja-JP" altLang="en-US" dirty="0"/>
                  <a:t>そこで、個々の正規分布を独立に尤度を最大化するのではなく、データのすべての振り分けパターンと確率を考慮して、</a:t>
                </a:r>
                <a:r>
                  <a:rPr lang="en-US" altLang="ja-JP" dirty="0"/>
                  <a:t>GMM(</a:t>
                </a:r>
                <a14:m>
                  <m:oMath xmlns:m="http://schemas.openxmlformats.org/officeDocument/2006/math">
                    <m:r>
                      <a:rPr lang="en-US" altLang="ja-JP" sz="1800" b="0" i="1" smtClean="0">
                        <a:latin typeface="Cambria Math" panose="02040503050406030204" pitchFamily="18" charset="0"/>
                      </a:rPr>
                      <m:t>𝑓</m:t>
                    </m:r>
                    <m:d>
                      <m:dPr>
                        <m:ctrlPr>
                          <a:rPr lang="en-US" altLang="ja-JP" sz="1800" i="1">
                            <a:latin typeface="Cambria Math" panose="02040503050406030204" pitchFamily="18" charset="0"/>
                          </a:rPr>
                        </m:ctrlPr>
                      </m:dPr>
                      <m:e>
                        <m:r>
                          <a:rPr lang="en-US" altLang="ja-JP" sz="1800" i="1">
                            <a:latin typeface="Cambria Math" panose="02040503050406030204" pitchFamily="18" charset="0"/>
                          </a:rPr>
                          <m:t>𝑥</m:t>
                        </m:r>
                      </m:e>
                      <m:e>
                        <m:r>
                          <a:rPr lang="ja-JP" altLang="en-US" sz="1800" i="1" smtClean="0">
                            <a:latin typeface="Cambria Math" panose="02040503050406030204" pitchFamily="18" charset="0"/>
                          </a:rPr>
                          <m:t>𝜃</m:t>
                        </m:r>
                      </m:e>
                    </m:d>
                  </m:oMath>
                </a14:m>
                <a:r>
                  <a:rPr lang="en-US" altLang="ja-JP" dirty="0"/>
                  <a:t>)</a:t>
                </a:r>
                <a:r>
                  <a:rPr lang="ja-JP" altLang="en-US" b="1" dirty="0"/>
                  <a:t>全体の尤度の最大化</a:t>
                </a:r>
                <a:r>
                  <a:rPr lang="ja-JP" altLang="en-US" dirty="0"/>
                  <a:t>を図る。→</a:t>
                </a:r>
                <a:r>
                  <a:rPr lang="en-US" altLang="ja-JP" b="1" dirty="0"/>
                  <a:t>EM</a:t>
                </a:r>
                <a:r>
                  <a:rPr lang="ja-JP" altLang="en-US" b="1" dirty="0"/>
                  <a:t>アルゴリズム</a:t>
                </a:r>
                <a:endParaRPr lang="en-US" altLang="ja-JP" b="1" dirty="0"/>
              </a:p>
            </p:txBody>
          </p:sp>
        </mc:Choice>
        <mc:Fallback xmlns="">
          <p:sp>
            <p:nvSpPr>
              <p:cNvPr id="13" name="テキスト ボックス 12">
                <a:extLst>
                  <a:ext uri="{FF2B5EF4-FFF2-40B4-BE49-F238E27FC236}">
                    <a16:creationId xmlns:a16="http://schemas.microsoft.com/office/drawing/2014/main" id="{D2142BB2-922B-6CE3-84DA-E65CC00F4122}"/>
                  </a:ext>
                </a:extLst>
              </p:cNvPr>
              <p:cNvSpPr txBox="1">
                <a:spLocks noRot="1" noChangeAspect="1" noMove="1" noResize="1" noEditPoints="1" noAdjustHandles="1" noChangeArrowheads="1" noChangeShapeType="1" noTextEdit="1"/>
              </p:cNvSpPr>
              <p:nvPr/>
            </p:nvSpPr>
            <p:spPr>
              <a:xfrm>
                <a:off x="531225" y="2782669"/>
                <a:ext cx="11251474" cy="646331"/>
              </a:xfrm>
              <a:prstGeom prst="rect">
                <a:avLst/>
              </a:prstGeom>
              <a:blipFill>
                <a:blip r:embed="rId5"/>
                <a:stretch>
                  <a:fillRect l="-433" t="-4673" b="-1401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1BFED17E-B603-B30F-8DE1-AE8D6E406BD2}"/>
                  </a:ext>
                </a:extLst>
              </p:cNvPr>
              <p:cNvSpPr txBox="1"/>
              <p:nvPr/>
            </p:nvSpPr>
            <p:spPr>
              <a:xfrm>
                <a:off x="365758" y="4212619"/>
                <a:ext cx="6423439" cy="109799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mj-lt"/>
                  <a:buAutoNum type="arabicPeriod"/>
                </a:pPr>
                <a:r>
                  <a:rPr lang="ja-JP" altLang="en-US" sz="1600" dirty="0"/>
                  <a:t>パラメータ</a:t>
                </a:r>
                <a14:m>
                  <m:oMath xmlns:m="http://schemas.openxmlformats.org/officeDocument/2006/math">
                    <m:sSup>
                      <m:sSupPr>
                        <m:ctrlPr>
                          <a:rPr lang="en-US" altLang="ja-JP" sz="1600" i="1" smtClean="0">
                            <a:latin typeface="Cambria Math" panose="02040503050406030204" pitchFamily="18" charset="0"/>
                          </a:rPr>
                        </m:ctrlPr>
                      </m:sSupPr>
                      <m:e>
                        <m:r>
                          <a:rPr lang="ja-JP" altLang="en-US" sz="1600" i="1" smtClean="0">
                            <a:latin typeface="Cambria Math" panose="02040503050406030204" pitchFamily="18" charset="0"/>
                          </a:rPr>
                          <m:t>𝜃</m:t>
                        </m:r>
                      </m:e>
                      <m:sup>
                        <m:r>
                          <a:rPr lang="en-US" altLang="ja-JP" sz="1600" b="0" i="1" smtClean="0">
                            <a:latin typeface="Cambria Math" panose="02040503050406030204" pitchFamily="18" charset="0"/>
                          </a:rPr>
                          <m:t>′</m:t>
                        </m:r>
                      </m:sup>
                    </m:sSup>
                    <m:r>
                      <a:rPr lang="ja-JP" altLang="en-US" sz="1600" i="1">
                        <a:latin typeface="Cambria Math" panose="02040503050406030204" pitchFamily="18" charset="0"/>
                      </a:rPr>
                      <m:t>に</m:t>
                    </m:r>
                  </m:oMath>
                </a14:m>
                <a:r>
                  <a:rPr lang="ja-JP" altLang="en-US" sz="1600" dirty="0"/>
                  <a:t>初期値を設定</a:t>
                </a:r>
                <a:endParaRPr lang="en-US" altLang="ja-JP" sz="1600" dirty="0"/>
              </a:p>
              <a:p>
                <a:pPr marL="342900" indent="-342900">
                  <a:buFont typeface="+mj-lt"/>
                  <a:buAutoNum type="arabicPeriod"/>
                </a:pPr>
                <a:r>
                  <a:rPr lang="ja-JP" altLang="en-US" sz="1600" dirty="0"/>
                  <a:t>各データが</a:t>
                </a:r>
                <a14:m>
                  <m:oMath xmlns:m="http://schemas.openxmlformats.org/officeDocument/2006/math">
                    <m:sSub>
                      <m:sSubPr>
                        <m:ctrlPr>
                          <a:rPr lang="en-US" altLang="ja-JP" sz="1600" i="1" smtClean="0">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oMath>
                </a14:m>
                <a:r>
                  <a:rPr lang="ja-JP" altLang="en-US" sz="1600" dirty="0"/>
                  <a:t>に当てはまる確率</a:t>
                </a:r>
                <a14:m>
                  <m:oMath xmlns:m="http://schemas.openxmlformats.org/officeDocument/2006/math">
                    <m:r>
                      <a:rPr lang="en-US" altLang="ja-JP" sz="1600" i="1" dirty="0">
                        <a:latin typeface="Cambria Math" panose="02040503050406030204" pitchFamily="18" charset="0"/>
                      </a:rPr>
                      <m:t>𝑃</m:t>
                    </m:r>
                    <m:d>
                      <m:dPr>
                        <m:ctrlPr>
                          <a:rPr lang="en-US" altLang="ja-JP" sz="1600" i="1">
                            <a:latin typeface="Cambria Math" panose="02040503050406030204" pitchFamily="18" charset="0"/>
                          </a:rPr>
                        </m:ctrlPr>
                      </m:dPr>
                      <m:e>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𝑧</m:t>
                            </m:r>
                          </m:e>
                          <m:sub>
                            <m:r>
                              <a:rPr lang="en-US" altLang="ja-JP" sz="1600" i="1">
                                <a:latin typeface="Cambria Math" panose="02040503050406030204" pitchFamily="18" charset="0"/>
                              </a:rPr>
                              <m:t>𝑚</m:t>
                            </m:r>
                          </m:sub>
                        </m:sSub>
                      </m:e>
                      <m:e>
                        <m:r>
                          <a:rPr lang="en-US" altLang="ja-JP" sz="1600" b="0" i="1" smtClean="0">
                            <a:latin typeface="Cambria Math" panose="02040503050406030204" pitchFamily="18" charset="0"/>
                          </a:rPr>
                          <m:t>𝑥</m:t>
                        </m:r>
                        <m:d>
                          <m:dPr>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𝑛</m:t>
                            </m:r>
                          </m:e>
                        </m:d>
                        <m:r>
                          <a:rPr lang="en-US" altLang="ja-JP" sz="1600" b="0" i="1" smtClean="0">
                            <a:latin typeface="Cambria Math" panose="02040503050406030204" pitchFamily="18" charset="0"/>
                          </a:rPr>
                          <m:t>, </m:t>
                        </m:r>
                        <m:sSup>
                          <m:sSupPr>
                            <m:ctrlPr>
                              <a:rPr lang="en-US" altLang="ja-JP" sz="1600" b="0" i="1" smtClean="0">
                                <a:latin typeface="Cambria Math" panose="02040503050406030204" pitchFamily="18" charset="0"/>
                              </a:rPr>
                            </m:ctrlPr>
                          </m:sSupPr>
                          <m:e>
                            <m:r>
                              <a:rPr lang="ja-JP" altLang="en-US" sz="1600" b="0" i="1" smtClean="0">
                                <a:latin typeface="Cambria Math" panose="02040503050406030204" pitchFamily="18" charset="0"/>
                              </a:rPr>
                              <m:t>𝜃</m:t>
                            </m:r>
                          </m:e>
                          <m:sup>
                            <m:r>
                              <a:rPr lang="en-US" altLang="ja-JP" sz="1600" b="0" i="1" smtClean="0">
                                <a:latin typeface="Cambria Math" panose="02040503050406030204" pitchFamily="18" charset="0"/>
                              </a:rPr>
                              <m:t>′</m:t>
                            </m:r>
                          </m:sup>
                        </m:sSup>
                      </m:e>
                    </m:d>
                  </m:oMath>
                </a14:m>
                <a:r>
                  <a:rPr lang="ja-JP" altLang="en-US" sz="1600" dirty="0"/>
                  <a:t>を計算</a:t>
                </a:r>
                <a:r>
                  <a:rPr lang="en-US" altLang="ja-JP" sz="1600" dirty="0"/>
                  <a:t>(E</a:t>
                </a:r>
                <a:r>
                  <a:rPr lang="ja-JP" altLang="en-US" sz="1600" dirty="0"/>
                  <a:t>ステップ</a:t>
                </a:r>
                <a:r>
                  <a:rPr lang="en-US" altLang="ja-JP" sz="1600" dirty="0"/>
                  <a:t>)</a:t>
                </a:r>
              </a:p>
              <a:p>
                <a:pPr marL="342900" indent="-342900">
                  <a:buFont typeface="+mj-lt"/>
                  <a:buAutoNum type="arabicPeriod"/>
                </a:pPr>
                <a:r>
                  <a:rPr lang="ja-JP" altLang="en-US" sz="1600" dirty="0"/>
                  <a:t>各パラメータ</a:t>
                </a:r>
                <a14:m>
                  <m:oMath xmlns:m="http://schemas.openxmlformats.org/officeDocument/2006/math">
                    <m:acc>
                      <m:accPr>
                        <m:chr m:val="̂"/>
                        <m:ctrlPr>
                          <a:rPr lang="ja-JP" altLang="en-US" sz="1600" i="1" smtClean="0">
                            <a:latin typeface="Cambria Math" panose="02040503050406030204" pitchFamily="18" charset="0"/>
                          </a:rPr>
                        </m:ctrlPr>
                      </m:accPr>
                      <m:e>
                        <m:r>
                          <a:rPr lang="ja-JP" altLang="en-US" sz="1600" i="1">
                            <a:latin typeface="Cambria Math" panose="02040503050406030204" pitchFamily="18" charset="0"/>
                          </a:rPr>
                          <m:t>𝜃</m:t>
                        </m:r>
                      </m:e>
                    </m:acc>
                  </m:oMath>
                </a14:m>
                <a:r>
                  <a:rPr lang="ja-JP" altLang="en-US" sz="1600" dirty="0"/>
                  <a:t>を計算</a:t>
                </a:r>
                <a:r>
                  <a:rPr lang="en-US" altLang="ja-JP" sz="1600" dirty="0"/>
                  <a:t>(M</a:t>
                </a:r>
                <a:r>
                  <a:rPr lang="ja-JP" altLang="en-US" sz="1600" dirty="0"/>
                  <a:t>ステップ</a:t>
                </a:r>
                <a:r>
                  <a:rPr lang="en-US" altLang="ja-JP" sz="1600" dirty="0"/>
                  <a:t>)</a:t>
                </a:r>
              </a:p>
              <a:p>
                <a:pPr marL="342900" indent="-342900">
                  <a:buFont typeface="+mj-lt"/>
                  <a:buAutoNum type="arabicPeriod"/>
                </a:pPr>
                <a14:m>
                  <m:oMath xmlns:m="http://schemas.openxmlformats.org/officeDocument/2006/math">
                    <m:acc>
                      <m:accPr>
                        <m:chr m:val="̂"/>
                        <m:ctrlPr>
                          <a:rPr lang="ja-JP" altLang="en-US" sz="1600" i="1" smtClean="0">
                            <a:latin typeface="Cambria Math" panose="02040503050406030204" pitchFamily="18" charset="0"/>
                          </a:rPr>
                        </m:ctrlPr>
                      </m:accPr>
                      <m:e>
                        <m:r>
                          <a:rPr lang="ja-JP" altLang="en-US" sz="1600" i="1">
                            <a:latin typeface="Cambria Math" panose="02040503050406030204" pitchFamily="18" charset="0"/>
                          </a:rPr>
                          <m:t>𝜃</m:t>
                        </m:r>
                      </m:e>
                    </m:acc>
                  </m:oMath>
                </a14:m>
                <a:r>
                  <a:rPr lang="ja-JP" altLang="en-US" sz="1600" dirty="0"/>
                  <a:t>を</a:t>
                </a:r>
                <a14:m>
                  <m:oMath xmlns:m="http://schemas.openxmlformats.org/officeDocument/2006/math">
                    <m:sSup>
                      <m:sSupPr>
                        <m:ctrlPr>
                          <a:rPr lang="en-US" altLang="ja-JP" sz="1600" i="1">
                            <a:latin typeface="Cambria Math" panose="02040503050406030204" pitchFamily="18" charset="0"/>
                          </a:rPr>
                        </m:ctrlPr>
                      </m:sSupPr>
                      <m:e>
                        <m:r>
                          <a:rPr lang="ja-JP" altLang="en-US" sz="1600" i="1">
                            <a:latin typeface="Cambria Math" panose="02040503050406030204" pitchFamily="18" charset="0"/>
                          </a:rPr>
                          <m:t>𝜃</m:t>
                        </m:r>
                      </m:e>
                      <m:sup>
                        <m:r>
                          <a:rPr lang="en-US" altLang="ja-JP" sz="1600" i="1">
                            <a:latin typeface="Cambria Math" panose="02040503050406030204" pitchFamily="18" charset="0"/>
                          </a:rPr>
                          <m:t>′</m:t>
                        </m:r>
                      </m:sup>
                    </m:sSup>
                  </m:oMath>
                </a14:m>
                <a:r>
                  <a:rPr lang="ja-JP" altLang="en-US" sz="1600" dirty="0"/>
                  <a:t>に設定し、手順</a:t>
                </a:r>
                <a:r>
                  <a:rPr lang="en-US" altLang="ja-JP" sz="1600" dirty="0"/>
                  <a:t>2</a:t>
                </a:r>
                <a:r>
                  <a:rPr lang="ja-JP" altLang="en-US" sz="1600" dirty="0"/>
                  <a:t>に戻る</a:t>
                </a:r>
                <a:endParaRPr lang="en-US" altLang="ja-JP" sz="1600" dirty="0"/>
              </a:p>
            </p:txBody>
          </p:sp>
        </mc:Choice>
        <mc:Fallback xmlns="">
          <p:sp>
            <p:nvSpPr>
              <p:cNvPr id="15" name="テキスト ボックス 14">
                <a:extLst>
                  <a:ext uri="{FF2B5EF4-FFF2-40B4-BE49-F238E27FC236}">
                    <a16:creationId xmlns:a16="http://schemas.microsoft.com/office/drawing/2014/main" id="{1BFED17E-B603-B30F-8DE1-AE8D6E406BD2}"/>
                  </a:ext>
                </a:extLst>
              </p:cNvPr>
              <p:cNvSpPr txBox="1">
                <a:spLocks noRot="1" noChangeAspect="1" noMove="1" noResize="1" noEditPoints="1" noAdjustHandles="1" noChangeArrowheads="1" noChangeShapeType="1" noTextEdit="1"/>
              </p:cNvSpPr>
              <p:nvPr/>
            </p:nvSpPr>
            <p:spPr>
              <a:xfrm>
                <a:off x="365758" y="4212619"/>
                <a:ext cx="6423439" cy="1097993"/>
              </a:xfrm>
              <a:prstGeom prst="rect">
                <a:avLst/>
              </a:prstGeom>
              <a:blipFill>
                <a:blip r:embed="rId6"/>
                <a:stretch>
                  <a:fillRect l="-568" t="-2732" b="-4918"/>
                </a:stretch>
              </a:blipFill>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C2A73D74-2675-3053-B923-E312CEF526F1}"/>
              </a:ext>
            </a:extLst>
          </p:cNvPr>
          <p:cNvSpPr txBox="1"/>
          <p:nvPr/>
        </p:nvSpPr>
        <p:spPr>
          <a:xfrm>
            <a:off x="686204" y="3828175"/>
            <a:ext cx="5133473" cy="369332"/>
          </a:xfrm>
          <a:prstGeom prst="rect">
            <a:avLst/>
          </a:prstGeom>
          <a:noFill/>
        </p:spPr>
        <p:txBody>
          <a:bodyPr wrap="square">
            <a:spAutoFit/>
          </a:bodyPr>
          <a:lstStyle/>
          <a:p>
            <a:r>
              <a:rPr lang="en-US" altLang="ja-JP" dirty="0"/>
              <a:t>EM</a:t>
            </a:r>
            <a:r>
              <a:rPr lang="ja-JP" altLang="en-US" dirty="0"/>
              <a:t>アルゴリズムによる</a:t>
            </a:r>
            <a:r>
              <a:rPr lang="en-US" altLang="ja-JP" dirty="0"/>
              <a:t>GMM</a:t>
            </a:r>
            <a:r>
              <a:rPr lang="ja-JP" altLang="en-US" dirty="0"/>
              <a:t>の最適化方法</a:t>
            </a:r>
          </a:p>
        </p:txBody>
      </p:sp>
      <p:pic>
        <p:nvPicPr>
          <p:cNvPr id="21" name="図 20" descr="テキスト&#10;&#10;自動的に生成された説明">
            <a:extLst>
              <a:ext uri="{FF2B5EF4-FFF2-40B4-BE49-F238E27FC236}">
                <a16:creationId xmlns:a16="http://schemas.microsoft.com/office/drawing/2014/main" id="{D569EEF2-BD75-9E93-FAC0-CCCB6CCE7AF4}"/>
              </a:ext>
            </a:extLst>
          </p:cNvPr>
          <p:cNvPicPr>
            <a:picLocks noChangeAspect="1"/>
          </p:cNvPicPr>
          <p:nvPr/>
        </p:nvPicPr>
        <p:blipFill rotWithShape="1">
          <a:blip r:embed="rId7">
            <a:extLst>
              <a:ext uri="{28A0092B-C50C-407E-A947-70E740481C1C}">
                <a14:useLocalDpi xmlns:a14="http://schemas.microsoft.com/office/drawing/2010/main" val="0"/>
              </a:ext>
            </a:extLst>
          </a:blip>
          <a:srcRect l="16198" t="41143" r="13436" b="38593"/>
          <a:stretch/>
        </p:blipFill>
        <p:spPr>
          <a:xfrm>
            <a:off x="6954664" y="3505912"/>
            <a:ext cx="4706111" cy="2933000"/>
          </a:xfrm>
          <a:prstGeom prst="rect">
            <a:avLst/>
          </a:prstGeom>
        </p:spPr>
      </p:pic>
      <p:sp>
        <p:nvSpPr>
          <p:cNvPr id="22" name="テキスト ボックス 21">
            <a:extLst>
              <a:ext uri="{FF2B5EF4-FFF2-40B4-BE49-F238E27FC236}">
                <a16:creationId xmlns:a16="http://schemas.microsoft.com/office/drawing/2014/main" id="{C690D36A-BD78-F314-7814-F51AF57B1157}"/>
              </a:ext>
            </a:extLst>
          </p:cNvPr>
          <p:cNvSpPr txBox="1"/>
          <p:nvPr/>
        </p:nvSpPr>
        <p:spPr>
          <a:xfrm>
            <a:off x="977375" y="5410262"/>
            <a:ext cx="5409796" cy="584775"/>
          </a:xfrm>
          <a:prstGeom prst="rect">
            <a:avLst/>
          </a:prstGeom>
          <a:noFill/>
        </p:spPr>
        <p:txBody>
          <a:bodyPr wrap="square">
            <a:spAutoFit/>
          </a:bodyPr>
          <a:lstStyle/>
          <a:p>
            <a:r>
              <a:rPr lang="ja-JP" altLang="en-US" sz="1600" dirty="0"/>
              <a:t>このように、パラメータの推定を繰り返し行っていくことで最適化を行う</a:t>
            </a:r>
            <a:endParaRPr lang="en-US" altLang="ja-JP" sz="1600" dirty="0"/>
          </a:p>
        </p:txBody>
      </p:sp>
      <p:sp>
        <p:nvSpPr>
          <p:cNvPr id="6" name="テキスト ボックス 5">
            <a:extLst>
              <a:ext uri="{FF2B5EF4-FFF2-40B4-BE49-F238E27FC236}">
                <a16:creationId xmlns:a16="http://schemas.microsoft.com/office/drawing/2014/main" id="{8AC2A249-EDB6-8DD5-BBB8-C347AA35E0DD}"/>
              </a:ext>
            </a:extLst>
          </p:cNvPr>
          <p:cNvSpPr txBox="1"/>
          <p:nvPr/>
        </p:nvSpPr>
        <p:spPr>
          <a:xfrm>
            <a:off x="263231" y="6269408"/>
            <a:ext cx="6100762" cy="276999"/>
          </a:xfrm>
          <a:prstGeom prst="rect">
            <a:avLst/>
          </a:prstGeom>
          <a:noFill/>
        </p:spPr>
        <p:txBody>
          <a:bodyPr wrap="square">
            <a:spAutoFit/>
          </a:bodyPr>
          <a:lstStyle/>
          <a:p>
            <a:r>
              <a:rPr kumimoji="1" lang="ja-JP" altLang="en-US" sz="1200" dirty="0"/>
              <a:t>引用元</a:t>
            </a:r>
            <a:r>
              <a:rPr kumimoji="1" lang="en-US" altLang="ja-JP" sz="1200" dirty="0"/>
              <a:t>: </a:t>
            </a:r>
            <a:r>
              <a:rPr kumimoji="1" lang="ja-JP" altLang="en-US" sz="1200" dirty="0"/>
              <a:t>高島遼一</a:t>
            </a:r>
            <a:r>
              <a:rPr kumimoji="1" lang="en-US" altLang="ja-JP" sz="1200" dirty="0"/>
              <a:t>, “Python</a:t>
            </a:r>
            <a:r>
              <a:rPr kumimoji="1" lang="ja-JP" altLang="en-US" sz="1200" dirty="0"/>
              <a:t>で学ぶ音声認識</a:t>
            </a:r>
            <a:r>
              <a:rPr kumimoji="1" lang="en-US" altLang="ja-JP" sz="1200" dirty="0"/>
              <a:t>”, </a:t>
            </a:r>
            <a:r>
              <a:rPr kumimoji="1" lang="ja-JP" altLang="en-US" sz="1200" dirty="0"/>
              <a:t>株式会社インプレス</a:t>
            </a:r>
            <a:r>
              <a:rPr kumimoji="1" lang="en-US" altLang="ja-JP" sz="1200" dirty="0"/>
              <a:t>, p124</a:t>
            </a:r>
            <a:endParaRPr kumimoji="1" lang="ja-JP" altLang="en-US" sz="1200" dirty="0"/>
          </a:p>
        </p:txBody>
      </p:sp>
      <p:sp>
        <p:nvSpPr>
          <p:cNvPr id="8" name="スライド番号プレースホルダー 7">
            <a:extLst>
              <a:ext uri="{FF2B5EF4-FFF2-40B4-BE49-F238E27FC236}">
                <a16:creationId xmlns:a16="http://schemas.microsoft.com/office/drawing/2014/main" id="{7D2F413C-C232-2EB6-85EB-C0FB7FBBE00B}"/>
              </a:ext>
            </a:extLst>
          </p:cNvPr>
          <p:cNvSpPr>
            <a:spLocks noGrp="1"/>
          </p:cNvSpPr>
          <p:nvPr>
            <p:ph type="sldNum" sz="quarter" idx="12"/>
          </p:nvPr>
        </p:nvSpPr>
        <p:spPr>
          <a:xfrm>
            <a:off x="11377189" y="-6824"/>
            <a:ext cx="811019" cy="503578"/>
          </a:xfrm>
        </p:spPr>
        <p:txBody>
          <a:bodyPr/>
          <a:lstStyle/>
          <a:p>
            <a:fld id="{85D435C9-ADAE-44CD-8168-AEAA5C004C04}" type="slidenum">
              <a:rPr kumimoji="1" lang="ja-JP" altLang="en-US" smtClean="0"/>
              <a:t>14</a:t>
            </a:fld>
            <a:endParaRPr kumimoji="1" lang="ja-JP" altLang="en-US" dirty="0"/>
          </a:p>
        </p:txBody>
      </p:sp>
    </p:spTree>
    <p:extLst>
      <p:ext uri="{BB962C8B-B14F-4D97-AF65-F5344CB8AC3E}">
        <p14:creationId xmlns:p14="http://schemas.microsoft.com/office/powerpoint/2010/main" val="2447580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1. </a:t>
            </a:r>
            <a:r>
              <a:rPr lang="ja-JP" altLang="en-US" sz="2400" dirty="0"/>
              <a:t>原理ー隠れマルコフモデル</a:t>
            </a:r>
            <a:r>
              <a:rPr lang="en-US" altLang="ja-JP" sz="2400" dirty="0"/>
              <a:t>(HMM)</a:t>
            </a:r>
            <a:endParaRPr lang="ja-JP" altLang="en-US" sz="2400" dirty="0"/>
          </a:p>
        </p:txBody>
      </p:sp>
      <p:sp>
        <p:nvSpPr>
          <p:cNvPr id="4" name="テキスト ボックス 3">
            <a:extLst>
              <a:ext uri="{FF2B5EF4-FFF2-40B4-BE49-F238E27FC236}">
                <a16:creationId xmlns:a16="http://schemas.microsoft.com/office/drawing/2014/main" id="{6CA4EEC9-8C5B-46BA-02F1-09ED125B774F}"/>
              </a:ext>
            </a:extLst>
          </p:cNvPr>
          <p:cNvSpPr txBox="1"/>
          <p:nvPr/>
        </p:nvSpPr>
        <p:spPr>
          <a:xfrm>
            <a:off x="1458686" y="1126558"/>
            <a:ext cx="9065623"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ja-JP" sz="1400" dirty="0"/>
              <a:t>GMM</a:t>
            </a:r>
            <a:r>
              <a:rPr lang="ja-JP" altLang="en-US" sz="1400" dirty="0"/>
              <a:t>では、ある時刻の音が</a:t>
            </a:r>
            <a:r>
              <a:rPr lang="en-US" altLang="ja-JP" sz="1400" dirty="0"/>
              <a:t>/a/</a:t>
            </a:r>
            <a:r>
              <a:rPr lang="ja-JP" altLang="en-US" sz="1400" dirty="0"/>
              <a:t>にどれだけ近いかといった、ある時間のみの尤度であり、音声全体に対しての「こんにちは」の尤度を測るような音声認識に必要な計算ができない</a:t>
            </a:r>
          </a:p>
        </p:txBody>
      </p:sp>
      <p:sp>
        <p:nvSpPr>
          <p:cNvPr id="6" name="テキスト ボックス 5">
            <a:extLst>
              <a:ext uri="{FF2B5EF4-FFF2-40B4-BE49-F238E27FC236}">
                <a16:creationId xmlns:a16="http://schemas.microsoft.com/office/drawing/2014/main" id="{EA811E35-BF0C-0872-AE87-EEEBB5553FD4}"/>
              </a:ext>
            </a:extLst>
          </p:cNvPr>
          <p:cNvSpPr txBox="1"/>
          <p:nvPr/>
        </p:nvSpPr>
        <p:spPr>
          <a:xfrm>
            <a:off x="905781" y="2156375"/>
            <a:ext cx="10171433" cy="646331"/>
          </a:xfrm>
          <a:prstGeom prst="rect">
            <a:avLst/>
          </a:prstGeom>
          <a:noFill/>
        </p:spPr>
        <p:txBody>
          <a:bodyPr wrap="square">
            <a:spAutoFit/>
          </a:bodyPr>
          <a:lstStyle/>
          <a:p>
            <a:r>
              <a:rPr lang="en-US" altLang="ja-JP" dirty="0"/>
              <a:t>DP</a:t>
            </a:r>
            <a:r>
              <a:rPr lang="ja-JP" altLang="en-US" dirty="0"/>
              <a:t>マッチングの考え方にならい、音声の時刻と音素の対応</a:t>
            </a:r>
            <a:r>
              <a:rPr lang="en-US" altLang="ja-JP" dirty="0"/>
              <a:t>(</a:t>
            </a:r>
            <a:r>
              <a:rPr lang="ja-JP" altLang="en-US" dirty="0"/>
              <a:t>アライメント</a:t>
            </a:r>
            <a:r>
              <a:rPr lang="en-US" altLang="ja-JP" dirty="0"/>
              <a:t>)</a:t>
            </a:r>
            <a:r>
              <a:rPr lang="ja-JP" altLang="en-US" dirty="0"/>
              <a:t>を推定しながら、音素ごとに対応した分布で確率を測ることができれば、分布を使って音声認識ができるのでは</a:t>
            </a:r>
            <a:endParaRPr lang="en-US" altLang="ja-JP" dirty="0"/>
          </a:p>
        </p:txBody>
      </p:sp>
      <p:cxnSp>
        <p:nvCxnSpPr>
          <p:cNvPr id="8" name="直線矢印コネクタ 7">
            <a:extLst>
              <a:ext uri="{FF2B5EF4-FFF2-40B4-BE49-F238E27FC236}">
                <a16:creationId xmlns:a16="http://schemas.microsoft.com/office/drawing/2014/main" id="{FD0E6935-4222-089E-3E13-65342AEA26D1}"/>
              </a:ext>
            </a:extLst>
          </p:cNvPr>
          <p:cNvCxnSpPr>
            <a:cxnSpLocks/>
          </p:cNvCxnSpPr>
          <p:nvPr/>
        </p:nvCxnSpPr>
        <p:spPr>
          <a:xfrm>
            <a:off x="5741300" y="1755306"/>
            <a:ext cx="0" cy="2955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直線矢印コネクタ 8">
            <a:extLst>
              <a:ext uri="{FF2B5EF4-FFF2-40B4-BE49-F238E27FC236}">
                <a16:creationId xmlns:a16="http://schemas.microsoft.com/office/drawing/2014/main" id="{23BCA45C-188A-7CB7-54B5-92948B400DEE}"/>
              </a:ext>
            </a:extLst>
          </p:cNvPr>
          <p:cNvCxnSpPr>
            <a:cxnSpLocks/>
          </p:cNvCxnSpPr>
          <p:nvPr/>
        </p:nvCxnSpPr>
        <p:spPr>
          <a:xfrm>
            <a:off x="5748006" y="2802706"/>
            <a:ext cx="0" cy="2955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テキスト ボックス 11">
            <a:extLst>
              <a:ext uri="{FF2B5EF4-FFF2-40B4-BE49-F238E27FC236}">
                <a16:creationId xmlns:a16="http://schemas.microsoft.com/office/drawing/2014/main" id="{F24EEF04-4CDA-1C11-4FEF-7F0FEE9781CD}"/>
              </a:ext>
            </a:extLst>
          </p:cNvPr>
          <p:cNvSpPr txBox="1"/>
          <p:nvPr/>
        </p:nvSpPr>
        <p:spPr>
          <a:xfrm>
            <a:off x="4253427" y="3143958"/>
            <a:ext cx="3279885" cy="369332"/>
          </a:xfrm>
          <a:prstGeom prst="rect">
            <a:avLst/>
          </a:prstGeom>
          <a:noFill/>
        </p:spPr>
        <p:txBody>
          <a:bodyPr wrap="square">
            <a:spAutoFit/>
          </a:bodyPr>
          <a:lstStyle/>
          <a:p>
            <a:r>
              <a:rPr lang="ja-JP" altLang="en-US" b="1"/>
              <a:t>隠れマルコフモデル</a:t>
            </a:r>
            <a:r>
              <a:rPr lang="en-US" altLang="ja-JP" b="1" dirty="0"/>
              <a:t>(HMM)</a:t>
            </a:r>
          </a:p>
        </p:txBody>
      </p:sp>
      <p:sp>
        <p:nvSpPr>
          <p:cNvPr id="16" name="テキスト ボックス 15">
            <a:extLst>
              <a:ext uri="{FF2B5EF4-FFF2-40B4-BE49-F238E27FC236}">
                <a16:creationId xmlns:a16="http://schemas.microsoft.com/office/drawing/2014/main" id="{9B0D9FD0-FA5A-3E78-B6D0-3A2DD13E29F0}"/>
              </a:ext>
            </a:extLst>
          </p:cNvPr>
          <p:cNvSpPr txBox="1"/>
          <p:nvPr/>
        </p:nvSpPr>
        <p:spPr>
          <a:xfrm>
            <a:off x="872909" y="3854542"/>
            <a:ext cx="10446182" cy="646331"/>
          </a:xfrm>
          <a:prstGeom prst="rect">
            <a:avLst/>
          </a:prstGeom>
          <a:noFill/>
        </p:spPr>
        <p:txBody>
          <a:bodyPr wrap="square">
            <a:spAutoFit/>
          </a:bodyPr>
          <a:lstStyle/>
          <a:p>
            <a:r>
              <a:rPr kumimoji="1" lang="ja-JP" altLang="en-US" dirty="0"/>
              <a:t>以前の</a:t>
            </a:r>
            <a:r>
              <a:rPr kumimoji="1" lang="en-US" altLang="ja-JP" dirty="0"/>
              <a:t>DP</a:t>
            </a:r>
            <a:r>
              <a:rPr kumimoji="1" lang="ja-JP" altLang="en-US" dirty="0"/>
              <a:t>マッチングでは、</a:t>
            </a:r>
            <a:r>
              <a:rPr kumimoji="1" lang="ja-JP" altLang="en-US" b="1" dirty="0"/>
              <a:t>各フレーム間</a:t>
            </a:r>
            <a:r>
              <a:rPr kumimoji="1" lang="ja-JP" altLang="en-US" dirty="0"/>
              <a:t>のマッチングを、動的計画法を用いてフレーム同士の距離が最小になるように求めていた。</a:t>
            </a:r>
            <a:endParaRPr lang="ja-JP" altLang="en-US" dirty="0"/>
          </a:p>
        </p:txBody>
      </p:sp>
      <p:sp>
        <p:nvSpPr>
          <p:cNvPr id="19" name="テキスト ボックス 18">
            <a:extLst>
              <a:ext uri="{FF2B5EF4-FFF2-40B4-BE49-F238E27FC236}">
                <a16:creationId xmlns:a16="http://schemas.microsoft.com/office/drawing/2014/main" id="{C0F7F80C-5721-2A69-F9D5-C70D7FA73693}"/>
              </a:ext>
            </a:extLst>
          </p:cNvPr>
          <p:cNvSpPr txBox="1"/>
          <p:nvPr/>
        </p:nvSpPr>
        <p:spPr>
          <a:xfrm>
            <a:off x="905784" y="5190176"/>
            <a:ext cx="7001599" cy="646331"/>
          </a:xfrm>
          <a:prstGeom prst="rect">
            <a:avLst/>
          </a:prstGeom>
          <a:noFill/>
        </p:spPr>
        <p:txBody>
          <a:bodyPr wrap="square">
            <a:spAutoFit/>
          </a:bodyPr>
          <a:lstStyle/>
          <a:p>
            <a:r>
              <a:rPr kumimoji="1" lang="en-US" altLang="ja-JP" dirty="0"/>
              <a:t>HMM</a:t>
            </a:r>
            <a:r>
              <a:rPr kumimoji="1" lang="ja-JP" altLang="en-US" dirty="0"/>
              <a:t>では、</a:t>
            </a:r>
            <a:r>
              <a:rPr kumimoji="1" lang="ja-JP" altLang="en-US" b="1" dirty="0"/>
              <a:t>フレーム系列</a:t>
            </a:r>
            <a:r>
              <a:rPr kumimoji="1" lang="ja-JP" altLang="en-US" dirty="0"/>
              <a:t>と、</a:t>
            </a:r>
            <a:r>
              <a:rPr kumimoji="1" lang="ja-JP" altLang="en-US" b="1" dirty="0"/>
              <a:t>音素順に並んだ分布の系列</a:t>
            </a:r>
            <a:r>
              <a:rPr kumimoji="1" lang="ja-JP" altLang="en-US" dirty="0"/>
              <a:t>で比較し、フレームの音声の生成確率が最大となるように求める。</a:t>
            </a:r>
            <a:endParaRPr lang="ja-JP" altLang="en-US" dirty="0"/>
          </a:p>
        </p:txBody>
      </p:sp>
      <p:cxnSp>
        <p:nvCxnSpPr>
          <p:cNvPr id="24" name="直線矢印コネクタ 23">
            <a:extLst>
              <a:ext uri="{FF2B5EF4-FFF2-40B4-BE49-F238E27FC236}">
                <a16:creationId xmlns:a16="http://schemas.microsoft.com/office/drawing/2014/main" id="{16ACDAF4-29D9-D323-FABA-F188F283A5A3}"/>
              </a:ext>
            </a:extLst>
          </p:cNvPr>
          <p:cNvCxnSpPr>
            <a:cxnSpLocks/>
          </p:cNvCxnSpPr>
          <p:nvPr/>
        </p:nvCxnSpPr>
        <p:spPr>
          <a:xfrm>
            <a:off x="5712236" y="4414596"/>
            <a:ext cx="0" cy="66913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 name="テキスト ボックス 24">
            <a:extLst>
              <a:ext uri="{FF2B5EF4-FFF2-40B4-BE49-F238E27FC236}">
                <a16:creationId xmlns:a16="http://schemas.microsoft.com/office/drawing/2014/main" id="{95901A76-362C-67EE-CD0C-491203408DA3}"/>
              </a:ext>
            </a:extLst>
          </p:cNvPr>
          <p:cNvSpPr txBox="1"/>
          <p:nvPr/>
        </p:nvSpPr>
        <p:spPr>
          <a:xfrm>
            <a:off x="5839480" y="4564496"/>
            <a:ext cx="1280569" cy="369332"/>
          </a:xfrm>
          <a:prstGeom prst="rect">
            <a:avLst/>
          </a:prstGeom>
          <a:noFill/>
        </p:spPr>
        <p:txBody>
          <a:bodyPr wrap="square">
            <a:spAutoFit/>
          </a:bodyPr>
          <a:lstStyle/>
          <a:p>
            <a:r>
              <a:rPr lang="ja-JP" altLang="en-US" dirty="0"/>
              <a:t>しかし、、</a:t>
            </a:r>
          </a:p>
        </p:txBody>
      </p:sp>
      <p:pic>
        <p:nvPicPr>
          <p:cNvPr id="7" name="図 6" descr="ダイアグラム&#10;&#10;自動的に生成された説明">
            <a:extLst>
              <a:ext uri="{FF2B5EF4-FFF2-40B4-BE49-F238E27FC236}">
                <a16:creationId xmlns:a16="http://schemas.microsoft.com/office/drawing/2014/main" id="{61AFD179-A421-C7DA-3B04-52580FADBD85}"/>
              </a:ext>
            </a:extLst>
          </p:cNvPr>
          <p:cNvPicPr>
            <a:picLocks noChangeAspect="1"/>
          </p:cNvPicPr>
          <p:nvPr/>
        </p:nvPicPr>
        <p:blipFill rotWithShape="1">
          <a:blip r:embed="rId2">
            <a:extLst>
              <a:ext uri="{28A0092B-C50C-407E-A947-70E740481C1C}">
                <a14:useLocalDpi xmlns:a14="http://schemas.microsoft.com/office/drawing/2010/main" val="0"/>
              </a:ext>
            </a:extLst>
          </a:blip>
          <a:srcRect l="1909" t="42564" r="42693" b="43795"/>
          <a:stretch/>
        </p:blipFill>
        <p:spPr>
          <a:xfrm>
            <a:off x="8009181" y="4324184"/>
            <a:ext cx="3813667" cy="2032166"/>
          </a:xfrm>
          <a:prstGeom prst="rect">
            <a:avLst/>
          </a:prstGeom>
        </p:spPr>
      </p:pic>
      <p:sp>
        <p:nvSpPr>
          <p:cNvPr id="11" name="テキスト ボックス 10">
            <a:extLst>
              <a:ext uri="{FF2B5EF4-FFF2-40B4-BE49-F238E27FC236}">
                <a16:creationId xmlns:a16="http://schemas.microsoft.com/office/drawing/2014/main" id="{F05CE396-79F4-81B3-5786-75838189D44C}"/>
              </a:ext>
            </a:extLst>
          </p:cNvPr>
          <p:cNvSpPr txBox="1"/>
          <p:nvPr/>
        </p:nvSpPr>
        <p:spPr>
          <a:xfrm>
            <a:off x="263231" y="6269408"/>
            <a:ext cx="6100762" cy="276999"/>
          </a:xfrm>
          <a:prstGeom prst="rect">
            <a:avLst/>
          </a:prstGeom>
          <a:noFill/>
        </p:spPr>
        <p:txBody>
          <a:bodyPr wrap="square">
            <a:spAutoFit/>
          </a:bodyPr>
          <a:lstStyle/>
          <a:p>
            <a:r>
              <a:rPr kumimoji="1" lang="ja-JP" altLang="en-US" sz="1200" dirty="0"/>
              <a:t>引用元</a:t>
            </a:r>
            <a:r>
              <a:rPr kumimoji="1" lang="en-US" altLang="ja-JP" sz="1200" dirty="0"/>
              <a:t>: </a:t>
            </a:r>
            <a:r>
              <a:rPr kumimoji="1" lang="ja-JP" altLang="en-US" sz="1200" dirty="0"/>
              <a:t>高島遼一</a:t>
            </a:r>
            <a:r>
              <a:rPr kumimoji="1" lang="en-US" altLang="ja-JP" sz="1200" dirty="0"/>
              <a:t>, “Python</a:t>
            </a:r>
            <a:r>
              <a:rPr kumimoji="1" lang="ja-JP" altLang="en-US" sz="1200" dirty="0"/>
              <a:t>で学ぶ音声認識</a:t>
            </a:r>
            <a:r>
              <a:rPr kumimoji="1" lang="en-US" altLang="ja-JP" sz="1200" dirty="0"/>
              <a:t>”, </a:t>
            </a:r>
            <a:r>
              <a:rPr kumimoji="1" lang="ja-JP" altLang="en-US" sz="1200" dirty="0"/>
              <a:t>株式会社インプレス</a:t>
            </a:r>
            <a:r>
              <a:rPr kumimoji="1" lang="en-US" altLang="ja-JP" sz="1200" dirty="0"/>
              <a:t>, p127</a:t>
            </a:r>
            <a:endParaRPr kumimoji="1" lang="ja-JP" altLang="en-US" sz="1200" dirty="0"/>
          </a:p>
        </p:txBody>
      </p:sp>
      <p:sp>
        <p:nvSpPr>
          <p:cNvPr id="13" name="スライド番号プレースホルダー 12">
            <a:extLst>
              <a:ext uri="{FF2B5EF4-FFF2-40B4-BE49-F238E27FC236}">
                <a16:creationId xmlns:a16="http://schemas.microsoft.com/office/drawing/2014/main" id="{B0C23290-1F40-098F-9004-58AF41B0DDB1}"/>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15</a:t>
            </a:fld>
            <a:endParaRPr kumimoji="1" lang="ja-JP" altLang="en-US"/>
          </a:p>
        </p:txBody>
      </p:sp>
    </p:spTree>
    <p:extLst>
      <p:ext uri="{BB962C8B-B14F-4D97-AF65-F5344CB8AC3E}">
        <p14:creationId xmlns:p14="http://schemas.microsoft.com/office/powerpoint/2010/main" val="2021668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1. </a:t>
            </a:r>
            <a:r>
              <a:rPr lang="ja-JP" altLang="en-US" sz="2400" dirty="0"/>
              <a:t>原理ー隠れマルコフモデル</a:t>
            </a:r>
            <a:r>
              <a:rPr lang="en-US" altLang="ja-JP" sz="2400" dirty="0"/>
              <a:t>(HMM)</a:t>
            </a:r>
            <a:endParaRPr lang="ja-JP" altLang="en-US" sz="2400" dirty="0"/>
          </a:p>
        </p:txBody>
      </p:sp>
      <p:pic>
        <p:nvPicPr>
          <p:cNvPr id="5" name="図 4" descr="ダイアグラム&#10;&#10;自動的に生成された説明">
            <a:extLst>
              <a:ext uri="{FF2B5EF4-FFF2-40B4-BE49-F238E27FC236}">
                <a16:creationId xmlns:a16="http://schemas.microsoft.com/office/drawing/2014/main" id="{3DD72435-45F1-0EE7-ED82-D3A3F9344960}"/>
              </a:ext>
            </a:extLst>
          </p:cNvPr>
          <p:cNvPicPr>
            <a:picLocks noChangeAspect="1"/>
          </p:cNvPicPr>
          <p:nvPr/>
        </p:nvPicPr>
        <p:blipFill rotWithShape="1">
          <a:blip r:embed="rId2">
            <a:extLst>
              <a:ext uri="{28A0092B-C50C-407E-A947-70E740481C1C}">
                <a14:useLocalDpi xmlns:a14="http://schemas.microsoft.com/office/drawing/2010/main" val="0"/>
              </a:ext>
            </a:extLst>
          </a:blip>
          <a:srcRect l="1908" t="42564" r="2919" b="43795"/>
          <a:stretch/>
        </p:blipFill>
        <p:spPr>
          <a:xfrm>
            <a:off x="6096000" y="1037315"/>
            <a:ext cx="5556068" cy="1723303"/>
          </a:xfrm>
          <a:prstGeom prst="rect">
            <a:avLst/>
          </a:prstGeom>
        </p:spPr>
      </p:pic>
      <p:sp>
        <p:nvSpPr>
          <p:cNvPr id="7" name="テキスト ボックス 6">
            <a:extLst>
              <a:ext uri="{FF2B5EF4-FFF2-40B4-BE49-F238E27FC236}">
                <a16:creationId xmlns:a16="http://schemas.microsoft.com/office/drawing/2014/main" id="{2C7E8D7B-36D7-DF38-9B45-61198B0BCCBF}"/>
              </a:ext>
            </a:extLst>
          </p:cNvPr>
          <p:cNvSpPr txBox="1"/>
          <p:nvPr/>
        </p:nvSpPr>
        <p:spPr>
          <a:xfrm>
            <a:off x="688070" y="1606616"/>
            <a:ext cx="5303428" cy="646331"/>
          </a:xfrm>
          <a:prstGeom prst="rect">
            <a:avLst/>
          </a:prstGeom>
          <a:noFill/>
        </p:spPr>
        <p:txBody>
          <a:bodyPr wrap="square">
            <a:spAutoFit/>
          </a:bodyPr>
          <a:lstStyle/>
          <a:p>
            <a:r>
              <a:rPr lang="ja-JP" altLang="en-US" dirty="0"/>
              <a:t>確率最大のパスは、右図のような状態遷移図で書くこともできる。</a:t>
            </a:r>
          </a:p>
        </p:txBody>
      </p:sp>
      <p:sp>
        <p:nvSpPr>
          <p:cNvPr id="10" name="テキスト ボックス 9">
            <a:extLst>
              <a:ext uri="{FF2B5EF4-FFF2-40B4-BE49-F238E27FC236}">
                <a16:creationId xmlns:a16="http://schemas.microsoft.com/office/drawing/2014/main" id="{037D694D-76EA-5E16-0020-57BB968E3EB2}"/>
              </a:ext>
            </a:extLst>
          </p:cNvPr>
          <p:cNvSpPr txBox="1"/>
          <p:nvPr/>
        </p:nvSpPr>
        <p:spPr>
          <a:xfrm>
            <a:off x="688070" y="2914246"/>
            <a:ext cx="10519861" cy="646331"/>
          </a:xfrm>
          <a:prstGeom prst="rect">
            <a:avLst/>
          </a:prstGeom>
          <a:noFill/>
        </p:spPr>
        <p:txBody>
          <a:bodyPr wrap="square">
            <a:spAutoFit/>
          </a:bodyPr>
          <a:lstStyle/>
          <a:p>
            <a:r>
              <a:rPr lang="en-US" altLang="ja-JP" dirty="0"/>
              <a:t>HMM</a:t>
            </a:r>
            <a:r>
              <a:rPr lang="ja-JP" altLang="en-US" dirty="0"/>
              <a:t>はこの状態遷移モデルで表現され、このような一方向の状態遷移を行う</a:t>
            </a:r>
            <a:r>
              <a:rPr lang="en-US" altLang="ja-JP" dirty="0"/>
              <a:t>HMM</a:t>
            </a:r>
            <a:r>
              <a:rPr lang="ja-JP" altLang="en-US" dirty="0"/>
              <a:t>を、</a:t>
            </a:r>
            <a:endParaRPr lang="en-US" altLang="ja-JP" dirty="0"/>
          </a:p>
          <a:p>
            <a:r>
              <a:rPr lang="en-US" altLang="ja-JP" b="1" dirty="0"/>
              <a:t>left-to-right HMM</a:t>
            </a:r>
            <a:r>
              <a:rPr lang="ja-JP" altLang="en-US" dirty="0"/>
              <a:t>と呼ぶ</a:t>
            </a:r>
          </a:p>
        </p:txBody>
      </p:sp>
      <p:sp>
        <p:nvSpPr>
          <p:cNvPr id="15" name="テキスト ボックス 14">
            <a:extLst>
              <a:ext uri="{FF2B5EF4-FFF2-40B4-BE49-F238E27FC236}">
                <a16:creationId xmlns:a16="http://schemas.microsoft.com/office/drawing/2014/main" id="{BD542E0F-F8A6-BA25-2BF1-8EA10DA62260}"/>
              </a:ext>
            </a:extLst>
          </p:cNvPr>
          <p:cNvSpPr txBox="1"/>
          <p:nvPr/>
        </p:nvSpPr>
        <p:spPr>
          <a:xfrm>
            <a:off x="688069" y="4018455"/>
            <a:ext cx="10589531" cy="646331"/>
          </a:xfrm>
          <a:prstGeom prst="rect">
            <a:avLst/>
          </a:prstGeom>
          <a:noFill/>
        </p:spPr>
        <p:txBody>
          <a:bodyPr wrap="square">
            <a:spAutoFit/>
          </a:bodyPr>
          <a:lstStyle/>
          <a:p>
            <a:r>
              <a:rPr lang="ja-JP" altLang="en-US" dirty="0"/>
              <a:t>音素一つ一つが状態という形で表現されているが、音素一つの中に複数の状態を定義できる。</a:t>
            </a:r>
            <a:r>
              <a:rPr lang="en-US" altLang="ja-JP" dirty="0"/>
              <a:t>(</a:t>
            </a:r>
            <a:r>
              <a:rPr lang="ja-JP" altLang="en-US" dirty="0"/>
              <a:t>音素が始まった直後、継続中、終わる直前の</a:t>
            </a:r>
            <a:r>
              <a:rPr lang="en-US" altLang="ja-JP" dirty="0"/>
              <a:t>3</a:t>
            </a:r>
            <a:r>
              <a:rPr lang="ja-JP" altLang="en-US" dirty="0"/>
              <a:t>つなど</a:t>
            </a:r>
            <a:r>
              <a:rPr lang="en-US" altLang="ja-JP" dirty="0"/>
              <a:t>)</a:t>
            </a:r>
          </a:p>
        </p:txBody>
      </p:sp>
      <p:sp>
        <p:nvSpPr>
          <p:cNvPr id="18" name="テキスト ボックス 17">
            <a:extLst>
              <a:ext uri="{FF2B5EF4-FFF2-40B4-BE49-F238E27FC236}">
                <a16:creationId xmlns:a16="http://schemas.microsoft.com/office/drawing/2014/main" id="{D7FB7B8E-9B25-519B-0FC6-B4C9280FBCDB}"/>
              </a:ext>
            </a:extLst>
          </p:cNvPr>
          <p:cNvSpPr txBox="1"/>
          <p:nvPr/>
        </p:nvSpPr>
        <p:spPr>
          <a:xfrm>
            <a:off x="688069" y="5227040"/>
            <a:ext cx="10589531" cy="646331"/>
          </a:xfrm>
          <a:prstGeom prst="rect">
            <a:avLst/>
          </a:prstGeom>
          <a:noFill/>
        </p:spPr>
        <p:txBody>
          <a:bodyPr wrap="square">
            <a:spAutoFit/>
          </a:bodyPr>
          <a:lstStyle/>
          <a:p>
            <a:r>
              <a:rPr lang="ja-JP" altLang="en-US" dirty="0"/>
              <a:t>このように、</a:t>
            </a:r>
            <a:r>
              <a:rPr lang="ja-JP" altLang="en-US" b="1" dirty="0"/>
              <a:t>観測された音声の背後</a:t>
            </a:r>
            <a:r>
              <a:rPr lang="ja-JP" altLang="en-US" dirty="0"/>
              <a:t>に「状態」という概念が隠れているという考えに基づいたモデルであることから、「隠れ」マルコフモデルと呼ばれる。</a:t>
            </a:r>
            <a:endParaRPr lang="en-US" altLang="ja-JP" dirty="0"/>
          </a:p>
        </p:txBody>
      </p:sp>
      <p:sp>
        <p:nvSpPr>
          <p:cNvPr id="21" name="テキスト ボックス 20">
            <a:extLst>
              <a:ext uri="{FF2B5EF4-FFF2-40B4-BE49-F238E27FC236}">
                <a16:creationId xmlns:a16="http://schemas.microsoft.com/office/drawing/2014/main" id="{2ABBBB56-22ED-3ECD-B5A7-BBBCD244FF8A}"/>
              </a:ext>
            </a:extLst>
          </p:cNvPr>
          <p:cNvSpPr txBox="1"/>
          <p:nvPr/>
        </p:nvSpPr>
        <p:spPr>
          <a:xfrm>
            <a:off x="263231" y="6269408"/>
            <a:ext cx="6100762" cy="276999"/>
          </a:xfrm>
          <a:prstGeom prst="rect">
            <a:avLst/>
          </a:prstGeom>
          <a:noFill/>
        </p:spPr>
        <p:txBody>
          <a:bodyPr wrap="square">
            <a:spAutoFit/>
          </a:bodyPr>
          <a:lstStyle/>
          <a:p>
            <a:r>
              <a:rPr kumimoji="1" lang="ja-JP" altLang="en-US" sz="1200" dirty="0"/>
              <a:t>引用元</a:t>
            </a:r>
            <a:r>
              <a:rPr kumimoji="1" lang="en-US" altLang="ja-JP" sz="1200" dirty="0"/>
              <a:t>: </a:t>
            </a:r>
            <a:r>
              <a:rPr kumimoji="1" lang="ja-JP" altLang="en-US" sz="1200" dirty="0"/>
              <a:t>高島遼一</a:t>
            </a:r>
            <a:r>
              <a:rPr kumimoji="1" lang="en-US" altLang="ja-JP" sz="1200" dirty="0"/>
              <a:t>, “Python</a:t>
            </a:r>
            <a:r>
              <a:rPr kumimoji="1" lang="ja-JP" altLang="en-US" sz="1200" dirty="0"/>
              <a:t>で学ぶ音声認識</a:t>
            </a:r>
            <a:r>
              <a:rPr kumimoji="1" lang="en-US" altLang="ja-JP" sz="1200" dirty="0"/>
              <a:t>”, </a:t>
            </a:r>
            <a:r>
              <a:rPr kumimoji="1" lang="ja-JP" altLang="en-US" sz="1200" dirty="0"/>
              <a:t>株式会社インプレス</a:t>
            </a:r>
            <a:r>
              <a:rPr kumimoji="1" lang="en-US" altLang="ja-JP" sz="1200" dirty="0"/>
              <a:t>, p127</a:t>
            </a:r>
            <a:endParaRPr kumimoji="1" lang="ja-JP" altLang="en-US" sz="1200" dirty="0"/>
          </a:p>
        </p:txBody>
      </p:sp>
      <p:sp>
        <p:nvSpPr>
          <p:cNvPr id="22" name="スライド番号プレースホルダー 21">
            <a:extLst>
              <a:ext uri="{FF2B5EF4-FFF2-40B4-BE49-F238E27FC236}">
                <a16:creationId xmlns:a16="http://schemas.microsoft.com/office/drawing/2014/main" id="{47C6CBEE-D141-1E22-3D7E-58BCD3966C49}"/>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16</a:t>
            </a:fld>
            <a:endParaRPr kumimoji="1" lang="ja-JP" altLang="en-US" dirty="0"/>
          </a:p>
        </p:txBody>
      </p:sp>
    </p:spTree>
    <p:extLst>
      <p:ext uri="{BB962C8B-B14F-4D97-AF65-F5344CB8AC3E}">
        <p14:creationId xmlns:p14="http://schemas.microsoft.com/office/powerpoint/2010/main" val="1627072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1. </a:t>
            </a:r>
            <a:r>
              <a:rPr lang="ja-JP" altLang="en-US" sz="2400" dirty="0"/>
              <a:t>原理ー</a:t>
            </a:r>
            <a:r>
              <a:rPr lang="en-US" altLang="ja-JP" sz="2400" dirty="0"/>
              <a:t>GMM-HMM</a:t>
            </a:r>
            <a:endParaRPr lang="ja-JP" altLang="en-US" sz="2400" dirty="0"/>
          </a:p>
        </p:txBody>
      </p:sp>
      <p:pic>
        <p:nvPicPr>
          <p:cNvPr id="2" name="図 1" descr="ダイアグラム, 概略図&#10;&#10;自動的に生成された説明">
            <a:extLst>
              <a:ext uri="{FF2B5EF4-FFF2-40B4-BE49-F238E27FC236}">
                <a16:creationId xmlns:a16="http://schemas.microsoft.com/office/drawing/2014/main" id="{76024BD6-8EF4-4823-0F72-19BCFB4F72F9}"/>
              </a:ext>
            </a:extLst>
          </p:cNvPr>
          <p:cNvPicPr>
            <a:picLocks noChangeAspect="1"/>
          </p:cNvPicPr>
          <p:nvPr/>
        </p:nvPicPr>
        <p:blipFill rotWithShape="1">
          <a:blip r:embed="rId2">
            <a:extLst>
              <a:ext uri="{28A0092B-C50C-407E-A947-70E740481C1C}">
                <a14:useLocalDpi xmlns:a14="http://schemas.microsoft.com/office/drawing/2010/main" val="0"/>
              </a:ext>
            </a:extLst>
          </a:blip>
          <a:srcRect l="6305" t="32852" r="7955" b="40254"/>
          <a:stretch/>
        </p:blipFill>
        <p:spPr>
          <a:xfrm>
            <a:off x="8678340" y="860732"/>
            <a:ext cx="3248299" cy="2205049"/>
          </a:xfrm>
          <a:prstGeom prst="rect">
            <a:avLst/>
          </a:prstGeom>
        </p:spPr>
      </p:pic>
      <p:sp>
        <p:nvSpPr>
          <p:cNvPr id="4" name="テキスト ボックス 3">
            <a:extLst>
              <a:ext uri="{FF2B5EF4-FFF2-40B4-BE49-F238E27FC236}">
                <a16:creationId xmlns:a16="http://schemas.microsoft.com/office/drawing/2014/main" id="{4EC8482D-9B81-7A18-73DD-FE5227C88B57}"/>
              </a:ext>
            </a:extLst>
          </p:cNvPr>
          <p:cNvSpPr txBox="1"/>
          <p:nvPr/>
        </p:nvSpPr>
        <p:spPr>
          <a:xfrm>
            <a:off x="433255" y="1099843"/>
            <a:ext cx="8177345" cy="830997"/>
          </a:xfrm>
          <a:prstGeom prst="rect">
            <a:avLst/>
          </a:prstGeom>
          <a:noFill/>
        </p:spPr>
        <p:txBody>
          <a:bodyPr wrap="square">
            <a:spAutoFit/>
          </a:bodyPr>
          <a:lstStyle/>
          <a:p>
            <a:r>
              <a:rPr lang="ja-JP" altLang="en-US" sz="1600" dirty="0"/>
              <a:t>ある音素</a:t>
            </a:r>
            <a:r>
              <a:rPr lang="en-US" altLang="ja-JP" sz="1600" dirty="0"/>
              <a:t>p</a:t>
            </a:r>
            <a:r>
              <a:rPr lang="ja-JP" altLang="en-US" sz="1600" dirty="0"/>
              <a:t>について、</a:t>
            </a:r>
            <a:r>
              <a:rPr lang="en-US" altLang="ja-JP" sz="1600" dirty="0"/>
              <a:t>3</a:t>
            </a:r>
            <a:r>
              <a:rPr lang="ja-JP" altLang="en-US" sz="1600" dirty="0"/>
              <a:t>状態の</a:t>
            </a:r>
            <a:r>
              <a:rPr lang="en-US" altLang="ja-JP" sz="1600" dirty="0"/>
              <a:t>left-to-right HMM</a:t>
            </a:r>
            <a:r>
              <a:rPr lang="ja-JP" altLang="en-US" sz="1600" dirty="0"/>
              <a:t>で表現したものを右図に示す。</a:t>
            </a:r>
            <a:endParaRPr lang="en-US" altLang="ja-JP" sz="1600" dirty="0"/>
          </a:p>
          <a:p>
            <a:r>
              <a:rPr lang="ja-JP" altLang="en-US" sz="1600" dirty="0"/>
              <a:t>各状態には</a:t>
            </a:r>
            <a:r>
              <a:rPr lang="en-US" altLang="ja-JP" sz="1600" dirty="0"/>
              <a:t>GMM</a:t>
            </a:r>
            <a:r>
              <a:rPr lang="ja-JP" altLang="en-US" sz="1600" dirty="0"/>
              <a:t>が定義されており、それにより音声の生成確率が計算される。この確率値のことを「</a:t>
            </a:r>
            <a:r>
              <a:rPr lang="ja-JP" altLang="en-US" sz="1600" b="1" dirty="0"/>
              <a:t>出力確率</a:t>
            </a:r>
            <a:r>
              <a:rPr lang="ja-JP" altLang="en-US" sz="1600" dirty="0"/>
              <a:t>」と呼ぶ。</a:t>
            </a:r>
          </a:p>
        </p:txBody>
      </p:sp>
      <p:sp>
        <p:nvSpPr>
          <p:cNvPr id="6" name="テキスト ボックス 5">
            <a:extLst>
              <a:ext uri="{FF2B5EF4-FFF2-40B4-BE49-F238E27FC236}">
                <a16:creationId xmlns:a16="http://schemas.microsoft.com/office/drawing/2014/main" id="{5C4987FD-E9BE-A006-77F5-DF9D0B631B02}"/>
              </a:ext>
            </a:extLst>
          </p:cNvPr>
          <p:cNvSpPr txBox="1"/>
          <p:nvPr/>
        </p:nvSpPr>
        <p:spPr>
          <a:xfrm>
            <a:off x="433255" y="2219833"/>
            <a:ext cx="7552506" cy="584775"/>
          </a:xfrm>
          <a:prstGeom prst="rect">
            <a:avLst/>
          </a:prstGeom>
          <a:noFill/>
        </p:spPr>
        <p:txBody>
          <a:bodyPr wrap="square">
            <a:spAutoFit/>
          </a:bodyPr>
          <a:lstStyle/>
          <a:p>
            <a:r>
              <a:rPr lang="ja-JP" altLang="en-US" sz="1600" dirty="0"/>
              <a:t>このように、各状態における出力確率が</a:t>
            </a:r>
            <a:r>
              <a:rPr lang="en-US" altLang="ja-JP" sz="1600" dirty="0"/>
              <a:t>GMM</a:t>
            </a:r>
            <a:r>
              <a:rPr lang="ja-JP" altLang="en-US" sz="1600" dirty="0"/>
              <a:t>でモデル化されているものを、</a:t>
            </a:r>
            <a:r>
              <a:rPr lang="en-US" altLang="ja-JP" sz="1600" b="1" u="sng" dirty="0"/>
              <a:t>GMM-HMM</a:t>
            </a:r>
            <a:r>
              <a:rPr lang="ja-JP" altLang="en-US" sz="1600" dirty="0"/>
              <a:t>と呼ぶ。</a:t>
            </a:r>
          </a:p>
        </p:txBody>
      </p:sp>
      <p:grpSp>
        <p:nvGrpSpPr>
          <p:cNvPr id="16" name="グループ化 15">
            <a:extLst>
              <a:ext uri="{FF2B5EF4-FFF2-40B4-BE49-F238E27FC236}">
                <a16:creationId xmlns:a16="http://schemas.microsoft.com/office/drawing/2014/main" id="{9EAAAA83-2E32-684F-8080-F5B1CBA96E19}"/>
              </a:ext>
            </a:extLst>
          </p:cNvPr>
          <p:cNvGrpSpPr/>
          <p:nvPr/>
        </p:nvGrpSpPr>
        <p:grpSpPr>
          <a:xfrm>
            <a:off x="1125834" y="2708484"/>
            <a:ext cx="566057" cy="461554"/>
            <a:chOff x="1175657" y="2821577"/>
            <a:chExt cx="566057" cy="461554"/>
          </a:xfrm>
        </p:grpSpPr>
        <p:cxnSp>
          <p:nvCxnSpPr>
            <p:cNvPr id="11" name="直線矢印コネクタ 10">
              <a:extLst>
                <a:ext uri="{FF2B5EF4-FFF2-40B4-BE49-F238E27FC236}">
                  <a16:creationId xmlns:a16="http://schemas.microsoft.com/office/drawing/2014/main" id="{A2DD3458-4F91-E152-D1AE-A6BE7AF14E1F}"/>
                </a:ext>
              </a:extLst>
            </p:cNvPr>
            <p:cNvCxnSpPr/>
            <p:nvPr/>
          </p:nvCxnSpPr>
          <p:spPr>
            <a:xfrm>
              <a:off x="1175657" y="3283131"/>
              <a:ext cx="5660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直線コネクタ 12">
              <a:extLst>
                <a:ext uri="{FF2B5EF4-FFF2-40B4-BE49-F238E27FC236}">
                  <a16:creationId xmlns:a16="http://schemas.microsoft.com/office/drawing/2014/main" id="{3869F8C1-0EDB-3368-6315-574A2708D3BC}"/>
                </a:ext>
              </a:extLst>
            </p:cNvPr>
            <p:cNvCxnSpPr/>
            <p:nvPr/>
          </p:nvCxnSpPr>
          <p:spPr>
            <a:xfrm>
              <a:off x="1175657" y="2821577"/>
              <a:ext cx="0" cy="461554"/>
            </a:xfrm>
            <a:prstGeom prst="line">
              <a:avLst/>
            </a:prstGeom>
          </p:spPr>
          <p:style>
            <a:lnRef idx="2">
              <a:schemeClr val="dk1"/>
            </a:lnRef>
            <a:fillRef idx="0">
              <a:schemeClr val="dk1"/>
            </a:fillRef>
            <a:effectRef idx="1">
              <a:schemeClr val="dk1"/>
            </a:effectRef>
            <a:fontRef idx="minor">
              <a:schemeClr val="tx1"/>
            </a:fontRef>
          </p:style>
        </p:cxnSp>
      </p:grpSp>
      <p:sp>
        <p:nvSpPr>
          <p:cNvPr id="17" name="テキスト ボックス 16">
            <a:extLst>
              <a:ext uri="{FF2B5EF4-FFF2-40B4-BE49-F238E27FC236}">
                <a16:creationId xmlns:a16="http://schemas.microsoft.com/office/drawing/2014/main" id="{7C533502-BD33-6D86-293A-AD508F98E972}"/>
              </a:ext>
            </a:extLst>
          </p:cNvPr>
          <p:cNvSpPr txBox="1"/>
          <p:nvPr/>
        </p:nvSpPr>
        <p:spPr>
          <a:xfrm>
            <a:off x="1691891" y="3001408"/>
            <a:ext cx="3629041" cy="338554"/>
          </a:xfrm>
          <a:prstGeom prst="rect">
            <a:avLst/>
          </a:prstGeom>
          <a:noFill/>
        </p:spPr>
        <p:txBody>
          <a:bodyPr wrap="square" rtlCol="0">
            <a:spAutoFit/>
          </a:bodyPr>
          <a:lstStyle/>
          <a:p>
            <a:r>
              <a:rPr lang="ja-JP" altLang="en-US" sz="1600" dirty="0"/>
              <a:t>音声認識モデルの中でも</a:t>
            </a:r>
            <a:r>
              <a:rPr lang="ja-JP" altLang="en-US" sz="1600" b="1" dirty="0"/>
              <a:t>音響モデル</a:t>
            </a:r>
            <a:endParaRPr kumimoji="1" lang="ja-JP" altLang="en-US" sz="1600" b="1" dirty="0"/>
          </a:p>
        </p:txBody>
      </p:sp>
      <p:sp>
        <p:nvSpPr>
          <p:cNvPr id="19" name="テキスト ボックス 18">
            <a:extLst>
              <a:ext uri="{FF2B5EF4-FFF2-40B4-BE49-F238E27FC236}">
                <a16:creationId xmlns:a16="http://schemas.microsoft.com/office/drawing/2014/main" id="{B06426DF-9AF1-FD90-A0DE-9BFCB0451ADB}"/>
              </a:ext>
            </a:extLst>
          </p:cNvPr>
          <p:cNvSpPr txBox="1"/>
          <p:nvPr/>
        </p:nvSpPr>
        <p:spPr>
          <a:xfrm>
            <a:off x="2828111" y="3557306"/>
            <a:ext cx="6133009" cy="338554"/>
          </a:xfrm>
          <a:prstGeom prst="rect">
            <a:avLst/>
          </a:prstGeom>
          <a:noFill/>
        </p:spPr>
        <p:txBody>
          <a:bodyPr wrap="square">
            <a:spAutoFit/>
          </a:bodyPr>
          <a:lstStyle/>
          <a:p>
            <a:r>
              <a:rPr lang="ja-JP" altLang="en-US" sz="1600" dirty="0"/>
              <a:t>右図は、ある音素</a:t>
            </a:r>
            <a:r>
              <a:rPr lang="en-US" altLang="ja-JP" sz="1600" dirty="0"/>
              <a:t>p</a:t>
            </a:r>
            <a:r>
              <a:rPr lang="ja-JP" altLang="en-US" sz="1600" dirty="0"/>
              <a:t>の中の状態のみしか考慮されていない。</a:t>
            </a:r>
          </a:p>
        </p:txBody>
      </p:sp>
      <p:cxnSp>
        <p:nvCxnSpPr>
          <p:cNvPr id="20" name="直線矢印コネクタ 19">
            <a:extLst>
              <a:ext uri="{FF2B5EF4-FFF2-40B4-BE49-F238E27FC236}">
                <a16:creationId xmlns:a16="http://schemas.microsoft.com/office/drawing/2014/main" id="{83A17760-C3F2-88EF-C98E-B6316D2F5A57}"/>
              </a:ext>
            </a:extLst>
          </p:cNvPr>
          <p:cNvCxnSpPr>
            <a:cxnSpLocks/>
          </p:cNvCxnSpPr>
          <p:nvPr/>
        </p:nvCxnSpPr>
        <p:spPr>
          <a:xfrm>
            <a:off x="5756715" y="3978363"/>
            <a:ext cx="0" cy="2955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 name="テキスト ボックス 20">
            <a:extLst>
              <a:ext uri="{FF2B5EF4-FFF2-40B4-BE49-F238E27FC236}">
                <a16:creationId xmlns:a16="http://schemas.microsoft.com/office/drawing/2014/main" id="{32A4F478-E807-0179-DE9A-0D86112177F5}"/>
              </a:ext>
            </a:extLst>
          </p:cNvPr>
          <p:cNvSpPr txBox="1"/>
          <p:nvPr/>
        </p:nvSpPr>
        <p:spPr>
          <a:xfrm>
            <a:off x="5894615" y="3978363"/>
            <a:ext cx="1377042" cy="307777"/>
          </a:xfrm>
          <a:prstGeom prst="rect">
            <a:avLst/>
          </a:prstGeom>
          <a:noFill/>
        </p:spPr>
        <p:txBody>
          <a:bodyPr wrap="square">
            <a:spAutoFit/>
          </a:bodyPr>
          <a:lstStyle/>
          <a:p>
            <a:r>
              <a:rPr lang="ja-JP" altLang="en-US" sz="1400" dirty="0"/>
              <a:t>全体だと？</a:t>
            </a:r>
          </a:p>
        </p:txBody>
      </p:sp>
      <p:sp>
        <p:nvSpPr>
          <p:cNvPr id="22" name="テキスト ボックス 21">
            <a:extLst>
              <a:ext uri="{FF2B5EF4-FFF2-40B4-BE49-F238E27FC236}">
                <a16:creationId xmlns:a16="http://schemas.microsoft.com/office/drawing/2014/main" id="{FA6E40C1-90A4-6778-2450-334D7DC8494C}"/>
              </a:ext>
            </a:extLst>
          </p:cNvPr>
          <p:cNvSpPr txBox="1"/>
          <p:nvPr/>
        </p:nvSpPr>
        <p:spPr>
          <a:xfrm>
            <a:off x="866753" y="4361998"/>
            <a:ext cx="10249489" cy="584775"/>
          </a:xfrm>
          <a:prstGeom prst="rect">
            <a:avLst/>
          </a:prstGeom>
          <a:noFill/>
        </p:spPr>
        <p:txBody>
          <a:bodyPr wrap="square">
            <a:spAutoFit/>
          </a:bodyPr>
          <a:lstStyle/>
          <a:p>
            <a:r>
              <a:rPr lang="en-US" altLang="ja-JP" sz="1600" dirty="0"/>
              <a:t>GMM</a:t>
            </a:r>
            <a:r>
              <a:rPr lang="ja-JP" altLang="en-US" sz="1600" dirty="0"/>
              <a:t>のみでは、入力された音声系列</a:t>
            </a:r>
            <a:r>
              <a:rPr lang="en-US" altLang="ja-JP" sz="1600" dirty="0"/>
              <a:t>x</a:t>
            </a:r>
            <a:r>
              <a:rPr lang="ja-JP" altLang="en-US" sz="1600" dirty="0"/>
              <a:t>に当てはまる音素の分布を最適化していたが、</a:t>
            </a:r>
            <a:endParaRPr lang="en-US" altLang="ja-JP" sz="1600" dirty="0"/>
          </a:p>
          <a:p>
            <a:r>
              <a:rPr lang="en-US" altLang="ja-JP" sz="1600" dirty="0"/>
              <a:t>GMM-HMM</a:t>
            </a:r>
            <a:r>
              <a:rPr lang="ja-JP" altLang="en-US" sz="1600" dirty="0"/>
              <a:t>では各音素の中に状態が複数あるため、</a:t>
            </a:r>
            <a:r>
              <a:rPr lang="en-US" altLang="ja-JP" sz="1600" dirty="0"/>
              <a:t>x</a:t>
            </a:r>
            <a:r>
              <a:rPr lang="ja-JP" altLang="en-US" sz="1600" dirty="0"/>
              <a:t>に当てはまる</a:t>
            </a:r>
            <a:r>
              <a:rPr lang="ja-JP" altLang="en-US" sz="1600" b="1" dirty="0"/>
              <a:t>音素と状態</a:t>
            </a:r>
            <a:r>
              <a:rPr lang="ja-JP" altLang="en-US" sz="1600" dirty="0"/>
              <a:t>の分布を最適化する必要がある。</a:t>
            </a:r>
          </a:p>
        </p:txBody>
      </p:sp>
      <p:cxnSp>
        <p:nvCxnSpPr>
          <p:cNvPr id="24" name="直線矢印コネクタ 23">
            <a:extLst>
              <a:ext uri="{FF2B5EF4-FFF2-40B4-BE49-F238E27FC236}">
                <a16:creationId xmlns:a16="http://schemas.microsoft.com/office/drawing/2014/main" id="{26310E84-7F42-76EE-A3A0-D2790C96C735}"/>
              </a:ext>
            </a:extLst>
          </p:cNvPr>
          <p:cNvCxnSpPr>
            <a:cxnSpLocks/>
          </p:cNvCxnSpPr>
          <p:nvPr/>
        </p:nvCxnSpPr>
        <p:spPr>
          <a:xfrm>
            <a:off x="5756715" y="5001374"/>
            <a:ext cx="0" cy="4238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ABD530DB-E482-AC14-3BEB-8ACB5CD4A9C2}"/>
                  </a:ext>
                </a:extLst>
              </p:cNvPr>
              <p:cNvSpPr txBox="1"/>
              <p:nvPr/>
            </p:nvSpPr>
            <p:spPr>
              <a:xfrm>
                <a:off x="866753" y="5491663"/>
                <a:ext cx="9368243" cy="584775"/>
              </a:xfrm>
              <a:prstGeom prst="rect">
                <a:avLst/>
              </a:prstGeom>
              <a:noFill/>
            </p:spPr>
            <p:txBody>
              <a:bodyPr wrap="square">
                <a:spAutoFit/>
              </a:bodyPr>
              <a:lstStyle/>
              <a:p>
                <a:r>
                  <a:rPr lang="en-US" altLang="ja-JP" sz="1600" dirty="0"/>
                  <a:t>GMM</a:t>
                </a:r>
                <a:r>
                  <a:rPr lang="ja-JP" altLang="en-US" sz="1600" dirty="0"/>
                  <a:t>のパラメータ推定法</a:t>
                </a:r>
                <a:r>
                  <a:rPr lang="en-US" altLang="ja-JP" sz="1600" dirty="0"/>
                  <a:t>(EM</a:t>
                </a:r>
                <a:r>
                  <a:rPr lang="ja-JP" altLang="en-US" sz="1600" dirty="0"/>
                  <a:t>アルゴリズム</a:t>
                </a:r>
                <a:r>
                  <a:rPr lang="en-US" altLang="ja-JP" sz="1600" dirty="0"/>
                  <a:t>)</a:t>
                </a:r>
                <a:r>
                  <a:rPr lang="ja-JP" altLang="en-US" sz="1600" dirty="0"/>
                  <a:t>と同様に、仮のパラメータ</a:t>
                </a:r>
                <a14:m>
                  <m:oMath xmlns:m="http://schemas.openxmlformats.org/officeDocument/2006/math">
                    <m:sSup>
                      <m:sSupPr>
                        <m:ctrlPr>
                          <a:rPr lang="en-US" altLang="ja-JP" sz="1600" i="1" smtClean="0">
                            <a:latin typeface="Cambria Math" panose="02040503050406030204" pitchFamily="18" charset="0"/>
                          </a:rPr>
                        </m:ctrlPr>
                      </m:sSupPr>
                      <m:e>
                        <m:r>
                          <a:rPr lang="ja-JP" altLang="en-US" sz="1600" i="1" smtClean="0">
                            <a:latin typeface="Cambria Math" panose="02040503050406030204" pitchFamily="18" charset="0"/>
                          </a:rPr>
                          <m:t>𝜃</m:t>
                        </m:r>
                      </m:e>
                      <m:sup>
                        <m:r>
                          <a:rPr lang="en-US" altLang="ja-JP" sz="1600" b="0" i="1" smtClean="0">
                            <a:latin typeface="Cambria Math" panose="02040503050406030204" pitchFamily="18" charset="0"/>
                          </a:rPr>
                          <m:t>′</m:t>
                        </m:r>
                      </m:sup>
                    </m:sSup>
                  </m:oMath>
                </a14:m>
                <a:r>
                  <a:rPr lang="ja-JP" altLang="en-US" sz="1600" dirty="0"/>
                  <a:t>を決め、各確率の計算とパラメータ</a:t>
                </a:r>
                <a14:m>
                  <m:oMath xmlns:m="http://schemas.openxmlformats.org/officeDocument/2006/math">
                    <m:r>
                      <a:rPr lang="ja-JP" altLang="en-US" sz="1600" i="1">
                        <a:latin typeface="Cambria Math" panose="02040503050406030204" pitchFamily="18" charset="0"/>
                      </a:rPr>
                      <m:t>𝜃</m:t>
                    </m:r>
                  </m:oMath>
                </a14:m>
                <a:r>
                  <a:rPr lang="ja-JP" altLang="en-US" sz="1600" dirty="0"/>
                  <a:t>の更新を交互に行うと、状態数が多いため時間がかかってしまう</a:t>
                </a:r>
              </a:p>
            </p:txBody>
          </p:sp>
        </mc:Choice>
        <mc:Fallback xmlns="">
          <p:sp>
            <p:nvSpPr>
              <p:cNvPr id="26" name="テキスト ボックス 25">
                <a:extLst>
                  <a:ext uri="{FF2B5EF4-FFF2-40B4-BE49-F238E27FC236}">
                    <a16:creationId xmlns:a16="http://schemas.microsoft.com/office/drawing/2014/main" id="{ABD530DB-E482-AC14-3BEB-8ACB5CD4A9C2}"/>
                  </a:ext>
                </a:extLst>
              </p:cNvPr>
              <p:cNvSpPr txBox="1">
                <a:spLocks noRot="1" noChangeAspect="1" noMove="1" noResize="1" noEditPoints="1" noAdjustHandles="1" noChangeArrowheads="1" noChangeShapeType="1" noTextEdit="1"/>
              </p:cNvSpPr>
              <p:nvPr/>
            </p:nvSpPr>
            <p:spPr>
              <a:xfrm>
                <a:off x="866753" y="5491663"/>
                <a:ext cx="9368243" cy="584775"/>
              </a:xfrm>
              <a:prstGeom prst="rect">
                <a:avLst/>
              </a:prstGeom>
              <a:blipFill>
                <a:blip r:embed="rId3"/>
                <a:stretch>
                  <a:fillRect l="-325" t="-4167" b="-12500"/>
                </a:stretch>
              </a:blipFill>
            </p:spPr>
            <p:txBody>
              <a:bodyPr/>
              <a:lstStyle/>
              <a:p>
                <a:r>
                  <a:rPr lang="ja-JP" altLang="en-US">
                    <a:noFill/>
                  </a:rPr>
                  <a:t> </a:t>
                </a:r>
              </a:p>
            </p:txBody>
          </p:sp>
        </mc:Fallback>
      </mc:AlternateContent>
      <p:sp>
        <p:nvSpPr>
          <p:cNvPr id="30" name="テキスト ボックス 29">
            <a:extLst>
              <a:ext uri="{FF2B5EF4-FFF2-40B4-BE49-F238E27FC236}">
                <a16:creationId xmlns:a16="http://schemas.microsoft.com/office/drawing/2014/main" id="{22FF3A91-537C-30F5-19CB-05CC296B3635}"/>
              </a:ext>
            </a:extLst>
          </p:cNvPr>
          <p:cNvSpPr txBox="1"/>
          <p:nvPr/>
        </p:nvSpPr>
        <p:spPr>
          <a:xfrm>
            <a:off x="263231" y="6269408"/>
            <a:ext cx="6100762" cy="276999"/>
          </a:xfrm>
          <a:prstGeom prst="rect">
            <a:avLst/>
          </a:prstGeom>
          <a:noFill/>
        </p:spPr>
        <p:txBody>
          <a:bodyPr wrap="square">
            <a:spAutoFit/>
          </a:bodyPr>
          <a:lstStyle/>
          <a:p>
            <a:r>
              <a:rPr kumimoji="1" lang="ja-JP" altLang="en-US" sz="1200" dirty="0"/>
              <a:t>引用元</a:t>
            </a:r>
            <a:r>
              <a:rPr kumimoji="1" lang="en-US" altLang="ja-JP" sz="1200" dirty="0"/>
              <a:t>: </a:t>
            </a:r>
            <a:r>
              <a:rPr kumimoji="1" lang="ja-JP" altLang="en-US" sz="1200" dirty="0"/>
              <a:t>高島遼一</a:t>
            </a:r>
            <a:r>
              <a:rPr kumimoji="1" lang="en-US" altLang="ja-JP" sz="1200" dirty="0"/>
              <a:t>, “Python</a:t>
            </a:r>
            <a:r>
              <a:rPr kumimoji="1" lang="ja-JP" altLang="en-US" sz="1200" dirty="0"/>
              <a:t>で学ぶ音声認識</a:t>
            </a:r>
            <a:r>
              <a:rPr kumimoji="1" lang="en-US" altLang="ja-JP" sz="1200" dirty="0"/>
              <a:t>”, </a:t>
            </a:r>
            <a:r>
              <a:rPr kumimoji="1" lang="ja-JP" altLang="en-US" sz="1200" dirty="0"/>
              <a:t>株式会社インプレス</a:t>
            </a:r>
            <a:r>
              <a:rPr kumimoji="1" lang="en-US" altLang="ja-JP" sz="1200" dirty="0"/>
              <a:t>, p128</a:t>
            </a:r>
            <a:endParaRPr kumimoji="1" lang="ja-JP" altLang="en-US" sz="1200" dirty="0"/>
          </a:p>
        </p:txBody>
      </p:sp>
      <p:sp>
        <p:nvSpPr>
          <p:cNvPr id="31" name="スライド番号プレースホルダー 30">
            <a:extLst>
              <a:ext uri="{FF2B5EF4-FFF2-40B4-BE49-F238E27FC236}">
                <a16:creationId xmlns:a16="http://schemas.microsoft.com/office/drawing/2014/main" id="{2D696A83-C204-9801-4EA9-4D12B4DCFCF7}"/>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17</a:t>
            </a:fld>
            <a:endParaRPr kumimoji="1" lang="ja-JP" altLang="en-US" dirty="0"/>
          </a:p>
        </p:txBody>
      </p:sp>
    </p:spTree>
    <p:extLst>
      <p:ext uri="{BB962C8B-B14F-4D97-AF65-F5344CB8AC3E}">
        <p14:creationId xmlns:p14="http://schemas.microsoft.com/office/powerpoint/2010/main" val="2274831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1. </a:t>
            </a:r>
            <a:r>
              <a:rPr lang="ja-JP" altLang="en-US" sz="2400" dirty="0"/>
              <a:t>原理ー</a:t>
            </a:r>
            <a:r>
              <a:rPr lang="en-US" altLang="ja-JP" sz="2400" dirty="0"/>
              <a:t>GMM-HMM</a:t>
            </a:r>
            <a:endParaRPr lang="ja-JP" altLang="en-US" sz="2400" dirty="0"/>
          </a:p>
        </p:txBody>
      </p:sp>
      <p:cxnSp>
        <p:nvCxnSpPr>
          <p:cNvPr id="24" name="直線矢印コネクタ 23">
            <a:extLst>
              <a:ext uri="{FF2B5EF4-FFF2-40B4-BE49-F238E27FC236}">
                <a16:creationId xmlns:a16="http://schemas.microsoft.com/office/drawing/2014/main" id="{26310E84-7F42-76EE-A3A0-D2790C96C735}"/>
              </a:ext>
            </a:extLst>
          </p:cNvPr>
          <p:cNvCxnSpPr>
            <a:cxnSpLocks/>
          </p:cNvCxnSpPr>
          <p:nvPr/>
        </p:nvCxnSpPr>
        <p:spPr>
          <a:xfrm>
            <a:off x="5913120" y="1648574"/>
            <a:ext cx="0" cy="28472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ABD530DB-E482-AC14-3BEB-8ACB5CD4A9C2}"/>
                  </a:ext>
                </a:extLst>
              </p:cNvPr>
              <p:cNvSpPr txBox="1"/>
              <p:nvPr/>
            </p:nvSpPr>
            <p:spPr>
              <a:xfrm>
                <a:off x="1307376" y="1027611"/>
                <a:ext cx="9368243"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ja-JP" sz="1400" dirty="0"/>
                  <a:t>GMM</a:t>
                </a:r>
                <a:r>
                  <a:rPr lang="ja-JP" altLang="en-US" sz="1400" dirty="0"/>
                  <a:t>のパラメータ推定法</a:t>
                </a:r>
                <a:r>
                  <a:rPr lang="en-US" altLang="ja-JP" sz="1400" dirty="0"/>
                  <a:t>(EM</a:t>
                </a:r>
                <a:r>
                  <a:rPr lang="ja-JP" altLang="en-US" sz="1400" dirty="0"/>
                  <a:t>アルゴリズム</a:t>
                </a:r>
                <a:r>
                  <a:rPr lang="en-US" altLang="ja-JP" sz="1400" dirty="0"/>
                  <a:t>)</a:t>
                </a:r>
                <a:r>
                  <a:rPr lang="ja-JP" altLang="en-US" sz="1400" dirty="0"/>
                  <a:t>と同様に、仮のパラメータ</a:t>
                </a:r>
                <a14:m>
                  <m:oMath xmlns:m="http://schemas.openxmlformats.org/officeDocument/2006/math">
                    <m:sSup>
                      <m:sSupPr>
                        <m:ctrlPr>
                          <a:rPr lang="en-US" altLang="ja-JP" sz="1400" i="1" smtClean="0">
                            <a:latin typeface="Cambria Math" panose="02040503050406030204" pitchFamily="18" charset="0"/>
                          </a:rPr>
                        </m:ctrlPr>
                      </m:sSupPr>
                      <m:e>
                        <m:r>
                          <a:rPr lang="ja-JP" altLang="en-US" sz="1400" i="1" smtClean="0">
                            <a:latin typeface="Cambria Math" panose="02040503050406030204" pitchFamily="18" charset="0"/>
                          </a:rPr>
                          <m:t>𝜃</m:t>
                        </m:r>
                      </m:e>
                      <m:sup>
                        <m:r>
                          <a:rPr lang="en-US" altLang="ja-JP" sz="1400" b="0" i="1" smtClean="0">
                            <a:latin typeface="Cambria Math" panose="02040503050406030204" pitchFamily="18" charset="0"/>
                          </a:rPr>
                          <m:t>′</m:t>
                        </m:r>
                      </m:sup>
                    </m:sSup>
                  </m:oMath>
                </a14:m>
                <a:r>
                  <a:rPr lang="ja-JP" altLang="en-US" sz="1400" dirty="0"/>
                  <a:t>を決め、各確率の計算とパラメータ</a:t>
                </a:r>
                <a14:m>
                  <m:oMath xmlns:m="http://schemas.openxmlformats.org/officeDocument/2006/math">
                    <m:r>
                      <a:rPr lang="ja-JP" altLang="en-US" sz="1400" i="1">
                        <a:latin typeface="Cambria Math" panose="02040503050406030204" pitchFamily="18" charset="0"/>
                      </a:rPr>
                      <m:t>𝜃</m:t>
                    </m:r>
                  </m:oMath>
                </a14:m>
                <a:r>
                  <a:rPr lang="ja-JP" altLang="en-US" sz="1400" dirty="0"/>
                  <a:t>の更新を交互に行うと、状態数が多いため時間がかかってしまう</a:t>
                </a:r>
              </a:p>
            </p:txBody>
          </p:sp>
        </mc:Choice>
        <mc:Fallback xmlns="">
          <p:sp>
            <p:nvSpPr>
              <p:cNvPr id="26" name="テキスト ボックス 25">
                <a:extLst>
                  <a:ext uri="{FF2B5EF4-FFF2-40B4-BE49-F238E27FC236}">
                    <a16:creationId xmlns:a16="http://schemas.microsoft.com/office/drawing/2014/main" id="{ABD530DB-E482-AC14-3BEB-8ACB5CD4A9C2}"/>
                  </a:ext>
                </a:extLst>
              </p:cNvPr>
              <p:cNvSpPr txBox="1">
                <a:spLocks noRot="1" noChangeAspect="1" noMove="1" noResize="1" noEditPoints="1" noAdjustHandles="1" noChangeArrowheads="1" noChangeShapeType="1" noTextEdit="1"/>
              </p:cNvSpPr>
              <p:nvPr/>
            </p:nvSpPr>
            <p:spPr>
              <a:xfrm>
                <a:off x="1307376" y="1027611"/>
                <a:ext cx="9368243" cy="523220"/>
              </a:xfrm>
              <a:prstGeom prst="rect">
                <a:avLst/>
              </a:prstGeom>
              <a:blipFill>
                <a:blip r:embed="rId2"/>
                <a:stretch>
                  <a:fillRect l="-130" t="-2273" b="-9091"/>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52480DB7-65ED-CB00-CB6E-F95BE11F9C57}"/>
              </a:ext>
            </a:extLst>
          </p:cNvPr>
          <p:cNvSpPr txBox="1"/>
          <p:nvPr/>
        </p:nvSpPr>
        <p:spPr>
          <a:xfrm>
            <a:off x="4504510" y="1989850"/>
            <a:ext cx="3182980" cy="338554"/>
          </a:xfrm>
          <a:prstGeom prst="rect">
            <a:avLst/>
          </a:prstGeom>
          <a:noFill/>
        </p:spPr>
        <p:txBody>
          <a:bodyPr wrap="square">
            <a:spAutoFit/>
          </a:bodyPr>
          <a:lstStyle/>
          <a:p>
            <a:r>
              <a:rPr lang="ja-JP" altLang="en-US" sz="1600" b="1" dirty="0"/>
              <a:t>前向き・後ろ向きアルゴリズム</a:t>
            </a:r>
          </a:p>
        </p:txBody>
      </p:sp>
      <p:cxnSp>
        <p:nvCxnSpPr>
          <p:cNvPr id="8" name="直線矢印コネクタ 7">
            <a:extLst>
              <a:ext uri="{FF2B5EF4-FFF2-40B4-BE49-F238E27FC236}">
                <a16:creationId xmlns:a16="http://schemas.microsoft.com/office/drawing/2014/main" id="{D635CCF5-534D-FDFE-5E78-1F4D95060D0C}"/>
              </a:ext>
            </a:extLst>
          </p:cNvPr>
          <p:cNvCxnSpPr>
            <a:cxnSpLocks/>
          </p:cNvCxnSpPr>
          <p:nvPr/>
        </p:nvCxnSpPr>
        <p:spPr>
          <a:xfrm>
            <a:off x="7598229" y="2159127"/>
            <a:ext cx="3265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テキスト ボックス 9">
            <a:extLst>
              <a:ext uri="{FF2B5EF4-FFF2-40B4-BE49-F238E27FC236}">
                <a16:creationId xmlns:a16="http://schemas.microsoft.com/office/drawing/2014/main" id="{EABBC72F-8D64-5A33-7E9A-B496C0B1D3DC}"/>
              </a:ext>
            </a:extLst>
          </p:cNvPr>
          <p:cNvSpPr txBox="1"/>
          <p:nvPr/>
        </p:nvSpPr>
        <p:spPr>
          <a:xfrm>
            <a:off x="8057608" y="1933303"/>
            <a:ext cx="3296192" cy="523220"/>
          </a:xfrm>
          <a:prstGeom prst="rect">
            <a:avLst/>
          </a:prstGeom>
          <a:noFill/>
        </p:spPr>
        <p:txBody>
          <a:bodyPr wrap="square">
            <a:spAutoFit/>
          </a:bodyPr>
          <a:lstStyle/>
          <a:p>
            <a:r>
              <a:rPr lang="ja-JP" altLang="en-US" sz="1400" dirty="0"/>
              <a:t>前の計算結果を利用しながら逐次的に計算するため効率的</a:t>
            </a:r>
          </a:p>
        </p:txBody>
      </p:sp>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90B30688-E710-E321-233B-FC5E1941C51B}"/>
                  </a:ext>
                </a:extLst>
              </p:cNvPr>
              <p:cNvSpPr txBox="1"/>
              <p:nvPr/>
            </p:nvSpPr>
            <p:spPr>
              <a:xfrm>
                <a:off x="830176" y="3056262"/>
                <a:ext cx="6423439" cy="109799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mj-lt"/>
                  <a:buAutoNum type="arabicPeriod"/>
                </a:pPr>
                <a:r>
                  <a:rPr lang="ja-JP" altLang="en-US" sz="1600" dirty="0"/>
                  <a:t>パラメータ</a:t>
                </a:r>
                <a14:m>
                  <m:oMath xmlns:m="http://schemas.openxmlformats.org/officeDocument/2006/math">
                    <m:sSup>
                      <m:sSupPr>
                        <m:ctrlPr>
                          <a:rPr lang="en-US" altLang="ja-JP" sz="1600" i="1" smtClean="0">
                            <a:latin typeface="Cambria Math" panose="02040503050406030204" pitchFamily="18" charset="0"/>
                          </a:rPr>
                        </m:ctrlPr>
                      </m:sSupPr>
                      <m:e>
                        <m:r>
                          <a:rPr lang="ja-JP" altLang="en-US" sz="1600" i="1" smtClean="0">
                            <a:latin typeface="Cambria Math" panose="02040503050406030204" pitchFamily="18" charset="0"/>
                          </a:rPr>
                          <m:t>𝜃</m:t>
                        </m:r>
                      </m:e>
                      <m:sup>
                        <m:r>
                          <a:rPr lang="en-US" altLang="ja-JP" sz="1600" b="0" i="1" smtClean="0">
                            <a:latin typeface="Cambria Math" panose="02040503050406030204" pitchFamily="18" charset="0"/>
                          </a:rPr>
                          <m:t>′</m:t>
                        </m:r>
                      </m:sup>
                    </m:sSup>
                    <m:r>
                      <a:rPr lang="ja-JP" altLang="en-US" sz="1600" i="1">
                        <a:latin typeface="Cambria Math" panose="02040503050406030204" pitchFamily="18" charset="0"/>
                      </a:rPr>
                      <m:t>に</m:t>
                    </m:r>
                  </m:oMath>
                </a14:m>
                <a:r>
                  <a:rPr lang="ja-JP" altLang="en-US" sz="1600" dirty="0"/>
                  <a:t>初期値を設定</a:t>
                </a:r>
                <a:endParaRPr lang="en-US" altLang="ja-JP" sz="1600" dirty="0"/>
              </a:p>
              <a:p>
                <a:pPr marL="342900" indent="-342900">
                  <a:buFont typeface="+mj-lt"/>
                  <a:buAutoNum type="arabicPeriod"/>
                </a:pPr>
                <a:r>
                  <a:rPr lang="ja-JP" altLang="en-US" sz="1600" dirty="0"/>
                  <a:t>前向き・後ろ向きアルゴリズムを用いて各パラメータ</a:t>
                </a:r>
                <a14:m>
                  <m:oMath xmlns:m="http://schemas.openxmlformats.org/officeDocument/2006/math">
                    <m:acc>
                      <m:accPr>
                        <m:chr m:val="̂"/>
                        <m:ctrlPr>
                          <a:rPr lang="ja-JP" altLang="en-US" sz="1600" i="1" smtClean="0">
                            <a:latin typeface="Cambria Math" panose="02040503050406030204" pitchFamily="18" charset="0"/>
                          </a:rPr>
                        </m:ctrlPr>
                      </m:accPr>
                      <m:e>
                        <m:r>
                          <a:rPr lang="ja-JP" altLang="en-US" sz="1600" i="1">
                            <a:latin typeface="Cambria Math" panose="02040503050406030204" pitchFamily="18" charset="0"/>
                          </a:rPr>
                          <m:t>𝜃</m:t>
                        </m:r>
                      </m:e>
                    </m:acc>
                  </m:oMath>
                </a14:m>
                <a:r>
                  <a:rPr lang="ja-JP" altLang="en-US" sz="1600" dirty="0"/>
                  <a:t>を計算</a:t>
                </a:r>
                <a:r>
                  <a:rPr lang="en-US" altLang="ja-JP" sz="1600" dirty="0"/>
                  <a:t>(M</a:t>
                </a:r>
                <a:r>
                  <a:rPr lang="ja-JP" altLang="en-US" sz="1600" dirty="0"/>
                  <a:t>ステップ</a:t>
                </a:r>
                <a:r>
                  <a:rPr lang="en-US" altLang="ja-JP" sz="1600" dirty="0"/>
                  <a:t>)</a:t>
                </a:r>
              </a:p>
              <a:p>
                <a:pPr marL="342900" indent="-342900">
                  <a:buFont typeface="+mj-lt"/>
                  <a:buAutoNum type="arabicPeriod"/>
                </a:pPr>
                <a14:m>
                  <m:oMath xmlns:m="http://schemas.openxmlformats.org/officeDocument/2006/math">
                    <m:acc>
                      <m:accPr>
                        <m:chr m:val="̂"/>
                        <m:ctrlPr>
                          <a:rPr lang="ja-JP" altLang="en-US" sz="1600" i="1" smtClean="0">
                            <a:latin typeface="Cambria Math" panose="02040503050406030204" pitchFamily="18" charset="0"/>
                          </a:rPr>
                        </m:ctrlPr>
                      </m:accPr>
                      <m:e>
                        <m:r>
                          <a:rPr lang="ja-JP" altLang="en-US" sz="1600" i="1">
                            <a:latin typeface="Cambria Math" panose="02040503050406030204" pitchFamily="18" charset="0"/>
                          </a:rPr>
                          <m:t>𝜃</m:t>
                        </m:r>
                      </m:e>
                    </m:acc>
                  </m:oMath>
                </a14:m>
                <a:r>
                  <a:rPr lang="ja-JP" altLang="en-US" sz="1600" dirty="0"/>
                  <a:t>を計算した結果を</a:t>
                </a:r>
                <a14:m>
                  <m:oMath xmlns:m="http://schemas.openxmlformats.org/officeDocument/2006/math">
                    <m:sSup>
                      <m:sSupPr>
                        <m:ctrlPr>
                          <a:rPr lang="en-US" altLang="ja-JP" sz="1600" i="1">
                            <a:latin typeface="Cambria Math" panose="02040503050406030204" pitchFamily="18" charset="0"/>
                          </a:rPr>
                        </m:ctrlPr>
                      </m:sSupPr>
                      <m:e>
                        <m:r>
                          <a:rPr lang="ja-JP" altLang="en-US" sz="1600" i="1">
                            <a:latin typeface="Cambria Math" panose="02040503050406030204" pitchFamily="18" charset="0"/>
                          </a:rPr>
                          <m:t>𝜃</m:t>
                        </m:r>
                      </m:e>
                      <m:sup>
                        <m:r>
                          <a:rPr lang="en-US" altLang="ja-JP" sz="1600" i="1">
                            <a:latin typeface="Cambria Math" panose="02040503050406030204" pitchFamily="18" charset="0"/>
                          </a:rPr>
                          <m:t>′</m:t>
                        </m:r>
                      </m:sup>
                    </m:sSup>
                  </m:oMath>
                </a14:m>
                <a:r>
                  <a:rPr lang="ja-JP" altLang="en-US" sz="1600" dirty="0"/>
                  <a:t>に設定し、手順</a:t>
                </a:r>
                <a:r>
                  <a:rPr lang="en-US" altLang="ja-JP" sz="1600" dirty="0"/>
                  <a:t>2</a:t>
                </a:r>
                <a:r>
                  <a:rPr lang="ja-JP" altLang="en-US" sz="1600" dirty="0"/>
                  <a:t>に戻る</a:t>
                </a:r>
                <a:endParaRPr lang="en-US" altLang="ja-JP" sz="1600" dirty="0"/>
              </a:p>
            </p:txBody>
          </p:sp>
        </mc:Choice>
        <mc:Fallback xmlns="">
          <p:sp>
            <p:nvSpPr>
              <p:cNvPr id="12" name="テキスト ボックス 11">
                <a:extLst>
                  <a:ext uri="{FF2B5EF4-FFF2-40B4-BE49-F238E27FC236}">
                    <a16:creationId xmlns:a16="http://schemas.microsoft.com/office/drawing/2014/main" id="{90B30688-E710-E321-233B-FC5E1941C51B}"/>
                  </a:ext>
                </a:extLst>
              </p:cNvPr>
              <p:cNvSpPr txBox="1">
                <a:spLocks noRot="1" noChangeAspect="1" noMove="1" noResize="1" noEditPoints="1" noAdjustHandles="1" noChangeArrowheads="1" noChangeShapeType="1" noTextEdit="1"/>
              </p:cNvSpPr>
              <p:nvPr/>
            </p:nvSpPr>
            <p:spPr>
              <a:xfrm>
                <a:off x="830176" y="3056262"/>
                <a:ext cx="6423439" cy="1097993"/>
              </a:xfrm>
              <a:prstGeom prst="rect">
                <a:avLst/>
              </a:prstGeom>
              <a:blipFill>
                <a:blip r:embed="rId3"/>
                <a:stretch>
                  <a:fillRect l="-378" t="-1093" b="-4918"/>
                </a:stretch>
              </a:blipFill>
            </p:spPr>
            <p:txBody>
              <a:bodyPr/>
              <a:lstStyle/>
              <a:p>
                <a:r>
                  <a:rPr lang="ja-JP" altLang="en-US">
                    <a:noFill/>
                  </a:rPr>
                  <a:t> </a:t>
                </a:r>
              </a:p>
            </p:txBody>
          </p:sp>
        </mc:Fallback>
      </mc:AlternateContent>
      <p:sp>
        <p:nvSpPr>
          <p:cNvPr id="15" name="テキスト ボックス 14">
            <a:extLst>
              <a:ext uri="{FF2B5EF4-FFF2-40B4-BE49-F238E27FC236}">
                <a16:creationId xmlns:a16="http://schemas.microsoft.com/office/drawing/2014/main" id="{AB3C4218-3645-9002-CC43-1C9C473B8D98}"/>
              </a:ext>
            </a:extLst>
          </p:cNvPr>
          <p:cNvSpPr txBox="1"/>
          <p:nvPr/>
        </p:nvSpPr>
        <p:spPr>
          <a:xfrm>
            <a:off x="830176" y="2767423"/>
            <a:ext cx="5858007" cy="338554"/>
          </a:xfrm>
          <a:prstGeom prst="rect">
            <a:avLst/>
          </a:prstGeom>
          <a:noFill/>
        </p:spPr>
        <p:txBody>
          <a:bodyPr wrap="square">
            <a:spAutoFit/>
          </a:bodyPr>
          <a:lstStyle/>
          <a:p>
            <a:r>
              <a:rPr lang="en-US" altLang="ja-JP" sz="1600" dirty="0"/>
              <a:t>GMM-HMM</a:t>
            </a:r>
            <a:r>
              <a:rPr lang="ja-JP" altLang="en-US" sz="1600" dirty="0"/>
              <a:t>の学習手順</a:t>
            </a:r>
            <a:r>
              <a:rPr lang="en-US" altLang="ja-JP" sz="1600" dirty="0"/>
              <a:t>(</a:t>
            </a:r>
            <a:r>
              <a:rPr lang="ja-JP" altLang="en-US" sz="1600" b="1" dirty="0"/>
              <a:t>バウムウェルチアルゴリズム</a:t>
            </a:r>
            <a:r>
              <a:rPr lang="en-US" altLang="ja-JP" sz="1600" dirty="0"/>
              <a:t>)</a:t>
            </a:r>
            <a:endParaRPr lang="ja-JP" altLang="en-US" sz="1600" dirty="0"/>
          </a:p>
        </p:txBody>
      </p:sp>
      <p:sp>
        <p:nvSpPr>
          <p:cNvPr id="23" name="テキスト ボックス 22">
            <a:extLst>
              <a:ext uri="{FF2B5EF4-FFF2-40B4-BE49-F238E27FC236}">
                <a16:creationId xmlns:a16="http://schemas.microsoft.com/office/drawing/2014/main" id="{7D71CC93-6BE8-EADF-B3B5-5FA4C21D49FB}"/>
              </a:ext>
            </a:extLst>
          </p:cNvPr>
          <p:cNvSpPr txBox="1"/>
          <p:nvPr/>
        </p:nvSpPr>
        <p:spPr>
          <a:xfrm>
            <a:off x="830176" y="4439798"/>
            <a:ext cx="10523624" cy="1077218"/>
          </a:xfrm>
          <a:prstGeom prst="rect">
            <a:avLst/>
          </a:prstGeom>
          <a:noFill/>
        </p:spPr>
        <p:txBody>
          <a:bodyPr wrap="square">
            <a:spAutoFit/>
          </a:bodyPr>
          <a:lstStyle/>
          <a:p>
            <a:r>
              <a:rPr lang="ja-JP" altLang="en-US" sz="1600" dirty="0"/>
              <a:t>バウムウェルチアルゴリズムは、</a:t>
            </a:r>
            <a:r>
              <a:rPr lang="en-US" altLang="ja-JP" sz="1600" dirty="0"/>
              <a:t>GMM</a:t>
            </a:r>
            <a:r>
              <a:rPr lang="ja-JP" altLang="en-US" sz="1600" dirty="0"/>
              <a:t>の</a:t>
            </a:r>
            <a:r>
              <a:rPr lang="en-US" altLang="ja-JP" sz="1600" dirty="0"/>
              <a:t>EM</a:t>
            </a:r>
            <a:r>
              <a:rPr lang="ja-JP" altLang="en-US" sz="1600" dirty="0"/>
              <a:t>アルゴリズムと基本的には同じため、すべての振り分けパターンと確率を考慮して尤度を最大化するように計算している。</a:t>
            </a:r>
            <a:endParaRPr lang="en-US" altLang="ja-JP" sz="1600" dirty="0"/>
          </a:p>
          <a:p>
            <a:r>
              <a:rPr lang="ja-JP" altLang="en-US" sz="1600" dirty="0"/>
              <a:t>しかし、すべての遷移パスではなく、最も確率の高いパスだけを計算し、そのパス上だけでの尤度を最大化する</a:t>
            </a:r>
            <a:r>
              <a:rPr lang="ja-JP" altLang="en-US" sz="1600" b="1" dirty="0"/>
              <a:t>ビタビアルゴリズム</a:t>
            </a:r>
            <a:r>
              <a:rPr lang="ja-JP" altLang="en-US" sz="1600" dirty="0"/>
              <a:t>というものもある。</a:t>
            </a:r>
          </a:p>
        </p:txBody>
      </p:sp>
      <p:grpSp>
        <p:nvGrpSpPr>
          <p:cNvPr id="27" name="グループ化 26">
            <a:extLst>
              <a:ext uri="{FF2B5EF4-FFF2-40B4-BE49-F238E27FC236}">
                <a16:creationId xmlns:a16="http://schemas.microsoft.com/office/drawing/2014/main" id="{4555DAF3-B8EC-55A2-CB6E-4F5F580B763C}"/>
              </a:ext>
            </a:extLst>
          </p:cNvPr>
          <p:cNvGrpSpPr/>
          <p:nvPr/>
        </p:nvGrpSpPr>
        <p:grpSpPr>
          <a:xfrm>
            <a:off x="1787686" y="5475129"/>
            <a:ext cx="566057" cy="461554"/>
            <a:chOff x="1175657" y="2821577"/>
            <a:chExt cx="566057" cy="461554"/>
          </a:xfrm>
        </p:grpSpPr>
        <p:cxnSp>
          <p:nvCxnSpPr>
            <p:cNvPr id="28" name="直線矢印コネクタ 27">
              <a:extLst>
                <a:ext uri="{FF2B5EF4-FFF2-40B4-BE49-F238E27FC236}">
                  <a16:creationId xmlns:a16="http://schemas.microsoft.com/office/drawing/2014/main" id="{37563C57-A306-1801-156E-DE3B6B20CD55}"/>
                </a:ext>
              </a:extLst>
            </p:cNvPr>
            <p:cNvCxnSpPr/>
            <p:nvPr/>
          </p:nvCxnSpPr>
          <p:spPr>
            <a:xfrm>
              <a:off x="1175657" y="3283131"/>
              <a:ext cx="5660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線コネクタ 28">
              <a:extLst>
                <a:ext uri="{FF2B5EF4-FFF2-40B4-BE49-F238E27FC236}">
                  <a16:creationId xmlns:a16="http://schemas.microsoft.com/office/drawing/2014/main" id="{CE579ECF-067F-836F-4A41-8CB783D64CDF}"/>
                </a:ext>
              </a:extLst>
            </p:cNvPr>
            <p:cNvCxnSpPr/>
            <p:nvPr/>
          </p:nvCxnSpPr>
          <p:spPr>
            <a:xfrm>
              <a:off x="1175657" y="2821577"/>
              <a:ext cx="0" cy="461554"/>
            </a:xfrm>
            <a:prstGeom prst="line">
              <a:avLst/>
            </a:prstGeom>
          </p:spPr>
          <p:style>
            <a:lnRef idx="2">
              <a:schemeClr val="dk1"/>
            </a:lnRef>
            <a:fillRef idx="0">
              <a:schemeClr val="dk1"/>
            </a:fillRef>
            <a:effectRef idx="1">
              <a:schemeClr val="dk1"/>
            </a:effectRef>
            <a:fontRef idx="minor">
              <a:schemeClr val="tx1"/>
            </a:fontRef>
          </p:style>
        </p:cxnSp>
      </p:grpSp>
      <p:sp>
        <p:nvSpPr>
          <p:cNvPr id="30" name="テキスト ボックス 29">
            <a:extLst>
              <a:ext uri="{FF2B5EF4-FFF2-40B4-BE49-F238E27FC236}">
                <a16:creationId xmlns:a16="http://schemas.microsoft.com/office/drawing/2014/main" id="{F29DE295-E9A5-F10C-8954-A4B1C40C8601}"/>
              </a:ext>
            </a:extLst>
          </p:cNvPr>
          <p:cNvSpPr txBox="1"/>
          <p:nvPr/>
        </p:nvSpPr>
        <p:spPr>
          <a:xfrm>
            <a:off x="2449287" y="5614310"/>
            <a:ext cx="8477792" cy="523220"/>
          </a:xfrm>
          <a:prstGeom prst="rect">
            <a:avLst/>
          </a:prstGeom>
          <a:noFill/>
        </p:spPr>
        <p:txBody>
          <a:bodyPr wrap="square">
            <a:spAutoFit/>
          </a:bodyPr>
          <a:lstStyle/>
          <a:p>
            <a:r>
              <a:rPr lang="ja-JP" altLang="en-US" sz="1400" dirty="0"/>
              <a:t>近似で計算しているため、バウムウェルチアルゴリズムよりも高速なため、こちらが用いられることもある</a:t>
            </a:r>
          </a:p>
        </p:txBody>
      </p:sp>
      <p:sp>
        <p:nvSpPr>
          <p:cNvPr id="31" name="スライド番号プレースホルダー 30">
            <a:extLst>
              <a:ext uri="{FF2B5EF4-FFF2-40B4-BE49-F238E27FC236}">
                <a16:creationId xmlns:a16="http://schemas.microsoft.com/office/drawing/2014/main" id="{85175146-8299-95F4-597A-B9AA88A038B8}"/>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18</a:t>
            </a:fld>
            <a:endParaRPr kumimoji="1" lang="ja-JP" altLang="en-US"/>
          </a:p>
        </p:txBody>
      </p:sp>
    </p:spTree>
    <p:extLst>
      <p:ext uri="{BB962C8B-B14F-4D97-AF65-F5344CB8AC3E}">
        <p14:creationId xmlns:p14="http://schemas.microsoft.com/office/powerpoint/2010/main" val="1436495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5" y="588592"/>
            <a:ext cx="5564775" cy="628060"/>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1. </a:t>
            </a:r>
            <a:r>
              <a:rPr lang="ja-JP" altLang="en-US" sz="3200" dirty="0"/>
              <a:t>原理ー音声認識の変遷</a:t>
            </a:r>
          </a:p>
        </p:txBody>
      </p:sp>
      <p:sp>
        <p:nvSpPr>
          <p:cNvPr id="6" name="テキスト ボックス 5">
            <a:extLst>
              <a:ext uri="{FF2B5EF4-FFF2-40B4-BE49-F238E27FC236}">
                <a16:creationId xmlns:a16="http://schemas.microsoft.com/office/drawing/2014/main" id="{B989A86D-E158-78EA-A475-2489232A4F3E}"/>
              </a:ext>
            </a:extLst>
          </p:cNvPr>
          <p:cNvSpPr txBox="1"/>
          <p:nvPr/>
        </p:nvSpPr>
        <p:spPr>
          <a:xfrm>
            <a:off x="897391" y="1997839"/>
            <a:ext cx="10397218" cy="2862322"/>
          </a:xfrm>
          <a:prstGeom prst="rect">
            <a:avLst/>
          </a:prstGeom>
          <a:noFill/>
        </p:spPr>
        <p:txBody>
          <a:bodyPr wrap="square" rtlCol="0">
            <a:spAutoFit/>
          </a:bodyPr>
          <a:lstStyle/>
          <a:p>
            <a:r>
              <a:rPr lang="en-US" altLang="ja-JP" dirty="0"/>
              <a:t>1980</a:t>
            </a:r>
            <a:r>
              <a:rPr lang="ja-JP" altLang="en-US" dirty="0"/>
              <a:t>年代以前・・・テンプレートマッチング</a:t>
            </a:r>
            <a:r>
              <a:rPr lang="en-US" altLang="ja-JP" dirty="0"/>
              <a:t>(DP</a:t>
            </a:r>
            <a:r>
              <a:rPr lang="ja-JP" altLang="en-US" dirty="0"/>
              <a:t>マッチング</a:t>
            </a:r>
            <a:r>
              <a:rPr lang="en-US" altLang="ja-JP" dirty="0"/>
              <a:t>)</a:t>
            </a:r>
          </a:p>
          <a:p>
            <a:endParaRPr lang="en-US" altLang="ja-JP" dirty="0"/>
          </a:p>
          <a:p>
            <a:endParaRPr kumimoji="1" lang="en-US" altLang="ja-JP" dirty="0"/>
          </a:p>
          <a:p>
            <a:r>
              <a:rPr lang="en-US" altLang="ja-JP" dirty="0"/>
              <a:t>80</a:t>
            </a:r>
            <a:r>
              <a:rPr lang="ja-JP" altLang="en-US" dirty="0"/>
              <a:t>年代～</a:t>
            </a:r>
            <a:r>
              <a:rPr lang="en-US" altLang="ja-JP" dirty="0"/>
              <a:t>2010</a:t>
            </a:r>
            <a:r>
              <a:rPr lang="ja-JP" altLang="en-US" dirty="0"/>
              <a:t>年頃・・・混合正規分布</a:t>
            </a:r>
            <a:r>
              <a:rPr lang="en-US" altLang="ja-JP" dirty="0"/>
              <a:t>(GMM)</a:t>
            </a:r>
            <a:r>
              <a:rPr lang="ja-JP" altLang="en-US" dirty="0"/>
              <a:t>と隠れマルコフモデル</a:t>
            </a:r>
            <a:r>
              <a:rPr lang="en-US" altLang="ja-JP" dirty="0"/>
              <a:t>(HMM)</a:t>
            </a:r>
            <a:r>
              <a:rPr lang="ja-JP" altLang="en-US" dirty="0"/>
              <a:t>による音声認識</a:t>
            </a:r>
            <a:endParaRPr lang="en-US" altLang="ja-JP" dirty="0"/>
          </a:p>
          <a:p>
            <a:r>
              <a:rPr lang="en-US" altLang="ja-JP" dirty="0"/>
              <a:t>						</a:t>
            </a:r>
            <a:r>
              <a:rPr lang="ja-JP" altLang="en-US" dirty="0"/>
              <a:t>　　</a:t>
            </a:r>
            <a:endParaRPr lang="en-US" altLang="ja-JP" dirty="0"/>
          </a:p>
          <a:p>
            <a:endParaRPr lang="en-US" altLang="ja-JP" dirty="0"/>
          </a:p>
          <a:p>
            <a:r>
              <a:rPr lang="en-US" altLang="ja-JP" dirty="0">
                <a:solidFill>
                  <a:srgbClr val="FF0000"/>
                </a:solidFill>
              </a:rPr>
              <a:t>2010</a:t>
            </a:r>
            <a:r>
              <a:rPr lang="ja-JP" altLang="en-US" dirty="0">
                <a:solidFill>
                  <a:srgbClr val="FF0000"/>
                </a:solidFill>
              </a:rPr>
              <a:t>年～</a:t>
            </a:r>
            <a:r>
              <a:rPr lang="en-US" altLang="ja-JP" dirty="0">
                <a:solidFill>
                  <a:srgbClr val="FF0000"/>
                </a:solidFill>
              </a:rPr>
              <a:t>2015</a:t>
            </a:r>
            <a:r>
              <a:rPr lang="ja-JP" altLang="en-US" dirty="0">
                <a:solidFill>
                  <a:srgbClr val="FF0000"/>
                </a:solidFill>
              </a:rPr>
              <a:t>年頃・・・ディープニューラルネットワーク</a:t>
            </a:r>
            <a:r>
              <a:rPr lang="en-US" altLang="ja-JP" dirty="0">
                <a:solidFill>
                  <a:srgbClr val="FF0000"/>
                </a:solidFill>
              </a:rPr>
              <a:t>(DNN)</a:t>
            </a:r>
            <a:r>
              <a:rPr lang="ja-JP" altLang="en-US" dirty="0">
                <a:solidFill>
                  <a:srgbClr val="FF0000"/>
                </a:solidFill>
              </a:rPr>
              <a:t>と</a:t>
            </a:r>
            <a:r>
              <a:rPr lang="en-US" altLang="ja-JP" dirty="0">
                <a:solidFill>
                  <a:srgbClr val="FF0000"/>
                </a:solidFill>
              </a:rPr>
              <a:t>HMM</a:t>
            </a:r>
          </a:p>
          <a:p>
            <a:r>
              <a:rPr lang="en-US" altLang="ja-JP" dirty="0">
                <a:solidFill>
                  <a:srgbClr val="FF0000"/>
                </a:solidFill>
              </a:rPr>
              <a:t>					</a:t>
            </a:r>
            <a:r>
              <a:rPr lang="ja-JP" altLang="en-US" dirty="0">
                <a:solidFill>
                  <a:srgbClr val="FF0000"/>
                </a:solidFill>
              </a:rPr>
              <a:t>　　　　　　</a:t>
            </a:r>
            <a:endParaRPr lang="en-US" altLang="ja-JP" dirty="0"/>
          </a:p>
          <a:p>
            <a:endParaRPr lang="en-US" altLang="ja-JP" dirty="0"/>
          </a:p>
          <a:p>
            <a:r>
              <a:rPr lang="en-US" altLang="ja-JP" dirty="0"/>
              <a:t>2015</a:t>
            </a:r>
            <a:r>
              <a:rPr lang="ja-JP" altLang="en-US" dirty="0"/>
              <a:t>年頃～　・・・</a:t>
            </a:r>
            <a:r>
              <a:rPr lang="en-US" altLang="ja-JP" dirty="0"/>
              <a:t>End-to-End</a:t>
            </a:r>
            <a:r>
              <a:rPr lang="ja-JP" altLang="en-US" dirty="0"/>
              <a:t>モデル</a:t>
            </a:r>
            <a:endParaRPr lang="en-US" altLang="ja-JP" dirty="0"/>
          </a:p>
        </p:txBody>
      </p:sp>
      <p:sp>
        <p:nvSpPr>
          <p:cNvPr id="2" name="スライド番号プレースホルダー 1">
            <a:extLst>
              <a:ext uri="{FF2B5EF4-FFF2-40B4-BE49-F238E27FC236}">
                <a16:creationId xmlns:a16="http://schemas.microsoft.com/office/drawing/2014/main" id="{2FD9DCBB-B7C1-459F-51DE-462232AA31E3}"/>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19</a:t>
            </a:fld>
            <a:endParaRPr kumimoji="1" lang="ja-JP" altLang="en-US" dirty="0"/>
          </a:p>
        </p:txBody>
      </p:sp>
    </p:spTree>
    <p:extLst>
      <p:ext uri="{BB962C8B-B14F-4D97-AF65-F5344CB8AC3E}">
        <p14:creationId xmlns:p14="http://schemas.microsoft.com/office/powerpoint/2010/main" val="4178147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D64931-CFBA-BF72-1AD4-7D3E4339B9D6}"/>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5F7DBCB5-2216-04E3-F8BA-2B28C5B34DA0}"/>
              </a:ext>
            </a:extLst>
          </p:cNvPr>
          <p:cNvSpPr>
            <a:spLocks noGrp="1"/>
          </p:cNvSpPr>
          <p:nvPr>
            <p:ph idx="1"/>
          </p:nvPr>
        </p:nvSpPr>
        <p:spPr>
          <a:xfrm>
            <a:off x="838200" y="2749132"/>
            <a:ext cx="10515600" cy="2249070"/>
          </a:xfrm>
        </p:spPr>
        <p:txBody>
          <a:bodyPr/>
          <a:lstStyle/>
          <a:p>
            <a:pPr marL="514350" indent="-514350">
              <a:buFont typeface="+mj-lt"/>
              <a:buAutoNum type="arabicPeriod"/>
            </a:pPr>
            <a:r>
              <a:rPr lang="ja-JP" altLang="en-US" dirty="0"/>
              <a:t>原理</a:t>
            </a:r>
            <a:endParaRPr lang="en-US" altLang="ja-JP" dirty="0"/>
          </a:p>
          <a:p>
            <a:pPr marL="514350" indent="-514350">
              <a:buFont typeface="+mj-lt"/>
              <a:buAutoNum type="arabicPeriod"/>
            </a:pPr>
            <a:r>
              <a:rPr kumimoji="1" lang="en-US" altLang="ja-JP" dirty="0">
                <a:solidFill>
                  <a:srgbClr val="FF0000"/>
                </a:solidFill>
              </a:rPr>
              <a:t>DNN-HMM</a:t>
            </a:r>
            <a:r>
              <a:rPr kumimoji="1" lang="ja-JP" altLang="en-US" dirty="0">
                <a:solidFill>
                  <a:srgbClr val="FF0000"/>
                </a:solidFill>
              </a:rPr>
              <a:t>ハイブリッドシステム</a:t>
            </a:r>
            <a:endParaRPr kumimoji="1" lang="en-US" altLang="ja-JP" dirty="0">
              <a:solidFill>
                <a:srgbClr val="FF0000"/>
              </a:solidFill>
            </a:endParaRPr>
          </a:p>
          <a:p>
            <a:pPr marL="514350" indent="-514350">
              <a:buFont typeface="+mj-lt"/>
              <a:buAutoNum type="arabicPeriod"/>
            </a:pPr>
            <a:r>
              <a:rPr kumimoji="1" lang="en-US" altLang="ja-JP" dirty="0"/>
              <a:t>DNN-HMM</a:t>
            </a:r>
            <a:r>
              <a:rPr kumimoji="1" lang="ja-JP" altLang="en-US" dirty="0"/>
              <a:t>の実装</a:t>
            </a:r>
            <a:endParaRPr kumimoji="1" lang="en-US" altLang="ja-JP" dirty="0"/>
          </a:p>
        </p:txBody>
      </p:sp>
      <p:sp>
        <p:nvSpPr>
          <p:cNvPr id="4" name="スライド番号プレースホルダー 3">
            <a:extLst>
              <a:ext uri="{FF2B5EF4-FFF2-40B4-BE49-F238E27FC236}">
                <a16:creationId xmlns:a16="http://schemas.microsoft.com/office/drawing/2014/main" id="{A8A4E1B4-4B8E-3791-4FE5-7D07C234C54B}"/>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20</a:t>
            </a:fld>
            <a:endParaRPr kumimoji="1" lang="ja-JP" altLang="en-US"/>
          </a:p>
        </p:txBody>
      </p:sp>
    </p:spTree>
    <p:extLst>
      <p:ext uri="{BB962C8B-B14F-4D97-AF65-F5344CB8AC3E}">
        <p14:creationId xmlns:p14="http://schemas.microsoft.com/office/powerpoint/2010/main" val="3849059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2. DNN-HMM</a:t>
            </a:r>
            <a:r>
              <a:rPr lang="ja-JP" altLang="en-US" sz="2400" dirty="0"/>
              <a:t>ハイブリッドシステム</a:t>
            </a:r>
          </a:p>
        </p:txBody>
      </p:sp>
      <p:pic>
        <p:nvPicPr>
          <p:cNvPr id="4" name="図 3" descr="ダイアグラム&#10;&#10;自動的に生成された説明">
            <a:extLst>
              <a:ext uri="{FF2B5EF4-FFF2-40B4-BE49-F238E27FC236}">
                <a16:creationId xmlns:a16="http://schemas.microsoft.com/office/drawing/2014/main" id="{3D39254E-1C21-5047-A205-75AB9F7BC170}"/>
              </a:ext>
            </a:extLst>
          </p:cNvPr>
          <p:cNvPicPr>
            <a:picLocks noChangeAspect="1"/>
          </p:cNvPicPr>
          <p:nvPr/>
        </p:nvPicPr>
        <p:blipFill rotWithShape="1">
          <a:blip r:embed="rId2">
            <a:extLst>
              <a:ext uri="{28A0092B-C50C-407E-A947-70E740481C1C}">
                <a14:useLocalDpi xmlns:a14="http://schemas.microsoft.com/office/drawing/2010/main" val="0"/>
              </a:ext>
            </a:extLst>
          </a:blip>
          <a:srcRect l="3558" t="19683" r="3008" b="21777"/>
          <a:stretch/>
        </p:blipFill>
        <p:spPr>
          <a:xfrm>
            <a:off x="8977889" y="885206"/>
            <a:ext cx="2536371" cy="3439018"/>
          </a:xfrm>
          <a:prstGeom prst="rect">
            <a:avLst/>
          </a:prstGeom>
        </p:spPr>
      </p:pic>
      <p:sp>
        <p:nvSpPr>
          <p:cNvPr id="5" name="テキスト ボックス 4">
            <a:extLst>
              <a:ext uri="{FF2B5EF4-FFF2-40B4-BE49-F238E27FC236}">
                <a16:creationId xmlns:a16="http://schemas.microsoft.com/office/drawing/2014/main" id="{45B7979C-2848-51E9-BA5E-6D8A0FE1D32A}"/>
              </a:ext>
            </a:extLst>
          </p:cNvPr>
          <p:cNvSpPr txBox="1"/>
          <p:nvPr/>
        </p:nvSpPr>
        <p:spPr>
          <a:xfrm>
            <a:off x="721610" y="1308234"/>
            <a:ext cx="7566047" cy="584775"/>
          </a:xfrm>
          <a:prstGeom prst="rect">
            <a:avLst/>
          </a:prstGeom>
          <a:noFill/>
        </p:spPr>
        <p:txBody>
          <a:bodyPr wrap="square">
            <a:spAutoFit/>
          </a:bodyPr>
          <a:lstStyle/>
          <a:p>
            <a:r>
              <a:rPr lang="en-US" altLang="ja-JP" sz="1600" dirty="0"/>
              <a:t>DNN-HMM</a:t>
            </a:r>
            <a:r>
              <a:rPr lang="ja-JP" altLang="en-US" sz="1600" dirty="0"/>
              <a:t>ハイブリッドシステムとは、</a:t>
            </a:r>
            <a:r>
              <a:rPr lang="en-US" altLang="ja-JP" sz="1600" dirty="0"/>
              <a:t>GMM-HMM</a:t>
            </a:r>
            <a:r>
              <a:rPr lang="ja-JP" altLang="en-US" sz="1600" dirty="0"/>
              <a:t>において</a:t>
            </a:r>
            <a:r>
              <a:rPr lang="ja-JP" altLang="en-US" sz="1600" b="1" dirty="0"/>
              <a:t>各状態の出力確率の計算部分</a:t>
            </a:r>
            <a:r>
              <a:rPr lang="ja-JP" altLang="en-US" sz="1600" dirty="0"/>
              <a:t>を</a:t>
            </a:r>
            <a:r>
              <a:rPr lang="en-US" altLang="ja-JP" sz="1600" dirty="0"/>
              <a:t>GMM</a:t>
            </a:r>
            <a:r>
              <a:rPr lang="ja-JP" altLang="en-US" sz="1600" dirty="0"/>
              <a:t>の代わりに</a:t>
            </a:r>
            <a:r>
              <a:rPr lang="en-US" altLang="ja-JP" sz="1600" dirty="0"/>
              <a:t>DNN</a:t>
            </a:r>
            <a:r>
              <a:rPr lang="ja-JP" altLang="en-US" sz="1600" dirty="0"/>
              <a:t>にさせるもの</a:t>
            </a:r>
          </a:p>
        </p:txBody>
      </p:sp>
      <p:sp>
        <p:nvSpPr>
          <p:cNvPr id="9" name="テキスト ボックス 8">
            <a:extLst>
              <a:ext uri="{FF2B5EF4-FFF2-40B4-BE49-F238E27FC236}">
                <a16:creationId xmlns:a16="http://schemas.microsoft.com/office/drawing/2014/main" id="{7417B310-D861-6D98-C136-61616B2B599F}"/>
              </a:ext>
            </a:extLst>
          </p:cNvPr>
          <p:cNvSpPr txBox="1"/>
          <p:nvPr/>
        </p:nvSpPr>
        <p:spPr>
          <a:xfrm>
            <a:off x="721609" y="2308101"/>
            <a:ext cx="7566047" cy="338554"/>
          </a:xfrm>
          <a:prstGeom prst="rect">
            <a:avLst/>
          </a:prstGeom>
          <a:noFill/>
        </p:spPr>
        <p:txBody>
          <a:bodyPr wrap="square">
            <a:spAutoFit/>
          </a:bodyPr>
          <a:lstStyle/>
          <a:p>
            <a:pPr marL="285750" indent="-285750">
              <a:buFont typeface="Wingdings" panose="05000000000000000000" pitchFamily="2" charset="2"/>
              <a:buChar char="l"/>
            </a:pPr>
            <a:r>
              <a:rPr lang="en-US" altLang="ja-JP" sz="1600" dirty="0"/>
              <a:t>DNN</a:t>
            </a:r>
            <a:r>
              <a:rPr lang="ja-JP" altLang="en-US" sz="1600" dirty="0"/>
              <a:t>の入力には、音声特徴量に</a:t>
            </a:r>
            <a:r>
              <a:rPr lang="ja-JP" altLang="en-US" sz="1600" b="1" u="sng" dirty="0"/>
              <a:t>スプライシング</a:t>
            </a:r>
            <a:r>
              <a:rPr lang="ja-JP" altLang="en-US" sz="1600" dirty="0"/>
              <a:t>処理を行ったものを使用する</a:t>
            </a:r>
          </a:p>
        </p:txBody>
      </p:sp>
      <p:grpSp>
        <p:nvGrpSpPr>
          <p:cNvPr id="11" name="グループ化 10">
            <a:extLst>
              <a:ext uri="{FF2B5EF4-FFF2-40B4-BE49-F238E27FC236}">
                <a16:creationId xmlns:a16="http://schemas.microsoft.com/office/drawing/2014/main" id="{314FEA72-C673-9508-8C11-DAD79177AAAF}"/>
              </a:ext>
            </a:extLst>
          </p:cNvPr>
          <p:cNvGrpSpPr/>
          <p:nvPr/>
        </p:nvGrpSpPr>
        <p:grpSpPr>
          <a:xfrm>
            <a:off x="4370818" y="2565692"/>
            <a:ext cx="437857" cy="386917"/>
            <a:chOff x="1175657" y="2821577"/>
            <a:chExt cx="566057" cy="461554"/>
          </a:xfrm>
        </p:grpSpPr>
        <p:cxnSp>
          <p:nvCxnSpPr>
            <p:cNvPr id="13" name="直線矢印コネクタ 12">
              <a:extLst>
                <a:ext uri="{FF2B5EF4-FFF2-40B4-BE49-F238E27FC236}">
                  <a16:creationId xmlns:a16="http://schemas.microsoft.com/office/drawing/2014/main" id="{5B3DC5D0-3489-EC66-0E71-E15FBE7970F4}"/>
                </a:ext>
              </a:extLst>
            </p:cNvPr>
            <p:cNvCxnSpPr/>
            <p:nvPr/>
          </p:nvCxnSpPr>
          <p:spPr>
            <a:xfrm>
              <a:off x="1175657" y="3283131"/>
              <a:ext cx="5660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直線コネクタ 15">
              <a:extLst>
                <a:ext uri="{FF2B5EF4-FFF2-40B4-BE49-F238E27FC236}">
                  <a16:creationId xmlns:a16="http://schemas.microsoft.com/office/drawing/2014/main" id="{E44AAD2E-EA03-415A-ABE5-A6050B9D4E92}"/>
                </a:ext>
              </a:extLst>
            </p:cNvPr>
            <p:cNvCxnSpPr/>
            <p:nvPr/>
          </p:nvCxnSpPr>
          <p:spPr>
            <a:xfrm>
              <a:off x="1175657" y="2821577"/>
              <a:ext cx="0" cy="461554"/>
            </a:xfrm>
            <a:prstGeom prst="line">
              <a:avLst/>
            </a:prstGeom>
          </p:spPr>
          <p:style>
            <a:lnRef idx="2">
              <a:schemeClr val="dk1"/>
            </a:lnRef>
            <a:fillRef idx="0">
              <a:schemeClr val="dk1"/>
            </a:fillRef>
            <a:effectRef idx="1">
              <a:schemeClr val="dk1"/>
            </a:effectRef>
            <a:fontRef idx="minor">
              <a:schemeClr val="tx1"/>
            </a:fontRef>
          </p:style>
        </p:cxnSp>
      </p:grpSp>
      <p:sp>
        <p:nvSpPr>
          <p:cNvPr id="17" name="テキスト ボックス 16">
            <a:extLst>
              <a:ext uri="{FF2B5EF4-FFF2-40B4-BE49-F238E27FC236}">
                <a16:creationId xmlns:a16="http://schemas.microsoft.com/office/drawing/2014/main" id="{BAB1A2B1-3ADA-9B8A-8968-8CF860DE0E09}"/>
              </a:ext>
            </a:extLst>
          </p:cNvPr>
          <p:cNvSpPr txBox="1"/>
          <p:nvPr/>
        </p:nvSpPr>
        <p:spPr>
          <a:xfrm>
            <a:off x="4808675" y="2798720"/>
            <a:ext cx="4557486" cy="307777"/>
          </a:xfrm>
          <a:prstGeom prst="rect">
            <a:avLst/>
          </a:prstGeom>
          <a:noFill/>
        </p:spPr>
        <p:txBody>
          <a:bodyPr wrap="square" rtlCol="0">
            <a:spAutoFit/>
          </a:bodyPr>
          <a:lstStyle/>
          <a:p>
            <a:r>
              <a:rPr kumimoji="1" lang="ja-JP" altLang="en-US" sz="1400" dirty="0"/>
              <a:t>前後のフレームの特徴量をつなぎ合わせる</a:t>
            </a:r>
          </a:p>
        </p:txBody>
      </p:sp>
      <p:cxnSp>
        <p:nvCxnSpPr>
          <p:cNvPr id="18" name="直線矢印コネクタ 17">
            <a:extLst>
              <a:ext uri="{FF2B5EF4-FFF2-40B4-BE49-F238E27FC236}">
                <a16:creationId xmlns:a16="http://schemas.microsoft.com/office/drawing/2014/main" id="{25B52672-4153-BC88-681A-AD4FA909B219}"/>
              </a:ext>
            </a:extLst>
          </p:cNvPr>
          <p:cNvCxnSpPr>
            <a:cxnSpLocks/>
          </p:cNvCxnSpPr>
          <p:nvPr/>
        </p:nvCxnSpPr>
        <p:spPr>
          <a:xfrm>
            <a:off x="3077378" y="2657068"/>
            <a:ext cx="0" cy="565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0" name="テキスト ボックス 19">
            <a:extLst>
              <a:ext uri="{FF2B5EF4-FFF2-40B4-BE49-F238E27FC236}">
                <a16:creationId xmlns:a16="http://schemas.microsoft.com/office/drawing/2014/main" id="{5FFE30F8-766B-09D0-54B1-C52EC174EC91}"/>
              </a:ext>
            </a:extLst>
          </p:cNvPr>
          <p:cNvSpPr txBox="1"/>
          <p:nvPr/>
        </p:nvSpPr>
        <p:spPr>
          <a:xfrm>
            <a:off x="741409" y="3243174"/>
            <a:ext cx="7696673" cy="307777"/>
          </a:xfrm>
          <a:prstGeom prst="rect">
            <a:avLst/>
          </a:prstGeom>
          <a:noFill/>
        </p:spPr>
        <p:txBody>
          <a:bodyPr wrap="square" rtlCol="0">
            <a:spAutoFit/>
          </a:bodyPr>
          <a:lstStyle/>
          <a:p>
            <a:r>
              <a:rPr kumimoji="1" lang="ja-JP" altLang="en-US" sz="1400" dirty="0"/>
              <a:t>前後のフレームを考慮した音声変化の情報も得られるため音声認識性能が向上</a:t>
            </a:r>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A716B6D3-B6AA-EBB2-5A5C-AAF48F51FE4B}"/>
                  </a:ext>
                </a:extLst>
              </p:cNvPr>
              <p:cNvSpPr txBox="1"/>
              <p:nvPr/>
            </p:nvSpPr>
            <p:spPr>
              <a:xfrm>
                <a:off x="721607" y="4181818"/>
                <a:ext cx="8390307" cy="667490"/>
              </a:xfrm>
              <a:prstGeom prst="rect">
                <a:avLst/>
              </a:prstGeom>
              <a:noFill/>
            </p:spPr>
            <p:txBody>
              <a:bodyPr wrap="square">
                <a:spAutoFit/>
              </a:bodyPr>
              <a:lstStyle/>
              <a:p>
                <a:pPr marL="285750" indent="-285750">
                  <a:buFont typeface="Wingdings" panose="05000000000000000000" pitchFamily="2" charset="2"/>
                  <a:buChar char="l"/>
                </a:pPr>
                <a:r>
                  <a:rPr lang="ja-JP" altLang="en-US" sz="1600" dirty="0"/>
                  <a:t>出力については、一般に</a:t>
                </a:r>
                <a:r>
                  <a:rPr lang="en-US" altLang="ja-JP" sz="1600" dirty="0"/>
                  <a:t>HMM</a:t>
                </a:r>
                <a:r>
                  <a:rPr lang="ja-JP" altLang="en-US" sz="1600" dirty="0"/>
                  <a:t>では出力確率は</a:t>
                </a:r>
                <a14:m>
                  <m:oMath xmlns:m="http://schemas.openxmlformats.org/officeDocument/2006/math">
                    <m:r>
                      <a:rPr lang="en-US" altLang="ja-JP" sz="1600" i="1" dirty="0" smtClean="0">
                        <a:latin typeface="Cambria Math" panose="02040503050406030204" pitchFamily="18" charset="0"/>
                      </a:rPr>
                      <m:t>𝑃</m:t>
                    </m:r>
                    <m:r>
                      <a:rPr lang="en-US" altLang="ja-JP" sz="1600" b="0" i="1" dirty="0" smtClean="0">
                        <a:latin typeface="Cambria Math" panose="02040503050406030204" pitchFamily="18" charset="0"/>
                      </a:rPr>
                      <m:t>(</m:t>
                    </m:r>
                    <m:r>
                      <a:rPr lang="en-US" altLang="ja-JP" sz="1600" i="1">
                        <a:latin typeface="Cambria Math" panose="02040503050406030204" pitchFamily="18" charset="0"/>
                      </a:rPr>
                      <m:t>𝑥</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𝑛</m:t>
                        </m:r>
                      </m:e>
                    </m:d>
                    <m:r>
                      <a:rPr lang="en-US" altLang="ja-JP" sz="1600" b="0" i="1" smtClean="0">
                        <a:latin typeface="Cambria Math" panose="02040503050406030204" pitchFamily="18" charset="0"/>
                      </a:rPr>
                      <m:t>|</m:t>
                    </m:r>
                    <m:sSubSup>
                      <m:sSubSupPr>
                        <m:ctrlPr>
                          <a:rPr lang="en-US" altLang="ja-JP" sz="1600" i="1" dirty="0">
                            <a:latin typeface="Cambria Math" panose="02040503050406030204" pitchFamily="18" charset="0"/>
                          </a:rPr>
                        </m:ctrlPr>
                      </m:sSubSupPr>
                      <m:e>
                        <m:r>
                          <a:rPr lang="en-US" altLang="ja-JP" sz="1600" i="1" dirty="0">
                            <a:latin typeface="Cambria Math" panose="02040503050406030204" pitchFamily="18" charset="0"/>
                          </a:rPr>
                          <m:t>𝑠</m:t>
                        </m:r>
                      </m:e>
                      <m:sub>
                        <m:r>
                          <a:rPr lang="en-US" altLang="ja-JP" sz="1600" i="1" dirty="0">
                            <a:latin typeface="Cambria Math" panose="02040503050406030204" pitchFamily="18" charset="0"/>
                          </a:rPr>
                          <m:t>𝑗</m:t>
                        </m:r>
                      </m:sub>
                      <m:sup>
                        <m:r>
                          <a:rPr lang="en-US" altLang="ja-JP" sz="1600" i="1" dirty="0">
                            <a:latin typeface="Cambria Math" panose="02040503050406030204" pitchFamily="18" charset="0"/>
                          </a:rPr>
                          <m:t>𝑃</m:t>
                        </m:r>
                      </m:sup>
                    </m:sSubSup>
                    <m:r>
                      <a:rPr lang="en-US" altLang="ja-JP" sz="1600" b="0" i="1" dirty="0" smtClean="0">
                        <a:latin typeface="Cambria Math" panose="02040503050406030204" pitchFamily="18" charset="0"/>
                      </a:rPr>
                      <m:t>)</m:t>
                    </m:r>
                  </m:oMath>
                </a14:m>
                <a:r>
                  <a:rPr lang="ja-JP" altLang="en-US" sz="1600" dirty="0"/>
                  <a:t>と</a:t>
                </a:r>
                <a:r>
                  <a:rPr lang="ja-JP" altLang="en-US" sz="1600" b="1" dirty="0"/>
                  <a:t>尤度の状態</a:t>
                </a:r>
                <a:r>
                  <a:rPr lang="ja-JP" altLang="en-US" sz="1600" dirty="0"/>
                  <a:t>で表されるため、</a:t>
                </a:r>
                <a:r>
                  <a:rPr lang="en-US" altLang="ja-JP" sz="1600" dirty="0"/>
                  <a:t>DNN</a:t>
                </a:r>
                <a:r>
                  <a:rPr lang="ja-JP" altLang="en-US" sz="1600" dirty="0"/>
                  <a:t>で計算した出力確率</a:t>
                </a:r>
                <a14:m>
                  <m:oMath xmlns:m="http://schemas.openxmlformats.org/officeDocument/2006/math">
                    <m:r>
                      <a:rPr lang="en-US" altLang="ja-JP" sz="1600" i="1" dirty="0">
                        <a:latin typeface="Cambria Math" panose="02040503050406030204" pitchFamily="18" charset="0"/>
                      </a:rPr>
                      <m:t>𝑃</m:t>
                    </m:r>
                    <m:r>
                      <a:rPr lang="en-US" altLang="ja-JP" sz="1600" i="1" dirty="0">
                        <a:latin typeface="Cambria Math" panose="02040503050406030204" pitchFamily="18" charset="0"/>
                      </a:rPr>
                      <m:t>(</m:t>
                    </m:r>
                    <m:sSubSup>
                      <m:sSubSupPr>
                        <m:ctrlPr>
                          <a:rPr lang="en-US" altLang="ja-JP" sz="1600" i="1" dirty="0">
                            <a:latin typeface="Cambria Math" panose="02040503050406030204" pitchFamily="18" charset="0"/>
                          </a:rPr>
                        </m:ctrlPr>
                      </m:sSubSupPr>
                      <m:e>
                        <m:r>
                          <a:rPr lang="en-US" altLang="ja-JP" sz="1600" i="1" dirty="0">
                            <a:latin typeface="Cambria Math" panose="02040503050406030204" pitchFamily="18" charset="0"/>
                          </a:rPr>
                          <m:t>𝑠</m:t>
                        </m:r>
                      </m:e>
                      <m:sub>
                        <m:r>
                          <a:rPr lang="en-US" altLang="ja-JP" sz="1600" i="1" dirty="0">
                            <a:latin typeface="Cambria Math" panose="02040503050406030204" pitchFamily="18" charset="0"/>
                          </a:rPr>
                          <m:t>𝑗</m:t>
                        </m:r>
                      </m:sub>
                      <m:sup>
                        <m:r>
                          <a:rPr lang="en-US" altLang="ja-JP" sz="1600" i="1" dirty="0">
                            <a:latin typeface="Cambria Math" panose="02040503050406030204" pitchFamily="18" charset="0"/>
                          </a:rPr>
                          <m:t>𝑃</m:t>
                        </m:r>
                      </m:sup>
                    </m:sSubSup>
                    <m:r>
                      <a:rPr lang="en-US" altLang="ja-JP" sz="1600" b="0" i="1" dirty="0" smtClean="0">
                        <a:latin typeface="Cambria Math" panose="02040503050406030204" pitchFamily="18" charset="0"/>
                      </a:rPr>
                      <m:t>|</m:t>
                    </m:r>
                    <m:r>
                      <a:rPr lang="en-US" altLang="ja-JP" sz="1600" i="1">
                        <a:latin typeface="Cambria Math" panose="02040503050406030204" pitchFamily="18" charset="0"/>
                      </a:rPr>
                      <m:t>𝑥</m:t>
                    </m:r>
                    <m:d>
                      <m:dPr>
                        <m:ctrlPr>
                          <a:rPr lang="en-US" altLang="ja-JP" sz="1600" i="1">
                            <a:latin typeface="Cambria Math" panose="02040503050406030204" pitchFamily="18" charset="0"/>
                          </a:rPr>
                        </m:ctrlPr>
                      </m:dPr>
                      <m:e>
                        <m:r>
                          <a:rPr lang="en-US" altLang="ja-JP" sz="1600" i="1">
                            <a:latin typeface="Cambria Math" panose="02040503050406030204" pitchFamily="18" charset="0"/>
                          </a:rPr>
                          <m:t>𝑛</m:t>
                        </m:r>
                      </m:e>
                    </m:d>
                    <m:r>
                      <a:rPr lang="en-US" altLang="ja-JP" sz="1600" i="1" dirty="0">
                        <a:latin typeface="Cambria Math" panose="02040503050406030204" pitchFamily="18" charset="0"/>
                      </a:rPr>
                      <m:t>)</m:t>
                    </m:r>
                  </m:oMath>
                </a14:m>
                <a:r>
                  <a:rPr lang="ja-JP" altLang="en-US" sz="1600" dirty="0"/>
                  <a:t>をベイズの定理を用いて尤度の形に変換する。</a:t>
                </a:r>
              </a:p>
            </p:txBody>
          </p:sp>
        </mc:Choice>
        <mc:Fallback xmlns="">
          <p:sp>
            <p:nvSpPr>
              <p:cNvPr id="21" name="テキスト ボックス 20">
                <a:extLst>
                  <a:ext uri="{FF2B5EF4-FFF2-40B4-BE49-F238E27FC236}">
                    <a16:creationId xmlns:a16="http://schemas.microsoft.com/office/drawing/2014/main" id="{A716B6D3-B6AA-EBB2-5A5C-AAF48F51FE4B}"/>
                  </a:ext>
                </a:extLst>
              </p:cNvPr>
              <p:cNvSpPr txBox="1">
                <a:spLocks noRot="1" noChangeAspect="1" noMove="1" noResize="1" noEditPoints="1" noAdjustHandles="1" noChangeArrowheads="1" noChangeShapeType="1" noTextEdit="1"/>
              </p:cNvSpPr>
              <p:nvPr/>
            </p:nvSpPr>
            <p:spPr>
              <a:xfrm>
                <a:off x="721607" y="4181818"/>
                <a:ext cx="8390307" cy="667490"/>
              </a:xfrm>
              <a:prstGeom prst="rect">
                <a:avLst/>
              </a:prstGeom>
              <a:blipFill>
                <a:blip r:embed="rId3"/>
                <a:stretch>
                  <a:fillRect l="-290" t="-917" r="-2832" b="-8257"/>
                </a:stretch>
              </a:blipFill>
            </p:spPr>
            <p:txBody>
              <a:bodyPr/>
              <a:lstStyle/>
              <a:p>
                <a:r>
                  <a:rPr lang="ja-JP" altLang="en-US">
                    <a:noFill/>
                  </a:rPr>
                  <a:t> </a:t>
                </a:r>
              </a:p>
            </p:txBody>
          </p:sp>
        </mc:Fallback>
      </mc:AlternateContent>
      <p:sp>
        <p:nvSpPr>
          <p:cNvPr id="22" name="テキスト ボックス 21">
            <a:extLst>
              <a:ext uri="{FF2B5EF4-FFF2-40B4-BE49-F238E27FC236}">
                <a16:creationId xmlns:a16="http://schemas.microsoft.com/office/drawing/2014/main" id="{DDA460A0-9A2C-B406-2FBF-2B509744B6C3}"/>
              </a:ext>
            </a:extLst>
          </p:cNvPr>
          <p:cNvSpPr txBox="1"/>
          <p:nvPr/>
        </p:nvSpPr>
        <p:spPr>
          <a:xfrm>
            <a:off x="721607" y="5358552"/>
            <a:ext cx="7696673" cy="338554"/>
          </a:xfrm>
          <a:prstGeom prst="rect">
            <a:avLst/>
          </a:prstGeom>
          <a:noFill/>
        </p:spPr>
        <p:txBody>
          <a:bodyPr wrap="square" rtlCol="0">
            <a:spAutoFit/>
          </a:bodyPr>
          <a:lstStyle/>
          <a:p>
            <a:r>
              <a:rPr kumimoji="1" lang="ja-JP" altLang="en-US" sz="1600" dirty="0"/>
              <a:t>このような形で、</a:t>
            </a:r>
            <a:r>
              <a:rPr kumimoji="1" lang="en-US" altLang="ja-JP" sz="1600" dirty="0"/>
              <a:t>DNN-HMM</a:t>
            </a:r>
            <a:r>
              <a:rPr kumimoji="1" lang="ja-JP" altLang="en-US" sz="1600" dirty="0"/>
              <a:t>は学習と音声認識を行っていく</a:t>
            </a:r>
          </a:p>
        </p:txBody>
      </p:sp>
      <p:sp>
        <p:nvSpPr>
          <p:cNvPr id="33" name="テキスト ボックス 32">
            <a:extLst>
              <a:ext uri="{FF2B5EF4-FFF2-40B4-BE49-F238E27FC236}">
                <a16:creationId xmlns:a16="http://schemas.microsoft.com/office/drawing/2014/main" id="{DC657EF7-D8FF-4E21-C653-CDB8DE9B8471}"/>
              </a:ext>
            </a:extLst>
          </p:cNvPr>
          <p:cNvSpPr txBox="1"/>
          <p:nvPr/>
        </p:nvSpPr>
        <p:spPr>
          <a:xfrm>
            <a:off x="263231" y="6269408"/>
            <a:ext cx="6100762" cy="276999"/>
          </a:xfrm>
          <a:prstGeom prst="rect">
            <a:avLst/>
          </a:prstGeom>
          <a:noFill/>
        </p:spPr>
        <p:txBody>
          <a:bodyPr wrap="square">
            <a:spAutoFit/>
          </a:bodyPr>
          <a:lstStyle/>
          <a:p>
            <a:r>
              <a:rPr kumimoji="1" lang="ja-JP" altLang="en-US" sz="1200" dirty="0"/>
              <a:t>引用元</a:t>
            </a:r>
            <a:r>
              <a:rPr kumimoji="1" lang="en-US" altLang="ja-JP" sz="1200" dirty="0"/>
              <a:t>: </a:t>
            </a:r>
            <a:r>
              <a:rPr kumimoji="1" lang="ja-JP" altLang="en-US" sz="1200" dirty="0"/>
              <a:t>高島遼一</a:t>
            </a:r>
            <a:r>
              <a:rPr kumimoji="1" lang="en-US" altLang="ja-JP" sz="1200" dirty="0"/>
              <a:t>, “Python</a:t>
            </a:r>
            <a:r>
              <a:rPr kumimoji="1" lang="ja-JP" altLang="en-US" sz="1200" dirty="0"/>
              <a:t>で学ぶ音声認識</a:t>
            </a:r>
            <a:r>
              <a:rPr kumimoji="1" lang="en-US" altLang="ja-JP" sz="1200" dirty="0"/>
              <a:t>”, </a:t>
            </a:r>
            <a:r>
              <a:rPr kumimoji="1" lang="ja-JP" altLang="en-US" sz="1200" dirty="0"/>
              <a:t>株式会社インプレス</a:t>
            </a:r>
            <a:r>
              <a:rPr kumimoji="1" lang="en-US" altLang="ja-JP" sz="1200" dirty="0"/>
              <a:t>, p220</a:t>
            </a:r>
            <a:endParaRPr kumimoji="1" lang="ja-JP" altLang="en-US" sz="1200" dirty="0"/>
          </a:p>
        </p:txBody>
      </p:sp>
      <p:sp>
        <p:nvSpPr>
          <p:cNvPr id="34" name="スライド番号プレースホルダー 33">
            <a:extLst>
              <a:ext uri="{FF2B5EF4-FFF2-40B4-BE49-F238E27FC236}">
                <a16:creationId xmlns:a16="http://schemas.microsoft.com/office/drawing/2014/main" id="{19C8995A-B266-9FD6-E8F8-7C7486990C82}"/>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21</a:t>
            </a:fld>
            <a:endParaRPr kumimoji="1" lang="ja-JP" altLang="en-US" dirty="0"/>
          </a:p>
        </p:txBody>
      </p:sp>
    </p:spTree>
    <p:extLst>
      <p:ext uri="{BB962C8B-B14F-4D97-AF65-F5344CB8AC3E}">
        <p14:creationId xmlns:p14="http://schemas.microsoft.com/office/powerpoint/2010/main" val="958947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D64931-CFBA-BF72-1AD4-7D3E4339B9D6}"/>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5F7DBCB5-2216-04E3-F8BA-2B28C5B34DA0}"/>
              </a:ext>
            </a:extLst>
          </p:cNvPr>
          <p:cNvSpPr>
            <a:spLocks noGrp="1"/>
          </p:cNvSpPr>
          <p:nvPr>
            <p:ph idx="1"/>
          </p:nvPr>
        </p:nvSpPr>
        <p:spPr>
          <a:xfrm>
            <a:off x="838200" y="2749132"/>
            <a:ext cx="10515600" cy="2249070"/>
          </a:xfrm>
        </p:spPr>
        <p:txBody>
          <a:bodyPr/>
          <a:lstStyle/>
          <a:p>
            <a:pPr marL="514350" indent="-514350">
              <a:buFont typeface="+mj-lt"/>
              <a:buAutoNum type="arabicPeriod"/>
            </a:pPr>
            <a:r>
              <a:rPr lang="ja-JP" altLang="en-US" dirty="0"/>
              <a:t>原理</a:t>
            </a:r>
            <a:endParaRPr lang="en-US" altLang="ja-JP" dirty="0"/>
          </a:p>
          <a:p>
            <a:pPr marL="514350" indent="-514350">
              <a:buFont typeface="+mj-lt"/>
              <a:buAutoNum type="arabicPeriod"/>
            </a:pPr>
            <a:r>
              <a:rPr kumimoji="1" lang="en-US" altLang="ja-JP" dirty="0"/>
              <a:t>DNN-HMM</a:t>
            </a:r>
            <a:r>
              <a:rPr kumimoji="1" lang="ja-JP" altLang="en-US" dirty="0"/>
              <a:t>ハイブリッドシステム</a:t>
            </a:r>
            <a:endParaRPr kumimoji="1" lang="en-US" altLang="ja-JP" dirty="0"/>
          </a:p>
          <a:p>
            <a:pPr marL="514350" indent="-514350">
              <a:buFont typeface="+mj-lt"/>
              <a:buAutoNum type="arabicPeriod"/>
            </a:pPr>
            <a:r>
              <a:rPr kumimoji="1" lang="en-US" altLang="ja-JP" dirty="0">
                <a:solidFill>
                  <a:srgbClr val="FF0000"/>
                </a:solidFill>
              </a:rPr>
              <a:t>DNN-HMM</a:t>
            </a:r>
            <a:r>
              <a:rPr kumimoji="1" lang="ja-JP" altLang="en-US" dirty="0">
                <a:solidFill>
                  <a:srgbClr val="FF0000"/>
                </a:solidFill>
              </a:rPr>
              <a:t>の実装</a:t>
            </a:r>
            <a:endParaRPr kumimoji="1" lang="en-US" altLang="ja-JP" dirty="0">
              <a:solidFill>
                <a:srgbClr val="FF0000"/>
              </a:solidFill>
            </a:endParaRPr>
          </a:p>
        </p:txBody>
      </p:sp>
      <p:sp>
        <p:nvSpPr>
          <p:cNvPr id="4" name="スライド番号プレースホルダー 3">
            <a:extLst>
              <a:ext uri="{FF2B5EF4-FFF2-40B4-BE49-F238E27FC236}">
                <a16:creationId xmlns:a16="http://schemas.microsoft.com/office/drawing/2014/main" id="{A8A4E1B4-4B8E-3791-4FE5-7D07C234C54B}"/>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22</a:t>
            </a:fld>
            <a:endParaRPr kumimoji="1" lang="ja-JP" altLang="en-US"/>
          </a:p>
        </p:txBody>
      </p:sp>
    </p:spTree>
    <p:extLst>
      <p:ext uri="{BB962C8B-B14F-4D97-AF65-F5344CB8AC3E}">
        <p14:creationId xmlns:p14="http://schemas.microsoft.com/office/powerpoint/2010/main" val="3551742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3. DNN-HMM</a:t>
            </a:r>
            <a:r>
              <a:rPr lang="ja-JP" altLang="en-US" sz="2400" dirty="0"/>
              <a:t>の実装</a:t>
            </a:r>
          </a:p>
        </p:txBody>
      </p:sp>
      <p:sp>
        <p:nvSpPr>
          <p:cNvPr id="2" name="スライド番号プレースホルダー 1">
            <a:extLst>
              <a:ext uri="{FF2B5EF4-FFF2-40B4-BE49-F238E27FC236}">
                <a16:creationId xmlns:a16="http://schemas.microsoft.com/office/drawing/2014/main" id="{32F4B36A-A333-2775-F35F-A4EB25EC1DF2}"/>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23</a:t>
            </a:fld>
            <a:endParaRPr kumimoji="1" lang="ja-JP" altLang="en-US" dirty="0"/>
          </a:p>
        </p:txBody>
      </p:sp>
      <p:sp>
        <p:nvSpPr>
          <p:cNvPr id="7" name="テキスト ボックス 6">
            <a:extLst>
              <a:ext uri="{FF2B5EF4-FFF2-40B4-BE49-F238E27FC236}">
                <a16:creationId xmlns:a16="http://schemas.microsoft.com/office/drawing/2014/main" id="{F5362282-5683-598E-9C63-EF95BBEEC418}"/>
              </a:ext>
            </a:extLst>
          </p:cNvPr>
          <p:cNvSpPr txBox="1"/>
          <p:nvPr/>
        </p:nvSpPr>
        <p:spPr>
          <a:xfrm>
            <a:off x="732700" y="1205369"/>
            <a:ext cx="9238614" cy="307777"/>
          </a:xfrm>
          <a:prstGeom prst="rect">
            <a:avLst/>
          </a:prstGeom>
          <a:noFill/>
        </p:spPr>
        <p:txBody>
          <a:bodyPr wrap="square" rtlCol="0">
            <a:spAutoFit/>
          </a:bodyPr>
          <a:lstStyle/>
          <a:p>
            <a:r>
              <a:rPr kumimoji="1" lang="ja-JP" altLang="en-US" sz="1400" dirty="0"/>
              <a:t>一つ、二つ、・・・、とお、の</a:t>
            </a:r>
            <a:r>
              <a:rPr kumimoji="1" lang="en-US" altLang="ja-JP" sz="1400" dirty="0"/>
              <a:t>10</a:t>
            </a:r>
            <a:r>
              <a:rPr kumimoji="1" lang="ja-JP" altLang="en-US" sz="1400" dirty="0"/>
              <a:t>単語の孤立単語音声認識を</a:t>
            </a:r>
            <a:r>
              <a:rPr kumimoji="1" lang="en-US" altLang="ja-JP" sz="1400" dirty="0" err="1"/>
              <a:t>Pytorch</a:t>
            </a:r>
            <a:r>
              <a:rPr kumimoji="1" lang="ja-JP" altLang="en-US" sz="1400" dirty="0"/>
              <a:t>を用いて、以下の流れで行う。</a:t>
            </a:r>
          </a:p>
        </p:txBody>
      </p:sp>
      <p:sp>
        <p:nvSpPr>
          <p:cNvPr id="8" name="テキスト ボックス 7">
            <a:extLst>
              <a:ext uri="{FF2B5EF4-FFF2-40B4-BE49-F238E27FC236}">
                <a16:creationId xmlns:a16="http://schemas.microsoft.com/office/drawing/2014/main" id="{2D01BFF8-89BA-8569-D06F-61C2538D0DE3}"/>
              </a:ext>
            </a:extLst>
          </p:cNvPr>
          <p:cNvSpPr txBox="1"/>
          <p:nvPr/>
        </p:nvSpPr>
        <p:spPr>
          <a:xfrm>
            <a:off x="732700" y="1875226"/>
            <a:ext cx="7696673"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Font typeface="+mj-lt"/>
              <a:buAutoNum type="arabicPeriod"/>
            </a:pPr>
            <a:r>
              <a:rPr kumimoji="1" lang="ja-JP" altLang="en-US" sz="1400" dirty="0"/>
              <a:t>状態アライメントの推定</a:t>
            </a:r>
            <a:r>
              <a:rPr kumimoji="1" lang="en-US" altLang="ja-JP" sz="1400" dirty="0"/>
              <a:t>(DNN</a:t>
            </a:r>
            <a:r>
              <a:rPr kumimoji="1" lang="ja-JP" altLang="en-US" sz="1400" dirty="0"/>
              <a:t>の正解ラベル作成</a:t>
            </a:r>
            <a:r>
              <a:rPr kumimoji="1" lang="en-US" altLang="ja-JP" sz="1400" dirty="0"/>
              <a:t>)</a:t>
            </a:r>
          </a:p>
          <a:p>
            <a:pPr marL="342900" indent="-342900">
              <a:buFont typeface="+mj-lt"/>
              <a:buAutoNum type="arabicPeriod"/>
            </a:pPr>
            <a:r>
              <a:rPr kumimoji="1" lang="en-US" altLang="ja-JP" sz="1400" dirty="0"/>
              <a:t>DNN</a:t>
            </a:r>
            <a:r>
              <a:rPr kumimoji="1" lang="ja-JP" altLang="en-US" sz="1400" dirty="0"/>
              <a:t>の学習</a:t>
            </a:r>
            <a:endParaRPr kumimoji="1" lang="en-US" altLang="ja-JP" sz="1400" dirty="0"/>
          </a:p>
          <a:p>
            <a:pPr marL="342900" indent="-342900">
              <a:buFont typeface="+mj-lt"/>
              <a:buAutoNum type="arabicPeriod"/>
            </a:pPr>
            <a:r>
              <a:rPr kumimoji="1" lang="ja-JP" altLang="en-US" sz="1400" dirty="0"/>
              <a:t>評価データの特徴量抽出</a:t>
            </a:r>
            <a:endParaRPr kumimoji="1" lang="en-US" altLang="ja-JP" sz="1400" dirty="0"/>
          </a:p>
          <a:p>
            <a:pPr marL="342900" indent="-342900">
              <a:buFont typeface="+mj-lt"/>
              <a:buAutoNum type="arabicPeriod"/>
            </a:pPr>
            <a:r>
              <a:rPr kumimoji="1" lang="en-US" altLang="ja-JP" sz="1400" dirty="0"/>
              <a:t>DNN-HMM</a:t>
            </a:r>
            <a:r>
              <a:rPr kumimoji="1" lang="ja-JP" altLang="en-US" sz="1400" dirty="0"/>
              <a:t>での孤立単語音声認識</a:t>
            </a:r>
          </a:p>
        </p:txBody>
      </p:sp>
      <p:sp>
        <p:nvSpPr>
          <p:cNvPr id="12" name="テキスト ボックス 11">
            <a:extLst>
              <a:ext uri="{FF2B5EF4-FFF2-40B4-BE49-F238E27FC236}">
                <a16:creationId xmlns:a16="http://schemas.microsoft.com/office/drawing/2014/main" id="{1CBA5535-C425-3CB6-5C50-42CEE336FC0E}"/>
              </a:ext>
            </a:extLst>
          </p:cNvPr>
          <p:cNvSpPr txBox="1"/>
          <p:nvPr/>
        </p:nvSpPr>
        <p:spPr>
          <a:xfrm>
            <a:off x="732700" y="3383610"/>
            <a:ext cx="10101939" cy="523220"/>
          </a:xfrm>
          <a:prstGeom prst="rect">
            <a:avLst/>
          </a:prstGeom>
          <a:noFill/>
        </p:spPr>
        <p:txBody>
          <a:bodyPr wrap="square">
            <a:spAutoFit/>
          </a:bodyPr>
          <a:lstStyle/>
          <a:p>
            <a:r>
              <a:rPr kumimoji="1" lang="en-US" altLang="ja-JP" sz="1400" dirty="0"/>
              <a:t>DNN</a:t>
            </a:r>
            <a:r>
              <a:rPr kumimoji="1" lang="ja-JP" altLang="en-US" sz="1400" dirty="0"/>
              <a:t>には各フレームの音声特徴量が入力され、そのフレームにおける</a:t>
            </a:r>
            <a:r>
              <a:rPr kumimoji="1" lang="en-US" altLang="ja-JP" sz="1400" dirty="0"/>
              <a:t>HMM</a:t>
            </a:r>
            <a:r>
              <a:rPr kumimoji="1" lang="ja-JP" altLang="en-US" sz="1400" dirty="0"/>
              <a:t>状態の事後確率が出力される。</a:t>
            </a:r>
            <a:endParaRPr kumimoji="1" lang="en-US" altLang="ja-JP" sz="1400" dirty="0"/>
          </a:p>
          <a:p>
            <a:r>
              <a:rPr kumimoji="1" lang="ja-JP" altLang="en-US" sz="1400" dirty="0"/>
              <a:t>そのため、学習のための正解ラベルとして、学習データの各フレームがどの</a:t>
            </a:r>
            <a:r>
              <a:rPr kumimoji="1" lang="en-US" altLang="ja-JP" sz="1400" dirty="0"/>
              <a:t>HMM</a:t>
            </a:r>
            <a:r>
              <a:rPr kumimoji="1" lang="ja-JP" altLang="en-US" sz="1400" dirty="0"/>
              <a:t>状態に属しているかの情報が必要</a:t>
            </a:r>
            <a:endParaRPr kumimoji="1" lang="en-US" altLang="ja-JP" sz="1400" dirty="0"/>
          </a:p>
        </p:txBody>
      </p:sp>
      <p:sp>
        <p:nvSpPr>
          <p:cNvPr id="15" name="テキスト ボックス 14">
            <a:extLst>
              <a:ext uri="{FF2B5EF4-FFF2-40B4-BE49-F238E27FC236}">
                <a16:creationId xmlns:a16="http://schemas.microsoft.com/office/drawing/2014/main" id="{AD45CCE2-F400-03ED-5D4F-C1D6C0175719}"/>
              </a:ext>
            </a:extLst>
          </p:cNvPr>
          <p:cNvSpPr txBox="1"/>
          <p:nvPr/>
        </p:nvSpPr>
        <p:spPr>
          <a:xfrm>
            <a:off x="3793691" y="4315864"/>
            <a:ext cx="3409337" cy="307777"/>
          </a:xfrm>
          <a:prstGeom prst="rect">
            <a:avLst/>
          </a:prstGeom>
          <a:noFill/>
        </p:spPr>
        <p:txBody>
          <a:bodyPr wrap="square" rtlCol="0">
            <a:spAutoFit/>
          </a:bodyPr>
          <a:lstStyle/>
          <a:p>
            <a:r>
              <a:rPr kumimoji="1" lang="ja-JP" altLang="en-US" sz="1400" dirty="0"/>
              <a:t>アライメントを推定することで得られる</a:t>
            </a:r>
          </a:p>
        </p:txBody>
      </p:sp>
      <p:cxnSp>
        <p:nvCxnSpPr>
          <p:cNvPr id="19" name="直線矢印コネクタ 18">
            <a:extLst>
              <a:ext uri="{FF2B5EF4-FFF2-40B4-BE49-F238E27FC236}">
                <a16:creationId xmlns:a16="http://schemas.microsoft.com/office/drawing/2014/main" id="{17ADF714-67A8-1EA2-47EF-6377C3A2AD7D}"/>
              </a:ext>
            </a:extLst>
          </p:cNvPr>
          <p:cNvCxnSpPr>
            <a:cxnSpLocks/>
          </p:cNvCxnSpPr>
          <p:nvPr/>
        </p:nvCxnSpPr>
        <p:spPr>
          <a:xfrm>
            <a:off x="5498359" y="3947593"/>
            <a:ext cx="0" cy="3682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4" name="テキスト ボックス 23">
            <a:extLst>
              <a:ext uri="{FF2B5EF4-FFF2-40B4-BE49-F238E27FC236}">
                <a16:creationId xmlns:a16="http://schemas.microsoft.com/office/drawing/2014/main" id="{E2618B2D-593C-32DF-6936-D875175D3D9C}"/>
              </a:ext>
            </a:extLst>
          </p:cNvPr>
          <p:cNvSpPr txBox="1"/>
          <p:nvPr/>
        </p:nvSpPr>
        <p:spPr>
          <a:xfrm>
            <a:off x="732700" y="4758912"/>
            <a:ext cx="9069026" cy="523220"/>
          </a:xfrm>
          <a:prstGeom prst="rect">
            <a:avLst/>
          </a:prstGeom>
          <a:noFill/>
        </p:spPr>
        <p:txBody>
          <a:bodyPr wrap="square" rtlCol="0">
            <a:spAutoFit/>
          </a:bodyPr>
          <a:lstStyle/>
          <a:p>
            <a:r>
              <a:rPr kumimoji="1" lang="en-US" altLang="ja-JP" sz="1400" dirty="0"/>
              <a:t>HMM</a:t>
            </a:r>
            <a:r>
              <a:rPr kumimoji="1" lang="ja-JP" altLang="en-US" sz="1400" dirty="0"/>
              <a:t>ではフレームごとに属する音素番号</a:t>
            </a:r>
            <a:r>
              <a:rPr kumimoji="1" lang="en-US" altLang="ja-JP" sz="1400" dirty="0"/>
              <a:t>(</a:t>
            </a:r>
            <a:r>
              <a:rPr kumimoji="1" lang="ja-JP" altLang="en-US" sz="1400" dirty="0"/>
              <a:t>音素アライメント</a:t>
            </a:r>
            <a:r>
              <a:rPr kumimoji="1" lang="en-US" altLang="ja-JP" sz="1400" dirty="0"/>
              <a:t>)</a:t>
            </a:r>
            <a:r>
              <a:rPr kumimoji="1" lang="ja-JP" altLang="en-US" sz="1400" dirty="0"/>
              <a:t>を出力していたのに対し、</a:t>
            </a:r>
            <a:r>
              <a:rPr kumimoji="1" lang="en-US" altLang="ja-JP" sz="1400" dirty="0"/>
              <a:t>DNN</a:t>
            </a:r>
            <a:r>
              <a:rPr kumimoji="1" lang="ja-JP" altLang="en-US" sz="1400" dirty="0"/>
              <a:t>の正解ラベルには、フレームごとに属する</a:t>
            </a:r>
            <a:r>
              <a:rPr kumimoji="1" lang="ja-JP" altLang="en-US" sz="1400" b="1" dirty="0"/>
              <a:t>音素番号</a:t>
            </a:r>
            <a:r>
              <a:rPr kumimoji="1" lang="ja-JP" altLang="en-US" sz="1400" dirty="0"/>
              <a:t>と</a:t>
            </a:r>
            <a:r>
              <a:rPr kumimoji="1" lang="ja-JP" altLang="en-US" sz="1400" b="1" dirty="0"/>
              <a:t>状態番号</a:t>
            </a:r>
            <a:r>
              <a:rPr kumimoji="1" lang="en-US" altLang="ja-JP" sz="1400" dirty="0"/>
              <a:t>(</a:t>
            </a:r>
            <a:r>
              <a:rPr kumimoji="1" lang="ja-JP" altLang="en-US" sz="1400" dirty="0"/>
              <a:t>状態アライメント</a:t>
            </a:r>
            <a:r>
              <a:rPr kumimoji="1" lang="en-US" altLang="ja-JP" sz="1400" dirty="0"/>
              <a:t>)</a:t>
            </a:r>
            <a:r>
              <a:rPr kumimoji="1" lang="ja-JP" altLang="en-US" sz="1400" dirty="0"/>
              <a:t>を推定する。</a:t>
            </a:r>
          </a:p>
        </p:txBody>
      </p:sp>
      <p:cxnSp>
        <p:nvCxnSpPr>
          <p:cNvPr id="26" name="直線矢印コネクタ 25">
            <a:extLst>
              <a:ext uri="{FF2B5EF4-FFF2-40B4-BE49-F238E27FC236}">
                <a16:creationId xmlns:a16="http://schemas.microsoft.com/office/drawing/2014/main" id="{02FAE91E-3F5D-526E-9473-AC05BF6F44F7}"/>
              </a:ext>
            </a:extLst>
          </p:cNvPr>
          <p:cNvCxnSpPr>
            <a:cxnSpLocks/>
          </p:cNvCxnSpPr>
          <p:nvPr/>
        </p:nvCxnSpPr>
        <p:spPr>
          <a:xfrm>
            <a:off x="5498360" y="5283192"/>
            <a:ext cx="0" cy="3682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 name="テキスト ボックス 26">
            <a:extLst>
              <a:ext uri="{FF2B5EF4-FFF2-40B4-BE49-F238E27FC236}">
                <a16:creationId xmlns:a16="http://schemas.microsoft.com/office/drawing/2014/main" id="{E2DD2CF5-81A5-17A9-9C10-D53E3326C1BD}"/>
              </a:ext>
            </a:extLst>
          </p:cNvPr>
          <p:cNvSpPr txBox="1"/>
          <p:nvPr/>
        </p:nvSpPr>
        <p:spPr>
          <a:xfrm>
            <a:off x="4369456" y="5691166"/>
            <a:ext cx="2576771" cy="307777"/>
          </a:xfrm>
          <a:prstGeom prst="rect">
            <a:avLst/>
          </a:prstGeom>
          <a:noFill/>
        </p:spPr>
        <p:txBody>
          <a:bodyPr wrap="square">
            <a:spAutoFit/>
          </a:bodyPr>
          <a:lstStyle/>
          <a:p>
            <a:r>
              <a:rPr kumimoji="1" lang="ja-JP" altLang="en-US" sz="1400" dirty="0"/>
              <a:t>出力ノードの番号となる</a:t>
            </a:r>
            <a:endParaRPr kumimoji="1" lang="en-US" altLang="ja-JP" sz="1400" dirty="0"/>
          </a:p>
        </p:txBody>
      </p:sp>
      <p:sp>
        <p:nvSpPr>
          <p:cNvPr id="29" name="テキスト ボックス 28">
            <a:extLst>
              <a:ext uri="{FF2B5EF4-FFF2-40B4-BE49-F238E27FC236}">
                <a16:creationId xmlns:a16="http://schemas.microsoft.com/office/drawing/2014/main" id="{5CA293C0-4BEB-016C-B1E8-9BB766C3B33F}"/>
              </a:ext>
            </a:extLst>
          </p:cNvPr>
          <p:cNvSpPr txBox="1"/>
          <p:nvPr/>
        </p:nvSpPr>
        <p:spPr>
          <a:xfrm>
            <a:off x="370805" y="3053701"/>
            <a:ext cx="6104020" cy="369332"/>
          </a:xfrm>
          <a:prstGeom prst="rect">
            <a:avLst/>
          </a:prstGeom>
          <a:noFill/>
        </p:spPr>
        <p:txBody>
          <a:bodyPr wrap="square">
            <a:spAutoFit/>
          </a:bodyPr>
          <a:lstStyle/>
          <a:p>
            <a:r>
              <a:rPr kumimoji="1" lang="en-US" altLang="ja-JP" sz="1800" dirty="0"/>
              <a:t>1. </a:t>
            </a:r>
            <a:r>
              <a:rPr kumimoji="1" lang="ja-JP" altLang="en-US" sz="1800" dirty="0"/>
              <a:t>状態アライメントの推定</a:t>
            </a:r>
            <a:r>
              <a:rPr kumimoji="1" lang="en-US" altLang="ja-JP" sz="1800" dirty="0"/>
              <a:t>(DNN</a:t>
            </a:r>
            <a:r>
              <a:rPr kumimoji="1" lang="ja-JP" altLang="en-US" sz="1800" dirty="0"/>
              <a:t>の正解ラベル作成</a:t>
            </a:r>
            <a:r>
              <a:rPr kumimoji="1" lang="en-US" altLang="ja-JP" sz="1800" dirty="0"/>
              <a:t>)</a:t>
            </a:r>
            <a:endParaRPr lang="ja-JP" altLang="en-US" dirty="0"/>
          </a:p>
        </p:txBody>
      </p:sp>
    </p:spTree>
    <p:extLst>
      <p:ext uri="{BB962C8B-B14F-4D97-AF65-F5344CB8AC3E}">
        <p14:creationId xmlns:p14="http://schemas.microsoft.com/office/powerpoint/2010/main" val="912102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3. DNN-HMM</a:t>
            </a:r>
            <a:r>
              <a:rPr lang="ja-JP" altLang="en-US" sz="2400" dirty="0"/>
              <a:t>の実装</a:t>
            </a:r>
          </a:p>
        </p:txBody>
      </p:sp>
      <p:sp>
        <p:nvSpPr>
          <p:cNvPr id="2" name="スライド番号プレースホルダー 1">
            <a:extLst>
              <a:ext uri="{FF2B5EF4-FFF2-40B4-BE49-F238E27FC236}">
                <a16:creationId xmlns:a16="http://schemas.microsoft.com/office/drawing/2014/main" id="{32F4B36A-A333-2775-F35F-A4EB25EC1DF2}"/>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24</a:t>
            </a:fld>
            <a:endParaRPr kumimoji="1" lang="ja-JP" altLang="en-US" dirty="0"/>
          </a:p>
        </p:txBody>
      </p:sp>
      <p:sp>
        <p:nvSpPr>
          <p:cNvPr id="7" name="テキスト ボックス 6">
            <a:extLst>
              <a:ext uri="{FF2B5EF4-FFF2-40B4-BE49-F238E27FC236}">
                <a16:creationId xmlns:a16="http://schemas.microsoft.com/office/drawing/2014/main" id="{F5362282-5683-598E-9C63-EF95BBEEC418}"/>
              </a:ext>
            </a:extLst>
          </p:cNvPr>
          <p:cNvSpPr txBox="1"/>
          <p:nvPr/>
        </p:nvSpPr>
        <p:spPr>
          <a:xfrm>
            <a:off x="634581" y="1738066"/>
            <a:ext cx="10922837" cy="307777"/>
          </a:xfrm>
          <a:prstGeom prst="rect">
            <a:avLst/>
          </a:prstGeom>
          <a:noFill/>
        </p:spPr>
        <p:txBody>
          <a:bodyPr wrap="square" rtlCol="0">
            <a:spAutoFit/>
          </a:bodyPr>
          <a:lstStyle/>
          <a:p>
            <a:r>
              <a:rPr kumimoji="1" lang="en-US" altLang="ja-JP" sz="1400" dirty="0" err="1"/>
              <a:t>Pytorch</a:t>
            </a:r>
            <a:r>
              <a:rPr kumimoji="1" lang="ja-JP" altLang="en-US" sz="1400" dirty="0"/>
              <a:t>を用いた基本的な学習手順として、まずは</a:t>
            </a:r>
            <a:r>
              <a:rPr kumimoji="1" lang="en-US" altLang="ja-JP" sz="1400" dirty="0"/>
              <a:t>Dataset</a:t>
            </a:r>
            <a:r>
              <a:rPr kumimoji="1" lang="ja-JP" altLang="en-US" sz="1400" dirty="0"/>
              <a:t>クラスと</a:t>
            </a:r>
            <a:r>
              <a:rPr kumimoji="1" lang="en-US" altLang="ja-JP" sz="1400" dirty="0"/>
              <a:t>DNN</a:t>
            </a:r>
            <a:r>
              <a:rPr kumimoji="1" lang="ja-JP" altLang="en-US" sz="1400" dirty="0"/>
              <a:t>モデルクラスの定義を行う必要がある。</a:t>
            </a:r>
          </a:p>
        </p:txBody>
      </p:sp>
      <p:sp>
        <p:nvSpPr>
          <p:cNvPr id="4" name="テキスト ボックス 3">
            <a:extLst>
              <a:ext uri="{FF2B5EF4-FFF2-40B4-BE49-F238E27FC236}">
                <a16:creationId xmlns:a16="http://schemas.microsoft.com/office/drawing/2014/main" id="{1163C86B-EA62-1016-BDB1-3E39E0113BD3}"/>
              </a:ext>
            </a:extLst>
          </p:cNvPr>
          <p:cNvSpPr txBox="1"/>
          <p:nvPr/>
        </p:nvSpPr>
        <p:spPr>
          <a:xfrm>
            <a:off x="402889" y="1275117"/>
            <a:ext cx="1682585" cy="369332"/>
          </a:xfrm>
          <a:prstGeom prst="rect">
            <a:avLst/>
          </a:prstGeom>
          <a:noFill/>
        </p:spPr>
        <p:txBody>
          <a:bodyPr wrap="square">
            <a:spAutoFit/>
          </a:bodyPr>
          <a:lstStyle/>
          <a:p>
            <a:r>
              <a:rPr kumimoji="1" lang="en-US" altLang="ja-JP" dirty="0"/>
              <a:t>2. </a:t>
            </a:r>
            <a:r>
              <a:rPr kumimoji="1" lang="en-US" altLang="ja-JP" sz="1800" dirty="0"/>
              <a:t>DNN</a:t>
            </a:r>
            <a:r>
              <a:rPr kumimoji="1" lang="ja-JP" altLang="en-US" sz="1800" dirty="0"/>
              <a:t>の学習</a:t>
            </a:r>
            <a:endParaRPr kumimoji="1" lang="en-US" altLang="ja-JP" sz="1800" dirty="0"/>
          </a:p>
        </p:txBody>
      </p:sp>
      <p:sp>
        <p:nvSpPr>
          <p:cNvPr id="6" name="テキスト ボックス 5">
            <a:extLst>
              <a:ext uri="{FF2B5EF4-FFF2-40B4-BE49-F238E27FC236}">
                <a16:creationId xmlns:a16="http://schemas.microsoft.com/office/drawing/2014/main" id="{F55C09AD-121F-D0B8-374B-FB5D0C4F2725}"/>
              </a:ext>
            </a:extLst>
          </p:cNvPr>
          <p:cNvSpPr txBox="1"/>
          <p:nvPr/>
        </p:nvSpPr>
        <p:spPr>
          <a:xfrm>
            <a:off x="634581" y="2386966"/>
            <a:ext cx="10771356" cy="307777"/>
          </a:xfrm>
          <a:prstGeom prst="rect">
            <a:avLst/>
          </a:prstGeom>
          <a:noFill/>
        </p:spPr>
        <p:txBody>
          <a:bodyPr wrap="square">
            <a:spAutoFit/>
          </a:bodyPr>
          <a:lstStyle/>
          <a:p>
            <a:r>
              <a:rPr kumimoji="1" lang="en-US" altLang="ja-JP" sz="1400" dirty="0"/>
              <a:t>Dataset</a:t>
            </a:r>
            <a:r>
              <a:rPr kumimoji="1" lang="ja-JP" altLang="en-US" sz="1400" dirty="0"/>
              <a:t>クラスでは、</a:t>
            </a:r>
            <a:r>
              <a:rPr kumimoji="1" lang="en-US" altLang="ja-JP" sz="1400" dirty="0"/>
              <a:t>__</a:t>
            </a:r>
            <a:r>
              <a:rPr kumimoji="1" lang="en-US" altLang="ja-JP" sz="1400" dirty="0" err="1"/>
              <a:t>len</a:t>
            </a:r>
            <a:r>
              <a:rPr kumimoji="1" lang="en-US" altLang="ja-JP" sz="1400" dirty="0"/>
              <a:t>__(self)</a:t>
            </a:r>
            <a:r>
              <a:rPr kumimoji="1" lang="ja-JP" altLang="en-US" sz="1400" dirty="0"/>
              <a:t>と</a:t>
            </a:r>
            <a:r>
              <a:rPr kumimoji="1" lang="en-US" altLang="ja-JP" sz="1400" dirty="0"/>
              <a:t>__</a:t>
            </a:r>
            <a:r>
              <a:rPr kumimoji="1" lang="en-US" altLang="ja-JP" sz="1400" dirty="0" err="1"/>
              <a:t>getitem</a:t>
            </a:r>
            <a:r>
              <a:rPr kumimoji="1" lang="en-US" altLang="ja-JP" sz="1400" dirty="0"/>
              <a:t>__(self, </a:t>
            </a:r>
            <a:r>
              <a:rPr kumimoji="1" lang="en-US" altLang="ja-JP" sz="1400" dirty="0" err="1"/>
              <a:t>idx</a:t>
            </a:r>
            <a:r>
              <a:rPr kumimoji="1" lang="en-US" altLang="ja-JP" sz="1400" dirty="0"/>
              <a:t>)</a:t>
            </a:r>
            <a:r>
              <a:rPr kumimoji="1" lang="ja-JP" altLang="en-US" sz="1400" dirty="0"/>
              <a:t>の</a:t>
            </a:r>
            <a:r>
              <a:rPr kumimoji="1" lang="en-US" altLang="ja-JP" sz="1400" dirty="0"/>
              <a:t>2</a:t>
            </a:r>
            <a:r>
              <a:rPr kumimoji="1" lang="ja-JP" altLang="en-US" sz="1400" dirty="0"/>
              <a:t>つの関数を定義する。</a:t>
            </a:r>
            <a:endParaRPr lang="ja-JP" altLang="en-US" sz="1400" dirty="0"/>
          </a:p>
        </p:txBody>
      </p:sp>
      <p:sp>
        <p:nvSpPr>
          <p:cNvPr id="10" name="テキスト ボックス 9">
            <a:extLst>
              <a:ext uri="{FF2B5EF4-FFF2-40B4-BE49-F238E27FC236}">
                <a16:creationId xmlns:a16="http://schemas.microsoft.com/office/drawing/2014/main" id="{396D8374-B361-803C-876E-2E217C0993D0}"/>
              </a:ext>
            </a:extLst>
          </p:cNvPr>
          <p:cNvSpPr txBox="1"/>
          <p:nvPr/>
        </p:nvSpPr>
        <p:spPr>
          <a:xfrm>
            <a:off x="1054999" y="2774256"/>
            <a:ext cx="9872998" cy="523220"/>
          </a:xfrm>
          <a:prstGeom prst="rect">
            <a:avLst/>
          </a:prstGeom>
          <a:noFill/>
        </p:spPr>
        <p:txBody>
          <a:bodyPr wrap="square">
            <a:spAutoFit/>
          </a:bodyPr>
          <a:lstStyle/>
          <a:p>
            <a:pPr marL="285750" indent="-285750">
              <a:buFont typeface="Wingdings" panose="05000000000000000000" pitchFamily="2" charset="2"/>
              <a:buChar char="l"/>
            </a:pPr>
            <a:r>
              <a:rPr kumimoji="1" lang="en-US" altLang="ja-JP" sz="1400" dirty="0"/>
              <a:t>__</a:t>
            </a:r>
            <a:r>
              <a:rPr kumimoji="1" lang="en-US" altLang="ja-JP" sz="1400" dirty="0" err="1"/>
              <a:t>len</a:t>
            </a:r>
            <a:r>
              <a:rPr kumimoji="1" lang="en-US" altLang="ja-JP" sz="1400" dirty="0"/>
              <a:t>__(self)</a:t>
            </a:r>
            <a:r>
              <a:rPr kumimoji="1" lang="ja-JP" altLang="en-US" sz="1400" dirty="0"/>
              <a:t>・・データセット内の総サンプル数を返す</a:t>
            </a:r>
            <a:endParaRPr kumimoji="1" lang="en-US" altLang="ja-JP" sz="1400" dirty="0"/>
          </a:p>
          <a:p>
            <a:pPr marL="285750" indent="-285750">
              <a:buFont typeface="Wingdings" panose="05000000000000000000" pitchFamily="2" charset="2"/>
              <a:buChar char="l"/>
            </a:pPr>
            <a:r>
              <a:rPr kumimoji="1" lang="en-US" altLang="ja-JP" sz="1400" dirty="0"/>
              <a:t>__</a:t>
            </a:r>
            <a:r>
              <a:rPr kumimoji="1" lang="en-US" altLang="ja-JP" sz="1400" dirty="0" err="1"/>
              <a:t>getitem</a:t>
            </a:r>
            <a:r>
              <a:rPr kumimoji="1" lang="en-US" altLang="ja-JP" sz="1400" dirty="0"/>
              <a:t>__(self, </a:t>
            </a:r>
            <a:r>
              <a:rPr kumimoji="1" lang="en-US" altLang="ja-JP" sz="1400" dirty="0" err="1"/>
              <a:t>idx</a:t>
            </a:r>
            <a:r>
              <a:rPr kumimoji="1" lang="en-US" altLang="ja-JP" sz="1400" dirty="0"/>
              <a:t>)</a:t>
            </a:r>
            <a:r>
              <a:rPr kumimoji="1" lang="ja-JP" altLang="en-US" sz="1400" dirty="0"/>
              <a:t>・・引数</a:t>
            </a:r>
            <a:r>
              <a:rPr kumimoji="1" lang="en-US" altLang="ja-JP" sz="1400" dirty="0"/>
              <a:t>”</a:t>
            </a:r>
            <a:r>
              <a:rPr kumimoji="1" lang="en-US" altLang="ja-JP" sz="1400" dirty="0" err="1"/>
              <a:t>idx</a:t>
            </a:r>
            <a:r>
              <a:rPr kumimoji="1" lang="en-US" altLang="ja-JP" sz="1400" dirty="0"/>
              <a:t>”</a:t>
            </a:r>
            <a:r>
              <a:rPr kumimoji="1" lang="ja-JP" altLang="en-US" sz="1400" dirty="0"/>
              <a:t>で指定された番号のデータサンプルを返す</a:t>
            </a:r>
            <a:endParaRPr lang="ja-JP" altLang="en-US" sz="1400" dirty="0"/>
          </a:p>
        </p:txBody>
      </p:sp>
      <p:sp>
        <p:nvSpPr>
          <p:cNvPr id="11" name="テキスト ボックス 10">
            <a:extLst>
              <a:ext uri="{FF2B5EF4-FFF2-40B4-BE49-F238E27FC236}">
                <a16:creationId xmlns:a16="http://schemas.microsoft.com/office/drawing/2014/main" id="{491068B6-81DC-CD88-0BB9-4752BE220703}"/>
              </a:ext>
            </a:extLst>
          </p:cNvPr>
          <p:cNvSpPr txBox="1"/>
          <p:nvPr/>
        </p:nvSpPr>
        <p:spPr>
          <a:xfrm>
            <a:off x="634581" y="3775968"/>
            <a:ext cx="4932030" cy="307777"/>
          </a:xfrm>
          <a:prstGeom prst="rect">
            <a:avLst/>
          </a:prstGeom>
          <a:noFill/>
        </p:spPr>
        <p:txBody>
          <a:bodyPr wrap="square">
            <a:spAutoFit/>
          </a:bodyPr>
          <a:lstStyle/>
          <a:p>
            <a:r>
              <a:rPr kumimoji="1" lang="en-US" altLang="ja-JP" sz="1400" dirty="0"/>
              <a:t>DNN</a:t>
            </a:r>
            <a:r>
              <a:rPr kumimoji="1" lang="ja-JP" altLang="en-US" sz="1400" dirty="0"/>
              <a:t>モデルクラスでは、右図のようなモデルを作成した。</a:t>
            </a:r>
            <a:endParaRPr lang="ja-JP" altLang="en-US" sz="1400" dirty="0"/>
          </a:p>
        </p:txBody>
      </p:sp>
      <p:sp>
        <p:nvSpPr>
          <p:cNvPr id="13" name="テキスト ボックス 12">
            <a:extLst>
              <a:ext uri="{FF2B5EF4-FFF2-40B4-BE49-F238E27FC236}">
                <a16:creationId xmlns:a16="http://schemas.microsoft.com/office/drawing/2014/main" id="{3A0CBA26-9E0E-8EB8-3027-8AECE238E91C}"/>
              </a:ext>
            </a:extLst>
          </p:cNvPr>
          <p:cNvSpPr txBox="1"/>
          <p:nvPr/>
        </p:nvSpPr>
        <p:spPr>
          <a:xfrm>
            <a:off x="1054999" y="4163258"/>
            <a:ext cx="6420622" cy="1384995"/>
          </a:xfrm>
          <a:prstGeom prst="rect">
            <a:avLst/>
          </a:prstGeom>
          <a:noFill/>
        </p:spPr>
        <p:txBody>
          <a:bodyPr wrap="square">
            <a:spAutoFit/>
          </a:bodyPr>
          <a:lstStyle/>
          <a:p>
            <a:r>
              <a:rPr lang="en-US" altLang="ja-JP" sz="1400" dirty="0" err="1"/>
              <a:t>dim_in</a:t>
            </a:r>
            <a:r>
              <a:rPr lang="en-US" altLang="ja-JP" sz="1400" dirty="0"/>
              <a:t> = 13 * 11</a:t>
            </a:r>
          </a:p>
          <a:p>
            <a:r>
              <a:rPr lang="en-US" altLang="ja-JP" sz="1400" dirty="0" err="1"/>
              <a:t>dim_hidden</a:t>
            </a:r>
            <a:r>
              <a:rPr lang="en-US" altLang="ja-JP" sz="1400" dirty="0"/>
              <a:t> = 1024</a:t>
            </a:r>
          </a:p>
          <a:p>
            <a:r>
              <a:rPr lang="en-US" altLang="ja-JP" sz="1400" dirty="0" err="1"/>
              <a:t>dim_out</a:t>
            </a:r>
            <a:r>
              <a:rPr lang="en-US" altLang="ja-JP" sz="1400" dirty="0"/>
              <a:t> = 35 * 5</a:t>
            </a:r>
          </a:p>
          <a:p>
            <a:r>
              <a:rPr lang="en-US" altLang="ja-JP" sz="1400" dirty="0" err="1"/>
              <a:t>num_layers</a:t>
            </a:r>
            <a:r>
              <a:rPr lang="en-US" altLang="ja-JP" sz="1400" dirty="0"/>
              <a:t> = 4</a:t>
            </a:r>
          </a:p>
          <a:p>
            <a:endParaRPr lang="en-US" altLang="ja-JP" sz="1400" dirty="0"/>
          </a:p>
          <a:p>
            <a:r>
              <a:rPr lang="ja-JP" altLang="en-US" sz="1400" dirty="0"/>
              <a:t>重みパラメータの初期値には、</a:t>
            </a:r>
            <a:r>
              <a:rPr lang="en-US" altLang="ja-JP" sz="1400" dirty="0"/>
              <a:t>LeCun</a:t>
            </a:r>
            <a:r>
              <a:rPr lang="ja-JP" altLang="en-US" sz="1400" dirty="0"/>
              <a:t>の初期値を用いる。</a:t>
            </a:r>
            <a:endParaRPr lang="en-US" altLang="ja-JP" sz="1400" dirty="0"/>
          </a:p>
        </p:txBody>
      </p:sp>
      <p:pic>
        <p:nvPicPr>
          <p:cNvPr id="16" name="図 15" descr="ダイアグラム&#10;&#10;自動的に生成された説明">
            <a:extLst>
              <a:ext uri="{FF2B5EF4-FFF2-40B4-BE49-F238E27FC236}">
                <a16:creationId xmlns:a16="http://schemas.microsoft.com/office/drawing/2014/main" id="{88703DE2-978A-5E49-8E7A-863B406C5F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0458" y="2709549"/>
            <a:ext cx="4416489" cy="2748391"/>
          </a:xfrm>
          <a:prstGeom prst="rect">
            <a:avLst/>
          </a:prstGeom>
        </p:spPr>
      </p:pic>
      <p:sp>
        <p:nvSpPr>
          <p:cNvPr id="17" name="テキスト ボックス 16">
            <a:extLst>
              <a:ext uri="{FF2B5EF4-FFF2-40B4-BE49-F238E27FC236}">
                <a16:creationId xmlns:a16="http://schemas.microsoft.com/office/drawing/2014/main" id="{0CDAFA59-CA64-949D-CA9B-C862792B707F}"/>
              </a:ext>
            </a:extLst>
          </p:cNvPr>
          <p:cNvSpPr txBox="1"/>
          <p:nvPr/>
        </p:nvSpPr>
        <p:spPr>
          <a:xfrm>
            <a:off x="263230" y="6269408"/>
            <a:ext cx="10680769" cy="276999"/>
          </a:xfrm>
          <a:prstGeom prst="rect">
            <a:avLst/>
          </a:prstGeom>
          <a:noFill/>
        </p:spPr>
        <p:txBody>
          <a:bodyPr wrap="square">
            <a:spAutoFit/>
          </a:bodyPr>
          <a:lstStyle/>
          <a:p>
            <a:r>
              <a:rPr kumimoji="1" lang="ja-JP" altLang="en-US" sz="1200" dirty="0"/>
              <a:t>引用元 </a:t>
            </a:r>
            <a:r>
              <a:rPr kumimoji="1" lang="en-US" altLang="ja-JP" sz="1200" dirty="0"/>
              <a:t>:【Python</a:t>
            </a:r>
            <a:r>
              <a:rPr kumimoji="1" lang="ja-JP" altLang="en-US" sz="1200" dirty="0"/>
              <a:t>で学ぶ音声認識</a:t>
            </a:r>
            <a:r>
              <a:rPr kumimoji="1" lang="en-US" altLang="ja-JP" sz="1200" dirty="0"/>
              <a:t>】</a:t>
            </a:r>
            <a:r>
              <a:rPr kumimoji="1" lang="ja-JP" altLang="en-US" sz="1200" dirty="0"/>
              <a:t>第</a:t>
            </a:r>
            <a:r>
              <a:rPr kumimoji="1" lang="en-US" altLang="ja-JP" sz="1200" dirty="0"/>
              <a:t>6</a:t>
            </a:r>
            <a:r>
              <a:rPr kumimoji="1" lang="ja-JP" altLang="en-US" sz="1200" dirty="0"/>
              <a:t>章：</a:t>
            </a:r>
            <a:r>
              <a:rPr kumimoji="1" lang="en-US" altLang="ja-JP" sz="1200" dirty="0"/>
              <a:t>DNN-HNN</a:t>
            </a:r>
            <a:r>
              <a:rPr kumimoji="1" lang="ja-JP" altLang="en-US" sz="1200" dirty="0"/>
              <a:t>による音声認識</a:t>
            </a:r>
            <a:r>
              <a:rPr kumimoji="1" lang="en-US" altLang="ja-JP" sz="1200" dirty="0"/>
              <a:t>(6.4</a:t>
            </a:r>
            <a:r>
              <a:rPr kumimoji="1" lang="ja-JP" altLang="en-US" sz="1200" dirty="0"/>
              <a:t>節</a:t>
            </a:r>
            <a:r>
              <a:rPr kumimoji="1" lang="en-US" altLang="ja-JP" sz="1200" dirty="0"/>
              <a:t>),  “</a:t>
            </a:r>
            <a:r>
              <a:rPr kumimoji="1" lang="en-US" altLang="ja-JP" sz="1200" dirty="0">
                <a:hlinkClick r:id="rId3"/>
              </a:rPr>
              <a:t>https://www.docswell.com/s/</a:t>
            </a:r>
            <a:r>
              <a:rPr kumimoji="1" lang="en-US" altLang="ja-JP" sz="1200" dirty="0" err="1">
                <a:hlinkClick r:id="rId3"/>
              </a:rPr>
              <a:t>kyoto-kaira</a:t>
            </a:r>
            <a:r>
              <a:rPr kumimoji="1" lang="en-US" altLang="ja-JP" sz="1200" dirty="0">
                <a:hlinkClick r:id="rId3"/>
              </a:rPr>
              <a:t>/K7VDR7-2023-12-07-153733#p7</a:t>
            </a:r>
            <a:r>
              <a:rPr kumimoji="1" lang="en-US" altLang="ja-JP" sz="1200" dirty="0"/>
              <a:t>”</a:t>
            </a:r>
            <a:endParaRPr kumimoji="1" lang="ja-JP" altLang="en-US" sz="1200" dirty="0"/>
          </a:p>
        </p:txBody>
      </p:sp>
    </p:spTree>
    <p:extLst>
      <p:ext uri="{BB962C8B-B14F-4D97-AF65-F5344CB8AC3E}">
        <p14:creationId xmlns:p14="http://schemas.microsoft.com/office/powerpoint/2010/main" val="1831248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3. DNN-HMM</a:t>
            </a:r>
            <a:r>
              <a:rPr lang="ja-JP" altLang="en-US" sz="2400" dirty="0"/>
              <a:t>の実装</a:t>
            </a:r>
          </a:p>
        </p:txBody>
      </p:sp>
      <p:sp>
        <p:nvSpPr>
          <p:cNvPr id="2" name="スライド番号プレースホルダー 1">
            <a:extLst>
              <a:ext uri="{FF2B5EF4-FFF2-40B4-BE49-F238E27FC236}">
                <a16:creationId xmlns:a16="http://schemas.microsoft.com/office/drawing/2014/main" id="{32F4B36A-A333-2775-F35F-A4EB25EC1DF2}"/>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25</a:t>
            </a:fld>
            <a:endParaRPr kumimoji="1" lang="ja-JP" altLang="en-US" dirty="0"/>
          </a:p>
        </p:txBody>
      </p:sp>
      <p:sp>
        <p:nvSpPr>
          <p:cNvPr id="4" name="テキスト ボックス 3">
            <a:extLst>
              <a:ext uri="{FF2B5EF4-FFF2-40B4-BE49-F238E27FC236}">
                <a16:creationId xmlns:a16="http://schemas.microsoft.com/office/drawing/2014/main" id="{1163C86B-EA62-1016-BDB1-3E39E0113BD3}"/>
              </a:ext>
            </a:extLst>
          </p:cNvPr>
          <p:cNvSpPr txBox="1"/>
          <p:nvPr/>
        </p:nvSpPr>
        <p:spPr>
          <a:xfrm>
            <a:off x="374193" y="919267"/>
            <a:ext cx="1682585" cy="369332"/>
          </a:xfrm>
          <a:prstGeom prst="rect">
            <a:avLst/>
          </a:prstGeom>
          <a:noFill/>
        </p:spPr>
        <p:txBody>
          <a:bodyPr wrap="square">
            <a:spAutoFit/>
          </a:bodyPr>
          <a:lstStyle/>
          <a:p>
            <a:r>
              <a:rPr kumimoji="1" lang="en-US" altLang="ja-JP" dirty="0"/>
              <a:t>2. </a:t>
            </a:r>
            <a:r>
              <a:rPr kumimoji="1" lang="en-US" altLang="ja-JP" sz="1800" dirty="0"/>
              <a:t>DNN</a:t>
            </a:r>
            <a:r>
              <a:rPr kumimoji="1" lang="ja-JP" altLang="en-US" sz="1800" dirty="0"/>
              <a:t>の学習</a:t>
            </a:r>
            <a:endParaRPr kumimoji="1" lang="en-US" altLang="ja-JP" sz="1800" dirty="0"/>
          </a:p>
        </p:txBody>
      </p:sp>
      <p:sp>
        <p:nvSpPr>
          <p:cNvPr id="12" name="テキスト ボックス 11">
            <a:extLst>
              <a:ext uri="{FF2B5EF4-FFF2-40B4-BE49-F238E27FC236}">
                <a16:creationId xmlns:a16="http://schemas.microsoft.com/office/drawing/2014/main" id="{89A33752-8603-F101-4F2C-8ED05150DF0C}"/>
              </a:ext>
            </a:extLst>
          </p:cNvPr>
          <p:cNvSpPr txBox="1"/>
          <p:nvPr/>
        </p:nvSpPr>
        <p:spPr>
          <a:xfrm>
            <a:off x="530079" y="1213587"/>
            <a:ext cx="10922837" cy="307777"/>
          </a:xfrm>
          <a:prstGeom prst="rect">
            <a:avLst/>
          </a:prstGeom>
          <a:noFill/>
        </p:spPr>
        <p:txBody>
          <a:bodyPr wrap="square" rtlCol="0">
            <a:spAutoFit/>
          </a:bodyPr>
          <a:lstStyle/>
          <a:p>
            <a:r>
              <a:rPr kumimoji="1" lang="ja-JP" altLang="en-US" sz="1400" dirty="0"/>
              <a:t>また、オプティマイザを</a:t>
            </a:r>
            <a:r>
              <a:rPr kumimoji="1" lang="ja-JP" altLang="en-US" sz="1400" b="1" u="sng" dirty="0"/>
              <a:t>モメンタム</a:t>
            </a:r>
            <a:r>
              <a:rPr kumimoji="1" lang="en-US" altLang="ja-JP" sz="1400" b="1" u="sng" dirty="0"/>
              <a:t>SGD</a:t>
            </a:r>
            <a:r>
              <a:rPr kumimoji="1" lang="ja-JP" altLang="en-US" sz="1400" dirty="0"/>
              <a:t>、損失関数には</a:t>
            </a:r>
            <a:r>
              <a:rPr kumimoji="1" lang="ja-JP" altLang="en-US" sz="1400" b="1" dirty="0"/>
              <a:t>クロスエントロピー</a:t>
            </a:r>
            <a:r>
              <a:rPr kumimoji="1" lang="ja-JP" altLang="en-US" sz="1400" dirty="0"/>
              <a:t>を用いた。</a:t>
            </a:r>
            <a:endParaRPr kumimoji="1" lang="en-US" altLang="ja-JP" sz="1400" dirty="0"/>
          </a:p>
        </p:txBody>
      </p:sp>
      <p:sp>
        <p:nvSpPr>
          <p:cNvPr id="18" name="テキスト ボックス 17">
            <a:extLst>
              <a:ext uri="{FF2B5EF4-FFF2-40B4-BE49-F238E27FC236}">
                <a16:creationId xmlns:a16="http://schemas.microsoft.com/office/drawing/2014/main" id="{FA8B870C-B00A-E0EC-CE20-6963A64214BB}"/>
              </a:ext>
            </a:extLst>
          </p:cNvPr>
          <p:cNvSpPr txBox="1"/>
          <p:nvPr/>
        </p:nvSpPr>
        <p:spPr>
          <a:xfrm>
            <a:off x="678993" y="2105210"/>
            <a:ext cx="3771088" cy="738664"/>
          </a:xfrm>
          <a:prstGeom prst="rect">
            <a:avLst/>
          </a:prstGeom>
          <a:noFill/>
        </p:spPr>
        <p:txBody>
          <a:bodyPr wrap="square">
            <a:spAutoFit/>
          </a:bodyPr>
          <a:lstStyle/>
          <a:p>
            <a:r>
              <a:rPr kumimoji="1" lang="ja-JP" altLang="en-US" sz="1400" dirty="0"/>
              <a:t>勾配が急に変化してもパラメータの更新時に過敏に更新されないようにした</a:t>
            </a:r>
            <a:r>
              <a:rPr kumimoji="1" lang="en-US" altLang="ja-JP" sz="1400" dirty="0"/>
              <a:t>(</a:t>
            </a:r>
            <a:r>
              <a:rPr kumimoji="1" lang="ja-JP" altLang="en-US" sz="1400" dirty="0"/>
              <a:t>モメンタム</a:t>
            </a:r>
            <a:r>
              <a:rPr kumimoji="1" lang="en-US" altLang="ja-JP" sz="1400" dirty="0"/>
              <a:t>)</a:t>
            </a:r>
            <a:r>
              <a:rPr kumimoji="1" lang="ja-JP" altLang="en-US" sz="1400" dirty="0"/>
              <a:t>確率的勾配降下法</a:t>
            </a:r>
            <a:r>
              <a:rPr kumimoji="1" lang="en-US" altLang="ja-JP" sz="1400" dirty="0"/>
              <a:t>(SGD)</a:t>
            </a:r>
            <a:endParaRPr lang="ja-JP" altLang="en-US" sz="1400" dirty="0"/>
          </a:p>
        </p:txBody>
      </p:sp>
      <p:pic>
        <p:nvPicPr>
          <p:cNvPr id="20" name="図 19" descr="テキスト&#10;&#10;自動的に生成された説明">
            <a:extLst>
              <a:ext uri="{FF2B5EF4-FFF2-40B4-BE49-F238E27FC236}">
                <a16:creationId xmlns:a16="http://schemas.microsoft.com/office/drawing/2014/main" id="{8B4A91BA-C9FD-196A-8999-F4D60EF51F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6302" y="1521364"/>
            <a:ext cx="7125619" cy="5214769"/>
          </a:xfrm>
          <a:prstGeom prst="rect">
            <a:avLst/>
          </a:prstGeom>
        </p:spPr>
      </p:pic>
      <p:cxnSp>
        <p:nvCxnSpPr>
          <p:cNvPr id="21" name="直線矢印コネクタ 20">
            <a:extLst>
              <a:ext uri="{FF2B5EF4-FFF2-40B4-BE49-F238E27FC236}">
                <a16:creationId xmlns:a16="http://schemas.microsoft.com/office/drawing/2014/main" id="{A1FCBCDF-7E9E-FD4E-F320-5FD89C83547C}"/>
              </a:ext>
            </a:extLst>
          </p:cNvPr>
          <p:cNvCxnSpPr>
            <a:cxnSpLocks/>
          </p:cNvCxnSpPr>
          <p:nvPr/>
        </p:nvCxnSpPr>
        <p:spPr>
          <a:xfrm>
            <a:off x="3059961" y="1449774"/>
            <a:ext cx="0" cy="565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31940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3. DNN-HMM</a:t>
            </a:r>
            <a:r>
              <a:rPr lang="ja-JP" altLang="en-US" sz="2400" dirty="0"/>
              <a:t>の実装</a:t>
            </a:r>
          </a:p>
        </p:txBody>
      </p:sp>
      <p:sp>
        <p:nvSpPr>
          <p:cNvPr id="2" name="スライド番号プレースホルダー 1">
            <a:extLst>
              <a:ext uri="{FF2B5EF4-FFF2-40B4-BE49-F238E27FC236}">
                <a16:creationId xmlns:a16="http://schemas.microsoft.com/office/drawing/2014/main" id="{32F4B36A-A333-2775-F35F-A4EB25EC1DF2}"/>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26</a:t>
            </a:fld>
            <a:endParaRPr kumimoji="1" lang="ja-JP" altLang="en-US" dirty="0"/>
          </a:p>
        </p:txBody>
      </p:sp>
      <p:sp>
        <p:nvSpPr>
          <p:cNvPr id="4" name="テキスト ボックス 3">
            <a:extLst>
              <a:ext uri="{FF2B5EF4-FFF2-40B4-BE49-F238E27FC236}">
                <a16:creationId xmlns:a16="http://schemas.microsoft.com/office/drawing/2014/main" id="{1163C86B-EA62-1016-BDB1-3E39E0113BD3}"/>
              </a:ext>
            </a:extLst>
          </p:cNvPr>
          <p:cNvSpPr txBox="1"/>
          <p:nvPr/>
        </p:nvSpPr>
        <p:spPr>
          <a:xfrm>
            <a:off x="374193" y="919267"/>
            <a:ext cx="1682585" cy="369332"/>
          </a:xfrm>
          <a:prstGeom prst="rect">
            <a:avLst/>
          </a:prstGeom>
          <a:noFill/>
        </p:spPr>
        <p:txBody>
          <a:bodyPr wrap="square">
            <a:spAutoFit/>
          </a:bodyPr>
          <a:lstStyle/>
          <a:p>
            <a:r>
              <a:rPr kumimoji="1" lang="en-US" altLang="ja-JP" dirty="0"/>
              <a:t>2. </a:t>
            </a:r>
            <a:r>
              <a:rPr kumimoji="1" lang="en-US" altLang="ja-JP" sz="1800" dirty="0"/>
              <a:t>DNN</a:t>
            </a:r>
            <a:r>
              <a:rPr kumimoji="1" lang="ja-JP" altLang="en-US" sz="1800" dirty="0"/>
              <a:t>の学習</a:t>
            </a:r>
            <a:endParaRPr kumimoji="1" lang="en-US" altLang="ja-JP" sz="1800" dirty="0"/>
          </a:p>
        </p:txBody>
      </p:sp>
      <p:sp>
        <p:nvSpPr>
          <p:cNvPr id="12" name="テキスト ボックス 11">
            <a:extLst>
              <a:ext uri="{FF2B5EF4-FFF2-40B4-BE49-F238E27FC236}">
                <a16:creationId xmlns:a16="http://schemas.microsoft.com/office/drawing/2014/main" id="{89A33752-8603-F101-4F2C-8ED05150DF0C}"/>
              </a:ext>
            </a:extLst>
          </p:cNvPr>
          <p:cNvSpPr txBox="1"/>
          <p:nvPr/>
        </p:nvSpPr>
        <p:spPr>
          <a:xfrm>
            <a:off x="634581" y="1275142"/>
            <a:ext cx="10922837" cy="307777"/>
          </a:xfrm>
          <a:prstGeom prst="rect">
            <a:avLst/>
          </a:prstGeom>
          <a:noFill/>
        </p:spPr>
        <p:txBody>
          <a:bodyPr wrap="square" rtlCol="0">
            <a:spAutoFit/>
          </a:bodyPr>
          <a:lstStyle/>
          <a:p>
            <a:r>
              <a:rPr kumimoji="1" lang="ja-JP" altLang="en-US" sz="1400" dirty="0"/>
              <a:t>損失の計算、パラメータの更新</a:t>
            </a:r>
            <a:endParaRPr kumimoji="1" lang="en-US" altLang="ja-JP" sz="1400" dirty="0"/>
          </a:p>
        </p:txBody>
      </p:sp>
      <p:pic>
        <p:nvPicPr>
          <p:cNvPr id="6" name="図 5" descr="テキスト&#10;&#10;自動的に生成された説明">
            <a:extLst>
              <a:ext uri="{FF2B5EF4-FFF2-40B4-BE49-F238E27FC236}">
                <a16:creationId xmlns:a16="http://schemas.microsoft.com/office/drawing/2014/main" id="{4C86A4A7-A080-EAA6-945A-3B1E083CBF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327" y="1619274"/>
            <a:ext cx="10513346" cy="4338842"/>
          </a:xfrm>
          <a:prstGeom prst="rect">
            <a:avLst/>
          </a:prstGeom>
        </p:spPr>
      </p:pic>
    </p:spTree>
    <p:extLst>
      <p:ext uri="{BB962C8B-B14F-4D97-AF65-F5344CB8AC3E}">
        <p14:creationId xmlns:p14="http://schemas.microsoft.com/office/powerpoint/2010/main" val="1466185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3. DNN-HMM</a:t>
            </a:r>
            <a:r>
              <a:rPr lang="ja-JP" altLang="en-US" sz="2400" dirty="0"/>
              <a:t>の実装</a:t>
            </a:r>
          </a:p>
        </p:txBody>
      </p:sp>
      <p:sp>
        <p:nvSpPr>
          <p:cNvPr id="2" name="スライド番号プレースホルダー 1">
            <a:extLst>
              <a:ext uri="{FF2B5EF4-FFF2-40B4-BE49-F238E27FC236}">
                <a16:creationId xmlns:a16="http://schemas.microsoft.com/office/drawing/2014/main" id="{32F4B36A-A333-2775-F35F-A4EB25EC1DF2}"/>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27</a:t>
            </a:fld>
            <a:endParaRPr kumimoji="1" lang="ja-JP" altLang="en-US" dirty="0"/>
          </a:p>
        </p:txBody>
      </p:sp>
      <p:sp>
        <p:nvSpPr>
          <p:cNvPr id="4" name="テキスト ボックス 3">
            <a:extLst>
              <a:ext uri="{FF2B5EF4-FFF2-40B4-BE49-F238E27FC236}">
                <a16:creationId xmlns:a16="http://schemas.microsoft.com/office/drawing/2014/main" id="{1163C86B-EA62-1016-BDB1-3E39E0113BD3}"/>
              </a:ext>
            </a:extLst>
          </p:cNvPr>
          <p:cNvSpPr txBox="1"/>
          <p:nvPr/>
        </p:nvSpPr>
        <p:spPr>
          <a:xfrm>
            <a:off x="374193" y="919267"/>
            <a:ext cx="1682585" cy="369332"/>
          </a:xfrm>
          <a:prstGeom prst="rect">
            <a:avLst/>
          </a:prstGeom>
          <a:noFill/>
        </p:spPr>
        <p:txBody>
          <a:bodyPr wrap="square">
            <a:spAutoFit/>
          </a:bodyPr>
          <a:lstStyle/>
          <a:p>
            <a:r>
              <a:rPr kumimoji="1" lang="en-US" altLang="ja-JP" dirty="0"/>
              <a:t>2. </a:t>
            </a:r>
            <a:r>
              <a:rPr kumimoji="1" lang="en-US" altLang="ja-JP" sz="1800" dirty="0"/>
              <a:t>DNN</a:t>
            </a:r>
            <a:r>
              <a:rPr kumimoji="1" lang="ja-JP" altLang="en-US" sz="1800" dirty="0"/>
              <a:t>の学習</a:t>
            </a:r>
            <a:endParaRPr kumimoji="1" lang="en-US" altLang="ja-JP" sz="1800" dirty="0"/>
          </a:p>
        </p:txBody>
      </p:sp>
      <p:sp>
        <p:nvSpPr>
          <p:cNvPr id="12" name="テキスト ボックス 11">
            <a:extLst>
              <a:ext uri="{FF2B5EF4-FFF2-40B4-BE49-F238E27FC236}">
                <a16:creationId xmlns:a16="http://schemas.microsoft.com/office/drawing/2014/main" id="{89A33752-8603-F101-4F2C-8ED05150DF0C}"/>
              </a:ext>
            </a:extLst>
          </p:cNvPr>
          <p:cNvSpPr txBox="1"/>
          <p:nvPr/>
        </p:nvSpPr>
        <p:spPr>
          <a:xfrm>
            <a:off x="531226" y="2730621"/>
            <a:ext cx="4482851" cy="954107"/>
          </a:xfrm>
          <a:prstGeom prst="rect">
            <a:avLst/>
          </a:prstGeom>
          <a:noFill/>
        </p:spPr>
        <p:txBody>
          <a:bodyPr wrap="square" rtlCol="0">
            <a:spAutoFit/>
          </a:bodyPr>
          <a:lstStyle/>
          <a:p>
            <a:r>
              <a:rPr kumimoji="1" lang="ja-JP" altLang="en-US" sz="1400" dirty="0"/>
              <a:t>損失関数は右図のようになった。</a:t>
            </a:r>
            <a:endParaRPr kumimoji="1" lang="en-US" altLang="ja-JP" sz="1400" dirty="0"/>
          </a:p>
          <a:p>
            <a:endParaRPr kumimoji="1" lang="en-US" altLang="ja-JP" sz="1400" dirty="0"/>
          </a:p>
          <a:p>
            <a:r>
              <a:rPr kumimoji="1" lang="en-US" altLang="ja-JP" sz="1400" dirty="0"/>
              <a:t>Epoch</a:t>
            </a:r>
            <a:r>
              <a:rPr kumimoji="1" lang="ja-JP" altLang="en-US" sz="1400" dirty="0"/>
              <a:t>数が大体</a:t>
            </a:r>
            <a:r>
              <a:rPr kumimoji="1" lang="en-US" altLang="ja-JP" sz="1400" dirty="0"/>
              <a:t>4</a:t>
            </a:r>
            <a:r>
              <a:rPr kumimoji="1" lang="ja-JP" altLang="en-US" sz="1400" dirty="0"/>
              <a:t>くらいから</a:t>
            </a:r>
            <a:r>
              <a:rPr kumimoji="1" lang="en-US" altLang="ja-JP" sz="1400" dirty="0"/>
              <a:t>train error</a:t>
            </a:r>
            <a:r>
              <a:rPr kumimoji="1" lang="ja-JP" altLang="en-US" sz="1400" dirty="0"/>
              <a:t>と</a:t>
            </a:r>
            <a:r>
              <a:rPr kumimoji="1" lang="en-US" altLang="ja-JP" sz="1400" dirty="0" err="1"/>
              <a:t>val</a:t>
            </a:r>
            <a:r>
              <a:rPr kumimoji="1" lang="en-US" altLang="ja-JP" sz="1400" dirty="0"/>
              <a:t> error</a:t>
            </a:r>
            <a:r>
              <a:rPr kumimoji="1" lang="ja-JP" altLang="en-US" sz="1400" dirty="0"/>
              <a:t>の差が開いており、過学習の影響が出ていると考えられる。</a:t>
            </a:r>
            <a:endParaRPr kumimoji="1" lang="en-US" altLang="ja-JP" sz="1400" dirty="0"/>
          </a:p>
        </p:txBody>
      </p:sp>
      <p:pic>
        <p:nvPicPr>
          <p:cNvPr id="7" name="図 6" descr="グラフ, 折れ線グラフ&#10;&#10;自動的に生成された説明">
            <a:extLst>
              <a:ext uri="{FF2B5EF4-FFF2-40B4-BE49-F238E27FC236}">
                <a16:creationId xmlns:a16="http://schemas.microsoft.com/office/drawing/2014/main" id="{BA483FE1-8B4E-30ED-6B25-2AE30C366D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8351" y="919267"/>
            <a:ext cx="6102423" cy="4576817"/>
          </a:xfrm>
          <a:prstGeom prst="rect">
            <a:avLst/>
          </a:prstGeom>
        </p:spPr>
      </p:pic>
    </p:spTree>
    <p:extLst>
      <p:ext uri="{BB962C8B-B14F-4D97-AF65-F5344CB8AC3E}">
        <p14:creationId xmlns:p14="http://schemas.microsoft.com/office/powerpoint/2010/main" val="3699548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3. DNN-HMM</a:t>
            </a:r>
            <a:r>
              <a:rPr lang="ja-JP" altLang="en-US" sz="2400" dirty="0"/>
              <a:t>の実装</a:t>
            </a:r>
          </a:p>
        </p:txBody>
      </p:sp>
      <p:sp>
        <p:nvSpPr>
          <p:cNvPr id="2" name="スライド番号プレースホルダー 1">
            <a:extLst>
              <a:ext uri="{FF2B5EF4-FFF2-40B4-BE49-F238E27FC236}">
                <a16:creationId xmlns:a16="http://schemas.microsoft.com/office/drawing/2014/main" id="{32F4B36A-A333-2775-F35F-A4EB25EC1DF2}"/>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28</a:t>
            </a:fld>
            <a:endParaRPr kumimoji="1" lang="ja-JP" altLang="en-US" dirty="0"/>
          </a:p>
        </p:txBody>
      </p:sp>
      <p:sp>
        <p:nvSpPr>
          <p:cNvPr id="4" name="テキスト ボックス 3">
            <a:extLst>
              <a:ext uri="{FF2B5EF4-FFF2-40B4-BE49-F238E27FC236}">
                <a16:creationId xmlns:a16="http://schemas.microsoft.com/office/drawing/2014/main" id="{1163C86B-EA62-1016-BDB1-3E39E0113BD3}"/>
              </a:ext>
            </a:extLst>
          </p:cNvPr>
          <p:cNvSpPr txBox="1"/>
          <p:nvPr/>
        </p:nvSpPr>
        <p:spPr>
          <a:xfrm>
            <a:off x="531226" y="1027611"/>
            <a:ext cx="5064081" cy="369332"/>
          </a:xfrm>
          <a:prstGeom prst="rect">
            <a:avLst/>
          </a:prstGeom>
          <a:noFill/>
        </p:spPr>
        <p:txBody>
          <a:bodyPr wrap="square">
            <a:spAutoFit/>
          </a:bodyPr>
          <a:lstStyle/>
          <a:p>
            <a:r>
              <a:rPr kumimoji="1" lang="en-US" altLang="ja-JP" dirty="0"/>
              <a:t>3. </a:t>
            </a:r>
            <a:r>
              <a:rPr kumimoji="1" lang="en-US" altLang="ja-JP" sz="1800" dirty="0"/>
              <a:t>DNN-HMM</a:t>
            </a:r>
            <a:r>
              <a:rPr kumimoji="1" lang="ja-JP" altLang="en-US" sz="1800" dirty="0"/>
              <a:t>での孤立単語音声認識</a:t>
            </a:r>
            <a:endParaRPr kumimoji="1" lang="en-US" altLang="ja-JP" sz="1800" dirty="0"/>
          </a:p>
        </p:txBody>
      </p:sp>
      <p:sp>
        <p:nvSpPr>
          <p:cNvPr id="12" name="テキスト ボックス 11">
            <a:extLst>
              <a:ext uri="{FF2B5EF4-FFF2-40B4-BE49-F238E27FC236}">
                <a16:creationId xmlns:a16="http://schemas.microsoft.com/office/drawing/2014/main" id="{89A33752-8603-F101-4F2C-8ED05150DF0C}"/>
              </a:ext>
            </a:extLst>
          </p:cNvPr>
          <p:cNvSpPr txBox="1"/>
          <p:nvPr/>
        </p:nvSpPr>
        <p:spPr>
          <a:xfrm>
            <a:off x="426672" y="1399528"/>
            <a:ext cx="10922837" cy="307777"/>
          </a:xfrm>
          <a:prstGeom prst="rect">
            <a:avLst/>
          </a:prstGeom>
          <a:noFill/>
        </p:spPr>
        <p:txBody>
          <a:bodyPr wrap="square" rtlCol="0">
            <a:spAutoFit/>
          </a:bodyPr>
          <a:lstStyle/>
          <a:p>
            <a:r>
              <a:rPr kumimoji="1" lang="ja-JP" altLang="en-US" sz="1400" dirty="0"/>
              <a:t>各状態の出力確率には</a:t>
            </a:r>
            <a:r>
              <a:rPr kumimoji="1" lang="en-US" altLang="ja-JP" sz="1400" dirty="0"/>
              <a:t>DNN</a:t>
            </a:r>
            <a:r>
              <a:rPr kumimoji="1" lang="ja-JP" altLang="en-US" sz="1400" dirty="0"/>
              <a:t>で計算したものを用いて、以下のように認識を行った。</a:t>
            </a:r>
            <a:endParaRPr kumimoji="1" lang="en-US" altLang="ja-JP" sz="1400" dirty="0"/>
          </a:p>
        </p:txBody>
      </p:sp>
      <p:pic>
        <p:nvPicPr>
          <p:cNvPr id="9" name="図 8" descr="テキスト&#10;&#10;自動的に生成された説明">
            <a:extLst>
              <a:ext uri="{FF2B5EF4-FFF2-40B4-BE49-F238E27FC236}">
                <a16:creationId xmlns:a16="http://schemas.microsoft.com/office/drawing/2014/main" id="{B242FCDA-7AD7-82AD-5887-A16711DA17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672" y="2476409"/>
            <a:ext cx="6946231" cy="2566951"/>
          </a:xfrm>
          <a:prstGeom prst="rect">
            <a:avLst/>
          </a:prstGeom>
        </p:spPr>
      </p:pic>
      <p:pic>
        <p:nvPicPr>
          <p:cNvPr id="10" name="図 9" descr="テキスト&#10;&#10;自動的に生成された説明">
            <a:extLst>
              <a:ext uri="{FF2B5EF4-FFF2-40B4-BE49-F238E27FC236}">
                <a16:creationId xmlns:a16="http://schemas.microsoft.com/office/drawing/2014/main" id="{40563F74-1882-C79E-D9C2-1666132B43F9}"/>
              </a:ext>
            </a:extLst>
          </p:cNvPr>
          <p:cNvPicPr>
            <a:picLocks noChangeAspect="1"/>
          </p:cNvPicPr>
          <p:nvPr/>
        </p:nvPicPr>
        <p:blipFill rotWithShape="1">
          <a:blip r:embed="rId3">
            <a:extLst>
              <a:ext uri="{28A0092B-C50C-407E-A947-70E740481C1C}">
                <a14:useLocalDpi xmlns:a14="http://schemas.microsoft.com/office/drawing/2010/main" val="0"/>
              </a:ext>
            </a:extLst>
          </a:blip>
          <a:srcRect l="76276" t="37425" r="12733" b="50006"/>
          <a:stretch/>
        </p:blipFill>
        <p:spPr>
          <a:xfrm>
            <a:off x="5581229" y="4336336"/>
            <a:ext cx="1791674" cy="707024"/>
          </a:xfrm>
          <a:prstGeom prst="rect">
            <a:avLst/>
          </a:prstGeom>
        </p:spPr>
      </p:pic>
      <p:pic>
        <p:nvPicPr>
          <p:cNvPr id="13" name="図 12" descr="モニター画面に映る文字&#10;&#10;中程度の精度で自動的に生成された説明">
            <a:extLst>
              <a:ext uri="{FF2B5EF4-FFF2-40B4-BE49-F238E27FC236}">
                <a16:creationId xmlns:a16="http://schemas.microsoft.com/office/drawing/2014/main" id="{5E83BC2A-6BC1-E7BA-F100-D566C76834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8126" y="3056730"/>
            <a:ext cx="4411579" cy="1377273"/>
          </a:xfrm>
          <a:prstGeom prst="rect">
            <a:avLst/>
          </a:prstGeom>
        </p:spPr>
      </p:pic>
    </p:spTree>
    <p:extLst>
      <p:ext uri="{BB962C8B-B14F-4D97-AF65-F5344CB8AC3E}">
        <p14:creationId xmlns:p14="http://schemas.microsoft.com/office/powerpoint/2010/main" val="293291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3. DNN-HMM</a:t>
            </a:r>
            <a:r>
              <a:rPr lang="ja-JP" altLang="en-US" sz="2400" dirty="0"/>
              <a:t>の実装</a:t>
            </a:r>
          </a:p>
        </p:txBody>
      </p:sp>
      <p:sp>
        <p:nvSpPr>
          <p:cNvPr id="2" name="スライド番号プレースホルダー 1">
            <a:extLst>
              <a:ext uri="{FF2B5EF4-FFF2-40B4-BE49-F238E27FC236}">
                <a16:creationId xmlns:a16="http://schemas.microsoft.com/office/drawing/2014/main" id="{32F4B36A-A333-2775-F35F-A4EB25EC1DF2}"/>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29</a:t>
            </a:fld>
            <a:endParaRPr kumimoji="1" lang="ja-JP" altLang="en-US" dirty="0"/>
          </a:p>
        </p:txBody>
      </p:sp>
      <p:sp>
        <p:nvSpPr>
          <p:cNvPr id="4" name="テキスト ボックス 3">
            <a:extLst>
              <a:ext uri="{FF2B5EF4-FFF2-40B4-BE49-F238E27FC236}">
                <a16:creationId xmlns:a16="http://schemas.microsoft.com/office/drawing/2014/main" id="{1163C86B-EA62-1016-BDB1-3E39E0113BD3}"/>
              </a:ext>
            </a:extLst>
          </p:cNvPr>
          <p:cNvSpPr txBox="1"/>
          <p:nvPr/>
        </p:nvSpPr>
        <p:spPr>
          <a:xfrm>
            <a:off x="531226" y="1027611"/>
            <a:ext cx="5064081" cy="369332"/>
          </a:xfrm>
          <a:prstGeom prst="rect">
            <a:avLst/>
          </a:prstGeom>
          <a:noFill/>
        </p:spPr>
        <p:txBody>
          <a:bodyPr wrap="square">
            <a:spAutoFit/>
          </a:bodyPr>
          <a:lstStyle/>
          <a:p>
            <a:r>
              <a:rPr kumimoji="1" lang="en-US" altLang="ja-JP" dirty="0"/>
              <a:t>3. </a:t>
            </a:r>
            <a:r>
              <a:rPr kumimoji="1" lang="en-US" altLang="ja-JP" sz="1800" dirty="0"/>
              <a:t>DNN-HMM</a:t>
            </a:r>
            <a:r>
              <a:rPr kumimoji="1" lang="ja-JP" altLang="en-US" sz="1800" dirty="0"/>
              <a:t>での孤立単語音声認識</a:t>
            </a:r>
            <a:endParaRPr kumimoji="1" lang="en-US" altLang="ja-JP" sz="1800" dirty="0"/>
          </a:p>
        </p:txBody>
      </p:sp>
      <p:sp>
        <p:nvSpPr>
          <p:cNvPr id="12" name="テキスト ボックス 11">
            <a:extLst>
              <a:ext uri="{FF2B5EF4-FFF2-40B4-BE49-F238E27FC236}">
                <a16:creationId xmlns:a16="http://schemas.microsoft.com/office/drawing/2014/main" id="{89A33752-8603-F101-4F2C-8ED05150DF0C}"/>
              </a:ext>
            </a:extLst>
          </p:cNvPr>
          <p:cNvSpPr txBox="1"/>
          <p:nvPr/>
        </p:nvSpPr>
        <p:spPr>
          <a:xfrm>
            <a:off x="768742" y="1335317"/>
            <a:ext cx="2204233" cy="307777"/>
          </a:xfrm>
          <a:prstGeom prst="rect">
            <a:avLst/>
          </a:prstGeom>
          <a:noFill/>
        </p:spPr>
        <p:txBody>
          <a:bodyPr wrap="square" rtlCol="0">
            <a:spAutoFit/>
          </a:bodyPr>
          <a:lstStyle/>
          <a:p>
            <a:r>
              <a:rPr kumimoji="1" lang="ja-JP" altLang="en-US" sz="1400" dirty="0"/>
              <a:t>認識結果を下に示した。</a:t>
            </a:r>
            <a:endParaRPr kumimoji="1" lang="en-US" altLang="ja-JP" sz="1400" dirty="0"/>
          </a:p>
        </p:txBody>
      </p:sp>
      <p:pic>
        <p:nvPicPr>
          <p:cNvPr id="6" name="図 5" descr="テキスト&#10;&#10;自動的に生成された説明">
            <a:extLst>
              <a:ext uri="{FF2B5EF4-FFF2-40B4-BE49-F238E27FC236}">
                <a16:creationId xmlns:a16="http://schemas.microsoft.com/office/drawing/2014/main" id="{AAA5A1E1-770C-9456-8F7B-7AA1DAB700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559" y="1704720"/>
            <a:ext cx="3138080" cy="4346666"/>
          </a:xfrm>
          <a:prstGeom prst="rect">
            <a:avLst/>
          </a:prstGeom>
        </p:spPr>
      </p:pic>
      <p:pic>
        <p:nvPicPr>
          <p:cNvPr id="8" name="図 7" descr="テキスト&#10;&#10;自動的に生成された説明">
            <a:extLst>
              <a:ext uri="{FF2B5EF4-FFF2-40B4-BE49-F238E27FC236}">
                <a16:creationId xmlns:a16="http://schemas.microsoft.com/office/drawing/2014/main" id="{0587CAB5-FDB5-9E23-A710-84C5637B87E3}"/>
              </a:ext>
            </a:extLst>
          </p:cNvPr>
          <p:cNvPicPr>
            <a:picLocks noChangeAspect="1"/>
          </p:cNvPicPr>
          <p:nvPr/>
        </p:nvPicPr>
        <p:blipFill rotWithShape="1">
          <a:blip r:embed="rId4">
            <a:extLst>
              <a:ext uri="{28A0092B-C50C-407E-A947-70E740481C1C}">
                <a14:useLocalDpi xmlns:a14="http://schemas.microsoft.com/office/drawing/2010/main" val="0"/>
              </a:ext>
            </a:extLst>
          </a:blip>
          <a:srcRect b="2196"/>
          <a:stretch/>
        </p:blipFill>
        <p:spPr>
          <a:xfrm>
            <a:off x="4415544" y="280886"/>
            <a:ext cx="3030899" cy="5770500"/>
          </a:xfrm>
          <a:prstGeom prst="rect">
            <a:avLst/>
          </a:prstGeom>
        </p:spPr>
      </p:pic>
      <p:pic>
        <p:nvPicPr>
          <p:cNvPr id="14" name="図 13" descr="テキスト&#10;&#10;自動的に生成された説明">
            <a:extLst>
              <a:ext uri="{FF2B5EF4-FFF2-40B4-BE49-F238E27FC236}">
                <a16:creationId xmlns:a16="http://schemas.microsoft.com/office/drawing/2014/main" id="{8435F0B6-C663-275B-B854-512BCDC701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2984" y="1704720"/>
            <a:ext cx="3108780" cy="4346666"/>
          </a:xfrm>
          <a:prstGeom prst="rect">
            <a:avLst/>
          </a:prstGeom>
        </p:spPr>
      </p:pic>
    </p:spTree>
    <p:extLst>
      <p:ext uri="{BB962C8B-B14F-4D97-AF65-F5344CB8AC3E}">
        <p14:creationId xmlns:p14="http://schemas.microsoft.com/office/powerpoint/2010/main" val="286046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3. DNN-HMM</a:t>
            </a:r>
            <a:r>
              <a:rPr lang="ja-JP" altLang="en-US" sz="2400" dirty="0"/>
              <a:t>の実装</a:t>
            </a:r>
          </a:p>
        </p:txBody>
      </p:sp>
      <p:sp>
        <p:nvSpPr>
          <p:cNvPr id="2" name="スライド番号プレースホルダー 1">
            <a:extLst>
              <a:ext uri="{FF2B5EF4-FFF2-40B4-BE49-F238E27FC236}">
                <a16:creationId xmlns:a16="http://schemas.microsoft.com/office/drawing/2014/main" id="{32F4B36A-A333-2775-F35F-A4EB25EC1DF2}"/>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30</a:t>
            </a:fld>
            <a:endParaRPr kumimoji="1" lang="ja-JP" altLang="en-US" dirty="0"/>
          </a:p>
        </p:txBody>
      </p:sp>
      <p:sp>
        <p:nvSpPr>
          <p:cNvPr id="4" name="テキスト ボックス 3">
            <a:extLst>
              <a:ext uri="{FF2B5EF4-FFF2-40B4-BE49-F238E27FC236}">
                <a16:creationId xmlns:a16="http://schemas.microsoft.com/office/drawing/2014/main" id="{1163C86B-EA62-1016-BDB1-3E39E0113BD3}"/>
              </a:ext>
            </a:extLst>
          </p:cNvPr>
          <p:cNvSpPr txBox="1"/>
          <p:nvPr/>
        </p:nvSpPr>
        <p:spPr>
          <a:xfrm>
            <a:off x="531226" y="1027611"/>
            <a:ext cx="5064081" cy="369332"/>
          </a:xfrm>
          <a:prstGeom prst="rect">
            <a:avLst/>
          </a:prstGeom>
          <a:noFill/>
        </p:spPr>
        <p:txBody>
          <a:bodyPr wrap="square">
            <a:spAutoFit/>
          </a:bodyPr>
          <a:lstStyle/>
          <a:p>
            <a:r>
              <a:rPr kumimoji="1" lang="en-US" altLang="ja-JP" dirty="0"/>
              <a:t>3. </a:t>
            </a:r>
            <a:r>
              <a:rPr kumimoji="1" lang="en-US" altLang="ja-JP" sz="1800" dirty="0"/>
              <a:t>DNN-HMM</a:t>
            </a:r>
            <a:r>
              <a:rPr kumimoji="1" lang="ja-JP" altLang="en-US" sz="1800" dirty="0"/>
              <a:t>での孤立単語音声認識</a:t>
            </a:r>
            <a:endParaRPr kumimoji="1" lang="en-US" altLang="ja-JP" sz="1800" dirty="0"/>
          </a:p>
        </p:txBody>
      </p:sp>
      <p:sp>
        <p:nvSpPr>
          <p:cNvPr id="12" name="テキスト ボックス 11">
            <a:extLst>
              <a:ext uri="{FF2B5EF4-FFF2-40B4-BE49-F238E27FC236}">
                <a16:creationId xmlns:a16="http://schemas.microsoft.com/office/drawing/2014/main" id="{89A33752-8603-F101-4F2C-8ED05150DF0C}"/>
              </a:ext>
            </a:extLst>
          </p:cNvPr>
          <p:cNvSpPr txBox="1"/>
          <p:nvPr/>
        </p:nvSpPr>
        <p:spPr>
          <a:xfrm>
            <a:off x="701480" y="2521059"/>
            <a:ext cx="4723572" cy="1815882"/>
          </a:xfrm>
          <a:prstGeom prst="rect">
            <a:avLst/>
          </a:prstGeom>
          <a:noFill/>
        </p:spPr>
        <p:txBody>
          <a:bodyPr wrap="square" rtlCol="0">
            <a:spAutoFit/>
          </a:bodyPr>
          <a:lstStyle/>
          <a:p>
            <a:r>
              <a:rPr kumimoji="1" lang="ja-JP" altLang="en-US" sz="1400" dirty="0"/>
              <a:t>「とお</a:t>
            </a:r>
            <a:r>
              <a:rPr kumimoji="1" lang="en-US" altLang="ja-JP" sz="1400" dirty="0"/>
              <a:t>(/pau/t/o/o/pau/)</a:t>
            </a:r>
            <a:r>
              <a:rPr kumimoji="1" lang="ja-JP" altLang="en-US" sz="1400" dirty="0"/>
              <a:t>」の発音についての</a:t>
            </a:r>
            <a:r>
              <a:rPr kumimoji="1" lang="en-US" altLang="ja-JP" sz="1400" dirty="0"/>
              <a:t>DNN</a:t>
            </a:r>
            <a:r>
              <a:rPr kumimoji="1" lang="ja-JP" altLang="en-US" sz="1400" dirty="0"/>
              <a:t>と</a:t>
            </a:r>
            <a:r>
              <a:rPr kumimoji="1" lang="en-US" altLang="ja-JP" sz="1400" dirty="0"/>
              <a:t>GMM</a:t>
            </a:r>
            <a:r>
              <a:rPr kumimoji="1" lang="ja-JP" altLang="en-US" sz="1400" dirty="0"/>
              <a:t>がそれぞれ算出した各音素の尤度を右に示す。</a:t>
            </a:r>
            <a:endParaRPr kumimoji="1" lang="en-US" altLang="ja-JP" sz="1400" dirty="0"/>
          </a:p>
          <a:p>
            <a:endParaRPr kumimoji="1" lang="en-US" altLang="ja-JP" sz="1400" dirty="0"/>
          </a:p>
          <a:p>
            <a:endParaRPr kumimoji="1" lang="en-US" altLang="ja-JP" sz="1400" dirty="0"/>
          </a:p>
          <a:p>
            <a:r>
              <a:rPr kumimoji="1" lang="en-US" altLang="ja-JP" sz="1400" dirty="0"/>
              <a:t>DNN</a:t>
            </a:r>
            <a:r>
              <a:rPr kumimoji="1" lang="ja-JP" altLang="en-US" sz="1400" dirty="0"/>
              <a:t>では、正解の音素の確率がほかの音素の確率より高くなっているのに対して、</a:t>
            </a:r>
            <a:r>
              <a:rPr kumimoji="1" lang="en-US" altLang="ja-JP" sz="1400" dirty="0"/>
              <a:t>GMM</a:t>
            </a:r>
            <a:r>
              <a:rPr kumimoji="1" lang="ja-JP" altLang="en-US" sz="1400" dirty="0"/>
              <a:t>の算出した尤度は</a:t>
            </a:r>
            <a:r>
              <a:rPr kumimoji="1" lang="en-US" altLang="ja-JP" sz="1400" dirty="0"/>
              <a:t>/w/</a:t>
            </a:r>
            <a:r>
              <a:rPr kumimoji="1" lang="ja-JP" altLang="en-US" sz="1400" dirty="0"/>
              <a:t>や</a:t>
            </a:r>
            <a:r>
              <a:rPr kumimoji="1" lang="en-US" altLang="ja-JP" sz="1400" dirty="0"/>
              <a:t>/p/</a:t>
            </a:r>
            <a:r>
              <a:rPr kumimoji="1" lang="ja-JP" altLang="en-US" sz="1400" dirty="0"/>
              <a:t>といった正解以外の音素の尤度も高い値を示してしまっている。</a:t>
            </a:r>
            <a:endParaRPr kumimoji="1" lang="en-US" altLang="ja-JP" sz="1400" dirty="0"/>
          </a:p>
        </p:txBody>
      </p:sp>
      <p:pic>
        <p:nvPicPr>
          <p:cNvPr id="20" name="図 19" descr="ダイアグラム&#10;&#10;自動的に生成された説明">
            <a:extLst>
              <a:ext uri="{FF2B5EF4-FFF2-40B4-BE49-F238E27FC236}">
                <a16:creationId xmlns:a16="http://schemas.microsoft.com/office/drawing/2014/main" id="{070CE12A-8B97-93D9-4D29-4AA0C0BDB89A}"/>
              </a:ext>
            </a:extLst>
          </p:cNvPr>
          <p:cNvPicPr>
            <a:picLocks noChangeAspect="1"/>
          </p:cNvPicPr>
          <p:nvPr/>
        </p:nvPicPr>
        <p:blipFill rotWithShape="1">
          <a:blip r:embed="rId3">
            <a:extLst>
              <a:ext uri="{28A0092B-C50C-407E-A947-70E740481C1C}">
                <a14:useLocalDpi xmlns:a14="http://schemas.microsoft.com/office/drawing/2010/main" val="0"/>
              </a:ext>
            </a:extLst>
          </a:blip>
          <a:srcRect l="4657" t="35429" r="8504" b="35746"/>
          <a:stretch/>
        </p:blipFill>
        <p:spPr>
          <a:xfrm>
            <a:off x="6096000" y="1396943"/>
            <a:ext cx="5446689" cy="3912657"/>
          </a:xfrm>
          <a:prstGeom prst="rect">
            <a:avLst/>
          </a:prstGeom>
        </p:spPr>
      </p:pic>
      <p:sp>
        <p:nvSpPr>
          <p:cNvPr id="21" name="テキスト ボックス 20">
            <a:extLst>
              <a:ext uri="{FF2B5EF4-FFF2-40B4-BE49-F238E27FC236}">
                <a16:creationId xmlns:a16="http://schemas.microsoft.com/office/drawing/2014/main" id="{1571081C-ECAE-019D-A0E1-60FD6F7DB7F1}"/>
              </a:ext>
            </a:extLst>
          </p:cNvPr>
          <p:cNvSpPr txBox="1"/>
          <p:nvPr/>
        </p:nvSpPr>
        <p:spPr>
          <a:xfrm>
            <a:off x="263231" y="6269408"/>
            <a:ext cx="6100762" cy="276999"/>
          </a:xfrm>
          <a:prstGeom prst="rect">
            <a:avLst/>
          </a:prstGeom>
          <a:noFill/>
        </p:spPr>
        <p:txBody>
          <a:bodyPr wrap="square">
            <a:spAutoFit/>
          </a:bodyPr>
          <a:lstStyle/>
          <a:p>
            <a:r>
              <a:rPr kumimoji="1" lang="ja-JP" altLang="en-US" sz="1200" dirty="0"/>
              <a:t>引用元</a:t>
            </a:r>
            <a:r>
              <a:rPr kumimoji="1" lang="en-US" altLang="ja-JP" sz="1200" dirty="0"/>
              <a:t>: </a:t>
            </a:r>
            <a:r>
              <a:rPr kumimoji="1" lang="ja-JP" altLang="en-US" sz="1200" dirty="0"/>
              <a:t>高島遼一</a:t>
            </a:r>
            <a:r>
              <a:rPr kumimoji="1" lang="en-US" altLang="ja-JP" sz="1200" dirty="0"/>
              <a:t>, “Python</a:t>
            </a:r>
            <a:r>
              <a:rPr kumimoji="1" lang="ja-JP" altLang="en-US" sz="1200" dirty="0"/>
              <a:t>で学ぶ音声認識</a:t>
            </a:r>
            <a:r>
              <a:rPr kumimoji="1" lang="en-US" altLang="ja-JP" sz="1200" dirty="0"/>
              <a:t>”, </a:t>
            </a:r>
            <a:r>
              <a:rPr kumimoji="1" lang="ja-JP" altLang="en-US" sz="1200" dirty="0"/>
              <a:t>株式会社インプレス</a:t>
            </a:r>
            <a:r>
              <a:rPr kumimoji="1" lang="en-US" altLang="ja-JP" sz="1200" dirty="0"/>
              <a:t>, p266</a:t>
            </a:r>
            <a:endParaRPr kumimoji="1" lang="ja-JP" altLang="en-US" sz="1200" dirty="0"/>
          </a:p>
        </p:txBody>
      </p:sp>
    </p:spTree>
    <p:extLst>
      <p:ext uri="{BB962C8B-B14F-4D97-AF65-F5344CB8AC3E}">
        <p14:creationId xmlns:p14="http://schemas.microsoft.com/office/powerpoint/2010/main" val="1037222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4">
            <a:extLst>
              <a:ext uri="{FF2B5EF4-FFF2-40B4-BE49-F238E27FC236}">
                <a16:creationId xmlns:a16="http://schemas.microsoft.com/office/drawing/2014/main" id="{4C236548-D8CA-E6F4-D429-B961699BF259}"/>
              </a:ext>
            </a:extLst>
          </p:cNvPr>
          <p:cNvSpPr txBox="1">
            <a:spLocks/>
          </p:cNvSpPr>
          <p:nvPr/>
        </p:nvSpPr>
        <p:spPr>
          <a:xfrm>
            <a:off x="531226" y="588592"/>
            <a:ext cx="5460272" cy="439019"/>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4. </a:t>
            </a:r>
            <a:r>
              <a:rPr lang="ja-JP" altLang="en-US" sz="2400" dirty="0"/>
              <a:t>今後の展望</a:t>
            </a:r>
          </a:p>
        </p:txBody>
      </p:sp>
      <p:sp>
        <p:nvSpPr>
          <p:cNvPr id="2" name="スライド番号プレースホルダー 1">
            <a:extLst>
              <a:ext uri="{FF2B5EF4-FFF2-40B4-BE49-F238E27FC236}">
                <a16:creationId xmlns:a16="http://schemas.microsoft.com/office/drawing/2014/main" id="{32F4B36A-A333-2775-F35F-A4EB25EC1DF2}"/>
              </a:ext>
            </a:extLst>
          </p:cNvPr>
          <p:cNvSpPr>
            <a:spLocks noGrp="1"/>
          </p:cNvSpPr>
          <p:nvPr>
            <p:ph type="sldNum" sz="quarter" idx="12"/>
          </p:nvPr>
        </p:nvSpPr>
        <p:spPr>
          <a:xfrm>
            <a:off x="10944000" y="216000"/>
            <a:ext cx="811019" cy="503578"/>
          </a:xfrm>
        </p:spPr>
        <p:txBody>
          <a:bodyPr/>
          <a:lstStyle/>
          <a:p>
            <a:fld id="{85D435C9-ADAE-44CD-8168-AEAA5C004C04}" type="slidenum">
              <a:rPr kumimoji="1" lang="ja-JP" altLang="en-US" smtClean="0"/>
              <a:t>31</a:t>
            </a:fld>
            <a:endParaRPr kumimoji="1" lang="ja-JP" altLang="en-US" dirty="0"/>
          </a:p>
        </p:txBody>
      </p:sp>
      <p:sp>
        <p:nvSpPr>
          <p:cNvPr id="12" name="テキスト ボックス 11">
            <a:extLst>
              <a:ext uri="{FF2B5EF4-FFF2-40B4-BE49-F238E27FC236}">
                <a16:creationId xmlns:a16="http://schemas.microsoft.com/office/drawing/2014/main" id="{89A33752-8603-F101-4F2C-8ED05150DF0C}"/>
              </a:ext>
            </a:extLst>
          </p:cNvPr>
          <p:cNvSpPr txBox="1"/>
          <p:nvPr/>
        </p:nvSpPr>
        <p:spPr>
          <a:xfrm>
            <a:off x="842304" y="3046100"/>
            <a:ext cx="10507205" cy="307777"/>
          </a:xfrm>
          <a:prstGeom prst="rect">
            <a:avLst/>
          </a:prstGeom>
          <a:noFill/>
        </p:spPr>
        <p:txBody>
          <a:bodyPr wrap="square" rtlCol="0">
            <a:spAutoFit/>
          </a:bodyPr>
          <a:lstStyle/>
          <a:p>
            <a:r>
              <a:rPr kumimoji="1" lang="ja-JP" altLang="en-US" sz="1400" dirty="0"/>
              <a:t>今回は、</a:t>
            </a:r>
            <a:r>
              <a:rPr kumimoji="1" lang="en-US" altLang="ja-JP" sz="1400" dirty="0"/>
              <a:t>Python</a:t>
            </a:r>
            <a:r>
              <a:rPr kumimoji="1" lang="ja-JP" altLang="en-US" sz="1400" dirty="0"/>
              <a:t>で学ぶ音声認識の</a:t>
            </a:r>
            <a:r>
              <a:rPr kumimoji="1" lang="en-US" altLang="ja-JP" sz="1400" dirty="0"/>
              <a:t>1~6</a:t>
            </a:r>
            <a:r>
              <a:rPr kumimoji="1" lang="ja-JP" altLang="en-US" sz="1400" dirty="0"/>
              <a:t>章をやったが、</a:t>
            </a:r>
            <a:r>
              <a:rPr kumimoji="1" lang="en-US" altLang="ja-JP" sz="1400" dirty="0"/>
              <a:t>7</a:t>
            </a:r>
            <a:r>
              <a:rPr kumimoji="1" lang="ja-JP" altLang="en-US" sz="1400" dirty="0"/>
              <a:t>章の</a:t>
            </a:r>
            <a:r>
              <a:rPr kumimoji="1" lang="en-US" altLang="ja-JP" sz="1400" dirty="0"/>
              <a:t>End-to-End</a:t>
            </a:r>
            <a:r>
              <a:rPr kumimoji="1" lang="ja-JP" altLang="en-US" sz="1400" dirty="0"/>
              <a:t>モデルの内容に進めていないため、そこを次回までに進める。</a:t>
            </a:r>
            <a:endParaRPr kumimoji="1" lang="en-US" altLang="ja-JP" sz="1400" dirty="0"/>
          </a:p>
        </p:txBody>
      </p:sp>
    </p:spTree>
    <p:extLst>
      <p:ext uri="{BB962C8B-B14F-4D97-AF65-F5344CB8AC3E}">
        <p14:creationId xmlns:p14="http://schemas.microsoft.com/office/powerpoint/2010/main" val="1116931562"/>
      </p:ext>
    </p:extLst>
  </p:cSld>
  <p:clrMapOvr>
    <a:masterClrMapping/>
  </p:clrMapOvr>
</p:sld>
</file>

<file path=ppt/theme/theme1.xml><?xml version="1.0" encoding="utf-8"?>
<a:theme xmlns:a="http://schemas.openxmlformats.org/drawingml/2006/main" name="ギャラリー">
  <a:themeElements>
    <a:clrScheme name="ギャラリー">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ギャラリー">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ギャラリー">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TM10001114[[fn=ギャラリー]]</Template>
  <TotalTime>3789</TotalTime>
  <Words>3375</Words>
  <Application>Microsoft Office PowerPoint</Application>
  <PresentationFormat>ワイド画面</PresentationFormat>
  <Paragraphs>277</Paragraphs>
  <Slides>31</Slides>
  <Notes>7</Notes>
  <HiddenSlides>0</HiddenSlides>
  <MMClips>2</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31</vt:i4>
      </vt:variant>
    </vt:vector>
  </HeadingPairs>
  <TitlesOfParts>
    <vt:vector size="37" baseType="lpstr">
      <vt:lpstr>游ゴシック</vt:lpstr>
      <vt:lpstr>Arial</vt:lpstr>
      <vt:lpstr>Cambria Math</vt:lpstr>
      <vt:lpstr>Gill Sans MT</vt:lpstr>
      <vt:lpstr>Wingdings</vt:lpstr>
      <vt:lpstr>ギャラリー</vt:lpstr>
      <vt:lpstr>進捗報告　6月14日</vt:lpstr>
      <vt:lpstr>目次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目次</vt:lpstr>
      <vt:lpstr>PowerPoint プレゼンテーション</vt:lpstr>
      <vt:lpstr>目次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柴崎　陸</dc:creator>
  <cp:lastModifiedBy>柴崎　陸</cp:lastModifiedBy>
  <cp:revision>1</cp:revision>
  <dcterms:created xsi:type="dcterms:W3CDTF">2024-06-05T06:56:36Z</dcterms:created>
  <dcterms:modified xsi:type="dcterms:W3CDTF">2024-06-14T04:01:01Z</dcterms:modified>
</cp:coreProperties>
</file>
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6" r:id="rId9"/>
    <p:sldId id="267" r:id="rId10"/>
    <p:sldId id="264" r:id="rId11"/>
    <p:sldId id="265" r:id="rId12"/>
    <p:sldId id="268" r:id="rId13"/>
    <p:sldId id="269" r:id="rId14"/>
    <p:sldId id="270" r:id="rId15"/>
    <p:sldId id="260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823FE-0B23-4C97-BEE3-004663067A28}" v="298" dt="2024-05-17T03:37:00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7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柴崎　陸" userId="1d2c6013-a504-416a-aa60-b642a5db2d33" providerId="ADAL" clId="{185823FE-0B23-4C97-BEE3-004663067A28}"/>
    <pc:docChg chg="undo custSel addSld delSld modSld">
      <pc:chgData name="柴崎　陸" userId="1d2c6013-a504-416a-aa60-b642a5db2d33" providerId="ADAL" clId="{185823FE-0B23-4C97-BEE3-004663067A28}" dt="2024-05-17T03:37:00.556" v="4946" actId="20577"/>
      <pc:docMkLst>
        <pc:docMk/>
      </pc:docMkLst>
      <pc:sldChg chg="modSp mod">
        <pc:chgData name="柴崎　陸" userId="1d2c6013-a504-416a-aa60-b642a5db2d33" providerId="ADAL" clId="{185823FE-0B23-4C97-BEE3-004663067A28}" dt="2024-05-13T04:16:30.314" v="442" actId="947"/>
        <pc:sldMkLst>
          <pc:docMk/>
          <pc:sldMk cId="356645014" sldId="256"/>
        </pc:sldMkLst>
        <pc:spChg chg="mod">
          <ac:chgData name="柴崎　陸" userId="1d2c6013-a504-416a-aa60-b642a5db2d33" providerId="ADAL" clId="{185823FE-0B23-4C97-BEE3-004663067A28}" dt="2024-05-13T04:16:30.314" v="442" actId="947"/>
          <ac:spMkLst>
            <pc:docMk/>
            <pc:sldMk cId="356645014" sldId="256"/>
            <ac:spMk id="2" creationId="{6B445DEF-9F10-E24B-2AAB-F223B67627EF}"/>
          </ac:spMkLst>
        </pc:spChg>
        <pc:spChg chg="mod">
          <ac:chgData name="柴崎　陸" userId="1d2c6013-a504-416a-aa60-b642a5db2d33" providerId="ADAL" clId="{185823FE-0B23-4C97-BEE3-004663067A28}" dt="2024-05-13T04:16:30.314" v="442" actId="947"/>
          <ac:spMkLst>
            <pc:docMk/>
            <pc:sldMk cId="356645014" sldId="256"/>
            <ac:spMk id="3" creationId="{5EC43E4D-C91C-2D43-3ACC-84B9D29E2863}"/>
          </ac:spMkLst>
        </pc:spChg>
      </pc:sldChg>
      <pc:sldChg chg="modSp new mod">
        <pc:chgData name="柴崎　陸" userId="1d2c6013-a504-416a-aa60-b642a5db2d33" providerId="ADAL" clId="{185823FE-0B23-4C97-BEE3-004663067A28}" dt="2024-05-16T04:58:24.185" v="3975" actId="20577"/>
        <pc:sldMkLst>
          <pc:docMk/>
          <pc:sldMk cId="1911269911" sldId="257"/>
        </pc:sldMkLst>
        <pc:spChg chg="mod">
          <ac:chgData name="柴崎　陸" userId="1d2c6013-a504-416a-aa60-b642a5db2d33" providerId="ADAL" clId="{185823FE-0B23-4C97-BEE3-004663067A28}" dt="2024-05-13T03:34:02.263" v="71" actId="20577"/>
          <ac:spMkLst>
            <pc:docMk/>
            <pc:sldMk cId="1911269911" sldId="257"/>
            <ac:spMk id="2" creationId="{B4D64931-CFBA-BF72-1AD4-7D3E4339B9D6}"/>
          </ac:spMkLst>
        </pc:spChg>
        <pc:spChg chg="mod">
          <ac:chgData name="柴崎　陸" userId="1d2c6013-a504-416a-aa60-b642a5db2d33" providerId="ADAL" clId="{185823FE-0B23-4C97-BEE3-004663067A28}" dt="2024-05-16T04:58:24.185" v="3975" actId="20577"/>
          <ac:spMkLst>
            <pc:docMk/>
            <pc:sldMk cId="1911269911" sldId="257"/>
            <ac:spMk id="3" creationId="{5F7DBCB5-2216-04E3-F8BA-2B28C5B34DA0}"/>
          </ac:spMkLst>
        </pc:spChg>
      </pc:sldChg>
      <pc:sldChg chg="addSp delSp modSp new mod">
        <pc:chgData name="柴崎　陸" userId="1d2c6013-a504-416a-aa60-b642a5db2d33" providerId="ADAL" clId="{185823FE-0B23-4C97-BEE3-004663067A28}" dt="2024-05-17T03:37:00.556" v="4946" actId="20577"/>
        <pc:sldMkLst>
          <pc:docMk/>
          <pc:sldMk cId="3508562337" sldId="258"/>
        </pc:sldMkLst>
        <pc:spChg chg="del mod">
          <ac:chgData name="柴崎　陸" userId="1d2c6013-a504-416a-aa60-b642a5db2d33" providerId="ADAL" clId="{185823FE-0B23-4C97-BEE3-004663067A28}" dt="2024-05-13T03:48:14.095" v="211" actId="478"/>
          <ac:spMkLst>
            <pc:docMk/>
            <pc:sldMk cId="3508562337" sldId="258"/>
            <ac:spMk id="2" creationId="{2A805D71-2262-342C-7CF4-9A7D8B7D90A8}"/>
          </ac:spMkLst>
        </pc:spChg>
        <pc:spChg chg="mod">
          <ac:chgData name="柴崎　陸" userId="1d2c6013-a504-416a-aa60-b642a5db2d33" providerId="ADAL" clId="{185823FE-0B23-4C97-BEE3-004663067A28}" dt="2024-05-17T03:37:00.556" v="4946" actId="20577"/>
          <ac:spMkLst>
            <pc:docMk/>
            <pc:sldMk cId="3508562337" sldId="258"/>
            <ac:spMk id="3" creationId="{A47EAE59-CAC1-BAA7-158A-5268545251B0}"/>
          </ac:spMkLst>
        </pc:spChg>
        <pc:spChg chg="add mod">
          <ac:chgData name="柴崎　陸" userId="1d2c6013-a504-416a-aa60-b642a5db2d33" providerId="ADAL" clId="{185823FE-0B23-4C97-BEE3-004663067A28}" dt="2024-05-13T05:10:00.732" v="646" actId="1076"/>
          <ac:spMkLst>
            <pc:docMk/>
            <pc:sldMk cId="3508562337" sldId="258"/>
            <ac:spMk id="5" creationId="{597985CF-5781-36F8-FFA2-65137CC3D067}"/>
          </ac:spMkLst>
        </pc:spChg>
        <pc:picChg chg="add del mod modCrop">
          <ac:chgData name="柴崎　陸" userId="1d2c6013-a504-416a-aa60-b642a5db2d33" providerId="ADAL" clId="{185823FE-0B23-4C97-BEE3-004663067A28}" dt="2024-05-13T05:28:40.481" v="795" actId="478"/>
          <ac:picMkLst>
            <pc:docMk/>
            <pc:sldMk cId="3508562337" sldId="258"/>
            <ac:picMk id="8" creationId="{3C08BDAB-3AFC-CD63-ABF5-D5E44D502EBE}"/>
          </ac:picMkLst>
        </pc:picChg>
        <pc:picChg chg="add del mod">
          <ac:chgData name="柴崎　陸" userId="1d2c6013-a504-416a-aa60-b642a5db2d33" providerId="ADAL" clId="{185823FE-0B23-4C97-BEE3-004663067A28}" dt="2024-05-13T05:29:00.435" v="802" actId="478"/>
          <ac:picMkLst>
            <pc:docMk/>
            <pc:sldMk cId="3508562337" sldId="258"/>
            <ac:picMk id="10" creationId="{D3C9F552-B86B-18C2-7DD1-C9E8699449C3}"/>
          </ac:picMkLst>
        </pc:picChg>
        <pc:picChg chg="add mod modCrop">
          <ac:chgData name="柴崎　陸" userId="1d2c6013-a504-416a-aa60-b642a5db2d33" providerId="ADAL" clId="{185823FE-0B23-4C97-BEE3-004663067A28}" dt="2024-05-13T05:30:13.765" v="810" actId="1076"/>
          <ac:picMkLst>
            <pc:docMk/>
            <pc:sldMk cId="3508562337" sldId="258"/>
            <ac:picMk id="12" creationId="{68A989E8-0B42-E2A3-B5B0-9AE2AA6AB706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3:58:58.423" v="1752" actId="1076"/>
        <pc:sldMkLst>
          <pc:docMk/>
          <pc:sldMk cId="4018761153" sldId="259"/>
        </pc:sldMkLst>
        <pc:spChg chg="mod">
          <ac:chgData name="柴崎　陸" userId="1d2c6013-a504-416a-aa60-b642a5db2d33" providerId="ADAL" clId="{185823FE-0B23-4C97-BEE3-004663067A28}" dt="2024-05-15T03:58:58.423" v="1752" actId="1076"/>
          <ac:spMkLst>
            <pc:docMk/>
            <pc:sldMk cId="4018761153" sldId="259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3:58:58.423" v="1752" actId="1076"/>
          <ac:spMkLst>
            <pc:docMk/>
            <pc:sldMk cId="4018761153" sldId="259"/>
            <ac:spMk id="5" creationId="{597985CF-5781-36F8-FFA2-65137CC3D067}"/>
          </ac:spMkLst>
        </pc:spChg>
        <pc:spChg chg="add mod">
          <ac:chgData name="柴崎　陸" userId="1d2c6013-a504-416a-aa60-b642a5db2d33" providerId="ADAL" clId="{185823FE-0B23-4C97-BEE3-004663067A28}" dt="2024-05-13T06:06:40.800" v="1168" actId="1076"/>
          <ac:spMkLst>
            <pc:docMk/>
            <pc:sldMk cId="4018761153" sldId="259"/>
            <ac:spMk id="8" creationId="{74303AE5-AFF1-DD7E-3352-100951AFCD13}"/>
          </ac:spMkLst>
        </pc:spChg>
        <pc:picChg chg="add del mod modCrop">
          <ac:chgData name="柴崎　陸" userId="1d2c6013-a504-416a-aa60-b642a5db2d33" providerId="ADAL" clId="{185823FE-0B23-4C97-BEE3-004663067A28}" dt="2024-05-13T06:00:53.303" v="1048" actId="478"/>
          <ac:picMkLst>
            <pc:docMk/>
            <pc:sldMk cId="4018761153" sldId="259"/>
            <ac:picMk id="4" creationId="{DE8D9247-E331-3A75-0CD8-ED3DEFFF80F6}"/>
          </ac:picMkLst>
        </pc:picChg>
        <pc:picChg chg="add mod modCrop">
          <ac:chgData name="柴崎　陸" userId="1d2c6013-a504-416a-aa60-b642a5db2d33" providerId="ADAL" clId="{185823FE-0B23-4C97-BEE3-004663067A28}" dt="2024-05-13T06:02:27.401" v="1059" actId="1076"/>
          <ac:picMkLst>
            <pc:docMk/>
            <pc:sldMk cId="4018761153" sldId="259"/>
            <ac:picMk id="7" creationId="{21CF8E75-A19B-E7C9-097F-D9A5522B9B49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6T15:28:23.961" v="4538" actId="1036"/>
        <pc:sldMkLst>
          <pc:docMk/>
          <pc:sldMk cId="645362146" sldId="260"/>
        </pc:sldMkLst>
        <pc:spChg chg="add mod">
          <ac:chgData name="柴崎　陸" userId="1d2c6013-a504-416a-aa60-b642a5db2d33" providerId="ADAL" clId="{185823FE-0B23-4C97-BEE3-004663067A28}" dt="2024-05-15T04:49:03.199" v="2558" actId="1076"/>
          <ac:spMkLst>
            <pc:docMk/>
            <pc:sldMk cId="645362146" sldId="260"/>
            <ac:spMk id="2" creationId="{9BEAE486-A419-EC71-0204-699B8FC7F5E8}"/>
          </ac:spMkLst>
        </pc:spChg>
        <pc:spChg chg="del">
          <ac:chgData name="柴崎　陸" userId="1d2c6013-a504-416a-aa60-b642a5db2d33" providerId="ADAL" clId="{185823FE-0B23-4C97-BEE3-004663067A28}" dt="2024-05-15T04:49:08.134" v="2559" actId="478"/>
          <ac:spMkLst>
            <pc:docMk/>
            <pc:sldMk cId="645362146" sldId="260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4:47:57.418" v="2520" actId="1076"/>
          <ac:spMkLst>
            <pc:docMk/>
            <pc:sldMk cId="645362146" sldId="260"/>
            <ac:spMk id="5" creationId="{597985CF-5781-36F8-FFA2-65137CC3D067}"/>
          </ac:spMkLst>
        </pc:spChg>
        <pc:spChg chg="add mod">
          <ac:chgData name="柴崎　陸" userId="1d2c6013-a504-416a-aa60-b642a5db2d33" providerId="ADAL" clId="{185823FE-0B23-4C97-BEE3-004663067A28}" dt="2024-05-15T04:52:56.770" v="2604" actId="1076"/>
          <ac:spMkLst>
            <pc:docMk/>
            <pc:sldMk cId="645362146" sldId="260"/>
            <ac:spMk id="11" creationId="{47860782-548D-9E79-D889-3BFEB09DFC3C}"/>
          </ac:spMkLst>
        </pc:spChg>
        <pc:picChg chg="add mod">
          <ac:chgData name="柴崎　陸" userId="1d2c6013-a504-416a-aa60-b642a5db2d33" providerId="ADAL" clId="{185823FE-0B23-4C97-BEE3-004663067A28}" dt="2024-05-15T04:53:34.219" v="2607" actId="1076"/>
          <ac:picMkLst>
            <pc:docMk/>
            <pc:sldMk cId="645362146" sldId="260"/>
            <ac:picMk id="6" creationId="{DA01C82F-1611-85D7-7C58-CDB762604C68}"/>
          </ac:picMkLst>
        </pc:picChg>
        <pc:picChg chg="add mod">
          <ac:chgData name="柴崎　陸" userId="1d2c6013-a504-416a-aa60-b642a5db2d33" providerId="ADAL" clId="{185823FE-0B23-4C97-BEE3-004663067A28}" dt="2024-05-15T04:53:31.185" v="2606" actId="1076"/>
          <ac:picMkLst>
            <pc:docMk/>
            <pc:sldMk cId="645362146" sldId="260"/>
            <ac:picMk id="8" creationId="{C8690B5F-9E85-8B71-DA05-5CF58D1B7D90}"/>
          </ac:picMkLst>
        </pc:picChg>
        <pc:picChg chg="add mod">
          <ac:chgData name="柴崎　陸" userId="1d2c6013-a504-416a-aa60-b642a5db2d33" providerId="ADAL" clId="{185823FE-0B23-4C97-BEE3-004663067A28}" dt="2024-05-16T15:28:23.961" v="4538" actId="1036"/>
          <ac:picMkLst>
            <pc:docMk/>
            <pc:sldMk cId="645362146" sldId="260"/>
            <ac:picMk id="10" creationId="{2BDBB29F-70F5-8CE0-51B4-1588BBDA5D97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7T03:35:31.035" v="4926" actId="1076"/>
        <pc:sldMkLst>
          <pc:docMk/>
          <pc:sldMk cId="3871667095" sldId="261"/>
        </pc:sldMkLst>
        <pc:spChg chg="add mod">
          <ac:chgData name="柴崎　陸" userId="1d2c6013-a504-416a-aa60-b642a5db2d33" providerId="ADAL" clId="{185823FE-0B23-4C97-BEE3-004663067A28}" dt="2024-05-17T03:35:31.035" v="4926" actId="1076"/>
          <ac:spMkLst>
            <pc:docMk/>
            <pc:sldMk cId="3871667095" sldId="261"/>
            <ac:spMk id="2" creationId="{D5DF5F65-32FB-C799-865A-E81490CA50D3}"/>
          </ac:spMkLst>
        </pc:spChg>
        <pc:spChg chg="mod">
          <ac:chgData name="柴崎　陸" userId="1d2c6013-a504-416a-aa60-b642a5db2d33" providerId="ADAL" clId="{185823FE-0B23-4C97-BEE3-004663067A28}" dt="2024-05-13T05:31:23.772" v="837" actId="20577"/>
          <ac:spMkLst>
            <pc:docMk/>
            <pc:sldMk cId="3871667095" sldId="261"/>
            <ac:spMk id="3" creationId="{A47EAE59-CAC1-BAA7-158A-5268545251B0}"/>
          </ac:spMkLst>
        </pc:spChg>
        <pc:picChg chg="add del mod modCrop">
          <ac:chgData name="柴崎　陸" userId="1d2c6013-a504-416a-aa60-b642a5db2d33" providerId="ADAL" clId="{185823FE-0B23-4C97-BEE3-004663067A28}" dt="2024-05-13T05:37:43.822" v="969" actId="478"/>
          <ac:picMkLst>
            <pc:docMk/>
            <pc:sldMk cId="3871667095" sldId="261"/>
            <ac:picMk id="4" creationId="{0D5CD2AC-7B53-7EE8-5CD6-CFD07368AD10}"/>
          </ac:picMkLst>
        </pc:picChg>
        <pc:picChg chg="add mod modCrop">
          <ac:chgData name="柴崎　陸" userId="1d2c6013-a504-416a-aa60-b642a5db2d33" providerId="ADAL" clId="{185823FE-0B23-4C97-BEE3-004663067A28}" dt="2024-05-13T05:41:40.866" v="984" actId="1076"/>
          <ac:picMkLst>
            <pc:docMk/>
            <pc:sldMk cId="3871667095" sldId="261"/>
            <ac:picMk id="7" creationId="{8B3E27B9-A69F-7DB6-67EC-66A763825F26}"/>
          </ac:picMkLst>
        </pc:picChg>
        <pc:picChg chg="del">
          <ac:chgData name="柴崎　陸" userId="1d2c6013-a504-416a-aa60-b642a5db2d33" providerId="ADAL" clId="{185823FE-0B23-4C97-BEE3-004663067A28}" dt="2024-05-13T05:13:39.993" v="699" actId="478"/>
          <ac:picMkLst>
            <pc:docMk/>
            <pc:sldMk cId="3871667095" sldId="261"/>
            <ac:picMk id="8" creationId="{3C08BDAB-3AFC-CD63-ABF5-D5E44D502EBE}"/>
          </ac:picMkLst>
        </pc:picChg>
      </pc:sldChg>
      <pc:sldChg chg="addSp modSp add mod">
        <pc:chgData name="柴崎　陸" userId="1d2c6013-a504-416a-aa60-b642a5db2d33" providerId="ADAL" clId="{185823FE-0B23-4C97-BEE3-004663067A28}" dt="2024-05-17T03:36:39.582" v="4940" actId="20577"/>
        <pc:sldMkLst>
          <pc:docMk/>
          <pc:sldMk cId="4085764109" sldId="262"/>
        </pc:sldMkLst>
        <pc:spChg chg="mod">
          <ac:chgData name="柴崎　陸" userId="1d2c6013-a504-416a-aa60-b642a5db2d33" providerId="ADAL" clId="{185823FE-0B23-4C97-BEE3-004663067A28}" dt="2024-05-17T03:36:39.582" v="4940" actId="20577"/>
          <ac:spMkLst>
            <pc:docMk/>
            <pc:sldMk cId="4085764109" sldId="262"/>
            <ac:spMk id="3" creationId="{A47EAE59-CAC1-BAA7-158A-5268545251B0}"/>
          </ac:spMkLst>
        </pc:spChg>
        <pc:spChg chg="add mod">
          <ac:chgData name="柴崎　陸" userId="1d2c6013-a504-416a-aa60-b642a5db2d33" providerId="ADAL" clId="{185823FE-0B23-4C97-BEE3-004663067A28}" dt="2024-05-17T03:35:39.170" v="4928" actId="1076"/>
          <ac:spMkLst>
            <pc:docMk/>
            <pc:sldMk cId="4085764109" sldId="262"/>
            <ac:spMk id="4" creationId="{1E8A0AE7-4166-5186-0B3A-397666D7F63D}"/>
          </ac:spMkLst>
        </pc:spChg>
        <pc:picChg chg="add mod modCrop">
          <ac:chgData name="柴崎　陸" userId="1d2c6013-a504-416a-aa60-b642a5db2d33" providerId="ADAL" clId="{185823FE-0B23-4C97-BEE3-004663067A28}" dt="2024-05-13T05:42:05.062" v="986" actId="18131"/>
          <ac:picMkLst>
            <pc:docMk/>
            <pc:sldMk cId="4085764109" sldId="262"/>
            <ac:picMk id="2" creationId="{690E9670-4AAB-4C26-F8C1-9C32581C9411}"/>
          </ac:picMkLst>
        </pc:picChg>
      </pc:sldChg>
      <pc:sldChg chg="modSp add mod">
        <pc:chgData name="柴崎　陸" userId="1d2c6013-a504-416a-aa60-b642a5db2d33" providerId="ADAL" clId="{185823FE-0B23-4C97-BEE3-004663067A28}" dt="2024-05-15T03:59:07.112" v="1753" actId="1076"/>
        <pc:sldMkLst>
          <pc:docMk/>
          <pc:sldMk cId="657043408" sldId="263"/>
        </pc:sldMkLst>
        <pc:spChg chg="mod">
          <ac:chgData name="柴崎　陸" userId="1d2c6013-a504-416a-aa60-b642a5db2d33" providerId="ADAL" clId="{185823FE-0B23-4C97-BEE3-004663067A28}" dt="2024-05-15T03:59:07.112" v="1753" actId="1076"/>
          <ac:spMkLst>
            <pc:docMk/>
            <pc:sldMk cId="657043408" sldId="263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3:59:07.112" v="1753" actId="1076"/>
          <ac:spMkLst>
            <pc:docMk/>
            <pc:sldMk cId="657043408" sldId="263"/>
            <ac:spMk id="5" creationId="{597985CF-5781-36F8-FFA2-65137CC3D067}"/>
          </ac:spMkLst>
        </pc:spChg>
        <pc:spChg chg="mod">
          <ac:chgData name="柴崎　陸" userId="1d2c6013-a504-416a-aa60-b642a5db2d33" providerId="ADAL" clId="{185823FE-0B23-4C97-BEE3-004663067A28}" dt="2024-05-13T06:17:51.446" v="1488" actId="1076"/>
          <ac:spMkLst>
            <pc:docMk/>
            <pc:sldMk cId="657043408" sldId="263"/>
            <ac:spMk id="8" creationId="{74303AE5-AFF1-DD7E-3352-100951AFCD13}"/>
          </ac:spMkLst>
        </pc:spChg>
        <pc:picChg chg="mod modCrop">
          <ac:chgData name="柴崎　陸" userId="1d2c6013-a504-416a-aa60-b642a5db2d33" providerId="ADAL" clId="{185823FE-0B23-4C97-BEE3-004663067A28}" dt="2024-05-13T06:11:00.620" v="1174" actId="1076"/>
          <ac:picMkLst>
            <pc:docMk/>
            <pc:sldMk cId="657043408" sldId="263"/>
            <ac:picMk id="7" creationId="{21CF8E75-A19B-E7C9-097F-D9A5522B9B49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4:13:51.069" v="1990" actId="20577"/>
        <pc:sldMkLst>
          <pc:docMk/>
          <pc:sldMk cId="3668904090" sldId="264"/>
        </pc:sldMkLst>
        <pc:spChg chg="mod">
          <ac:chgData name="柴崎　陸" userId="1d2c6013-a504-416a-aa60-b642a5db2d33" providerId="ADAL" clId="{185823FE-0B23-4C97-BEE3-004663067A28}" dt="2024-05-15T04:13:51.069" v="1990" actId="20577"/>
          <ac:spMkLst>
            <pc:docMk/>
            <pc:sldMk cId="3668904090" sldId="264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4:00:09.260" v="1756" actId="1076"/>
          <ac:spMkLst>
            <pc:docMk/>
            <pc:sldMk cId="3668904090" sldId="264"/>
            <ac:spMk id="5" creationId="{597985CF-5781-36F8-FFA2-65137CC3D067}"/>
          </ac:spMkLst>
        </pc:spChg>
        <pc:spChg chg="del mod">
          <ac:chgData name="柴崎　陸" userId="1d2c6013-a504-416a-aa60-b642a5db2d33" providerId="ADAL" clId="{185823FE-0B23-4C97-BEE3-004663067A28}" dt="2024-05-15T04:05:11.671" v="1768"/>
          <ac:spMkLst>
            <pc:docMk/>
            <pc:sldMk cId="3668904090" sldId="264"/>
            <ac:spMk id="8" creationId="{74303AE5-AFF1-DD7E-3352-100951AFCD13}"/>
          </ac:spMkLst>
        </pc:spChg>
        <pc:spChg chg="add del mod">
          <ac:chgData name="柴崎　陸" userId="1d2c6013-a504-416a-aa60-b642a5db2d33" providerId="ADAL" clId="{185823FE-0B23-4C97-BEE3-004663067A28}" dt="2024-05-15T04:08:10.879" v="1779"/>
          <ac:spMkLst>
            <pc:docMk/>
            <pc:sldMk cId="3668904090" sldId="264"/>
            <ac:spMk id="12" creationId="{21C53E96-D101-E6F7-F17F-989C8D7E7E10}"/>
          </ac:spMkLst>
        </pc:spChg>
        <pc:spChg chg="add mod">
          <ac:chgData name="柴崎　陸" userId="1d2c6013-a504-416a-aa60-b642a5db2d33" providerId="ADAL" clId="{185823FE-0B23-4C97-BEE3-004663067A28}" dt="2024-05-15T04:09:25.255" v="1812" actId="1076"/>
          <ac:spMkLst>
            <pc:docMk/>
            <pc:sldMk cId="3668904090" sldId="264"/>
            <ac:spMk id="13" creationId="{8A750B6F-60AD-BDE7-76B2-23516A419093}"/>
          </ac:spMkLst>
        </pc:spChg>
        <pc:spChg chg="add mod">
          <ac:chgData name="柴崎　陸" userId="1d2c6013-a504-416a-aa60-b642a5db2d33" providerId="ADAL" clId="{185823FE-0B23-4C97-BEE3-004663067A28}" dt="2024-05-15T04:11:27.989" v="1930" actId="1076"/>
          <ac:spMkLst>
            <pc:docMk/>
            <pc:sldMk cId="3668904090" sldId="264"/>
            <ac:spMk id="14" creationId="{19A1E909-246A-F0E9-E40D-749E2F214489}"/>
          </ac:spMkLst>
        </pc:spChg>
        <pc:spChg chg="add mod">
          <ac:chgData name="柴崎　陸" userId="1d2c6013-a504-416a-aa60-b642a5db2d33" providerId="ADAL" clId="{185823FE-0B23-4C97-BEE3-004663067A28}" dt="2024-05-15T04:10:07.238" v="1829" actId="1076"/>
          <ac:spMkLst>
            <pc:docMk/>
            <pc:sldMk cId="3668904090" sldId="264"/>
            <ac:spMk id="15" creationId="{EFFFBD18-9BA2-D9FD-1B99-9D8D8B133A54}"/>
          </ac:spMkLst>
        </pc:spChg>
        <pc:picChg chg="add del mod">
          <ac:chgData name="柴崎　陸" userId="1d2c6013-a504-416a-aa60-b642a5db2d33" providerId="ADAL" clId="{185823FE-0B23-4C97-BEE3-004663067A28}" dt="2024-05-15T03:54:11.575" v="1677" actId="478"/>
          <ac:picMkLst>
            <pc:docMk/>
            <pc:sldMk cId="3668904090" sldId="264"/>
            <ac:picMk id="4" creationId="{462CCA52-9EFA-A1EF-0524-732C86FEAD9C}"/>
          </ac:picMkLst>
        </pc:picChg>
        <pc:picChg chg="add del mod">
          <ac:chgData name="柴崎　陸" userId="1d2c6013-a504-416a-aa60-b642a5db2d33" providerId="ADAL" clId="{185823FE-0B23-4C97-BEE3-004663067A28}" dt="2024-05-15T03:54:46.462" v="1682" actId="478"/>
          <ac:picMkLst>
            <pc:docMk/>
            <pc:sldMk cId="3668904090" sldId="264"/>
            <ac:picMk id="6" creationId="{AA96D819-2D58-4D4B-07A3-AF7FBE3F678D}"/>
          </ac:picMkLst>
        </pc:picChg>
        <pc:picChg chg="del">
          <ac:chgData name="柴崎　陸" userId="1d2c6013-a504-416a-aa60-b642a5db2d33" providerId="ADAL" clId="{185823FE-0B23-4C97-BEE3-004663067A28}" dt="2024-05-13T06:25:01.296" v="1573" actId="478"/>
          <ac:picMkLst>
            <pc:docMk/>
            <pc:sldMk cId="3668904090" sldId="264"/>
            <ac:picMk id="7" creationId="{21CF8E75-A19B-E7C9-097F-D9A5522B9B49}"/>
          </ac:picMkLst>
        </pc:picChg>
        <pc:picChg chg="add mod">
          <ac:chgData name="柴崎　陸" userId="1d2c6013-a504-416a-aa60-b642a5db2d33" providerId="ADAL" clId="{185823FE-0B23-4C97-BEE3-004663067A28}" dt="2024-05-15T04:09:19.820" v="1811" actId="14100"/>
          <ac:picMkLst>
            <pc:docMk/>
            <pc:sldMk cId="3668904090" sldId="264"/>
            <ac:picMk id="9" creationId="{112B5259-137A-6133-3DFE-E3D898AF9F36}"/>
          </ac:picMkLst>
        </pc:picChg>
        <pc:picChg chg="add mod">
          <ac:chgData name="柴崎　陸" userId="1d2c6013-a504-416a-aa60-b642a5db2d33" providerId="ADAL" clId="{185823FE-0B23-4C97-BEE3-004663067A28}" dt="2024-05-15T04:10:02.409" v="1827" actId="1076"/>
          <ac:picMkLst>
            <pc:docMk/>
            <pc:sldMk cId="3668904090" sldId="264"/>
            <ac:picMk id="11" creationId="{433A6073-9236-C3F8-C513-DEE7491BC2DF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4:25:22.165" v="2047" actId="1076"/>
        <pc:sldMkLst>
          <pc:docMk/>
          <pc:sldMk cId="4216456582" sldId="265"/>
        </pc:sldMkLst>
        <pc:spChg chg="mod">
          <ac:chgData name="柴崎　陸" userId="1d2c6013-a504-416a-aa60-b642a5db2d33" providerId="ADAL" clId="{185823FE-0B23-4C97-BEE3-004663067A28}" dt="2024-05-15T04:14:00.370" v="1995" actId="1076"/>
          <ac:spMkLst>
            <pc:docMk/>
            <pc:sldMk cId="4216456582" sldId="265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4:12:25.711" v="1956" actId="1076"/>
          <ac:spMkLst>
            <pc:docMk/>
            <pc:sldMk cId="4216456582" sldId="265"/>
            <ac:spMk id="5" creationId="{597985CF-5781-36F8-FFA2-65137CC3D067}"/>
          </ac:spMkLst>
        </pc:spChg>
        <pc:spChg chg="del mod">
          <ac:chgData name="柴崎　陸" userId="1d2c6013-a504-416a-aa60-b642a5db2d33" providerId="ADAL" clId="{185823FE-0B23-4C97-BEE3-004663067A28}" dt="2024-05-15T04:23:44.935" v="2030" actId="478"/>
          <ac:spMkLst>
            <pc:docMk/>
            <pc:sldMk cId="4216456582" sldId="265"/>
            <ac:spMk id="8" creationId="{74303AE5-AFF1-DD7E-3352-100951AFCD13}"/>
          </ac:spMkLst>
        </pc:spChg>
        <pc:spChg chg="add del mod">
          <ac:chgData name="柴崎　陸" userId="1d2c6013-a504-416a-aa60-b642a5db2d33" providerId="ADAL" clId="{185823FE-0B23-4C97-BEE3-004663067A28}" dt="2024-05-15T04:25:17.897" v="2045" actId="478"/>
          <ac:spMkLst>
            <pc:docMk/>
            <pc:sldMk cId="4216456582" sldId="265"/>
            <ac:spMk id="11" creationId="{00FCA18B-235D-C03F-1F0B-474F769D714F}"/>
          </ac:spMkLst>
        </pc:spChg>
        <pc:spChg chg="add del mod">
          <ac:chgData name="柴崎　陸" userId="1d2c6013-a504-416a-aa60-b642a5db2d33" providerId="ADAL" clId="{185823FE-0B23-4C97-BEE3-004663067A28}" dt="2024-05-15T04:25:17.897" v="2045" actId="478"/>
          <ac:spMkLst>
            <pc:docMk/>
            <pc:sldMk cId="4216456582" sldId="265"/>
            <ac:spMk id="12" creationId="{5576D401-AB5C-0E66-8B6C-3BE0551D604C}"/>
          </ac:spMkLst>
        </pc:spChg>
        <pc:spChg chg="add del mod">
          <ac:chgData name="柴崎　陸" userId="1d2c6013-a504-416a-aa60-b642a5db2d33" providerId="ADAL" clId="{185823FE-0B23-4C97-BEE3-004663067A28}" dt="2024-05-15T04:25:17.897" v="2045" actId="478"/>
          <ac:spMkLst>
            <pc:docMk/>
            <pc:sldMk cId="4216456582" sldId="265"/>
            <ac:spMk id="13" creationId="{024CEE89-0B04-3BC5-69BA-AFDEE1DAE4C1}"/>
          </ac:spMkLst>
        </pc:spChg>
        <pc:picChg chg="add del mod">
          <ac:chgData name="柴崎　陸" userId="1d2c6013-a504-416a-aa60-b642a5db2d33" providerId="ADAL" clId="{185823FE-0B23-4C97-BEE3-004663067A28}" dt="2024-05-15T04:16:30.796" v="1998" actId="478"/>
          <ac:picMkLst>
            <pc:docMk/>
            <pc:sldMk cId="4216456582" sldId="265"/>
            <ac:picMk id="4" creationId="{0A4872AE-58C9-CBC0-D38F-334B5E4439D9}"/>
          </ac:picMkLst>
        </pc:picChg>
        <pc:picChg chg="del">
          <ac:chgData name="柴崎　陸" userId="1d2c6013-a504-416a-aa60-b642a5db2d33" providerId="ADAL" clId="{185823FE-0B23-4C97-BEE3-004663067A28}" dt="2024-05-15T04:14:01.880" v="1996" actId="478"/>
          <ac:picMkLst>
            <pc:docMk/>
            <pc:sldMk cId="4216456582" sldId="265"/>
            <ac:picMk id="7" creationId="{21CF8E75-A19B-E7C9-097F-D9A5522B9B49}"/>
          </ac:picMkLst>
        </pc:picChg>
        <pc:picChg chg="add mod modCrop">
          <ac:chgData name="柴崎　陸" userId="1d2c6013-a504-416a-aa60-b642a5db2d33" providerId="ADAL" clId="{185823FE-0B23-4C97-BEE3-004663067A28}" dt="2024-05-15T04:25:22.165" v="2047" actId="1076"/>
          <ac:picMkLst>
            <pc:docMk/>
            <pc:sldMk cId="4216456582" sldId="265"/>
            <ac:picMk id="9" creationId="{0949BBEC-2835-C461-BD69-62F37BDE2462}"/>
          </ac:picMkLst>
        </pc:picChg>
        <pc:picChg chg="add mod modCrop">
          <ac:chgData name="柴崎　陸" userId="1d2c6013-a504-416a-aa60-b642a5db2d33" providerId="ADAL" clId="{185823FE-0B23-4C97-BEE3-004663067A28}" dt="2024-05-15T04:25:20.417" v="2046" actId="1076"/>
          <ac:picMkLst>
            <pc:docMk/>
            <pc:sldMk cId="4216456582" sldId="265"/>
            <ac:picMk id="10" creationId="{BA1FB2EA-C3B8-7291-13CF-28A44508EEE8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3:59:48.906" v="1754" actId="1076"/>
        <pc:sldMkLst>
          <pc:docMk/>
          <pc:sldMk cId="3468321136" sldId="266"/>
        </pc:sldMkLst>
        <pc:spChg chg="add mod">
          <ac:chgData name="柴崎　陸" userId="1d2c6013-a504-416a-aa60-b642a5db2d33" providerId="ADAL" clId="{185823FE-0B23-4C97-BEE3-004663067A28}" dt="2024-05-13T06:17:47.398" v="1487" actId="1076"/>
          <ac:spMkLst>
            <pc:docMk/>
            <pc:sldMk cId="3468321136" sldId="266"/>
            <ac:spMk id="2" creationId="{6D354674-1F2D-006E-D641-2AF13671EF33}"/>
          </ac:spMkLst>
        </pc:spChg>
        <pc:spChg chg="mod">
          <ac:chgData name="柴崎　陸" userId="1d2c6013-a504-416a-aa60-b642a5db2d33" providerId="ADAL" clId="{185823FE-0B23-4C97-BEE3-004663067A28}" dt="2024-05-15T03:59:48.906" v="1754" actId="1076"/>
          <ac:spMkLst>
            <pc:docMk/>
            <pc:sldMk cId="3468321136" sldId="266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3:59:48.906" v="1754" actId="1076"/>
          <ac:spMkLst>
            <pc:docMk/>
            <pc:sldMk cId="3468321136" sldId="266"/>
            <ac:spMk id="5" creationId="{597985CF-5781-36F8-FFA2-65137CC3D067}"/>
          </ac:spMkLst>
        </pc:spChg>
        <pc:spChg chg="del mod">
          <ac:chgData name="柴崎　陸" userId="1d2c6013-a504-416a-aa60-b642a5db2d33" providerId="ADAL" clId="{185823FE-0B23-4C97-BEE3-004663067A28}" dt="2024-05-13T06:16:08.954" v="1381" actId="478"/>
          <ac:spMkLst>
            <pc:docMk/>
            <pc:sldMk cId="3468321136" sldId="266"/>
            <ac:spMk id="8" creationId="{74303AE5-AFF1-DD7E-3352-100951AFCD13}"/>
          </ac:spMkLst>
        </pc:spChg>
        <pc:picChg chg="mod modCrop">
          <ac:chgData name="柴崎　陸" userId="1d2c6013-a504-416a-aa60-b642a5db2d33" providerId="ADAL" clId="{185823FE-0B23-4C97-BEE3-004663067A28}" dt="2024-05-13T06:13:34.330" v="1240" actId="1076"/>
          <ac:picMkLst>
            <pc:docMk/>
            <pc:sldMk cId="3468321136" sldId="266"/>
            <ac:picMk id="7" creationId="{21CF8E75-A19B-E7C9-097F-D9A5522B9B49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3:59:59.366" v="1755" actId="1076"/>
        <pc:sldMkLst>
          <pc:docMk/>
          <pc:sldMk cId="3649439324" sldId="267"/>
        </pc:sldMkLst>
        <pc:spChg chg="del">
          <ac:chgData name="柴崎　陸" userId="1d2c6013-a504-416a-aa60-b642a5db2d33" providerId="ADAL" clId="{185823FE-0B23-4C97-BEE3-004663067A28}" dt="2024-05-13T06:19:58.240" v="1551" actId="478"/>
          <ac:spMkLst>
            <pc:docMk/>
            <pc:sldMk cId="3649439324" sldId="267"/>
            <ac:spMk id="2" creationId="{6D354674-1F2D-006E-D641-2AF13671EF33}"/>
          </ac:spMkLst>
        </pc:spChg>
        <pc:spChg chg="mod">
          <ac:chgData name="柴崎　陸" userId="1d2c6013-a504-416a-aa60-b642a5db2d33" providerId="ADAL" clId="{185823FE-0B23-4C97-BEE3-004663067A28}" dt="2024-05-15T03:59:59.366" v="1755" actId="1076"/>
          <ac:spMkLst>
            <pc:docMk/>
            <pc:sldMk cId="3649439324" sldId="267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3:59:59.366" v="1755" actId="1076"/>
          <ac:spMkLst>
            <pc:docMk/>
            <pc:sldMk cId="3649439324" sldId="267"/>
            <ac:spMk id="5" creationId="{597985CF-5781-36F8-FFA2-65137CC3D067}"/>
          </ac:spMkLst>
        </pc:spChg>
        <pc:spChg chg="add mod">
          <ac:chgData name="柴崎　陸" userId="1d2c6013-a504-416a-aa60-b642a5db2d33" providerId="ADAL" clId="{185823FE-0B23-4C97-BEE3-004663067A28}" dt="2024-05-13T06:28:30.072" v="1670" actId="1076"/>
          <ac:spMkLst>
            <pc:docMk/>
            <pc:sldMk cId="3649439324" sldId="267"/>
            <ac:spMk id="18" creationId="{27ACAFC7-F16B-8C2C-2615-6500BA7F2B7E}"/>
          </ac:spMkLst>
        </pc:spChg>
        <pc:spChg chg="add mod">
          <ac:chgData name="柴崎　陸" userId="1d2c6013-a504-416a-aa60-b642a5db2d33" providerId="ADAL" clId="{185823FE-0B23-4C97-BEE3-004663067A28}" dt="2024-05-13T06:28:55.132" v="1676" actId="1076"/>
          <ac:spMkLst>
            <pc:docMk/>
            <pc:sldMk cId="3649439324" sldId="267"/>
            <ac:spMk id="19" creationId="{C8148BC2-7C9F-7672-6A96-573D70A1DE72}"/>
          </ac:spMkLst>
        </pc:spChg>
        <pc:spChg chg="add mod">
          <ac:chgData name="柴崎　陸" userId="1d2c6013-a504-416a-aa60-b642a5db2d33" providerId="ADAL" clId="{185823FE-0B23-4C97-BEE3-004663067A28}" dt="2024-05-13T06:28:41.464" v="1673" actId="1076"/>
          <ac:spMkLst>
            <pc:docMk/>
            <pc:sldMk cId="3649439324" sldId="267"/>
            <ac:spMk id="20" creationId="{CF04D084-4AF2-6F90-8D54-2D8C10F314DC}"/>
          </ac:spMkLst>
        </pc:spChg>
        <pc:picChg chg="add del mod">
          <ac:chgData name="柴崎　陸" userId="1d2c6013-a504-416a-aa60-b642a5db2d33" providerId="ADAL" clId="{185823FE-0B23-4C97-BEE3-004663067A28}" dt="2024-05-13T06:23:20.605" v="1557" actId="478"/>
          <ac:picMkLst>
            <pc:docMk/>
            <pc:sldMk cId="3649439324" sldId="267"/>
            <ac:picMk id="6" creationId="{826C10A2-87E7-B03B-EB37-77A41EFF59EB}"/>
          </ac:picMkLst>
        </pc:picChg>
        <pc:picChg chg="mod modCrop">
          <ac:chgData name="柴崎　陸" userId="1d2c6013-a504-416a-aa60-b642a5db2d33" providerId="ADAL" clId="{185823FE-0B23-4C97-BEE3-004663067A28}" dt="2024-05-13T06:19:55.815" v="1550" actId="1076"/>
          <ac:picMkLst>
            <pc:docMk/>
            <pc:sldMk cId="3649439324" sldId="267"/>
            <ac:picMk id="7" creationId="{21CF8E75-A19B-E7C9-097F-D9A5522B9B49}"/>
          </ac:picMkLst>
        </pc:picChg>
        <pc:picChg chg="add del mod">
          <ac:chgData name="柴崎　陸" userId="1d2c6013-a504-416a-aa60-b642a5db2d33" providerId="ADAL" clId="{185823FE-0B23-4C97-BEE3-004663067A28}" dt="2024-05-13T06:23:20.605" v="1557" actId="478"/>
          <ac:picMkLst>
            <pc:docMk/>
            <pc:sldMk cId="3649439324" sldId="267"/>
            <ac:picMk id="9" creationId="{5E06F254-CFB9-6CC7-386F-41FA99948939}"/>
          </ac:picMkLst>
        </pc:picChg>
        <pc:picChg chg="add del mod">
          <ac:chgData name="柴崎　陸" userId="1d2c6013-a504-416a-aa60-b642a5db2d33" providerId="ADAL" clId="{185823FE-0B23-4C97-BEE3-004663067A28}" dt="2024-05-13T06:23:20.605" v="1557" actId="478"/>
          <ac:picMkLst>
            <pc:docMk/>
            <pc:sldMk cId="3649439324" sldId="267"/>
            <ac:picMk id="11" creationId="{D0FE1204-CDC3-3BA5-E777-6E5271357829}"/>
          </ac:picMkLst>
        </pc:picChg>
        <pc:picChg chg="add mod">
          <ac:chgData name="柴崎　陸" userId="1d2c6013-a504-416a-aa60-b642a5db2d33" providerId="ADAL" clId="{185823FE-0B23-4C97-BEE3-004663067A28}" dt="2024-05-13T06:28:23.879" v="1669" actId="1076"/>
          <ac:picMkLst>
            <pc:docMk/>
            <pc:sldMk cId="3649439324" sldId="267"/>
            <ac:picMk id="13" creationId="{13632DEB-36AE-1C28-17E1-D00C86EE3025}"/>
          </ac:picMkLst>
        </pc:picChg>
        <pc:picChg chg="add mod">
          <ac:chgData name="柴崎　陸" userId="1d2c6013-a504-416a-aa60-b642a5db2d33" providerId="ADAL" clId="{185823FE-0B23-4C97-BEE3-004663067A28}" dt="2024-05-13T06:28:38.008" v="1672" actId="1076"/>
          <ac:picMkLst>
            <pc:docMk/>
            <pc:sldMk cId="3649439324" sldId="267"/>
            <ac:picMk id="15" creationId="{ACE027E7-0BB3-2170-8F21-D7F4406F6A89}"/>
          </ac:picMkLst>
        </pc:picChg>
        <pc:picChg chg="add mod">
          <ac:chgData name="柴崎　陸" userId="1d2c6013-a504-416a-aa60-b642a5db2d33" providerId="ADAL" clId="{185823FE-0B23-4C97-BEE3-004663067A28}" dt="2024-05-13T06:28:47.676" v="1675" actId="1076"/>
          <ac:picMkLst>
            <pc:docMk/>
            <pc:sldMk cId="3649439324" sldId="267"/>
            <ac:picMk id="17" creationId="{7C6E4146-8115-E126-3663-6996A7E8E956}"/>
          </ac:picMkLst>
        </pc:picChg>
      </pc:sldChg>
      <pc:sldChg chg="new del">
        <pc:chgData name="柴崎　陸" userId="1d2c6013-a504-416a-aa60-b642a5db2d33" providerId="ADAL" clId="{185823FE-0B23-4C97-BEE3-004663067A28}" dt="2024-05-15T04:25:32.313" v="2049" actId="47"/>
        <pc:sldMkLst>
          <pc:docMk/>
          <pc:sldMk cId="2073444967" sldId="268"/>
        </pc:sldMkLst>
      </pc:sldChg>
      <pc:sldChg chg="addSp delSp modSp add mod">
        <pc:chgData name="柴崎　陸" userId="1d2c6013-a504-416a-aa60-b642a5db2d33" providerId="ADAL" clId="{185823FE-0B23-4C97-BEE3-004663067A28}" dt="2024-05-15T04:35:17.466" v="2227" actId="1076"/>
        <pc:sldMkLst>
          <pc:docMk/>
          <pc:sldMk cId="2133582664" sldId="268"/>
        </pc:sldMkLst>
        <pc:spChg chg="mod">
          <ac:chgData name="柴崎　陸" userId="1d2c6013-a504-416a-aa60-b642a5db2d33" providerId="ADAL" clId="{185823FE-0B23-4C97-BEE3-004663067A28}" dt="2024-05-15T04:26:48.728" v="2146" actId="1076"/>
          <ac:spMkLst>
            <pc:docMk/>
            <pc:sldMk cId="2133582664" sldId="268"/>
            <ac:spMk id="3" creationId="{A47EAE59-CAC1-BAA7-158A-5268545251B0}"/>
          </ac:spMkLst>
        </pc:spChg>
        <pc:spChg chg="add mod">
          <ac:chgData name="柴崎　陸" userId="1d2c6013-a504-416a-aa60-b642a5db2d33" providerId="ADAL" clId="{185823FE-0B23-4C97-BEE3-004663067A28}" dt="2024-05-15T04:35:04.353" v="2225" actId="14100"/>
          <ac:spMkLst>
            <pc:docMk/>
            <pc:sldMk cId="2133582664" sldId="268"/>
            <ac:spMk id="13" creationId="{B687EBB7-9E07-5761-A03B-55C1BBB59F54}"/>
          </ac:spMkLst>
        </pc:spChg>
        <pc:spChg chg="add mod">
          <ac:chgData name="柴崎　陸" userId="1d2c6013-a504-416a-aa60-b642a5db2d33" providerId="ADAL" clId="{185823FE-0B23-4C97-BEE3-004663067A28}" dt="2024-05-15T04:34:56.748" v="2223" actId="14100"/>
          <ac:spMkLst>
            <pc:docMk/>
            <pc:sldMk cId="2133582664" sldId="268"/>
            <ac:spMk id="14" creationId="{25E1227A-E810-00FE-46CA-E859C50DDFFD}"/>
          </ac:spMkLst>
        </pc:spChg>
        <pc:picChg chg="add del mod">
          <ac:chgData name="柴崎　陸" userId="1d2c6013-a504-416a-aa60-b642a5db2d33" providerId="ADAL" clId="{185823FE-0B23-4C97-BEE3-004663067A28}" dt="2024-05-15T04:30:02.796" v="2151" actId="478"/>
          <ac:picMkLst>
            <pc:docMk/>
            <pc:sldMk cId="2133582664" sldId="268"/>
            <ac:picMk id="4" creationId="{640B0C23-074F-B081-A19D-C8AEA8C1417F}"/>
          </ac:picMkLst>
        </pc:picChg>
        <pc:picChg chg="add mod modCrop">
          <ac:chgData name="柴崎　陸" userId="1d2c6013-a504-416a-aa60-b642a5db2d33" providerId="ADAL" clId="{185823FE-0B23-4C97-BEE3-004663067A28}" dt="2024-05-15T04:34:47.266" v="2220" actId="1076"/>
          <ac:picMkLst>
            <pc:docMk/>
            <pc:sldMk cId="2133582664" sldId="268"/>
            <ac:picMk id="7" creationId="{53A858AC-B647-9B10-E91F-47DE5247D76F}"/>
          </ac:picMkLst>
        </pc:picChg>
        <pc:picChg chg="add mod modCrop">
          <ac:chgData name="柴崎　陸" userId="1d2c6013-a504-416a-aa60-b642a5db2d33" providerId="ADAL" clId="{185823FE-0B23-4C97-BEE3-004663067A28}" dt="2024-05-15T04:35:17.466" v="2227" actId="1076"/>
          <ac:picMkLst>
            <pc:docMk/>
            <pc:sldMk cId="2133582664" sldId="268"/>
            <ac:picMk id="8" creationId="{1FC3C44C-FDD4-4532-4262-C404A957F60D}"/>
          </ac:picMkLst>
        </pc:picChg>
        <pc:picChg chg="del">
          <ac:chgData name="柴崎　陸" userId="1d2c6013-a504-416a-aa60-b642a5db2d33" providerId="ADAL" clId="{185823FE-0B23-4C97-BEE3-004663067A28}" dt="2024-05-15T04:26:31.969" v="2142" actId="478"/>
          <ac:picMkLst>
            <pc:docMk/>
            <pc:sldMk cId="2133582664" sldId="268"/>
            <ac:picMk id="9" creationId="{0949BBEC-2835-C461-BD69-62F37BDE2462}"/>
          </ac:picMkLst>
        </pc:picChg>
        <pc:picChg chg="del mod">
          <ac:chgData name="柴崎　陸" userId="1d2c6013-a504-416a-aa60-b642a5db2d33" providerId="ADAL" clId="{185823FE-0B23-4C97-BEE3-004663067A28}" dt="2024-05-15T04:26:30.364" v="2141" actId="478"/>
          <ac:picMkLst>
            <pc:docMk/>
            <pc:sldMk cId="2133582664" sldId="268"/>
            <ac:picMk id="10" creationId="{BA1FB2EA-C3B8-7291-13CF-28A44508EEE8}"/>
          </ac:picMkLst>
        </pc:picChg>
        <pc:picChg chg="add mod">
          <ac:chgData name="柴崎　陸" userId="1d2c6013-a504-416a-aa60-b642a5db2d33" providerId="ADAL" clId="{185823FE-0B23-4C97-BEE3-004663067A28}" dt="2024-05-15T04:35:11.518" v="2226" actId="1076"/>
          <ac:picMkLst>
            <pc:docMk/>
            <pc:sldMk cId="2133582664" sldId="268"/>
            <ac:picMk id="12" creationId="{7AD3A90D-BD65-D59A-C380-EA686FF05B7F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4:39:32.638" v="2286" actId="1076"/>
        <pc:sldMkLst>
          <pc:docMk/>
          <pc:sldMk cId="1611182372" sldId="269"/>
        </pc:sldMkLst>
        <pc:spChg chg="mod">
          <ac:chgData name="柴崎　陸" userId="1d2c6013-a504-416a-aa60-b642a5db2d33" providerId="ADAL" clId="{185823FE-0B23-4C97-BEE3-004663067A28}" dt="2024-05-15T04:35:37.571" v="2244" actId="20577"/>
          <ac:spMkLst>
            <pc:docMk/>
            <pc:sldMk cId="1611182372" sldId="269"/>
            <ac:spMk id="3" creationId="{A47EAE59-CAC1-BAA7-158A-5268545251B0}"/>
          </ac:spMkLst>
        </pc:spChg>
        <pc:spChg chg="mod">
          <ac:chgData name="柴崎　陸" userId="1d2c6013-a504-416a-aa60-b642a5db2d33" providerId="ADAL" clId="{185823FE-0B23-4C97-BEE3-004663067A28}" dt="2024-05-15T04:37:53.995" v="2267" actId="1076"/>
          <ac:spMkLst>
            <pc:docMk/>
            <pc:sldMk cId="1611182372" sldId="269"/>
            <ac:spMk id="13" creationId="{B687EBB7-9E07-5761-A03B-55C1BBB59F54}"/>
          </ac:spMkLst>
        </pc:spChg>
        <pc:picChg chg="add mod">
          <ac:chgData name="柴崎　陸" userId="1d2c6013-a504-416a-aa60-b642a5db2d33" providerId="ADAL" clId="{185823FE-0B23-4C97-BEE3-004663067A28}" dt="2024-05-15T04:37:50.484" v="2266" actId="1076"/>
          <ac:picMkLst>
            <pc:docMk/>
            <pc:sldMk cId="1611182372" sldId="269"/>
            <ac:picMk id="4" creationId="{580C4BE0-8F73-4118-D63E-6734202B2BF0}"/>
          </ac:picMkLst>
        </pc:picChg>
        <pc:picChg chg="del">
          <ac:chgData name="柴崎　陸" userId="1d2c6013-a504-416a-aa60-b642a5db2d33" providerId="ADAL" clId="{185823FE-0B23-4C97-BEE3-004663067A28}" dt="2024-05-15T04:36:13.332" v="2245" actId="478"/>
          <ac:picMkLst>
            <pc:docMk/>
            <pc:sldMk cId="1611182372" sldId="269"/>
            <ac:picMk id="7" creationId="{53A858AC-B647-9B10-E91F-47DE5247D76F}"/>
          </ac:picMkLst>
        </pc:picChg>
        <pc:picChg chg="del mod">
          <ac:chgData name="柴崎　陸" userId="1d2c6013-a504-416a-aa60-b642a5db2d33" providerId="ADAL" clId="{185823FE-0B23-4C97-BEE3-004663067A28}" dt="2024-05-15T04:38:21.123" v="2271" actId="478"/>
          <ac:picMkLst>
            <pc:docMk/>
            <pc:sldMk cId="1611182372" sldId="269"/>
            <ac:picMk id="8" creationId="{1FC3C44C-FDD4-4532-4262-C404A957F60D}"/>
          </ac:picMkLst>
        </pc:picChg>
        <pc:picChg chg="add del mod">
          <ac:chgData name="柴崎　陸" userId="1d2c6013-a504-416a-aa60-b642a5db2d33" providerId="ADAL" clId="{185823FE-0B23-4C97-BEE3-004663067A28}" dt="2024-05-15T04:36:47.888" v="2256" actId="478"/>
          <ac:picMkLst>
            <pc:docMk/>
            <pc:sldMk cId="1611182372" sldId="269"/>
            <ac:picMk id="9" creationId="{9E57377E-435C-AD3C-C7D2-A0E6FA221C5F}"/>
          </ac:picMkLst>
        </pc:picChg>
        <pc:picChg chg="add mod modCrop">
          <ac:chgData name="柴崎　陸" userId="1d2c6013-a504-416a-aa60-b642a5db2d33" providerId="ADAL" clId="{185823FE-0B23-4C97-BEE3-004663067A28}" dt="2024-05-15T04:38:12.018" v="2270" actId="732"/>
          <ac:picMkLst>
            <pc:docMk/>
            <pc:sldMk cId="1611182372" sldId="269"/>
            <ac:picMk id="11" creationId="{4B677859-0851-469D-213C-E14914AD245E}"/>
          </ac:picMkLst>
        </pc:picChg>
        <pc:picChg chg="del">
          <ac:chgData name="柴崎　陸" userId="1d2c6013-a504-416a-aa60-b642a5db2d33" providerId="ADAL" clId="{185823FE-0B23-4C97-BEE3-004663067A28}" dt="2024-05-15T04:36:30.338" v="2251" actId="478"/>
          <ac:picMkLst>
            <pc:docMk/>
            <pc:sldMk cId="1611182372" sldId="269"/>
            <ac:picMk id="12" creationId="{7AD3A90D-BD65-D59A-C380-EA686FF05B7F}"/>
          </ac:picMkLst>
        </pc:picChg>
        <pc:picChg chg="add mod modCrop">
          <ac:chgData name="柴崎　陸" userId="1d2c6013-a504-416a-aa60-b642a5db2d33" providerId="ADAL" clId="{185823FE-0B23-4C97-BEE3-004663067A28}" dt="2024-05-15T04:39:32.638" v="2286" actId="1076"/>
          <ac:picMkLst>
            <pc:docMk/>
            <pc:sldMk cId="1611182372" sldId="269"/>
            <ac:picMk id="15" creationId="{E38D58BF-4391-C9D2-01D2-282D5F124170}"/>
          </ac:picMkLst>
        </pc:picChg>
      </pc:sldChg>
      <pc:sldChg chg="add del">
        <pc:chgData name="柴崎　陸" userId="1d2c6013-a504-416a-aa60-b642a5db2d33" providerId="ADAL" clId="{185823FE-0B23-4C97-BEE3-004663067A28}" dt="2024-05-15T04:35:23.558" v="2228" actId="47"/>
        <pc:sldMkLst>
          <pc:docMk/>
          <pc:sldMk cId="2395337675" sldId="269"/>
        </pc:sldMkLst>
      </pc:sldChg>
      <pc:sldChg chg="addSp delSp modSp add mod">
        <pc:chgData name="柴崎　陸" userId="1d2c6013-a504-416a-aa60-b642a5db2d33" providerId="ADAL" clId="{185823FE-0B23-4C97-BEE3-004663067A28}" dt="2024-05-15T04:47:00.071" v="2515" actId="1076"/>
        <pc:sldMkLst>
          <pc:docMk/>
          <pc:sldMk cId="3288549321" sldId="270"/>
        </pc:sldMkLst>
        <pc:spChg chg="mod">
          <ac:chgData name="柴崎　陸" userId="1d2c6013-a504-416a-aa60-b642a5db2d33" providerId="ADAL" clId="{185823FE-0B23-4C97-BEE3-004663067A28}" dt="2024-05-15T04:40:08.518" v="2335" actId="1076"/>
          <ac:spMkLst>
            <pc:docMk/>
            <pc:sldMk cId="3288549321" sldId="270"/>
            <ac:spMk id="3" creationId="{A47EAE59-CAC1-BAA7-158A-5268545251B0}"/>
          </ac:spMkLst>
        </pc:spChg>
        <pc:spChg chg="del">
          <ac:chgData name="柴崎　陸" userId="1d2c6013-a504-416a-aa60-b642a5db2d33" providerId="ADAL" clId="{185823FE-0B23-4C97-BEE3-004663067A28}" dt="2024-05-15T04:40:17.779" v="2339" actId="478"/>
          <ac:spMkLst>
            <pc:docMk/>
            <pc:sldMk cId="3288549321" sldId="270"/>
            <ac:spMk id="13" creationId="{B687EBB7-9E07-5761-A03B-55C1BBB59F54}"/>
          </ac:spMkLst>
        </pc:spChg>
        <pc:spChg chg="del">
          <ac:chgData name="柴崎　陸" userId="1d2c6013-a504-416a-aa60-b642a5db2d33" providerId="ADAL" clId="{185823FE-0B23-4C97-BEE3-004663067A28}" dt="2024-05-15T04:40:21.455" v="2340" actId="478"/>
          <ac:spMkLst>
            <pc:docMk/>
            <pc:sldMk cId="3288549321" sldId="270"/>
            <ac:spMk id="14" creationId="{25E1227A-E810-00FE-46CA-E859C50DDFFD}"/>
          </ac:spMkLst>
        </pc:spChg>
        <pc:spChg chg="add del mod">
          <ac:chgData name="柴崎　陸" userId="1d2c6013-a504-416a-aa60-b642a5db2d33" providerId="ADAL" clId="{185823FE-0B23-4C97-BEE3-004663067A28}" dt="2024-05-15T04:43:38.899" v="2365" actId="21"/>
          <ac:spMkLst>
            <pc:docMk/>
            <pc:sldMk cId="3288549321" sldId="270"/>
            <ac:spMk id="21" creationId="{35071B59-2ABA-20E6-FF31-3467318B7C9A}"/>
          </ac:spMkLst>
        </pc:spChg>
        <pc:spChg chg="add del mod">
          <ac:chgData name="柴崎　陸" userId="1d2c6013-a504-416a-aa60-b642a5db2d33" providerId="ADAL" clId="{185823FE-0B23-4C97-BEE3-004663067A28}" dt="2024-05-15T04:43:38.899" v="2365" actId="21"/>
          <ac:spMkLst>
            <pc:docMk/>
            <pc:sldMk cId="3288549321" sldId="270"/>
            <ac:spMk id="22" creationId="{07FE0726-7A01-B00C-334B-AE9D919FFC43}"/>
          </ac:spMkLst>
        </pc:spChg>
        <pc:spChg chg="add del mod">
          <ac:chgData name="柴崎　陸" userId="1d2c6013-a504-416a-aa60-b642a5db2d33" providerId="ADAL" clId="{185823FE-0B23-4C97-BEE3-004663067A28}" dt="2024-05-15T04:43:38.899" v="2365" actId="21"/>
          <ac:spMkLst>
            <pc:docMk/>
            <pc:sldMk cId="3288549321" sldId="270"/>
            <ac:spMk id="23" creationId="{B9EEB4B7-0F5E-1D71-A900-587BCB9317EC}"/>
          </ac:spMkLst>
        </pc:spChg>
        <pc:spChg chg="add mod">
          <ac:chgData name="柴崎　陸" userId="1d2c6013-a504-416a-aa60-b642a5db2d33" providerId="ADAL" clId="{185823FE-0B23-4C97-BEE3-004663067A28}" dt="2024-05-15T04:46:47.255" v="2511" actId="122"/>
          <ac:spMkLst>
            <pc:docMk/>
            <pc:sldMk cId="3288549321" sldId="270"/>
            <ac:spMk id="24" creationId="{EADB8466-0BF7-A54C-33DB-8EEC7D7AD926}"/>
          </ac:spMkLst>
        </pc:spChg>
        <pc:spChg chg="add mod">
          <ac:chgData name="柴崎　陸" userId="1d2c6013-a504-416a-aa60-b642a5db2d33" providerId="ADAL" clId="{185823FE-0B23-4C97-BEE3-004663067A28}" dt="2024-05-15T04:46:31.220" v="2506" actId="1076"/>
          <ac:spMkLst>
            <pc:docMk/>
            <pc:sldMk cId="3288549321" sldId="270"/>
            <ac:spMk id="25" creationId="{A57C786F-8993-F88B-665D-53F9E1988053}"/>
          </ac:spMkLst>
        </pc:spChg>
        <pc:spChg chg="add mod">
          <ac:chgData name="柴崎　陸" userId="1d2c6013-a504-416a-aa60-b642a5db2d33" providerId="ADAL" clId="{185823FE-0B23-4C97-BEE3-004663067A28}" dt="2024-05-15T04:46:11.883" v="2501" actId="1076"/>
          <ac:spMkLst>
            <pc:docMk/>
            <pc:sldMk cId="3288549321" sldId="270"/>
            <ac:spMk id="26" creationId="{312FAA3A-9A9E-EA4E-2D21-146642F81114}"/>
          </ac:spMkLst>
        </pc:spChg>
        <pc:spChg chg="add mod">
          <ac:chgData name="柴崎　陸" userId="1d2c6013-a504-416a-aa60-b642a5db2d33" providerId="ADAL" clId="{185823FE-0B23-4C97-BEE3-004663067A28}" dt="2024-05-15T04:47:00.071" v="2515" actId="1076"/>
          <ac:spMkLst>
            <pc:docMk/>
            <pc:sldMk cId="3288549321" sldId="270"/>
            <ac:spMk id="27" creationId="{9B500C9C-5F24-CEEB-65A0-9256380121CB}"/>
          </ac:spMkLst>
        </pc:spChg>
        <pc:spChg chg="add mod">
          <ac:chgData name="柴崎　陸" userId="1d2c6013-a504-416a-aa60-b642a5db2d33" providerId="ADAL" clId="{185823FE-0B23-4C97-BEE3-004663067A28}" dt="2024-05-15T04:46:57.991" v="2514" actId="1076"/>
          <ac:spMkLst>
            <pc:docMk/>
            <pc:sldMk cId="3288549321" sldId="270"/>
            <ac:spMk id="28" creationId="{223311C3-FEDE-F3F1-962A-C72F1D63F759}"/>
          </ac:spMkLst>
        </pc:spChg>
        <pc:picChg chg="del">
          <ac:chgData name="柴崎　陸" userId="1d2c6013-a504-416a-aa60-b642a5db2d33" providerId="ADAL" clId="{185823FE-0B23-4C97-BEE3-004663067A28}" dt="2024-05-15T04:40:14.689" v="2337" actId="478"/>
          <ac:picMkLst>
            <pc:docMk/>
            <pc:sldMk cId="3288549321" sldId="270"/>
            <ac:picMk id="4" creationId="{580C4BE0-8F73-4118-D63E-6734202B2BF0}"/>
          </ac:picMkLst>
        </pc:picChg>
        <pc:picChg chg="add mod">
          <ac:chgData name="柴崎　陸" userId="1d2c6013-a504-416a-aa60-b642a5db2d33" providerId="ADAL" clId="{185823FE-0B23-4C97-BEE3-004663067A28}" dt="2024-05-15T04:46:19.957" v="2504" actId="1076"/>
          <ac:picMkLst>
            <pc:docMk/>
            <pc:sldMk cId="3288549321" sldId="270"/>
            <ac:picMk id="6" creationId="{D4BB43B3-6EA1-FD7B-4F16-FF19C71F5A01}"/>
          </ac:picMkLst>
        </pc:picChg>
        <pc:picChg chg="add mod">
          <ac:chgData name="柴崎　陸" userId="1d2c6013-a504-416a-aa60-b642a5db2d33" providerId="ADAL" clId="{185823FE-0B23-4C97-BEE3-004663067A28}" dt="2024-05-15T04:46:23.260" v="2505" actId="1076"/>
          <ac:picMkLst>
            <pc:docMk/>
            <pc:sldMk cId="3288549321" sldId="270"/>
            <ac:picMk id="8" creationId="{D85C6B76-0B08-1521-8CC2-FBC6552777D6}"/>
          </ac:picMkLst>
        </pc:picChg>
        <pc:picChg chg="add mod">
          <ac:chgData name="柴崎　陸" userId="1d2c6013-a504-416a-aa60-b642a5db2d33" providerId="ADAL" clId="{185823FE-0B23-4C97-BEE3-004663067A28}" dt="2024-05-15T04:46:35.351" v="2507" actId="1076"/>
          <ac:picMkLst>
            <pc:docMk/>
            <pc:sldMk cId="3288549321" sldId="270"/>
            <ac:picMk id="10" creationId="{88DFF97D-31F3-1DD0-B175-F2715C295B9B}"/>
          </ac:picMkLst>
        </pc:picChg>
        <pc:picChg chg="del">
          <ac:chgData name="柴崎　陸" userId="1d2c6013-a504-416a-aa60-b642a5db2d33" providerId="ADAL" clId="{185823FE-0B23-4C97-BEE3-004663067A28}" dt="2024-05-15T04:40:13.516" v="2336" actId="478"/>
          <ac:picMkLst>
            <pc:docMk/>
            <pc:sldMk cId="3288549321" sldId="270"/>
            <ac:picMk id="11" creationId="{4B677859-0851-469D-213C-E14914AD245E}"/>
          </ac:picMkLst>
        </pc:picChg>
        <pc:picChg chg="del">
          <ac:chgData name="柴崎　陸" userId="1d2c6013-a504-416a-aa60-b642a5db2d33" providerId="ADAL" clId="{185823FE-0B23-4C97-BEE3-004663067A28}" dt="2024-05-15T04:40:15.679" v="2338" actId="478"/>
          <ac:picMkLst>
            <pc:docMk/>
            <pc:sldMk cId="3288549321" sldId="270"/>
            <ac:picMk id="15" creationId="{E38D58BF-4391-C9D2-01D2-282D5F124170}"/>
          </ac:picMkLst>
        </pc:picChg>
        <pc:picChg chg="add mod">
          <ac:chgData name="柴崎　陸" userId="1d2c6013-a504-416a-aa60-b642a5db2d33" providerId="ADAL" clId="{185823FE-0B23-4C97-BEE3-004663067A28}" dt="2024-05-15T04:46:17.249" v="2503" actId="1076"/>
          <ac:picMkLst>
            <pc:docMk/>
            <pc:sldMk cId="3288549321" sldId="270"/>
            <ac:picMk id="16" creationId="{E794E6F8-E4BE-58A7-2A23-FEC5693CF157}"/>
          </ac:picMkLst>
        </pc:picChg>
        <pc:picChg chg="add mod">
          <ac:chgData name="柴崎　陸" userId="1d2c6013-a504-416a-aa60-b642a5db2d33" providerId="ADAL" clId="{185823FE-0B23-4C97-BEE3-004663067A28}" dt="2024-05-15T04:46:08.614" v="2500" actId="1076"/>
          <ac:picMkLst>
            <pc:docMk/>
            <pc:sldMk cId="3288549321" sldId="270"/>
            <ac:picMk id="18" creationId="{DD2C8522-0285-63DF-1AF5-050EDE1142B8}"/>
          </ac:picMkLst>
        </pc:picChg>
        <pc:picChg chg="add mod">
          <ac:chgData name="柴崎　陸" userId="1d2c6013-a504-416a-aa60-b642a5db2d33" providerId="ADAL" clId="{185823FE-0B23-4C97-BEE3-004663067A28}" dt="2024-05-15T04:46:14.495" v="2502" actId="1076"/>
          <ac:picMkLst>
            <pc:docMk/>
            <pc:sldMk cId="3288549321" sldId="270"/>
            <ac:picMk id="20" creationId="{CED4EB07-59D1-BB7E-BCF4-3F06B3F058AA}"/>
          </ac:picMkLst>
        </pc:picChg>
      </pc:sldChg>
      <pc:sldChg chg="add del">
        <pc:chgData name="柴崎　陸" userId="1d2c6013-a504-416a-aa60-b642a5db2d33" providerId="ADAL" clId="{185823FE-0B23-4C97-BEE3-004663067A28}" dt="2024-05-15T04:49:10.906" v="2560" actId="47"/>
        <pc:sldMkLst>
          <pc:docMk/>
          <pc:sldMk cId="2283794920" sldId="271"/>
        </pc:sldMkLst>
      </pc:sldChg>
      <pc:sldChg chg="addSp delSp modSp add del mod">
        <pc:chgData name="柴崎　陸" userId="1d2c6013-a504-416a-aa60-b642a5db2d33" providerId="ADAL" clId="{185823FE-0B23-4C97-BEE3-004663067A28}" dt="2024-05-15T05:09:30.004" v="3012" actId="47"/>
        <pc:sldMkLst>
          <pc:docMk/>
          <pc:sldMk cId="2915417722" sldId="271"/>
        </pc:sldMkLst>
        <pc:spChg chg="mod">
          <ac:chgData name="柴崎　陸" userId="1d2c6013-a504-416a-aa60-b642a5db2d33" providerId="ADAL" clId="{185823FE-0B23-4C97-BEE3-004663067A28}" dt="2024-05-15T05:05:19.678" v="2843" actId="20577"/>
          <ac:spMkLst>
            <pc:docMk/>
            <pc:sldMk cId="2915417722" sldId="271"/>
            <ac:spMk id="2" creationId="{9BEAE486-A419-EC71-0204-699B8FC7F5E8}"/>
          </ac:spMkLst>
        </pc:spChg>
        <pc:spChg chg="del">
          <ac:chgData name="柴崎　陸" userId="1d2c6013-a504-416a-aa60-b642a5db2d33" providerId="ADAL" clId="{185823FE-0B23-4C97-BEE3-004663067A28}" dt="2024-05-15T04:55:42.699" v="2702" actId="478"/>
          <ac:spMkLst>
            <pc:docMk/>
            <pc:sldMk cId="2915417722" sldId="271"/>
            <ac:spMk id="11" creationId="{47860782-548D-9E79-D889-3BFEB09DFC3C}"/>
          </ac:spMkLst>
        </pc:spChg>
        <pc:spChg chg="add mod">
          <ac:chgData name="柴崎　陸" userId="1d2c6013-a504-416a-aa60-b642a5db2d33" providerId="ADAL" clId="{185823FE-0B23-4C97-BEE3-004663067A28}" dt="2024-05-15T05:03:34.794" v="2730" actId="1076"/>
          <ac:spMkLst>
            <pc:docMk/>
            <pc:sldMk cId="2915417722" sldId="271"/>
            <ac:spMk id="12" creationId="{689AFD90-11E1-3BA4-1201-C5B88D0EDECA}"/>
          </ac:spMkLst>
        </pc:spChg>
        <pc:spChg chg="add del mod">
          <ac:chgData name="柴崎　陸" userId="1d2c6013-a504-416a-aa60-b642a5db2d33" providerId="ADAL" clId="{185823FE-0B23-4C97-BEE3-004663067A28}" dt="2024-05-15T05:04:30.429" v="2798" actId="478"/>
          <ac:spMkLst>
            <pc:docMk/>
            <pc:sldMk cId="2915417722" sldId="271"/>
            <ac:spMk id="13" creationId="{32D958EE-D9C9-7F23-38CC-3F1ABB338B92}"/>
          </ac:spMkLst>
        </pc:spChg>
        <pc:spChg chg="add mod">
          <ac:chgData name="柴崎　陸" userId="1d2c6013-a504-416a-aa60-b642a5db2d33" providerId="ADAL" clId="{185823FE-0B23-4C97-BEE3-004663067A28}" dt="2024-05-15T05:06:24.042" v="2850" actId="1076"/>
          <ac:spMkLst>
            <pc:docMk/>
            <pc:sldMk cId="2915417722" sldId="271"/>
            <ac:spMk id="14" creationId="{EE1EA1E0-E800-824C-6C9B-56991880A389}"/>
          </ac:spMkLst>
        </pc:spChg>
        <pc:spChg chg="add mod">
          <ac:chgData name="柴崎　陸" userId="1d2c6013-a504-416a-aa60-b642a5db2d33" providerId="ADAL" clId="{185823FE-0B23-4C97-BEE3-004663067A28}" dt="2024-05-15T05:08:04.953" v="2957" actId="1076"/>
          <ac:spMkLst>
            <pc:docMk/>
            <pc:sldMk cId="2915417722" sldId="271"/>
            <ac:spMk id="15" creationId="{7ECD5DC3-7580-BB3E-3DE4-12BE5DDDAB4F}"/>
          </ac:spMkLst>
        </pc:spChg>
        <pc:picChg chg="add mod">
          <ac:chgData name="柴崎　陸" userId="1d2c6013-a504-416a-aa60-b642a5db2d33" providerId="ADAL" clId="{185823FE-0B23-4C97-BEE3-004663067A28}" dt="2024-05-15T05:02:03.470" v="2719" actId="1076"/>
          <ac:picMkLst>
            <pc:docMk/>
            <pc:sldMk cId="2915417722" sldId="271"/>
            <ac:picMk id="4" creationId="{1D24BF8D-6F33-461D-8D3E-85148FF33D08}"/>
          </ac:picMkLst>
        </pc:picChg>
        <pc:picChg chg="del">
          <ac:chgData name="柴崎　陸" userId="1d2c6013-a504-416a-aa60-b642a5db2d33" providerId="ADAL" clId="{185823FE-0B23-4C97-BEE3-004663067A28}" dt="2024-05-15T04:55:39.958" v="2701" actId="478"/>
          <ac:picMkLst>
            <pc:docMk/>
            <pc:sldMk cId="2915417722" sldId="271"/>
            <ac:picMk id="6" creationId="{DA01C82F-1611-85D7-7C58-CDB762604C68}"/>
          </ac:picMkLst>
        </pc:picChg>
        <pc:picChg chg="del">
          <ac:chgData name="柴崎　陸" userId="1d2c6013-a504-416a-aa60-b642a5db2d33" providerId="ADAL" clId="{185823FE-0B23-4C97-BEE3-004663067A28}" dt="2024-05-15T04:55:42.699" v="2702" actId="478"/>
          <ac:picMkLst>
            <pc:docMk/>
            <pc:sldMk cId="2915417722" sldId="271"/>
            <ac:picMk id="8" creationId="{C8690B5F-9E85-8B71-DA05-5CF58D1B7D90}"/>
          </ac:picMkLst>
        </pc:picChg>
        <pc:picChg chg="add mod">
          <ac:chgData name="柴崎　陸" userId="1d2c6013-a504-416a-aa60-b642a5db2d33" providerId="ADAL" clId="{185823FE-0B23-4C97-BEE3-004663067A28}" dt="2024-05-15T05:06:19.597" v="2849" actId="1076"/>
          <ac:picMkLst>
            <pc:docMk/>
            <pc:sldMk cId="2915417722" sldId="271"/>
            <ac:picMk id="9" creationId="{5B5FEF40-8108-3033-A144-7B7A5B1C713A}"/>
          </ac:picMkLst>
        </pc:picChg>
        <pc:picChg chg="del">
          <ac:chgData name="柴崎　陸" userId="1d2c6013-a504-416a-aa60-b642a5db2d33" providerId="ADAL" clId="{185823FE-0B23-4C97-BEE3-004663067A28}" dt="2024-05-15T04:55:42.699" v="2702" actId="478"/>
          <ac:picMkLst>
            <pc:docMk/>
            <pc:sldMk cId="2915417722" sldId="271"/>
            <ac:picMk id="10" creationId="{2BDBB29F-70F5-8CE0-51B4-1588BBDA5D97}"/>
          </ac:picMkLst>
        </pc:picChg>
      </pc:sldChg>
      <pc:sldChg chg="modSp add del mod">
        <pc:chgData name="柴崎　陸" userId="1d2c6013-a504-416a-aa60-b642a5db2d33" providerId="ADAL" clId="{185823FE-0B23-4C97-BEE3-004663067A28}" dt="2024-05-15T05:08:12.519" v="2958" actId="47"/>
        <pc:sldMkLst>
          <pc:docMk/>
          <pc:sldMk cId="1444034845" sldId="272"/>
        </pc:sldMkLst>
        <pc:spChg chg="mod">
          <ac:chgData name="柴崎　陸" userId="1d2c6013-a504-416a-aa60-b642a5db2d33" providerId="ADAL" clId="{185823FE-0B23-4C97-BEE3-004663067A28}" dt="2024-05-15T05:05:27.187" v="2848" actId="20577"/>
          <ac:spMkLst>
            <pc:docMk/>
            <pc:sldMk cId="1444034845" sldId="272"/>
            <ac:spMk id="2" creationId="{9BEAE486-A419-EC71-0204-699B8FC7F5E8}"/>
          </ac:spMkLst>
        </pc:spChg>
      </pc:sldChg>
      <pc:sldChg chg="addSp modSp add mod">
        <pc:chgData name="柴崎　陸" userId="1d2c6013-a504-416a-aa60-b642a5db2d33" providerId="ADAL" clId="{185823FE-0B23-4C97-BEE3-004663067A28}" dt="2024-05-15T05:10:34.916" v="3026" actId="1076"/>
        <pc:sldMkLst>
          <pc:docMk/>
          <pc:sldMk cId="2698852822" sldId="272"/>
        </pc:sldMkLst>
        <pc:spChg chg="mod">
          <ac:chgData name="柴崎　陸" userId="1d2c6013-a504-416a-aa60-b642a5db2d33" providerId="ADAL" clId="{185823FE-0B23-4C97-BEE3-004663067A28}" dt="2024-05-15T05:09:43.536" v="3017" actId="20577"/>
          <ac:spMkLst>
            <pc:docMk/>
            <pc:sldMk cId="2698852822" sldId="272"/>
            <ac:spMk id="2" creationId="{9BEAE486-A419-EC71-0204-699B8FC7F5E8}"/>
          </ac:spMkLst>
        </pc:spChg>
        <pc:spChg chg="mod">
          <ac:chgData name="柴崎　陸" userId="1d2c6013-a504-416a-aa60-b642a5db2d33" providerId="ADAL" clId="{185823FE-0B23-4C97-BEE3-004663067A28}" dt="2024-05-15T05:09:17.279" v="3011" actId="1076"/>
          <ac:spMkLst>
            <pc:docMk/>
            <pc:sldMk cId="2698852822" sldId="272"/>
            <ac:spMk id="15" creationId="{7ECD5DC3-7580-BB3E-3DE4-12BE5DDDAB4F}"/>
          </ac:spMkLst>
        </pc:spChg>
        <pc:picChg chg="mod">
          <ac:chgData name="柴崎　陸" userId="1d2c6013-a504-416a-aa60-b642a5db2d33" providerId="ADAL" clId="{185823FE-0B23-4C97-BEE3-004663067A28}" dt="2024-05-15T05:10:17.066" v="3020" actId="1076"/>
          <ac:picMkLst>
            <pc:docMk/>
            <pc:sldMk cId="2698852822" sldId="272"/>
            <ac:picMk id="4" creationId="{1D24BF8D-6F33-461D-8D3E-85148FF33D08}"/>
          </ac:picMkLst>
        </pc:picChg>
        <pc:picChg chg="add mod">
          <ac:chgData name="柴崎　陸" userId="1d2c6013-a504-416a-aa60-b642a5db2d33" providerId="ADAL" clId="{185823FE-0B23-4C97-BEE3-004663067A28}" dt="2024-05-15T05:10:34.916" v="3026" actId="1076"/>
          <ac:picMkLst>
            <pc:docMk/>
            <pc:sldMk cId="2698852822" sldId="272"/>
            <ac:picMk id="6" creationId="{2CBFA025-99CC-1B44-BD2A-C5B4F327E6BA}"/>
          </ac:picMkLst>
        </pc:picChg>
      </pc:sldChg>
      <pc:sldChg chg="add del">
        <pc:chgData name="柴崎　陸" userId="1d2c6013-a504-416a-aa60-b642a5db2d33" providerId="ADAL" clId="{185823FE-0B23-4C97-BEE3-004663067A28}" dt="2024-05-15T05:08:14.678" v="2959" actId="47"/>
        <pc:sldMkLst>
          <pc:docMk/>
          <pc:sldMk cId="369037850" sldId="273"/>
        </pc:sldMkLst>
      </pc:sldChg>
      <pc:sldChg chg="addSp delSp modSp add del mod">
        <pc:chgData name="柴崎　陸" userId="1d2c6013-a504-416a-aa60-b642a5db2d33" providerId="ADAL" clId="{185823FE-0B23-4C97-BEE3-004663067A28}" dt="2024-05-15T05:15:41.462" v="3188" actId="47"/>
        <pc:sldMkLst>
          <pc:docMk/>
          <pc:sldMk cId="2425966451" sldId="273"/>
        </pc:sldMkLst>
        <pc:spChg chg="mod">
          <ac:chgData name="柴崎　陸" userId="1d2c6013-a504-416a-aa60-b642a5db2d33" providerId="ADAL" clId="{185823FE-0B23-4C97-BEE3-004663067A28}" dt="2024-05-15T05:12:09.101" v="3085" actId="1076"/>
          <ac:spMkLst>
            <pc:docMk/>
            <pc:sldMk cId="2425966451" sldId="273"/>
            <ac:spMk id="2" creationId="{9BEAE486-A419-EC71-0204-699B8FC7F5E8}"/>
          </ac:spMkLst>
        </pc:spChg>
        <pc:spChg chg="del">
          <ac:chgData name="柴崎　陸" userId="1d2c6013-a504-416a-aa60-b642a5db2d33" providerId="ADAL" clId="{185823FE-0B23-4C97-BEE3-004663067A28}" dt="2024-05-15T05:13:12.599" v="3095" actId="478"/>
          <ac:spMkLst>
            <pc:docMk/>
            <pc:sldMk cId="2425966451" sldId="273"/>
            <ac:spMk id="12" creationId="{689AFD90-11E1-3BA4-1201-C5B88D0EDECA}"/>
          </ac:spMkLst>
        </pc:spChg>
        <pc:spChg chg="mod">
          <ac:chgData name="柴崎　陸" userId="1d2c6013-a504-416a-aa60-b642a5db2d33" providerId="ADAL" clId="{185823FE-0B23-4C97-BEE3-004663067A28}" dt="2024-05-15T05:14:02.547" v="3176" actId="1076"/>
          <ac:spMkLst>
            <pc:docMk/>
            <pc:sldMk cId="2425966451" sldId="273"/>
            <ac:spMk id="14" creationId="{EE1EA1E0-E800-824C-6C9B-56991880A389}"/>
          </ac:spMkLst>
        </pc:spChg>
        <pc:spChg chg="del">
          <ac:chgData name="柴崎　陸" userId="1d2c6013-a504-416a-aa60-b642a5db2d33" providerId="ADAL" clId="{185823FE-0B23-4C97-BEE3-004663067A28}" dt="2024-05-15T05:13:12.599" v="3095" actId="478"/>
          <ac:spMkLst>
            <pc:docMk/>
            <pc:sldMk cId="2425966451" sldId="273"/>
            <ac:spMk id="15" creationId="{7ECD5DC3-7580-BB3E-3DE4-12BE5DDDAB4F}"/>
          </ac:spMkLst>
        </pc:spChg>
        <pc:picChg chg="del">
          <ac:chgData name="柴崎　陸" userId="1d2c6013-a504-416a-aa60-b642a5db2d33" providerId="ADAL" clId="{185823FE-0B23-4C97-BEE3-004663067A28}" dt="2024-05-15T05:09:48.609" v="3018" actId="478"/>
          <ac:picMkLst>
            <pc:docMk/>
            <pc:sldMk cId="2425966451" sldId="273"/>
            <ac:picMk id="4" creationId="{1D24BF8D-6F33-461D-8D3E-85148FF33D08}"/>
          </ac:picMkLst>
        </pc:picChg>
        <pc:picChg chg="add mod modCrop">
          <ac:chgData name="柴崎　陸" userId="1d2c6013-a504-416a-aa60-b642a5db2d33" providerId="ADAL" clId="{185823FE-0B23-4C97-BEE3-004663067A28}" dt="2024-05-15T05:12:37.509" v="3094" actId="1076"/>
          <ac:picMkLst>
            <pc:docMk/>
            <pc:sldMk cId="2425966451" sldId="273"/>
            <ac:picMk id="6" creationId="{4DD87DC9-5C00-7194-CA07-EEA41871662E}"/>
          </ac:picMkLst>
        </pc:picChg>
        <pc:picChg chg="del">
          <ac:chgData name="柴崎　陸" userId="1d2c6013-a504-416a-aa60-b642a5db2d33" providerId="ADAL" clId="{185823FE-0B23-4C97-BEE3-004663067A28}" dt="2024-05-15T05:09:50.505" v="3019" actId="478"/>
          <ac:picMkLst>
            <pc:docMk/>
            <pc:sldMk cId="2425966451" sldId="273"/>
            <ac:picMk id="9" creationId="{5B5FEF40-8108-3033-A144-7B7A5B1C713A}"/>
          </ac:picMkLst>
        </pc:picChg>
      </pc:sldChg>
      <pc:sldChg chg="addSp modSp add mod">
        <pc:chgData name="柴崎　陸" userId="1d2c6013-a504-416a-aa60-b642a5db2d33" providerId="ADAL" clId="{185823FE-0B23-4C97-BEE3-004663067A28}" dt="2024-05-15T05:15:48.654" v="3192" actId="20577"/>
        <pc:sldMkLst>
          <pc:docMk/>
          <pc:sldMk cId="163946261" sldId="274"/>
        </pc:sldMkLst>
        <pc:spChg chg="mod">
          <ac:chgData name="柴崎　陸" userId="1d2c6013-a504-416a-aa60-b642a5db2d33" providerId="ADAL" clId="{185823FE-0B23-4C97-BEE3-004663067A28}" dt="2024-05-15T05:15:48.654" v="3192" actId="20577"/>
          <ac:spMkLst>
            <pc:docMk/>
            <pc:sldMk cId="163946261" sldId="274"/>
            <ac:spMk id="2" creationId="{9BEAE486-A419-EC71-0204-699B8FC7F5E8}"/>
          </ac:spMkLst>
        </pc:spChg>
        <pc:spChg chg="mod">
          <ac:chgData name="柴崎　陸" userId="1d2c6013-a504-416a-aa60-b642a5db2d33" providerId="ADAL" clId="{185823FE-0B23-4C97-BEE3-004663067A28}" dt="2024-05-15T05:15:19.346" v="3186" actId="1076"/>
          <ac:spMkLst>
            <pc:docMk/>
            <pc:sldMk cId="163946261" sldId="274"/>
            <ac:spMk id="14" creationId="{EE1EA1E0-E800-824C-6C9B-56991880A389}"/>
          </ac:spMkLst>
        </pc:spChg>
        <pc:picChg chg="add mod modCrop">
          <ac:chgData name="柴崎　陸" userId="1d2c6013-a504-416a-aa60-b642a5db2d33" providerId="ADAL" clId="{185823FE-0B23-4C97-BEE3-004663067A28}" dt="2024-05-15T05:15:23.921" v="3187" actId="1076"/>
          <ac:picMkLst>
            <pc:docMk/>
            <pc:sldMk cId="163946261" sldId="274"/>
            <ac:picMk id="3" creationId="{48E19E01-DACD-A935-1884-6C6A0A10163C}"/>
          </ac:picMkLst>
        </pc:picChg>
      </pc:sldChg>
      <pc:sldChg chg="addSp delSp modSp add mod delAnim modAnim">
        <pc:chgData name="柴崎　陸" userId="1d2c6013-a504-416a-aa60-b642a5db2d33" providerId="ADAL" clId="{185823FE-0B23-4C97-BEE3-004663067A28}" dt="2024-05-15T06:18:43.618" v="3353" actId="478"/>
        <pc:sldMkLst>
          <pc:docMk/>
          <pc:sldMk cId="1242423763" sldId="275"/>
        </pc:sldMkLst>
        <pc:spChg chg="mod">
          <ac:chgData name="柴崎　陸" userId="1d2c6013-a504-416a-aa60-b642a5db2d33" providerId="ADAL" clId="{185823FE-0B23-4C97-BEE3-004663067A28}" dt="2024-05-15T05:16:57.497" v="3294" actId="1076"/>
          <ac:spMkLst>
            <pc:docMk/>
            <pc:sldMk cId="1242423763" sldId="275"/>
            <ac:spMk id="2" creationId="{9BEAE486-A419-EC71-0204-699B8FC7F5E8}"/>
          </ac:spMkLst>
        </pc:spChg>
        <pc:spChg chg="del mod">
          <ac:chgData name="柴崎　陸" userId="1d2c6013-a504-416a-aa60-b642a5db2d33" providerId="ADAL" clId="{185823FE-0B23-4C97-BEE3-004663067A28}" dt="2024-05-15T06:18:43.618" v="3353" actId="478"/>
          <ac:spMkLst>
            <pc:docMk/>
            <pc:sldMk cId="1242423763" sldId="275"/>
            <ac:spMk id="14" creationId="{EE1EA1E0-E800-824C-6C9B-56991880A389}"/>
          </ac:spMkLst>
        </pc:spChg>
        <pc:picChg chg="add mod modCrop">
          <ac:chgData name="柴崎　陸" userId="1d2c6013-a504-416a-aa60-b642a5db2d33" providerId="ADAL" clId="{185823FE-0B23-4C97-BEE3-004663067A28}" dt="2024-05-15T05:20:24.256" v="3306" actId="1076"/>
          <ac:picMkLst>
            <pc:docMk/>
            <pc:sldMk cId="1242423763" sldId="275"/>
            <ac:picMk id="4" creationId="{CFEA8772-A2EB-8C98-F147-698319128072}"/>
          </ac:picMkLst>
        </pc:picChg>
        <pc:picChg chg="del">
          <ac:chgData name="柴崎　陸" userId="1d2c6013-a504-416a-aa60-b642a5db2d33" providerId="ADAL" clId="{185823FE-0B23-4C97-BEE3-004663067A28}" dt="2024-05-15T05:15:54.339" v="3195" actId="478"/>
          <ac:picMkLst>
            <pc:docMk/>
            <pc:sldMk cId="1242423763" sldId="275"/>
            <ac:picMk id="6" creationId="{4DD87DC9-5C00-7194-CA07-EEA41871662E}"/>
          </ac:picMkLst>
        </pc:picChg>
        <pc:picChg chg="add del mod modCrop">
          <ac:chgData name="柴崎　陸" userId="1d2c6013-a504-416a-aa60-b642a5db2d33" providerId="ADAL" clId="{185823FE-0B23-4C97-BEE3-004663067A28}" dt="2024-05-15T05:17:54.610" v="3302" actId="478"/>
          <ac:picMkLst>
            <pc:docMk/>
            <pc:sldMk cId="1242423763" sldId="275"/>
            <ac:picMk id="7" creationId="{9FC1E41F-7772-6D8B-AE7E-0069864BF663}"/>
          </ac:picMkLst>
        </pc:picChg>
        <pc:picChg chg="add mod">
          <ac:chgData name="柴崎　陸" userId="1d2c6013-a504-416a-aa60-b642a5db2d33" providerId="ADAL" clId="{185823FE-0B23-4C97-BEE3-004663067A28}" dt="2024-05-15T05:27:36.877" v="3328" actId="1076"/>
          <ac:picMkLst>
            <pc:docMk/>
            <pc:sldMk cId="1242423763" sldId="275"/>
            <ac:picMk id="9" creationId="{D20B5E21-4315-DD9D-53F4-458357F27096}"/>
          </ac:picMkLst>
        </pc:picChg>
        <pc:picChg chg="add mod">
          <ac:chgData name="柴崎　陸" userId="1d2c6013-a504-416a-aa60-b642a5db2d33" providerId="ADAL" clId="{185823FE-0B23-4C97-BEE3-004663067A28}" dt="2024-05-15T05:27:34.453" v="3327" actId="1076"/>
          <ac:picMkLst>
            <pc:docMk/>
            <pc:sldMk cId="1242423763" sldId="275"/>
            <ac:picMk id="11" creationId="{29F38243-3266-4F35-6F28-0F6B6D4815DD}"/>
          </ac:picMkLst>
        </pc:picChg>
        <pc:picChg chg="add del mod">
          <ac:chgData name="柴崎　陸" userId="1d2c6013-a504-416a-aa60-b642a5db2d33" providerId="ADAL" clId="{185823FE-0B23-4C97-BEE3-004663067A28}" dt="2024-05-15T05:36:26.860" v="3331" actId="21"/>
          <ac:picMkLst>
            <pc:docMk/>
            <pc:sldMk cId="1242423763" sldId="275"/>
            <ac:picMk id="12" creationId="{6AFBBB8D-0443-C992-2750-8E884AD44E46}"/>
          </ac:picMkLst>
        </pc:picChg>
        <pc:picChg chg="add del mod">
          <ac:chgData name="柴崎　陸" userId="1d2c6013-a504-416a-aa60-b642a5db2d33" providerId="ADAL" clId="{185823FE-0B23-4C97-BEE3-004663067A28}" dt="2024-05-15T05:40:07.711" v="3344" actId="478"/>
          <ac:picMkLst>
            <pc:docMk/>
            <pc:sldMk cId="1242423763" sldId="275"/>
            <ac:picMk id="13" creationId="{5766EBFF-F521-482A-B918-555A60099190}"/>
          </ac:picMkLst>
        </pc:picChg>
        <pc:picChg chg="add del mod">
          <ac:chgData name="柴崎　陸" userId="1d2c6013-a504-416a-aa60-b642a5db2d33" providerId="ADAL" clId="{185823FE-0B23-4C97-BEE3-004663067A28}" dt="2024-05-15T05:55:29.513" v="3347" actId="478"/>
          <ac:picMkLst>
            <pc:docMk/>
            <pc:sldMk cId="1242423763" sldId="275"/>
            <ac:picMk id="15" creationId="{80A7737F-4F5C-815E-5446-98B6225484E5}"/>
          </ac:picMkLst>
        </pc:picChg>
        <pc:picChg chg="add del mod">
          <ac:chgData name="柴崎　陸" userId="1d2c6013-a504-416a-aa60-b642a5db2d33" providerId="ADAL" clId="{185823FE-0B23-4C97-BEE3-004663067A28}" dt="2024-05-15T05:58:16.220" v="3350" actId="478"/>
          <ac:picMkLst>
            <pc:docMk/>
            <pc:sldMk cId="1242423763" sldId="275"/>
            <ac:picMk id="16" creationId="{A528CE05-D108-262F-6424-8A46D9744C19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7:23:00.597" v="3437" actId="1076"/>
        <pc:sldMkLst>
          <pc:docMk/>
          <pc:sldMk cId="4183232591" sldId="276"/>
        </pc:sldMkLst>
        <pc:spChg chg="mod">
          <ac:chgData name="柴崎　陸" userId="1d2c6013-a504-416a-aa60-b642a5db2d33" providerId="ADAL" clId="{185823FE-0B23-4C97-BEE3-004663067A28}" dt="2024-05-15T06:21:31.318" v="3417" actId="1076"/>
          <ac:spMkLst>
            <pc:docMk/>
            <pc:sldMk cId="4183232591" sldId="276"/>
            <ac:spMk id="2" creationId="{9BEAE486-A419-EC71-0204-699B8FC7F5E8}"/>
          </ac:spMkLst>
        </pc:spChg>
        <pc:spChg chg="del">
          <ac:chgData name="柴崎　陸" userId="1d2c6013-a504-416a-aa60-b642a5db2d33" providerId="ADAL" clId="{185823FE-0B23-4C97-BEE3-004663067A28}" dt="2024-05-15T06:18:38.797" v="3352" actId="478"/>
          <ac:spMkLst>
            <pc:docMk/>
            <pc:sldMk cId="4183232591" sldId="276"/>
            <ac:spMk id="14" creationId="{EE1EA1E0-E800-824C-6C9B-56991880A389}"/>
          </ac:spMkLst>
        </pc:spChg>
        <pc:picChg chg="del">
          <ac:chgData name="柴崎　陸" userId="1d2c6013-a504-416a-aa60-b642a5db2d33" providerId="ADAL" clId="{185823FE-0B23-4C97-BEE3-004663067A28}" dt="2024-05-15T06:18:47.338" v="3354" actId="478"/>
          <ac:picMkLst>
            <pc:docMk/>
            <pc:sldMk cId="4183232591" sldId="276"/>
            <ac:picMk id="4" creationId="{CFEA8772-A2EB-8C98-F147-698319128072}"/>
          </ac:picMkLst>
        </pc:picChg>
        <pc:picChg chg="add mod modCrop">
          <ac:chgData name="柴崎　陸" userId="1d2c6013-a504-416a-aa60-b642a5db2d33" providerId="ADAL" clId="{185823FE-0B23-4C97-BEE3-004663067A28}" dt="2024-05-15T07:22:51.723" v="3434" actId="14100"/>
          <ac:picMkLst>
            <pc:docMk/>
            <pc:sldMk cId="4183232591" sldId="276"/>
            <ac:picMk id="6" creationId="{6D29538D-74FE-3D08-B8FC-8DA1EA4666B5}"/>
          </ac:picMkLst>
        </pc:picChg>
        <pc:picChg chg="add mod modCrop">
          <ac:chgData name="柴崎　陸" userId="1d2c6013-a504-416a-aa60-b642a5db2d33" providerId="ADAL" clId="{185823FE-0B23-4C97-BEE3-004663067A28}" dt="2024-05-15T07:23:00.597" v="3437" actId="1076"/>
          <ac:picMkLst>
            <pc:docMk/>
            <pc:sldMk cId="4183232591" sldId="276"/>
            <ac:picMk id="7" creationId="{C2CAE62F-8736-69D5-EB19-2F563BCA219A}"/>
          </ac:picMkLst>
        </pc:picChg>
        <pc:picChg chg="del">
          <ac:chgData name="柴崎　陸" userId="1d2c6013-a504-416a-aa60-b642a5db2d33" providerId="ADAL" clId="{185823FE-0B23-4C97-BEE3-004663067A28}" dt="2024-05-15T06:18:54.227" v="3363" actId="478"/>
          <ac:picMkLst>
            <pc:docMk/>
            <pc:sldMk cId="4183232591" sldId="276"/>
            <ac:picMk id="9" creationId="{D20B5E21-4315-DD9D-53F4-458357F27096}"/>
          </ac:picMkLst>
        </pc:picChg>
        <pc:picChg chg="del">
          <ac:chgData name="柴崎　陸" userId="1d2c6013-a504-416a-aa60-b642a5db2d33" providerId="ADAL" clId="{185823FE-0B23-4C97-BEE3-004663067A28}" dt="2024-05-15T06:18:55.484" v="3364" actId="478"/>
          <ac:picMkLst>
            <pc:docMk/>
            <pc:sldMk cId="4183232591" sldId="276"/>
            <ac:picMk id="11" creationId="{29F38243-3266-4F35-6F28-0F6B6D4815DD}"/>
          </ac:picMkLst>
        </pc:picChg>
      </pc:sldChg>
      <pc:sldChg chg="addSp delSp modSp add mod setBg">
        <pc:chgData name="柴崎　陸" userId="1d2c6013-a504-416a-aa60-b642a5db2d33" providerId="ADAL" clId="{185823FE-0B23-4C97-BEE3-004663067A28}" dt="2024-05-15T08:08:16.174" v="3585" actId="1076"/>
        <pc:sldMkLst>
          <pc:docMk/>
          <pc:sldMk cId="2294912800" sldId="277"/>
        </pc:sldMkLst>
        <pc:spChg chg="mod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" creationId="{9BEAE486-A419-EC71-0204-699B8FC7F5E8}"/>
          </ac:spMkLst>
        </pc:spChg>
        <pc:spChg chg="mod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5" creationId="{597985CF-5781-36F8-FFA2-65137CC3D067}"/>
          </ac:spMkLst>
        </pc:spChg>
        <pc:spChg chg="add mod">
          <ac:chgData name="柴崎　陸" userId="1d2c6013-a504-416a-aa60-b642a5db2d33" providerId="ADAL" clId="{185823FE-0B23-4C97-BEE3-004663067A28}" dt="2024-05-15T08:08:16.174" v="3585" actId="1076"/>
          <ac:spMkLst>
            <pc:docMk/>
            <pc:sldMk cId="2294912800" sldId="277"/>
            <ac:spMk id="10" creationId="{22A4B006-3D28-46A9-6A4F-57AAD6E1E766}"/>
          </ac:spMkLst>
        </pc:spChg>
        <pc:spChg chg="add del">
          <ac:chgData name="柴崎　陸" userId="1d2c6013-a504-416a-aa60-b642a5db2d33" providerId="ADAL" clId="{185823FE-0B23-4C97-BEE3-004663067A28}" dt="2024-05-15T08:05:48.320" v="3523" actId="26606"/>
          <ac:spMkLst>
            <pc:docMk/>
            <pc:sldMk cId="2294912800" sldId="277"/>
            <ac:spMk id="14" creationId="{2151139A-886F-4B97-8815-729AD3831BBD}"/>
          </ac:spMkLst>
        </pc:spChg>
        <pc:spChg chg="add del">
          <ac:chgData name="柴崎　陸" userId="1d2c6013-a504-416a-aa60-b642a5db2d33" providerId="ADAL" clId="{185823FE-0B23-4C97-BEE3-004663067A28}" dt="2024-05-15T08:05:48.320" v="3523" actId="26606"/>
          <ac:spMkLst>
            <pc:docMk/>
            <pc:sldMk cId="2294912800" sldId="277"/>
            <ac:spMk id="16" creationId="{AB5E08C4-8CDD-4623-A5B8-E998C6DEE3B7}"/>
          </ac:spMkLst>
        </pc:spChg>
        <pc:spChg chg="add del">
          <ac:chgData name="柴崎　陸" userId="1d2c6013-a504-416a-aa60-b642a5db2d33" providerId="ADAL" clId="{185823FE-0B23-4C97-BEE3-004663067A28}" dt="2024-05-15T08:05:48.320" v="3523" actId="26606"/>
          <ac:spMkLst>
            <pc:docMk/>
            <pc:sldMk cId="2294912800" sldId="277"/>
            <ac:spMk id="18" creationId="{15F33878-D502-4FFA-8ACE-F2AECDB2A23F}"/>
          </ac:spMkLst>
        </pc:spChg>
        <pc:spChg chg="add del">
          <ac:chgData name="柴崎　陸" userId="1d2c6013-a504-416a-aa60-b642a5db2d33" providerId="ADAL" clId="{185823FE-0B23-4C97-BEE3-004663067A28}" dt="2024-05-15T08:05:48.320" v="3523" actId="26606"/>
          <ac:spMkLst>
            <pc:docMk/>
            <pc:sldMk cId="2294912800" sldId="277"/>
            <ac:spMk id="20" creationId="{D3539FEE-81D3-4406-802E-60B20B16F4F6}"/>
          </ac:spMkLst>
        </pc:spChg>
        <pc:spChg chg="add del">
          <ac:chgData name="柴崎　陸" userId="1d2c6013-a504-416a-aa60-b642a5db2d33" providerId="ADAL" clId="{185823FE-0B23-4C97-BEE3-004663067A28}" dt="2024-05-15T08:05:48.320" v="3523" actId="26606"/>
          <ac:spMkLst>
            <pc:docMk/>
            <pc:sldMk cId="2294912800" sldId="277"/>
            <ac:spMk id="22" creationId="{DC701763-729E-462F-A5A8-E0DEFEB1E2E4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4" creationId="{977ACDD7-882D-4B81-A213-84C82B96B01E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5" creationId="{2151139A-886F-4B97-8815-729AD3831BBD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6" creationId="{AB5E08C4-8CDD-4623-A5B8-E998C6DEE3B7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7" creationId="{AFFC87AC-C919-4FE5-BAC3-39509E001152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8" creationId="{7D0659F6-0853-468D-B1B2-44FDBE98B80F}"/>
          </ac:spMkLst>
        </pc:spChg>
        <pc:spChg chg="add del">
          <ac:chgData name="柴崎　陸" userId="1d2c6013-a504-416a-aa60-b642a5db2d33" providerId="ADAL" clId="{185823FE-0B23-4C97-BEE3-004663067A28}" dt="2024-05-15T08:06:27.065" v="3525" actId="26606"/>
          <ac:spMkLst>
            <pc:docMk/>
            <pc:sldMk cId="2294912800" sldId="277"/>
            <ac:spMk id="29" creationId="{15F33878-D502-4FFA-8ACE-F2AECDB2A23F}"/>
          </ac:spMkLst>
        </pc:spChg>
        <pc:picChg chg="add mod ord">
          <ac:chgData name="柴崎　陸" userId="1d2c6013-a504-416a-aa60-b642a5db2d33" providerId="ADAL" clId="{185823FE-0B23-4C97-BEE3-004663067A28}" dt="2024-05-15T08:06:27.065" v="3525" actId="26606"/>
          <ac:picMkLst>
            <pc:docMk/>
            <pc:sldMk cId="2294912800" sldId="277"/>
            <ac:picMk id="4" creationId="{1D2CB78D-AA0C-C6AE-F06D-8F198DC30124}"/>
          </ac:picMkLst>
        </pc:picChg>
        <pc:picChg chg="del">
          <ac:chgData name="柴崎　陸" userId="1d2c6013-a504-416a-aa60-b642a5db2d33" providerId="ADAL" clId="{185823FE-0B23-4C97-BEE3-004663067A28}" dt="2024-05-15T07:26:51.103" v="3446" actId="478"/>
          <ac:picMkLst>
            <pc:docMk/>
            <pc:sldMk cId="2294912800" sldId="277"/>
            <ac:picMk id="6" creationId="{6D29538D-74FE-3D08-B8FC-8DA1EA4666B5}"/>
          </ac:picMkLst>
        </pc:picChg>
        <pc:picChg chg="del">
          <ac:chgData name="柴崎　陸" userId="1d2c6013-a504-416a-aa60-b642a5db2d33" providerId="ADAL" clId="{185823FE-0B23-4C97-BEE3-004663067A28}" dt="2024-05-15T07:26:52.656" v="3447" actId="478"/>
          <ac:picMkLst>
            <pc:docMk/>
            <pc:sldMk cId="2294912800" sldId="277"/>
            <ac:picMk id="7" creationId="{C2CAE62F-8736-69D5-EB19-2F563BCA219A}"/>
          </ac:picMkLst>
        </pc:picChg>
        <pc:picChg chg="add mod">
          <ac:chgData name="柴崎　陸" userId="1d2c6013-a504-416a-aa60-b642a5db2d33" providerId="ADAL" clId="{185823FE-0B23-4C97-BEE3-004663067A28}" dt="2024-05-15T08:06:32.020" v="3526" actId="1076"/>
          <ac:picMkLst>
            <pc:docMk/>
            <pc:sldMk cId="2294912800" sldId="277"/>
            <ac:picMk id="9" creationId="{27E90A1D-199C-ABB3-42E3-82C8CAE2B9B1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8:12:36.456" v="3687" actId="1076"/>
        <pc:sldMkLst>
          <pc:docMk/>
          <pc:sldMk cId="1543949200" sldId="278"/>
        </pc:sldMkLst>
        <pc:spChg chg="mod">
          <ac:chgData name="柴崎　陸" userId="1d2c6013-a504-416a-aa60-b642a5db2d33" providerId="ADAL" clId="{185823FE-0B23-4C97-BEE3-004663067A28}" dt="2024-05-15T08:12:36.456" v="3687" actId="1076"/>
          <ac:spMkLst>
            <pc:docMk/>
            <pc:sldMk cId="1543949200" sldId="278"/>
            <ac:spMk id="2" creationId="{9BEAE486-A419-EC71-0204-699B8FC7F5E8}"/>
          </ac:spMkLst>
        </pc:spChg>
        <pc:picChg chg="add mod">
          <ac:chgData name="柴崎　陸" userId="1d2c6013-a504-416a-aa60-b642a5db2d33" providerId="ADAL" clId="{185823FE-0B23-4C97-BEE3-004663067A28}" dt="2024-05-15T08:12:19.964" v="3683" actId="1076"/>
          <ac:picMkLst>
            <pc:docMk/>
            <pc:sldMk cId="1543949200" sldId="278"/>
            <ac:picMk id="4" creationId="{9FA51509-82C3-7611-8DE5-F087C8919568}"/>
          </ac:picMkLst>
        </pc:picChg>
        <pc:picChg chg="del">
          <ac:chgData name="柴崎　陸" userId="1d2c6013-a504-416a-aa60-b642a5db2d33" providerId="ADAL" clId="{185823FE-0B23-4C97-BEE3-004663067A28}" dt="2024-05-15T08:10:39.591" v="3660" actId="478"/>
          <ac:picMkLst>
            <pc:docMk/>
            <pc:sldMk cId="1543949200" sldId="278"/>
            <ac:picMk id="6" creationId="{6D29538D-74FE-3D08-B8FC-8DA1EA4666B5}"/>
          </ac:picMkLst>
        </pc:picChg>
        <pc:picChg chg="del">
          <ac:chgData name="柴崎　陸" userId="1d2c6013-a504-416a-aa60-b642a5db2d33" providerId="ADAL" clId="{185823FE-0B23-4C97-BEE3-004663067A28}" dt="2024-05-15T08:10:40.880" v="3661" actId="478"/>
          <ac:picMkLst>
            <pc:docMk/>
            <pc:sldMk cId="1543949200" sldId="278"/>
            <ac:picMk id="7" creationId="{C2CAE62F-8736-69D5-EB19-2F563BCA219A}"/>
          </ac:picMkLst>
        </pc:picChg>
        <pc:picChg chg="add mod">
          <ac:chgData name="柴崎　陸" userId="1d2c6013-a504-416a-aa60-b642a5db2d33" providerId="ADAL" clId="{185823FE-0B23-4C97-BEE3-004663067A28}" dt="2024-05-15T08:12:29.719" v="3686" actId="1076"/>
          <ac:picMkLst>
            <pc:docMk/>
            <pc:sldMk cId="1543949200" sldId="278"/>
            <ac:picMk id="9" creationId="{3367C565-F38A-1A6B-248F-8952B56FD0DB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7T02:51:53.803" v="4540" actId="1036"/>
        <pc:sldMkLst>
          <pc:docMk/>
          <pc:sldMk cId="3284536928" sldId="279"/>
        </pc:sldMkLst>
        <pc:spChg chg="mod">
          <ac:chgData name="柴崎　陸" userId="1d2c6013-a504-416a-aa60-b642a5db2d33" providerId="ADAL" clId="{185823FE-0B23-4C97-BEE3-004663067A28}" dt="2024-05-15T08:14:34.845" v="3724" actId="14100"/>
          <ac:spMkLst>
            <pc:docMk/>
            <pc:sldMk cId="3284536928" sldId="279"/>
            <ac:spMk id="2" creationId="{9BEAE486-A419-EC71-0204-699B8FC7F5E8}"/>
          </ac:spMkLst>
        </pc:spChg>
        <pc:spChg chg="add mod">
          <ac:chgData name="柴崎　陸" userId="1d2c6013-a504-416a-aa60-b642a5db2d33" providerId="ADAL" clId="{185823FE-0B23-4C97-BEE3-004663067A28}" dt="2024-05-15T08:32:44.240" v="3793" actId="1076"/>
          <ac:spMkLst>
            <pc:docMk/>
            <pc:sldMk cId="3284536928" sldId="279"/>
            <ac:spMk id="7" creationId="{34AEE50E-8910-9A97-0400-51CAC32D3BB1}"/>
          </ac:spMkLst>
        </pc:spChg>
        <pc:spChg chg="add mod">
          <ac:chgData name="柴崎　陸" userId="1d2c6013-a504-416a-aa60-b642a5db2d33" providerId="ADAL" clId="{185823FE-0B23-4C97-BEE3-004663067A28}" dt="2024-05-15T08:33:17.606" v="3798" actId="1076"/>
          <ac:spMkLst>
            <pc:docMk/>
            <pc:sldMk cId="3284536928" sldId="279"/>
            <ac:spMk id="11" creationId="{B3F0BDB9-94A2-2FA9-36CC-58D1F0EB620E}"/>
          </ac:spMkLst>
        </pc:spChg>
        <pc:picChg chg="del">
          <ac:chgData name="柴崎　陸" userId="1d2c6013-a504-416a-aa60-b642a5db2d33" providerId="ADAL" clId="{185823FE-0B23-4C97-BEE3-004663067A28}" dt="2024-05-15T08:13:06.081" v="3690" actId="478"/>
          <ac:picMkLst>
            <pc:docMk/>
            <pc:sldMk cId="3284536928" sldId="279"/>
            <ac:picMk id="4" creationId="{9FA51509-82C3-7611-8DE5-F087C8919568}"/>
          </ac:picMkLst>
        </pc:picChg>
        <pc:picChg chg="add mod">
          <ac:chgData name="柴崎　陸" userId="1d2c6013-a504-416a-aa60-b642a5db2d33" providerId="ADAL" clId="{185823FE-0B23-4C97-BEE3-004663067A28}" dt="2024-05-15T08:16:05.346" v="3766" actId="14100"/>
          <ac:picMkLst>
            <pc:docMk/>
            <pc:sldMk cId="3284536928" sldId="279"/>
            <ac:picMk id="6" creationId="{0BE154D9-C366-0B52-427F-6F260F2434E7}"/>
          </ac:picMkLst>
        </pc:picChg>
        <pc:picChg chg="del">
          <ac:chgData name="柴崎　陸" userId="1d2c6013-a504-416a-aa60-b642a5db2d33" providerId="ADAL" clId="{185823FE-0B23-4C97-BEE3-004663067A28}" dt="2024-05-15T08:13:07.564" v="3691" actId="478"/>
          <ac:picMkLst>
            <pc:docMk/>
            <pc:sldMk cId="3284536928" sldId="279"/>
            <ac:picMk id="9" creationId="{3367C565-F38A-1A6B-248F-8952B56FD0DB}"/>
          </ac:picMkLst>
        </pc:picChg>
        <pc:picChg chg="add mod">
          <ac:chgData name="柴崎　陸" userId="1d2c6013-a504-416a-aa60-b642a5db2d33" providerId="ADAL" clId="{185823FE-0B23-4C97-BEE3-004663067A28}" dt="2024-05-17T02:51:53.803" v="4540" actId="1036"/>
          <ac:picMkLst>
            <pc:docMk/>
            <pc:sldMk cId="3284536928" sldId="279"/>
            <ac:picMk id="10" creationId="{CA4882C3-7511-99BE-E931-6872CA94B23F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7T03:23:08.261" v="4622" actId="1076"/>
        <pc:sldMkLst>
          <pc:docMk/>
          <pc:sldMk cId="532124456" sldId="280"/>
        </pc:sldMkLst>
        <pc:spChg chg="mod">
          <ac:chgData name="柴崎　陸" userId="1d2c6013-a504-416a-aa60-b642a5db2d33" providerId="ADAL" clId="{185823FE-0B23-4C97-BEE3-004663067A28}" dt="2024-05-15T08:34:44.243" v="3825" actId="1076"/>
          <ac:spMkLst>
            <pc:docMk/>
            <pc:sldMk cId="532124456" sldId="280"/>
            <ac:spMk id="2" creationId="{9BEAE486-A419-EC71-0204-699B8FC7F5E8}"/>
          </ac:spMkLst>
        </pc:spChg>
        <pc:spChg chg="add mod">
          <ac:chgData name="柴崎　陸" userId="1d2c6013-a504-416a-aa60-b642a5db2d33" providerId="ADAL" clId="{185823FE-0B23-4C97-BEE3-004663067A28}" dt="2024-05-17T03:23:08.261" v="4622" actId="1076"/>
          <ac:spMkLst>
            <pc:docMk/>
            <pc:sldMk cId="532124456" sldId="280"/>
            <ac:spMk id="3" creationId="{94EB3676-60BE-1946-DFC9-2C95FEAAE648}"/>
          </ac:spMkLst>
        </pc:spChg>
        <pc:picChg chg="del">
          <ac:chgData name="柴崎　陸" userId="1d2c6013-a504-416a-aa60-b642a5db2d33" providerId="ADAL" clId="{185823FE-0B23-4C97-BEE3-004663067A28}" dt="2024-05-15T08:34:45.623" v="3826" actId="478"/>
          <ac:picMkLst>
            <pc:docMk/>
            <pc:sldMk cId="532124456" sldId="280"/>
            <ac:picMk id="4" creationId="{9FA51509-82C3-7611-8DE5-F087C8919568}"/>
          </ac:picMkLst>
        </pc:picChg>
        <pc:picChg chg="add mod">
          <ac:chgData name="柴崎　陸" userId="1d2c6013-a504-416a-aa60-b642a5db2d33" providerId="ADAL" clId="{185823FE-0B23-4C97-BEE3-004663067A28}" dt="2024-05-15T08:35:26.270" v="3833" actId="1076"/>
          <ac:picMkLst>
            <pc:docMk/>
            <pc:sldMk cId="532124456" sldId="280"/>
            <ac:picMk id="6" creationId="{234870BC-A8C0-8CD6-057E-6CB1FA872732}"/>
          </ac:picMkLst>
        </pc:picChg>
        <pc:picChg chg="del">
          <ac:chgData name="柴崎　陸" userId="1d2c6013-a504-416a-aa60-b642a5db2d33" providerId="ADAL" clId="{185823FE-0B23-4C97-BEE3-004663067A28}" dt="2024-05-15T08:34:47.129" v="3827" actId="478"/>
          <ac:picMkLst>
            <pc:docMk/>
            <pc:sldMk cId="532124456" sldId="280"/>
            <ac:picMk id="9" creationId="{3367C565-F38A-1A6B-248F-8952B56FD0DB}"/>
          </ac:picMkLst>
        </pc:picChg>
      </pc:sldChg>
      <pc:sldChg chg="addSp delSp modSp add mod">
        <pc:chgData name="柴崎　陸" userId="1d2c6013-a504-416a-aa60-b642a5db2d33" providerId="ADAL" clId="{185823FE-0B23-4C97-BEE3-004663067A28}" dt="2024-05-15T09:51:26.830" v="3953" actId="1076"/>
        <pc:sldMkLst>
          <pc:docMk/>
          <pc:sldMk cId="1679877782" sldId="281"/>
        </pc:sldMkLst>
        <pc:spChg chg="mod">
          <ac:chgData name="柴崎　陸" userId="1d2c6013-a504-416a-aa60-b642a5db2d33" providerId="ADAL" clId="{185823FE-0B23-4C97-BEE3-004663067A28}" dt="2024-05-15T09:48:15.966" v="3854" actId="20577"/>
          <ac:spMkLst>
            <pc:docMk/>
            <pc:sldMk cId="1679877782" sldId="281"/>
            <ac:spMk id="2" creationId="{9BEAE486-A419-EC71-0204-699B8FC7F5E8}"/>
          </ac:spMkLst>
        </pc:spChg>
        <pc:spChg chg="add mod">
          <ac:chgData name="柴崎　陸" userId="1d2c6013-a504-416a-aa60-b642a5db2d33" providerId="ADAL" clId="{185823FE-0B23-4C97-BEE3-004663067A28}" dt="2024-05-15T09:50:43.931" v="3905" actId="1076"/>
          <ac:spMkLst>
            <pc:docMk/>
            <pc:sldMk cId="1679877782" sldId="281"/>
            <ac:spMk id="7" creationId="{2E275C7B-3675-6A26-1061-C59A93F25F0F}"/>
          </ac:spMkLst>
        </pc:spChg>
        <pc:spChg chg="add mod">
          <ac:chgData name="柴崎　陸" userId="1d2c6013-a504-416a-aa60-b642a5db2d33" providerId="ADAL" clId="{185823FE-0B23-4C97-BEE3-004663067A28}" dt="2024-05-15T09:51:02.060" v="3925" actId="14100"/>
          <ac:spMkLst>
            <pc:docMk/>
            <pc:sldMk cId="1679877782" sldId="281"/>
            <ac:spMk id="10" creationId="{AE9B4CDD-D7AF-F087-DC3E-AFECC3057B79}"/>
          </ac:spMkLst>
        </pc:spChg>
        <pc:spChg chg="add mod">
          <ac:chgData name="柴崎　陸" userId="1d2c6013-a504-416a-aa60-b642a5db2d33" providerId="ADAL" clId="{185823FE-0B23-4C97-BEE3-004663067A28}" dt="2024-05-15T09:51:26.830" v="3953" actId="1076"/>
          <ac:spMkLst>
            <pc:docMk/>
            <pc:sldMk cId="1679877782" sldId="281"/>
            <ac:spMk id="11" creationId="{70F1CF2D-E102-E9D8-C456-BE7FA06AC55D}"/>
          </ac:spMkLst>
        </pc:spChg>
        <pc:picChg chg="add mod">
          <ac:chgData name="柴崎　陸" userId="1d2c6013-a504-416a-aa60-b642a5db2d33" providerId="ADAL" clId="{185823FE-0B23-4C97-BEE3-004663067A28}" dt="2024-05-15T09:50:41.351" v="3904" actId="1076"/>
          <ac:picMkLst>
            <pc:docMk/>
            <pc:sldMk cId="1679877782" sldId="281"/>
            <ac:picMk id="4" creationId="{08B389F1-D5BC-2506-8A0E-41F82F08D1A9}"/>
          </ac:picMkLst>
        </pc:picChg>
        <pc:picChg chg="del mod">
          <ac:chgData name="柴崎　陸" userId="1d2c6013-a504-416a-aa60-b642a5db2d33" providerId="ADAL" clId="{185823FE-0B23-4C97-BEE3-004663067A28}" dt="2024-05-15T09:48:17.875" v="3855" actId="478"/>
          <ac:picMkLst>
            <pc:docMk/>
            <pc:sldMk cId="1679877782" sldId="281"/>
            <ac:picMk id="6" creationId="{234870BC-A8C0-8CD6-057E-6CB1FA872732}"/>
          </ac:picMkLst>
        </pc:picChg>
        <pc:picChg chg="add mod">
          <ac:chgData name="柴崎　陸" userId="1d2c6013-a504-416a-aa60-b642a5db2d33" providerId="ADAL" clId="{185823FE-0B23-4C97-BEE3-004663067A28}" dt="2024-05-15T09:50:29.594" v="3901" actId="1076"/>
          <ac:picMkLst>
            <pc:docMk/>
            <pc:sldMk cId="1679877782" sldId="281"/>
            <ac:picMk id="8" creationId="{A2E66BF4-CF09-E43B-5BD8-22E43D70E40E}"/>
          </ac:picMkLst>
        </pc:picChg>
        <pc:picChg chg="add mod">
          <ac:chgData name="柴崎　陸" userId="1d2c6013-a504-416a-aa60-b642a5db2d33" providerId="ADAL" clId="{185823FE-0B23-4C97-BEE3-004663067A28}" dt="2024-05-15T09:50:35.507" v="3903" actId="1076"/>
          <ac:picMkLst>
            <pc:docMk/>
            <pc:sldMk cId="1679877782" sldId="281"/>
            <ac:picMk id="9" creationId="{081C02E6-CAF9-616C-C3B6-40345C4EA1C4}"/>
          </ac:picMkLst>
        </pc:picChg>
      </pc:sldChg>
      <pc:sldChg chg="addSp delSp modSp add mod delAnim">
        <pc:chgData name="柴崎　陸" userId="1d2c6013-a504-416a-aa60-b642a5db2d33" providerId="ADAL" clId="{185823FE-0B23-4C97-BEE3-004663067A28}" dt="2024-05-16T13:38:39.525" v="4537" actId="1076"/>
        <pc:sldMkLst>
          <pc:docMk/>
          <pc:sldMk cId="1379644193" sldId="282"/>
        </pc:sldMkLst>
        <pc:spChg chg="del mod">
          <ac:chgData name="柴崎　陸" userId="1d2c6013-a504-416a-aa60-b642a5db2d33" providerId="ADAL" clId="{185823FE-0B23-4C97-BEE3-004663067A28}" dt="2024-05-16T04:59:05.652" v="4006" actId="478"/>
          <ac:spMkLst>
            <pc:docMk/>
            <pc:sldMk cId="1379644193" sldId="282"/>
            <ac:spMk id="2" creationId="{9BEAE486-A419-EC71-0204-699B8FC7F5E8}"/>
          </ac:spMkLst>
        </pc:spChg>
        <pc:spChg chg="mod">
          <ac:chgData name="柴崎　陸" userId="1d2c6013-a504-416a-aa60-b642a5db2d33" providerId="ADAL" clId="{185823FE-0B23-4C97-BEE3-004663067A28}" dt="2024-05-16T04:59:08.764" v="4007" actId="1076"/>
          <ac:spMkLst>
            <pc:docMk/>
            <pc:sldMk cId="1379644193" sldId="282"/>
            <ac:spMk id="5" creationId="{597985CF-5781-36F8-FFA2-65137CC3D067}"/>
          </ac:spMkLst>
        </pc:spChg>
        <pc:spChg chg="del">
          <ac:chgData name="柴崎　陸" userId="1d2c6013-a504-416a-aa60-b642a5db2d33" providerId="ADAL" clId="{185823FE-0B23-4C97-BEE3-004663067A28}" dt="2024-05-16T04:58:48.446" v="3979" actId="478"/>
          <ac:spMkLst>
            <pc:docMk/>
            <pc:sldMk cId="1379644193" sldId="282"/>
            <ac:spMk id="7" creationId="{2E275C7B-3675-6A26-1061-C59A93F25F0F}"/>
          </ac:spMkLst>
        </pc:spChg>
        <pc:spChg chg="del">
          <ac:chgData name="柴崎　陸" userId="1d2c6013-a504-416a-aa60-b642a5db2d33" providerId="ADAL" clId="{185823FE-0B23-4C97-BEE3-004663067A28}" dt="2024-05-16T04:58:43.371" v="3977" actId="478"/>
          <ac:spMkLst>
            <pc:docMk/>
            <pc:sldMk cId="1379644193" sldId="282"/>
            <ac:spMk id="10" creationId="{AE9B4CDD-D7AF-F087-DC3E-AFECC3057B79}"/>
          </ac:spMkLst>
        </pc:spChg>
        <pc:spChg chg="del">
          <ac:chgData name="柴崎　陸" userId="1d2c6013-a504-416a-aa60-b642a5db2d33" providerId="ADAL" clId="{185823FE-0B23-4C97-BEE3-004663067A28}" dt="2024-05-16T04:58:43.371" v="3977" actId="478"/>
          <ac:spMkLst>
            <pc:docMk/>
            <pc:sldMk cId="1379644193" sldId="282"/>
            <ac:spMk id="11" creationId="{70F1CF2D-E102-E9D8-C456-BE7FA06AC55D}"/>
          </ac:spMkLst>
        </pc:spChg>
        <pc:spChg chg="add del mod">
          <ac:chgData name="柴崎　陸" userId="1d2c6013-a504-416a-aa60-b642a5db2d33" providerId="ADAL" clId="{185823FE-0B23-4C97-BEE3-004663067A28}" dt="2024-05-16T06:51:07.642" v="4010"/>
          <ac:spMkLst>
            <pc:docMk/>
            <pc:sldMk cId="1379644193" sldId="282"/>
            <ac:spMk id="13" creationId="{A3240BFF-494A-0EFB-2678-BC6D2306E792}"/>
          </ac:spMkLst>
        </pc:spChg>
        <pc:spChg chg="add mod">
          <ac:chgData name="柴崎　陸" userId="1d2c6013-a504-416a-aa60-b642a5db2d33" providerId="ADAL" clId="{185823FE-0B23-4C97-BEE3-004663067A28}" dt="2024-05-16T13:38:39.525" v="4537" actId="1076"/>
          <ac:spMkLst>
            <pc:docMk/>
            <pc:sldMk cId="1379644193" sldId="282"/>
            <ac:spMk id="14" creationId="{0118842C-4FB9-D986-6159-29B432E4A8F3}"/>
          </ac:spMkLst>
        </pc:spChg>
        <pc:picChg chg="del">
          <ac:chgData name="柴崎　陸" userId="1d2c6013-a504-416a-aa60-b642a5db2d33" providerId="ADAL" clId="{185823FE-0B23-4C97-BEE3-004663067A28}" dt="2024-05-16T04:58:46.019" v="3978" actId="478"/>
          <ac:picMkLst>
            <pc:docMk/>
            <pc:sldMk cId="1379644193" sldId="282"/>
            <ac:picMk id="3" creationId="{45576320-4FD4-FDEF-2EEA-66D8A8264DD7}"/>
          </ac:picMkLst>
        </pc:picChg>
        <pc:picChg chg="del">
          <ac:chgData name="柴崎　陸" userId="1d2c6013-a504-416a-aa60-b642a5db2d33" providerId="ADAL" clId="{185823FE-0B23-4C97-BEE3-004663067A28}" dt="2024-05-16T04:58:46.019" v="3978" actId="478"/>
          <ac:picMkLst>
            <pc:docMk/>
            <pc:sldMk cId="1379644193" sldId="282"/>
            <ac:picMk id="4" creationId="{08B389F1-D5BC-2506-8A0E-41F82F08D1A9}"/>
          </ac:picMkLst>
        </pc:picChg>
        <pc:picChg chg="del">
          <ac:chgData name="柴崎　陸" userId="1d2c6013-a504-416a-aa60-b642a5db2d33" providerId="ADAL" clId="{185823FE-0B23-4C97-BEE3-004663067A28}" dt="2024-05-16T04:58:43.371" v="3977" actId="478"/>
          <ac:picMkLst>
            <pc:docMk/>
            <pc:sldMk cId="1379644193" sldId="282"/>
            <ac:picMk id="6" creationId="{412D0C68-C21A-36C3-AD1C-47F77E1E2C7F}"/>
          </ac:picMkLst>
        </pc:picChg>
        <pc:picChg chg="del">
          <ac:chgData name="柴崎　陸" userId="1d2c6013-a504-416a-aa60-b642a5db2d33" providerId="ADAL" clId="{185823FE-0B23-4C97-BEE3-004663067A28}" dt="2024-05-16T04:58:46.019" v="3978" actId="478"/>
          <ac:picMkLst>
            <pc:docMk/>
            <pc:sldMk cId="1379644193" sldId="282"/>
            <ac:picMk id="8" creationId="{A2E66BF4-CF09-E43B-5BD8-22E43D70E40E}"/>
          </ac:picMkLst>
        </pc:picChg>
        <pc:picChg chg="del">
          <ac:chgData name="柴崎　陸" userId="1d2c6013-a504-416a-aa60-b642a5db2d33" providerId="ADAL" clId="{185823FE-0B23-4C97-BEE3-004663067A28}" dt="2024-05-16T04:58:43.371" v="3977" actId="478"/>
          <ac:picMkLst>
            <pc:docMk/>
            <pc:sldMk cId="1379644193" sldId="282"/>
            <ac:picMk id="9" creationId="{081C02E6-CAF9-616C-C3B6-40345C4EA1C4}"/>
          </ac:picMkLst>
        </pc:picChg>
        <pc:picChg chg="del">
          <ac:chgData name="柴崎　陸" userId="1d2c6013-a504-416a-aa60-b642a5db2d33" providerId="ADAL" clId="{185823FE-0B23-4C97-BEE3-004663067A28}" dt="2024-05-16T04:58:46.019" v="3978" actId="478"/>
          <ac:picMkLst>
            <pc:docMk/>
            <pc:sldMk cId="1379644193" sldId="282"/>
            <ac:picMk id="12" creationId="{76A54744-C709-D660-9409-D5B10897C6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6A8DE482-6C41-4DFA-8D2B-A7E0A3DEB624}" type="datetimeFigureOut">
              <a:rPr lang="ja-JP" altLang="en-US" smtClean="0"/>
              <a:pPr/>
              <a:t>2024/5/16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417F8CF3-582E-4241-AEA8-6A0E7731A5B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427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F8CF3-582E-4241-AEA8-6A0E7731A5B1}" type="slidenum">
              <a:rPr lang="ja-JP" altLang="en-US" smtClean="0"/>
              <a:pPr/>
              <a:t>10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769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3B1EB-E25E-17BD-E1BC-6B63422B5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BA13C2-5605-EC0E-4028-D11043F27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2A68A3-BFA6-71C6-F8DC-07908A5C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8934-3008-480D-9F7C-B57CACC86EAA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B5ACE4-CE1A-47E7-3690-3C82BFFB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6D69BA-3996-C073-4501-EDFFD65C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21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46FD5-400F-9360-161D-712D2988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BFCBFD-CC3A-5F4D-2FFF-F47BB9BAB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7EF12-D5AE-AAE4-B816-D61BF559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48A86-2227-4665-B56B-17214CD4DD40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3948EF-42EB-2D0F-7858-C86D60D2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BDC151-99C9-CD41-665C-8BEF87B9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44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B5843-1302-608B-D8E0-04F2E864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B9F8B4-6986-8230-E094-C991341B5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551D9-CD92-88FE-D0BD-7390F64A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C6CC-4D49-4787-89C8-B081EFEBA82D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4759B3-367D-2883-0326-B147BBBE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9A895B-E09E-B98E-0A49-CD02DFC3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5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20EF88-96BA-DDED-0286-7E93AC93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1C7DCA-3024-6B35-F56E-E2FC27ABB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11DA28-CD7B-D71A-047B-F2745A2DB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E7DAC7-6C55-6557-F742-E6DBF202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02339-DE92-49F8-81EF-323409940D75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5E5E3-6D26-A1D9-AE00-6A9B12B1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7CBEB9-9AFC-DCFF-9B65-68625749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23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0741E-3FA9-4A95-C41D-F702E590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783410-ECD7-B014-5CFC-D449B4CCD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CDFDFA-1E97-0F56-0738-59B5EBE66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E250A1-70E7-4DC4-0F7B-16AC1EDAD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05CAEF-AD3F-A8DB-B4BC-40DE05C6C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289C76-1FB2-B7BA-D60C-3D4B25E0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1A4A-222C-4DE9-872E-84DCC838470F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054A55-D601-EA63-2FDC-D9941040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4E7DF2-9DD5-1A68-BF61-77B7DF3F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79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DD1C0-2765-6031-C71A-F688E730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9F437B-DC8C-B0F5-E520-7BC8291A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C66E-ACD3-4704-8F78-E0051BDA1EEB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42E0DB-6F5A-DAA2-760F-D08B885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69ECFC-05EE-FB42-94A6-1BD24E22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65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20FA99-E06B-9019-424E-71857667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6422-7009-4990-998C-FDD206E0143C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B4330D-F78A-9C57-0D36-E710C2ED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607DD3-D07C-A6B4-95C5-EA04E5E1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74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105E3-8962-01E8-2921-D1F482DD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5FE76B-71D1-819D-3ECB-EC3D86042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EB309F-B84A-2458-F829-67E2F9993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4AA01E-12CB-630F-3732-9A098FA1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7B135-BA3C-49BE-9B74-1C137B4762E5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3FEC75-12BA-44D4-24EA-DE29A763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715EEB-099D-45D5-3A90-E0C17FED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52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5EBA4-CCDB-1834-0CAD-FB3418D3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DDCBF6F-4C27-6D29-7B6A-A46597D6C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1DECD-CF2D-A4EB-E37D-B9E5561A6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652DB-2EE7-B8C4-EB42-07FF51CE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D7A1-4DE6-4D99-834D-6BE1675906CA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47337D-424A-1BA6-AFA9-78DD9513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A0F727-7E92-ECDC-4725-737961B2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23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243EA-2D61-DDD8-EB3D-0AC8FADF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B726E8-D077-7CF2-1C1D-EFBD1FAF8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716958-E7A7-E585-1CAB-87E82A74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0320-F960-498A-B1A4-7175BA151986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5FEC62-C84C-06C9-B052-CF493CB9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6E0058-5DAE-50DE-46DE-F60A3AF6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938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8D8BBC7-4573-37FF-82F2-C4DFB174C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DBBDBD-A30A-3D03-5918-A0EAB5F45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600BBB-7DA7-3213-E88A-5407058F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1E87E-1741-46DA-BBB9-0A21E4AF97D7}" type="datetime1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3175E4-3386-DC02-0212-30216B33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82F4D0-E20F-6DD2-6BD7-D2ACCA3B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18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67A41E-58AA-B927-77B0-78BEA67C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AA1FC6-489E-587E-5BFB-ECD152BFC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E97F4-C1BB-A991-5E2C-A605CAB32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37FF286D-13AC-41B5-9B1E-6B54EC5D7187}" type="datetime1">
              <a:rPr lang="ja-JP" altLang="en-US" smtClean="0"/>
              <a:pPr/>
              <a:t>2024/5/16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8DA8DA-EAC3-A07A-E3EB-6EF560CF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2DF8F8-E3F7-99C5-F3E4-552118950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5A41CE5-B88B-4261-9DD6-06EA7C3FD05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115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media" Target="../media/media2.wav"/><Relationship Id="rId7" Type="http://schemas.openxmlformats.org/officeDocument/2006/relationships/image" Target="../media/image3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wav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media" Target="../media/media2.wav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32.png"/><Relationship Id="rId5" Type="http://schemas.microsoft.com/office/2007/relationships/media" Target="../media/media3.wav"/><Relationship Id="rId10" Type="http://schemas.openxmlformats.org/officeDocument/2006/relationships/image" Target="../media/image31.png"/><Relationship Id="rId4" Type="http://schemas.openxmlformats.org/officeDocument/2006/relationships/audio" Target="../media/media2.wav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445DEF-9F10-E24B-2AAB-F223B6762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進捗報告　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17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C43E4D-C91C-2D43-3ACC-84B9D29E2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柴崎陸</a:t>
            </a:r>
          </a:p>
        </p:txBody>
      </p:sp>
    </p:spTree>
    <p:extLst>
      <p:ext uri="{BB962C8B-B14F-4D97-AF65-F5344CB8AC3E}">
        <p14:creationId xmlns:p14="http://schemas.microsoft.com/office/powerpoint/2010/main" val="356645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64931-CFBA-BF72-1AD4-7D3E4339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7DBCB5-2216-04E3-F8BA-2B28C5B34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9132"/>
            <a:ext cx="10515600" cy="224907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Autoencoder</a:t>
            </a:r>
            <a:r>
              <a:rPr lang="ja-JP" altLang="en-US" dirty="0"/>
              <a:t>、</a:t>
            </a:r>
            <a:r>
              <a:rPr lang="en-US" altLang="ja-JP" dirty="0"/>
              <a:t>CAE</a:t>
            </a:r>
            <a:r>
              <a:rPr lang="ja-JP" altLang="en-US" dirty="0"/>
              <a:t>、</a:t>
            </a:r>
            <a:r>
              <a:rPr lang="en-US" altLang="ja-JP" dirty="0"/>
              <a:t>DAE</a:t>
            </a:r>
            <a:r>
              <a:rPr lang="ja-JP" altLang="en-US" dirty="0"/>
              <a:t>とは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画像</a:t>
            </a:r>
            <a:r>
              <a:rPr kumimoji="1" lang="en-US" altLang="ja-JP" dirty="0"/>
              <a:t>(MNIST)</a:t>
            </a:r>
            <a:r>
              <a:rPr kumimoji="1" lang="ja-JP" altLang="en-US" dirty="0"/>
              <a:t>のノイズ除去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音声のノイズ除去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今後について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4C9C8F-4B9C-9971-0AB8-E0D1A56D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1CE5-B88B-4261-9DD6-06EA7C3FD05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26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字幕 2">
                <a:extLst>
                  <a:ext uri="{FF2B5EF4-FFF2-40B4-BE49-F238E27FC236}">
                    <a16:creationId xmlns:a16="http://schemas.microsoft.com/office/drawing/2014/main" id="{A47EAE59-CAC1-BAA7-158A-5268545251B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2317" y="1822781"/>
                <a:ext cx="9144000" cy="1850860"/>
              </a:xfrm>
            </p:spPr>
            <p:txBody>
              <a:bodyPr/>
              <a:lstStyle/>
              <a:p>
                <a:pPr algn="l"/>
                <a:r>
                  <a:rPr lang="en-US" altLang="ja-JP" dirty="0"/>
                  <a:t>Autoencoder</a:t>
                </a:r>
                <a:r>
                  <a:rPr kumimoji="1" lang="ja-JP" altLang="en-US" dirty="0"/>
                  <a:t>とは、、</a:t>
                </a:r>
                <a:endParaRPr kumimoji="1" lang="en-US" altLang="ja-JP" dirty="0"/>
              </a:p>
              <a:p>
                <a:pPr algn="l"/>
                <a:endParaRPr lang="en-US" altLang="ja-JP" dirty="0"/>
              </a:p>
              <a:p>
                <a:pPr algn="l"/>
                <a:r>
                  <a:rPr lang="ja-JP" altLang="en-US" dirty="0"/>
                  <a:t>出力データ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が入力データ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に近づくように</m:t>
                    </m:r>
                  </m:oMath>
                </a14:m>
                <a:r>
                  <a:rPr lang="ja-JP" altLang="en-US" dirty="0"/>
                  <a:t>学習を行うニューラルネットワークのアーキテクチャ</a:t>
                </a:r>
                <a:endParaRPr lang="en-US" altLang="ja-JP" dirty="0"/>
              </a:p>
            </p:txBody>
          </p:sp>
        </mc:Choice>
        <mc:Fallback>
          <p:sp>
            <p:nvSpPr>
              <p:cNvPr id="3" name="字幕 2">
                <a:extLst>
                  <a:ext uri="{FF2B5EF4-FFF2-40B4-BE49-F238E27FC236}">
                    <a16:creationId xmlns:a16="http://schemas.microsoft.com/office/drawing/2014/main" id="{A47EAE59-CAC1-BAA7-158A-52685452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2317" y="1822781"/>
                <a:ext cx="9144000" cy="1850860"/>
              </a:xfrm>
              <a:blipFill>
                <a:blip r:embed="rId2"/>
                <a:stretch>
                  <a:fillRect l="-1067" t="-46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623426"/>
            <a:ext cx="6962273" cy="628060"/>
          </a:xfrm>
        </p:spPr>
        <p:txBody>
          <a:bodyPr>
            <a:normAutofit fontScale="90000"/>
          </a:bodyPr>
          <a:lstStyle/>
          <a:p>
            <a:r>
              <a:rPr kumimoji="1" lang="en-US" altLang="ja-JP" sz="3600" dirty="0"/>
              <a:t>1. Autoencoder</a:t>
            </a:r>
            <a:r>
              <a:rPr lang="ja-JP" altLang="en-US" sz="3600" dirty="0"/>
              <a:t>、</a:t>
            </a:r>
            <a:r>
              <a:rPr lang="en-US" altLang="ja-JP" sz="3600" dirty="0"/>
              <a:t>CAE</a:t>
            </a:r>
            <a:r>
              <a:rPr lang="ja-JP" altLang="en-US" sz="3600" dirty="0"/>
              <a:t>、</a:t>
            </a:r>
            <a:r>
              <a:rPr lang="en-US" altLang="ja-JP" sz="3600" dirty="0"/>
              <a:t>DAE</a:t>
            </a:r>
            <a:r>
              <a:rPr lang="ja-JP" altLang="en-US" sz="3600" dirty="0"/>
              <a:t>とは</a:t>
            </a:r>
          </a:p>
        </p:txBody>
      </p:sp>
      <p:pic>
        <p:nvPicPr>
          <p:cNvPr id="12" name="図 11" descr="ダイアグラム&#10;&#10;自動的に生成された説明">
            <a:extLst>
              <a:ext uri="{FF2B5EF4-FFF2-40B4-BE49-F238E27FC236}">
                <a16:creationId xmlns:a16="http://schemas.microsoft.com/office/drawing/2014/main" id="{68A989E8-0B42-E2A3-B5B0-9AE2AA6AB7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9" b="3107"/>
          <a:stretch/>
        </p:blipFill>
        <p:spPr>
          <a:xfrm>
            <a:off x="5229724" y="3284621"/>
            <a:ext cx="6079959" cy="31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6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317" y="1822781"/>
            <a:ext cx="9144000" cy="1850860"/>
          </a:xfrm>
        </p:spPr>
        <p:txBody>
          <a:bodyPr/>
          <a:lstStyle/>
          <a:p>
            <a:pPr algn="l"/>
            <a:r>
              <a:rPr kumimoji="1" lang="en-US" altLang="ja-JP" dirty="0"/>
              <a:t>CAE(Convolutional Autoencoder)</a:t>
            </a:r>
            <a:r>
              <a:rPr kumimoji="1" lang="ja-JP" altLang="en-US" dirty="0"/>
              <a:t>とは、、</a:t>
            </a:r>
            <a:endParaRPr kumimoji="1" lang="en-US" altLang="ja-JP" dirty="0"/>
          </a:p>
          <a:p>
            <a:pPr algn="l"/>
            <a:endParaRPr lang="en-US" altLang="ja-JP" dirty="0"/>
          </a:p>
          <a:p>
            <a:pPr algn="l"/>
            <a:r>
              <a:rPr lang="en-US" altLang="ja-JP" dirty="0"/>
              <a:t>CNN</a:t>
            </a:r>
            <a:r>
              <a:rPr lang="ja-JP" altLang="en-US" dirty="0"/>
              <a:t>を用いて入力画像を圧縮</a:t>
            </a:r>
            <a:r>
              <a:rPr lang="en-US" altLang="ja-JP" dirty="0"/>
              <a:t>(</a:t>
            </a:r>
            <a:r>
              <a:rPr lang="ja-JP" altLang="en-US" dirty="0"/>
              <a:t>エンコード</a:t>
            </a:r>
            <a:r>
              <a:rPr lang="en-US" altLang="ja-JP" dirty="0"/>
              <a:t>)</a:t>
            </a:r>
            <a:r>
              <a:rPr lang="ja-JP" altLang="en-US" dirty="0"/>
              <a:t>し、圧縮したデータから入力画像を再構成</a:t>
            </a:r>
            <a:r>
              <a:rPr lang="en-US" altLang="ja-JP" dirty="0"/>
              <a:t>(</a:t>
            </a:r>
            <a:r>
              <a:rPr lang="ja-JP" altLang="en-US" dirty="0"/>
              <a:t>デコード</a:t>
            </a:r>
            <a:r>
              <a:rPr lang="en-US" altLang="ja-JP" dirty="0"/>
              <a:t>)</a:t>
            </a:r>
            <a:r>
              <a:rPr lang="ja-JP" altLang="en-US" dirty="0"/>
              <a:t>するモデル</a:t>
            </a:r>
            <a:endParaRPr lang="en-US" altLang="ja-JP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623426"/>
            <a:ext cx="6962273" cy="628060"/>
          </a:xfrm>
        </p:spPr>
        <p:txBody>
          <a:bodyPr>
            <a:normAutofit fontScale="90000"/>
          </a:bodyPr>
          <a:lstStyle/>
          <a:p>
            <a:r>
              <a:rPr kumimoji="1" lang="en-US" altLang="ja-JP" sz="3600" dirty="0"/>
              <a:t>1. Autoencoder</a:t>
            </a:r>
            <a:r>
              <a:rPr lang="ja-JP" altLang="en-US" sz="3600" dirty="0"/>
              <a:t>、</a:t>
            </a:r>
            <a:r>
              <a:rPr lang="en-US" altLang="ja-JP" sz="3600" dirty="0"/>
              <a:t>CAE</a:t>
            </a:r>
            <a:r>
              <a:rPr lang="ja-JP" altLang="en-US" sz="3600" dirty="0"/>
              <a:t>、</a:t>
            </a:r>
            <a:r>
              <a:rPr lang="en-US" altLang="ja-JP" sz="3600" dirty="0"/>
              <a:t>DAE</a:t>
            </a:r>
            <a:r>
              <a:rPr lang="ja-JP" altLang="en-US" sz="3600" dirty="0"/>
              <a:t>とは</a:t>
            </a:r>
          </a:p>
        </p:txBody>
      </p:sp>
      <p:pic>
        <p:nvPicPr>
          <p:cNvPr id="7" name="図 6" descr="グラフ&#10;&#10;自動的に生成された説明">
            <a:extLst>
              <a:ext uri="{FF2B5EF4-FFF2-40B4-BE49-F238E27FC236}">
                <a16:creationId xmlns:a16="http://schemas.microsoft.com/office/drawing/2014/main" id="{8B3E27B9-A69F-7DB6-67EC-66A763825F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" t="22988" r="47984"/>
          <a:stretch/>
        </p:blipFill>
        <p:spPr>
          <a:xfrm>
            <a:off x="5197643" y="3429000"/>
            <a:ext cx="5598697" cy="312427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5DF5F65-32FB-C799-865A-E81490CA50D3}"/>
              </a:ext>
            </a:extLst>
          </p:cNvPr>
          <p:cNvSpPr txBox="1"/>
          <p:nvPr/>
        </p:nvSpPr>
        <p:spPr>
          <a:xfrm>
            <a:off x="6177227" y="6473920"/>
            <a:ext cx="484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引用元</a:t>
            </a:r>
            <a:r>
              <a:rPr kumimoji="1" lang="en-US" altLang="ja-JP" sz="900" dirty="0"/>
              <a:t>:</a:t>
            </a:r>
            <a:r>
              <a:rPr kumimoji="1" lang="ja-JP" altLang="en-US" sz="900" dirty="0"/>
              <a:t>太田満久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須藤広大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黒澤匠雅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小田大輔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株式会社ワコープラネット</a:t>
            </a:r>
            <a:r>
              <a:rPr kumimoji="1" lang="en-US" altLang="ja-JP" sz="900" dirty="0"/>
              <a:t>, </a:t>
            </a:r>
          </a:p>
          <a:p>
            <a:r>
              <a:rPr kumimoji="1" lang="en-US" altLang="ja-JP" sz="900" dirty="0"/>
              <a:t>“</a:t>
            </a:r>
            <a:r>
              <a:rPr kumimoji="1" lang="ja-JP" altLang="en-US" sz="900" dirty="0"/>
              <a:t>現場で使える！</a:t>
            </a:r>
            <a:r>
              <a:rPr kumimoji="1" lang="en-US" altLang="ja-JP" sz="900" dirty="0"/>
              <a:t>TensorFlow</a:t>
            </a:r>
            <a:r>
              <a:rPr kumimoji="1" lang="ja-JP" altLang="en-US" sz="900" dirty="0"/>
              <a:t>開発入門</a:t>
            </a:r>
            <a:r>
              <a:rPr lang="en-US" altLang="ja-JP" sz="900" dirty="0"/>
              <a:t>, p172</a:t>
            </a:r>
            <a:r>
              <a:rPr kumimoji="1" lang="en-US" altLang="ja-JP" sz="900" dirty="0"/>
              <a:t>”</a:t>
            </a:r>
            <a:endParaRPr kumimoji="1"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7166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字幕 2">
                <a:extLst>
                  <a:ext uri="{FF2B5EF4-FFF2-40B4-BE49-F238E27FC236}">
                    <a16:creationId xmlns:a16="http://schemas.microsoft.com/office/drawing/2014/main" id="{A47EAE59-CAC1-BAA7-158A-5268545251B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2317" y="1822781"/>
                <a:ext cx="9144000" cy="1850860"/>
              </a:xfrm>
            </p:spPr>
            <p:txBody>
              <a:bodyPr/>
              <a:lstStyle/>
              <a:p>
                <a:pPr algn="l"/>
                <a:r>
                  <a:rPr kumimoji="1" lang="en-US" altLang="ja-JP" dirty="0"/>
                  <a:t>DAE(Denoising Autoencoder)</a:t>
                </a:r>
                <a:r>
                  <a:rPr kumimoji="1" lang="ja-JP" altLang="en-US" dirty="0"/>
                  <a:t>とは、、</a:t>
                </a:r>
                <a:endParaRPr kumimoji="1" lang="en-US" altLang="ja-JP" dirty="0"/>
              </a:p>
              <a:p>
                <a:pPr algn="l"/>
                <a:endParaRPr lang="en-US" altLang="ja-JP" dirty="0"/>
              </a:p>
              <a:p>
                <a:pPr algn="l"/>
                <a:r>
                  <a:rPr lang="en-US" altLang="ja-JP" dirty="0"/>
                  <a:t>Autoencoder</a:t>
                </a:r>
                <a:r>
                  <a:rPr lang="ja-JP" altLang="en-US" dirty="0"/>
                  <a:t>の入力データ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にノイズを加えた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をモデルの入力画像をするアーキテクチャ</a:t>
                </a:r>
                <a:endParaRPr lang="en-US" altLang="ja-JP" dirty="0"/>
              </a:p>
            </p:txBody>
          </p:sp>
        </mc:Choice>
        <mc:Fallback>
          <p:sp>
            <p:nvSpPr>
              <p:cNvPr id="3" name="字幕 2">
                <a:extLst>
                  <a:ext uri="{FF2B5EF4-FFF2-40B4-BE49-F238E27FC236}">
                    <a16:creationId xmlns:a16="http://schemas.microsoft.com/office/drawing/2014/main" id="{A47EAE59-CAC1-BAA7-158A-52685452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2317" y="1822781"/>
                <a:ext cx="9144000" cy="1850860"/>
              </a:xfrm>
              <a:blipFill>
                <a:blip r:embed="rId2"/>
                <a:stretch>
                  <a:fillRect l="-1067" t="-46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623426"/>
            <a:ext cx="6962273" cy="628060"/>
          </a:xfrm>
        </p:spPr>
        <p:txBody>
          <a:bodyPr>
            <a:normAutofit fontScale="90000"/>
          </a:bodyPr>
          <a:lstStyle/>
          <a:p>
            <a:r>
              <a:rPr kumimoji="1" lang="en-US" altLang="ja-JP" sz="3600" dirty="0"/>
              <a:t>1. Autoencoder</a:t>
            </a:r>
            <a:r>
              <a:rPr lang="ja-JP" altLang="en-US" sz="3600" dirty="0"/>
              <a:t>、</a:t>
            </a:r>
            <a:r>
              <a:rPr lang="en-US" altLang="ja-JP" sz="3600" dirty="0"/>
              <a:t>CAE</a:t>
            </a:r>
            <a:r>
              <a:rPr lang="ja-JP" altLang="en-US" sz="3600" dirty="0"/>
              <a:t>、</a:t>
            </a:r>
            <a:r>
              <a:rPr lang="en-US" altLang="ja-JP" sz="3600" dirty="0"/>
              <a:t>DAE</a:t>
            </a:r>
            <a:r>
              <a:rPr lang="ja-JP" altLang="en-US" sz="3600" dirty="0"/>
              <a:t>とは</a:t>
            </a:r>
          </a:p>
        </p:txBody>
      </p:sp>
      <p:pic>
        <p:nvPicPr>
          <p:cNvPr id="2" name="図 1" descr="グラフ&#10;&#10;自動的に生成された説明">
            <a:extLst>
              <a:ext uri="{FF2B5EF4-FFF2-40B4-BE49-F238E27FC236}">
                <a16:creationId xmlns:a16="http://schemas.microsoft.com/office/drawing/2014/main" id="{690E9670-4AAB-4C26-F8C1-9C32581C94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74" t="24174" r="1961" b="-1186"/>
          <a:stretch/>
        </p:blipFill>
        <p:spPr>
          <a:xfrm>
            <a:off x="5197643" y="3429000"/>
            <a:ext cx="5598697" cy="312427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8A0AE7-4166-5186-0B3A-397666D7F63D}"/>
              </a:ext>
            </a:extLst>
          </p:cNvPr>
          <p:cNvSpPr txBox="1"/>
          <p:nvPr/>
        </p:nvSpPr>
        <p:spPr>
          <a:xfrm>
            <a:off x="6096000" y="6464087"/>
            <a:ext cx="4845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引用元</a:t>
            </a:r>
            <a:r>
              <a:rPr kumimoji="1" lang="en-US" altLang="ja-JP" sz="900" dirty="0"/>
              <a:t>:</a:t>
            </a:r>
            <a:r>
              <a:rPr kumimoji="1" lang="ja-JP" altLang="en-US" sz="900" dirty="0"/>
              <a:t>太田満久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須藤広大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黒澤匠雅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小田大輔</a:t>
            </a:r>
            <a:r>
              <a:rPr kumimoji="1" lang="en-US" altLang="ja-JP" sz="900" dirty="0"/>
              <a:t>, </a:t>
            </a:r>
            <a:r>
              <a:rPr kumimoji="1" lang="ja-JP" altLang="en-US" sz="900" dirty="0"/>
              <a:t>株式会社ワコープラネット</a:t>
            </a:r>
            <a:r>
              <a:rPr kumimoji="1" lang="en-US" altLang="ja-JP" sz="900" dirty="0"/>
              <a:t>, </a:t>
            </a:r>
          </a:p>
          <a:p>
            <a:r>
              <a:rPr kumimoji="1" lang="en-US" altLang="ja-JP" sz="900" dirty="0"/>
              <a:t>“</a:t>
            </a:r>
            <a:r>
              <a:rPr kumimoji="1" lang="ja-JP" altLang="en-US" sz="900" dirty="0"/>
              <a:t>現場で使える！</a:t>
            </a:r>
            <a:r>
              <a:rPr kumimoji="1" lang="en-US" altLang="ja-JP" sz="900" dirty="0"/>
              <a:t>TensorFlow</a:t>
            </a:r>
            <a:r>
              <a:rPr kumimoji="1" lang="ja-JP" altLang="en-US" sz="900" dirty="0"/>
              <a:t>開発入門</a:t>
            </a:r>
            <a:r>
              <a:rPr lang="en-US" altLang="ja-JP" sz="900" dirty="0"/>
              <a:t>, p172</a:t>
            </a:r>
            <a:r>
              <a:rPr kumimoji="1" lang="en-US" altLang="ja-JP" sz="900" dirty="0"/>
              <a:t>”</a:t>
            </a:r>
            <a:endParaRPr kumimoji="1"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408576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852" y="1225736"/>
            <a:ext cx="4734253" cy="460407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/>
              <a:t>2.1. </a:t>
            </a:r>
            <a:r>
              <a:rPr kumimoji="1" lang="ja-JP" altLang="en-US" sz="2800" dirty="0"/>
              <a:t>データセットの読み込み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515" y="352920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7" name="図 6" descr="コンピューターの画面のスクリーンショット&#10;&#10;自動的に生成された説明">
            <a:extLst>
              <a:ext uri="{FF2B5EF4-FFF2-40B4-BE49-F238E27FC236}">
                <a16:creationId xmlns:a16="http://schemas.microsoft.com/office/drawing/2014/main" id="{21CF8E75-A19B-E7C9-097F-D9A5522B9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1" t="13116" r="62417" b="68432"/>
          <a:stretch/>
        </p:blipFill>
        <p:spPr>
          <a:xfrm>
            <a:off x="1007902" y="2646947"/>
            <a:ext cx="6448926" cy="288757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303AE5-AFF1-DD7E-3352-100951AFCD13}"/>
              </a:ext>
            </a:extLst>
          </p:cNvPr>
          <p:cNvSpPr txBox="1"/>
          <p:nvPr/>
        </p:nvSpPr>
        <p:spPr>
          <a:xfrm>
            <a:off x="8101262" y="3284621"/>
            <a:ext cx="3499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CNN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で扱いやすい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(60000, 28, 28, 1)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876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11" y="1109312"/>
            <a:ext cx="5932828" cy="460407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2.2. </a:t>
            </a:r>
            <a:r>
              <a:rPr kumimoji="1" lang="ja-JP" altLang="en-US" sz="2800" dirty="0"/>
              <a:t>マスキングノイズデータの生成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179" y="244517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7" name="図 6" descr="コンピューターの画面のスクリーンショット&#10;&#10;自動的に生成された説明">
            <a:extLst>
              <a:ext uri="{FF2B5EF4-FFF2-40B4-BE49-F238E27FC236}">
                <a16:creationId xmlns:a16="http://schemas.microsoft.com/office/drawing/2014/main" id="{21CF8E75-A19B-E7C9-097F-D9A5522B9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6" t="35156" r="59812" b="46392"/>
          <a:stretch/>
        </p:blipFill>
        <p:spPr>
          <a:xfrm>
            <a:off x="487911" y="2630905"/>
            <a:ext cx="7205656" cy="288757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303AE5-AFF1-DD7E-3352-100951AFCD13}"/>
              </a:ext>
            </a:extLst>
          </p:cNvPr>
          <p:cNvSpPr txBox="1"/>
          <p:nvPr/>
        </p:nvSpPr>
        <p:spPr>
          <a:xfrm>
            <a:off x="8156957" y="3429000"/>
            <a:ext cx="39067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マスキングノイズ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数字の画像データ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(28, 28)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の一部の値を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704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516" y="1189522"/>
            <a:ext cx="5809073" cy="460407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2.3. </a:t>
            </a:r>
            <a:r>
              <a:rPr lang="ja-JP" altLang="en-US" sz="2800" dirty="0"/>
              <a:t>ガウシアン</a:t>
            </a:r>
            <a:r>
              <a:rPr kumimoji="1" lang="ja-JP" altLang="en-US" sz="2800" dirty="0"/>
              <a:t>ノイズデータの生成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179" y="316706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7" name="図 6" descr="コンピューターの画面のスクリーンショット&#10;&#10;自動的に生成された説明">
            <a:extLst>
              <a:ext uri="{FF2B5EF4-FFF2-40B4-BE49-F238E27FC236}">
                <a16:creationId xmlns:a16="http://schemas.microsoft.com/office/drawing/2014/main" id="{21CF8E75-A19B-E7C9-097F-D9A5522B9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3" t="58130" r="49523" b="27724"/>
          <a:stretch/>
        </p:blipFill>
        <p:spPr>
          <a:xfrm>
            <a:off x="511516" y="2318427"/>
            <a:ext cx="8655333" cy="193238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354674-1F2D-006E-D641-2AF13671EF33}"/>
              </a:ext>
            </a:extLst>
          </p:cNvPr>
          <p:cNvSpPr txBox="1"/>
          <p:nvPr/>
        </p:nvSpPr>
        <p:spPr>
          <a:xfrm>
            <a:off x="5390147" y="5149515"/>
            <a:ext cx="5149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ガウシアンノイズ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ガウス分布から生成される乱数を加える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8321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423" y="1112957"/>
            <a:ext cx="6418673" cy="460407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2.4. </a:t>
            </a:r>
            <a:r>
              <a:rPr kumimoji="1" lang="ja-JP" altLang="en-US" sz="2800" dirty="0"/>
              <a:t>ノイズを付与した画像との比較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178" y="265750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7" name="図 6" descr="コンピューターの画面のスクリーンショット&#10;&#10;自動的に生成された説明">
            <a:extLst>
              <a:ext uri="{FF2B5EF4-FFF2-40B4-BE49-F238E27FC236}">
                <a16:creationId xmlns:a16="http://schemas.microsoft.com/office/drawing/2014/main" id="{21CF8E75-A19B-E7C9-097F-D9A5522B9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9" t="76233" r="41888" b="9621"/>
          <a:stretch/>
        </p:blipFill>
        <p:spPr>
          <a:xfrm>
            <a:off x="527558" y="2135320"/>
            <a:ext cx="9049579" cy="166650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3632DEB-36AE-1C28-17E1-D00C86EE3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912" y="4363785"/>
            <a:ext cx="1666509" cy="166650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CE027E7-0BB3-2170-8F21-D7F4406F6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961" y="4363785"/>
            <a:ext cx="1666800" cy="166680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7C6E4146-8115-E126-3663-6996A7E8E9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301" y="4363494"/>
            <a:ext cx="1666800" cy="1666800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7ACAFC7-F16B-8C2C-2615-6500BA7F2B7E}"/>
              </a:ext>
            </a:extLst>
          </p:cNvPr>
          <p:cNvSpPr txBox="1"/>
          <p:nvPr/>
        </p:nvSpPr>
        <p:spPr>
          <a:xfrm>
            <a:off x="1419526" y="6192140"/>
            <a:ext cx="1994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オリジナル画像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148BC2-7C9F-7672-6A96-573D70A1DE72}"/>
              </a:ext>
            </a:extLst>
          </p:cNvPr>
          <p:cNvSpPr txBox="1"/>
          <p:nvPr/>
        </p:nvSpPr>
        <p:spPr>
          <a:xfrm>
            <a:off x="7612929" y="6183926"/>
            <a:ext cx="277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マスキングノイズ画像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F04D084-4AF2-6F90-8D54-2D8C10F314DC}"/>
              </a:ext>
            </a:extLst>
          </p:cNvPr>
          <p:cNvSpPr txBox="1"/>
          <p:nvPr/>
        </p:nvSpPr>
        <p:spPr>
          <a:xfrm>
            <a:off x="4283818" y="6192140"/>
            <a:ext cx="265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ガウシアンノイズ画像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439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6239" y="947483"/>
            <a:ext cx="4734253" cy="460407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2.5. CAE</a:t>
            </a:r>
            <a:r>
              <a:rPr kumimoji="1" lang="ja-JP" altLang="en-US" dirty="0"/>
              <a:t>モデルの構築</a:t>
            </a:r>
            <a:endParaRPr kumimoji="1" lang="ja-JP" altLang="en-US" sz="2800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57" y="264430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112B5259-137A-6133-3DFE-E3D898AF9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796" y="1744534"/>
            <a:ext cx="2913855" cy="4964565"/>
          </a:xfrm>
          <a:prstGeom prst="rect">
            <a:avLst/>
          </a:prstGeom>
        </p:spPr>
      </p:pic>
      <p:pic>
        <p:nvPicPr>
          <p:cNvPr id="11" name="図 10" descr="テキスト&#10;&#10;自動的に生成された説明">
            <a:extLst>
              <a:ext uri="{FF2B5EF4-FFF2-40B4-BE49-F238E27FC236}">
                <a16:creationId xmlns:a16="http://schemas.microsoft.com/office/drawing/2014/main" id="{433A6073-9236-C3F8-C513-DEE7491BC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284" y="1786148"/>
            <a:ext cx="2476198" cy="488133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A750B6F-60AD-BDE7-76B2-23516A419093}"/>
              </a:ext>
            </a:extLst>
          </p:cNvPr>
          <p:cNvSpPr txBox="1"/>
          <p:nvPr/>
        </p:nvSpPr>
        <p:spPr>
          <a:xfrm>
            <a:off x="2361932" y="1344200"/>
            <a:ext cx="20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Encoder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箇所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9A1E909-246A-F0E9-E40D-749E2F214489}"/>
              </a:ext>
            </a:extLst>
          </p:cNvPr>
          <p:cNvSpPr txBox="1"/>
          <p:nvPr/>
        </p:nvSpPr>
        <p:spPr>
          <a:xfrm>
            <a:off x="9369907" y="4764855"/>
            <a:ext cx="2052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←最終層に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層の畳み込みレイヤー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FFFBD18-9BA2-D9FD-1B99-9D8D8B133A54}"/>
              </a:ext>
            </a:extLst>
          </p:cNvPr>
          <p:cNvSpPr txBox="1"/>
          <p:nvPr/>
        </p:nvSpPr>
        <p:spPr>
          <a:xfrm>
            <a:off x="6922889" y="1339234"/>
            <a:ext cx="20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Decoder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箇所</a:t>
            </a:r>
          </a:p>
        </p:txBody>
      </p:sp>
    </p:spTree>
    <p:extLst>
      <p:ext uri="{BB962C8B-B14F-4D97-AF65-F5344CB8AC3E}">
        <p14:creationId xmlns:p14="http://schemas.microsoft.com/office/powerpoint/2010/main" val="366890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28" y="863067"/>
            <a:ext cx="4734253" cy="460407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2.6. </a:t>
            </a:r>
            <a:r>
              <a:rPr kumimoji="1" lang="ja-JP" altLang="en-US" dirty="0"/>
              <a:t>モデルのサマリを確認</a:t>
            </a:r>
            <a:endParaRPr kumimoji="1" lang="ja-JP" altLang="en-US" sz="2800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7" y="220454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0949BBEC-2835-C461-BD69-62F37BDE2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" r="35319" b="90842"/>
          <a:stretch/>
        </p:blipFill>
        <p:spPr>
          <a:xfrm>
            <a:off x="752447" y="3114970"/>
            <a:ext cx="3677479" cy="628060"/>
          </a:xfrm>
          <a:prstGeom prst="rect">
            <a:avLst/>
          </a:prstGeom>
        </p:spPr>
      </p:pic>
      <p:pic>
        <p:nvPicPr>
          <p:cNvPr id="10" name="図 9" descr="テキスト&#10;&#10;自動的に生成された説明">
            <a:extLst>
              <a:ext uri="{FF2B5EF4-FFF2-40B4-BE49-F238E27FC236}">
                <a16:creationId xmlns:a16="http://schemas.microsoft.com/office/drawing/2014/main" id="{BA1FB2EA-C3B8-7291-13CF-28A44508EE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74" t="9296" r="-5212" b="-8135"/>
          <a:stretch/>
        </p:blipFill>
        <p:spPr>
          <a:xfrm>
            <a:off x="5073445" y="863067"/>
            <a:ext cx="5690863" cy="62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5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017" y="931893"/>
            <a:ext cx="5870138" cy="460407"/>
          </a:xfrm>
        </p:spPr>
        <p:txBody>
          <a:bodyPr>
            <a:noAutofit/>
          </a:bodyPr>
          <a:lstStyle/>
          <a:p>
            <a:r>
              <a:rPr kumimoji="1" lang="en-US" altLang="ja-JP" sz="2000" dirty="0"/>
              <a:t>2.7. </a:t>
            </a:r>
            <a:r>
              <a:rPr kumimoji="1" lang="ja-JP" altLang="en-US" sz="2000" dirty="0"/>
              <a:t>ガウシアンノイズデータを用いた学習と予測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7" y="220454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7" name="図 6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3A858AC-B647-9B10-E91F-47DE5247D7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r="28360" b="72879"/>
          <a:stretch/>
        </p:blipFill>
        <p:spPr>
          <a:xfrm>
            <a:off x="767355" y="2045768"/>
            <a:ext cx="4055165" cy="1460231"/>
          </a:xfrm>
          <a:prstGeom prst="rect">
            <a:avLst/>
          </a:prstGeom>
        </p:spPr>
      </p:pic>
      <p:pic>
        <p:nvPicPr>
          <p:cNvPr id="8" name="図 7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1FC3C44C-FDD4-4532-4262-C404A957F6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98" t="30077" r="1438" b="-5208"/>
          <a:stretch/>
        </p:blipFill>
        <p:spPr>
          <a:xfrm>
            <a:off x="5821018" y="1406387"/>
            <a:ext cx="5973417" cy="4045226"/>
          </a:xfrm>
          <a:prstGeom prst="rect">
            <a:avLst/>
          </a:prstGeom>
        </p:spPr>
      </p:pic>
      <p:pic>
        <p:nvPicPr>
          <p:cNvPr id="12" name="図 11" descr="テキスト&#10;&#10;自動的に生成された説明">
            <a:extLst>
              <a:ext uri="{FF2B5EF4-FFF2-40B4-BE49-F238E27FC236}">
                <a16:creationId xmlns:a16="http://schemas.microsoft.com/office/drawing/2014/main" id="{7AD3A90D-BD65-D59A-C380-EA686FF05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55" y="4243056"/>
            <a:ext cx="4829849" cy="179095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687EBB7-9E07-5761-A03B-55C1BBB59F54}"/>
              </a:ext>
            </a:extLst>
          </p:cNvPr>
          <p:cNvSpPr txBox="1"/>
          <p:nvPr/>
        </p:nvSpPr>
        <p:spPr>
          <a:xfrm>
            <a:off x="767355" y="3794222"/>
            <a:ext cx="126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予測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E1227A-E810-00FE-46CA-E859C50DDFFD}"/>
              </a:ext>
            </a:extLst>
          </p:cNvPr>
          <p:cNvSpPr txBox="1"/>
          <p:nvPr/>
        </p:nvSpPr>
        <p:spPr>
          <a:xfrm>
            <a:off x="767355" y="1580036"/>
            <a:ext cx="126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</a:t>
            </a:r>
          </a:p>
        </p:txBody>
      </p:sp>
    </p:spTree>
    <p:extLst>
      <p:ext uri="{BB962C8B-B14F-4D97-AF65-F5344CB8AC3E}">
        <p14:creationId xmlns:p14="http://schemas.microsoft.com/office/powerpoint/2010/main" val="213358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017" y="931893"/>
            <a:ext cx="5870138" cy="460407"/>
          </a:xfrm>
        </p:spPr>
        <p:txBody>
          <a:bodyPr>
            <a:noAutofit/>
          </a:bodyPr>
          <a:lstStyle/>
          <a:p>
            <a:r>
              <a:rPr kumimoji="1" lang="en-US" altLang="ja-JP" sz="2000" dirty="0"/>
              <a:t>2.8. </a:t>
            </a:r>
            <a:r>
              <a:rPr kumimoji="1" lang="ja-JP" altLang="en-US" sz="2000" dirty="0"/>
              <a:t>マスキングノイズデータを用いた学習と予測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7" y="220454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687EBB7-9E07-5761-A03B-55C1BBB59F54}"/>
              </a:ext>
            </a:extLst>
          </p:cNvPr>
          <p:cNvSpPr txBox="1"/>
          <p:nvPr/>
        </p:nvSpPr>
        <p:spPr>
          <a:xfrm>
            <a:off x="767355" y="4245975"/>
            <a:ext cx="126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予測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E1227A-E810-00FE-46CA-E859C50DDFFD}"/>
              </a:ext>
            </a:extLst>
          </p:cNvPr>
          <p:cNvSpPr txBox="1"/>
          <p:nvPr/>
        </p:nvSpPr>
        <p:spPr>
          <a:xfrm>
            <a:off x="767355" y="1580036"/>
            <a:ext cx="1260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</a:t>
            </a:r>
          </a:p>
        </p:txBody>
      </p:sp>
      <p:pic>
        <p:nvPicPr>
          <p:cNvPr id="4" name="図 3" descr="テキスト&#10;&#10;自動的に生成された説明">
            <a:extLst>
              <a:ext uri="{FF2B5EF4-FFF2-40B4-BE49-F238E27FC236}">
                <a16:creationId xmlns:a16="http://schemas.microsoft.com/office/drawing/2014/main" id="{580C4BE0-8F73-4118-D63E-6734202B2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93" y="4767892"/>
            <a:ext cx="5096586" cy="1714739"/>
          </a:xfrm>
          <a:prstGeom prst="rect">
            <a:avLst/>
          </a:prstGeom>
        </p:spPr>
      </p:pic>
      <p:pic>
        <p:nvPicPr>
          <p:cNvPr id="11" name="図 10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4B677859-0851-469D-213C-E14914AD24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" r="26946" b="70145"/>
          <a:stretch/>
        </p:blipFill>
        <p:spPr>
          <a:xfrm>
            <a:off x="720793" y="2073941"/>
            <a:ext cx="5096586" cy="2047461"/>
          </a:xfrm>
          <a:prstGeom prst="rect">
            <a:avLst/>
          </a:prstGeom>
        </p:spPr>
      </p:pic>
      <p:pic>
        <p:nvPicPr>
          <p:cNvPr id="15" name="図 1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E38D58BF-4391-C9D2-01D2-282D5F1241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" t="33184" r="-5392" b="-877"/>
          <a:stretch/>
        </p:blipFill>
        <p:spPr>
          <a:xfrm>
            <a:off x="6096000" y="1580036"/>
            <a:ext cx="6269576" cy="385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82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A47EAE59-CAC1-BAA7-158A-526854525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4943" y="884142"/>
            <a:ext cx="5870138" cy="460407"/>
          </a:xfrm>
        </p:spPr>
        <p:txBody>
          <a:bodyPr>
            <a:noAutofit/>
          </a:bodyPr>
          <a:lstStyle/>
          <a:p>
            <a:r>
              <a:rPr kumimoji="1" lang="en-US" altLang="ja-JP" sz="2000" dirty="0"/>
              <a:t>2.9. 2</a:t>
            </a:r>
            <a:r>
              <a:rPr kumimoji="1" lang="ja-JP" altLang="en-US" sz="2000" dirty="0"/>
              <a:t>種類のノイズ画像のノイズ結果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7" y="220454"/>
            <a:ext cx="6061165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2</a:t>
            </a:r>
            <a:r>
              <a:rPr kumimoji="1" lang="en-US" altLang="ja-JP" sz="3200" dirty="0"/>
              <a:t>. </a:t>
            </a:r>
            <a:r>
              <a:rPr kumimoji="1" lang="ja-JP" altLang="en-US" sz="3200" dirty="0"/>
              <a:t>画像</a:t>
            </a:r>
            <a:r>
              <a:rPr kumimoji="1" lang="en-US" altLang="ja-JP" sz="3200" dirty="0"/>
              <a:t>(MNIST</a:t>
            </a:r>
            <a:r>
              <a:rPr lang="en-US" altLang="ja-JP" sz="3200" dirty="0"/>
              <a:t>)</a:t>
            </a:r>
            <a:r>
              <a:rPr lang="ja-JP" altLang="en-US" sz="3200" dirty="0"/>
              <a:t>のノイズ除去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4BB43B3-6EA1-FD7B-4F16-FF19C71F5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473" y="5200428"/>
            <a:ext cx="1332000" cy="1332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85C6B76-0B08-1521-8CC2-FBC655277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473" y="1843737"/>
            <a:ext cx="1332000" cy="1332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8DFF97D-31F3-1DD0-B175-F2715C295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473" y="3520522"/>
            <a:ext cx="1332000" cy="1332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794E6F8-E4BE-58A7-2A23-FEC5693CF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10" y="5200428"/>
            <a:ext cx="1332000" cy="1332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D2C8522-0285-63DF-1AF5-050EDE114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10" y="1843737"/>
            <a:ext cx="1332000" cy="13320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ED4EB07-59D1-BB7E-BCF4-3F06B3F058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10" y="3520522"/>
            <a:ext cx="1332000" cy="13320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ADB8466-0BF7-A54C-33DB-8EEC7D7AD926}"/>
              </a:ext>
            </a:extLst>
          </p:cNvPr>
          <p:cNvSpPr txBox="1"/>
          <p:nvPr/>
        </p:nvSpPr>
        <p:spPr>
          <a:xfrm>
            <a:off x="1882584" y="5489570"/>
            <a:ext cx="1878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オリジナル画像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正解画像</a:t>
            </a:r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57C786F-8993-F88B-665D-53F9E1988053}"/>
              </a:ext>
            </a:extLst>
          </p:cNvPr>
          <p:cNvSpPr txBox="1"/>
          <p:nvPr/>
        </p:nvSpPr>
        <p:spPr>
          <a:xfrm>
            <a:off x="3552524" y="1357419"/>
            <a:ext cx="2654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ガウシアンノイズ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12FAA3A-9A9E-EA4E-2D21-146642F81114}"/>
              </a:ext>
            </a:extLst>
          </p:cNvPr>
          <p:cNvSpPr txBox="1"/>
          <p:nvPr/>
        </p:nvSpPr>
        <p:spPr>
          <a:xfrm>
            <a:off x="5902115" y="1357419"/>
            <a:ext cx="277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マスキングノイズ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B500C9C-5F24-CEEB-65A0-9256380121CB}"/>
              </a:ext>
            </a:extLst>
          </p:cNvPr>
          <p:cNvSpPr txBox="1"/>
          <p:nvPr/>
        </p:nvSpPr>
        <p:spPr>
          <a:xfrm>
            <a:off x="2047868" y="2127393"/>
            <a:ext cx="1582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ノイズ画像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画像入力</a:t>
            </a:r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23311C3-FEDE-F3F1-962A-C72F1D63F759}"/>
              </a:ext>
            </a:extLst>
          </p:cNvPr>
          <p:cNvSpPr txBox="1"/>
          <p:nvPr/>
        </p:nvSpPr>
        <p:spPr>
          <a:xfrm>
            <a:off x="1982737" y="3872669"/>
            <a:ext cx="1712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CAE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予測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予測画像</a:t>
            </a:r>
            <a:r>
              <a:rPr kumimoji="1"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854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235973" y="654267"/>
            <a:ext cx="4349511" cy="6280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 dirty="0"/>
              <a:t>3.1. </a:t>
            </a:r>
            <a:r>
              <a:rPr lang="ja-JP" altLang="en-US" sz="2400" dirty="0"/>
              <a:t>ライブラリのインポート</a:t>
            </a:r>
          </a:p>
        </p:txBody>
      </p:sp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DA01C82F-1611-85D7-7C58-CDB762604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010" y="588370"/>
            <a:ext cx="2985015" cy="2505135"/>
          </a:xfrm>
          <a:prstGeom prst="rect">
            <a:avLst/>
          </a:prstGeom>
        </p:spPr>
      </p:pic>
      <p:pic>
        <p:nvPicPr>
          <p:cNvPr id="8" name="図 7" descr="テキスト&#10;&#10;自動的に生成された説明">
            <a:extLst>
              <a:ext uri="{FF2B5EF4-FFF2-40B4-BE49-F238E27FC236}">
                <a16:creationId xmlns:a16="http://schemas.microsoft.com/office/drawing/2014/main" id="{C8690B5F-9E85-8B71-DA05-5CF58D1B7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03" y="3410439"/>
            <a:ext cx="9052167" cy="227423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BDBB29F-70F5-8CE0-51B4-1588BBDA5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03" y="5909625"/>
            <a:ext cx="10021699" cy="61921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860782-548D-9E79-D889-3BFEB09DFC3C}"/>
              </a:ext>
            </a:extLst>
          </p:cNvPr>
          <p:cNvSpPr txBox="1"/>
          <p:nvPr/>
        </p:nvSpPr>
        <p:spPr>
          <a:xfrm>
            <a:off x="1036234" y="2591776"/>
            <a:ext cx="4666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mini_speech_commands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データセットのダウンロード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536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363792" y="748543"/>
            <a:ext cx="5201266" cy="470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 dirty="0"/>
              <a:t>3.2. </a:t>
            </a:r>
            <a:r>
              <a:rPr lang="ja-JP" altLang="en-US" sz="2400" dirty="0"/>
              <a:t>定数の定義、各ディレクトリの作成</a:t>
            </a:r>
          </a:p>
        </p:txBody>
      </p:sp>
      <p:pic>
        <p:nvPicPr>
          <p:cNvPr id="4" name="図 3" descr="テキスト&#10;&#10;自動的に生成された説明">
            <a:extLst>
              <a:ext uri="{FF2B5EF4-FFF2-40B4-BE49-F238E27FC236}">
                <a16:creationId xmlns:a16="http://schemas.microsoft.com/office/drawing/2014/main" id="{1D24BF8D-6F33-461D-8D3E-85148FF33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2" y="1383299"/>
            <a:ext cx="4410691" cy="4248743"/>
          </a:xfrm>
          <a:prstGeom prst="rect">
            <a:avLst/>
          </a:prstGeom>
        </p:spPr>
      </p:pic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5B5FEF40-8108-3033-A144-7B7A5B1C7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643" y="1219287"/>
            <a:ext cx="6473888" cy="539217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9AFD90-11E1-3BA4-1201-C5B88D0EDECA}"/>
              </a:ext>
            </a:extLst>
          </p:cNvPr>
          <p:cNvSpPr txBox="1"/>
          <p:nvPr/>
        </p:nvSpPr>
        <p:spPr>
          <a:xfrm>
            <a:off x="7462683" y="1809135"/>
            <a:ext cx="384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データセットを学習・検証のデータと、テストデータに分ける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1EA1E0-E800-824C-6C9B-56991880A389}"/>
              </a:ext>
            </a:extLst>
          </p:cNvPr>
          <p:cNvSpPr txBox="1"/>
          <p:nvPr/>
        </p:nvSpPr>
        <p:spPr>
          <a:xfrm>
            <a:off x="8347587" y="5995078"/>
            <a:ext cx="384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データ長を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秒に合わせる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ECD5DC3-7580-BB3E-3DE4-12BE5DDDAB4F}"/>
              </a:ext>
            </a:extLst>
          </p:cNvPr>
          <p:cNvSpPr txBox="1"/>
          <p:nvPr/>
        </p:nvSpPr>
        <p:spPr>
          <a:xfrm>
            <a:off x="7528632" y="3479205"/>
            <a:ext cx="3985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TrainData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TestData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ディレクトリに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wav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ファイルを振り分け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学習・検証用とテスト用</a:t>
            </a:r>
            <a:r>
              <a:rPr lang="en-US" altLang="ja-JP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2CBFA025-99CC-1B44-BD2A-C5B4F327E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15" y="5796054"/>
            <a:ext cx="4518023" cy="71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2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462115" y="709214"/>
            <a:ext cx="5201266" cy="470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 dirty="0"/>
              <a:t>3.3. </a:t>
            </a:r>
            <a:r>
              <a:rPr lang="ja-JP" altLang="en-US" sz="2400" dirty="0"/>
              <a:t>学習用・検証用のデータファイルの作成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1EA1E0-E800-824C-6C9B-56991880A389}"/>
              </a:ext>
            </a:extLst>
          </p:cNvPr>
          <p:cNvSpPr txBox="1"/>
          <p:nvPr/>
        </p:nvSpPr>
        <p:spPr>
          <a:xfrm>
            <a:off x="7379110" y="3105834"/>
            <a:ext cx="384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0000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7600</a:t>
            </a:r>
            <a:r>
              <a:rPr kumimoji="1" lang="ja-JP" altLang="en-US" dirty="0">
                <a:solidFill>
                  <a:srgbClr val="000000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件のデータを学習用：検証用＝</a:t>
            </a:r>
            <a:r>
              <a:rPr kumimoji="1" lang="en-US" altLang="ja-JP" dirty="0">
                <a:solidFill>
                  <a:srgbClr val="000000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8:2</a:t>
            </a:r>
            <a:r>
              <a:rPr kumimoji="1" lang="ja-JP" altLang="en-US" dirty="0">
                <a:solidFill>
                  <a:srgbClr val="000000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に分ける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4DD87DC9-5C00-7194-CA07-EEA4187166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r="-1387" b="15259"/>
          <a:stretch/>
        </p:blipFill>
        <p:spPr>
          <a:xfrm>
            <a:off x="632658" y="1337274"/>
            <a:ext cx="6423512" cy="5048865"/>
          </a:xfrm>
          <a:prstGeom prst="rect">
            <a:avLst/>
          </a:prstGeom>
        </p:spPr>
      </p:pic>
      <p:pic>
        <p:nvPicPr>
          <p:cNvPr id="3" name="図 2" descr="テキスト&#10;&#10;自動的に生成された説明">
            <a:extLst>
              <a:ext uri="{FF2B5EF4-FFF2-40B4-BE49-F238E27FC236}">
                <a16:creationId xmlns:a16="http://schemas.microsoft.com/office/drawing/2014/main" id="{48E19E01-DACD-A935-1884-6C6A0A1016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" t="87302" r="35214" b="-1826"/>
          <a:stretch/>
        </p:blipFill>
        <p:spPr>
          <a:xfrm>
            <a:off x="7379110" y="4080387"/>
            <a:ext cx="4180232" cy="8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6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344128" y="811583"/>
            <a:ext cx="5201266" cy="470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 dirty="0"/>
              <a:t>3.4. </a:t>
            </a:r>
            <a:r>
              <a:rPr lang="ja-JP" altLang="en-US" sz="2400" dirty="0"/>
              <a:t>ホワイトノイズを含めたデータの作成</a:t>
            </a:r>
          </a:p>
        </p:txBody>
      </p:sp>
      <p:pic>
        <p:nvPicPr>
          <p:cNvPr id="4" name="図 3" descr="テキスト&#10;&#10;自動的に生成された説明">
            <a:extLst>
              <a:ext uri="{FF2B5EF4-FFF2-40B4-BE49-F238E27FC236}">
                <a16:creationId xmlns:a16="http://schemas.microsoft.com/office/drawing/2014/main" id="{CFEA8772-A2EB-8C98-F147-69831912807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" r="7461" b="16397"/>
          <a:stretch/>
        </p:blipFill>
        <p:spPr>
          <a:xfrm>
            <a:off x="511275" y="1766308"/>
            <a:ext cx="5968181" cy="3464454"/>
          </a:xfrm>
          <a:prstGeom prst="rect">
            <a:avLst/>
          </a:prstGeom>
        </p:spPr>
      </p:pic>
      <p:pic>
        <p:nvPicPr>
          <p:cNvPr id="9" name="図 8" descr="グラフ, ヒストグラム&#10;&#10;自動的に生成された説明">
            <a:extLst>
              <a:ext uri="{FF2B5EF4-FFF2-40B4-BE49-F238E27FC236}">
                <a16:creationId xmlns:a16="http://schemas.microsoft.com/office/drawing/2014/main" id="{D20B5E21-4315-DD9D-53F4-458357F270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251" y="302562"/>
            <a:ext cx="4349511" cy="3126438"/>
          </a:xfrm>
          <a:prstGeom prst="rect">
            <a:avLst/>
          </a:prstGeom>
        </p:spPr>
      </p:pic>
      <p:pic>
        <p:nvPicPr>
          <p:cNvPr id="11" name="図 10" descr="グラフ, ヒストグラム&#10;&#10;自動的に生成された説明">
            <a:extLst>
              <a:ext uri="{FF2B5EF4-FFF2-40B4-BE49-F238E27FC236}">
                <a16:creationId xmlns:a16="http://schemas.microsoft.com/office/drawing/2014/main" id="{29F38243-3266-4F35-6F28-0F6B6D4815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251" y="3498535"/>
            <a:ext cx="4352242" cy="3128400"/>
          </a:xfrm>
          <a:prstGeom prst="rect">
            <a:avLst/>
          </a:prstGeom>
        </p:spPr>
      </p:pic>
      <p:pic>
        <p:nvPicPr>
          <p:cNvPr id="3" name="7614">
            <a:hlinkClick r:id="" action="ppaction://media"/>
            <a:extLst>
              <a:ext uri="{FF2B5EF4-FFF2-40B4-BE49-F238E27FC236}">
                <a16:creationId xmlns:a16="http://schemas.microsoft.com/office/drawing/2014/main" id="{AD75E31E-B597-F917-D05A-AACEF8537F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347969" y="742155"/>
            <a:ext cx="609600" cy="609600"/>
          </a:xfrm>
          <a:prstGeom prst="rect">
            <a:avLst/>
          </a:prstGeom>
        </p:spPr>
      </p:pic>
      <p:pic>
        <p:nvPicPr>
          <p:cNvPr id="6" name="7614">
            <a:hlinkClick r:id="" action="ppaction://media"/>
            <a:extLst>
              <a:ext uri="{FF2B5EF4-FFF2-40B4-BE49-F238E27FC236}">
                <a16:creationId xmlns:a16="http://schemas.microsoft.com/office/drawing/2014/main" id="{CA3C4BEC-E29E-407B-B7C2-CF75BAD9120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347969" y="387969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2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235973" y="811583"/>
            <a:ext cx="5201266" cy="470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 dirty="0"/>
              <a:t>3.5. </a:t>
            </a:r>
            <a:r>
              <a:rPr lang="ja-JP" altLang="en-US" sz="2400" dirty="0"/>
              <a:t>ライブラリのインポート、定数の定義</a:t>
            </a:r>
          </a:p>
        </p:txBody>
      </p:sp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6D29538D-74FE-3D08-B8FC-8DA1EA4666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" b="42938"/>
          <a:stretch/>
        </p:blipFill>
        <p:spPr>
          <a:xfrm>
            <a:off x="947109" y="1570747"/>
            <a:ext cx="8339115" cy="2623566"/>
          </a:xfrm>
          <a:prstGeom prst="rect">
            <a:avLst/>
          </a:prstGeom>
        </p:spPr>
      </p:pic>
      <p:pic>
        <p:nvPicPr>
          <p:cNvPr id="7" name="図 6" descr="テキスト&#10;&#10;自動的に生成された説明">
            <a:extLst>
              <a:ext uri="{FF2B5EF4-FFF2-40B4-BE49-F238E27FC236}">
                <a16:creationId xmlns:a16="http://schemas.microsoft.com/office/drawing/2014/main" id="{C2CAE62F-8736-69D5-EB19-2F563BCA21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" t="66923" r="46848" b="1503"/>
          <a:stretch/>
        </p:blipFill>
        <p:spPr>
          <a:xfrm>
            <a:off x="947109" y="4482733"/>
            <a:ext cx="5125912" cy="169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32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/>
              <a:t>3. </a:t>
            </a:r>
            <a:r>
              <a:rPr lang="ja-JP" altLang="en-US" sz="3200"/>
              <a:t>音声のノイズ除去</a:t>
            </a:r>
            <a:endParaRPr lang="ja-JP" altLang="en-US" sz="3200" dirty="0"/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434756" y="811583"/>
            <a:ext cx="5201266" cy="470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lang="en-US" altLang="ja-JP" sz="2400"/>
              <a:t>3.6. </a:t>
            </a:r>
            <a:r>
              <a:rPr lang="ja-JP" altLang="en-US" sz="2400"/>
              <a:t>学習、検証用データへのノイズ付与</a:t>
            </a:r>
            <a:endParaRPr lang="ja-JP" altLang="en-US" sz="2400" dirty="0"/>
          </a:p>
        </p:txBody>
      </p:sp>
      <p:pic>
        <p:nvPicPr>
          <p:cNvPr id="4" name="図 3" descr="テキスト&#10;&#10;自動的に生成された説明">
            <a:extLst>
              <a:ext uri="{FF2B5EF4-FFF2-40B4-BE49-F238E27FC236}">
                <a16:creationId xmlns:a16="http://schemas.microsoft.com/office/drawing/2014/main" id="{1D2CB78D-AA0C-C6AE-F06D-8F198DC30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14" y="1424028"/>
            <a:ext cx="5856005" cy="5240510"/>
          </a:xfrm>
          <a:prstGeom prst="rect">
            <a:avLst/>
          </a:prstGeom>
        </p:spPr>
      </p:pic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27E90A1D-199C-ABB3-42E3-82C8CAE2B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092" y="1424028"/>
            <a:ext cx="5106113" cy="244826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A4B006-3D28-46A9-6A4F-57AAD6E1E766}"/>
              </a:ext>
            </a:extLst>
          </p:cNvPr>
          <p:cNvSpPr txBox="1"/>
          <p:nvPr/>
        </p:nvSpPr>
        <p:spPr>
          <a:xfrm>
            <a:off x="7285703" y="497636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ノイズ付与のためのクラスを定義</a:t>
            </a:r>
          </a:p>
        </p:txBody>
      </p:sp>
    </p:spTree>
    <p:extLst>
      <p:ext uri="{BB962C8B-B14F-4D97-AF65-F5344CB8AC3E}">
        <p14:creationId xmlns:p14="http://schemas.microsoft.com/office/powerpoint/2010/main" val="2294912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519622" y="941446"/>
            <a:ext cx="6449962" cy="4707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pPr algn="l"/>
            <a:r>
              <a:rPr lang="en-US" altLang="ja-JP" sz="2000" dirty="0"/>
              <a:t>3.7. </a:t>
            </a:r>
            <a:r>
              <a:rPr lang="ja-JP" altLang="en-US" sz="2000" dirty="0"/>
              <a:t>畳み込みオートエンコーダー</a:t>
            </a:r>
            <a:endParaRPr lang="en-US" altLang="ja-JP" sz="2000" dirty="0"/>
          </a:p>
          <a:p>
            <a:pPr algn="l"/>
            <a:r>
              <a:rPr lang="ja-JP" altLang="en-US" sz="2000" dirty="0"/>
              <a:t>　　　　</a:t>
            </a:r>
            <a:r>
              <a:rPr lang="en-US" altLang="ja-JP" sz="2000" dirty="0"/>
              <a:t>(CAE)</a:t>
            </a:r>
            <a:r>
              <a:rPr lang="ja-JP" altLang="en-US" sz="2000" dirty="0"/>
              <a:t>モデルの構築</a:t>
            </a:r>
          </a:p>
        </p:txBody>
      </p:sp>
      <p:pic>
        <p:nvPicPr>
          <p:cNvPr id="4" name="図 3" descr="テキスト&#10;&#10;自動的に生成された説明">
            <a:extLst>
              <a:ext uri="{FF2B5EF4-FFF2-40B4-BE49-F238E27FC236}">
                <a16:creationId xmlns:a16="http://schemas.microsoft.com/office/drawing/2014/main" id="{9FA51509-82C3-7611-8DE5-F087C8919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2" y="1542053"/>
            <a:ext cx="5162039" cy="5204282"/>
          </a:xfrm>
          <a:prstGeom prst="rect">
            <a:avLst/>
          </a:prstGeom>
        </p:spPr>
      </p:pic>
      <p:pic>
        <p:nvPicPr>
          <p:cNvPr id="9" name="図 8" descr="テキスト&#10;&#10;自動的に生成された説明">
            <a:extLst>
              <a:ext uri="{FF2B5EF4-FFF2-40B4-BE49-F238E27FC236}">
                <a16:creationId xmlns:a16="http://schemas.microsoft.com/office/drawing/2014/main" id="{3367C565-F38A-1A6B-248F-8952B56FD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60173"/>
            <a:ext cx="5663598" cy="62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49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508192" y="811583"/>
            <a:ext cx="2006408" cy="4707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pPr algn="l"/>
            <a:r>
              <a:rPr lang="en-US" altLang="ja-JP" sz="2000" dirty="0"/>
              <a:t>3.8.</a:t>
            </a:r>
            <a:r>
              <a:rPr lang="ja-JP" altLang="en-US" sz="2000" dirty="0"/>
              <a:t>学習、検証</a:t>
            </a:r>
            <a:r>
              <a:rPr lang="en-US" altLang="ja-JP" sz="2000" dirty="0"/>
              <a:t> </a:t>
            </a:r>
            <a:endParaRPr lang="ja-JP" altLang="en-US" sz="2000" dirty="0"/>
          </a:p>
        </p:txBody>
      </p:sp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0BE154D9-C366-0B52-427F-6F260F24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93" y="1486914"/>
            <a:ext cx="6361238" cy="100848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AEE50E-8910-9A97-0400-51CAC32D3BB1}"/>
              </a:ext>
            </a:extLst>
          </p:cNvPr>
          <p:cNvSpPr txBox="1"/>
          <p:nvPr/>
        </p:nvSpPr>
        <p:spPr>
          <a:xfrm>
            <a:off x="7667072" y="1806493"/>
            <a:ext cx="286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←学習データの読み込み</a:t>
            </a:r>
          </a:p>
        </p:txBody>
      </p:sp>
      <p:pic>
        <p:nvPicPr>
          <p:cNvPr id="10" name="図 9" descr="テキスト&#10;&#10;自動的に生成された説明">
            <a:extLst>
              <a:ext uri="{FF2B5EF4-FFF2-40B4-BE49-F238E27FC236}">
                <a16:creationId xmlns:a16="http://schemas.microsoft.com/office/drawing/2014/main" id="{CA4882C3-7511-99BE-E931-6872CA94B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92" y="2716924"/>
            <a:ext cx="8338628" cy="3900326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F0BDB9-94A2-2FA9-36CC-58D1F0EB620E}"/>
              </a:ext>
            </a:extLst>
          </p:cNvPr>
          <p:cNvSpPr txBox="1"/>
          <p:nvPr/>
        </p:nvSpPr>
        <p:spPr>
          <a:xfrm>
            <a:off x="9786968" y="4465487"/>
            <a:ext cx="979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←学習</a:t>
            </a:r>
          </a:p>
        </p:txBody>
      </p:sp>
    </p:spTree>
    <p:extLst>
      <p:ext uri="{BB962C8B-B14F-4D97-AF65-F5344CB8AC3E}">
        <p14:creationId xmlns:p14="http://schemas.microsoft.com/office/powerpoint/2010/main" val="3284536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519622" y="840070"/>
            <a:ext cx="1731965" cy="336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pPr algn="l"/>
            <a:r>
              <a:rPr lang="en-US" altLang="ja-JP" sz="2000" dirty="0"/>
              <a:t>3.9. </a:t>
            </a:r>
            <a:r>
              <a:rPr lang="ja-JP" altLang="en-US" sz="2000" dirty="0"/>
              <a:t>テスト</a:t>
            </a:r>
          </a:p>
        </p:txBody>
      </p:sp>
      <p:pic>
        <p:nvPicPr>
          <p:cNvPr id="6" name="図 5" descr="テキスト&#10;&#10;自動的に生成された説明">
            <a:extLst>
              <a:ext uri="{FF2B5EF4-FFF2-40B4-BE49-F238E27FC236}">
                <a16:creationId xmlns:a16="http://schemas.microsoft.com/office/drawing/2014/main" id="{234870BC-A8C0-8CD6-057E-6CB1FA87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54" y="811583"/>
            <a:ext cx="7128094" cy="58561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EB3676-60BE-1946-DFC9-2C95FEAAE648}"/>
              </a:ext>
            </a:extLst>
          </p:cNvPr>
          <p:cNvSpPr txBox="1"/>
          <p:nvPr/>
        </p:nvSpPr>
        <p:spPr>
          <a:xfrm>
            <a:off x="720937" y="3023883"/>
            <a:ext cx="3967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元データの大きさの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に正規化→</a:t>
            </a:r>
          </a:p>
        </p:txBody>
      </p:sp>
    </p:spTree>
    <p:extLst>
      <p:ext uri="{BB962C8B-B14F-4D97-AF65-F5344CB8AC3E}">
        <p14:creationId xmlns:p14="http://schemas.microsoft.com/office/powerpoint/2010/main" val="532124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3" y="18352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3. </a:t>
            </a:r>
            <a:r>
              <a:rPr lang="ja-JP" altLang="en-US" sz="3200" dirty="0"/>
              <a:t>音声のノイズ除去</a:t>
            </a:r>
          </a:p>
        </p:txBody>
      </p:sp>
      <p:sp>
        <p:nvSpPr>
          <p:cNvPr id="2" name="タイトル 4">
            <a:extLst>
              <a:ext uri="{FF2B5EF4-FFF2-40B4-BE49-F238E27FC236}">
                <a16:creationId xmlns:a16="http://schemas.microsoft.com/office/drawing/2014/main" id="{9BEAE486-A419-EC71-0204-699B8FC7F5E8}"/>
              </a:ext>
            </a:extLst>
          </p:cNvPr>
          <p:cNvSpPr txBox="1">
            <a:spLocks/>
          </p:cNvSpPr>
          <p:nvPr/>
        </p:nvSpPr>
        <p:spPr>
          <a:xfrm>
            <a:off x="519622" y="840070"/>
            <a:ext cx="1731965" cy="336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pPr algn="l"/>
            <a:r>
              <a:rPr lang="en-US" altLang="ja-JP" sz="2000" dirty="0"/>
              <a:t>3.9. </a:t>
            </a:r>
            <a:r>
              <a:rPr lang="ja-JP" altLang="en-US" sz="2000" dirty="0"/>
              <a:t>比較</a:t>
            </a:r>
          </a:p>
        </p:txBody>
      </p:sp>
      <p:pic>
        <p:nvPicPr>
          <p:cNvPr id="4" name="図 3" descr="グラフ, ヒストグラム&#10;&#10;自動的に生成された説明">
            <a:extLst>
              <a:ext uri="{FF2B5EF4-FFF2-40B4-BE49-F238E27FC236}">
                <a16:creationId xmlns:a16="http://schemas.microsoft.com/office/drawing/2014/main" id="{08B389F1-D5BC-2506-8A0E-41F82F08D1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33" y="1836246"/>
            <a:ext cx="5495555" cy="395021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275C7B-3675-6A26-1061-C59A93F25F0F}"/>
              </a:ext>
            </a:extLst>
          </p:cNvPr>
          <p:cNvSpPr txBox="1"/>
          <p:nvPr/>
        </p:nvSpPr>
        <p:spPr>
          <a:xfrm>
            <a:off x="8552890" y="1252012"/>
            <a:ext cx="163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ノイズ除去後</a:t>
            </a:r>
          </a:p>
        </p:txBody>
      </p:sp>
      <p:pic>
        <p:nvPicPr>
          <p:cNvPr id="8" name="図 7" descr="グラフ, ヒストグラム&#10;&#10;自動的に生成された説明">
            <a:extLst>
              <a:ext uri="{FF2B5EF4-FFF2-40B4-BE49-F238E27FC236}">
                <a16:creationId xmlns:a16="http://schemas.microsoft.com/office/drawing/2014/main" id="{A2E66BF4-CF09-E43B-5BD8-22E43D70E4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56" y="1436678"/>
            <a:ext cx="3508531" cy="2521940"/>
          </a:xfrm>
          <a:prstGeom prst="rect">
            <a:avLst/>
          </a:prstGeom>
        </p:spPr>
      </p:pic>
      <p:pic>
        <p:nvPicPr>
          <p:cNvPr id="9" name="図 8" descr="グラフ, ヒストグラム&#10;&#10;自動的に生成された説明">
            <a:extLst>
              <a:ext uri="{FF2B5EF4-FFF2-40B4-BE49-F238E27FC236}">
                <a16:creationId xmlns:a16="http://schemas.microsoft.com/office/drawing/2014/main" id="{081C02E6-CAF9-616C-C3B6-40345C4EA1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56" y="3958618"/>
            <a:ext cx="3508531" cy="252193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9B4CDD-D7AF-F087-DC3E-AFECC3057B79}"/>
              </a:ext>
            </a:extLst>
          </p:cNvPr>
          <p:cNvSpPr txBox="1"/>
          <p:nvPr/>
        </p:nvSpPr>
        <p:spPr>
          <a:xfrm>
            <a:off x="4458142" y="2512982"/>
            <a:ext cx="1172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元データ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F1CF2D-E102-E9D8-C456-BE7FA06AC55D}"/>
              </a:ext>
            </a:extLst>
          </p:cNvPr>
          <p:cNvSpPr txBox="1"/>
          <p:nvPr/>
        </p:nvSpPr>
        <p:spPr>
          <a:xfrm>
            <a:off x="4414846" y="4850255"/>
            <a:ext cx="125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ノイズ付加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7614">
            <a:hlinkClick r:id="" action="ppaction://media"/>
            <a:extLst>
              <a:ext uri="{FF2B5EF4-FFF2-40B4-BE49-F238E27FC236}">
                <a16:creationId xmlns:a16="http://schemas.microsoft.com/office/drawing/2014/main" id="{45576320-4FD4-FDEF-2EEA-66D8A8264D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01128" y="1767752"/>
            <a:ext cx="609600" cy="609600"/>
          </a:xfrm>
          <a:prstGeom prst="rect">
            <a:avLst/>
          </a:prstGeom>
        </p:spPr>
      </p:pic>
      <p:pic>
        <p:nvPicPr>
          <p:cNvPr id="6" name="7614">
            <a:hlinkClick r:id="" action="ppaction://media"/>
            <a:extLst>
              <a:ext uri="{FF2B5EF4-FFF2-40B4-BE49-F238E27FC236}">
                <a16:creationId xmlns:a16="http://schemas.microsoft.com/office/drawing/2014/main" id="{412D0C68-C21A-36C3-AD1C-47F77E1E2C7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01128" y="4251752"/>
            <a:ext cx="609600" cy="609600"/>
          </a:xfrm>
          <a:prstGeom prst="rect">
            <a:avLst/>
          </a:prstGeom>
        </p:spPr>
      </p:pic>
      <p:pic>
        <p:nvPicPr>
          <p:cNvPr id="12" name="7614">
            <a:hlinkClick r:id="" action="ppaction://media"/>
            <a:extLst>
              <a:ext uri="{FF2B5EF4-FFF2-40B4-BE49-F238E27FC236}">
                <a16:creationId xmlns:a16="http://schemas.microsoft.com/office/drawing/2014/main" id="{76A54744-C709-D660-9409-D5B10897C686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099394" y="246193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7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97985CF-5781-36F8-FFA2-65137CC3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0868" y="194033"/>
            <a:ext cx="4349511" cy="628060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4. </a:t>
            </a:r>
            <a:r>
              <a:rPr lang="ja-JP" altLang="en-US" sz="3200" dirty="0"/>
              <a:t>今後について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118842C-4FB9-D986-6159-29B432E4A8F3}"/>
              </a:ext>
            </a:extLst>
          </p:cNvPr>
          <p:cNvSpPr txBox="1"/>
          <p:nvPr/>
        </p:nvSpPr>
        <p:spPr>
          <a:xfrm>
            <a:off x="1287263" y="1601069"/>
            <a:ext cx="91706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今回用いたノイズの種類は音声ではホワイトノイズ、画像ではガウシアンノイズとマスキングノイズ。</a:t>
            </a:r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→ハウリングノイズやバズノイズなど、実際はより多くの種類がある。</a:t>
            </a:r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画像や音声データのノイズ除去は医療画像診断や異常検知などに使われている。</a:t>
            </a:r>
            <a:endParaRPr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→精度の高さが重要</a:t>
            </a:r>
            <a:endParaRPr kumimoji="1"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→性能の評価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96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717</Words>
  <Application>Microsoft Office PowerPoint</Application>
  <PresentationFormat>ワイド画面</PresentationFormat>
  <Paragraphs>107</Paragraphs>
  <Slides>25</Slides>
  <Notes>1</Notes>
  <HiddenSlides>0</HiddenSlides>
  <MMClips>5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0" baseType="lpstr">
      <vt:lpstr>BIZ UDPゴシック</vt:lpstr>
      <vt:lpstr>Arial</vt:lpstr>
      <vt:lpstr>Cambria Math</vt:lpstr>
      <vt:lpstr>Wingdings</vt:lpstr>
      <vt:lpstr>Office テーマ</vt:lpstr>
      <vt:lpstr>進捗報告　5月17日</vt:lpstr>
      <vt:lpstr>目次</vt:lpstr>
      <vt:lpstr>1. Autoencoder、CAE、DAEとは</vt:lpstr>
      <vt:lpstr>1. Autoencoder、CAE、DAEとは</vt:lpstr>
      <vt:lpstr>1. Autoencoder、CAE、DAEとは</vt:lpstr>
      <vt:lpstr>2. 画像(MNIST)のノイズ除去</vt:lpstr>
      <vt:lpstr>2. 画像(MNIST)のノイズ除去</vt:lpstr>
      <vt:lpstr>2. 画像(MNIST)のノイズ除去</vt:lpstr>
      <vt:lpstr>2. 画像(MNIST)のノイズ除去</vt:lpstr>
      <vt:lpstr>2. 画像(MNIST)のノイズ除去</vt:lpstr>
      <vt:lpstr>2. 画像(MNIST)のノイズ除去</vt:lpstr>
      <vt:lpstr>2. 画像(MNIST)のノイズ除去</vt:lpstr>
      <vt:lpstr>2. 画像(MNIST)のノイズ除去</vt:lpstr>
      <vt:lpstr>2. 画像(MNIST)のノイズ除去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3. 音声のノイズ除去</vt:lpstr>
      <vt:lpstr>4. 今後について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shiba</dc:creator>
  <cp:lastModifiedBy>shiba</cp:lastModifiedBy>
  <cp:revision>2</cp:revision>
  <dcterms:created xsi:type="dcterms:W3CDTF">2024-05-10T16:08:04Z</dcterms:created>
  <dcterms:modified xsi:type="dcterms:W3CDTF">2024-05-17T03:37:05Z</dcterms:modified>
</cp:coreProperties>
</file>
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7" r:id="rId3"/>
    <p:sldId id="295" r:id="rId4"/>
    <p:sldId id="299" r:id="rId5"/>
    <p:sldId id="278" r:id="rId6"/>
    <p:sldId id="296" r:id="rId7"/>
    <p:sldId id="277" r:id="rId8"/>
    <p:sldId id="297" r:id="rId9"/>
    <p:sldId id="292" r:id="rId10"/>
    <p:sldId id="291" r:id="rId11"/>
    <p:sldId id="308" r:id="rId12"/>
    <p:sldId id="309" r:id="rId13"/>
    <p:sldId id="300" r:id="rId14"/>
    <p:sldId id="293" r:id="rId15"/>
    <p:sldId id="302" r:id="rId16"/>
    <p:sldId id="301" r:id="rId17"/>
    <p:sldId id="298" r:id="rId18"/>
    <p:sldId id="304" r:id="rId19"/>
    <p:sldId id="305" r:id="rId20"/>
    <p:sldId id="306" r:id="rId21"/>
    <p:sldId id="307" r:id="rId22"/>
    <p:sldId id="289" r:id="rId23"/>
    <p:sldId id="303" r:id="rId24"/>
    <p:sldId id="287" r:id="rId25"/>
    <p:sldId id="269" r:id="rId26"/>
  </p:sldIdLst>
  <p:sldSz cx="18288000" cy="10287000"/>
  <p:notesSz cx="6858000" cy="9144000"/>
  <p:embeddedFontLst>
    <p:embeddedFont>
      <p:font typeface="Source Han Sans JP" panose="020B0600070205080204" charset="-128"/>
      <p:regular r:id="rId28"/>
    </p:embeddedFont>
    <p:embeddedFont>
      <p:font typeface="Source Han Sans JP Bold" panose="020B0600070205080204" charset="-128"/>
      <p:regular r:id="rId29"/>
    </p:embeddedFont>
    <p:embeddedFont>
      <p:font typeface="Source Han Sans JP Medium" panose="020B0600070205080204" charset="-128"/>
      <p:regular r:id="rId30"/>
    </p:embeddedFont>
    <p:embeddedFont>
      <p:font typeface="Century Gothic Paneuropean" panose="020B0600070205080204" charset="0"/>
      <p:regular r:id="rId31"/>
    </p:embeddedFont>
    <p:embeddedFont>
      <p:font typeface="Now" panose="020B0600070205080204" charset="0"/>
      <p:regular r:id="rId32"/>
    </p:embeddedFont>
    <p:embeddedFont>
      <p:font typeface="Now Medium" panose="020B0600070205080204" charset="0"/>
      <p:regular r:id="rId33"/>
    </p:embeddedFont>
    <p:embeddedFont>
      <p:font typeface="游ゴシック" panose="020B0400000000000000" pitchFamily="50" charset="-128"/>
      <p:regular r:id="rId34"/>
      <p:bold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F1F1"/>
    <a:srgbClr val="BBD7D6"/>
    <a:srgbClr val="A0C8C7"/>
    <a:srgbClr val="7CB2B1"/>
    <a:srgbClr val="8BBBBA"/>
    <a:srgbClr val="6CA8A7"/>
    <a:srgbClr val="64A4A3"/>
    <a:srgbClr val="406D6C"/>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773C4E-3CB9-4613-B3D7-D04DBFA35434}" v="38" dt="2024-11-20T10:14:04.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bariku0623@icloud.com" userId="47b6e960b06a1f92" providerId="LiveId" clId="{D15B5418-841C-4577-A6C3-663632A3D129}"/>
    <pc:docChg chg="undo custSel addSld delSld modSld sldOrd">
      <pc:chgData name="shibariku0623@icloud.com" userId="47b6e960b06a1f92" providerId="LiveId" clId="{D15B5418-841C-4577-A6C3-663632A3D129}" dt="2024-10-29T01:06:17.055" v="6370" actId="207"/>
      <pc:docMkLst>
        <pc:docMk/>
      </pc:docMkLst>
      <pc:sldChg chg="modSp mod">
        <pc:chgData name="shibariku0623@icloud.com" userId="47b6e960b06a1f92" providerId="LiveId" clId="{D15B5418-841C-4577-A6C3-663632A3D129}" dt="2024-10-29T00:35:24.825" v="6360" actId="20577"/>
        <pc:sldMkLst>
          <pc:docMk/>
          <pc:sldMk cId="0" sldId="256"/>
        </pc:sldMkLst>
        <pc:spChg chg="mod">
          <ac:chgData name="shibariku0623@icloud.com" userId="47b6e960b06a1f92" providerId="LiveId" clId="{D15B5418-841C-4577-A6C3-663632A3D129}" dt="2024-10-29T00:35:24.825" v="6360" actId="20577"/>
          <ac:spMkLst>
            <pc:docMk/>
            <pc:sldMk cId="0" sldId="256"/>
            <ac:spMk id="19" creationId="{00000000-0000-0000-0000-000000000000}"/>
          </ac:spMkLst>
        </pc:spChg>
      </pc:sldChg>
      <pc:sldChg chg="modSp mod">
        <pc:chgData name="shibariku0623@icloud.com" userId="47b6e960b06a1f92" providerId="LiveId" clId="{D15B5418-841C-4577-A6C3-663632A3D129}" dt="2024-10-24T15:33:59.749" v="507" actId="20577"/>
        <pc:sldMkLst>
          <pc:docMk/>
          <pc:sldMk cId="0" sldId="263"/>
        </pc:sldMkLst>
        <pc:spChg chg="mod">
          <ac:chgData name="shibariku0623@icloud.com" userId="47b6e960b06a1f92" providerId="LiveId" clId="{D15B5418-841C-4577-A6C3-663632A3D129}" dt="2024-10-24T15:33:59.749" v="507" actId="20577"/>
          <ac:spMkLst>
            <pc:docMk/>
            <pc:sldMk cId="0" sldId="263"/>
            <ac:spMk id="25" creationId="{00000000-0000-0000-0000-000000000000}"/>
          </ac:spMkLst>
        </pc:spChg>
      </pc:sldChg>
      <pc:sldChg chg="addSp delSp modSp mod ord">
        <pc:chgData name="shibariku0623@icloud.com" userId="47b6e960b06a1f92" providerId="LiveId" clId="{D15B5418-841C-4577-A6C3-663632A3D129}" dt="2024-10-29T00:14:30.795" v="6354" actId="20577"/>
        <pc:sldMkLst>
          <pc:docMk/>
          <pc:sldMk cId="3968650787" sldId="275"/>
        </pc:sldMkLst>
        <pc:spChg chg="mod">
          <ac:chgData name="shibariku0623@icloud.com" userId="47b6e960b06a1f92" providerId="LiveId" clId="{D15B5418-841C-4577-A6C3-663632A3D129}" dt="2024-10-25T07:02:35.255" v="666" actId="20577"/>
          <ac:spMkLst>
            <pc:docMk/>
            <pc:sldMk cId="3968650787" sldId="275"/>
            <ac:spMk id="74" creationId="{B69AE8EE-A579-B597-C565-3CA3039847F5}"/>
          </ac:spMkLst>
        </pc:spChg>
        <pc:spChg chg="mod">
          <ac:chgData name="shibariku0623@icloud.com" userId="47b6e960b06a1f92" providerId="LiveId" clId="{D15B5418-841C-4577-A6C3-663632A3D129}" dt="2024-10-25T07:02:34.785" v="664" actId="20577"/>
          <ac:spMkLst>
            <pc:docMk/>
            <pc:sldMk cId="3968650787" sldId="275"/>
            <ac:spMk id="77" creationId="{86EFD5B6-52BA-78A8-CFB3-B149E3E5895F}"/>
          </ac:spMkLst>
        </pc:spChg>
        <pc:spChg chg="mod">
          <ac:chgData name="shibariku0623@icloud.com" userId="47b6e960b06a1f92" providerId="LiveId" clId="{D15B5418-841C-4577-A6C3-663632A3D129}" dt="2024-10-25T07:02:34.237" v="661" actId="20577"/>
          <ac:spMkLst>
            <pc:docMk/>
            <pc:sldMk cId="3968650787" sldId="275"/>
            <ac:spMk id="80" creationId="{3662561F-205F-1C86-07CA-7B033591CCAC}"/>
          </ac:spMkLst>
        </pc:spChg>
        <pc:spChg chg="mod">
          <ac:chgData name="shibariku0623@icloud.com" userId="47b6e960b06a1f92" providerId="LiveId" clId="{D15B5418-841C-4577-A6C3-663632A3D129}" dt="2024-10-25T07:02:33.876" v="659" actId="20577"/>
          <ac:spMkLst>
            <pc:docMk/>
            <pc:sldMk cId="3968650787" sldId="275"/>
            <ac:spMk id="83" creationId="{1D0F8391-FC13-F78F-3818-37386D82A239}"/>
          </ac:spMkLst>
        </pc:spChg>
        <pc:spChg chg="mod">
          <ac:chgData name="shibariku0623@icloud.com" userId="47b6e960b06a1f92" providerId="LiveId" clId="{D15B5418-841C-4577-A6C3-663632A3D129}" dt="2024-10-25T07:03:04.239" v="687" actId="20577"/>
          <ac:spMkLst>
            <pc:docMk/>
            <pc:sldMk cId="3968650787" sldId="275"/>
            <ac:spMk id="86" creationId="{6A29E2D7-6C1E-14D4-7894-3ECFB735CD53}"/>
          </ac:spMkLst>
        </pc:spChg>
        <pc:spChg chg="mod">
          <ac:chgData name="shibariku0623@icloud.com" userId="47b6e960b06a1f92" providerId="LiveId" clId="{D15B5418-841C-4577-A6C3-663632A3D129}" dt="2024-10-29T00:14:30.795" v="6354" actId="20577"/>
          <ac:spMkLst>
            <pc:docMk/>
            <pc:sldMk cId="3968650787" sldId="275"/>
            <ac:spMk id="89" creationId="{7A9CA286-CC91-7C88-16BB-1000F67E6B53}"/>
          </ac:spMkLst>
        </pc:spChg>
        <pc:spChg chg="mod topLvl">
          <ac:chgData name="shibariku0623@icloud.com" userId="47b6e960b06a1f92" providerId="LiveId" clId="{D15B5418-841C-4577-A6C3-663632A3D129}" dt="2024-10-26T09:07:58.821" v="3790" actId="165"/>
          <ac:spMkLst>
            <pc:docMk/>
            <pc:sldMk cId="3968650787" sldId="275"/>
            <ac:spMk id="112" creationId="{5448011F-2B50-D963-5E65-DF039FF7EB09}"/>
          </ac:spMkLst>
        </pc:spChg>
        <pc:spChg chg="mod topLvl">
          <ac:chgData name="shibariku0623@icloud.com" userId="47b6e960b06a1f92" providerId="LiveId" clId="{D15B5418-841C-4577-A6C3-663632A3D129}" dt="2024-10-26T09:07:58.821" v="3790" actId="165"/>
          <ac:spMkLst>
            <pc:docMk/>
            <pc:sldMk cId="3968650787" sldId="275"/>
            <ac:spMk id="113" creationId="{D47C32D5-8E25-10ED-71FB-F31F7FBBAB4F}"/>
          </ac:spMkLst>
        </pc:spChg>
        <pc:spChg chg="mod topLvl">
          <ac:chgData name="shibariku0623@icloud.com" userId="47b6e960b06a1f92" providerId="LiveId" clId="{D15B5418-841C-4577-A6C3-663632A3D129}" dt="2024-10-26T09:07:58.821" v="3790" actId="165"/>
          <ac:spMkLst>
            <pc:docMk/>
            <pc:sldMk cId="3968650787" sldId="275"/>
            <ac:spMk id="115" creationId="{534B5E4D-03EE-52A6-1D22-0EEB430F8D01}"/>
          </ac:spMkLst>
        </pc:spChg>
        <pc:grpChg chg="add del mod">
          <ac:chgData name="shibariku0623@icloud.com" userId="47b6e960b06a1f92" providerId="LiveId" clId="{D15B5418-841C-4577-A6C3-663632A3D129}" dt="2024-10-26T09:07:58.821" v="3790" actId="165"/>
          <ac:grpSpMkLst>
            <pc:docMk/>
            <pc:sldMk cId="3968650787" sldId="275"/>
            <ac:grpSpMk id="22" creationId="{E77FC366-7851-AB51-0B73-6E54AA4280A9}"/>
          </ac:grpSpMkLst>
        </pc:grpChg>
      </pc:sldChg>
      <pc:sldChg chg="addSp modSp mod">
        <pc:chgData name="shibariku0623@icloud.com" userId="47b6e960b06a1f92" providerId="LiveId" clId="{D15B5418-841C-4577-A6C3-663632A3D129}" dt="2024-10-29T00:08:16.770" v="6320" actId="20577"/>
        <pc:sldMkLst>
          <pc:docMk/>
          <pc:sldMk cId="632024819" sldId="277"/>
        </pc:sldMkLst>
        <pc:spChg chg="add mod">
          <ac:chgData name="shibariku0623@icloud.com" userId="47b6e960b06a1f92" providerId="LiveId" clId="{D15B5418-841C-4577-A6C3-663632A3D129}" dt="2024-10-25T07:23:55.305" v="1394" actId="1076"/>
          <ac:spMkLst>
            <pc:docMk/>
            <pc:sldMk cId="632024819" sldId="277"/>
            <ac:spMk id="26" creationId="{D7CDFAD2-89E1-03C0-7A3C-AFB51C657011}"/>
          </ac:spMkLst>
        </pc:spChg>
        <pc:spChg chg="mod">
          <ac:chgData name="shibariku0623@icloud.com" userId="47b6e960b06a1f92" providerId="LiveId" clId="{D15B5418-841C-4577-A6C3-663632A3D129}" dt="2024-10-29T00:08:16.770" v="6320" actId="20577"/>
          <ac:spMkLst>
            <pc:docMk/>
            <pc:sldMk cId="632024819" sldId="277"/>
            <ac:spMk id="30" creationId="{1FE2A5AB-F6B7-0011-B112-A4E8E850D0AF}"/>
          </ac:spMkLst>
        </pc:spChg>
        <pc:spChg chg="mod">
          <ac:chgData name="shibariku0623@icloud.com" userId="47b6e960b06a1f92" providerId="LiveId" clId="{D15B5418-841C-4577-A6C3-663632A3D129}" dt="2024-10-24T13:50:46.001" v="478" actId="1076"/>
          <ac:spMkLst>
            <pc:docMk/>
            <pc:sldMk cId="632024819" sldId="277"/>
            <ac:spMk id="32" creationId="{7826D9AB-0F72-BAB2-20C5-026E9CCB1F13}"/>
          </ac:spMkLst>
        </pc:spChg>
        <pc:spChg chg="mod">
          <ac:chgData name="shibariku0623@icloud.com" userId="47b6e960b06a1f92" providerId="LiveId" clId="{D15B5418-841C-4577-A6C3-663632A3D129}" dt="2024-10-24T13:50:43.124" v="477" actId="1076"/>
          <ac:spMkLst>
            <pc:docMk/>
            <pc:sldMk cId="632024819" sldId="277"/>
            <ac:spMk id="34" creationId="{ABB53C2E-7DB4-E6D9-65B3-755576C01F89}"/>
          </ac:spMkLst>
        </pc:spChg>
      </pc:sldChg>
      <pc:sldChg chg="addSp delSp modSp mod">
        <pc:chgData name="shibariku0623@icloud.com" userId="47b6e960b06a1f92" providerId="LiveId" clId="{D15B5418-841C-4577-A6C3-663632A3D129}" dt="2024-10-29T00:12:12.671" v="6340" actId="20577"/>
        <pc:sldMkLst>
          <pc:docMk/>
          <pc:sldMk cId="260892850" sldId="278"/>
        </pc:sldMkLst>
        <pc:spChg chg="mod">
          <ac:chgData name="shibariku0623@icloud.com" userId="47b6e960b06a1f92" providerId="LiveId" clId="{D15B5418-841C-4577-A6C3-663632A3D129}" dt="2024-10-24T13:49:20.472" v="379" actId="1076"/>
          <ac:spMkLst>
            <pc:docMk/>
            <pc:sldMk cId="260892850" sldId="278"/>
            <ac:spMk id="23" creationId="{D9AD7586-6509-574D-DFF1-30FD28086FB8}"/>
          </ac:spMkLst>
        </pc:spChg>
        <pc:spChg chg="add del mod">
          <ac:chgData name="shibariku0623@icloud.com" userId="47b6e960b06a1f92" providerId="LiveId" clId="{D15B5418-841C-4577-A6C3-663632A3D129}" dt="2024-10-24T13:49:13.894" v="377" actId="478"/>
          <ac:spMkLst>
            <pc:docMk/>
            <pc:sldMk cId="260892850" sldId="278"/>
            <ac:spMk id="26" creationId="{8A1C0ADB-D06C-2B32-602B-6B246E620AB3}"/>
          </ac:spMkLst>
        </pc:spChg>
        <pc:spChg chg="mod">
          <ac:chgData name="shibariku0623@icloud.com" userId="47b6e960b06a1f92" providerId="LiveId" clId="{D15B5418-841C-4577-A6C3-663632A3D129}" dt="2024-10-29T00:12:12.671" v="6340" actId="20577"/>
          <ac:spMkLst>
            <pc:docMk/>
            <pc:sldMk cId="260892850" sldId="278"/>
            <ac:spMk id="30" creationId="{1FE2A5AB-F6B7-0011-B112-A4E8E850D0AF}"/>
          </ac:spMkLst>
        </pc:spChg>
      </pc:sldChg>
      <pc:sldChg chg="modSp mod">
        <pc:chgData name="shibariku0623@icloud.com" userId="47b6e960b06a1f92" providerId="LiveId" clId="{D15B5418-841C-4577-A6C3-663632A3D129}" dt="2024-10-29T01:06:17.055" v="6370" actId="207"/>
        <pc:sldMkLst>
          <pc:docMk/>
          <pc:sldMk cId="862819513" sldId="279"/>
        </pc:sldMkLst>
        <pc:spChg chg="mod">
          <ac:chgData name="shibariku0623@icloud.com" userId="47b6e960b06a1f92" providerId="LiveId" clId="{D15B5418-841C-4577-A6C3-663632A3D129}" dt="2024-10-29T01:06:17.055" v="6370" actId="207"/>
          <ac:spMkLst>
            <pc:docMk/>
            <pc:sldMk cId="862819513" sldId="279"/>
            <ac:spMk id="26" creationId="{3CBF144F-5444-AD9F-4569-64074F8B2464}"/>
          </ac:spMkLst>
        </pc:spChg>
      </pc:sldChg>
      <pc:sldChg chg="addSp delSp modSp mod">
        <pc:chgData name="shibariku0623@icloud.com" userId="47b6e960b06a1f92" providerId="LiveId" clId="{D15B5418-841C-4577-A6C3-663632A3D129}" dt="2024-10-28T07:51:11.622" v="6313" actId="1076"/>
        <pc:sldMkLst>
          <pc:docMk/>
          <pc:sldMk cId="585515259" sldId="287"/>
        </pc:sldMkLst>
        <pc:spChg chg="mod topLvl">
          <ac:chgData name="shibariku0623@icloud.com" userId="47b6e960b06a1f92" providerId="LiveId" clId="{D15B5418-841C-4577-A6C3-663632A3D129}" dt="2024-10-28T07:50:49.512" v="6311" actId="165"/>
          <ac:spMkLst>
            <pc:docMk/>
            <pc:sldMk cId="585515259" sldId="287"/>
            <ac:spMk id="21" creationId="{00000000-0000-0000-0000-000000000000}"/>
          </ac:spMkLst>
        </pc:spChg>
        <pc:spChg chg="add del mod topLvl">
          <ac:chgData name="shibariku0623@icloud.com" userId="47b6e960b06a1f92" providerId="LiveId" clId="{D15B5418-841C-4577-A6C3-663632A3D129}" dt="2024-10-28T07:49:49.901" v="6252" actId="478"/>
          <ac:spMkLst>
            <pc:docMk/>
            <pc:sldMk cId="585515259" sldId="287"/>
            <ac:spMk id="22" creationId="{0C634B6B-327F-6809-88F3-D74F0D1BEE46}"/>
          </ac:spMkLst>
        </pc:spChg>
        <pc:spChg chg="mod">
          <ac:chgData name="shibariku0623@icloud.com" userId="47b6e960b06a1f92" providerId="LiveId" clId="{D15B5418-841C-4577-A6C3-663632A3D129}" dt="2024-10-28T07:50:49.512" v="6311" actId="165"/>
          <ac:spMkLst>
            <pc:docMk/>
            <pc:sldMk cId="585515259" sldId="287"/>
            <ac:spMk id="26" creationId="{0702A874-B53A-90EC-1543-F2E8AB9F594D}"/>
          </ac:spMkLst>
        </pc:spChg>
        <pc:spChg chg="mod">
          <ac:chgData name="shibariku0623@icloud.com" userId="47b6e960b06a1f92" providerId="LiveId" clId="{D15B5418-841C-4577-A6C3-663632A3D129}" dt="2024-10-28T07:50:49.512" v="6311" actId="165"/>
          <ac:spMkLst>
            <pc:docMk/>
            <pc:sldMk cId="585515259" sldId="287"/>
            <ac:spMk id="29" creationId="{FF5D2E94-0F12-1536-2232-7F1B25A11741}"/>
          </ac:spMkLst>
        </pc:spChg>
        <pc:spChg chg="mod">
          <ac:chgData name="shibariku0623@icloud.com" userId="47b6e960b06a1f92" providerId="LiveId" clId="{D15B5418-841C-4577-A6C3-663632A3D129}" dt="2024-10-28T07:50:49.512" v="6311" actId="165"/>
          <ac:spMkLst>
            <pc:docMk/>
            <pc:sldMk cId="585515259" sldId="287"/>
            <ac:spMk id="31" creationId="{5B2A3DCB-698E-A4B9-1B46-96272FE464E0}"/>
          </ac:spMkLst>
        </pc:spChg>
        <pc:spChg chg="mod">
          <ac:chgData name="shibariku0623@icloud.com" userId="47b6e960b06a1f92" providerId="LiveId" clId="{D15B5418-841C-4577-A6C3-663632A3D129}" dt="2024-10-28T07:50:49.512" v="6311" actId="165"/>
          <ac:spMkLst>
            <pc:docMk/>
            <pc:sldMk cId="585515259" sldId="287"/>
            <ac:spMk id="33" creationId="{AB751958-B8BC-2491-A029-8F5AF50FD759}"/>
          </ac:spMkLst>
        </pc:spChg>
        <pc:spChg chg="mod">
          <ac:chgData name="shibariku0623@icloud.com" userId="47b6e960b06a1f92" providerId="LiveId" clId="{D15B5418-841C-4577-A6C3-663632A3D129}" dt="2024-10-28T07:50:49.512" v="6311" actId="165"/>
          <ac:spMkLst>
            <pc:docMk/>
            <pc:sldMk cId="585515259" sldId="287"/>
            <ac:spMk id="34" creationId="{8BADC78C-335F-2CC6-79A7-95A697C75411}"/>
          </ac:spMkLst>
        </pc:spChg>
        <pc:spChg chg="add mod topLvl">
          <ac:chgData name="shibariku0623@icloud.com" userId="47b6e960b06a1f92" providerId="LiveId" clId="{D15B5418-841C-4577-A6C3-663632A3D129}" dt="2024-10-28T07:50:59.043" v="6312" actId="164"/>
          <ac:spMkLst>
            <pc:docMk/>
            <pc:sldMk cId="585515259" sldId="287"/>
            <ac:spMk id="35" creationId="{7964F7FA-B0F9-C21F-B052-3592C0A9CF1B}"/>
          </ac:spMkLst>
        </pc:spChg>
        <pc:spChg chg="mod">
          <ac:chgData name="shibariku0623@icloud.com" userId="47b6e960b06a1f92" providerId="LiveId" clId="{D15B5418-841C-4577-A6C3-663632A3D129}" dt="2024-10-28T07:50:49.512" v="6311" actId="165"/>
          <ac:spMkLst>
            <pc:docMk/>
            <pc:sldMk cId="585515259" sldId="287"/>
            <ac:spMk id="36" creationId="{124D5BBA-87F0-E4DF-458B-B0ED3A9BDD21}"/>
          </ac:spMkLst>
        </pc:spChg>
        <pc:grpChg chg="mod">
          <ac:chgData name="shibariku0623@icloud.com" userId="47b6e960b06a1f92" providerId="LiveId" clId="{D15B5418-841C-4577-A6C3-663632A3D129}" dt="2024-10-28T07:50:49.512" v="6311" actId="165"/>
          <ac:grpSpMkLst>
            <pc:docMk/>
            <pc:sldMk cId="585515259" sldId="287"/>
            <ac:grpSpMk id="27" creationId="{36AB8344-229D-6211-5237-75C7362C514B}"/>
          </ac:grpSpMkLst>
        </pc:grpChg>
        <pc:grpChg chg="add del mod">
          <ac:chgData name="shibariku0623@icloud.com" userId="47b6e960b06a1f92" providerId="LiveId" clId="{D15B5418-841C-4577-A6C3-663632A3D129}" dt="2024-10-28T07:49:49.901" v="6252" actId="478"/>
          <ac:grpSpMkLst>
            <pc:docMk/>
            <pc:sldMk cId="585515259" sldId="287"/>
            <ac:grpSpMk id="28" creationId="{A437F578-8D9F-B012-38F3-F23496232850}"/>
          </ac:grpSpMkLst>
        </pc:grpChg>
        <pc:grpChg chg="mod">
          <ac:chgData name="shibariku0623@icloud.com" userId="47b6e960b06a1f92" providerId="LiveId" clId="{D15B5418-841C-4577-A6C3-663632A3D129}" dt="2024-10-28T07:50:49.512" v="6311" actId="165"/>
          <ac:grpSpMkLst>
            <pc:docMk/>
            <pc:sldMk cId="585515259" sldId="287"/>
            <ac:grpSpMk id="30" creationId="{30F37F19-0E47-51EA-5070-813F86980DA1}"/>
          </ac:grpSpMkLst>
        </pc:grpChg>
        <pc:grpChg chg="mod">
          <ac:chgData name="shibariku0623@icloud.com" userId="47b6e960b06a1f92" providerId="LiveId" clId="{D15B5418-841C-4577-A6C3-663632A3D129}" dt="2024-10-28T07:50:49.512" v="6311" actId="165"/>
          <ac:grpSpMkLst>
            <pc:docMk/>
            <pc:sldMk cId="585515259" sldId="287"/>
            <ac:grpSpMk id="32" creationId="{9EDB21BA-E644-9054-428F-9410693E2DF2}"/>
          </ac:grpSpMkLst>
        </pc:grpChg>
        <pc:grpChg chg="mod topLvl">
          <ac:chgData name="shibariku0623@icloud.com" userId="47b6e960b06a1f92" providerId="LiveId" clId="{D15B5418-841C-4577-A6C3-663632A3D129}" dt="2024-10-28T07:50:59.043" v="6312" actId="164"/>
          <ac:grpSpMkLst>
            <pc:docMk/>
            <pc:sldMk cId="585515259" sldId="287"/>
            <ac:grpSpMk id="37" creationId="{6BF1CC99-C6F5-EC45-80A9-A3627F3C76E8}"/>
          </ac:grpSpMkLst>
        </pc:grpChg>
        <pc:grpChg chg="add del mod">
          <ac:chgData name="shibariku0623@icloud.com" userId="47b6e960b06a1f92" providerId="LiveId" clId="{D15B5418-841C-4577-A6C3-663632A3D129}" dt="2024-10-28T07:50:49.512" v="6311" actId="165"/>
          <ac:grpSpMkLst>
            <pc:docMk/>
            <pc:sldMk cId="585515259" sldId="287"/>
            <ac:grpSpMk id="38" creationId="{EE33D05A-329E-4664-EF23-1BD70B65A65F}"/>
          </ac:grpSpMkLst>
        </pc:grpChg>
        <pc:grpChg chg="add mod">
          <ac:chgData name="shibariku0623@icloud.com" userId="47b6e960b06a1f92" providerId="LiveId" clId="{D15B5418-841C-4577-A6C3-663632A3D129}" dt="2024-10-28T07:51:11.622" v="6313" actId="1076"/>
          <ac:grpSpMkLst>
            <pc:docMk/>
            <pc:sldMk cId="585515259" sldId="287"/>
            <ac:grpSpMk id="39" creationId="{79A3FDCF-CC84-D4B6-8028-7A9749F9924A}"/>
          </ac:grpSpMkLst>
        </pc:grpChg>
      </pc:sldChg>
      <pc:sldChg chg="addSp delSp modSp add mod">
        <pc:chgData name="shibariku0623@icloud.com" userId="47b6e960b06a1f92" providerId="LiveId" clId="{D15B5418-841C-4577-A6C3-663632A3D129}" dt="2024-10-25T07:25:53.887" v="1451" actId="1076"/>
        <pc:sldMkLst>
          <pc:docMk/>
          <pc:sldMk cId="2595958383" sldId="288"/>
        </pc:sldMkLst>
        <pc:spChg chg="add mod">
          <ac:chgData name="shibariku0623@icloud.com" userId="47b6e960b06a1f92" providerId="LiveId" clId="{D15B5418-841C-4577-A6C3-663632A3D129}" dt="2024-10-25T07:25:28" v="1450" actId="20577"/>
          <ac:spMkLst>
            <pc:docMk/>
            <pc:sldMk cId="2595958383" sldId="288"/>
            <ac:spMk id="23" creationId="{2A37BFCD-FEC9-0AB0-D8A9-57F781275CAC}"/>
          </ac:spMkLst>
        </pc:spChg>
        <pc:spChg chg="add mod">
          <ac:chgData name="shibariku0623@icloud.com" userId="47b6e960b06a1f92" providerId="LiveId" clId="{D15B5418-841C-4577-A6C3-663632A3D129}" dt="2024-10-25T07:14:07.595" v="1096" actId="1076"/>
          <ac:spMkLst>
            <pc:docMk/>
            <pc:sldMk cId="2595958383" sldId="288"/>
            <ac:spMk id="27" creationId="{5256FDF3-8EA9-6D22-BB59-28BE947A7425}"/>
          </ac:spMkLst>
        </pc:spChg>
        <pc:spChg chg="del">
          <ac:chgData name="shibariku0623@icloud.com" userId="47b6e960b06a1f92" providerId="LiveId" clId="{D15B5418-841C-4577-A6C3-663632A3D129}" dt="2024-10-25T07:08:08.805" v="831" actId="478"/>
          <ac:spMkLst>
            <pc:docMk/>
            <pc:sldMk cId="2595958383" sldId="288"/>
            <ac:spMk id="49" creationId="{E0662FAE-12B5-CD51-CCB5-3E6D6DFE58CE}"/>
          </ac:spMkLst>
        </pc:spChg>
        <pc:spChg chg="mod topLvl">
          <ac:chgData name="shibariku0623@icloud.com" userId="47b6e960b06a1f92" providerId="LiveId" clId="{D15B5418-841C-4577-A6C3-663632A3D129}" dt="2024-10-25T07:25:53.887" v="1451" actId="1076"/>
          <ac:spMkLst>
            <pc:docMk/>
            <pc:sldMk cId="2595958383" sldId="288"/>
            <ac:spMk id="58" creationId="{303C19F2-D657-1D33-04F7-B80266173CBE}"/>
          </ac:spMkLst>
        </pc:spChg>
        <pc:spChg chg="mod topLvl">
          <ac:chgData name="shibariku0623@icloud.com" userId="47b6e960b06a1f92" providerId="LiveId" clId="{D15B5418-841C-4577-A6C3-663632A3D129}" dt="2024-10-25T07:10:14.261" v="848" actId="14100"/>
          <ac:spMkLst>
            <pc:docMk/>
            <pc:sldMk cId="2595958383" sldId="288"/>
            <ac:spMk id="59" creationId="{EF94FC30-E7CD-1D33-F4EA-18F563487097}"/>
          </ac:spMkLst>
        </pc:spChg>
        <pc:spChg chg="mod">
          <ac:chgData name="shibariku0623@icloud.com" userId="47b6e960b06a1f92" providerId="LiveId" clId="{D15B5418-841C-4577-A6C3-663632A3D129}" dt="2024-10-25T07:06:25.286" v="795" actId="14100"/>
          <ac:spMkLst>
            <pc:docMk/>
            <pc:sldMk cId="2595958383" sldId="288"/>
            <ac:spMk id="62" creationId="{B54BC4E1-0510-9D02-26DF-A9DBA5A78483}"/>
          </ac:spMkLst>
        </pc:spChg>
        <pc:spChg chg="mod">
          <ac:chgData name="shibariku0623@icloud.com" userId="47b6e960b06a1f92" providerId="LiveId" clId="{D15B5418-841C-4577-A6C3-663632A3D129}" dt="2024-10-25T07:06:31.788" v="796" actId="1076"/>
          <ac:spMkLst>
            <pc:docMk/>
            <pc:sldMk cId="2595958383" sldId="288"/>
            <ac:spMk id="63" creationId="{309878EF-DA54-BB4E-9575-216AD8BC6837}"/>
          </ac:spMkLst>
        </pc:spChg>
        <pc:grpChg chg="del">
          <ac:chgData name="shibariku0623@icloud.com" userId="47b6e960b06a1f92" providerId="LiveId" clId="{D15B5418-841C-4577-A6C3-663632A3D129}" dt="2024-10-25T07:05:55.333" v="700" actId="478"/>
          <ac:grpSpMkLst>
            <pc:docMk/>
            <pc:sldMk cId="2595958383" sldId="288"/>
            <ac:grpSpMk id="51" creationId="{AFD0ACFC-A3D2-1A92-5C44-2CEBF2C6A2BB}"/>
          </ac:grpSpMkLst>
        </pc:grpChg>
        <pc:grpChg chg="del mod">
          <ac:chgData name="shibariku0623@icloud.com" userId="47b6e960b06a1f92" providerId="LiveId" clId="{D15B5418-841C-4577-A6C3-663632A3D129}" dt="2024-10-25T07:09:37.765" v="843" actId="165"/>
          <ac:grpSpMkLst>
            <pc:docMk/>
            <pc:sldMk cId="2595958383" sldId="288"/>
            <ac:grpSpMk id="57" creationId="{F07AE6C9-1AAE-E0DB-C5EF-501BFDC15CCA}"/>
          </ac:grpSpMkLst>
        </pc:grpChg>
        <pc:grpChg chg="del mod">
          <ac:chgData name="shibariku0623@icloud.com" userId="47b6e960b06a1f92" providerId="LiveId" clId="{D15B5418-841C-4577-A6C3-663632A3D129}" dt="2024-10-25T07:07:31.619" v="803" actId="478"/>
          <ac:grpSpMkLst>
            <pc:docMk/>
            <pc:sldMk cId="2595958383" sldId="288"/>
            <ac:grpSpMk id="60" creationId="{7BAC39D2-7B3E-9957-9DFD-F3E8E59EA28B}"/>
          </ac:grpSpMkLst>
        </pc:grpChg>
        <pc:grpChg chg="del">
          <ac:chgData name="shibariku0623@icloud.com" userId="47b6e960b06a1f92" providerId="LiveId" clId="{D15B5418-841C-4577-A6C3-663632A3D129}" dt="2024-10-25T07:06:54.182" v="798" actId="478"/>
          <ac:grpSpMkLst>
            <pc:docMk/>
            <pc:sldMk cId="2595958383" sldId="288"/>
            <ac:grpSpMk id="66" creationId="{3FA73A4C-4F49-47D3-7F09-7BFBCA709D37}"/>
          </ac:grpSpMkLst>
        </pc:grpChg>
        <pc:picChg chg="del">
          <ac:chgData name="shibariku0623@icloud.com" userId="47b6e960b06a1f92" providerId="LiveId" clId="{D15B5418-841C-4577-A6C3-663632A3D129}" dt="2024-10-25T07:05:43.722" v="698" actId="478"/>
          <ac:picMkLst>
            <pc:docMk/>
            <pc:sldMk cId="2595958383" sldId="288"/>
            <ac:picMk id="40" creationId="{EBB0B74D-5889-C561-9CDC-34FBAC7078A1}"/>
          </ac:picMkLst>
        </pc:picChg>
        <pc:picChg chg="del">
          <ac:chgData name="shibariku0623@icloud.com" userId="47b6e960b06a1f92" providerId="LiveId" clId="{D15B5418-841C-4577-A6C3-663632A3D129}" dt="2024-10-25T07:05:45.938" v="699" actId="478"/>
          <ac:picMkLst>
            <pc:docMk/>
            <pc:sldMk cId="2595958383" sldId="288"/>
            <ac:picMk id="43" creationId="{D850A141-D2C3-3F08-F438-18CF7F646825}"/>
          </ac:picMkLst>
        </pc:picChg>
      </pc:sldChg>
      <pc:sldChg chg="addSp delSp modSp add mod ord">
        <pc:chgData name="shibariku0623@icloud.com" userId="47b6e960b06a1f92" providerId="LiveId" clId="{D15B5418-841C-4577-A6C3-663632A3D129}" dt="2024-10-28T07:47:01.281" v="6202" actId="20577"/>
        <pc:sldMkLst>
          <pc:docMk/>
          <pc:sldMk cId="1428640287" sldId="289"/>
        </pc:sldMkLst>
        <pc:spChg chg="del">
          <ac:chgData name="shibariku0623@icloud.com" userId="47b6e960b06a1f92" providerId="LiveId" clId="{D15B5418-841C-4577-A6C3-663632A3D129}" dt="2024-10-26T00:39:05.182" v="1536" actId="478"/>
          <ac:spMkLst>
            <pc:docMk/>
            <pc:sldMk cId="1428640287" sldId="289"/>
            <ac:spMk id="23" creationId="{A669A3CB-BE1D-6C6B-5F0D-698378A450D0}"/>
          </ac:spMkLst>
        </pc:spChg>
        <pc:spChg chg="add mod">
          <ac:chgData name="shibariku0623@icloud.com" userId="47b6e960b06a1f92" providerId="LiveId" clId="{D15B5418-841C-4577-A6C3-663632A3D129}" dt="2024-10-28T07:43:22.251" v="6168" actId="1076"/>
          <ac:spMkLst>
            <pc:docMk/>
            <pc:sldMk cId="1428640287" sldId="289"/>
            <ac:spMk id="23" creationId="{C73F2D69-AB2E-DD61-44C2-73C0B24936D5}"/>
          </ac:spMkLst>
        </pc:spChg>
        <pc:spChg chg="add mod">
          <ac:chgData name="shibariku0623@icloud.com" userId="47b6e960b06a1f92" providerId="LiveId" clId="{D15B5418-841C-4577-A6C3-663632A3D129}" dt="2024-10-28T07:47:01.281" v="6202" actId="20577"/>
          <ac:spMkLst>
            <pc:docMk/>
            <pc:sldMk cId="1428640287" sldId="289"/>
            <ac:spMk id="24" creationId="{69A2DEA1-70D5-BA73-12F1-E1C3E242D34D}"/>
          </ac:spMkLst>
        </pc:spChg>
        <pc:spChg chg="add del mod">
          <ac:chgData name="shibariku0623@icloud.com" userId="47b6e960b06a1f92" providerId="LiveId" clId="{D15B5418-841C-4577-A6C3-663632A3D129}" dt="2024-10-26T10:22:34.537" v="4034" actId="478"/>
          <ac:spMkLst>
            <pc:docMk/>
            <pc:sldMk cId="1428640287" sldId="289"/>
            <ac:spMk id="24" creationId="{E2A0005C-EFA5-12B1-EBAB-DF4DB3D29674}"/>
          </ac:spMkLst>
        </pc:spChg>
        <pc:spChg chg="add mod">
          <ac:chgData name="shibariku0623@icloud.com" userId="47b6e960b06a1f92" providerId="LiveId" clId="{D15B5418-841C-4577-A6C3-663632A3D129}" dt="2024-10-26T10:22:01.211" v="4014"/>
          <ac:spMkLst>
            <pc:docMk/>
            <pc:sldMk cId="1428640287" sldId="289"/>
            <ac:spMk id="25" creationId="{41ECC7CE-C1F5-6946-7E0D-8431DA1FE9FD}"/>
          </ac:spMkLst>
        </pc:spChg>
        <pc:spChg chg="add mod">
          <ac:chgData name="shibariku0623@icloud.com" userId="47b6e960b06a1f92" providerId="LiveId" clId="{D15B5418-841C-4577-A6C3-663632A3D129}" dt="2024-10-28T07:39:11.439" v="5909" actId="20577"/>
          <ac:spMkLst>
            <pc:docMk/>
            <pc:sldMk cId="1428640287" sldId="289"/>
            <ac:spMk id="26" creationId="{1F5E68AD-C1EC-985F-BAD8-61AE76905949}"/>
          </ac:spMkLst>
        </pc:spChg>
        <pc:spChg chg="del">
          <ac:chgData name="shibariku0623@icloud.com" userId="47b6e960b06a1f92" providerId="LiveId" clId="{D15B5418-841C-4577-A6C3-663632A3D129}" dt="2024-10-26T00:39:05.182" v="1536" actId="478"/>
          <ac:spMkLst>
            <pc:docMk/>
            <pc:sldMk cId="1428640287" sldId="289"/>
            <ac:spMk id="27" creationId="{664EEDA0-C1B2-D873-655E-B7874FD6BD2F}"/>
          </ac:spMkLst>
        </pc:spChg>
        <pc:spChg chg="add mod">
          <ac:chgData name="shibariku0623@icloud.com" userId="47b6e960b06a1f92" providerId="LiveId" clId="{D15B5418-841C-4577-A6C3-663632A3D129}" dt="2024-10-28T07:39:18.876" v="5910" actId="1076"/>
          <ac:spMkLst>
            <pc:docMk/>
            <pc:sldMk cId="1428640287" sldId="289"/>
            <ac:spMk id="28" creationId="{F25F5282-2282-8D00-C89F-100EEE5ED746}"/>
          </ac:spMkLst>
        </pc:spChg>
        <pc:spChg chg="mod">
          <ac:chgData name="shibariku0623@icloud.com" userId="47b6e960b06a1f92" providerId="LiveId" clId="{D15B5418-841C-4577-A6C3-663632A3D129}" dt="2024-10-25T07:26:45.252" v="1535" actId="14100"/>
          <ac:spMkLst>
            <pc:docMk/>
            <pc:sldMk cId="1428640287" sldId="289"/>
            <ac:spMk id="33" creationId="{78B163C6-0CC5-9118-3849-B37AE46A04B8}"/>
          </ac:spMkLst>
        </pc:spChg>
        <pc:spChg chg="mod">
          <ac:chgData name="shibariku0623@icloud.com" userId="47b6e960b06a1f92" providerId="LiveId" clId="{D15B5418-841C-4577-A6C3-663632A3D129}" dt="2024-10-25T07:26:24.640" v="1456" actId="20577"/>
          <ac:spMkLst>
            <pc:docMk/>
            <pc:sldMk cId="1428640287" sldId="289"/>
            <ac:spMk id="34" creationId="{BCEEC638-F136-8EF8-9F5C-A1691AFC0076}"/>
          </ac:spMkLst>
        </pc:spChg>
        <pc:spChg chg="add del mod">
          <ac:chgData name="shibariku0623@icloud.com" userId="47b6e960b06a1f92" providerId="LiveId" clId="{D15B5418-841C-4577-A6C3-663632A3D129}" dt="2024-10-26T10:23:00.723" v="4080" actId="14100"/>
          <ac:spMkLst>
            <pc:docMk/>
            <pc:sldMk cId="1428640287" sldId="289"/>
            <ac:spMk id="58" creationId="{2A376DD8-BBB6-E9B8-57E2-00A14AA1F406}"/>
          </ac:spMkLst>
        </pc:spChg>
        <pc:spChg chg="del">
          <ac:chgData name="shibariku0623@icloud.com" userId="47b6e960b06a1f92" providerId="LiveId" clId="{D15B5418-841C-4577-A6C3-663632A3D129}" dt="2024-10-26T00:39:05.182" v="1536" actId="478"/>
          <ac:spMkLst>
            <pc:docMk/>
            <pc:sldMk cId="1428640287" sldId="289"/>
            <ac:spMk id="59" creationId="{609C9F01-BCA4-4753-B35F-5AC8278F12BA}"/>
          </ac:spMkLst>
        </pc:spChg>
      </pc:sldChg>
      <pc:sldChg chg="addSp delSp modSp add mod ord setBg">
        <pc:chgData name="shibariku0623@icloud.com" userId="47b6e960b06a1f92" providerId="LiveId" clId="{D15B5418-841C-4577-A6C3-663632A3D129}" dt="2024-10-26T01:27:56.650" v="2174" actId="1076"/>
        <pc:sldMkLst>
          <pc:docMk/>
          <pc:sldMk cId="2465341568" sldId="290"/>
        </pc:sldMkLst>
        <pc:spChg chg="add del">
          <ac:chgData name="shibariku0623@icloud.com" userId="47b6e960b06a1f92" providerId="LiveId" clId="{D15B5418-841C-4577-A6C3-663632A3D129}" dt="2024-10-26T00:53:09.028" v="1598" actId="478"/>
          <ac:spMkLst>
            <pc:docMk/>
            <pc:sldMk cId="2465341568" sldId="290"/>
            <ac:spMk id="21" creationId="{43832673-7123-D76F-D701-341097A44958}"/>
          </ac:spMkLst>
        </pc:spChg>
        <pc:spChg chg="add del mod ord">
          <ac:chgData name="shibariku0623@icloud.com" userId="47b6e960b06a1f92" providerId="LiveId" clId="{D15B5418-841C-4577-A6C3-663632A3D129}" dt="2024-10-26T01:22:23.297" v="1920" actId="164"/>
          <ac:spMkLst>
            <pc:docMk/>
            <pc:sldMk cId="2465341568" sldId="290"/>
            <ac:spMk id="22" creationId="{F06C4201-809D-C4B7-B5BB-FEF7F671196C}"/>
          </ac:spMkLst>
        </pc:spChg>
        <pc:spChg chg="mod">
          <ac:chgData name="shibariku0623@icloud.com" userId="47b6e960b06a1f92" providerId="LiveId" clId="{D15B5418-841C-4577-A6C3-663632A3D129}" dt="2024-10-26T00:51:19.670" v="1596" actId="14100"/>
          <ac:spMkLst>
            <pc:docMk/>
            <pc:sldMk cId="2465341568" sldId="290"/>
            <ac:spMk id="24" creationId="{D1B84ADB-EAC3-7277-5E02-54E44A1560D6}"/>
          </ac:spMkLst>
        </pc:spChg>
        <pc:spChg chg="add del mod">
          <ac:chgData name="shibariku0623@icloud.com" userId="47b6e960b06a1f92" providerId="LiveId" clId="{D15B5418-841C-4577-A6C3-663632A3D129}" dt="2024-10-26T01:20:19.722" v="1906" actId="478"/>
          <ac:spMkLst>
            <pc:docMk/>
            <pc:sldMk cId="2465341568" sldId="290"/>
            <ac:spMk id="26" creationId="{40A3D944-FFF0-B307-B214-EBD95E70A4D1}"/>
          </ac:spMkLst>
        </pc:spChg>
        <pc:spChg chg="add del mod">
          <ac:chgData name="shibariku0623@icloud.com" userId="47b6e960b06a1f92" providerId="LiveId" clId="{D15B5418-841C-4577-A6C3-663632A3D129}" dt="2024-10-26T01:22:32.751" v="1922" actId="478"/>
          <ac:spMkLst>
            <pc:docMk/>
            <pc:sldMk cId="2465341568" sldId="290"/>
            <ac:spMk id="27" creationId="{035083A2-EA28-5949-4AFB-7FDD1A6BF496}"/>
          </ac:spMkLst>
        </pc:spChg>
        <pc:spChg chg="add del mod">
          <ac:chgData name="shibariku0623@icloud.com" userId="47b6e960b06a1f92" providerId="LiveId" clId="{D15B5418-841C-4577-A6C3-663632A3D129}" dt="2024-10-26T01:23:20.374" v="2027" actId="478"/>
          <ac:spMkLst>
            <pc:docMk/>
            <pc:sldMk cId="2465341568" sldId="290"/>
            <ac:spMk id="29" creationId="{B0477F57-5385-7FE2-4593-289C2B246CD9}"/>
          </ac:spMkLst>
        </pc:spChg>
        <pc:spChg chg="add del mod">
          <ac:chgData name="shibariku0623@icloud.com" userId="47b6e960b06a1f92" providerId="LiveId" clId="{D15B5418-841C-4577-A6C3-663632A3D129}" dt="2024-10-26T01:23:50.960" v="2089" actId="478"/>
          <ac:spMkLst>
            <pc:docMk/>
            <pc:sldMk cId="2465341568" sldId="290"/>
            <ac:spMk id="30" creationId="{F65FE566-4D81-E833-5651-8C8B712499AA}"/>
          </ac:spMkLst>
        </pc:spChg>
        <pc:spChg chg="add mod">
          <ac:chgData name="shibariku0623@icloud.com" userId="47b6e960b06a1f92" providerId="LiveId" clId="{D15B5418-841C-4577-A6C3-663632A3D129}" dt="2024-10-26T01:22:23.297" v="1920" actId="164"/>
          <ac:spMkLst>
            <pc:docMk/>
            <pc:sldMk cId="2465341568" sldId="290"/>
            <ac:spMk id="31" creationId="{029808A9-CFDE-9114-6F0B-95CA97D76D66}"/>
          </ac:spMkLst>
        </pc:spChg>
        <pc:spChg chg="mod">
          <ac:chgData name="shibariku0623@icloud.com" userId="47b6e960b06a1f92" providerId="LiveId" clId="{D15B5418-841C-4577-A6C3-663632A3D129}" dt="2024-10-26T01:22:35.767" v="1923"/>
          <ac:spMkLst>
            <pc:docMk/>
            <pc:sldMk cId="2465341568" sldId="290"/>
            <ac:spMk id="34" creationId="{20C7F791-3358-F5F0-2709-51C2F3F9666A}"/>
          </ac:spMkLst>
        </pc:spChg>
        <pc:spChg chg="mod">
          <ac:chgData name="shibariku0623@icloud.com" userId="47b6e960b06a1f92" providerId="LiveId" clId="{D15B5418-841C-4577-A6C3-663632A3D129}" dt="2024-10-26T01:27:39.362" v="2172" actId="20577"/>
          <ac:spMkLst>
            <pc:docMk/>
            <pc:sldMk cId="2465341568" sldId="290"/>
            <ac:spMk id="35" creationId="{42FA08BD-A15A-C161-7420-B551BE740526}"/>
          </ac:spMkLst>
        </pc:spChg>
        <pc:spChg chg="mod">
          <ac:chgData name="shibariku0623@icloud.com" userId="47b6e960b06a1f92" providerId="LiveId" clId="{D15B5418-841C-4577-A6C3-663632A3D129}" dt="2024-10-26T01:23:23.786" v="2028"/>
          <ac:spMkLst>
            <pc:docMk/>
            <pc:sldMk cId="2465341568" sldId="290"/>
            <ac:spMk id="37" creationId="{3221C5B1-14EA-6CE1-87AD-9FD742FC5DC3}"/>
          </ac:spMkLst>
        </pc:spChg>
        <pc:spChg chg="mod">
          <ac:chgData name="shibariku0623@icloud.com" userId="47b6e960b06a1f92" providerId="LiveId" clId="{D15B5418-841C-4577-A6C3-663632A3D129}" dt="2024-10-26T01:23:43.799" v="2087" actId="20577"/>
          <ac:spMkLst>
            <pc:docMk/>
            <pc:sldMk cId="2465341568" sldId="290"/>
            <ac:spMk id="38" creationId="{5A1DA0F9-F140-675E-3623-E032BDAC19A3}"/>
          </ac:spMkLst>
        </pc:spChg>
        <pc:spChg chg="add mod">
          <ac:chgData name="shibariku0623@icloud.com" userId="47b6e960b06a1f92" providerId="LiveId" clId="{D15B5418-841C-4577-A6C3-663632A3D129}" dt="2024-10-26T01:27:18.058" v="2157" actId="1076"/>
          <ac:spMkLst>
            <pc:docMk/>
            <pc:sldMk cId="2465341568" sldId="290"/>
            <ac:spMk id="39" creationId="{C26BC4E8-7DEA-5926-40EA-AF11FA99E74D}"/>
          </ac:spMkLst>
        </pc:spChg>
        <pc:spChg chg="add mod">
          <ac:chgData name="shibariku0623@icloud.com" userId="47b6e960b06a1f92" providerId="LiveId" clId="{D15B5418-841C-4577-A6C3-663632A3D129}" dt="2024-10-26T01:27:18.058" v="2157" actId="1076"/>
          <ac:spMkLst>
            <pc:docMk/>
            <pc:sldMk cId="2465341568" sldId="290"/>
            <ac:spMk id="40" creationId="{45CA7BD2-AAB4-CA2F-C47A-FE0B41350057}"/>
          </ac:spMkLst>
        </pc:spChg>
        <pc:spChg chg="add del mod">
          <ac:chgData name="shibariku0623@icloud.com" userId="47b6e960b06a1f92" providerId="LiveId" clId="{D15B5418-841C-4577-A6C3-663632A3D129}" dt="2024-10-26T01:27:04.749" v="2156" actId="478"/>
          <ac:spMkLst>
            <pc:docMk/>
            <pc:sldMk cId="2465341568" sldId="290"/>
            <ac:spMk id="41" creationId="{FEF6E4DE-9635-D1E2-800C-393F1542C517}"/>
          </ac:spMkLst>
        </pc:spChg>
        <pc:spChg chg="add del">
          <ac:chgData name="shibariku0623@icloud.com" userId="47b6e960b06a1f92" providerId="LiveId" clId="{D15B5418-841C-4577-A6C3-663632A3D129}" dt="2024-10-26T00:53:15.315" v="1599" actId="478"/>
          <ac:spMkLst>
            <pc:docMk/>
            <pc:sldMk cId="2465341568" sldId="290"/>
            <ac:spMk id="112" creationId="{B7CAB0C0-6DDC-84E3-440B-2BE19A350CDD}"/>
          </ac:spMkLst>
        </pc:spChg>
        <pc:spChg chg="add del">
          <ac:chgData name="shibariku0623@icloud.com" userId="47b6e960b06a1f92" providerId="LiveId" clId="{D15B5418-841C-4577-A6C3-663632A3D129}" dt="2024-10-26T00:53:15.315" v="1599" actId="478"/>
          <ac:spMkLst>
            <pc:docMk/>
            <pc:sldMk cId="2465341568" sldId="290"/>
            <ac:spMk id="113" creationId="{0E50F9C6-47FB-2F71-683F-CB6F9DB8F023}"/>
          </ac:spMkLst>
        </pc:spChg>
        <pc:spChg chg="add del">
          <ac:chgData name="shibariku0623@icloud.com" userId="47b6e960b06a1f92" providerId="LiveId" clId="{D15B5418-841C-4577-A6C3-663632A3D129}" dt="2024-10-26T00:53:15.315" v="1599" actId="478"/>
          <ac:spMkLst>
            <pc:docMk/>
            <pc:sldMk cId="2465341568" sldId="290"/>
            <ac:spMk id="115" creationId="{61769438-F25D-32A9-C762-F38C4B378985}"/>
          </ac:spMkLst>
        </pc:spChg>
        <pc:grpChg chg="add mod">
          <ac:chgData name="shibariku0623@icloud.com" userId="47b6e960b06a1f92" providerId="LiveId" clId="{D15B5418-841C-4577-A6C3-663632A3D129}" dt="2024-10-26T01:27:18.058" v="2157" actId="1076"/>
          <ac:grpSpMkLst>
            <pc:docMk/>
            <pc:sldMk cId="2465341568" sldId="290"/>
            <ac:grpSpMk id="32" creationId="{840ACDC4-DF9F-6553-3C8E-EF03D54D509A}"/>
          </ac:grpSpMkLst>
        </pc:grpChg>
        <pc:grpChg chg="add mod">
          <ac:chgData name="shibariku0623@icloud.com" userId="47b6e960b06a1f92" providerId="LiveId" clId="{D15B5418-841C-4577-A6C3-663632A3D129}" dt="2024-10-26T01:27:56.650" v="2174" actId="1076"/>
          <ac:grpSpMkLst>
            <pc:docMk/>
            <pc:sldMk cId="2465341568" sldId="290"/>
            <ac:grpSpMk id="33" creationId="{95B55837-A1F5-2B16-5BCC-8A823860EE32}"/>
          </ac:grpSpMkLst>
        </pc:grpChg>
        <pc:grpChg chg="add mod">
          <ac:chgData name="shibariku0623@icloud.com" userId="47b6e960b06a1f92" providerId="LiveId" clId="{D15B5418-841C-4577-A6C3-663632A3D129}" dt="2024-10-26T01:27:18.058" v="2157" actId="1076"/>
          <ac:grpSpMkLst>
            <pc:docMk/>
            <pc:sldMk cId="2465341568" sldId="290"/>
            <ac:grpSpMk id="36" creationId="{3E84B247-88E5-DC4E-5125-0394EEEE0C6E}"/>
          </ac:grpSpMkLst>
        </pc:grpChg>
        <pc:grpChg chg="add del">
          <ac:chgData name="shibariku0623@icloud.com" userId="47b6e960b06a1f92" providerId="LiveId" clId="{D15B5418-841C-4577-A6C3-663632A3D129}" dt="2024-10-26T00:53:15.315" v="1599" actId="478"/>
          <ac:grpSpMkLst>
            <pc:docMk/>
            <pc:sldMk cId="2465341568" sldId="290"/>
            <ac:grpSpMk id="71" creationId="{4E7EC00D-E361-9564-FAB2-7532C146BE6F}"/>
          </ac:grpSpMkLst>
        </pc:grpChg>
        <pc:grpChg chg="add del">
          <ac:chgData name="shibariku0623@icloud.com" userId="47b6e960b06a1f92" providerId="LiveId" clId="{D15B5418-841C-4577-A6C3-663632A3D129}" dt="2024-10-26T00:53:15.315" v="1599" actId="478"/>
          <ac:grpSpMkLst>
            <pc:docMk/>
            <pc:sldMk cId="2465341568" sldId="290"/>
            <ac:grpSpMk id="72" creationId="{0491C034-928F-2F66-FE5B-5008A072B475}"/>
          </ac:grpSpMkLst>
        </pc:grpChg>
        <pc:grpChg chg="add del">
          <ac:chgData name="shibariku0623@icloud.com" userId="47b6e960b06a1f92" providerId="LiveId" clId="{D15B5418-841C-4577-A6C3-663632A3D129}" dt="2024-10-26T00:53:15.315" v="1599" actId="478"/>
          <ac:grpSpMkLst>
            <pc:docMk/>
            <pc:sldMk cId="2465341568" sldId="290"/>
            <ac:grpSpMk id="75" creationId="{9E0A314F-E2D0-34B9-F574-9C50DA55A08F}"/>
          </ac:grpSpMkLst>
        </pc:grpChg>
        <pc:grpChg chg="add del">
          <ac:chgData name="shibariku0623@icloud.com" userId="47b6e960b06a1f92" providerId="LiveId" clId="{D15B5418-841C-4577-A6C3-663632A3D129}" dt="2024-10-26T00:53:15.315" v="1599" actId="478"/>
          <ac:grpSpMkLst>
            <pc:docMk/>
            <pc:sldMk cId="2465341568" sldId="290"/>
            <ac:grpSpMk id="78" creationId="{8EB7583B-4F61-9EAF-A6BF-3A2687BDB41E}"/>
          </ac:grpSpMkLst>
        </pc:grpChg>
        <pc:grpChg chg="add del">
          <ac:chgData name="shibariku0623@icloud.com" userId="47b6e960b06a1f92" providerId="LiveId" clId="{D15B5418-841C-4577-A6C3-663632A3D129}" dt="2024-10-26T00:53:15.315" v="1599" actId="478"/>
          <ac:grpSpMkLst>
            <pc:docMk/>
            <pc:sldMk cId="2465341568" sldId="290"/>
            <ac:grpSpMk id="81" creationId="{087A68D6-52D5-9137-5EBE-C3FA6B972DEA}"/>
          </ac:grpSpMkLst>
        </pc:grpChg>
        <pc:grpChg chg="add del">
          <ac:chgData name="shibariku0623@icloud.com" userId="47b6e960b06a1f92" providerId="LiveId" clId="{D15B5418-841C-4577-A6C3-663632A3D129}" dt="2024-10-26T00:53:15.315" v="1599" actId="478"/>
          <ac:grpSpMkLst>
            <pc:docMk/>
            <pc:sldMk cId="2465341568" sldId="290"/>
            <ac:grpSpMk id="84" creationId="{0E45B6CB-55DB-139E-E68B-C6FAC06832E2}"/>
          </ac:grpSpMkLst>
        </pc:grpChg>
        <pc:grpChg chg="add del">
          <ac:chgData name="shibariku0623@icloud.com" userId="47b6e960b06a1f92" providerId="LiveId" clId="{D15B5418-841C-4577-A6C3-663632A3D129}" dt="2024-10-26T00:53:15.315" v="1599" actId="478"/>
          <ac:grpSpMkLst>
            <pc:docMk/>
            <pc:sldMk cId="2465341568" sldId="290"/>
            <ac:grpSpMk id="87" creationId="{5F55243A-98FC-EF84-F364-82CEB6CEED5F}"/>
          </ac:grpSpMkLst>
        </pc:grpChg>
        <pc:cxnChg chg="add del mod">
          <ac:chgData name="shibariku0623@icloud.com" userId="47b6e960b06a1f92" providerId="LiveId" clId="{D15B5418-841C-4577-A6C3-663632A3D129}" dt="2024-10-26T00:53:15.315" v="1599" actId="478"/>
          <ac:cxnSpMkLst>
            <pc:docMk/>
            <pc:sldMk cId="2465341568" sldId="290"/>
            <ac:cxnSpMk id="91" creationId="{83CDA00F-AD32-81C4-DD76-CA55562418E8}"/>
          </ac:cxnSpMkLst>
        </pc:cxnChg>
        <pc:cxnChg chg="add del mod">
          <ac:chgData name="shibariku0623@icloud.com" userId="47b6e960b06a1f92" providerId="LiveId" clId="{D15B5418-841C-4577-A6C3-663632A3D129}" dt="2024-10-26T00:53:15.315" v="1599" actId="478"/>
          <ac:cxnSpMkLst>
            <pc:docMk/>
            <pc:sldMk cId="2465341568" sldId="290"/>
            <ac:cxnSpMk id="93" creationId="{F99AF913-EC34-D288-42B8-89C29601F04A}"/>
          </ac:cxnSpMkLst>
        </pc:cxnChg>
        <pc:cxnChg chg="add del">
          <ac:chgData name="shibariku0623@icloud.com" userId="47b6e960b06a1f92" providerId="LiveId" clId="{D15B5418-841C-4577-A6C3-663632A3D129}" dt="2024-10-26T00:53:15.315" v="1599" actId="478"/>
          <ac:cxnSpMkLst>
            <pc:docMk/>
            <pc:sldMk cId="2465341568" sldId="290"/>
            <ac:cxnSpMk id="95" creationId="{B9B6DA35-1A48-7312-7F05-A3DF19BFEDC4}"/>
          </ac:cxnSpMkLst>
        </pc:cxnChg>
        <pc:cxnChg chg="add del">
          <ac:chgData name="shibariku0623@icloud.com" userId="47b6e960b06a1f92" providerId="LiveId" clId="{D15B5418-841C-4577-A6C3-663632A3D129}" dt="2024-10-26T00:53:15.315" v="1599" actId="478"/>
          <ac:cxnSpMkLst>
            <pc:docMk/>
            <pc:sldMk cId="2465341568" sldId="290"/>
            <ac:cxnSpMk id="96" creationId="{F25C1DD0-61D5-BB66-D337-444A7E68123D}"/>
          </ac:cxnSpMkLst>
        </pc:cxnChg>
        <pc:cxnChg chg="add del mod">
          <ac:chgData name="shibariku0623@icloud.com" userId="47b6e960b06a1f92" providerId="LiveId" clId="{D15B5418-841C-4577-A6C3-663632A3D129}" dt="2024-10-26T00:53:15.315" v="1599" actId="478"/>
          <ac:cxnSpMkLst>
            <pc:docMk/>
            <pc:sldMk cId="2465341568" sldId="290"/>
            <ac:cxnSpMk id="98" creationId="{434485D2-E5A5-5DE8-F259-3EB71886C66B}"/>
          </ac:cxnSpMkLst>
        </pc:cxnChg>
        <pc:cxnChg chg="add del">
          <ac:chgData name="shibariku0623@icloud.com" userId="47b6e960b06a1f92" providerId="LiveId" clId="{D15B5418-841C-4577-A6C3-663632A3D129}" dt="2024-10-26T00:53:15.315" v="1599" actId="478"/>
          <ac:cxnSpMkLst>
            <pc:docMk/>
            <pc:sldMk cId="2465341568" sldId="290"/>
            <ac:cxnSpMk id="100" creationId="{4730C149-1B78-49D2-6626-5DEAF4D46C1D}"/>
          </ac:cxnSpMkLst>
        </pc:cxnChg>
        <pc:cxnChg chg="add del">
          <ac:chgData name="shibariku0623@icloud.com" userId="47b6e960b06a1f92" providerId="LiveId" clId="{D15B5418-841C-4577-A6C3-663632A3D129}" dt="2024-10-26T00:53:19.077" v="1600" actId="478"/>
          <ac:cxnSpMkLst>
            <pc:docMk/>
            <pc:sldMk cId="2465341568" sldId="290"/>
            <ac:cxnSpMk id="104" creationId="{B2918F13-F619-2C4B-2695-ECBD72D7B067}"/>
          </ac:cxnSpMkLst>
        </pc:cxnChg>
        <pc:cxnChg chg="add del">
          <ac:chgData name="shibariku0623@icloud.com" userId="47b6e960b06a1f92" providerId="LiveId" clId="{D15B5418-841C-4577-A6C3-663632A3D129}" dt="2024-10-26T00:53:21.615" v="1601" actId="478"/>
          <ac:cxnSpMkLst>
            <pc:docMk/>
            <pc:sldMk cId="2465341568" sldId="290"/>
            <ac:cxnSpMk id="107" creationId="{7CB70C7B-01B4-158C-8E82-12871B53F54C}"/>
          </ac:cxnSpMkLst>
        </pc:cxnChg>
        <pc:cxnChg chg="add del mod">
          <ac:chgData name="shibariku0623@icloud.com" userId="47b6e960b06a1f92" providerId="LiveId" clId="{D15B5418-841C-4577-A6C3-663632A3D129}" dt="2024-10-26T00:53:24.874" v="1602" actId="478"/>
          <ac:cxnSpMkLst>
            <pc:docMk/>
            <pc:sldMk cId="2465341568" sldId="290"/>
            <ac:cxnSpMk id="109" creationId="{85F1A342-1F83-009D-F64B-14B2B9513BC3}"/>
          </ac:cxnSpMkLst>
        </pc:cxnChg>
        <pc:cxnChg chg="add del mod">
          <ac:chgData name="shibariku0623@icloud.com" userId="47b6e960b06a1f92" providerId="LiveId" clId="{D15B5418-841C-4577-A6C3-663632A3D129}" dt="2024-10-26T00:53:15.315" v="1599" actId="478"/>
          <ac:cxnSpMkLst>
            <pc:docMk/>
            <pc:sldMk cId="2465341568" sldId="290"/>
            <ac:cxnSpMk id="111" creationId="{10FD5FFC-2B13-5620-AC72-E20DC0D7F950}"/>
          </ac:cxnSpMkLst>
        </pc:cxnChg>
      </pc:sldChg>
      <pc:sldChg chg="addSp delSp modSp add mod ord">
        <pc:chgData name="shibariku0623@icloud.com" userId="47b6e960b06a1f92" providerId="LiveId" clId="{D15B5418-841C-4577-A6C3-663632A3D129}" dt="2024-10-28T23:59:47.505" v="6315" actId="20577"/>
        <pc:sldMkLst>
          <pc:docMk/>
          <pc:sldMk cId="375572077" sldId="291"/>
        </pc:sldMkLst>
        <pc:spChg chg="mod">
          <ac:chgData name="shibariku0623@icloud.com" userId="47b6e960b06a1f92" providerId="LiveId" clId="{D15B5418-841C-4577-A6C3-663632A3D129}" dt="2024-10-28T01:34:42.923" v="4361" actId="1076"/>
          <ac:spMkLst>
            <pc:docMk/>
            <pc:sldMk cId="375572077" sldId="291"/>
            <ac:spMk id="22" creationId="{AE671010-407A-51CA-A262-2EC9C413B90C}"/>
          </ac:spMkLst>
        </pc:spChg>
        <pc:spChg chg="mod">
          <ac:chgData name="shibariku0623@icloud.com" userId="47b6e960b06a1f92" providerId="LiveId" clId="{D15B5418-841C-4577-A6C3-663632A3D129}" dt="2024-10-26T01:28:45.858" v="2228" actId="20577"/>
          <ac:spMkLst>
            <pc:docMk/>
            <pc:sldMk cId="375572077" sldId="291"/>
            <ac:spMk id="24" creationId="{C6EC8D59-3F99-7455-C3F2-013B73168F55}"/>
          </ac:spMkLst>
        </pc:spChg>
        <pc:spChg chg="mod">
          <ac:chgData name="shibariku0623@icloud.com" userId="47b6e960b06a1f92" providerId="LiveId" clId="{D15B5418-841C-4577-A6C3-663632A3D129}" dt="2024-10-26T01:28:27.377" v="2179" actId="20577"/>
          <ac:spMkLst>
            <pc:docMk/>
            <pc:sldMk cId="375572077" sldId="291"/>
            <ac:spMk id="25" creationId="{F238FB1F-B55C-48CF-0462-A3350D0C76F9}"/>
          </ac:spMkLst>
        </pc:spChg>
        <pc:spChg chg="add del mod">
          <ac:chgData name="shibariku0623@icloud.com" userId="47b6e960b06a1f92" providerId="LiveId" clId="{D15B5418-841C-4577-A6C3-663632A3D129}" dt="2024-10-26T09:07:02.085" v="3782" actId="478"/>
          <ac:spMkLst>
            <pc:docMk/>
            <pc:sldMk cId="375572077" sldId="291"/>
            <ac:spMk id="26" creationId="{5AE37113-1675-610B-70B1-A19ADA630F5C}"/>
          </ac:spMkLst>
        </pc:spChg>
        <pc:spChg chg="add del mod">
          <ac:chgData name="shibariku0623@icloud.com" userId="47b6e960b06a1f92" providerId="LiveId" clId="{D15B5418-841C-4577-A6C3-663632A3D129}" dt="2024-10-26T09:07:07.882" v="3785" actId="478"/>
          <ac:spMkLst>
            <pc:docMk/>
            <pc:sldMk cId="375572077" sldId="291"/>
            <ac:spMk id="27" creationId="{D0584EA5-5C3A-D96C-39AB-67CDE02C1960}"/>
          </ac:spMkLst>
        </pc:spChg>
        <pc:spChg chg="add del mod">
          <ac:chgData name="shibariku0623@icloud.com" userId="47b6e960b06a1f92" providerId="LiveId" clId="{D15B5418-841C-4577-A6C3-663632A3D129}" dt="2024-10-28T02:48:29.897" v="4784" actId="164"/>
          <ac:spMkLst>
            <pc:docMk/>
            <pc:sldMk cId="375572077" sldId="291"/>
            <ac:spMk id="28" creationId="{4DD386DE-3CFD-C429-495B-FAEBAF45EDF4}"/>
          </ac:spMkLst>
        </pc:spChg>
        <pc:spChg chg="add mod">
          <ac:chgData name="shibariku0623@icloud.com" userId="47b6e960b06a1f92" providerId="LiveId" clId="{D15B5418-841C-4577-A6C3-663632A3D129}" dt="2024-10-28T02:54:18.650" v="4801" actId="1076"/>
          <ac:spMkLst>
            <pc:docMk/>
            <pc:sldMk cId="375572077" sldId="291"/>
            <ac:spMk id="29" creationId="{38DAD56B-1301-0310-CA96-F705C178A3F3}"/>
          </ac:spMkLst>
        </pc:spChg>
        <pc:spChg chg="add mod">
          <ac:chgData name="shibariku0623@icloud.com" userId="47b6e960b06a1f92" providerId="LiveId" clId="{D15B5418-841C-4577-A6C3-663632A3D129}" dt="2024-10-28T03:42:40.206" v="5196" actId="1076"/>
          <ac:spMkLst>
            <pc:docMk/>
            <pc:sldMk cId="375572077" sldId="291"/>
            <ac:spMk id="30" creationId="{CDEEB79F-1E91-7A92-F814-F115D16680FF}"/>
          </ac:spMkLst>
        </pc:spChg>
        <pc:spChg chg="mod">
          <ac:chgData name="shibariku0623@icloud.com" userId="47b6e960b06a1f92" providerId="LiveId" clId="{D15B5418-841C-4577-A6C3-663632A3D129}" dt="2024-10-28T01:33:18.617" v="4355" actId="255"/>
          <ac:spMkLst>
            <pc:docMk/>
            <pc:sldMk cId="375572077" sldId="291"/>
            <ac:spMk id="31" creationId="{2F6D020A-908F-C092-9857-5156171C0A00}"/>
          </ac:spMkLst>
        </pc:spChg>
        <pc:spChg chg="mod">
          <ac:chgData name="shibariku0623@icloud.com" userId="47b6e960b06a1f92" providerId="LiveId" clId="{D15B5418-841C-4577-A6C3-663632A3D129}" dt="2024-10-28T01:33:18.617" v="4355" actId="255"/>
          <ac:spMkLst>
            <pc:docMk/>
            <pc:sldMk cId="375572077" sldId="291"/>
            <ac:spMk id="34" creationId="{07C6AE42-E8B8-F661-7FF8-9AFCBFE846C0}"/>
          </ac:spMkLst>
        </pc:spChg>
        <pc:spChg chg="mod">
          <ac:chgData name="shibariku0623@icloud.com" userId="47b6e960b06a1f92" providerId="LiveId" clId="{D15B5418-841C-4577-A6C3-663632A3D129}" dt="2024-10-28T02:55:39.877" v="4803" actId="1076"/>
          <ac:spMkLst>
            <pc:docMk/>
            <pc:sldMk cId="375572077" sldId="291"/>
            <ac:spMk id="35" creationId="{75369C52-E5E2-B747-EC25-CD9074542C44}"/>
          </ac:spMkLst>
        </pc:spChg>
        <pc:spChg chg="mod">
          <ac:chgData name="shibariku0623@icloud.com" userId="47b6e960b06a1f92" providerId="LiveId" clId="{D15B5418-841C-4577-A6C3-663632A3D129}" dt="2024-10-28T01:33:18.617" v="4355" actId="255"/>
          <ac:spMkLst>
            <pc:docMk/>
            <pc:sldMk cId="375572077" sldId="291"/>
            <ac:spMk id="37" creationId="{BDB6E7F1-8E11-859F-8660-5436632845D4}"/>
          </ac:spMkLst>
        </pc:spChg>
        <pc:spChg chg="mod">
          <ac:chgData name="shibariku0623@icloud.com" userId="47b6e960b06a1f92" providerId="LiveId" clId="{D15B5418-841C-4577-A6C3-663632A3D129}" dt="2024-10-28T01:36:35.669" v="4370" actId="1076"/>
          <ac:spMkLst>
            <pc:docMk/>
            <pc:sldMk cId="375572077" sldId="291"/>
            <ac:spMk id="38" creationId="{39B0DF75-EDFB-82A8-A23A-9DD8AEBC032D}"/>
          </ac:spMkLst>
        </pc:spChg>
        <pc:spChg chg="mod">
          <ac:chgData name="shibariku0623@icloud.com" userId="47b6e960b06a1f92" providerId="LiveId" clId="{D15B5418-841C-4577-A6C3-663632A3D129}" dt="2024-10-28T02:55:33.823" v="4802" actId="1076"/>
          <ac:spMkLst>
            <pc:docMk/>
            <pc:sldMk cId="375572077" sldId="291"/>
            <ac:spMk id="39" creationId="{FF1E4749-3A95-E617-4FC0-E66C31FD408E}"/>
          </ac:spMkLst>
        </pc:spChg>
        <pc:spChg chg="mod">
          <ac:chgData name="shibariku0623@icloud.com" userId="47b6e960b06a1f92" providerId="LiveId" clId="{D15B5418-841C-4577-A6C3-663632A3D129}" dt="2024-10-28T02:55:53.961" v="4805" actId="1076"/>
          <ac:spMkLst>
            <pc:docMk/>
            <pc:sldMk cId="375572077" sldId="291"/>
            <ac:spMk id="40" creationId="{7ECEE408-DE36-85B9-5F0C-6AE368F085CC}"/>
          </ac:spMkLst>
        </pc:spChg>
        <pc:spChg chg="add mod">
          <ac:chgData name="shibariku0623@icloud.com" userId="47b6e960b06a1f92" providerId="LiveId" clId="{D15B5418-841C-4577-A6C3-663632A3D129}" dt="2024-10-28T04:17:55.647" v="5523" actId="1076"/>
          <ac:spMkLst>
            <pc:docMk/>
            <pc:sldMk cId="375572077" sldId="291"/>
            <ac:spMk id="41" creationId="{39CF3E46-5330-624A-B426-FE7846B4593D}"/>
          </ac:spMkLst>
        </pc:spChg>
        <pc:spChg chg="add mod">
          <ac:chgData name="shibariku0623@icloud.com" userId="47b6e960b06a1f92" providerId="LiveId" clId="{D15B5418-841C-4577-A6C3-663632A3D129}" dt="2024-10-28T04:25:33.432" v="5610" actId="20577"/>
          <ac:spMkLst>
            <pc:docMk/>
            <pc:sldMk cId="375572077" sldId="291"/>
            <ac:spMk id="42" creationId="{981B2DEC-D946-A52A-E072-934E327B9F6D}"/>
          </ac:spMkLst>
        </pc:spChg>
        <pc:spChg chg="add mod">
          <ac:chgData name="shibariku0623@icloud.com" userId="47b6e960b06a1f92" providerId="LiveId" clId="{D15B5418-841C-4577-A6C3-663632A3D129}" dt="2024-10-28T23:59:47.505" v="6315" actId="20577"/>
          <ac:spMkLst>
            <pc:docMk/>
            <pc:sldMk cId="375572077" sldId="291"/>
            <ac:spMk id="45" creationId="{2A489ED5-6303-4F6E-75F2-D969712D1148}"/>
          </ac:spMkLst>
        </pc:spChg>
        <pc:grpChg chg="add mod">
          <ac:chgData name="shibariku0623@icloud.com" userId="47b6e960b06a1f92" providerId="LiveId" clId="{D15B5418-841C-4577-A6C3-663632A3D129}" dt="2024-10-28T02:54:14.004" v="4800" actId="1076"/>
          <ac:grpSpMkLst>
            <pc:docMk/>
            <pc:sldMk cId="375572077" sldId="291"/>
            <ac:grpSpMk id="26" creationId="{8C3AED4B-7C4B-C172-359E-2D0AD2C5B92F}"/>
          </ac:grpSpMkLst>
        </pc:grpChg>
        <pc:grpChg chg="mod">
          <ac:chgData name="shibariku0623@icloud.com" userId="47b6e960b06a1f92" providerId="LiveId" clId="{D15B5418-841C-4577-A6C3-663632A3D129}" dt="2024-10-28T01:33:30.043" v="4357" actId="1076"/>
          <ac:grpSpMkLst>
            <pc:docMk/>
            <pc:sldMk cId="375572077" sldId="291"/>
            <ac:grpSpMk id="32" creationId="{E2DBB5B3-B54F-6CFF-FB19-6668474D0E57}"/>
          </ac:grpSpMkLst>
        </pc:grpChg>
        <pc:grpChg chg="mod">
          <ac:chgData name="shibariku0623@icloud.com" userId="47b6e960b06a1f92" providerId="LiveId" clId="{D15B5418-841C-4577-A6C3-663632A3D129}" dt="2024-10-28T02:55:48.627" v="4804" actId="1076"/>
          <ac:grpSpMkLst>
            <pc:docMk/>
            <pc:sldMk cId="375572077" sldId="291"/>
            <ac:grpSpMk id="33" creationId="{2D2A20AF-44EA-6FFA-84F5-294071290EAA}"/>
          </ac:grpSpMkLst>
        </pc:grpChg>
        <pc:grpChg chg="mod">
          <ac:chgData name="shibariku0623@icloud.com" userId="47b6e960b06a1f92" providerId="LiveId" clId="{D15B5418-841C-4577-A6C3-663632A3D129}" dt="2024-10-28T02:55:57.935" v="4806" actId="1076"/>
          <ac:grpSpMkLst>
            <pc:docMk/>
            <pc:sldMk cId="375572077" sldId="291"/>
            <ac:grpSpMk id="36" creationId="{3BB4627B-C80C-B0D8-520D-A7B95B5D312A}"/>
          </ac:grpSpMkLst>
        </pc:grpChg>
        <pc:picChg chg="add del mod">
          <ac:chgData name="shibariku0623@icloud.com" userId="47b6e960b06a1f92" providerId="LiveId" clId="{D15B5418-841C-4577-A6C3-663632A3D129}" dt="2024-10-28T04:09:03.472" v="5202" actId="478"/>
          <ac:picMkLst>
            <pc:docMk/>
            <pc:sldMk cId="375572077" sldId="291"/>
            <ac:picMk id="27" creationId="{B0F90162-DF7E-C475-76CE-9940659FC756}"/>
          </ac:picMkLst>
        </pc:picChg>
        <pc:picChg chg="add mod">
          <ac:chgData name="shibariku0623@icloud.com" userId="47b6e960b06a1f92" providerId="LiveId" clId="{D15B5418-841C-4577-A6C3-663632A3D129}" dt="2024-10-28T04:18:00.707" v="5524" actId="1076"/>
          <ac:picMkLst>
            <pc:docMk/>
            <pc:sldMk cId="375572077" sldId="291"/>
            <ac:picMk id="44" creationId="{14508F32-75AC-D8F0-448C-8C654EF8E32A}"/>
          </ac:picMkLst>
        </pc:picChg>
      </pc:sldChg>
      <pc:sldChg chg="addSp delSp modSp add mod ord setBg">
        <pc:chgData name="shibariku0623@icloud.com" userId="47b6e960b06a1f92" providerId="LiveId" clId="{D15B5418-841C-4577-A6C3-663632A3D129}" dt="2024-10-28T03:07:15.029" v="4991" actId="14100"/>
        <pc:sldMkLst>
          <pc:docMk/>
          <pc:sldMk cId="2412679805" sldId="292"/>
        </pc:sldMkLst>
        <pc:spChg chg="mod">
          <ac:chgData name="shibariku0623@icloud.com" userId="47b6e960b06a1f92" providerId="LiveId" clId="{D15B5418-841C-4577-A6C3-663632A3D129}" dt="2024-10-28T02:38:28.154" v="4735" actId="1076"/>
          <ac:spMkLst>
            <pc:docMk/>
            <pc:sldMk cId="2412679805" sldId="292"/>
            <ac:spMk id="21" creationId="{3BF119E0-E7A4-A0C6-0B73-22182B08AB56}"/>
          </ac:spMkLst>
        </pc:spChg>
        <pc:spChg chg="add mod">
          <ac:chgData name="shibariku0623@icloud.com" userId="47b6e960b06a1f92" providerId="LiveId" clId="{D15B5418-841C-4577-A6C3-663632A3D129}" dt="2024-10-26T01:39:18.466" v="2504"/>
          <ac:spMkLst>
            <pc:docMk/>
            <pc:sldMk cId="2412679805" sldId="292"/>
            <ac:spMk id="22" creationId="{2386411B-EEC3-885A-5EA6-FFBEF340D076}"/>
          </ac:spMkLst>
        </pc:spChg>
        <pc:spChg chg="del mod">
          <ac:chgData name="shibariku0623@icloud.com" userId="47b6e960b06a1f92" providerId="LiveId" clId="{D15B5418-841C-4577-A6C3-663632A3D129}" dt="2024-10-26T01:39:12.433" v="2503"/>
          <ac:spMkLst>
            <pc:docMk/>
            <pc:sldMk cId="2412679805" sldId="292"/>
            <ac:spMk id="24" creationId="{0F79958A-7714-BD1D-10F2-CBF187A840B7}"/>
          </ac:spMkLst>
        </pc:spChg>
        <pc:spChg chg="add mod">
          <ac:chgData name="shibariku0623@icloud.com" userId="47b6e960b06a1f92" providerId="LiveId" clId="{D15B5418-841C-4577-A6C3-663632A3D129}" dt="2024-10-28T02:38:36.599" v="4736" actId="1076"/>
          <ac:spMkLst>
            <pc:docMk/>
            <pc:sldMk cId="2412679805" sldId="292"/>
            <ac:spMk id="24" creationId="{16E126AC-C01F-54FD-9B86-2A4FF1737F14}"/>
          </ac:spMkLst>
        </pc:spChg>
        <pc:spChg chg="mod">
          <ac:chgData name="shibariku0623@icloud.com" userId="47b6e960b06a1f92" providerId="LiveId" clId="{D15B5418-841C-4577-A6C3-663632A3D129}" dt="2024-10-26T01:34:59.164" v="2428" actId="20577"/>
          <ac:spMkLst>
            <pc:docMk/>
            <pc:sldMk cId="2412679805" sldId="292"/>
            <ac:spMk id="25" creationId="{92A7CDFD-D688-4110-680F-1BC861DDC03D}"/>
          </ac:spMkLst>
        </pc:spChg>
        <pc:spChg chg="add mod">
          <ac:chgData name="shibariku0623@icloud.com" userId="47b6e960b06a1f92" providerId="LiveId" clId="{D15B5418-841C-4577-A6C3-663632A3D129}" dt="2024-10-28T02:38:40.115" v="4737" actId="1076"/>
          <ac:spMkLst>
            <pc:docMk/>
            <pc:sldMk cId="2412679805" sldId="292"/>
            <ac:spMk id="26" creationId="{3EE77BFB-5331-6984-AC78-AC401F5DA0C3}"/>
          </ac:spMkLst>
        </pc:spChg>
        <pc:spChg chg="add del mod">
          <ac:chgData name="shibariku0623@icloud.com" userId="47b6e960b06a1f92" providerId="LiveId" clId="{D15B5418-841C-4577-A6C3-663632A3D129}" dt="2024-10-28T02:38:36.599" v="4736" actId="1076"/>
          <ac:spMkLst>
            <pc:docMk/>
            <pc:sldMk cId="2412679805" sldId="292"/>
            <ac:spMk id="27" creationId="{7A02A666-FBB7-4778-7336-7219B25049C4}"/>
          </ac:spMkLst>
        </pc:spChg>
        <pc:spChg chg="add mod">
          <ac:chgData name="shibariku0623@icloud.com" userId="47b6e960b06a1f92" providerId="LiveId" clId="{D15B5418-841C-4577-A6C3-663632A3D129}" dt="2024-10-28T02:38:36.599" v="4736" actId="1076"/>
          <ac:spMkLst>
            <pc:docMk/>
            <pc:sldMk cId="2412679805" sldId="292"/>
            <ac:spMk id="28" creationId="{5FD26B50-1104-4ED1-AA5C-3F5650C4B949}"/>
          </ac:spMkLst>
        </pc:spChg>
        <pc:spChg chg="add mod">
          <ac:chgData name="shibariku0623@icloud.com" userId="47b6e960b06a1f92" providerId="LiveId" clId="{D15B5418-841C-4577-A6C3-663632A3D129}" dt="2024-10-28T02:38:36.599" v="4736" actId="1076"/>
          <ac:spMkLst>
            <pc:docMk/>
            <pc:sldMk cId="2412679805" sldId="292"/>
            <ac:spMk id="32" creationId="{A3F34285-905B-4A60-282B-78A8FA6D7E48}"/>
          </ac:spMkLst>
        </pc:spChg>
        <pc:spChg chg="add mod">
          <ac:chgData name="shibariku0623@icloud.com" userId="47b6e960b06a1f92" providerId="LiveId" clId="{D15B5418-841C-4577-A6C3-663632A3D129}" dt="2024-10-28T02:38:36.599" v="4736" actId="1076"/>
          <ac:spMkLst>
            <pc:docMk/>
            <pc:sldMk cId="2412679805" sldId="292"/>
            <ac:spMk id="33" creationId="{328B630F-EF36-23D5-DAC6-4326EE8C8512}"/>
          </ac:spMkLst>
        </pc:spChg>
        <pc:spChg chg="add mod">
          <ac:chgData name="shibariku0623@icloud.com" userId="47b6e960b06a1f92" providerId="LiveId" clId="{D15B5418-841C-4577-A6C3-663632A3D129}" dt="2024-10-28T02:18:36.252" v="4710" actId="1076"/>
          <ac:spMkLst>
            <pc:docMk/>
            <pc:sldMk cId="2412679805" sldId="292"/>
            <ac:spMk id="34" creationId="{FC9E7FF9-BDA8-8CF5-3D0E-B6C63BC1E481}"/>
          </ac:spMkLst>
        </pc:spChg>
        <pc:spChg chg="add mod">
          <ac:chgData name="shibariku0623@icloud.com" userId="47b6e960b06a1f92" providerId="LiveId" clId="{D15B5418-841C-4577-A6C3-663632A3D129}" dt="2024-10-28T02:38:36.599" v="4736" actId="1076"/>
          <ac:spMkLst>
            <pc:docMk/>
            <pc:sldMk cId="2412679805" sldId="292"/>
            <ac:spMk id="35" creationId="{75774C4E-2349-C65E-3B33-A236225DBABF}"/>
          </ac:spMkLst>
        </pc:spChg>
        <pc:spChg chg="add del mod">
          <ac:chgData name="shibariku0623@icloud.com" userId="47b6e960b06a1f92" providerId="LiveId" clId="{D15B5418-841C-4577-A6C3-663632A3D129}" dt="2024-10-28T01:55:38.552" v="4525" actId="478"/>
          <ac:spMkLst>
            <pc:docMk/>
            <pc:sldMk cId="2412679805" sldId="292"/>
            <ac:spMk id="36" creationId="{FC985E7E-8736-A236-4CD3-A049432C98BA}"/>
          </ac:spMkLst>
        </pc:spChg>
        <pc:spChg chg="add mod">
          <ac:chgData name="shibariku0623@icloud.com" userId="47b6e960b06a1f92" providerId="LiveId" clId="{D15B5418-841C-4577-A6C3-663632A3D129}" dt="2024-10-28T01:54:43.796" v="4512" actId="255"/>
          <ac:spMkLst>
            <pc:docMk/>
            <pc:sldMk cId="2412679805" sldId="292"/>
            <ac:spMk id="37" creationId="{64DAC289-01DE-CB90-CA06-1E8E6E59CDD5}"/>
          </ac:spMkLst>
        </pc:spChg>
        <pc:spChg chg="add del mod">
          <ac:chgData name="shibariku0623@icloud.com" userId="47b6e960b06a1f92" providerId="LiveId" clId="{D15B5418-841C-4577-A6C3-663632A3D129}" dt="2024-10-28T01:55:40.630" v="4526" actId="478"/>
          <ac:spMkLst>
            <pc:docMk/>
            <pc:sldMk cId="2412679805" sldId="292"/>
            <ac:spMk id="39" creationId="{20C114DF-E144-5AD5-1F7E-86F927C2B2F4}"/>
          </ac:spMkLst>
        </pc:spChg>
        <pc:spChg chg="add mod">
          <ac:chgData name="shibariku0623@icloud.com" userId="47b6e960b06a1f92" providerId="LiveId" clId="{D15B5418-841C-4577-A6C3-663632A3D129}" dt="2024-10-28T03:07:15.029" v="4991" actId="14100"/>
          <ac:spMkLst>
            <pc:docMk/>
            <pc:sldMk cId="2412679805" sldId="292"/>
            <ac:spMk id="41" creationId="{66D27F77-D698-2B92-842D-A7A0EFA0B9D5}"/>
          </ac:spMkLst>
        </pc:spChg>
        <pc:spChg chg="add mod">
          <ac:chgData name="shibariku0623@icloud.com" userId="47b6e960b06a1f92" providerId="LiveId" clId="{D15B5418-841C-4577-A6C3-663632A3D129}" dt="2024-10-28T03:03:40.929" v="4822" actId="1076"/>
          <ac:spMkLst>
            <pc:docMk/>
            <pc:sldMk cId="2412679805" sldId="292"/>
            <ac:spMk id="43" creationId="{FCA12108-106E-21A0-7160-A8A7BC367D5E}"/>
          </ac:spMkLst>
        </pc:spChg>
        <pc:spChg chg="add mod">
          <ac:chgData name="shibariku0623@icloud.com" userId="47b6e960b06a1f92" providerId="LiveId" clId="{D15B5418-841C-4577-A6C3-663632A3D129}" dt="2024-10-28T03:03:52.805" v="4824" actId="1076"/>
          <ac:spMkLst>
            <pc:docMk/>
            <pc:sldMk cId="2412679805" sldId="292"/>
            <ac:spMk id="44" creationId="{471B250B-C996-F106-6875-85B0C03C48BC}"/>
          </ac:spMkLst>
        </pc:spChg>
        <pc:spChg chg="del">
          <ac:chgData name="shibariku0623@icloud.com" userId="47b6e960b06a1f92" providerId="LiveId" clId="{D15B5418-841C-4577-A6C3-663632A3D129}" dt="2024-10-26T01:39:45.536" v="2505" actId="478"/>
          <ac:spMkLst>
            <pc:docMk/>
            <pc:sldMk cId="2412679805" sldId="292"/>
            <ac:spMk id="112" creationId="{7E36F3B2-4D80-81CB-597E-A4B3A4C1F93A}"/>
          </ac:spMkLst>
        </pc:spChg>
        <pc:spChg chg="del">
          <ac:chgData name="shibariku0623@icloud.com" userId="47b6e960b06a1f92" providerId="LiveId" clId="{D15B5418-841C-4577-A6C3-663632A3D129}" dt="2024-10-26T01:39:45.536" v="2505" actId="478"/>
          <ac:spMkLst>
            <pc:docMk/>
            <pc:sldMk cId="2412679805" sldId="292"/>
            <ac:spMk id="113" creationId="{3815F51C-E429-9A96-349A-2E5EC1FF6D15}"/>
          </ac:spMkLst>
        </pc:spChg>
        <pc:spChg chg="del">
          <ac:chgData name="shibariku0623@icloud.com" userId="47b6e960b06a1f92" providerId="LiveId" clId="{D15B5418-841C-4577-A6C3-663632A3D129}" dt="2024-10-26T01:39:45.536" v="2505" actId="478"/>
          <ac:spMkLst>
            <pc:docMk/>
            <pc:sldMk cId="2412679805" sldId="292"/>
            <ac:spMk id="115" creationId="{AF06D402-2656-2B90-CA53-6186EA271F0B}"/>
          </ac:spMkLst>
        </pc:spChg>
        <pc:grpChg chg="add mod">
          <ac:chgData name="shibariku0623@icloud.com" userId="47b6e960b06a1f92" providerId="LiveId" clId="{D15B5418-841C-4577-A6C3-663632A3D129}" dt="2024-10-28T02:38:36.599" v="4736" actId="1076"/>
          <ac:grpSpMkLst>
            <pc:docMk/>
            <pc:sldMk cId="2412679805" sldId="292"/>
            <ac:grpSpMk id="38" creationId="{85012B2D-C7B6-02BE-B6B3-0D7177540A06}"/>
          </ac:grpSpMkLst>
        </pc:grpChg>
        <pc:grpChg chg="del">
          <ac:chgData name="shibariku0623@icloud.com" userId="47b6e960b06a1f92" providerId="LiveId" clId="{D15B5418-841C-4577-A6C3-663632A3D129}" dt="2024-10-26T01:39:45.536" v="2505" actId="478"/>
          <ac:grpSpMkLst>
            <pc:docMk/>
            <pc:sldMk cId="2412679805" sldId="292"/>
            <ac:grpSpMk id="71" creationId="{780D92C2-727F-CD96-57E4-216072A3320E}"/>
          </ac:grpSpMkLst>
        </pc:grpChg>
        <pc:grpChg chg="del">
          <ac:chgData name="shibariku0623@icloud.com" userId="47b6e960b06a1f92" providerId="LiveId" clId="{D15B5418-841C-4577-A6C3-663632A3D129}" dt="2024-10-26T01:39:45.536" v="2505" actId="478"/>
          <ac:grpSpMkLst>
            <pc:docMk/>
            <pc:sldMk cId="2412679805" sldId="292"/>
            <ac:grpSpMk id="72" creationId="{72B62646-3E7A-39B4-A387-6D76AF4632A8}"/>
          </ac:grpSpMkLst>
        </pc:grpChg>
        <pc:grpChg chg="del">
          <ac:chgData name="shibariku0623@icloud.com" userId="47b6e960b06a1f92" providerId="LiveId" clId="{D15B5418-841C-4577-A6C3-663632A3D129}" dt="2024-10-26T01:39:45.536" v="2505" actId="478"/>
          <ac:grpSpMkLst>
            <pc:docMk/>
            <pc:sldMk cId="2412679805" sldId="292"/>
            <ac:grpSpMk id="75" creationId="{5D024A3B-7756-3DBF-82FE-8E554F912C8A}"/>
          </ac:grpSpMkLst>
        </pc:grpChg>
        <pc:grpChg chg="del">
          <ac:chgData name="shibariku0623@icloud.com" userId="47b6e960b06a1f92" providerId="LiveId" clId="{D15B5418-841C-4577-A6C3-663632A3D129}" dt="2024-10-26T01:39:45.536" v="2505" actId="478"/>
          <ac:grpSpMkLst>
            <pc:docMk/>
            <pc:sldMk cId="2412679805" sldId="292"/>
            <ac:grpSpMk id="78" creationId="{FFA0E3CB-CD6F-E6B2-7446-ADD23B60DB43}"/>
          </ac:grpSpMkLst>
        </pc:grpChg>
        <pc:grpChg chg="del">
          <ac:chgData name="shibariku0623@icloud.com" userId="47b6e960b06a1f92" providerId="LiveId" clId="{D15B5418-841C-4577-A6C3-663632A3D129}" dt="2024-10-26T01:39:45.536" v="2505" actId="478"/>
          <ac:grpSpMkLst>
            <pc:docMk/>
            <pc:sldMk cId="2412679805" sldId="292"/>
            <ac:grpSpMk id="81" creationId="{E9966BF0-54E4-5645-B43B-3CDEE3CA13D9}"/>
          </ac:grpSpMkLst>
        </pc:grpChg>
        <pc:grpChg chg="del">
          <ac:chgData name="shibariku0623@icloud.com" userId="47b6e960b06a1f92" providerId="LiveId" clId="{D15B5418-841C-4577-A6C3-663632A3D129}" dt="2024-10-26T01:39:45.536" v="2505" actId="478"/>
          <ac:grpSpMkLst>
            <pc:docMk/>
            <pc:sldMk cId="2412679805" sldId="292"/>
            <ac:grpSpMk id="84" creationId="{AF67F25B-2ED9-7A43-C552-FF077BB6ECE1}"/>
          </ac:grpSpMkLst>
        </pc:grpChg>
        <pc:grpChg chg="del">
          <ac:chgData name="shibariku0623@icloud.com" userId="47b6e960b06a1f92" providerId="LiveId" clId="{D15B5418-841C-4577-A6C3-663632A3D129}" dt="2024-10-26T01:39:45.536" v="2505" actId="478"/>
          <ac:grpSpMkLst>
            <pc:docMk/>
            <pc:sldMk cId="2412679805" sldId="292"/>
            <ac:grpSpMk id="87" creationId="{0454145C-E795-3B50-B5B1-E5731AFCA5A0}"/>
          </ac:grpSpMkLst>
        </pc:grpChg>
        <pc:picChg chg="add mod">
          <ac:chgData name="shibariku0623@icloud.com" userId="47b6e960b06a1f92" providerId="LiveId" clId="{D15B5418-841C-4577-A6C3-663632A3D129}" dt="2024-10-28T02:39:03.771" v="4741" actId="1076"/>
          <ac:picMkLst>
            <pc:docMk/>
            <pc:sldMk cId="2412679805" sldId="292"/>
            <ac:picMk id="30" creationId="{589D97CC-0479-68D2-B1E8-586C8D95FBCE}"/>
          </ac:picMkLst>
        </pc:picChg>
        <pc:picChg chg="add mod">
          <ac:chgData name="shibariku0623@icloud.com" userId="47b6e960b06a1f92" providerId="LiveId" clId="{D15B5418-841C-4577-A6C3-663632A3D129}" dt="2024-10-28T02:40:00.895" v="4744" actId="1076"/>
          <ac:picMkLst>
            <pc:docMk/>
            <pc:sldMk cId="2412679805" sldId="292"/>
            <ac:picMk id="40" creationId="{D5B9959C-C119-7F76-A46C-0992E82405D5}"/>
          </ac:picMkLst>
        </pc:picChg>
        <pc:cxnChg chg="add del mod">
          <ac:chgData name="shibariku0623@icloud.com" userId="47b6e960b06a1f92" providerId="LiveId" clId="{D15B5418-841C-4577-A6C3-663632A3D129}" dt="2024-10-26T02:36:10.918" v="2625" actId="478"/>
          <ac:cxnSpMkLst>
            <pc:docMk/>
            <pc:sldMk cId="2412679805" sldId="292"/>
            <ac:cxnSpMk id="30" creationId="{1EEAE465-C363-A913-2B69-21E573DA5141}"/>
          </ac:cxnSpMkLst>
        </pc:cxnChg>
        <pc:cxnChg chg="del mod">
          <ac:chgData name="shibariku0623@icloud.com" userId="47b6e960b06a1f92" providerId="LiveId" clId="{D15B5418-841C-4577-A6C3-663632A3D129}" dt="2024-10-26T01:39:45.536" v="2505" actId="478"/>
          <ac:cxnSpMkLst>
            <pc:docMk/>
            <pc:sldMk cId="2412679805" sldId="292"/>
            <ac:cxnSpMk id="91" creationId="{C60B930C-5C94-FEEB-59EE-CF37AF146041}"/>
          </ac:cxnSpMkLst>
        </pc:cxnChg>
        <pc:cxnChg chg="del mod">
          <ac:chgData name="shibariku0623@icloud.com" userId="47b6e960b06a1f92" providerId="LiveId" clId="{D15B5418-841C-4577-A6C3-663632A3D129}" dt="2024-10-26T01:39:45.536" v="2505" actId="478"/>
          <ac:cxnSpMkLst>
            <pc:docMk/>
            <pc:sldMk cId="2412679805" sldId="292"/>
            <ac:cxnSpMk id="93" creationId="{AD0ECBA7-09E1-1F44-066E-EBD61BD03875}"/>
          </ac:cxnSpMkLst>
        </pc:cxnChg>
        <pc:cxnChg chg="del">
          <ac:chgData name="shibariku0623@icloud.com" userId="47b6e960b06a1f92" providerId="LiveId" clId="{D15B5418-841C-4577-A6C3-663632A3D129}" dt="2024-10-26T01:39:45.536" v="2505" actId="478"/>
          <ac:cxnSpMkLst>
            <pc:docMk/>
            <pc:sldMk cId="2412679805" sldId="292"/>
            <ac:cxnSpMk id="95" creationId="{F9459D97-E553-8A5A-CDE3-947EAB55680E}"/>
          </ac:cxnSpMkLst>
        </pc:cxnChg>
        <pc:cxnChg chg="del">
          <ac:chgData name="shibariku0623@icloud.com" userId="47b6e960b06a1f92" providerId="LiveId" clId="{D15B5418-841C-4577-A6C3-663632A3D129}" dt="2024-10-26T01:39:45.536" v="2505" actId="478"/>
          <ac:cxnSpMkLst>
            <pc:docMk/>
            <pc:sldMk cId="2412679805" sldId="292"/>
            <ac:cxnSpMk id="96" creationId="{DE9CF306-6780-E49D-D464-019248C81460}"/>
          </ac:cxnSpMkLst>
        </pc:cxnChg>
        <pc:cxnChg chg="del mod">
          <ac:chgData name="shibariku0623@icloud.com" userId="47b6e960b06a1f92" providerId="LiveId" clId="{D15B5418-841C-4577-A6C3-663632A3D129}" dt="2024-10-26T01:39:45.536" v="2505" actId="478"/>
          <ac:cxnSpMkLst>
            <pc:docMk/>
            <pc:sldMk cId="2412679805" sldId="292"/>
            <ac:cxnSpMk id="98" creationId="{46FB3BE7-8836-75F8-AAA5-F9CB32BCD58A}"/>
          </ac:cxnSpMkLst>
        </pc:cxnChg>
        <pc:cxnChg chg="del">
          <ac:chgData name="shibariku0623@icloud.com" userId="47b6e960b06a1f92" providerId="LiveId" clId="{D15B5418-841C-4577-A6C3-663632A3D129}" dt="2024-10-26T01:39:45.536" v="2505" actId="478"/>
          <ac:cxnSpMkLst>
            <pc:docMk/>
            <pc:sldMk cId="2412679805" sldId="292"/>
            <ac:cxnSpMk id="100" creationId="{E367C02E-188F-53AE-0A8D-978A9B460E35}"/>
          </ac:cxnSpMkLst>
        </pc:cxnChg>
        <pc:cxnChg chg="del">
          <ac:chgData name="shibariku0623@icloud.com" userId="47b6e960b06a1f92" providerId="LiveId" clId="{D15B5418-841C-4577-A6C3-663632A3D129}" dt="2024-10-26T01:39:45.536" v="2505" actId="478"/>
          <ac:cxnSpMkLst>
            <pc:docMk/>
            <pc:sldMk cId="2412679805" sldId="292"/>
            <ac:cxnSpMk id="104" creationId="{179F445E-EAB8-F2E6-0E84-690CA4C74827}"/>
          </ac:cxnSpMkLst>
        </pc:cxnChg>
        <pc:cxnChg chg="del">
          <ac:chgData name="shibariku0623@icloud.com" userId="47b6e960b06a1f92" providerId="LiveId" clId="{D15B5418-841C-4577-A6C3-663632A3D129}" dt="2024-10-26T01:39:45.536" v="2505" actId="478"/>
          <ac:cxnSpMkLst>
            <pc:docMk/>
            <pc:sldMk cId="2412679805" sldId="292"/>
            <ac:cxnSpMk id="107" creationId="{8F385AF9-AC87-C904-C1F1-0AC03281855D}"/>
          </ac:cxnSpMkLst>
        </pc:cxnChg>
        <pc:cxnChg chg="del mod">
          <ac:chgData name="shibariku0623@icloud.com" userId="47b6e960b06a1f92" providerId="LiveId" clId="{D15B5418-841C-4577-A6C3-663632A3D129}" dt="2024-10-26T01:39:45.536" v="2505" actId="478"/>
          <ac:cxnSpMkLst>
            <pc:docMk/>
            <pc:sldMk cId="2412679805" sldId="292"/>
            <ac:cxnSpMk id="109" creationId="{91F5A4EE-7F4A-48A4-359F-999EE746A886}"/>
          </ac:cxnSpMkLst>
        </pc:cxnChg>
        <pc:cxnChg chg="del mod">
          <ac:chgData name="shibariku0623@icloud.com" userId="47b6e960b06a1f92" providerId="LiveId" clId="{D15B5418-841C-4577-A6C3-663632A3D129}" dt="2024-10-26T01:39:45.536" v="2505" actId="478"/>
          <ac:cxnSpMkLst>
            <pc:docMk/>
            <pc:sldMk cId="2412679805" sldId="292"/>
            <ac:cxnSpMk id="111" creationId="{CD3B0B80-54C6-714C-982D-46E964ECDBB0}"/>
          </ac:cxnSpMkLst>
        </pc:cxnChg>
      </pc:sldChg>
      <pc:sldChg chg="addSp delSp modSp add mod ord">
        <pc:chgData name="shibariku0623@icloud.com" userId="47b6e960b06a1f92" providerId="LiveId" clId="{D15B5418-841C-4577-A6C3-663632A3D129}" dt="2024-10-26T10:23:54.194" v="4083" actId="14100"/>
        <pc:sldMkLst>
          <pc:docMk/>
          <pc:sldMk cId="1249858868" sldId="293"/>
        </pc:sldMkLst>
        <pc:spChg chg="add mod">
          <ac:chgData name="shibariku0623@icloud.com" userId="47b6e960b06a1f92" providerId="LiveId" clId="{D15B5418-841C-4577-A6C3-663632A3D129}" dt="2024-10-26T04:51:53.842" v="3166"/>
          <ac:spMkLst>
            <pc:docMk/>
            <pc:sldMk cId="1249858868" sldId="293"/>
            <ac:spMk id="23" creationId="{16A528A6-A021-D633-97E2-594BF45D06D2}"/>
          </ac:spMkLst>
        </pc:spChg>
        <pc:spChg chg="add mod">
          <ac:chgData name="shibariku0623@icloud.com" userId="47b6e960b06a1f92" providerId="LiveId" clId="{D15B5418-841C-4577-A6C3-663632A3D129}" dt="2024-10-26T04:51:53.842" v="3166"/>
          <ac:spMkLst>
            <pc:docMk/>
            <pc:sldMk cId="1249858868" sldId="293"/>
            <ac:spMk id="31" creationId="{F0983E3F-9ECA-9AB3-EEC9-69CAD28BAACC}"/>
          </ac:spMkLst>
        </pc:spChg>
        <pc:spChg chg="del">
          <ac:chgData name="shibariku0623@icloud.com" userId="47b6e960b06a1f92" providerId="LiveId" clId="{D15B5418-841C-4577-A6C3-663632A3D129}" dt="2024-10-26T04:51:53.556" v="3165" actId="478"/>
          <ac:spMkLst>
            <pc:docMk/>
            <pc:sldMk cId="1249858868" sldId="293"/>
            <ac:spMk id="33" creationId="{B80B20F2-ACA3-2454-4BC8-A1D46193C878}"/>
          </ac:spMkLst>
        </pc:spChg>
        <pc:spChg chg="del">
          <ac:chgData name="shibariku0623@icloud.com" userId="47b6e960b06a1f92" providerId="LiveId" clId="{D15B5418-841C-4577-A6C3-663632A3D129}" dt="2024-10-26T04:51:53.556" v="3165" actId="478"/>
          <ac:spMkLst>
            <pc:docMk/>
            <pc:sldMk cId="1249858868" sldId="293"/>
            <ac:spMk id="34" creationId="{B6ADFA6A-DB1A-9B08-EEDF-0E051D65A142}"/>
          </ac:spMkLst>
        </pc:spChg>
        <pc:spChg chg="mod">
          <ac:chgData name="shibariku0623@icloud.com" userId="47b6e960b06a1f92" providerId="LiveId" clId="{D15B5418-841C-4577-A6C3-663632A3D129}" dt="2024-10-26T08:22:23.395" v="3640" actId="947"/>
          <ac:spMkLst>
            <pc:docMk/>
            <pc:sldMk cId="1249858868" sldId="293"/>
            <ac:spMk id="36" creationId="{8E577E88-4410-4E40-1885-78D31797CC68}"/>
          </ac:spMkLst>
        </pc:spChg>
        <pc:spChg chg="mod">
          <ac:chgData name="shibariku0623@icloud.com" userId="47b6e960b06a1f92" providerId="LiveId" clId="{D15B5418-841C-4577-A6C3-663632A3D129}" dt="2024-10-26T04:52:54.583" v="3191" actId="20577"/>
          <ac:spMkLst>
            <pc:docMk/>
            <pc:sldMk cId="1249858868" sldId="293"/>
            <ac:spMk id="38" creationId="{99A15509-860C-EDD4-3AEF-E4C87F532D51}"/>
          </ac:spMkLst>
        </pc:spChg>
        <pc:spChg chg="mod">
          <ac:chgData name="shibariku0623@icloud.com" userId="47b6e960b06a1f92" providerId="LiveId" clId="{D15B5418-841C-4577-A6C3-663632A3D129}" dt="2024-10-26T10:05:10.861" v="4010"/>
          <ac:spMkLst>
            <pc:docMk/>
            <pc:sldMk cId="1249858868" sldId="293"/>
            <ac:spMk id="48" creationId="{2287B677-D731-45BB-D1EF-12852FB26B75}"/>
          </ac:spMkLst>
        </pc:spChg>
        <pc:spChg chg="del">
          <ac:chgData name="shibariku0623@icloud.com" userId="47b6e960b06a1f92" providerId="LiveId" clId="{D15B5418-841C-4577-A6C3-663632A3D129}" dt="2024-10-26T04:51:53.556" v="3165" actId="478"/>
          <ac:spMkLst>
            <pc:docMk/>
            <pc:sldMk cId="1249858868" sldId="293"/>
            <ac:spMk id="49" creationId="{F2C0528D-0DD1-97AE-67DA-0B5176624217}"/>
          </ac:spMkLst>
        </pc:spChg>
        <pc:spChg chg="mod">
          <ac:chgData name="shibariku0623@icloud.com" userId="47b6e960b06a1f92" providerId="LiveId" clId="{D15B5418-841C-4577-A6C3-663632A3D129}" dt="2024-10-26T10:05:10.861" v="4010"/>
          <ac:spMkLst>
            <pc:docMk/>
            <pc:sldMk cId="1249858868" sldId="293"/>
            <ac:spMk id="53" creationId="{3A7C76C3-1FDC-0FD0-30F5-3013C332D198}"/>
          </ac:spMkLst>
        </pc:spChg>
        <pc:grpChg chg="add del mod">
          <ac:chgData name="shibariku0623@icloud.com" userId="47b6e960b06a1f92" providerId="LiveId" clId="{D15B5418-841C-4577-A6C3-663632A3D129}" dt="2024-10-26T10:21:33.873" v="4013" actId="478"/>
          <ac:grpSpMkLst>
            <pc:docMk/>
            <pc:sldMk cId="1249858868" sldId="293"/>
            <ac:grpSpMk id="43" creationId="{E97D0C89-061F-6BF5-3577-FBB900043010}"/>
          </ac:grpSpMkLst>
        </pc:grpChg>
        <pc:grpChg chg="del">
          <ac:chgData name="shibariku0623@icloud.com" userId="47b6e960b06a1f92" providerId="LiveId" clId="{D15B5418-841C-4577-A6C3-663632A3D129}" dt="2024-10-26T08:01:21.936" v="3214" actId="478"/>
          <ac:grpSpMkLst>
            <pc:docMk/>
            <pc:sldMk cId="1249858868" sldId="293"/>
            <ac:grpSpMk id="44" creationId="{D3D66F68-D9B1-A7E1-524A-0B1329E9B9FB}"/>
          </ac:grpSpMkLst>
        </pc:grpChg>
        <pc:grpChg chg="del">
          <ac:chgData name="shibariku0623@icloud.com" userId="47b6e960b06a1f92" providerId="LiveId" clId="{D15B5418-841C-4577-A6C3-663632A3D129}" dt="2024-10-26T09:03:46.146" v="3767" actId="478"/>
          <ac:grpSpMkLst>
            <pc:docMk/>
            <pc:sldMk cId="1249858868" sldId="293"/>
            <ac:grpSpMk id="47" creationId="{8F9F2CAA-BCE6-E635-7EDF-921C767F357A}"/>
          </ac:grpSpMkLst>
        </pc:grpChg>
        <pc:grpChg chg="mod">
          <ac:chgData name="shibariku0623@icloud.com" userId="47b6e960b06a1f92" providerId="LiveId" clId="{D15B5418-841C-4577-A6C3-663632A3D129}" dt="2024-10-26T08:22:46.535" v="3643" actId="14100"/>
          <ac:grpSpMkLst>
            <pc:docMk/>
            <pc:sldMk cId="1249858868" sldId="293"/>
            <ac:grpSpMk id="51" creationId="{0F61B356-58B3-57E5-4E86-37B66B7DF985}"/>
          </ac:grpSpMkLst>
        </pc:grpChg>
        <pc:grpChg chg="del">
          <ac:chgData name="shibariku0623@icloud.com" userId="47b6e960b06a1f92" providerId="LiveId" clId="{D15B5418-841C-4577-A6C3-663632A3D129}" dt="2024-10-26T08:22:34.530" v="3642" actId="478"/>
          <ac:grpSpMkLst>
            <pc:docMk/>
            <pc:sldMk cId="1249858868" sldId="293"/>
            <ac:grpSpMk id="52" creationId="{E299A3D4-DC8D-1EB0-37E6-F612DC558ED0}"/>
          </ac:grpSpMkLst>
        </pc:grpChg>
        <pc:graphicFrameChg chg="add del mod modGraphic">
          <ac:chgData name="shibariku0623@icloud.com" userId="47b6e960b06a1f92" providerId="LiveId" clId="{D15B5418-841C-4577-A6C3-663632A3D129}" dt="2024-10-26T10:01:19.535" v="3986" actId="207"/>
          <ac:graphicFrameMkLst>
            <pc:docMk/>
            <pc:sldMk cId="1249858868" sldId="293"/>
            <ac:graphicFrameMk id="40" creationId="{1B3906EE-979D-F0B7-54C2-B5867314DC87}"/>
          </ac:graphicFrameMkLst>
        </pc:graphicFrameChg>
        <pc:picChg chg="del">
          <ac:chgData name="shibariku0623@icloud.com" userId="47b6e960b06a1f92" providerId="LiveId" clId="{D15B5418-841C-4577-A6C3-663632A3D129}" dt="2024-10-26T04:53:10.568" v="3212" actId="478"/>
          <ac:picMkLst>
            <pc:docMk/>
            <pc:sldMk cId="1249858868" sldId="293"/>
            <ac:picMk id="30" creationId="{79E5A0A9-882D-E4D2-6BC2-F4FAE9C41BE7}"/>
          </ac:picMkLst>
        </pc:picChg>
        <pc:picChg chg="del">
          <ac:chgData name="shibariku0623@icloud.com" userId="47b6e960b06a1f92" providerId="LiveId" clId="{D15B5418-841C-4577-A6C3-663632A3D129}" dt="2024-10-26T04:53:13.147" v="3213" actId="478"/>
          <ac:picMkLst>
            <pc:docMk/>
            <pc:sldMk cId="1249858868" sldId="293"/>
            <ac:picMk id="32" creationId="{73967DFC-1D7C-AF27-FAA1-71AC6B03B1C2}"/>
          </ac:picMkLst>
        </pc:picChg>
        <pc:picChg chg="add mod">
          <ac:chgData name="shibariku0623@icloud.com" userId="47b6e960b06a1f92" providerId="LiveId" clId="{D15B5418-841C-4577-A6C3-663632A3D129}" dt="2024-10-26T10:23:54.194" v="4083" actId="14100"/>
          <ac:picMkLst>
            <pc:docMk/>
            <pc:sldMk cId="1249858868" sldId="293"/>
            <ac:picMk id="42" creationId="{DAD0C318-C2B6-A0CC-173C-7A139DAE8F78}"/>
          </ac:picMkLst>
        </pc:picChg>
      </pc:sldChg>
      <pc:sldChg chg="addSp delSp modSp add mod">
        <pc:chgData name="shibariku0623@icloud.com" userId="47b6e960b06a1f92" providerId="LiveId" clId="{D15B5418-841C-4577-A6C3-663632A3D129}" dt="2024-10-26T10:04:28.075" v="4006" actId="14100"/>
        <pc:sldMkLst>
          <pc:docMk/>
          <pc:sldMk cId="3738115433" sldId="294"/>
        </pc:sldMkLst>
        <pc:spChg chg="mod">
          <ac:chgData name="shibariku0623@icloud.com" userId="47b6e960b06a1f92" providerId="LiveId" clId="{D15B5418-841C-4577-A6C3-663632A3D129}" dt="2024-10-26T08:23:16.935" v="3661" actId="165"/>
          <ac:spMkLst>
            <pc:docMk/>
            <pc:sldMk cId="3738115433" sldId="294"/>
            <ac:spMk id="28" creationId="{D739335F-8099-52A8-F490-B5E69C306F8F}"/>
          </ac:spMkLst>
        </pc:spChg>
        <pc:spChg chg="mod">
          <ac:chgData name="shibariku0623@icloud.com" userId="47b6e960b06a1f92" providerId="LiveId" clId="{D15B5418-841C-4577-A6C3-663632A3D129}" dt="2024-10-26T08:23:16.935" v="3661" actId="165"/>
          <ac:spMkLst>
            <pc:docMk/>
            <pc:sldMk cId="3738115433" sldId="294"/>
            <ac:spMk id="29" creationId="{AEF5683A-7DCF-A52C-BDFC-1080E09B204C}"/>
          </ac:spMkLst>
        </pc:spChg>
        <pc:spChg chg="mod topLvl">
          <ac:chgData name="shibariku0623@icloud.com" userId="47b6e960b06a1f92" providerId="LiveId" clId="{D15B5418-841C-4577-A6C3-663632A3D129}" dt="2024-10-26T08:23:58.090" v="3665" actId="164"/>
          <ac:spMkLst>
            <pc:docMk/>
            <pc:sldMk cId="3738115433" sldId="294"/>
            <ac:spMk id="38" creationId="{6D371AFD-B670-A93F-3239-884AC5F7BB97}"/>
          </ac:spMkLst>
        </pc:spChg>
        <pc:grpChg chg="mod">
          <ac:chgData name="shibariku0623@icloud.com" userId="47b6e960b06a1f92" providerId="LiveId" clId="{D15B5418-841C-4577-A6C3-663632A3D129}" dt="2024-10-26T10:03:31.029" v="4000" actId="962"/>
          <ac:grpSpMkLst>
            <pc:docMk/>
            <pc:sldMk cId="3738115433" sldId="294"/>
            <ac:grpSpMk id="12" creationId="{2DC84034-D8D0-757E-47A1-873E7788DB9D}"/>
          </ac:grpSpMkLst>
        </pc:grpChg>
        <pc:grpChg chg="mod topLvl">
          <ac:chgData name="shibariku0623@icloud.com" userId="47b6e960b06a1f92" providerId="LiveId" clId="{D15B5418-841C-4577-A6C3-663632A3D129}" dt="2024-10-26T08:23:58.090" v="3665" actId="164"/>
          <ac:grpSpMkLst>
            <pc:docMk/>
            <pc:sldMk cId="3738115433" sldId="294"/>
            <ac:grpSpMk id="27" creationId="{CF860A91-5B53-A332-2339-A7D20297F3DD}"/>
          </ac:grpSpMkLst>
        </pc:grpChg>
        <pc:grpChg chg="add mod">
          <ac:chgData name="shibariku0623@icloud.com" userId="47b6e960b06a1f92" providerId="LiveId" clId="{D15B5418-841C-4577-A6C3-663632A3D129}" dt="2024-10-26T08:24:27.825" v="3667" actId="1076"/>
          <ac:grpSpMkLst>
            <pc:docMk/>
            <pc:sldMk cId="3738115433" sldId="294"/>
            <ac:grpSpMk id="30" creationId="{B5E215B5-1863-B55E-69CB-A10EBC320C03}"/>
          </ac:grpSpMkLst>
        </pc:grpChg>
        <pc:grpChg chg="del">
          <ac:chgData name="shibariku0623@icloud.com" userId="47b6e960b06a1f92" providerId="LiveId" clId="{D15B5418-841C-4577-A6C3-663632A3D129}" dt="2024-10-26T09:03:49.915" v="3768" actId="478"/>
          <ac:grpSpMkLst>
            <pc:docMk/>
            <pc:sldMk cId="3738115433" sldId="294"/>
            <ac:grpSpMk id="47" creationId="{FCE59593-0910-D6B4-87AD-8FDF41CD4234}"/>
          </ac:grpSpMkLst>
        </pc:grpChg>
        <pc:grpChg chg="del">
          <ac:chgData name="shibariku0623@icloud.com" userId="47b6e960b06a1f92" providerId="LiveId" clId="{D15B5418-841C-4577-A6C3-663632A3D129}" dt="2024-10-26T08:22:51.965" v="3644" actId="478"/>
          <ac:grpSpMkLst>
            <pc:docMk/>
            <pc:sldMk cId="3738115433" sldId="294"/>
            <ac:grpSpMk id="51" creationId="{A1D5272D-1D43-D69A-1CAB-02E33B6D22C3}"/>
          </ac:grpSpMkLst>
        </pc:grpChg>
        <pc:grpChg chg="del mod">
          <ac:chgData name="shibariku0623@icloud.com" userId="47b6e960b06a1f92" providerId="LiveId" clId="{D15B5418-841C-4577-A6C3-663632A3D129}" dt="2024-10-26T08:23:16.935" v="3661" actId="165"/>
          <ac:grpSpMkLst>
            <pc:docMk/>
            <pc:sldMk cId="3738115433" sldId="294"/>
            <ac:grpSpMk id="52" creationId="{3E20AA0B-4A79-7C93-7399-C87889AD7C74}"/>
          </ac:grpSpMkLst>
        </pc:grpChg>
        <pc:graphicFrameChg chg="modGraphic">
          <ac:chgData name="shibariku0623@icloud.com" userId="47b6e960b06a1f92" providerId="LiveId" clId="{D15B5418-841C-4577-A6C3-663632A3D129}" dt="2024-10-26T10:01:29.782" v="3987" actId="207"/>
          <ac:graphicFrameMkLst>
            <pc:docMk/>
            <pc:sldMk cId="3738115433" sldId="294"/>
            <ac:graphicFrameMk id="40" creationId="{49577216-3F86-16EF-9CB3-17DE161D377B}"/>
          </ac:graphicFrameMkLst>
        </pc:graphicFrameChg>
        <pc:picChg chg="add mod">
          <ac:chgData name="shibariku0623@icloud.com" userId="47b6e960b06a1f92" providerId="LiveId" clId="{D15B5418-841C-4577-A6C3-663632A3D129}" dt="2024-10-26T10:02:37.209" v="3997" actId="1076"/>
          <ac:picMkLst>
            <pc:docMk/>
            <pc:sldMk cId="3738115433" sldId="294"/>
            <ac:picMk id="33" creationId="{137C3C65-E2F9-D2C1-2A19-91081E70D190}"/>
          </ac:picMkLst>
        </pc:picChg>
        <pc:picChg chg="add mod">
          <ac:chgData name="shibariku0623@icloud.com" userId="47b6e960b06a1f92" providerId="LiveId" clId="{D15B5418-841C-4577-A6C3-663632A3D129}" dt="2024-10-26T10:04:28.075" v="4006" actId="14100"/>
          <ac:picMkLst>
            <pc:docMk/>
            <pc:sldMk cId="3738115433" sldId="294"/>
            <ac:picMk id="41" creationId="{1164F8F0-A5DE-5383-674B-A9765574E841}"/>
          </ac:picMkLst>
        </pc:picChg>
      </pc:sldChg>
      <pc:sldChg chg="addSp delSp modSp add del mod ord">
        <pc:chgData name="shibariku0623@icloud.com" userId="47b6e960b06a1f92" providerId="LiveId" clId="{D15B5418-841C-4577-A6C3-663632A3D129}" dt="2024-10-26T01:38:31.882" v="2475" actId="47"/>
        <pc:sldMkLst>
          <pc:docMk/>
          <pc:sldMk cId="2811899270" sldId="297"/>
        </pc:sldMkLst>
        <pc:spChg chg="mod">
          <ac:chgData name="shibariku0623@icloud.com" userId="47b6e960b06a1f92" providerId="LiveId" clId="{D15B5418-841C-4577-A6C3-663632A3D129}" dt="2024-10-26T01:36:29.267" v="2434" actId="1076"/>
          <ac:spMkLst>
            <pc:docMk/>
            <pc:sldMk cId="2811899270" sldId="297"/>
            <ac:spMk id="22" creationId="{B78EC879-03EF-AC15-0536-E95AD42D0BC2}"/>
          </ac:spMkLst>
        </pc:spChg>
        <pc:spChg chg="mod">
          <ac:chgData name="shibariku0623@icloud.com" userId="47b6e960b06a1f92" providerId="LiveId" clId="{D15B5418-841C-4577-A6C3-663632A3D129}" dt="2024-10-26T01:36:29.267" v="2434" actId="1076"/>
          <ac:spMkLst>
            <pc:docMk/>
            <pc:sldMk cId="2811899270" sldId="297"/>
            <ac:spMk id="23" creationId="{BAA8F6A8-2C41-6ADD-2E55-EABEBCB00FEA}"/>
          </ac:spMkLst>
        </pc:spChg>
        <pc:spChg chg="del">
          <ac:chgData name="shibariku0623@icloud.com" userId="47b6e960b06a1f92" providerId="LiveId" clId="{D15B5418-841C-4577-A6C3-663632A3D129}" dt="2024-10-26T01:36:08.476" v="2432" actId="478"/>
          <ac:spMkLst>
            <pc:docMk/>
            <pc:sldMk cId="2811899270" sldId="297"/>
            <ac:spMk id="24" creationId="{12A3BB47-ECD0-9658-B7A6-EAE8B4A9F1A3}"/>
          </ac:spMkLst>
        </pc:spChg>
        <pc:spChg chg="del">
          <ac:chgData name="shibariku0623@icloud.com" userId="47b6e960b06a1f92" providerId="LiveId" clId="{D15B5418-841C-4577-A6C3-663632A3D129}" dt="2024-10-26T01:36:08.476" v="2432" actId="478"/>
          <ac:spMkLst>
            <pc:docMk/>
            <pc:sldMk cId="2811899270" sldId="297"/>
            <ac:spMk id="25" creationId="{B82DE04D-0ACB-B436-7705-238480931807}"/>
          </ac:spMkLst>
        </pc:spChg>
        <pc:spChg chg="add mod">
          <ac:chgData name="shibariku0623@icloud.com" userId="47b6e960b06a1f92" providerId="LiveId" clId="{D15B5418-841C-4577-A6C3-663632A3D129}" dt="2024-10-26T01:36:08.665" v="2433"/>
          <ac:spMkLst>
            <pc:docMk/>
            <pc:sldMk cId="2811899270" sldId="297"/>
            <ac:spMk id="26" creationId="{3CCE61D3-063E-9CE0-CA07-282CB8B189C5}"/>
          </ac:spMkLst>
        </pc:spChg>
        <pc:spChg chg="add mod">
          <ac:chgData name="shibariku0623@icloud.com" userId="47b6e960b06a1f92" providerId="LiveId" clId="{D15B5418-841C-4577-A6C3-663632A3D129}" dt="2024-10-26T01:36:08.665" v="2433"/>
          <ac:spMkLst>
            <pc:docMk/>
            <pc:sldMk cId="2811899270" sldId="297"/>
            <ac:spMk id="27" creationId="{45034CDB-D008-E993-35BF-E0563367E685}"/>
          </ac:spMkLst>
        </pc:spChg>
        <pc:spChg chg="add mod">
          <ac:chgData name="shibariku0623@icloud.com" userId="47b6e960b06a1f92" providerId="LiveId" clId="{D15B5418-841C-4577-A6C3-663632A3D129}" dt="2024-10-26T01:36:37.110" v="2436" actId="1076"/>
          <ac:spMkLst>
            <pc:docMk/>
            <pc:sldMk cId="2811899270" sldId="297"/>
            <ac:spMk id="28" creationId="{7732E784-66ED-8CE9-90AA-4988385FE6A3}"/>
          </ac:spMkLst>
        </pc:spChg>
        <pc:spChg chg="mod">
          <ac:chgData name="shibariku0623@icloud.com" userId="47b6e960b06a1f92" providerId="LiveId" clId="{D15B5418-841C-4577-A6C3-663632A3D129}" dt="2024-10-26T01:36:29.267" v="2434" actId="1076"/>
          <ac:spMkLst>
            <pc:docMk/>
            <pc:sldMk cId="2811899270" sldId="297"/>
            <ac:spMk id="30" creationId="{87968A74-5E9F-6839-BEDF-D1FEB204C220}"/>
          </ac:spMkLst>
        </pc:spChg>
        <pc:spChg chg="add mod">
          <ac:chgData name="shibariku0623@icloud.com" userId="47b6e960b06a1f92" providerId="LiveId" clId="{D15B5418-841C-4577-A6C3-663632A3D129}" dt="2024-10-26T01:37:03.865" v="2474" actId="20577"/>
          <ac:spMkLst>
            <pc:docMk/>
            <pc:sldMk cId="2811899270" sldId="297"/>
            <ac:spMk id="31" creationId="{A89B6A69-FD75-9C2C-FF54-8BC9FA82F64C}"/>
          </ac:spMkLst>
        </pc:spChg>
      </pc:sldChg>
    </pc:docChg>
  </pc:docChgLst>
  <pc:docChgLst>
    <pc:chgData name="shibariku0623@icloud.com" userId="47b6e960b06a1f92" providerId="LiveId" clId="{F1773C4E-3CB9-4613-B3D7-D04DBFA35434}"/>
    <pc:docChg chg="undo custSel addSld delSld modSld sldOrd">
      <pc:chgData name="shibariku0623@icloud.com" userId="47b6e960b06a1f92" providerId="LiveId" clId="{F1773C4E-3CB9-4613-B3D7-D04DBFA35434}" dt="2024-11-20T10:27:32.473" v="1260" actId="47"/>
      <pc:docMkLst>
        <pc:docMk/>
      </pc:docMkLst>
      <pc:sldChg chg="modSp mod">
        <pc:chgData name="shibariku0623@icloud.com" userId="47b6e960b06a1f92" providerId="LiveId" clId="{F1773C4E-3CB9-4613-B3D7-D04DBFA35434}" dt="2024-11-14T08:42:21.651" v="45" actId="20577"/>
        <pc:sldMkLst>
          <pc:docMk/>
          <pc:sldMk cId="0" sldId="256"/>
        </pc:sldMkLst>
        <pc:spChg chg="mod">
          <ac:chgData name="shibariku0623@icloud.com" userId="47b6e960b06a1f92" providerId="LiveId" clId="{F1773C4E-3CB9-4613-B3D7-D04DBFA35434}" dt="2024-11-14T08:42:21.651" v="45" actId="20577"/>
          <ac:spMkLst>
            <pc:docMk/>
            <pc:sldMk cId="0" sldId="256"/>
            <ac:spMk id="17" creationId="{00000000-0000-0000-0000-000000000000}"/>
          </ac:spMkLst>
        </pc:spChg>
        <pc:spChg chg="mod">
          <ac:chgData name="shibariku0623@icloud.com" userId="47b6e960b06a1f92" providerId="LiveId" clId="{F1773C4E-3CB9-4613-B3D7-D04DBFA35434}" dt="2024-11-14T08:42:08.929" v="8" actId="20577"/>
          <ac:spMkLst>
            <pc:docMk/>
            <pc:sldMk cId="0" sldId="256"/>
            <ac:spMk id="19" creationId="{00000000-0000-0000-0000-000000000000}"/>
          </ac:spMkLst>
        </pc:spChg>
        <pc:spChg chg="mod">
          <ac:chgData name="shibariku0623@icloud.com" userId="47b6e960b06a1f92" providerId="LiveId" clId="{F1773C4E-3CB9-4613-B3D7-D04DBFA35434}" dt="2024-11-14T08:42:04.949" v="7" actId="20577"/>
          <ac:spMkLst>
            <pc:docMk/>
            <pc:sldMk cId="0" sldId="256"/>
            <ac:spMk id="20" creationId="{00000000-0000-0000-0000-000000000000}"/>
          </ac:spMkLst>
        </pc:spChg>
      </pc:sldChg>
      <pc:sldChg chg="modSp mod">
        <pc:chgData name="shibariku0623@icloud.com" userId="47b6e960b06a1f92" providerId="LiveId" clId="{F1773C4E-3CB9-4613-B3D7-D04DBFA35434}" dt="2024-11-14T10:57:20.463" v="319" actId="20577"/>
        <pc:sldMkLst>
          <pc:docMk/>
          <pc:sldMk cId="0" sldId="257"/>
        </pc:sldMkLst>
        <pc:spChg chg="mod">
          <ac:chgData name="shibariku0623@icloud.com" userId="47b6e960b06a1f92" providerId="LiveId" clId="{F1773C4E-3CB9-4613-B3D7-D04DBFA35434}" dt="2024-11-14T10:57:20.463" v="319" actId="20577"/>
          <ac:spMkLst>
            <pc:docMk/>
            <pc:sldMk cId="0" sldId="257"/>
            <ac:spMk id="22" creationId="{00000000-0000-0000-0000-000000000000}"/>
          </ac:spMkLst>
        </pc:spChg>
        <pc:spChg chg="mod">
          <ac:chgData name="shibariku0623@icloud.com" userId="47b6e960b06a1f92" providerId="LiveId" clId="{F1773C4E-3CB9-4613-B3D7-D04DBFA35434}" dt="2024-11-14T10:55:07.880" v="277" actId="20577"/>
          <ac:spMkLst>
            <pc:docMk/>
            <pc:sldMk cId="0" sldId="257"/>
            <ac:spMk id="23" creationId="{00000000-0000-0000-0000-000000000000}"/>
          </ac:spMkLst>
        </pc:spChg>
        <pc:grpChg chg="mod">
          <ac:chgData name="shibariku0623@icloud.com" userId="47b6e960b06a1f92" providerId="LiveId" clId="{F1773C4E-3CB9-4613-B3D7-D04DBFA35434}" dt="2024-11-14T10:56:13.732" v="309" actId="1076"/>
          <ac:grpSpMkLst>
            <pc:docMk/>
            <pc:sldMk cId="0" sldId="257"/>
            <ac:grpSpMk id="27" creationId="{CFCC6537-0657-C9F8-D676-784DA51D2742}"/>
          </ac:grpSpMkLst>
        </pc:grpChg>
      </pc:sldChg>
      <pc:sldChg chg="del">
        <pc:chgData name="shibariku0623@icloud.com" userId="47b6e960b06a1f92" providerId="LiveId" clId="{F1773C4E-3CB9-4613-B3D7-D04DBFA35434}" dt="2024-11-14T10:34:29.489" v="253" actId="47"/>
        <pc:sldMkLst>
          <pc:docMk/>
          <pc:sldMk cId="0" sldId="263"/>
        </pc:sldMkLst>
      </pc:sldChg>
      <pc:sldChg chg="del">
        <pc:chgData name="shibariku0623@icloud.com" userId="47b6e960b06a1f92" providerId="LiveId" clId="{F1773C4E-3CB9-4613-B3D7-D04DBFA35434}" dt="2024-11-14T10:34:30.637" v="254" actId="47"/>
        <pc:sldMkLst>
          <pc:docMk/>
          <pc:sldMk cId="0" sldId="267"/>
        </pc:sldMkLst>
      </pc:sldChg>
      <pc:sldChg chg="del">
        <pc:chgData name="shibariku0623@icloud.com" userId="47b6e960b06a1f92" providerId="LiveId" clId="{F1773C4E-3CB9-4613-B3D7-D04DBFA35434}" dt="2024-11-14T10:34:28.381" v="252" actId="47"/>
        <pc:sldMkLst>
          <pc:docMk/>
          <pc:sldMk cId="3968650787" sldId="275"/>
        </pc:sldMkLst>
      </pc:sldChg>
      <pc:sldChg chg="addSp delSp modSp mod ord">
        <pc:chgData name="shibariku0623@icloud.com" userId="47b6e960b06a1f92" providerId="LiveId" clId="{F1773C4E-3CB9-4613-B3D7-D04DBFA35434}" dt="2024-11-14T11:13:03.799" v="740" actId="1076"/>
        <pc:sldMkLst>
          <pc:docMk/>
          <pc:sldMk cId="632024819" sldId="277"/>
        </pc:sldMkLst>
        <pc:spChg chg="add mod">
          <ac:chgData name="shibariku0623@icloud.com" userId="47b6e960b06a1f92" providerId="LiveId" clId="{F1773C4E-3CB9-4613-B3D7-D04DBFA35434}" dt="2024-11-14T11:13:03.799" v="740" actId="1076"/>
          <ac:spMkLst>
            <pc:docMk/>
            <pc:sldMk cId="632024819" sldId="277"/>
            <ac:spMk id="22" creationId="{C5F1CA3A-3B39-731F-C0B4-864268760104}"/>
          </ac:spMkLst>
        </pc:spChg>
        <pc:spChg chg="del">
          <ac:chgData name="shibariku0623@icloud.com" userId="47b6e960b06a1f92" providerId="LiveId" clId="{F1773C4E-3CB9-4613-B3D7-D04DBFA35434}" dt="2024-11-14T11:00:11.804" v="393" actId="478"/>
          <ac:spMkLst>
            <pc:docMk/>
            <pc:sldMk cId="632024819" sldId="277"/>
            <ac:spMk id="23" creationId="{D9AD7586-6509-574D-DFF1-30FD28086FB8}"/>
          </ac:spMkLst>
        </pc:spChg>
        <pc:spChg chg="mod">
          <ac:chgData name="shibariku0623@icloud.com" userId="47b6e960b06a1f92" providerId="LiveId" clId="{F1773C4E-3CB9-4613-B3D7-D04DBFA35434}" dt="2024-11-14T10:59:44.218" v="391" actId="20577"/>
          <ac:spMkLst>
            <pc:docMk/>
            <pc:sldMk cId="632024819" sldId="277"/>
            <ac:spMk id="24" creationId="{00000000-0000-0000-0000-000000000000}"/>
          </ac:spMkLst>
        </pc:spChg>
        <pc:spChg chg="mod">
          <ac:chgData name="shibariku0623@icloud.com" userId="47b6e960b06a1f92" providerId="LiveId" clId="{F1773C4E-3CB9-4613-B3D7-D04DBFA35434}" dt="2024-11-14T10:59:37.186" v="360" actId="20577"/>
          <ac:spMkLst>
            <pc:docMk/>
            <pc:sldMk cId="632024819" sldId="277"/>
            <ac:spMk id="25" creationId="{00000000-0000-0000-0000-000000000000}"/>
          </ac:spMkLst>
        </pc:spChg>
        <pc:spChg chg="del">
          <ac:chgData name="shibariku0623@icloud.com" userId="47b6e960b06a1f92" providerId="LiveId" clId="{F1773C4E-3CB9-4613-B3D7-D04DBFA35434}" dt="2024-11-14T11:00:04.413" v="392" actId="478"/>
          <ac:spMkLst>
            <pc:docMk/>
            <pc:sldMk cId="632024819" sldId="277"/>
            <ac:spMk id="26" creationId="{D7CDFAD2-89E1-03C0-7A3C-AFB51C657011}"/>
          </ac:spMkLst>
        </pc:spChg>
        <pc:spChg chg="del">
          <ac:chgData name="shibariku0623@icloud.com" userId="47b6e960b06a1f92" providerId="LiveId" clId="{F1773C4E-3CB9-4613-B3D7-D04DBFA35434}" dt="2024-11-14T11:00:11.804" v="393" actId="478"/>
          <ac:spMkLst>
            <pc:docMk/>
            <pc:sldMk cId="632024819" sldId="277"/>
            <ac:spMk id="30" creationId="{1FE2A5AB-F6B7-0011-B112-A4E8E850D0AF}"/>
          </ac:spMkLst>
        </pc:spChg>
        <pc:spChg chg="del">
          <ac:chgData name="shibariku0623@icloud.com" userId="47b6e960b06a1f92" providerId="LiveId" clId="{F1773C4E-3CB9-4613-B3D7-D04DBFA35434}" dt="2024-11-14T11:00:11.804" v="393" actId="478"/>
          <ac:spMkLst>
            <pc:docMk/>
            <pc:sldMk cId="632024819" sldId="277"/>
            <ac:spMk id="32" creationId="{7826D9AB-0F72-BAB2-20C5-026E9CCB1F13}"/>
          </ac:spMkLst>
        </pc:spChg>
        <pc:spChg chg="del">
          <ac:chgData name="shibariku0623@icloud.com" userId="47b6e960b06a1f92" providerId="LiveId" clId="{F1773C4E-3CB9-4613-B3D7-D04DBFA35434}" dt="2024-11-14T11:00:11.804" v="393" actId="478"/>
          <ac:spMkLst>
            <pc:docMk/>
            <pc:sldMk cId="632024819" sldId="277"/>
            <ac:spMk id="34" creationId="{ABB53C2E-7DB4-E6D9-65B3-755576C01F89}"/>
          </ac:spMkLst>
        </pc:spChg>
      </pc:sldChg>
      <pc:sldChg chg="modSp mod">
        <pc:chgData name="shibariku0623@icloud.com" userId="47b6e960b06a1f92" providerId="LiveId" clId="{F1773C4E-3CB9-4613-B3D7-D04DBFA35434}" dt="2024-11-14T09:06:22.607" v="248" actId="20577"/>
        <pc:sldMkLst>
          <pc:docMk/>
          <pc:sldMk cId="260892850" sldId="278"/>
        </pc:sldMkLst>
        <pc:spChg chg="mod">
          <ac:chgData name="shibariku0623@icloud.com" userId="47b6e960b06a1f92" providerId="LiveId" clId="{F1773C4E-3CB9-4613-B3D7-D04DBFA35434}" dt="2024-11-14T09:05:48.165" v="211" actId="1076"/>
          <ac:spMkLst>
            <pc:docMk/>
            <pc:sldMk cId="260892850" sldId="278"/>
            <ac:spMk id="23" creationId="{D9AD7586-6509-574D-DFF1-30FD28086FB8}"/>
          </ac:spMkLst>
        </pc:spChg>
        <pc:spChg chg="mod">
          <ac:chgData name="shibariku0623@icloud.com" userId="47b6e960b06a1f92" providerId="LiveId" clId="{F1773C4E-3CB9-4613-B3D7-D04DBFA35434}" dt="2024-11-14T09:06:22.607" v="248" actId="20577"/>
          <ac:spMkLst>
            <pc:docMk/>
            <pc:sldMk cId="260892850" sldId="278"/>
            <ac:spMk id="24" creationId="{00000000-0000-0000-0000-000000000000}"/>
          </ac:spMkLst>
        </pc:spChg>
        <pc:spChg chg="mod">
          <ac:chgData name="shibariku0623@icloud.com" userId="47b6e960b06a1f92" providerId="LiveId" clId="{F1773C4E-3CB9-4613-B3D7-D04DBFA35434}" dt="2024-11-14T09:05:52.994" v="212" actId="1076"/>
          <ac:spMkLst>
            <pc:docMk/>
            <pc:sldMk cId="260892850" sldId="278"/>
            <ac:spMk id="30" creationId="{1FE2A5AB-F6B7-0011-B112-A4E8E850D0AF}"/>
          </ac:spMkLst>
        </pc:spChg>
      </pc:sldChg>
      <pc:sldChg chg="del">
        <pc:chgData name="shibariku0623@icloud.com" userId="47b6e960b06a1f92" providerId="LiveId" clId="{F1773C4E-3CB9-4613-B3D7-D04DBFA35434}" dt="2024-11-14T09:07:34.346" v="249" actId="47"/>
        <pc:sldMkLst>
          <pc:docMk/>
          <pc:sldMk cId="862819513" sldId="279"/>
        </pc:sldMkLst>
      </pc:sldChg>
      <pc:sldChg chg="del">
        <pc:chgData name="shibariku0623@icloud.com" userId="47b6e960b06a1f92" providerId="LiveId" clId="{F1773C4E-3CB9-4613-B3D7-D04DBFA35434}" dt="2024-11-14T10:34:31.238" v="255" actId="47"/>
        <pc:sldMkLst>
          <pc:docMk/>
          <pc:sldMk cId="3459685774" sldId="280"/>
        </pc:sldMkLst>
      </pc:sldChg>
      <pc:sldChg chg="del">
        <pc:chgData name="shibariku0623@icloud.com" userId="47b6e960b06a1f92" providerId="LiveId" clId="{F1773C4E-3CB9-4613-B3D7-D04DBFA35434}" dt="2024-11-14T10:34:31.821" v="256" actId="47"/>
        <pc:sldMkLst>
          <pc:docMk/>
          <pc:sldMk cId="994181795" sldId="281"/>
        </pc:sldMkLst>
      </pc:sldChg>
      <pc:sldChg chg="del">
        <pc:chgData name="shibariku0623@icloud.com" userId="47b6e960b06a1f92" providerId="LiveId" clId="{F1773C4E-3CB9-4613-B3D7-D04DBFA35434}" dt="2024-11-14T10:56:17.463" v="310" actId="47"/>
        <pc:sldMkLst>
          <pc:docMk/>
          <pc:sldMk cId="2485962521" sldId="282"/>
        </pc:sldMkLst>
      </pc:sldChg>
      <pc:sldChg chg="del">
        <pc:chgData name="shibariku0623@icloud.com" userId="47b6e960b06a1f92" providerId="LiveId" clId="{F1773C4E-3CB9-4613-B3D7-D04DBFA35434}" dt="2024-11-14T10:34:39.211" v="258" actId="47"/>
        <pc:sldMkLst>
          <pc:docMk/>
          <pc:sldMk cId="3802149536" sldId="283"/>
        </pc:sldMkLst>
      </pc:sldChg>
      <pc:sldChg chg="del">
        <pc:chgData name="shibariku0623@icloud.com" userId="47b6e960b06a1f92" providerId="LiveId" clId="{F1773C4E-3CB9-4613-B3D7-D04DBFA35434}" dt="2024-11-14T09:07:36.712" v="250" actId="47"/>
        <pc:sldMkLst>
          <pc:docMk/>
          <pc:sldMk cId="42319969" sldId="284"/>
        </pc:sldMkLst>
      </pc:sldChg>
      <pc:sldChg chg="del">
        <pc:chgData name="shibariku0623@icloud.com" userId="47b6e960b06a1f92" providerId="LiveId" clId="{F1773C4E-3CB9-4613-B3D7-D04DBFA35434}" dt="2024-11-14T10:57:56.853" v="327" actId="47"/>
        <pc:sldMkLst>
          <pc:docMk/>
          <pc:sldMk cId="383704792" sldId="285"/>
        </pc:sldMkLst>
      </pc:sldChg>
      <pc:sldChg chg="del">
        <pc:chgData name="shibariku0623@icloud.com" userId="47b6e960b06a1f92" providerId="LiveId" clId="{F1773C4E-3CB9-4613-B3D7-D04DBFA35434}" dt="2024-11-14T10:58:40.240" v="346" actId="47"/>
        <pc:sldMkLst>
          <pc:docMk/>
          <pc:sldMk cId="1092003980" sldId="286"/>
        </pc:sldMkLst>
      </pc:sldChg>
      <pc:sldChg chg="modSp mod">
        <pc:chgData name="shibariku0623@icloud.com" userId="47b6e960b06a1f92" providerId="LiveId" clId="{F1773C4E-3CB9-4613-B3D7-D04DBFA35434}" dt="2024-11-14T10:58:50.687" v="349" actId="20577"/>
        <pc:sldMkLst>
          <pc:docMk/>
          <pc:sldMk cId="585515259" sldId="287"/>
        </pc:sldMkLst>
        <pc:spChg chg="mod">
          <ac:chgData name="shibariku0623@icloud.com" userId="47b6e960b06a1f92" providerId="LiveId" clId="{F1773C4E-3CB9-4613-B3D7-D04DBFA35434}" dt="2024-11-14T10:58:50.687" v="349" actId="20577"/>
          <ac:spMkLst>
            <pc:docMk/>
            <pc:sldMk cId="585515259" sldId="287"/>
            <ac:spMk id="25" creationId="{00000000-0000-0000-0000-000000000000}"/>
          </ac:spMkLst>
        </pc:spChg>
      </pc:sldChg>
      <pc:sldChg chg="del">
        <pc:chgData name="shibariku0623@icloud.com" userId="47b6e960b06a1f92" providerId="LiveId" clId="{F1773C4E-3CB9-4613-B3D7-D04DBFA35434}" dt="2024-11-14T10:34:35.138" v="257" actId="47"/>
        <pc:sldMkLst>
          <pc:docMk/>
          <pc:sldMk cId="2595958383" sldId="288"/>
        </pc:sldMkLst>
      </pc:sldChg>
      <pc:sldChg chg="modSp mod">
        <pc:chgData name="shibariku0623@icloud.com" userId="47b6e960b06a1f92" providerId="LiveId" clId="{F1773C4E-3CB9-4613-B3D7-D04DBFA35434}" dt="2024-11-14T10:58:34.563" v="344" actId="20577"/>
        <pc:sldMkLst>
          <pc:docMk/>
          <pc:sldMk cId="1428640287" sldId="289"/>
        </pc:sldMkLst>
        <pc:spChg chg="mod">
          <ac:chgData name="shibariku0623@icloud.com" userId="47b6e960b06a1f92" providerId="LiveId" clId="{F1773C4E-3CB9-4613-B3D7-D04DBFA35434}" dt="2024-11-14T10:58:34.563" v="344" actId="20577"/>
          <ac:spMkLst>
            <pc:docMk/>
            <pc:sldMk cId="1428640287" sldId="289"/>
            <ac:spMk id="34" creationId="{BCEEC638-F136-8EF8-9F5C-A1691AFC0076}"/>
          </ac:spMkLst>
        </pc:spChg>
      </pc:sldChg>
      <pc:sldChg chg="del">
        <pc:chgData name="shibariku0623@icloud.com" userId="47b6e960b06a1f92" providerId="LiveId" clId="{F1773C4E-3CB9-4613-B3D7-D04DBFA35434}" dt="2024-11-14T10:34:25.995" v="251" actId="47"/>
        <pc:sldMkLst>
          <pc:docMk/>
          <pc:sldMk cId="2465341568" sldId="290"/>
        </pc:sldMkLst>
      </pc:sldChg>
      <pc:sldChg chg="modSp mod">
        <pc:chgData name="shibariku0623@icloud.com" userId="47b6e960b06a1f92" providerId="LiveId" clId="{F1773C4E-3CB9-4613-B3D7-D04DBFA35434}" dt="2024-11-14T10:58:21.148" v="338" actId="20577"/>
        <pc:sldMkLst>
          <pc:docMk/>
          <pc:sldMk cId="375572077" sldId="291"/>
        </pc:sldMkLst>
        <pc:spChg chg="mod">
          <ac:chgData name="shibariku0623@icloud.com" userId="47b6e960b06a1f92" providerId="LiveId" clId="{F1773C4E-3CB9-4613-B3D7-D04DBFA35434}" dt="2024-11-14T10:58:21.148" v="338" actId="20577"/>
          <ac:spMkLst>
            <pc:docMk/>
            <pc:sldMk cId="375572077" sldId="291"/>
            <ac:spMk id="25" creationId="{F238FB1F-B55C-48CF-0462-A3350D0C76F9}"/>
          </ac:spMkLst>
        </pc:spChg>
      </pc:sldChg>
      <pc:sldChg chg="modSp mod">
        <pc:chgData name="shibariku0623@icloud.com" userId="47b6e960b06a1f92" providerId="LiveId" clId="{F1773C4E-3CB9-4613-B3D7-D04DBFA35434}" dt="2024-11-14T10:58:17.030" v="336" actId="20577"/>
        <pc:sldMkLst>
          <pc:docMk/>
          <pc:sldMk cId="2412679805" sldId="292"/>
        </pc:sldMkLst>
        <pc:spChg chg="mod">
          <ac:chgData name="shibariku0623@icloud.com" userId="47b6e960b06a1f92" providerId="LiveId" clId="{F1773C4E-3CB9-4613-B3D7-D04DBFA35434}" dt="2024-11-14T10:58:17.030" v="336" actId="20577"/>
          <ac:spMkLst>
            <pc:docMk/>
            <pc:sldMk cId="2412679805" sldId="292"/>
            <ac:spMk id="25" creationId="{92A7CDFD-D688-4110-680F-1BC861DDC03D}"/>
          </ac:spMkLst>
        </pc:spChg>
      </pc:sldChg>
      <pc:sldChg chg="modSp mod">
        <pc:chgData name="shibariku0623@icloud.com" userId="47b6e960b06a1f92" providerId="LiveId" clId="{F1773C4E-3CB9-4613-B3D7-D04DBFA35434}" dt="2024-11-14T10:58:24.604" v="340" actId="20577"/>
        <pc:sldMkLst>
          <pc:docMk/>
          <pc:sldMk cId="1249858868" sldId="293"/>
        </pc:sldMkLst>
        <pc:spChg chg="mod">
          <ac:chgData name="shibariku0623@icloud.com" userId="47b6e960b06a1f92" providerId="LiveId" clId="{F1773C4E-3CB9-4613-B3D7-D04DBFA35434}" dt="2024-11-14T10:58:24.604" v="340" actId="20577"/>
          <ac:spMkLst>
            <pc:docMk/>
            <pc:sldMk cId="1249858868" sldId="293"/>
            <ac:spMk id="31" creationId="{F0983E3F-9ECA-9AB3-EEC9-69CAD28BAACC}"/>
          </ac:spMkLst>
        </pc:spChg>
      </pc:sldChg>
      <pc:sldChg chg="modSp mod">
        <pc:chgData name="shibariku0623@icloud.com" userId="47b6e960b06a1f92" providerId="LiveId" clId="{F1773C4E-3CB9-4613-B3D7-D04DBFA35434}" dt="2024-11-14T10:58:28.214" v="342" actId="20577"/>
        <pc:sldMkLst>
          <pc:docMk/>
          <pc:sldMk cId="3738115433" sldId="294"/>
        </pc:sldMkLst>
        <pc:spChg chg="mod">
          <ac:chgData name="shibariku0623@icloud.com" userId="47b6e960b06a1f92" providerId="LiveId" clId="{F1773C4E-3CB9-4613-B3D7-D04DBFA35434}" dt="2024-11-14T10:58:28.214" v="342" actId="20577"/>
          <ac:spMkLst>
            <pc:docMk/>
            <pc:sldMk cId="3738115433" sldId="294"/>
            <ac:spMk id="31" creationId="{4B540C47-28E1-2D99-3DEE-631123F4DE39}"/>
          </ac:spMkLst>
        </pc:spChg>
      </pc:sldChg>
      <pc:sldChg chg="modSp add mod setBg">
        <pc:chgData name="shibariku0623@icloud.com" userId="47b6e960b06a1f92" providerId="LiveId" clId="{F1773C4E-3CB9-4613-B3D7-D04DBFA35434}" dt="2024-11-14T10:57:31.253" v="323" actId="207"/>
        <pc:sldMkLst>
          <pc:docMk/>
          <pc:sldMk cId="1050998319" sldId="295"/>
        </pc:sldMkLst>
        <pc:spChg chg="mod">
          <ac:chgData name="shibariku0623@icloud.com" userId="47b6e960b06a1f92" providerId="LiveId" clId="{F1773C4E-3CB9-4613-B3D7-D04DBFA35434}" dt="2024-11-14T10:57:31.253" v="323" actId="207"/>
          <ac:spMkLst>
            <pc:docMk/>
            <pc:sldMk cId="1050998319" sldId="295"/>
            <ac:spMk id="22" creationId="{02DECBCB-830C-EAE9-5E35-47CF4B5CFDC0}"/>
          </ac:spMkLst>
        </pc:spChg>
      </pc:sldChg>
      <pc:sldChg chg="modSp add del mod setBg">
        <pc:chgData name="shibariku0623@icloud.com" userId="47b6e960b06a1f92" providerId="LiveId" clId="{F1773C4E-3CB9-4613-B3D7-D04DBFA35434}" dt="2024-11-14T10:57:23.841" v="320" actId="47"/>
        <pc:sldMkLst>
          <pc:docMk/>
          <pc:sldMk cId="4259840933" sldId="295"/>
        </pc:sldMkLst>
        <pc:spChg chg="mod">
          <ac:chgData name="shibariku0623@icloud.com" userId="47b6e960b06a1f92" providerId="LiveId" clId="{F1773C4E-3CB9-4613-B3D7-D04DBFA35434}" dt="2024-11-14T10:56:43.869" v="312" actId="207"/>
          <ac:spMkLst>
            <pc:docMk/>
            <pc:sldMk cId="4259840933" sldId="295"/>
            <ac:spMk id="22" creationId="{45DB5534-E310-53D7-FCCD-7CCFB0A9C691}"/>
          </ac:spMkLst>
        </pc:spChg>
      </pc:sldChg>
      <pc:sldChg chg="add del ord setBg">
        <pc:chgData name="shibariku0623@icloud.com" userId="47b6e960b06a1f92" providerId="LiveId" clId="{F1773C4E-3CB9-4613-B3D7-D04DBFA35434}" dt="2024-11-14T10:57:24.519" v="321" actId="47"/>
        <pc:sldMkLst>
          <pc:docMk/>
          <pc:sldMk cId="1733884549" sldId="296"/>
        </pc:sldMkLst>
      </pc:sldChg>
      <pc:sldChg chg="modSp add mod setBg">
        <pc:chgData name="shibariku0623@icloud.com" userId="47b6e960b06a1f92" providerId="LiveId" clId="{F1773C4E-3CB9-4613-B3D7-D04DBFA35434}" dt="2024-11-14T10:57:53.034" v="326" actId="207"/>
        <pc:sldMkLst>
          <pc:docMk/>
          <pc:sldMk cId="3505235348" sldId="296"/>
        </pc:sldMkLst>
        <pc:spChg chg="mod">
          <ac:chgData name="shibariku0623@icloud.com" userId="47b6e960b06a1f92" providerId="LiveId" clId="{F1773C4E-3CB9-4613-B3D7-D04DBFA35434}" dt="2024-11-14T10:57:53.034" v="326" actId="207"/>
          <ac:spMkLst>
            <pc:docMk/>
            <pc:sldMk cId="3505235348" sldId="296"/>
            <ac:spMk id="22" creationId="{71A82FFB-5044-3448-CA28-8F4C55E7BD57}"/>
          </ac:spMkLst>
        </pc:spChg>
      </pc:sldChg>
      <pc:sldChg chg="modSp add mod ord setBg">
        <pc:chgData name="shibariku0623@icloud.com" userId="47b6e960b06a1f92" providerId="LiveId" clId="{F1773C4E-3CB9-4613-B3D7-D04DBFA35434}" dt="2024-11-14T10:58:09.463" v="332" actId="207"/>
        <pc:sldMkLst>
          <pc:docMk/>
          <pc:sldMk cId="1492726938" sldId="297"/>
        </pc:sldMkLst>
        <pc:spChg chg="mod">
          <ac:chgData name="shibariku0623@icloud.com" userId="47b6e960b06a1f92" providerId="LiveId" clId="{F1773C4E-3CB9-4613-B3D7-D04DBFA35434}" dt="2024-11-14T10:58:09.463" v="332" actId="207"/>
          <ac:spMkLst>
            <pc:docMk/>
            <pc:sldMk cId="1492726938" sldId="297"/>
            <ac:spMk id="22" creationId="{934C5461-AE10-F1E8-FB88-973C38B022FA}"/>
          </ac:spMkLst>
        </pc:spChg>
      </pc:sldChg>
      <pc:sldChg chg="modSp add mod setBg">
        <pc:chgData name="shibariku0623@icloud.com" userId="47b6e960b06a1f92" providerId="LiveId" clId="{F1773C4E-3CB9-4613-B3D7-D04DBFA35434}" dt="2024-11-14T10:58:46.138" v="347" actId="207"/>
        <pc:sldMkLst>
          <pc:docMk/>
          <pc:sldMk cId="3167157733" sldId="298"/>
        </pc:sldMkLst>
        <pc:spChg chg="mod">
          <ac:chgData name="shibariku0623@icloud.com" userId="47b6e960b06a1f92" providerId="LiveId" clId="{F1773C4E-3CB9-4613-B3D7-D04DBFA35434}" dt="2024-11-14T10:58:46.138" v="347" actId="207"/>
          <ac:spMkLst>
            <pc:docMk/>
            <pc:sldMk cId="3167157733" sldId="298"/>
            <ac:spMk id="22" creationId="{2B1EC5CE-8FEA-759D-7DBF-4C96E320532D}"/>
          </ac:spMkLst>
        </pc:spChg>
      </pc:sldChg>
      <pc:sldChg chg="modSp add mod setBg">
        <pc:chgData name="shibariku0623@icloud.com" userId="47b6e960b06a1f92" providerId="LiveId" clId="{F1773C4E-3CB9-4613-B3D7-D04DBFA35434}" dt="2024-11-14T10:59:12.588" v="356" actId="20577"/>
        <pc:sldMkLst>
          <pc:docMk/>
          <pc:sldMk cId="1242965381" sldId="299"/>
        </pc:sldMkLst>
        <pc:spChg chg="mod">
          <ac:chgData name="shibariku0623@icloud.com" userId="47b6e960b06a1f92" providerId="LiveId" clId="{F1773C4E-3CB9-4613-B3D7-D04DBFA35434}" dt="2024-11-14T10:59:12.588" v="356" actId="20577"/>
          <ac:spMkLst>
            <pc:docMk/>
            <pc:sldMk cId="1242965381" sldId="299"/>
            <ac:spMk id="25" creationId="{8E063243-9865-1E51-5E70-666581B27CE3}"/>
          </ac:spMkLst>
        </pc:spChg>
      </pc:sldChg>
      <pc:sldChg chg="addSp delSp modSp add mod">
        <pc:chgData name="shibariku0623@icloud.com" userId="47b6e960b06a1f92" providerId="LiveId" clId="{F1773C4E-3CB9-4613-B3D7-D04DBFA35434}" dt="2024-11-16T10:19:46.283" v="1107" actId="1076"/>
        <pc:sldMkLst>
          <pc:docMk/>
          <pc:sldMk cId="1995911462" sldId="308"/>
        </pc:sldMkLst>
        <pc:spChg chg="mod">
          <ac:chgData name="shibariku0623@icloud.com" userId="47b6e960b06a1f92" providerId="LiveId" clId="{F1773C4E-3CB9-4613-B3D7-D04DBFA35434}" dt="2024-11-15T08:23:49.942" v="754" actId="255"/>
          <ac:spMkLst>
            <pc:docMk/>
            <pc:sldMk cId="1995911462" sldId="308"/>
            <ac:spMk id="22" creationId="{B8CD4E72-6C40-F384-1F98-91679287378D}"/>
          </ac:spMkLst>
        </pc:spChg>
        <pc:spChg chg="mod">
          <ac:chgData name="shibariku0623@icloud.com" userId="47b6e960b06a1f92" providerId="LiveId" clId="{F1773C4E-3CB9-4613-B3D7-D04DBFA35434}" dt="2024-11-16T09:39:56.209" v="1014" actId="14100"/>
          <ac:spMkLst>
            <pc:docMk/>
            <pc:sldMk cId="1995911462" sldId="308"/>
            <ac:spMk id="24" creationId="{250F84C5-39B6-0A29-3186-CB94A49E76F9}"/>
          </ac:spMkLst>
        </pc:spChg>
        <pc:spChg chg="add del mod">
          <ac:chgData name="shibariku0623@icloud.com" userId="47b6e960b06a1f92" providerId="LiveId" clId="{F1773C4E-3CB9-4613-B3D7-D04DBFA35434}" dt="2024-11-15T09:36:04.028" v="806" actId="478"/>
          <ac:spMkLst>
            <pc:docMk/>
            <pc:sldMk cId="1995911462" sldId="308"/>
            <ac:spMk id="27" creationId="{B56FEDEF-0BA1-4238-1722-946C3136D32C}"/>
          </ac:spMkLst>
        </pc:spChg>
        <pc:spChg chg="mod">
          <ac:chgData name="shibariku0623@icloud.com" userId="47b6e960b06a1f92" providerId="LiveId" clId="{F1773C4E-3CB9-4613-B3D7-D04DBFA35434}" dt="2024-11-15T08:24:05.771" v="758" actId="1076"/>
          <ac:spMkLst>
            <pc:docMk/>
            <pc:sldMk cId="1995911462" sldId="308"/>
            <ac:spMk id="31" creationId="{368E357D-5D72-F49A-44D9-8222AE24DB42}"/>
          </ac:spMkLst>
        </pc:spChg>
        <pc:spChg chg="del">
          <ac:chgData name="shibariku0623@icloud.com" userId="47b6e960b06a1f92" providerId="LiveId" clId="{F1773C4E-3CB9-4613-B3D7-D04DBFA35434}" dt="2024-11-15T08:23:22.784" v="749" actId="478"/>
          <ac:spMkLst>
            <pc:docMk/>
            <pc:sldMk cId="1995911462" sldId="308"/>
            <ac:spMk id="39" creationId="{E2F56663-9277-B334-FC8B-94CCA6E1AE8D}"/>
          </ac:spMkLst>
        </pc:spChg>
        <pc:spChg chg="del">
          <ac:chgData name="shibariku0623@icloud.com" userId="47b6e960b06a1f92" providerId="LiveId" clId="{F1773C4E-3CB9-4613-B3D7-D04DBFA35434}" dt="2024-11-15T08:23:18.377" v="747" actId="478"/>
          <ac:spMkLst>
            <pc:docMk/>
            <pc:sldMk cId="1995911462" sldId="308"/>
            <ac:spMk id="40" creationId="{74B12240-65F0-EB37-B6A6-97B9171D0290}"/>
          </ac:spMkLst>
        </pc:spChg>
        <pc:spChg chg="del">
          <ac:chgData name="shibariku0623@icloud.com" userId="47b6e960b06a1f92" providerId="LiveId" clId="{F1773C4E-3CB9-4613-B3D7-D04DBFA35434}" dt="2024-11-15T09:35:45.574" v="798" actId="478"/>
          <ac:spMkLst>
            <pc:docMk/>
            <pc:sldMk cId="1995911462" sldId="308"/>
            <ac:spMk id="41" creationId="{C077CB7D-41CF-E293-4303-51365D46897B}"/>
          </ac:spMkLst>
        </pc:spChg>
        <pc:spChg chg="del">
          <ac:chgData name="shibariku0623@icloud.com" userId="47b6e960b06a1f92" providerId="LiveId" clId="{F1773C4E-3CB9-4613-B3D7-D04DBFA35434}" dt="2024-11-15T08:23:12.627" v="745" actId="478"/>
          <ac:spMkLst>
            <pc:docMk/>
            <pc:sldMk cId="1995911462" sldId="308"/>
            <ac:spMk id="42" creationId="{E990C4CD-71FC-3882-B260-4C5FAE051BB8}"/>
          </ac:spMkLst>
        </pc:spChg>
        <pc:spChg chg="del">
          <ac:chgData name="shibariku0623@icloud.com" userId="47b6e960b06a1f92" providerId="LiveId" clId="{F1773C4E-3CB9-4613-B3D7-D04DBFA35434}" dt="2024-11-15T08:23:09.470" v="744" actId="478"/>
          <ac:spMkLst>
            <pc:docMk/>
            <pc:sldMk cId="1995911462" sldId="308"/>
            <ac:spMk id="45" creationId="{8DE1710E-33BC-E166-EBEF-CCFAF98284CC}"/>
          </ac:spMkLst>
        </pc:spChg>
        <pc:spChg chg="add mod">
          <ac:chgData name="shibariku0623@icloud.com" userId="47b6e960b06a1f92" providerId="LiveId" clId="{F1773C4E-3CB9-4613-B3D7-D04DBFA35434}" dt="2024-11-15T09:50:54.385" v="978" actId="1076"/>
          <ac:spMkLst>
            <pc:docMk/>
            <pc:sldMk cId="1995911462" sldId="308"/>
            <ac:spMk id="59" creationId="{275A4C21-34BF-A542-08E0-62314181AE56}"/>
          </ac:spMkLst>
        </pc:spChg>
        <pc:spChg chg="add mod">
          <ac:chgData name="shibariku0623@icloud.com" userId="47b6e960b06a1f92" providerId="LiveId" clId="{F1773C4E-3CB9-4613-B3D7-D04DBFA35434}" dt="2024-11-15T09:50:54.385" v="978" actId="1076"/>
          <ac:spMkLst>
            <pc:docMk/>
            <pc:sldMk cId="1995911462" sldId="308"/>
            <ac:spMk id="60" creationId="{E2BBFF35-3495-90FE-D6D0-CBF080BFED5D}"/>
          </ac:spMkLst>
        </pc:spChg>
        <pc:spChg chg="add mod">
          <ac:chgData name="shibariku0623@icloud.com" userId="47b6e960b06a1f92" providerId="LiveId" clId="{F1773C4E-3CB9-4613-B3D7-D04DBFA35434}" dt="2024-11-15T09:50:54.385" v="978" actId="1076"/>
          <ac:spMkLst>
            <pc:docMk/>
            <pc:sldMk cId="1995911462" sldId="308"/>
            <ac:spMk id="61" creationId="{6C036674-9FEE-2F30-8BEA-E38F1125B856}"/>
          </ac:spMkLst>
        </pc:spChg>
        <pc:spChg chg="add mod">
          <ac:chgData name="shibariku0623@icloud.com" userId="47b6e960b06a1f92" providerId="LiveId" clId="{F1773C4E-3CB9-4613-B3D7-D04DBFA35434}" dt="2024-11-15T09:50:54.385" v="978" actId="1076"/>
          <ac:spMkLst>
            <pc:docMk/>
            <pc:sldMk cId="1995911462" sldId="308"/>
            <ac:spMk id="62" creationId="{B8D1E2DE-E05F-B12B-4D06-BB6AD2BC1DE5}"/>
          </ac:spMkLst>
        </pc:spChg>
        <pc:spChg chg="add mod">
          <ac:chgData name="shibariku0623@icloud.com" userId="47b6e960b06a1f92" providerId="LiveId" clId="{F1773C4E-3CB9-4613-B3D7-D04DBFA35434}" dt="2024-11-15T09:37:26.714" v="844" actId="20577"/>
          <ac:spMkLst>
            <pc:docMk/>
            <pc:sldMk cId="1995911462" sldId="308"/>
            <ac:spMk id="63" creationId="{1785CE99-CC56-972E-D4B1-3B92F9DB6A99}"/>
          </ac:spMkLst>
        </pc:spChg>
        <pc:spChg chg="add mod">
          <ac:chgData name="shibariku0623@icloud.com" userId="47b6e960b06a1f92" providerId="LiveId" clId="{F1773C4E-3CB9-4613-B3D7-D04DBFA35434}" dt="2024-11-15T09:37:35.152" v="849" actId="20577"/>
          <ac:spMkLst>
            <pc:docMk/>
            <pc:sldMk cId="1995911462" sldId="308"/>
            <ac:spMk id="64" creationId="{D7C5F869-C439-DE0E-49E4-CBF1ACA0F4BA}"/>
          </ac:spMkLst>
        </pc:spChg>
        <pc:spChg chg="add mod">
          <ac:chgData name="shibariku0623@icloud.com" userId="47b6e960b06a1f92" providerId="LiveId" clId="{F1773C4E-3CB9-4613-B3D7-D04DBFA35434}" dt="2024-11-15T09:37:42.792" v="854" actId="20577"/>
          <ac:spMkLst>
            <pc:docMk/>
            <pc:sldMk cId="1995911462" sldId="308"/>
            <ac:spMk id="65" creationId="{07C5F47D-84A0-ECDF-73A5-BF5782CC7D56}"/>
          </ac:spMkLst>
        </pc:spChg>
        <pc:spChg chg="add mod">
          <ac:chgData name="shibariku0623@icloud.com" userId="47b6e960b06a1f92" providerId="LiveId" clId="{F1773C4E-3CB9-4613-B3D7-D04DBFA35434}" dt="2024-11-16T09:40:17.354" v="1038" actId="14100"/>
          <ac:spMkLst>
            <pc:docMk/>
            <pc:sldMk cId="1995911462" sldId="308"/>
            <ac:spMk id="66" creationId="{AF97B129-F5A2-C7D4-6987-16B092F91C28}"/>
          </ac:spMkLst>
        </pc:spChg>
        <pc:spChg chg="add mod">
          <ac:chgData name="shibariku0623@icloud.com" userId="47b6e960b06a1f92" providerId="LiveId" clId="{F1773C4E-3CB9-4613-B3D7-D04DBFA35434}" dt="2024-11-15T09:39:23.875" v="924" actId="1076"/>
          <ac:spMkLst>
            <pc:docMk/>
            <pc:sldMk cId="1995911462" sldId="308"/>
            <ac:spMk id="67" creationId="{FB5F21F6-EF2D-EDB2-CA8A-B28D4BF728AF}"/>
          </ac:spMkLst>
        </pc:spChg>
        <pc:spChg chg="add mod">
          <ac:chgData name="shibariku0623@icloud.com" userId="47b6e960b06a1f92" providerId="LiveId" clId="{F1773C4E-3CB9-4613-B3D7-D04DBFA35434}" dt="2024-11-15T09:40:13.457" v="977" actId="1076"/>
          <ac:spMkLst>
            <pc:docMk/>
            <pc:sldMk cId="1995911462" sldId="308"/>
            <ac:spMk id="68" creationId="{AB8F3BA4-7B7F-D96C-3D57-FE2A9F91BAE1}"/>
          </ac:spMkLst>
        </pc:spChg>
        <pc:spChg chg="add del mod">
          <ac:chgData name="shibariku0623@icloud.com" userId="47b6e960b06a1f92" providerId="LiveId" clId="{F1773C4E-3CB9-4613-B3D7-D04DBFA35434}" dt="2024-11-16T10:18:13.420" v="1076" actId="478"/>
          <ac:spMkLst>
            <pc:docMk/>
            <pc:sldMk cId="1995911462" sldId="308"/>
            <ac:spMk id="72" creationId="{275F2D38-5613-3B82-6F0C-8DC3680ED9FD}"/>
          </ac:spMkLst>
        </pc:spChg>
        <pc:grpChg chg="del">
          <ac:chgData name="shibariku0623@icloud.com" userId="47b6e960b06a1f92" providerId="LiveId" clId="{F1773C4E-3CB9-4613-B3D7-D04DBFA35434}" dt="2024-11-15T08:22:59.577" v="742" actId="478"/>
          <ac:grpSpMkLst>
            <pc:docMk/>
            <pc:sldMk cId="1995911462" sldId="308"/>
            <ac:grpSpMk id="26" creationId="{5C82F9B3-E816-DDFA-431B-921F84360650}"/>
          </ac:grpSpMkLst>
        </pc:grpChg>
        <pc:grpChg chg="del mod">
          <ac:chgData name="shibariku0623@icloud.com" userId="47b6e960b06a1f92" providerId="LiveId" clId="{F1773C4E-3CB9-4613-B3D7-D04DBFA35434}" dt="2024-11-15T09:36:02.772" v="805" actId="478"/>
          <ac:grpSpMkLst>
            <pc:docMk/>
            <pc:sldMk cId="1995911462" sldId="308"/>
            <ac:grpSpMk id="32" creationId="{036CAB7B-6BDE-BFE4-DD76-238461188570}"/>
          </ac:grpSpMkLst>
        </pc:grpChg>
        <pc:grpChg chg="del">
          <ac:chgData name="shibariku0623@icloud.com" userId="47b6e960b06a1f92" providerId="LiveId" clId="{F1773C4E-3CB9-4613-B3D7-D04DBFA35434}" dt="2024-11-15T08:23:20.908" v="748" actId="478"/>
          <ac:grpSpMkLst>
            <pc:docMk/>
            <pc:sldMk cId="1995911462" sldId="308"/>
            <ac:grpSpMk id="33" creationId="{5660A9A5-FA58-244E-4EED-2CD3952C0828}"/>
          </ac:grpSpMkLst>
        </pc:grpChg>
        <pc:grpChg chg="del">
          <ac:chgData name="shibariku0623@icloud.com" userId="47b6e960b06a1f92" providerId="LiveId" clId="{F1773C4E-3CB9-4613-B3D7-D04DBFA35434}" dt="2024-11-15T08:23:16.784" v="746" actId="478"/>
          <ac:grpSpMkLst>
            <pc:docMk/>
            <pc:sldMk cId="1995911462" sldId="308"/>
            <ac:grpSpMk id="36" creationId="{8A9D305E-5971-7FA2-116C-2FCB20B59DF6}"/>
          </ac:grpSpMkLst>
        </pc:grpChg>
        <pc:picChg chg="add mod">
          <ac:chgData name="shibariku0623@icloud.com" userId="47b6e960b06a1f92" providerId="LiveId" clId="{F1773C4E-3CB9-4613-B3D7-D04DBFA35434}" dt="2024-11-16T10:19:46.283" v="1107" actId="1076"/>
          <ac:picMkLst>
            <pc:docMk/>
            <pc:sldMk cId="1995911462" sldId="308"/>
            <ac:picMk id="26" creationId="{972298D7-CFB9-9811-0A98-14611AC8B15F}"/>
          </ac:picMkLst>
        </pc:picChg>
        <pc:picChg chg="add mod">
          <ac:chgData name="shibariku0623@icloud.com" userId="47b6e960b06a1f92" providerId="LiveId" clId="{F1773C4E-3CB9-4613-B3D7-D04DBFA35434}" dt="2024-11-16T10:19:37.923" v="1106" actId="1076"/>
          <ac:picMkLst>
            <pc:docMk/>
            <pc:sldMk cId="1995911462" sldId="308"/>
            <ac:picMk id="28" creationId="{06FC4E07-681B-C7BC-8DBA-9CA9480E1441}"/>
          </ac:picMkLst>
        </pc:picChg>
        <pc:picChg chg="add mod">
          <ac:chgData name="shibariku0623@icloud.com" userId="47b6e960b06a1f92" providerId="LiveId" clId="{F1773C4E-3CB9-4613-B3D7-D04DBFA35434}" dt="2024-11-16T10:19:27.858" v="1105" actId="1076"/>
          <ac:picMkLst>
            <pc:docMk/>
            <pc:sldMk cId="1995911462" sldId="308"/>
            <ac:picMk id="30" creationId="{FB857977-601B-BED8-44F5-E3283232F1B9}"/>
          </ac:picMkLst>
        </pc:picChg>
        <pc:picChg chg="add mod">
          <ac:chgData name="shibariku0623@icloud.com" userId="47b6e960b06a1f92" providerId="LiveId" clId="{F1773C4E-3CB9-4613-B3D7-D04DBFA35434}" dt="2024-11-16T10:19:21.701" v="1104" actId="1076"/>
          <ac:picMkLst>
            <pc:docMk/>
            <pc:sldMk cId="1995911462" sldId="308"/>
            <ac:picMk id="32" creationId="{C045B4C7-6CC5-D8B9-6D6B-370691BD1655}"/>
          </ac:picMkLst>
        </pc:picChg>
        <pc:picChg chg="add mod">
          <ac:chgData name="shibariku0623@icloud.com" userId="47b6e960b06a1f92" providerId="LiveId" clId="{F1773C4E-3CB9-4613-B3D7-D04DBFA35434}" dt="2024-11-16T10:19:17.373" v="1103" actId="1076"/>
          <ac:picMkLst>
            <pc:docMk/>
            <pc:sldMk cId="1995911462" sldId="308"/>
            <ac:picMk id="34" creationId="{D56DD372-8228-B991-5551-685F10E8D626}"/>
          </ac:picMkLst>
        </pc:picChg>
        <pc:picChg chg="add mod">
          <ac:chgData name="shibariku0623@icloud.com" userId="47b6e960b06a1f92" providerId="LiveId" clId="{F1773C4E-3CB9-4613-B3D7-D04DBFA35434}" dt="2024-11-16T10:19:08.545" v="1102" actId="1076"/>
          <ac:picMkLst>
            <pc:docMk/>
            <pc:sldMk cId="1995911462" sldId="308"/>
            <ac:picMk id="36" creationId="{80E9156F-AAF3-F3F5-7D90-088DCB60E93F}"/>
          </ac:picMkLst>
        </pc:picChg>
        <pc:picChg chg="add mod">
          <ac:chgData name="shibariku0623@icloud.com" userId="47b6e960b06a1f92" providerId="LiveId" clId="{F1773C4E-3CB9-4613-B3D7-D04DBFA35434}" dt="2024-11-16T10:19:04.904" v="1101" actId="1076"/>
          <ac:picMkLst>
            <pc:docMk/>
            <pc:sldMk cId="1995911462" sldId="308"/>
            <ac:picMk id="38" creationId="{3C1AC4C5-0108-AF19-2664-7545A2B470B6}"/>
          </ac:picMkLst>
        </pc:picChg>
        <pc:picChg chg="del">
          <ac:chgData name="shibariku0623@icloud.com" userId="47b6e960b06a1f92" providerId="LiveId" clId="{F1773C4E-3CB9-4613-B3D7-D04DBFA35434}" dt="2024-11-15T08:23:00.981" v="743" actId="478"/>
          <ac:picMkLst>
            <pc:docMk/>
            <pc:sldMk cId="1995911462" sldId="308"/>
            <ac:picMk id="44" creationId="{2E345665-5024-804E-E0C3-DFC3E8B51ABD}"/>
          </ac:picMkLst>
        </pc:picChg>
        <pc:picChg chg="add del mod">
          <ac:chgData name="shibariku0623@icloud.com" userId="47b6e960b06a1f92" providerId="LiveId" clId="{F1773C4E-3CB9-4613-B3D7-D04DBFA35434}" dt="2024-11-16T10:09:49.692" v="1068" actId="478"/>
          <ac:picMkLst>
            <pc:docMk/>
            <pc:sldMk cId="1995911462" sldId="308"/>
            <ac:picMk id="46" creationId="{D58034BD-C38A-8D3B-FA82-2B38E28EB179}"/>
          </ac:picMkLst>
        </pc:picChg>
        <pc:picChg chg="add del mod">
          <ac:chgData name="shibariku0623@icloud.com" userId="47b6e960b06a1f92" providerId="LiveId" clId="{F1773C4E-3CB9-4613-B3D7-D04DBFA35434}" dt="2024-11-16T10:09:50.336" v="1069" actId="478"/>
          <ac:picMkLst>
            <pc:docMk/>
            <pc:sldMk cId="1995911462" sldId="308"/>
            <ac:picMk id="48" creationId="{7BFF6D49-AEFE-47CC-E95C-E9BEFA7C450B}"/>
          </ac:picMkLst>
        </pc:picChg>
        <pc:picChg chg="add del mod">
          <ac:chgData name="shibariku0623@icloud.com" userId="47b6e960b06a1f92" providerId="LiveId" clId="{F1773C4E-3CB9-4613-B3D7-D04DBFA35434}" dt="2024-11-16T10:09:50.903" v="1070" actId="478"/>
          <ac:picMkLst>
            <pc:docMk/>
            <pc:sldMk cId="1995911462" sldId="308"/>
            <ac:picMk id="50" creationId="{F1B16BE7-3D7C-7701-F148-E212D1E1A37B}"/>
          </ac:picMkLst>
        </pc:picChg>
        <pc:picChg chg="add del mod">
          <ac:chgData name="shibariku0623@icloud.com" userId="47b6e960b06a1f92" providerId="LiveId" clId="{F1773C4E-3CB9-4613-B3D7-D04DBFA35434}" dt="2024-11-16T10:09:51.591" v="1071" actId="478"/>
          <ac:picMkLst>
            <pc:docMk/>
            <pc:sldMk cId="1995911462" sldId="308"/>
            <ac:picMk id="52" creationId="{F0E7CC3D-7B1A-31F3-FFDC-32D753B0A4EC}"/>
          </ac:picMkLst>
        </pc:picChg>
        <pc:picChg chg="add del mod">
          <ac:chgData name="shibariku0623@icloud.com" userId="47b6e960b06a1f92" providerId="LiveId" clId="{F1773C4E-3CB9-4613-B3D7-D04DBFA35434}" dt="2024-11-16T10:09:53.885" v="1074" actId="478"/>
          <ac:picMkLst>
            <pc:docMk/>
            <pc:sldMk cId="1995911462" sldId="308"/>
            <ac:picMk id="54" creationId="{ECCFE4E0-FA71-023A-83E1-FFCF31B241BE}"/>
          </ac:picMkLst>
        </pc:picChg>
        <pc:picChg chg="add del mod">
          <ac:chgData name="shibariku0623@icloud.com" userId="47b6e960b06a1f92" providerId="LiveId" clId="{F1773C4E-3CB9-4613-B3D7-D04DBFA35434}" dt="2024-11-16T10:09:53.053" v="1073" actId="478"/>
          <ac:picMkLst>
            <pc:docMk/>
            <pc:sldMk cId="1995911462" sldId="308"/>
            <ac:picMk id="56" creationId="{AE54CB7A-5484-AA87-A0E7-A68278490A00}"/>
          </ac:picMkLst>
        </pc:picChg>
        <pc:picChg chg="add del mod">
          <ac:chgData name="shibariku0623@icloud.com" userId="47b6e960b06a1f92" providerId="LiveId" clId="{F1773C4E-3CB9-4613-B3D7-D04DBFA35434}" dt="2024-11-16T10:09:52.316" v="1072" actId="478"/>
          <ac:picMkLst>
            <pc:docMk/>
            <pc:sldMk cId="1995911462" sldId="308"/>
            <ac:picMk id="58" creationId="{3739A374-37BE-7B59-76B9-F8D7566B5328}"/>
          </ac:picMkLst>
        </pc:picChg>
        <pc:picChg chg="add del mod">
          <ac:chgData name="shibariku0623@icloud.com" userId="47b6e960b06a1f92" providerId="LiveId" clId="{F1773C4E-3CB9-4613-B3D7-D04DBFA35434}" dt="2024-11-16T10:18:11.686" v="1075" actId="478"/>
          <ac:picMkLst>
            <pc:docMk/>
            <pc:sldMk cId="1995911462" sldId="308"/>
            <ac:picMk id="70" creationId="{1E8A4435-3477-AE85-61AD-C80E06EEB851}"/>
          </ac:picMkLst>
        </pc:picChg>
      </pc:sldChg>
      <pc:sldChg chg="addSp delSp modSp add mod">
        <pc:chgData name="shibariku0623@icloud.com" userId="47b6e960b06a1f92" providerId="LiveId" clId="{F1773C4E-3CB9-4613-B3D7-D04DBFA35434}" dt="2024-11-16T10:18:31.338" v="1081" actId="1076"/>
        <pc:sldMkLst>
          <pc:docMk/>
          <pc:sldMk cId="4106252925" sldId="309"/>
        </pc:sldMkLst>
        <pc:picChg chg="add mod">
          <ac:chgData name="shibariku0623@icloud.com" userId="47b6e960b06a1f92" providerId="LiveId" clId="{F1773C4E-3CB9-4613-B3D7-D04DBFA35434}" dt="2024-11-16T10:09:43.151" v="1067" actId="1076"/>
          <ac:picMkLst>
            <pc:docMk/>
            <pc:sldMk cId="4106252925" sldId="309"/>
            <ac:picMk id="26" creationId="{C70B5D4E-9DA4-9E1D-4D7A-3222A36BA0F1}"/>
          </ac:picMkLst>
        </pc:picChg>
        <pc:picChg chg="add mod">
          <ac:chgData name="shibariku0623@icloud.com" userId="47b6e960b06a1f92" providerId="LiveId" clId="{F1773C4E-3CB9-4613-B3D7-D04DBFA35434}" dt="2024-11-16T10:09:39.985" v="1066" actId="1076"/>
          <ac:picMkLst>
            <pc:docMk/>
            <pc:sldMk cId="4106252925" sldId="309"/>
            <ac:picMk id="28" creationId="{37D38948-2A89-7B8C-8F3A-69DAB2AF57FE}"/>
          </ac:picMkLst>
        </pc:picChg>
        <pc:picChg chg="add mod">
          <ac:chgData name="shibariku0623@icloud.com" userId="47b6e960b06a1f92" providerId="LiveId" clId="{F1773C4E-3CB9-4613-B3D7-D04DBFA35434}" dt="2024-11-16T10:09:35.459" v="1065" actId="1076"/>
          <ac:picMkLst>
            <pc:docMk/>
            <pc:sldMk cId="4106252925" sldId="309"/>
            <ac:picMk id="30" creationId="{FAF6B3EA-8AFC-5161-2EDC-9E425F9433C8}"/>
          </ac:picMkLst>
        </pc:picChg>
        <pc:picChg chg="add mod">
          <ac:chgData name="shibariku0623@icloud.com" userId="47b6e960b06a1f92" providerId="LiveId" clId="{F1773C4E-3CB9-4613-B3D7-D04DBFA35434}" dt="2024-11-16T10:09:30.198" v="1064" actId="1076"/>
          <ac:picMkLst>
            <pc:docMk/>
            <pc:sldMk cId="4106252925" sldId="309"/>
            <ac:picMk id="32" creationId="{A29314EC-E989-C7B2-14B0-9EB41C6B33DD}"/>
          </ac:picMkLst>
        </pc:picChg>
        <pc:picChg chg="add mod">
          <ac:chgData name="shibariku0623@icloud.com" userId="47b6e960b06a1f92" providerId="LiveId" clId="{F1773C4E-3CB9-4613-B3D7-D04DBFA35434}" dt="2024-11-16T10:09:22.035" v="1063" actId="1076"/>
          <ac:picMkLst>
            <pc:docMk/>
            <pc:sldMk cId="4106252925" sldId="309"/>
            <ac:picMk id="34" creationId="{D8FDF29A-A5D6-8CE8-7BE9-A8D8B9BA8561}"/>
          </ac:picMkLst>
        </pc:picChg>
        <pc:picChg chg="add mod">
          <ac:chgData name="shibariku0623@icloud.com" userId="47b6e960b06a1f92" providerId="LiveId" clId="{F1773C4E-3CB9-4613-B3D7-D04DBFA35434}" dt="2024-11-16T10:09:16.781" v="1062" actId="1076"/>
          <ac:picMkLst>
            <pc:docMk/>
            <pc:sldMk cId="4106252925" sldId="309"/>
            <ac:picMk id="36" creationId="{42688386-3D6B-AA68-E7AB-6FF65F9B95A6}"/>
          </ac:picMkLst>
        </pc:picChg>
        <pc:picChg chg="add mod">
          <ac:chgData name="shibariku0623@icloud.com" userId="47b6e960b06a1f92" providerId="LiveId" clId="{F1773C4E-3CB9-4613-B3D7-D04DBFA35434}" dt="2024-11-16T10:09:08.975" v="1061" actId="1076"/>
          <ac:picMkLst>
            <pc:docMk/>
            <pc:sldMk cId="4106252925" sldId="309"/>
            <ac:picMk id="38" creationId="{4B7AC525-BD71-75E0-FDAF-88C75AEA4923}"/>
          </ac:picMkLst>
        </pc:picChg>
        <pc:picChg chg="add mod">
          <ac:chgData name="shibariku0623@icloud.com" userId="47b6e960b06a1f92" providerId="LiveId" clId="{F1773C4E-3CB9-4613-B3D7-D04DBFA35434}" dt="2024-11-16T10:18:31.338" v="1081" actId="1076"/>
          <ac:picMkLst>
            <pc:docMk/>
            <pc:sldMk cId="4106252925" sldId="309"/>
            <ac:picMk id="40" creationId="{9B95087C-9E4C-FD33-5616-426FEEF49341}"/>
          </ac:picMkLst>
        </pc:picChg>
        <pc:picChg chg="del">
          <ac:chgData name="shibariku0623@icloud.com" userId="47b6e960b06a1f92" providerId="LiveId" clId="{F1773C4E-3CB9-4613-B3D7-D04DBFA35434}" dt="2024-11-16T10:08:18.338" v="1039" actId="478"/>
          <ac:picMkLst>
            <pc:docMk/>
            <pc:sldMk cId="4106252925" sldId="309"/>
            <ac:picMk id="46" creationId="{574B5B29-4538-7598-9671-FC100BFE4922}"/>
          </ac:picMkLst>
        </pc:picChg>
        <pc:picChg chg="del">
          <ac:chgData name="shibariku0623@icloud.com" userId="47b6e960b06a1f92" providerId="LiveId" clId="{F1773C4E-3CB9-4613-B3D7-D04DBFA35434}" dt="2024-11-16T10:08:18.338" v="1039" actId="478"/>
          <ac:picMkLst>
            <pc:docMk/>
            <pc:sldMk cId="4106252925" sldId="309"/>
            <ac:picMk id="48" creationId="{42A8E9AE-86CE-1F84-6530-8B943517F08E}"/>
          </ac:picMkLst>
        </pc:picChg>
        <pc:picChg chg="del">
          <ac:chgData name="shibariku0623@icloud.com" userId="47b6e960b06a1f92" providerId="LiveId" clId="{F1773C4E-3CB9-4613-B3D7-D04DBFA35434}" dt="2024-11-16T10:08:18.338" v="1039" actId="478"/>
          <ac:picMkLst>
            <pc:docMk/>
            <pc:sldMk cId="4106252925" sldId="309"/>
            <ac:picMk id="50" creationId="{02487C9A-C7C2-1C6E-252D-1E41EF27ECAF}"/>
          </ac:picMkLst>
        </pc:picChg>
        <pc:picChg chg="del">
          <ac:chgData name="shibariku0623@icloud.com" userId="47b6e960b06a1f92" providerId="LiveId" clId="{F1773C4E-3CB9-4613-B3D7-D04DBFA35434}" dt="2024-11-16T10:08:18.338" v="1039" actId="478"/>
          <ac:picMkLst>
            <pc:docMk/>
            <pc:sldMk cId="4106252925" sldId="309"/>
            <ac:picMk id="52" creationId="{25D711DD-D7CE-1071-53CC-9CE36AA59E9C}"/>
          </ac:picMkLst>
        </pc:picChg>
        <pc:picChg chg="del">
          <ac:chgData name="shibariku0623@icloud.com" userId="47b6e960b06a1f92" providerId="LiveId" clId="{F1773C4E-3CB9-4613-B3D7-D04DBFA35434}" dt="2024-11-16T10:08:21.269" v="1040" actId="478"/>
          <ac:picMkLst>
            <pc:docMk/>
            <pc:sldMk cId="4106252925" sldId="309"/>
            <ac:picMk id="54" creationId="{516E7F55-8B7D-C8C8-30B9-BEDE1DF0795E}"/>
          </ac:picMkLst>
        </pc:picChg>
        <pc:picChg chg="del">
          <ac:chgData name="shibariku0623@icloud.com" userId="47b6e960b06a1f92" providerId="LiveId" clId="{F1773C4E-3CB9-4613-B3D7-D04DBFA35434}" dt="2024-11-16T10:08:21.844" v="1041" actId="478"/>
          <ac:picMkLst>
            <pc:docMk/>
            <pc:sldMk cId="4106252925" sldId="309"/>
            <ac:picMk id="56" creationId="{46F5C789-E5A9-BE3E-AC63-859B44972BC2}"/>
          </ac:picMkLst>
        </pc:picChg>
        <pc:picChg chg="del">
          <ac:chgData name="shibariku0623@icloud.com" userId="47b6e960b06a1f92" providerId="LiveId" clId="{F1773C4E-3CB9-4613-B3D7-D04DBFA35434}" dt="2024-11-16T10:08:22.609" v="1042" actId="478"/>
          <ac:picMkLst>
            <pc:docMk/>
            <pc:sldMk cId="4106252925" sldId="309"/>
            <ac:picMk id="58" creationId="{CFDF259E-EB21-1305-6D9D-5972AEDCD37E}"/>
          </ac:picMkLst>
        </pc:picChg>
        <pc:picChg chg="del">
          <ac:chgData name="shibariku0623@icloud.com" userId="47b6e960b06a1f92" providerId="LiveId" clId="{F1773C4E-3CB9-4613-B3D7-D04DBFA35434}" dt="2024-11-16T10:08:18.338" v="1039" actId="478"/>
          <ac:picMkLst>
            <pc:docMk/>
            <pc:sldMk cId="4106252925" sldId="309"/>
            <ac:picMk id="70" creationId="{12AD420D-CE5B-F5CE-7097-E17523209817}"/>
          </ac:picMkLst>
        </pc:picChg>
      </pc:sldChg>
      <pc:sldChg chg="delSp modSp add del mod">
        <pc:chgData name="shibariku0623@icloud.com" userId="47b6e960b06a1f92" providerId="LiveId" clId="{F1773C4E-3CB9-4613-B3D7-D04DBFA35434}" dt="2024-11-20T10:27:32.473" v="1260" actId="47"/>
        <pc:sldMkLst>
          <pc:docMk/>
          <pc:sldMk cId="1066903513" sldId="310"/>
        </pc:sldMkLst>
        <pc:spChg chg="mod">
          <ac:chgData name="shibariku0623@icloud.com" userId="47b6e960b06a1f92" providerId="LiveId" clId="{F1773C4E-3CB9-4613-B3D7-D04DBFA35434}" dt="2024-11-20T10:13:39.787" v="1220" actId="255"/>
          <ac:spMkLst>
            <pc:docMk/>
            <pc:sldMk cId="1066903513" sldId="310"/>
            <ac:spMk id="24" creationId="{6A97C085-ECFA-253F-B7B1-1EED21C20C1D}"/>
          </ac:spMkLst>
        </pc:spChg>
        <pc:spChg chg="mod">
          <ac:chgData name="shibariku0623@icloud.com" userId="47b6e960b06a1f92" providerId="LiveId" clId="{F1773C4E-3CB9-4613-B3D7-D04DBFA35434}" dt="2024-11-20T10:17:24.266" v="1246" actId="1076"/>
          <ac:spMkLst>
            <pc:docMk/>
            <pc:sldMk cId="1066903513" sldId="310"/>
            <ac:spMk id="62" creationId="{012E3ED0-C399-3CBB-9A9A-A14A3752758C}"/>
          </ac:spMkLst>
        </pc:spChg>
        <pc:spChg chg="del">
          <ac:chgData name="shibariku0623@icloud.com" userId="47b6e960b06a1f92" providerId="LiveId" clId="{F1773C4E-3CB9-4613-B3D7-D04DBFA35434}" dt="2024-11-20T10:17:29.702" v="1248" actId="478"/>
          <ac:spMkLst>
            <pc:docMk/>
            <pc:sldMk cId="1066903513" sldId="310"/>
            <ac:spMk id="66" creationId="{F70D1A1A-A3B4-FF3C-11C7-A99F28D8AD60}"/>
          </ac:spMkLst>
        </pc:spChg>
        <pc:spChg chg="del">
          <ac:chgData name="shibariku0623@icloud.com" userId="47b6e960b06a1f92" providerId="LiveId" clId="{F1773C4E-3CB9-4613-B3D7-D04DBFA35434}" dt="2024-11-20T10:17:29.702" v="1248" actId="478"/>
          <ac:spMkLst>
            <pc:docMk/>
            <pc:sldMk cId="1066903513" sldId="310"/>
            <ac:spMk id="67" creationId="{1F1FC5D4-DE80-C6E0-55E5-7D648BAFE414}"/>
          </ac:spMkLst>
        </pc:spChg>
        <pc:spChg chg="mod">
          <ac:chgData name="shibariku0623@icloud.com" userId="47b6e960b06a1f92" providerId="LiveId" clId="{F1773C4E-3CB9-4613-B3D7-D04DBFA35434}" dt="2024-11-20T10:17:32.886" v="1249" actId="1076"/>
          <ac:spMkLst>
            <pc:docMk/>
            <pc:sldMk cId="1066903513" sldId="310"/>
            <ac:spMk id="68" creationId="{2910F2DF-7215-462D-57CB-E7C3578AA962}"/>
          </ac:spMkLst>
        </pc:spChg>
        <pc:spChg chg="del">
          <ac:chgData name="shibariku0623@icloud.com" userId="47b6e960b06a1f92" providerId="LiveId" clId="{F1773C4E-3CB9-4613-B3D7-D04DBFA35434}" dt="2024-11-20T10:17:25.900" v="1247" actId="478"/>
          <ac:spMkLst>
            <pc:docMk/>
            <pc:sldMk cId="1066903513" sldId="310"/>
            <ac:spMk id="72" creationId="{ED06FEE9-EAAE-944C-6591-F2A57AD65757}"/>
          </ac:spMkLst>
        </pc:spChg>
        <pc:picChg chg="del">
          <ac:chgData name="shibariku0623@icloud.com" userId="47b6e960b06a1f92" providerId="LiveId" clId="{F1773C4E-3CB9-4613-B3D7-D04DBFA35434}" dt="2024-11-20T10:17:44.940" v="1250" actId="478"/>
          <ac:picMkLst>
            <pc:docMk/>
            <pc:sldMk cId="1066903513" sldId="310"/>
            <ac:picMk id="26" creationId="{71B51299-779A-1952-6915-C6F85B674249}"/>
          </ac:picMkLst>
        </pc:picChg>
        <pc:picChg chg="del">
          <ac:chgData name="shibariku0623@icloud.com" userId="47b6e960b06a1f92" providerId="LiveId" clId="{F1773C4E-3CB9-4613-B3D7-D04DBFA35434}" dt="2024-11-20T10:17:44.940" v="1250" actId="478"/>
          <ac:picMkLst>
            <pc:docMk/>
            <pc:sldMk cId="1066903513" sldId="310"/>
            <ac:picMk id="28" creationId="{D675EB5C-BA98-F037-146F-08D37216B67D}"/>
          </ac:picMkLst>
        </pc:picChg>
        <pc:picChg chg="del">
          <ac:chgData name="shibariku0623@icloud.com" userId="47b6e960b06a1f92" providerId="LiveId" clId="{F1773C4E-3CB9-4613-B3D7-D04DBFA35434}" dt="2024-11-20T10:17:44.940" v="1250" actId="478"/>
          <ac:picMkLst>
            <pc:docMk/>
            <pc:sldMk cId="1066903513" sldId="310"/>
            <ac:picMk id="30" creationId="{D9872DDF-6618-9272-3257-0F554C6B11E8}"/>
          </ac:picMkLst>
        </pc:picChg>
        <pc:picChg chg="del">
          <ac:chgData name="shibariku0623@icloud.com" userId="47b6e960b06a1f92" providerId="LiveId" clId="{F1773C4E-3CB9-4613-B3D7-D04DBFA35434}" dt="2024-11-20T10:17:44.940" v="1250" actId="478"/>
          <ac:picMkLst>
            <pc:docMk/>
            <pc:sldMk cId="1066903513" sldId="310"/>
            <ac:picMk id="32" creationId="{CF0FF7BC-64A2-E99D-51AD-7DF8E4124AB9}"/>
          </ac:picMkLst>
        </pc:picChg>
        <pc:picChg chg="del">
          <ac:chgData name="shibariku0623@icloud.com" userId="47b6e960b06a1f92" providerId="LiveId" clId="{F1773C4E-3CB9-4613-B3D7-D04DBFA35434}" dt="2024-11-20T10:17:51.725" v="1251" actId="478"/>
          <ac:picMkLst>
            <pc:docMk/>
            <pc:sldMk cId="1066903513" sldId="310"/>
            <ac:picMk id="34" creationId="{2745A418-7CB8-5F4C-44D4-4564DADFB79B}"/>
          </ac:picMkLst>
        </pc:picChg>
        <pc:picChg chg="del">
          <ac:chgData name="shibariku0623@icloud.com" userId="47b6e960b06a1f92" providerId="LiveId" clId="{F1773C4E-3CB9-4613-B3D7-D04DBFA35434}" dt="2024-11-20T10:17:51.725" v="1251" actId="478"/>
          <ac:picMkLst>
            <pc:docMk/>
            <pc:sldMk cId="1066903513" sldId="310"/>
            <ac:picMk id="36" creationId="{60DD7686-BDA8-B268-9F8B-CECA3FE613D6}"/>
          </ac:picMkLst>
        </pc:picChg>
        <pc:picChg chg="del">
          <ac:chgData name="shibariku0623@icloud.com" userId="47b6e960b06a1f92" providerId="LiveId" clId="{F1773C4E-3CB9-4613-B3D7-D04DBFA35434}" dt="2024-11-20T10:17:51.725" v="1251" actId="478"/>
          <ac:picMkLst>
            <pc:docMk/>
            <pc:sldMk cId="1066903513" sldId="310"/>
            <ac:picMk id="38" creationId="{A5289936-963B-2506-65BA-4BEA78D59851}"/>
          </ac:picMkLst>
        </pc:picChg>
        <pc:picChg chg="del">
          <ac:chgData name="shibariku0623@icloud.com" userId="47b6e960b06a1f92" providerId="LiveId" clId="{F1773C4E-3CB9-4613-B3D7-D04DBFA35434}" dt="2024-11-20T10:17:05.077" v="1239" actId="478"/>
          <ac:picMkLst>
            <pc:docMk/>
            <pc:sldMk cId="1066903513" sldId="310"/>
            <ac:picMk id="40" creationId="{67123B24-E66C-0E13-1F5B-26B10EA59BDD}"/>
          </ac:picMkLst>
        </pc:picChg>
      </pc:sldChg>
      <pc:sldChg chg="addSp delSp modSp add del mod">
        <pc:chgData name="shibariku0623@icloud.com" userId="47b6e960b06a1f92" providerId="LiveId" clId="{F1773C4E-3CB9-4613-B3D7-D04DBFA35434}" dt="2024-11-20T10:27:29.611" v="1259" actId="47"/>
        <pc:sldMkLst>
          <pc:docMk/>
          <pc:sldMk cId="1889415480" sldId="311"/>
        </pc:sldMkLst>
        <pc:spChg chg="add mod">
          <ac:chgData name="shibariku0623@icloud.com" userId="47b6e960b06a1f92" providerId="LiveId" clId="{F1773C4E-3CB9-4613-B3D7-D04DBFA35434}" dt="2024-11-20T10:14:10.010" v="1238" actId="20577"/>
          <ac:spMkLst>
            <pc:docMk/>
            <pc:sldMk cId="1889415480" sldId="311"/>
            <ac:spMk id="22" creationId="{3F3344B7-7BC0-6F61-7840-2B13FE5AB5C5}"/>
          </ac:spMkLst>
        </pc:spChg>
        <pc:spChg chg="del">
          <ac:chgData name="shibariku0623@icloud.com" userId="47b6e960b06a1f92" providerId="LiveId" clId="{F1773C4E-3CB9-4613-B3D7-D04DBFA35434}" dt="2024-11-20T10:13:45.604" v="1221" actId="478"/>
          <ac:spMkLst>
            <pc:docMk/>
            <pc:sldMk cId="1889415480" sldId="311"/>
            <ac:spMk id="24" creationId="{C592077E-CA67-CE7F-638F-CF5173C20158}"/>
          </ac:spMkLst>
        </pc:spChg>
        <pc:spChg chg="del">
          <ac:chgData name="shibariku0623@icloud.com" userId="47b6e960b06a1f92" providerId="LiveId" clId="{F1773C4E-3CB9-4613-B3D7-D04DBFA35434}" dt="2024-11-20T10:17:16.068" v="1242" actId="478"/>
          <ac:spMkLst>
            <pc:docMk/>
            <pc:sldMk cId="1889415480" sldId="311"/>
            <ac:spMk id="66" creationId="{8FC4BA8C-7BC7-5460-8062-FA4824C4D0FD}"/>
          </ac:spMkLst>
        </pc:spChg>
        <pc:spChg chg="del">
          <ac:chgData name="shibariku0623@icloud.com" userId="47b6e960b06a1f92" providerId="LiveId" clId="{F1773C4E-3CB9-4613-B3D7-D04DBFA35434}" dt="2024-11-20T10:17:17.538" v="1243" actId="478"/>
          <ac:spMkLst>
            <pc:docMk/>
            <pc:sldMk cId="1889415480" sldId="311"/>
            <ac:spMk id="67" creationId="{BBA91789-177C-9047-34E7-10ED38949165}"/>
          </ac:spMkLst>
        </pc:spChg>
        <pc:spChg chg="mod">
          <ac:chgData name="shibariku0623@icloud.com" userId="47b6e960b06a1f92" providerId="LiveId" clId="{F1773C4E-3CB9-4613-B3D7-D04DBFA35434}" dt="2024-11-20T10:17:19.932" v="1244" actId="1076"/>
          <ac:spMkLst>
            <pc:docMk/>
            <pc:sldMk cId="1889415480" sldId="311"/>
            <ac:spMk id="68" creationId="{3CDEABF5-9DD2-9E2E-F7C1-88F47F9CA21A}"/>
          </ac:spMkLst>
        </pc:spChg>
        <pc:spChg chg="del">
          <ac:chgData name="shibariku0623@icloud.com" userId="47b6e960b06a1f92" providerId="LiveId" clId="{F1773C4E-3CB9-4613-B3D7-D04DBFA35434}" dt="2024-11-20T10:17:13.768" v="1241" actId="478"/>
          <ac:spMkLst>
            <pc:docMk/>
            <pc:sldMk cId="1889415480" sldId="311"/>
            <ac:spMk id="72" creationId="{46B476FE-5A8C-36BC-91CF-57D424854D36}"/>
          </ac:spMkLst>
        </pc:spChg>
        <pc:picChg chg="del">
          <ac:chgData name="shibariku0623@icloud.com" userId="47b6e960b06a1f92" providerId="LiveId" clId="{F1773C4E-3CB9-4613-B3D7-D04DBFA35434}" dt="2024-11-20T10:18:03.535" v="1255" actId="478"/>
          <ac:picMkLst>
            <pc:docMk/>
            <pc:sldMk cId="1889415480" sldId="311"/>
            <ac:picMk id="26" creationId="{90574557-48C0-0612-19CD-B318D533E7B3}"/>
          </ac:picMkLst>
        </pc:picChg>
        <pc:picChg chg="del">
          <ac:chgData name="shibariku0623@icloud.com" userId="47b6e960b06a1f92" providerId="LiveId" clId="{F1773C4E-3CB9-4613-B3D7-D04DBFA35434}" dt="2024-11-20T10:18:02.796" v="1254" actId="478"/>
          <ac:picMkLst>
            <pc:docMk/>
            <pc:sldMk cId="1889415480" sldId="311"/>
            <ac:picMk id="28" creationId="{0291B3F0-1C12-6A75-C67F-48B599F86353}"/>
          </ac:picMkLst>
        </pc:picChg>
        <pc:picChg chg="del">
          <ac:chgData name="shibariku0623@icloud.com" userId="47b6e960b06a1f92" providerId="LiveId" clId="{F1773C4E-3CB9-4613-B3D7-D04DBFA35434}" dt="2024-11-20T10:18:01.966" v="1253" actId="478"/>
          <ac:picMkLst>
            <pc:docMk/>
            <pc:sldMk cId="1889415480" sldId="311"/>
            <ac:picMk id="30" creationId="{B7D29B4C-5F54-0B34-BAFD-16D872A28D57}"/>
          </ac:picMkLst>
        </pc:picChg>
        <pc:picChg chg="del">
          <ac:chgData name="shibariku0623@icloud.com" userId="47b6e960b06a1f92" providerId="LiveId" clId="{F1773C4E-3CB9-4613-B3D7-D04DBFA35434}" dt="2024-11-20T10:18:01.024" v="1252" actId="478"/>
          <ac:picMkLst>
            <pc:docMk/>
            <pc:sldMk cId="1889415480" sldId="311"/>
            <ac:picMk id="32" creationId="{67B4C1B1-9EA6-680C-DD94-2EDF2E375C56}"/>
          </ac:picMkLst>
        </pc:picChg>
        <pc:picChg chg="del">
          <ac:chgData name="shibariku0623@icloud.com" userId="47b6e960b06a1f92" providerId="LiveId" clId="{F1773C4E-3CB9-4613-B3D7-D04DBFA35434}" dt="2024-11-20T10:18:04.367" v="1256" actId="478"/>
          <ac:picMkLst>
            <pc:docMk/>
            <pc:sldMk cId="1889415480" sldId="311"/>
            <ac:picMk id="34" creationId="{0FC62BF6-256C-1F26-FB80-A3608B50FF90}"/>
          </ac:picMkLst>
        </pc:picChg>
        <pc:picChg chg="del">
          <ac:chgData name="shibariku0623@icloud.com" userId="47b6e960b06a1f92" providerId="LiveId" clId="{F1773C4E-3CB9-4613-B3D7-D04DBFA35434}" dt="2024-11-20T10:18:05.150" v="1257" actId="478"/>
          <ac:picMkLst>
            <pc:docMk/>
            <pc:sldMk cId="1889415480" sldId="311"/>
            <ac:picMk id="36" creationId="{EF1F4219-2353-81A5-9F13-4C422B4C7345}"/>
          </ac:picMkLst>
        </pc:picChg>
        <pc:picChg chg="del">
          <ac:chgData name="shibariku0623@icloud.com" userId="47b6e960b06a1f92" providerId="LiveId" clId="{F1773C4E-3CB9-4613-B3D7-D04DBFA35434}" dt="2024-11-20T10:18:05.868" v="1258" actId="478"/>
          <ac:picMkLst>
            <pc:docMk/>
            <pc:sldMk cId="1889415480" sldId="311"/>
            <ac:picMk id="38" creationId="{498C0521-9E0F-66AC-8458-FE7EBCAB040E}"/>
          </ac:picMkLst>
        </pc:picChg>
        <pc:picChg chg="del">
          <ac:chgData name="shibariku0623@icloud.com" userId="47b6e960b06a1f92" providerId="LiveId" clId="{F1773C4E-3CB9-4613-B3D7-D04DBFA35434}" dt="2024-11-20T10:17:11.578" v="1240" actId="478"/>
          <ac:picMkLst>
            <pc:docMk/>
            <pc:sldMk cId="1889415480" sldId="311"/>
            <ac:picMk id="40" creationId="{F716FF8E-0764-609D-84C3-1E52790D5603}"/>
          </ac:picMkLst>
        </pc:picChg>
      </pc:sldChg>
      <pc:sldChg chg="add del">
        <pc:chgData name="shibariku0623@icloud.com" userId="47b6e960b06a1f92" providerId="LiveId" clId="{F1773C4E-3CB9-4613-B3D7-D04DBFA35434}" dt="2024-11-20T10:13:59.182" v="1223" actId="47"/>
        <pc:sldMkLst>
          <pc:docMk/>
          <pc:sldMk cId="4036938320" sldId="31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2024/11/20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20</a:t>
            </a:fld>
            <a:endParaRPr kumimoji="1" lang="ja-JP" altLang="en-US"/>
          </a:p>
        </p:txBody>
      </p:sp>
    </p:spTree>
    <p:extLst>
      <p:ext uri="{BB962C8B-B14F-4D97-AF65-F5344CB8AC3E}">
        <p14:creationId xmlns:p14="http://schemas.microsoft.com/office/powerpoint/2010/main" val="1531380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9A982E-F34B-49B3-8847-8DEA52C902AE}" type="datetime1">
              <a:rPr lang="en-US" altLang="ja-JP"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C3C4C4-8034-4B74-A3E5-B6287EDC523C}" type="datetime1">
              <a:rPr lang="en-US" altLang="ja-JP"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3DA07B-C635-4B36-82F6-01978278E64C}" type="datetime1">
              <a:rPr lang="en-US" altLang="ja-JP"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22420DD-E074-40B5-94EE-0DD91554270F}" type="datetime1">
              <a:rPr lang="en-US" altLang="ja-JP"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3341EC-65DD-4E77-9338-45F8757CFDC6}" type="datetime1">
              <a:rPr lang="en-US" altLang="ja-JP" smtClean="0"/>
              <a:t>11/20/2024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AAB288-6C6B-4AF7-B990-206A31287ED9}" type="datetime1">
              <a:rPr lang="en-US" altLang="ja-JP" smtClean="0"/>
              <a:t>11/20/2024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6D7EA4-E1FB-4006-A78D-42B807D18202}" type="datetime1">
              <a:rPr lang="en-US" altLang="ja-JP" smtClean="0"/>
              <a:t>11/20/2024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3908D4-45AC-4B27-B3E5-4FC9EEA773CB}" type="datetime1">
              <a:rPr lang="en-US" altLang="ja-JP"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97A0B9-9DAD-4BB3-A65B-D541739E8686}" type="datetime1">
              <a:rPr lang="en-US" altLang="ja-JP"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B2C505-3AE9-414B-8F20-1BCEC2AB96A7}" type="datetime1">
              <a:rPr lang="en-US" altLang="ja-JP"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735036-8154-489A-9438-6B73A935956A}" type="datetime1">
              <a:rPr lang="en-US" altLang="ja-JP"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02A76A-8849-43AF-947B-5A98BF2C788A}" type="datetime1">
              <a:rPr lang="en-US" altLang="ja-JP" smtClean="0"/>
              <a:t>11/20/2024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kikagaku.co.jp/kikagaku-blog/roc-auc/"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3" name="Group 3"/>
          <p:cNvGrpSpPr/>
          <p:nvPr/>
        </p:nvGrpSpPr>
        <p:grpSpPr>
          <a:xfrm>
            <a:off x="885825" y="885825"/>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16634" y="3669143"/>
            <a:ext cx="13854732" cy="1015663"/>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研究進捗発表</a:t>
            </a:r>
            <a:r>
              <a:rPr lang="en-US" altLang="ja-JP" sz="6600" dirty="0">
                <a:solidFill>
                  <a:srgbClr val="292B2B"/>
                </a:solidFill>
                <a:latin typeface="Source Han Sans JP Bold"/>
                <a:ea typeface="Source Han Sans JP Bold"/>
                <a:cs typeface="Source Han Sans JP Bold"/>
                <a:sym typeface="Source Han Sans JP Bold"/>
              </a:rPr>
              <a:t>11</a:t>
            </a:r>
            <a:r>
              <a:rPr lang="ja-JP" altLang="en-US" sz="6600" dirty="0">
                <a:solidFill>
                  <a:srgbClr val="292B2B"/>
                </a:solidFill>
                <a:latin typeface="Source Han Sans JP Bold"/>
                <a:ea typeface="Source Han Sans JP Bold"/>
                <a:cs typeface="Source Han Sans JP Bold"/>
                <a:sym typeface="Source Han Sans JP Bold"/>
              </a:rPr>
              <a:t>月</a:t>
            </a:r>
            <a:endParaRPr lang="en-US" sz="66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Century Gothic Paneuropean"/>
                <a:ea typeface="Century Gothic Paneuropean"/>
                <a:cs typeface="Century Gothic Paneuropean"/>
                <a:sym typeface="Century Gothic Paneuropean"/>
              </a:rPr>
              <a:t>2024年11月15日</a:t>
            </a:r>
          </a:p>
        </p:txBody>
      </p:sp>
      <p:grpSp>
        <p:nvGrpSpPr>
          <p:cNvPr id="21" name="Group 21"/>
          <p:cNvGrpSpPr/>
          <p:nvPr/>
        </p:nvGrpSpPr>
        <p:grpSpPr>
          <a:xfrm>
            <a:off x="885825" y="9258300"/>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16516350" cy="142875"/>
            <a:chOff x="0" y="0"/>
            <a:chExt cx="22021800" cy="190500"/>
          </a:xfrm>
        </p:grpSpPr>
        <p:grpSp>
          <p:nvGrpSpPr>
            <p:cNvPr id="3" name="Group 3"/>
            <p:cNvGrpSpPr/>
            <p:nvPr/>
          </p:nvGrpSpPr>
          <p:grpSpPr>
            <a:xfrm>
              <a:off x="0" y="0"/>
              <a:ext cx="7340600" cy="190500"/>
              <a:chOff x="0" y="0"/>
              <a:chExt cx="1449995" cy="37630"/>
            </a:xfrm>
          </p:grpSpPr>
          <p:sp>
            <p:nvSpPr>
              <p:cNvPr id="4" name="Freeform 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p:cNvGrpSpPr/>
            <p:nvPr/>
          </p:nvGrpSpPr>
          <p:grpSpPr>
            <a:xfrm>
              <a:off x="7340600" y="0"/>
              <a:ext cx="7340600" cy="190500"/>
              <a:chOff x="0" y="0"/>
              <a:chExt cx="1449995" cy="37630"/>
            </a:xfrm>
          </p:grpSpPr>
          <p:sp>
            <p:nvSpPr>
              <p:cNvPr id="7" name="Freeform 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p:cNvGrpSpPr/>
            <p:nvPr/>
          </p:nvGrpSpPr>
          <p:grpSpPr>
            <a:xfrm>
              <a:off x="14681200" y="0"/>
              <a:ext cx="7340600" cy="190500"/>
              <a:chOff x="0" y="0"/>
              <a:chExt cx="1449995" cy="37630"/>
            </a:xfrm>
          </p:grpSpPr>
          <p:sp>
            <p:nvSpPr>
              <p:cNvPr id="10" name="Freeform 1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p:cNvGrpSpPr/>
          <p:nvPr/>
        </p:nvGrpSpPr>
        <p:grpSpPr>
          <a:xfrm>
            <a:off x="885825" y="9258300"/>
            <a:ext cx="16516350" cy="142875"/>
            <a:chOff x="0" y="0"/>
            <a:chExt cx="22021800" cy="190500"/>
          </a:xfrm>
        </p:grpSpPr>
        <p:grpSp>
          <p:nvGrpSpPr>
            <p:cNvPr id="13" name="Group 13"/>
            <p:cNvGrpSpPr/>
            <p:nvPr/>
          </p:nvGrpSpPr>
          <p:grpSpPr>
            <a:xfrm>
              <a:off x="0" y="0"/>
              <a:ext cx="7340600" cy="190500"/>
              <a:chOff x="0" y="0"/>
              <a:chExt cx="1449995" cy="37630"/>
            </a:xfrm>
          </p:grpSpPr>
          <p:sp>
            <p:nvSpPr>
              <p:cNvPr id="14" name="Freeform 14"/>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p:cNvGrpSpPr/>
            <p:nvPr/>
          </p:nvGrpSpPr>
          <p:grpSpPr>
            <a:xfrm>
              <a:off x="7340600" y="0"/>
              <a:ext cx="7340600" cy="190500"/>
              <a:chOff x="0" y="0"/>
              <a:chExt cx="1449995" cy="37630"/>
            </a:xfrm>
          </p:grpSpPr>
          <p:sp>
            <p:nvSpPr>
              <p:cNvPr id="17" name="Freeform 17"/>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p:cNvGrpSpPr/>
            <p:nvPr/>
          </p:nvGrpSpPr>
          <p:grpSpPr>
            <a:xfrm>
              <a:off x="14681200" y="0"/>
              <a:ext cx="7340600" cy="190500"/>
              <a:chOff x="0" y="0"/>
              <a:chExt cx="1449995" cy="37630"/>
            </a:xfrm>
          </p:grpSpPr>
          <p:sp>
            <p:nvSpPr>
              <p:cNvPr id="20" name="Freeform 20"/>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CFCC6537-0657-C9F8-D676-784DA51D2742}"/>
              </a:ext>
            </a:extLst>
          </p:cNvPr>
          <p:cNvGrpSpPr/>
          <p:nvPr/>
        </p:nvGrpSpPr>
        <p:grpSpPr>
          <a:xfrm>
            <a:off x="9114480" y="3444637"/>
            <a:ext cx="8029774" cy="3397725"/>
            <a:chOff x="10121433" y="2372121"/>
            <a:chExt cx="6296421" cy="3397725"/>
          </a:xfrm>
        </p:grpSpPr>
        <p:sp>
          <p:nvSpPr>
            <p:cNvPr id="22" name="TextBox 22"/>
            <p:cNvSpPr txBox="1"/>
            <p:nvPr/>
          </p:nvSpPr>
          <p:spPr>
            <a:xfrm>
              <a:off x="11250753" y="2372121"/>
              <a:ext cx="5167101" cy="3397725"/>
            </a:xfrm>
            <a:prstGeom prst="rect">
              <a:avLst/>
            </a:prstGeom>
          </p:spPr>
          <p:txBody>
            <a:bodyPr lIns="0" tIns="0" rIns="0" bIns="0" rtlCol="0" anchor="t">
              <a:spAutoFit/>
            </a:bodyPr>
            <a:lstStyle/>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研究背景・目的</a:t>
              </a:r>
              <a:endParaRPr lang="en-US" altLang="ja-JP" sz="2999" dirty="0">
                <a:solidFill>
                  <a:srgbClr val="292B2B"/>
                </a:solidFill>
                <a:latin typeface="Source Han Sans JP" panose="020B0600070205080204" charset="-128"/>
                <a:ea typeface="Source Han Sans JP" panose="020B0600070205080204" charset="-128"/>
                <a:cs typeface="Now"/>
                <a:sym typeface="Now"/>
              </a:endParaRPr>
            </a:p>
            <a:p>
              <a:pPr>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今月行ったこと</a:t>
              </a:r>
              <a:endParaRPr lang="en-US"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回帰分析と</a:t>
              </a:r>
              <a:r>
                <a:rPr lang="en-US" altLang="ja-JP" sz="2999" dirty="0">
                  <a:solidFill>
                    <a:srgbClr val="292B2B"/>
                  </a:solidFill>
                  <a:latin typeface="Source Han Sans JP" panose="020B0600070205080204" charset="-128"/>
                  <a:ea typeface="Source Han Sans JP" panose="020B0600070205080204" charset="-128"/>
                  <a:cs typeface="Now"/>
                  <a:sym typeface="Now"/>
                </a:rPr>
                <a:t>ROC</a:t>
              </a:r>
              <a:r>
                <a:rPr lang="ja-JP" altLang="en-US" sz="2999" dirty="0">
                  <a:solidFill>
                    <a:srgbClr val="292B2B"/>
                  </a:solidFill>
                  <a:latin typeface="Source Han Sans JP" panose="020B0600070205080204" charset="-128"/>
                  <a:ea typeface="Source Han Sans JP" panose="020B0600070205080204" charset="-128"/>
                  <a:cs typeface="Now"/>
                  <a:sym typeface="Now"/>
                </a:rPr>
                <a:t>曲線によるモデル評価</a:t>
              </a:r>
              <a:endParaRPr lang="en-US"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（ノイズ耐性）</a:t>
              </a:r>
              <a:endParaRPr lang="en-US" altLang="ja-JP"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今後の展望</a:t>
              </a:r>
              <a:endParaRPr lang="en-US" sz="2999" dirty="0">
                <a:solidFill>
                  <a:srgbClr val="292B2B"/>
                </a:solidFill>
                <a:latin typeface="Source Han Sans JP" panose="020B0600070205080204" charset="-128"/>
                <a:ea typeface="Source Han Sans JP" panose="020B0600070205080204" charset="-128"/>
                <a:cs typeface="Now"/>
                <a:sym typeface="Now"/>
              </a:endParaRPr>
            </a:p>
          </p:txBody>
        </p:sp>
        <p:sp>
          <p:nvSpPr>
            <p:cNvPr id="23" name="TextBox 23"/>
            <p:cNvSpPr txBox="1"/>
            <p:nvPr/>
          </p:nvSpPr>
          <p:spPr>
            <a:xfrm>
              <a:off x="10121433" y="2372121"/>
              <a:ext cx="1151616" cy="3390928"/>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p:txBody>
        </p:sp>
      </p:grpSp>
      <p:sp>
        <p:nvSpPr>
          <p:cNvPr id="24" name="TextBox 24"/>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CFEA42C1-DCAC-B099-7B61-C85F1CACC3CC}"/>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a:t>
            </a:fld>
            <a:endParaRPr lang="en-US"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DBDB3-7FBF-4EAC-5D88-4C49D1F180C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A647886-B007-B6D1-8299-9248739C2E7A}"/>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AFD53E33-7308-F4D5-5CA4-CB58BA1E970E}"/>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BD4A3B12-F7DA-698D-8F48-5EB5961677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A0C80E9A-3A78-1030-FEA5-D9DE22B3A01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8970E43B-5F1A-143C-58B0-33A8B760174C}"/>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5D1C0AA3-AA2B-1958-0215-75ABC857C8D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59DA2261-5743-8718-3E33-F300F83DFFF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9F3FAB15-5FD1-C654-789B-793AD2A9DCC7}"/>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4C27B8BD-1E1D-6FCF-636A-C03F0C9CB8A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923EE10F-93E7-CD5A-111A-B9FBE65A27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166259F4-C498-4630-9C34-998256ECB855}"/>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E59B0F31-12BD-94E7-3090-5DF215298BAB}"/>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0B506926-A734-7F0B-04A5-151B1ABB4F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78D14C18-9D16-7B94-F3D5-F731212854F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116FF17B-7608-869E-DF4A-866C0EDE7F05}"/>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A3EB4547-A588-1884-9043-E467A0E09DA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C71C1374-0D65-91E8-7871-8D1F9EC14C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05CBA32E-A058-D069-4EDF-0FB2750D7EF6}"/>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410BB526-4043-F4B1-6F9B-7F89026A997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206D165A-7AB4-7DD0-1BBB-9CAA626DD14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273E924A-800C-1530-60FF-433D684C0452}"/>
              </a:ext>
            </a:extLst>
          </p:cNvPr>
          <p:cNvGrpSpPr/>
          <p:nvPr/>
        </p:nvGrpSpPr>
        <p:grpSpPr>
          <a:xfrm>
            <a:off x="9114480" y="3444637"/>
            <a:ext cx="8029774" cy="3397725"/>
            <a:chOff x="10121433" y="2372121"/>
            <a:chExt cx="6296421" cy="3397725"/>
          </a:xfrm>
        </p:grpSpPr>
        <p:sp>
          <p:nvSpPr>
            <p:cNvPr id="22" name="TextBox 22">
              <a:extLst>
                <a:ext uri="{FF2B5EF4-FFF2-40B4-BE49-F238E27FC236}">
                  <a16:creationId xmlns:a16="http://schemas.microsoft.com/office/drawing/2014/main" id="{02DECBCB-830C-EAE9-5E35-47CF4B5CFDC0}"/>
                </a:ext>
              </a:extLst>
            </p:cNvPr>
            <p:cNvSpPr txBox="1"/>
            <p:nvPr/>
          </p:nvSpPr>
          <p:spPr>
            <a:xfrm>
              <a:off x="11250753" y="2372121"/>
              <a:ext cx="5167101" cy="3397725"/>
            </a:xfrm>
            <a:prstGeom prst="rect">
              <a:avLst/>
            </a:prstGeom>
          </p:spPr>
          <p:txBody>
            <a:bodyPr lIns="0" tIns="0" rIns="0" bIns="0" rtlCol="0" anchor="t">
              <a:spAutoFit/>
            </a:bodyPr>
            <a:lstStyle/>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研究背景・目的</a:t>
              </a:r>
              <a:endParaRPr lang="en-US" altLang="ja-JP" sz="2999" dirty="0">
                <a:solidFill>
                  <a:srgbClr val="292B2B"/>
                </a:solidFill>
                <a:latin typeface="Source Han Sans JP" panose="020B0600070205080204" charset="-128"/>
                <a:ea typeface="Source Han Sans JP" panose="020B0600070205080204" charset="-128"/>
                <a:cs typeface="Now"/>
                <a:sym typeface="Now"/>
              </a:endParaRPr>
            </a:p>
            <a:p>
              <a:pPr>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今月行ったこと</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回帰分析と</a:t>
              </a:r>
              <a:r>
                <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rPr>
                <a:t>ROC</a:t>
              </a: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曲線によるモデル評価</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（ノイズ耐性）</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今後の展望</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CEF0AE82-21D8-E4BD-8873-B44BC70A4182}"/>
                </a:ext>
              </a:extLst>
            </p:cNvPr>
            <p:cNvSpPr txBox="1"/>
            <p:nvPr/>
          </p:nvSpPr>
          <p:spPr>
            <a:xfrm>
              <a:off x="10121433" y="2372121"/>
              <a:ext cx="1151616" cy="3390928"/>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p:txBody>
        </p:sp>
      </p:grpSp>
      <p:sp>
        <p:nvSpPr>
          <p:cNvPr id="24" name="TextBox 24">
            <a:extLst>
              <a:ext uri="{FF2B5EF4-FFF2-40B4-BE49-F238E27FC236}">
                <a16:creationId xmlns:a16="http://schemas.microsoft.com/office/drawing/2014/main" id="{2DAD638A-AD3D-527A-ED9D-6FFF656D0292}"/>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36E3ADFF-24B8-7C94-1E0D-DA4757D30D68}"/>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C4EE8665-6625-84BA-CB1E-2209B5F375DA}"/>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2A555F7C-2F42-7250-99C6-A3891C1A5CC1}"/>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3</a:t>
            </a:fld>
            <a:endParaRPr lang="en-US" sz="4800" dirty="0"/>
          </a:p>
        </p:txBody>
      </p:sp>
    </p:spTree>
    <p:extLst>
      <p:ext uri="{BB962C8B-B14F-4D97-AF65-F5344CB8AC3E}">
        <p14:creationId xmlns:p14="http://schemas.microsoft.com/office/powerpoint/2010/main" val="1050998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A980668-2294-B4E4-75ED-981D65071924}"/>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5EADABB5-B399-A82A-C411-D815AF4F3D5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DF76FE95-D88F-50A5-294C-7DD323DE6F8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72E358BF-C6C3-D2C7-15FF-4A530DFCCD17}"/>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948EE209-5E1D-1CAE-4933-68621CDA5A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4CF28332-04F7-93F7-65E1-43E2925FC68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F3BADCBE-2BAC-4EC8-4AD8-E90978BEC35B}"/>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0B6A4444-4A1A-8931-0F71-2A1E899B7D2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4A7FDB8D-0CE5-9C8D-4B5B-B64EC506444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338903BE-A2D1-70BC-9A57-A26DA2973B65}"/>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297CD1CE-08EC-65D9-C7B3-4C71F067513B}"/>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938B598F-31FC-9A6B-8926-52CBE20AA55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0C240B5B-88BF-8282-CB55-79CDA58868C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0E9FB410-2ED2-FC75-C2F5-89BA7EB11176}"/>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E480804B-FBC6-C950-35EF-5EFC676BAE6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BA603926-625E-BC2B-D7CF-A19AC42DA7C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38AA3108-C574-FFC2-D546-65C786CFFDC8}"/>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AD49E70A-98E5-D68C-D3DD-D68F29FCD1F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9A22F19F-5C1A-E336-E624-C1D5702CECD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559D784A-0FA6-DB9D-9D28-4E87B140C60B}"/>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a:extLst>
              <a:ext uri="{FF2B5EF4-FFF2-40B4-BE49-F238E27FC236}">
                <a16:creationId xmlns:a16="http://schemas.microsoft.com/office/drawing/2014/main" id="{7A0DE569-9990-3B12-CE95-DEC8E2DB803F}"/>
              </a:ext>
            </a:extLst>
          </p:cNvPr>
          <p:cNvSpPr txBox="1"/>
          <p:nvPr/>
        </p:nvSpPr>
        <p:spPr>
          <a:xfrm>
            <a:off x="2709919" y="1676416"/>
            <a:ext cx="4466734" cy="740908"/>
          </a:xfrm>
          <a:prstGeom prst="rect">
            <a:avLst/>
          </a:prstGeom>
        </p:spPr>
        <p:txBody>
          <a:bodyPr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研究背景・目的</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a:extLst>
              <a:ext uri="{FF2B5EF4-FFF2-40B4-BE49-F238E27FC236}">
                <a16:creationId xmlns:a16="http://schemas.microsoft.com/office/drawing/2014/main" id="{8E063243-9865-1E51-5E70-666581B27CE3}"/>
              </a:ext>
            </a:extLst>
          </p:cNvPr>
          <p:cNvSpPr txBox="1"/>
          <p:nvPr/>
        </p:nvSpPr>
        <p:spPr>
          <a:xfrm>
            <a:off x="1028700" y="1285965"/>
            <a:ext cx="2660650" cy="1348061"/>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01</a:t>
            </a:r>
          </a:p>
        </p:txBody>
      </p:sp>
      <p:sp>
        <p:nvSpPr>
          <p:cNvPr id="23" name="TextBox 26">
            <a:extLst>
              <a:ext uri="{FF2B5EF4-FFF2-40B4-BE49-F238E27FC236}">
                <a16:creationId xmlns:a16="http://schemas.microsoft.com/office/drawing/2014/main" id="{8FE207FB-6445-C30B-0D0A-2675849D4041}"/>
              </a:ext>
            </a:extLst>
          </p:cNvPr>
          <p:cNvSpPr txBox="1"/>
          <p:nvPr/>
        </p:nvSpPr>
        <p:spPr>
          <a:xfrm>
            <a:off x="1143000" y="3380276"/>
            <a:ext cx="1371600" cy="552587"/>
          </a:xfrm>
          <a:prstGeom prst="rect">
            <a:avLst/>
          </a:prstGeom>
        </p:spPr>
        <p:txBody>
          <a:bodyPr wrap="square" lIns="0" tIns="0" rIns="0" bIns="0" rtlCol="0" anchor="t">
            <a:spAutoFit/>
          </a:bodyPr>
          <a:lstStyle/>
          <a:p>
            <a:pPr marL="0" lvl="0" indent="0" algn="l">
              <a:lnSpc>
                <a:spcPts val="4480"/>
              </a:lnSpc>
              <a:spcBef>
                <a:spcPct val="0"/>
              </a:spcBef>
            </a:pPr>
            <a:r>
              <a:rPr lang="en-US" sz="3600" dirty="0">
                <a:solidFill>
                  <a:srgbClr val="292B2B"/>
                </a:solidFill>
                <a:latin typeface="Source Han Sans JP Medium"/>
                <a:ea typeface="Source Han Sans JP Medium"/>
                <a:cs typeface="Source Han Sans JP Medium"/>
                <a:sym typeface="Source Han Sans JP Medium"/>
              </a:rPr>
              <a:t>[</a:t>
            </a:r>
            <a:r>
              <a:rPr lang="en-US" sz="3600" dirty="0" err="1">
                <a:solidFill>
                  <a:srgbClr val="292B2B"/>
                </a:solidFill>
                <a:latin typeface="Source Han Sans JP Medium"/>
                <a:ea typeface="Source Han Sans JP Medium"/>
                <a:cs typeface="Source Han Sans JP Medium"/>
                <a:sym typeface="Source Han Sans JP Medium"/>
              </a:rPr>
              <a:t>背景</a:t>
            </a:r>
            <a:r>
              <a:rPr lang="en-US" sz="3600" dirty="0">
                <a:solidFill>
                  <a:srgbClr val="292B2B"/>
                </a:solidFill>
                <a:latin typeface="Source Han Sans JP Medium"/>
                <a:ea typeface="Source Han Sans JP Medium"/>
                <a:cs typeface="Source Han Sans JP Medium"/>
                <a:sym typeface="Source Han Sans JP Medium"/>
              </a:rPr>
              <a:t>]</a:t>
            </a:r>
          </a:p>
        </p:txBody>
      </p:sp>
      <p:sp>
        <p:nvSpPr>
          <p:cNvPr id="29" name="スライド番号プレースホルダー 28">
            <a:extLst>
              <a:ext uri="{FF2B5EF4-FFF2-40B4-BE49-F238E27FC236}">
                <a16:creationId xmlns:a16="http://schemas.microsoft.com/office/drawing/2014/main" id="{64C6A2B1-D68F-3D23-4EB7-F0A679C2E54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4</a:t>
            </a:fld>
            <a:endParaRPr lang="en-US" sz="4800" dirty="0"/>
          </a:p>
        </p:txBody>
      </p:sp>
      <p:sp>
        <p:nvSpPr>
          <p:cNvPr id="30" name="TextBox 25">
            <a:extLst>
              <a:ext uri="{FF2B5EF4-FFF2-40B4-BE49-F238E27FC236}">
                <a16:creationId xmlns:a16="http://schemas.microsoft.com/office/drawing/2014/main" id="{BDF95526-9E60-46C0-C9FD-7DF3EC7AD7CF}"/>
              </a:ext>
            </a:extLst>
          </p:cNvPr>
          <p:cNvSpPr txBox="1"/>
          <p:nvPr/>
        </p:nvSpPr>
        <p:spPr>
          <a:xfrm>
            <a:off x="3691064" y="3974869"/>
            <a:ext cx="11333445" cy="3141886"/>
          </a:xfrm>
          <a:prstGeom prst="rect">
            <a:avLst/>
          </a:prstGeom>
        </p:spPr>
        <p:txBody>
          <a:bodyPr wrap="square" lIns="0" tIns="0" rIns="0" bIns="0" rtlCol="0" anchor="t">
            <a:spAutoFit/>
          </a:bodyPr>
          <a:lstStyle/>
          <a:p>
            <a:pPr marL="457200" indent="-457200" algn="l">
              <a:lnSpc>
                <a:spcPts val="3520"/>
              </a:lnSpc>
              <a:buClr>
                <a:srgbClr val="64A4A3"/>
              </a:buClr>
              <a:buSzPct val="100000"/>
              <a:buFont typeface="Wingdings" panose="05000000000000000000" pitchFamily="2" charset="2"/>
              <a:buChar char="l"/>
            </a:pPr>
            <a:r>
              <a:rPr lang="ja-JP" altLang="en-US" sz="3200" dirty="0">
                <a:solidFill>
                  <a:srgbClr val="292B2B"/>
                </a:solidFill>
                <a:latin typeface="Source Han Sans JP"/>
                <a:ea typeface="Source Han Sans JP"/>
                <a:cs typeface="Source Han Sans JP"/>
                <a:sym typeface="Source Han Sans JP"/>
              </a:rPr>
              <a:t>炉心で生じる事象を，その初期段階で検知できずに損傷に至ってから検出される事例</a:t>
            </a:r>
            <a:endParaRPr lang="en-US" altLang="ja-JP" sz="3200" dirty="0">
              <a:solidFill>
                <a:srgbClr val="292B2B"/>
              </a:solidFill>
              <a:latin typeface="Source Han Sans JP"/>
              <a:ea typeface="Source Han Sans JP"/>
              <a:cs typeface="Source Han Sans JP"/>
              <a:sym typeface="Source Han Sans JP"/>
            </a:endParaRPr>
          </a:p>
          <a:p>
            <a:pPr algn="l">
              <a:lnSpc>
                <a:spcPts val="3520"/>
              </a:lnSpc>
              <a:buClr>
                <a:srgbClr val="64A4A3"/>
              </a:buClr>
              <a:buSzPct val="100000"/>
            </a:pPr>
            <a:endParaRPr lang="en-US" altLang="ja-JP" sz="3200" dirty="0">
              <a:solidFill>
                <a:srgbClr val="292B2B"/>
              </a:solidFill>
              <a:latin typeface="Source Han Sans JP"/>
              <a:ea typeface="Source Han Sans JP"/>
              <a:cs typeface="Source Han Sans JP"/>
              <a:sym typeface="Source Han Sans JP"/>
            </a:endParaRPr>
          </a:p>
          <a:p>
            <a:pPr>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a:t>
            </a:r>
            <a:r>
              <a:rPr lang="ja-JP" altLang="en-US" sz="3200" u="none" strike="noStrike" dirty="0">
                <a:solidFill>
                  <a:srgbClr val="292B2B"/>
                </a:solidFill>
                <a:latin typeface="Source Han Sans JP"/>
                <a:ea typeface="Source Han Sans JP"/>
                <a:cs typeface="Source Han Sans JP"/>
                <a:sym typeface="Source Han Sans JP"/>
              </a:rPr>
              <a:t>原子炉内の局所閉塞による炉心溶融を原因とする事故</a:t>
            </a:r>
            <a:r>
              <a:rPr lang="en-US" altLang="ja-JP" sz="3200" dirty="0">
                <a:solidFill>
                  <a:srgbClr val="292B2B"/>
                </a:solidFill>
                <a:latin typeface="Source Han Sans JP"/>
                <a:ea typeface="Source Han Sans JP"/>
                <a:cs typeface="Source Han Sans JP"/>
                <a:sym typeface="Source Han Sans JP"/>
              </a:rPr>
              <a:t>[1]</a:t>
            </a:r>
            <a:endParaRPr lang="en-US" altLang="ja-JP" sz="3200" u="none" strike="noStrike" dirty="0">
              <a:solidFill>
                <a:srgbClr val="292B2B"/>
              </a:solidFill>
              <a:latin typeface="Source Han Sans JP"/>
              <a:ea typeface="Source Han Sans JP"/>
              <a:cs typeface="Source Han Sans JP"/>
              <a:sym typeface="Source Han Sans JP"/>
            </a:endParaRPr>
          </a:p>
          <a:p>
            <a:pPr>
              <a:lnSpc>
                <a:spcPts val="3520"/>
              </a:lnSpc>
              <a:buClr>
                <a:srgbClr val="64A4A3"/>
              </a:buClr>
              <a:buSzPct val="100000"/>
            </a:pPr>
            <a:endParaRPr lang="en-US" altLang="ja-JP" sz="3200" dirty="0">
              <a:solidFill>
                <a:srgbClr val="292B2B"/>
              </a:solidFill>
              <a:latin typeface="Source Han Sans JP"/>
              <a:ea typeface="Source Han Sans JP"/>
              <a:cs typeface="Source Han Sans JP"/>
              <a:sym typeface="Source Han Sans JP"/>
            </a:endParaRPr>
          </a:p>
          <a:p>
            <a:pPr marL="457200" indent="-457200">
              <a:lnSpc>
                <a:spcPts val="3520"/>
              </a:lnSpc>
              <a:buClr>
                <a:srgbClr val="64A4A3"/>
              </a:buClr>
              <a:buSzPct val="100000"/>
              <a:buFont typeface="Wingdings" panose="05000000000000000000" pitchFamily="2" charset="2"/>
              <a:buChar char="l"/>
            </a:pPr>
            <a:r>
              <a:rPr lang="ja-JP" altLang="en-US" sz="3200" u="none" strike="noStrike" dirty="0">
                <a:solidFill>
                  <a:srgbClr val="292B2B"/>
                </a:solidFill>
                <a:latin typeface="Source Han Sans JP"/>
                <a:ea typeface="Source Han Sans JP"/>
                <a:cs typeface="Source Han Sans JP"/>
                <a:sym typeface="Source Han Sans JP"/>
              </a:rPr>
              <a:t>深層防護における第二層に位置づけられる</a:t>
            </a:r>
            <a:r>
              <a:rPr lang="ja-JP" altLang="en-US" sz="3200" b="1" dirty="0">
                <a:solidFill>
                  <a:srgbClr val="64A4A3"/>
                </a:solidFill>
                <a:latin typeface="Source Han Sans JP"/>
                <a:ea typeface="Source Han Sans JP"/>
                <a:cs typeface="Source Han Sans JP"/>
                <a:sym typeface="Source Han Sans JP"/>
              </a:rPr>
              <a:t>「異常の早期検知」</a:t>
            </a:r>
            <a:r>
              <a:rPr lang="ja-JP" altLang="en-US" sz="3200" dirty="0">
                <a:solidFill>
                  <a:srgbClr val="292B2B"/>
                </a:solidFill>
                <a:latin typeface="Source Han Sans JP"/>
                <a:ea typeface="Source Han Sans JP"/>
                <a:cs typeface="Source Han Sans JP"/>
                <a:sym typeface="Source Han Sans JP"/>
              </a:rPr>
              <a:t>の重要性</a:t>
            </a:r>
            <a:r>
              <a:rPr lang="en-US" altLang="ja-JP" sz="3200" dirty="0">
                <a:solidFill>
                  <a:srgbClr val="292B2B"/>
                </a:solidFill>
                <a:latin typeface="Source Han Sans JP"/>
                <a:ea typeface="Source Han Sans JP"/>
                <a:cs typeface="Source Han Sans JP"/>
                <a:sym typeface="Source Han Sans JP"/>
              </a:rPr>
              <a:t>[2]</a:t>
            </a:r>
            <a:endParaRPr lang="en-US" altLang="ja-JP" sz="3200" u="none" strike="noStrike" dirty="0">
              <a:solidFill>
                <a:srgbClr val="292B2B"/>
              </a:solidFill>
              <a:latin typeface="Source Han Sans JP"/>
              <a:ea typeface="Source Han Sans JP"/>
              <a:cs typeface="Source Han Sans JP"/>
              <a:sym typeface="Source Han Sans JP"/>
            </a:endParaRPr>
          </a:p>
        </p:txBody>
      </p:sp>
      <p:sp>
        <p:nvSpPr>
          <p:cNvPr id="32" name="矢印: 下 31">
            <a:extLst>
              <a:ext uri="{FF2B5EF4-FFF2-40B4-BE49-F238E27FC236}">
                <a16:creationId xmlns:a16="http://schemas.microsoft.com/office/drawing/2014/main" id="{FA0F89BA-45BB-67D2-DD49-F4CA26D60BB2}"/>
              </a:ext>
            </a:extLst>
          </p:cNvPr>
          <p:cNvSpPr/>
          <p:nvPr/>
        </p:nvSpPr>
        <p:spPr>
          <a:xfrm>
            <a:off x="8637431" y="7162041"/>
            <a:ext cx="1013138" cy="612703"/>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7C3CCBFE-E117-1048-CEC1-091991F0B19F}"/>
              </a:ext>
            </a:extLst>
          </p:cNvPr>
          <p:cNvSpPr txBox="1"/>
          <p:nvPr/>
        </p:nvSpPr>
        <p:spPr>
          <a:xfrm>
            <a:off x="3484816" y="8076111"/>
            <a:ext cx="11745939" cy="588687"/>
          </a:xfrm>
          <a:prstGeom prst="rect">
            <a:avLst/>
          </a:prstGeom>
          <a:noFill/>
        </p:spPr>
        <p:txBody>
          <a:bodyPr wrap="square">
            <a:spAutoFit/>
          </a:bodyPr>
          <a:lstStyle/>
          <a:p>
            <a:pPr algn="l">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閉塞に次いで発生するナトリウムの核沸騰音の</a:t>
            </a:r>
            <a:r>
              <a:rPr lang="ja-JP" altLang="en-US" sz="4800" dirty="0">
                <a:solidFill>
                  <a:srgbClr val="64A4A3"/>
                </a:solidFill>
                <a:latin typeface="Source Han Sans JP Bold" panose="020B0600070205080204" charset="-128"/>
                <a:ea typeface="Source Han Sans JP Bold" panose="020B0600070205080204" charset="-128"/>
                <a:cs typeface="Source Han Sans JP"/>
                <a:sym typeface="Source Han Sans JP"/>
              </a:rPr>
              <a:t>早期検知</a:t>
            </a:r>
            <a:endParaRPr lang="en-US" altLang="ja-JP" sz="4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26" name="テキスト ボックス 25">
            <a:extLst>
              <a:ext uri="{FF2B5EF4-FFF2-40B4-BE49-F238E27FC236}">
                <a16:creationId xmlns:a16="http://schemas.microsoft.com/office/drawing/2014/main" id="{67AC61CE-99AB-576B-4148-28E6236F2DCB}"/>
              </a:ext>
            </a:extLst>
          </p:cNvPr>
          <p:cNvSpPr txBox="1"/>
          <p:nvPr/>
        </p:nvSpPr>
        <p:spPr>
          <a:xfrm>
            <a:off x="885825" y="9526851"/>
            <a:ext cx="11946579" cy="646331"/>
          </a:xfrm>
          <a:prstGeom prst="rect">
            <a:avLst/>
          </a:prstGeom>
          <a:noFill/>
        </p:spPr>
        <p:txBody>
          <a:bodyPr wrap="square">
            <a:spAutoFit/>
          </a:bodyPr>
          <a:lstStyle/>
          <a:p>
            <a:pPr>
              <a:buClr>
                <a:srgbClr val="64A4A3"/>
              </a:buClr>
              <a:buSzPct val="100000"/>
            </a:pPr>
            <a:r>
              <a:rPr lang="en-US" altLang="ja-JP" dirty="0">
                <a:solidFill>
                  <a:srgbClr val="292B2B"/>
                </a:solidFill>
                <a:latin typeface="Source Han Sans JP"/>
                <a:ea typeface="Source Han Sans JP"/>
                <a:cs typeface="Source Han Sans JP"/>
                <a:sym typeface="Source Han Sans JP"/>
              </a:rPr>
              <a:t>[1]</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Harvey</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A.</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Wagner,</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E.</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Alexanderson,</a:t>
            </a:r>
            <a:r>
              <a:rPr lang="ja-JP" altLang="en-US"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rPr>
              <a:t>Fermi-I: New Age for Nuclear Power, ANS (1979).</a:t>
            </a:r>
          </a:p>
          <a:p>
            <a:pPr>
              <a:buClr>
                <a:srgbClr val="64A4A3"/>
              </a:buClr>
              <a:buSzPct val="100000"/>
            </a:pPr>
            <a:r>
              <a:rPr lang="en-US" altLang="ja-JP" sz="1800" u="none" strike="noStrike" dirty="0">
                <a:solidFill>
                  <a:srgbClr val="292B2B"/>
                </a:solidFill>
                <a:latin typeface="Source Han Sans JP"/>
                <a:ea typeface="Source Han Sans JP"/>
                <a:cs typeface="Source Han Sans JP"/>
                <a:sym typeface="Source Han Sans JP"/>
              </a:rPr>
              <a:t>[2]</a:t>
            </a:r>
            <a:r>
              <a:rPr lang="ja-JP" altLang="en-US" sz="1800" u="none" strike="noStrike" dirty="0">
                <a:solidFill>
                  <a:srgbClr val="292B2B"/>
                </a:solidFill>
                <a:latin typeface="Source Han Sans JP"/>
                <a:ea typeface="Source Han Sans JP"/>
                <a:cs typeface="Source Han Sans JP"/>
                <a:sym typeface="Source Han Sans JP"/>
              </a:rPr>
              <a:t>山口彰</a:t>
            </a:r>
            <a:r>
              <a:rPr lang="en-US" altLang="ja-JP" sz="1800" u="none" strike="noStrike" dirty="0">
                <a:solidFill>
                  <a:srgbClr val="292B2B"/>
                </a:solidFill>
                <a:latin typeface="Source Han Sans JP"/>
                <a:ea typeface="Source Han Sans JP"/>
                <a:cs typeface="Source Han Sans JP"/>
                <a:sym typeface="Source Han Sans JP"/>
              </a:rPr>
              <a:t>, “</a:t>
            </a:r>
            <a:r>
              <a:rPr lang="ja-JP" altLang="en-US" sz="1800" u="none" strike="noStrike" dirty="0">
                <a:solidFill>
                  <a:srgbClr val="292B2B"/>
                </a:solidFill>
                <a:latin typeface="Source Han Sans JP"/>
                <a:ea typeface="Source Han Sans JP"/>
                <a:cs typeface="Source Han Sans JP"/>
                <a:sym typeface="Source Han Sans JP"/>
              </a:rPr>
              <a:t>「深層防護の考え方</a:t>
            </a:r>
            <a:r>
              <a:rPr lang="en-US" altLang="ja-JP" sz="1800" u="none" strike="noStrike" dirty="0">
                <a:solidFill>
                  <a:srgbClr val="292B2B"/>
                </a:solidFill>
                <a:latin typeface="Source Han Sans JP"/>
                <a:ea typeface="Source Han Sans JP"/>
                <a:cs typeface="Source Han Sans JP"/>
                <a:sym typeface="Source Han Sans JP"/>
              </a:rPr>
              <a:t>, </a:t>
            </a:r>
            <a:r>
              <a:rPr lang="ja-JP" altLang="en-US" sz="1800" u="none" strike="noStrike" dirty="0">
                <a:solidFill>
                  <a:srgbClr val="292B2B"/>
                </a:solidFill>
                <a:latin typeface="Source Han Sans JP"/>
                <a:ea typeface="Source Han Sans JP"/>
                <a:cs typeface="Source Han Sans JP"/>
                <a:sym typeface="Source Han Sans JP"/>
              </a:rPr>
              <a:t>活用」の検討状況</a:t>
            </a:r>
            <a:r>
              <a:rPr lang="en-US" altLang="ja-JP" sz="1800" u="none" strike="noStrike" dirty="0">
                <a:solidFill>
                  <a:srgbClr val="292B2B"/>
                </a:solidFill>
                <a:latin typeface="Source Han Sans JP"/>
                <a:ea typeface="Source Han Sans JP"/>
                <a:cs typeface="Source Han Sans JP"/>
                <a:sym typeface="Source Han Sans JP"/>
              </a:rPr>
              <a:t>”, </a:t>
            </a:r>
            <a:r>
              <a:rPr lang="ja-JP" altLang="en-US" sz="1800" u="none" strike="noStrike" dirty="0">
                <a:solidFill>
                  <a:srgbClr val="292B2B"/>
                </a:solidFill>
                <a:latin typeface="Source Han Sans JP"/>
                <a:ea typeface="Source Han Sans JP"/>
                <a:cs typeface="Source Han Sans JP"/>
                <a:sym typeface="Source Han Sans JP"/>
              </a:rPr>
              <a:t>標準委員会セッション</a:t>
            </a:r>
            <a:r>
              <a:rPr lang="en-US" altLang="ja-JP" sz="1800" u="none" strike="noStrike" dirty="0">
                <a:solidFill>
                  <a:srgbClr val="292B2B"/>
                </a:solidFill>
                <a:latin typeface="Source Han Sans JP"/>
                <a:ea typeface="Source Han Sans JP"/>
                <a:cs typeface="Source Han Sans JP"/>
                <a:sym typeface="Source Han Sans JP"/>
              </a:rPr>
              <a:t>1(</a:t>
            </a:r>
            <a:r>
              <a:rPr lang="ja-JP" altLang="en-US" sz="1800" u="none" strike="noStrike" dirty="0">
                <a:solidFill>
                  <a:srgbClr val="292B2B"/>
                </a:solidFill>
                <a:latin typeface="Source Han Sans JP"/>
                <a:ea typeface="Source Han Sans JP"/>
                <a:cs typeface="Source Han Sans JP"/>
                <a:sym typeface="Source Han Sans JP"/>
              </a:rPr>
              <a:t>原子力安全検討会</a:t>
            </a:r>
            <a:r>
              <a:rPr lang="en-US" altLang="ja-JP" sz="1800" u="none" strike="noStrike" dirty="0">
                <a:solidFill>
                  <a:srgbClr val="292B2B"/>
                </a:solidFill>
                <a:latin typeface="Source Han Sans JP"/>
                <a:ea typeface="Source Han Sans JP"/>
                <a:cs typeface="Source Han Sans JP"/>
                <a:sym typeface="Source Han Sans JP"/>
              </a:rPr>
              <a:t>, </a:t>
            </a:r>
            <a:r>
              <a:rPr lang="ja-JP" altLang="en-US" sz="1800" u="none" strike="noStrike" dirty="0">
                <a:solidFill>
                  <a:srgbClr val="292B2B"/>
                </a:solidFill>
                <a:latin typeface="Source Han Sans JP"/>
                <a:ea typeface="Source Han Sans JP"/>
                <a:cs typeface="Source Han Sans JP"/>
                <a:sym typeface="Source Han Sans JP"/>
              </a:rPr>
              <a:t>分科会</a:t>
            </a:r>
            <a:r>
              <a:rPr lang="en-US" altLang="ja-JP" sz="1800" u="none" strike="noStrike" dirty="0">
                <a:solidFill>
                  <a:srgbClr val="292B2B"/>
                </a:solidFill>
                <a:latin typeface="Source Han Sans JP"/>
                <a:ea typeface="Source Han Sans JP"/>
                <a:cs typeface="Source Han Sans JP"/>
                <a:sym typeface="Source Han Sans JP"/>
              </a:rPr>
              <a:t>)</a:t>
            </a:r>
          </a:p>
        </p:txBody>
      </p:sp>
    </p:spTree>
    <p:extLst>
      <p:ext uri="{BB962C8B-B14F-4D97-AF65-F5344CB8AC3E}">
        <p14:creationId xmlns:p14="http://schemas.microsoft.com/office/powerpoint/2010/main" val="1242965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5505450" cy="142875"/>
            <a:chOff x="0" y="0"/>
            <a:chExt cx="1449995" cy="37630"/>
          </a:xfrm>
        </p:grpSpPr>
        <p:sp>
          <p:nvSpPr>
            <p:cNvPr id="3" name="Freeform 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6391275" y="885825"/>
            <a:ext cx="5505450" cy="142875"/>
            <a:chOff x="0" y="0"/>
            <a:chExt cx="1449995" cy="37630"/>
          </a:xfrm>
        </p:grpSpPr>
        <p:sp>
          <p:nvSpPr>
            <p:cNvPr id="6" name="Freeform 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11896725" y="885825"/>
            <a:ext cx="5505450" cy="142875"/>
            <a:chOff x="0" y="0"/>
            <a:chExt cx="1449995" cy="37630"/>
          </a:xfrm>
        </p:grpSpPr>
        <p:sp>
          <p:nvSpPr>
            <p:cNvPr id="9" name="Freeform 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885825" y="9258300"/>
            <a:ext cx="16516350" cy="142875"/>
            <a:chOff x="0" y="0"/>
            <a:chExt cx="22021800" cy="190500"/>
          </a:xfrm>
        </p:grpSpPr>
        <p:grpSp>
          <p:nvGrpSpPr>
            <p:cNvPr id="12" name="Group 12"/>
            <p:cNvGrpSpPr/>
            <p:nvPr/>
          </p:nvGrpSpPr>
          <p:grpSpPr>
            <a:xfrm>
              <a:off x="0" y="0"/>
              <a:ext cx="7340600" cy="190500"/>
              <a:chOff x="0" y="0"/>
              <a:chExt cx="1449995" cy="37630"/>
            </a:xfrm>
          </p:grpSpPr>
          <p:sp>
            <p:nvSpPr>
              <p:cNvPr id="13" name="Freeform 1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7340600" y="0"/>
              <a:ext cx="7340600" cy="190500"/>
              <a:chOff x="0" y="0"/>
              <a:chExt cx="1449995" cy="37630"/>
            </a:xfrm>
          </p:grpSpPr>
          <p:sp>
            <p:nvSpPr>
              <p:cNvPr id="16" name="Freeform 1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4681200" y="0"/>
              <a:ext cx="7340600" cy="190500"/>
              <a:chOff x="0" y="0"/>
              <a:chExt cx="1449995" cy="37630"/>
            </a:xfrm>
          </p:grpSpPr>
          <p:sp>
            <p:nvSpPr>
              <p:cNvPr id="19" name="Freeform 1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p:cNvSpPr txBox="1"/>
          <p:nvPr/>
        </p:nvSpPr>
        <p:spPr>
          <a:xfrm>
            <a:off x="2709919" y="1676416"/>
            <a:ext cx="4466734" cy="740908"/>
          </a:xfrm>
          <a:prstGeom prst="rect">
            <a:avLst/>
          </a:prstGeom>
        </p:spPr>
        <p:txBody>
          <a:bodyPr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研究背景・目的</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01</a:t>
            </a:r>
          </a:p>
        </p:txBody>
      </p:sp>
      <p:sp>
        <p:nvSpPr>
          <p:cNvPr id="23" name="TextBox 26">
            <a:extLst>
              <a:ext uri="{FF2B5EF4-FFF2-40B4-BE49-F238E27FC236}">
                <a16:creationId xmlns:a16="http://schemas.microsoft.com/office/drawing/2014/main" id="{D9AD7586-6509-574D-DFF1-30FD28086FB8}"/>
              </a:ext>
            </a:extLst>
          </p:cNvPr>
          <p:cNvSpPr txBox="1"/>
          <p:nvPr/>
        </p:nvSpPr>
        <p:spPr>
          <a:xfrm>
            <a:off x="1436744" y="3263741"/>
            <a:ext cx="2546350" cy="592535"/>
          </a:xfrm>
          <a:prstGeom prst="rect">
            <a:avLst/>
          </a:prstGeom>
        </p:spPr>
        <p:txBody>
          <a:bodyPr wrap="square" lIns="0" tIns="0" rIns="0" bIns="0" rtlCol="0" anchor="t">
            <a:spAutoFit/>
          </a:bodyPr>
          <a:lstStyle/>
          <a:p>
            <a:pPr marL="0" lvl="0" indent="0" algn="l">
              <a:lnSpc>
                <a:spcPts val="44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t>
            </a:r>
            <a:r>
              <a:rPr lang="ja-JP" altLang="en-US" sz="4000" dirty="0">
                <a:solidFill>
                  <a:srgbClr val="292B2B"/>
                </a:solidFill>
                <a:latin typeface="Source Han Sans JP Medium"/>
                <a:ea typeface="Source Han Sans JP Medium"/>
                <a:cs typeface="Source Han Sans JP Medium"/>
                <a:sym typeface="Source Han Sans JP Medium"/>
              </a:rPr>
              <a:t>目的</a:t>
            </a:r>
            <a:r>
              <a:rPr lang="en-US" sz="4000" dirty="0">
                <a:solidFill>
                  <a:srgbClr val="292B2B"/>
                </a:solidFill>
                <a:latin typeface="Source Han Sans JP Medium"/>
                <a:ea typeface="Source Han Sans JP Medium"/>
                <a:cs typeface="Source Han Sans JP Medium"/>
                <a:sym typeface="Source Han Sans JP Medium"/>
              </a:rPr>
              <a:t>]</a:t>
            </a:r>
          </a:p>
        </p:txBody>
      </p:sp>
      <p:sp>
        <p:nvSpPr>
          <p:cNvPr id="29" name="スライド番号プレースホルダー 28">
            <a:extLst>
              <a:ext uri="{FF2B5EF4-FFF2-40B4-BE49-F238E27FC236}">
                <a16:creationId xmlns:a16="http://schemas.microsoft.com/office/drawing/2014/main" id="{27224670-9190-F1F6-7A02-DB54144436E0}"/>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5</a:t>
            </a:fld>
            <a:endParaRPr lang="en-US" sz="4800" dirty="0"/>
          </a:p>
        </p:txBody>
      </p:sp>
      <p:sp>
        <p:nvSpPr>
          <p:cNvPr id="30" name="TextBox 25">
            <a:extLst>
              <a:ext uri="{FF2B5EF4-FFF2-40B4-BE49-F238E27FC236}">
                <a16:creationId xmlns:a16="http://schemas.microsoft.com/office/drawing/2014/main" id="{1FE2A5AB-F6B7-0011-B112-A4E8E850D0AF}"/>
              </a:ext>
            </a:extLst>
          </p:cNvPr>
          <p:cNvSpPr txBox="1"/>
          <p:nvPr/>
        </p:nvSpPr>
        <p:spPr>
          <a:xfrm>
            <a:off x="1869309" y="4040624"/>
            <a:ext cx="14549381" cy="4328429"/>
          </a:xfrm>
          <a:prstGeom prst="rect">
            <a:avLst/>
          </a:prstGeom>
        </p:spPr>
        <p:txBody>
          <a:bodyPr wrap="square" lIns="0" tIns="0" rIns="0" bIns="0" rtlCol="0" anchor="t">
            <a:spAutoFit/>
          </a:bodyPr>
          <a:lstStyle/>
          <a:p>
            <a:pPr marL="914400" indent="-914400" algn="l">
              <a:lnSpc>
                <a:spcPct val="150000"/>
              </a:lnSpc>
              <a:buClr>
                <a:srgbClr val="64A4A3"/>
              </a:buClr>
              <a:buSzPct val="100000"/>
              <a:buFont typeface="+mj-lt"/>
              <a:buAutoNum type="arabicPeriod"/>
            </a:pPr>
            <a:r>
              <a:rPr lang="ja-JP" altLang="en-US" sz="4800" i="0" dirty="0">
                <a:solidFill>
                  <a:srgbClr val="1D1C1D"/>
                </a:solidFill>
                <a:effectLst/>
                <a:highlight>
                  <a:srgbClr val="F8F8F8"/>
                </a:highlight>
                <a:latin typeface="Source Han Sans JP" panose="020B0600070205080204"/>
                <a:ea typeface="Source Han Sans JP" panose="020B0600070205080204"/>
              </a:rPr>
              <a:t>沸騰音検知の精度向上のためにアンサンブル学習を採用して総合的な評価を行うこと</a:t>
            </a:r>
            <a:endParaRPr lang="en-US" altLang="ja-JP" sz="4800" i="0" dirty="0">
              <a:solidFill>
                <a:srgbClr val="1D1C1D"/>
              </a:solidFill>
              <a:effectLst/>
              <a:highlight>
                <a:srgbClr val="F8F8F8"/>
              </a:highlight>
              <a:latin typeface="Source Han Sans JP" panose="020B0600070205080204"/>
              <a:ea typeface="Source Han Sans JP" panose="020B0600070205080204"/>
            </a:endParaRPr>
          </a:p>
          <a:p>
            <a:pPr marL="914400" indent="-914400" algn="l">
              <a:lnSpc>
                <a:spcPct val="150000"/>
              </a:lnSpc>
              <a:buClr>
                <a:srgbClr val="64A4A3"/>
              </a:buClr>
              <a:buSzPct val="100000"/>
              <a:buFont typeface="+mj-lt"/>
              <a:buAutoNum type="arabicPeriod"/>
            </a:pPr>
            <a:r>
              <a:rPr lang="ja-JP" altLang="en-US" sz="4800" u="none" strike="noStrike" dirty="0">
                <a:solidFill>
                  <a:srgbClr val="1D1C1D"/>
                </a:solidFill>
                <a:highlight>
                  <a:srgbClr val="F8F8F8"/>
                </a:highlight>
                <a:latin typeface="NotoSansJP"/>
                <a:ea typeface="Source Han Sans JP"/>
                <a:cs typeface="Source Han Sans JP"/>
                <a:sym typeface="Source Han Sans JP"/>
              </a:rPr>
              <a:t>回帰分析と</a:t>
            </a:r>
            <a:r>
              <a:rPr lang="en-US" altLang="ja-JP" sz="4800" u="none" strike="noStrike" dirty="0">
                <a:solidFill>
                  <a:srgbClr val="1D1C1D"/>
                </a:solidFill>
                <a:highlight>
                  <a:srgbClr val="F8F8F8"/>
                </a:highlight>
                <a:latin typeface="NotoSansJP"/>
                <a:ea typeface="Source Han Sans JP"/>
                <a:cs typeface="Source Han Sans JP"/>
                <a:sym typeface="Source Han Sans JP"/>
              </a:rPr>
              <a:t>ROC</a:t>
            </a:r>
            <a:r>
              <a:rPr lang="ja-JP" altLang="en-US" sz="4800" u="none" strike="noStrike" dirty="0">
                <a:solidFill>
                  <a:srgbClr val="1D1C1D"/>
                </a:solidFill>
                <a:highlight>
                  <a:srgbClr val="F8F8F8"/>
                </a:highlight>
                <a:latin typeface="NotoSansJP"/>
                <a:ea typeface="Source Han Sans JP"/>
                <a:cs typeface="Source Han Sans JP"/>
                <a:sym typeface="Source Han Sans JP"/>
              </a:rPr>
              <a:t>曲線による，ラベル付けに依存しないモデル評価による異常検知</a:t>
            </a:r>
            <a:endParaRPr lang="en-US" altLang="ja-JP" sz="4800" u="none" strike="noStrike" dirty="0">
              <a:solidFill>
                <a:srgbClr val="292B2B"/>
              </a:solidFill>
              <a:latin typeface="Source Han Sans JP"/>
              <a:ea typeface="Source Han Sans JP"/>
              <a:cs typeface="Source Han Sans JP"/>
              <a:sym typeface="Source Han Sans JP"/>
            </a:endParaRPr>
          </a:p>
        </p:txBody>
      </p:sp>
    </p:spTree>
    <p:extLst>
      <p:ext uri="{BB962C8B-B14F-4D97-AF65-F5344CB8AC3E}">
        <p14:creationId xmlns:p14="http://schemas.microsoft.com/office/powerpoint/2010/main" val="260892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05779-BC8A-73B6-DD66-DBA060DE4E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473CD4-AC47-EB32-4D0A-0D28C8C6B440}"/>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0E895DCC-D727-B407-0E8A-81D3FC6A96FC}"/>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E78E81B6-8E5E-43D7-0AEA-CDF6F00D40D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65581CA9-6C2C-FE0E-572C-A9E0A144655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48F96C87-35D5-4552-CC36-50A0920DD87E}"/>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C71C20FE-93D5-8BCE-EBB8-B08C7D9BD20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8D27EB87-224C-E498-431E-9081059EEE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9C6B1171-EC4A-4827-7C9F-7A88D6B2484E}"/>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73D74083-956B-BFFE-448F-23EDC2245B7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B14E1503-4B6C-27EF-5405-980D6E664F5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3493881C-826C-EB08-E769-048807A39C7B}"/>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6592F614-6785-1F85-3FF5-D22A0065F7EF}"/>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2E0ABF32-49D4-EF25-98DD-CC030E95BF5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16A077A7-ACF0-79B3-A0F8-215959022D8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A0DD8204-DDA6-D637-9FCB-64518381E8A3}"/>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5137C0B4-BC45-7A66-C78B-357AEA2BF59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E07846D0-8B9A-3E24-7268-5A88C28343B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BD68DCB6-CE94-1FB8-8889-23D150933D2B}"/>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19937CA9-4902-0577-1A3D-B1A74CD3E0F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42A99A13-3D5C-8E1E-60E0-BCC14672656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7A51FB33-DF40-1698-3473-BDEC1B839D71}"/>
              </a:ext>
            </a:extLst>
          </p:cNvPr>
          <p:cNvGrpSpPr/>
          <p:nvPr/>
        </p:nvGrpSpPr>
        <p:grpSpPr>
          <a:xfrm>
            <a:off x="9114480" y="3444637"/>
            <a:ext cx="8029774" cy="3397725"/>
            <a:chOff x="10121433" y="2372121"/>
            <a:chExt cx="6296421" cy="3397725"/>
          </a:xfrm>
        </p:grpSpPr>
        <p:sp>
          <p:nvSpPr>
            <p:cNvPr id="22" name="TextBox 22">
              <a:extLst>
                <a:ext uri="{FF2B5EF4-FFF2-40B4-BE49-F238E27FC236}">
                  <a16:creationId xmlns:a16="http://schemas.microsoft.com/office/drawing/2014/main" id="{71A82FFB-5044-3448-CA28-8F4C55E7BD57}"/>
                </a:ext>
              </a:extLst>
            </p:cNvPr>
            <p:cNvSpPr txBox="1"/>
            <p:nvPr/>
          </p:nvSpPr>
          <p:spPr>
            <a:xfrm>
              <a:off x="11250753" y="2372121"/>
              <a:ext cx="5167101" cy="3397725"/>
            </a:xfrm>
            <a:prstGeom prst="rect">
              <a:avLst/>
            </a:prstGeom>
          </p:spPr>
          <p:txBody>
            <a:bodyPr lIns="0" tIns="0" rIns="0" bIns="0" rtlCol="0" anchor="t">
              <a:spAutoFit/>
            </a:bodyPr>
            <a:lstStyle/>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研究背景・目的</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今月行ったこと</a:t>
              </a:r>
              <a:endParaRPr lang="en-US"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回帰分析と</a:t>
              </a:r>
              <a:r>
                <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rPr>
                <a:t>ROC</a:t>
              </a: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曲線によるモデル評価</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（ノイズ耐性）</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今後の展望</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D08A9A1B-B18A-7442-2159-51B6EDB1FB99}"/>
                </a:ext>
              </a:extLst>
            </p:cNvPr>
            <p:cNvSpPr txBox="1"/>
            <p:nvPr/>
          </p:nvSpPr>
          <p:spPr>
            <a:xfrm>
              <a:off x="10121433" y="2372121"/>
              <a:ext cx="1151616" cy="3390928"/>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p:txBody>
        </p:sp>
      </p:grpSp>
      <p:sp>
        <p:nvSpPr>
          <p:cNvPr id="24" name="TextBox 24">
            <a:extLst>
              <a:ext uri="{FF2B5EF4-FFF2-40B4-BE49-F238E27FC236}">
                <a16:creationId xmlns:a16="http://schemas.microsoft.com/office/drawing/2014/main" id="{75DE409F-A1F8-D311-ED75-E525F9B01048}"/>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ADB2D984-85CA-88A2-96DE-1F086A5C2428}"/>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0C2CA6AC-66DD-18CF-70CB-E8967DE3401D}"/>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D0E16790-1176-1CE1-3F3D-6B24661A2864}"/>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6</a:t>
            </a:fld>
            <a:endParaRPr lang="en-US" sz="4800" dirty="0"/>
          </a:p>
        </p:txBody>
      </p:sp>
    </p:spTree>
    <p:extLst>
      <p:ext uri="{BB962C8B-B14F-4D97-AF65-F5344CB8AC3E}">
        <p14:creationId xmlns:p14="http://schemas.microsoft.com/office/powerpoint/2010/main" val="3505235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grpSp>
        <p:nvGrpSpPr>
          <p:cNvPr id="2" name="Group 2"/>
          <p:cNvGrpSpPr/>
          <p:nvPr/>
        </p:nvGrpSpPr>
        <p:grpSpPr>
          <a:xfrm>
            <a:off x="885825" y="885825"/>
            <a:ext cx="5505450" cy="142875"/>
            <a:chOff x="0" y="0"/>
            <a:chExt cx="1449995" cy="37630"/>
          </a:xfrm>
        </p:grpSpPr>
        <p:sp>
          <p:nvSpPr>
            <p:cNvPr id="3" name="Freeform 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6391275" y="885825"/>
            <a:ext cx="5505450" cy="142875"/>
            <a:chOff x="0" y="0"/>
            <a:chExt cx="1449995" cy="37630"/>
          </a:xfrm>
        </p:grpSpPr>
        <p:sp>
          <p:nvSpPr>
            <p:cNvPr id="6" name="Freeform 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11896725" y="885825"/>
            <a:ext cx="5505450" cy="142875"/>
            <a:chOff x="0" y="0"/>
            <a:chExt cx="1449995" cy="37630"/>
          </a:xfrm>
        </p:grpSpPr>
        <p:sp>
          <p:nvSpPr>
            <p:cNvPr id="9" name="Freeform 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885825" y="9258300"/>
            <a:ext cx="16516350" cy="142875"/>
            <a:chOff x="0" y="0"/>
            <a:chExt cx="22021800" cy="190500"/>
          </a:xfrm>
        </p:grpSpPr>
        <p:grpSp>
          <p:nvGrpSpPr>
            <p:cNvPr id="12" name="Group 12"/>
            <p:cNvGrpSpPr/>
            <p:nvPr/>
          </p:nvGrpSpPr>
          <p:grpSpPr>
            <a:xfrm>
              <a:off x="0" y="0"/>
              <a:ext cx="7340600" cy="190500"/>
              <a:chOff x="0" y="0"/>
              <a:chExt cx="1449995" cy="37630"/>
            </a:xfrm>
          </p:grpSpPr>
          <p:sp>
            <p:nvSpPr>
              <p:cNvPr id="13" name="Freeform 1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7340600" y="0"/>
              <a:ext cx="7340600" cy="190500"/>
              <a:chOff x="0" y="0"/>
              <a:chExt cx="1449995" cy="37630"/>
            </a:xfrm>
          </p:grpSpPr>
          <p:sp>
            <p:nvSpPr>
              <p:cNvPr id="16" name="Freeform 1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4681200" y="0"/>
              <a:ext cx="7340600" cy="190500"/>
              <a:chOff x="0" y="0"/>
              <a:chExt cx="1449995" cy="37630"/>
            </a:xfrm>
          </p:grpSpPr>
          <p:sp>
            <p:nvSpPr>
              <p:cNvPr id="19" name="Freeform 1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p:cNvSpPr txBox="1"/>
          <p:nvPr/>
        </p:nvSpPr>
        <p:spPr>
          <a:xfrm>
            <a:off x="2709919" y="1676416"/>
            <a:ext cx="4466734" cy="740908"/>
          </a:xfrm>
          <a:prstGeom prst="rect">
            <a:avLst/>
          </a:prstGeom>
        </p:spPr>
        <p:txBody>
          <a:bodyPr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今月行ったこと</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02</a:t>
            </a:r>
          </a:p>
        </p:txBody>
      </p:sp>
      <p:sp>
        <p:nvSpPr>
          <p:cNvPr id="29" name="スライド番号プレースホルダー 28">
            <a:extLst>
              <a:ext uri="{FF2B5EF4-FFF2-40B4-BE49-F238E27FC236}">
                <a16:creationId xmlns:a16="http://schemas.microsoft.com/office/drawing/2014/main" id="{27224670-9190-F1F6-7A02-DB54144436E0}"/>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7</a:t>
            </a:fld>
            <a:endParaRPr lang="en-US" sz="4800" dirty="0"/>
          </a:p>
        </p:txBody>
      </p:sp>
      <p:sp>
        <p:nvSpPr>
          <p:cNvPr id="22" name="TextBox 25">
            <a:extLst>
              <a:ext uri="{FF2B5EF4-FFF2-40B4-BE49-F238E27FC236}">
                <a16:creationId xmlns:a16="http://schemas.microsoft.com/office/drawing/2014/main" id="{C5F1CA3A-3B39-731F-C0B4-864268760104}"/>
              </a:ext>
            </a:extLst>
          </p:cNvPr>
          <p:cNvSpPr txBox="1"/>
          <p:nvPr/>
        </p:nvSpPr>
        <p:spPr>
          <a:xfrm>
            <a:off x="1752600" y="3555312"/>
            <a:ext cx="15069416" cy="5442259"/>
          </a:xfrm>
          <a:prstGeom prst="rect">
            <a:avLst/>
          </a:prstGeom>
        </p:spPr>
        <p:txBody>
          <a:bodyPr wrap="square" lIns="0" tIns="0" rIns="0" bIns="0" rtlCol="0" anchor="t">
            <a:spAutoFit/>
          </a:bodyPr>
          <a:lstStyle/>
          <a:p>
            <a:pPr marL="742950" indent="-742950" algn="l">
              <a:lnSpc>
                <a:spcPct val="150000"/>
              </a:lnSpc>
              <a:buClr>
                <a:srgbClr val="64A4A3"/>
              </a:buClr>
              <a:buSzPct val="100000"/>
              <a:buFont typeface="+mj-lt"/>
              <a:buAutoNum type="arabicPeriod"/>
            </a:pPr>
            <a:r>
              <a:rPr lang="ja-JP" altLang="en-US" sz="4000" dirty="0">
                <a:solidFill>
                  <a:srgbClr val="292B2B"/>
                </a:solidFill>
                <a:latin typeface="Source Han Sans JP"/>
                <a:ea typeface="Source Han Sans JP"/>
                <a:cs typeface="Source Han Sans JP"/>
                <a:sym typeface="Source Han Sans JP"/>
              </a:rPr>
              <a:t>ホワイトノイズへの耐性</a:t>
            </a:r>
            <a:endParaRPr lang="en-US" altLang="ja-JP" sz="4000" dirty="0">
              <a:solidFill>
                <a:srgbClr val="292B2B"/>
              </a:solidFill>
              <a:latin typeface="Source Han Sans JP"/>
              <a:ea typeface="Source Han Sans JP"/>
              <a:cs typeface="Source Han Sans JP"/>
              <a:sym typeface="Source Han Sans JP"/>
            </a:endParaRPr>
          </a:p>
          <a:p>
            <a:pPr marL="742950" indent="-742950" algn="l">
              <a:lnSpc>
                <a:spcPct val="150000"/>
              </a:lnSpc>
              <a:buClr>
                <a:srgbClr val="64A4A3"/>
              </a:buClr>
              <a:buSzPct val="100000"/>
              <a:buFont typeface="+mj-lt"/>
              <a:buAutoNum type="arabicPeriod"/>
            </a:pPr>
            <a:r>
              <a:rPr lang="ja-JP" altLang="en-US" sz="4000" dirty="0">
                <a:solidFill>
                  <a:srgbClr val="292B2B"/>
                </a:solidFill>
                <a:latin typeface="Source Han Sans JP"/>
                <a:ea typeface="Source Han Sans JP"/>
                <a:cs typeface="Source Han Sans JP"/>
                <a:sym typeface="Source Han Sans JP"/>
              </a:rPr>
              <a:t>熱流束を正規化して学習させる</a:t>
            </a:r>
            <a:endParaRPr lang="en-US" altLang="ja-JP" sz="4000" dirty="0">
              <a:solidFill>
                <a:srgbClr val="292B2B"/>
              </a:solidFill>
              <a:latin typeface="Source Han Sans JP"/>
              <a:ea typeface="Source Han Sans JP"/>
              <a:cs typeface="Source Han Sans JP"/>
              <a:sym typeface="Source Han Sans JP"/>
            </a:endParaRPr>
          </a:p>
          <a:p>
            <a:pPr marL="742950" indent="-742950" algn="l">
              <a:lnSpc>
                <a:spcPct val="150000"/>
              </a:lnSpc>
              <a:buClr>
                <a:srgbClr val="64A4A3"/>
              </a:buClr>
              <a:buSzPct val="100000"/>
              <a:buFont typeface="+mj-lt"/>
              <a:buAutoNum type="arabicPeriod"/>
            </a:pPr>
            <a:r>
              <a:rPr lang="ja-JP" altLang="en-US" sz="4000" dirty="0">
                <a:solidFill>
                  <a:srgbClr val="292B2B"/>
                </a:solidFill>
                <a:latin typeface="Source Han Sans JP"/>
                <a:ea typeface="Source Han Sans JP"/>
                <a:cs typeface="Source Han Sans JP"/>
                <a:sym typeface="Source Han Sans JP"/>
              </a:rPr>
              <a:t>各モデルの結果を単純平均，重み付け平均，最小値の</a:t>
            </a:r>
            <a:r>
              <a:rPr lang="en-US" altLang="ja-JP" sz="4000" dirty="0">
                <a:solidFill>
                  <a:srgbClr val="292B2B"/>
                </a:solidFill>
                <a:latin typeface="Source Han Sans JP"/>
                <a:ea typeface="Source Han Sans JP"/>
                <a:cs typeface="Source Han Sans JP"/>
                <a:sym typeface="Source Han Sans JP"/>
              </a:rPr>
              <a:t>3</a:t>
            </a:r>
            <a:r>
              <a:rPr lang="ja-JP" altLang="en-US" sz="4000" dirty="0">
                <a:solidFill>
                  <a:srgbClr val="292B2B"/>
                </a:solidFill>
                <a:latin typeface="Source Han Sans JP"/>
                <a:ea typeface="Source Han Sans JP"/>
                <a:cs typeface="Source Han Sans JP"/>
                <a:sym typeface="Source Han Sans JP"/>
              </a:rPr>
              <a:t>種類でアンサンブル</a:t>
            </a:r>
            <a:endParaRPr lang="en-US" altLang="ja-JP" sz="4000" dirty="0">
              <a:solidFill>
                <a:srgbClr val="292B2B"/>
              </a:solidFill>
              <a:latin typeface="Source Han Sans JP"/>
              <a:ea typeface="Source Han Sans JP"/>
              <a:cs typeface="Source Han Sans JP"/>
              <a:sym typeface="Source Han Sans JP"/>
            </a:endParaRPr>
          </a:p>
          <a:p>
            <a:pPr marL="742950" indent="-742950" algn="l">
              <a:lnSpc>
                <a:spcPct val="150000"/>
              </a:lnSpc>
              <a:buClr>
                <a:srgbClr val="64A4A3"/>
              </a:buClr>
              <a:buSzPct val="100000"/>
              <a:buFont typeface="+mj-lt"/>
              <a:buAutoNum type="arabicPeriod"/>
            </a:pPr>
            <a:r>
              <a:rPr lang="ja-JP" altLang="en-US" sz="4000" dirty="0">
                <a:solidFill>
                  <a:srgbClr val="292B2B"/>
                </a:solidFill>
                <a:latin typeface="Source Han Sans JP"/>
                <a:ea typeface="Source Han Sans JP"/>
                <a:cs typeface="Source Han Sans JP"/>
                <a:sym typeface="Source Han Sans JP"/>
              </a:rPr>
              <a:t>水流動音への耐性</a:t>
            </a:r>
            <a:endParaRPr lang="en-US" altLang="ja-JP" sz="4000" dirty="0">
              <a:solidFill>
                <a:srgbClr val="292B2B"/>
              </a:solidFill>
              <a:latin typeface="Source Han Sans JP"/>
              <a:ea typeface="Source Han Sans JP"/>
              <a:cs typeface="Source Han Sans JP"/>
              <a:sym typeface="Source Han Sans JP"/>
            </a:endParaRPr>
          </a:p>
          <a:p>
            <a:pPr marL="742950" indent="-742950" algn="l">
              <a:lnSpc>
                <a:spcPct val="150000"/>
              </a:lnSpc>
              <a:buClr>
                <a:srgbClr val="64A4A3"/>
              </a:buClr>
              <a:buSzPct val="100000"/>
              <a:buFont typeface="+mj-lt"/>
              <a:buAutoNum type="arabicPeriod"/>
            </a:pPr>
            <a:endParaRPr lang="en-US" altLang="ja-JP" sz="4000" dirty="0">
              <a:solidFill>
                <a:srgbClr val="292B2B"/>
              </a:solidFill>
              <a:latin typeface="Source Han Sans JP"/>
              <a:ea typeface="Source Han Sans JP"/>
              <a:cs typeface="Source Han Sans JP"/>
              <a:sym typeface="Source Han Sans JP"/>
            </a:endParaRPr>
          </a:p>
        </p:txBody>
      </p:sp>
    </p:spTree>
    <p:extLst>
      <p:ext uri="{BB962C8B-B14F-4D97-AF65-F5344CB8AC3E}">
        <p14:creationId xmlns:p14="http://schemas.microsoft.com/office/powerpoint/2010/main" val="632024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D0A39-39AE-55C3-81BC-DCF5A64B3B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206560B-7D70-3F91-260D-6BDCC50F1EF1}"/>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CE6E986D-EF0F-0E84-AA00-431D4B832CFF}"/>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5EA1C7B2-FAB8-303F-EABD-79CAA39B7CE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CBC48FE9-F5F2-BFC5-9934-527046728CB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65FE117A-09BF-EDF4-935A-BA82A9D29167}"/>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BC2B08F1-2195-597C-A217-8FC19A4041E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06B6F976-499D-3FEC-2C32-1C906443B50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E8166F87-9B93-11FB-7D00-26FACC08403F}"/>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F53EC25E-8AD8-812D-ABDE-F29F92E5D6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9F08D744-75B1-18F3-72AF-39E447CBE33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E85892C3-7556-C760-785A-E4BB52A05ACA}"/>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60F531B6-AB03-4D42-5D92-30E4C73D9153}"/>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146041D3-07E7-B5E3-86F9-9E2CF2C644A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A4B33D52-209F-0982-DCAE-1670E200F4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4C48CB81-2673-D9FD-DA7D-9035B9D717A2}"/>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64D6F5CE-A2DC-AC03-4AD0-F0052CC2E5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E91EC8B6-6511-7D00-3CF9-1905F9F138C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4C5680ED-F6AB-3FE7-2C82-0272D2584A83}"/>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726C7175-AE5B-93BC-8829-E54FF56259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8CE61393-305A-D223-9948-DBB5427AC14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96C55E89-64C0-0F8A-C382-8BE8DC5F2352}"/>
              </a:ext>
            </a:extLst>
          </p:cNvPr>
          <p:cNvGrpSpPr/>
          <p:nvPr/>
        </p:nvGrpSpPr>
        <p:grpSpPr>
          <a:xfrm>
            <a:off x="9114480" y="3444637"/>
            <a:ext cx="8029774" cy="3397725"/>
            <a:chOff x="10121433" y="2372121"/>
            <a:chExt cx="6296421" cy="3397725"/>
          </a:xfrm>
        </p:grpSpPr>
        <p:sp>
          <p:nvSpPr>
            <p:cNvPr id="22" name="TextBox 22">
              <a:extLst>
                <a:ext uri="{FF2B5EF4-FFF2-40B4-BE49-F238E27FC236}">
                  <a16:creationId xmlns:a16="http://schemas.microsoft.com/office/drawing/2014/main" id="{934C5461-AE10-F1E8-FB88-973C38B022FA}"/>
                </a:ext>
              </a:extLst>
            </p:cNvPr>
            <p:cNvSpPr txBox="1"/>
            <p:nvPr/>
          </p:nvSpPr>
          <p:spPr>
            <a:xfrm>
              <a:off x="11250753" y="2372121"/>
              <a:ext cx="5167101" cy="3397725"/>
            </a:xfrm>
            <a:prstGeom prst="rect">
              <a:avLst/>
            </a:prstGeom>
          </p:spPr>
          <p:txBody>
            <a:bodyPr lIns="0" tIns="0" rIns="0" bIns="0" rtlCol="0" anchor="t">
              <a:spAutoFit/>
            </a:bodyPr>
            <a:lstStyle/>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研究背景・目的</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今月行ったこと</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回帰分析と</a:t>
              </a:r>
              <a:r>
                <a:rPr lang="en-US" altLang="ja-JP" sz="2999" dirty="0">
                  <a:solidFill>
                    <a:srgbClr val="292B2B"/>
                  </a:solidFill>
                  <a:latin typeface="Source Han Sans JP" panose="020B0600070205080204" charset="-128"/>
                  <a:ea typeface="Source Han Sans JP" panose="020B0600070205080204" charset="-128"/>
                  <a:cs typeface="Now"/>
                  <a:sym typeface="Now"/>
                </a:rPr>
                <a:t>ROC</a:t>
              </a:r>
              <a:r>
                <a:rPr lang="ja-JP" altLang="en-US" sz="2999" dirty="0">
                  <a:solidFill>
                    <a:srgbClr val="292B2B"/>
                  </a:solidFill>
                  <a:latin typeface="Source Han Sans JP" panose="020B0600070205080204" charset="-128"/>
                  <a:ea typeface="Source Han Sans JP" panose="020B0600070205080204" charset="-128"/>
                  <a:cs typeface="Now"/>
                  <a:sym typeface="Now"/>
                </a:rPr>
                <a:t>曲線によるモデル評価</a:t>
              </a:r>
              <a:endParaRPr lang="en-US"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（ノイズ耐性）</a:t>
              </a:r>
              <a:endParaRPr lang="en-US" altLang="ja-JP" sz="2999" dirty="0">
                <a:solidFill>
                  <a:srgbClr val="292B2B"/>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今後の展望</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E62D76B0-B9C3-34D9-1DA0-ACA1A8CE45C5}"/>
                </a:ext>
              </a:extLst>
            </p:cNvPr>
            <p:cNvSpPr txBox="1"/>
            <p:nvPr/>
          </p:nvSpPr>
          <p:spPr>
            <a:xfrm>
              <a:off x="10121433" y="2372121"/>
              <a:ext cx="1151616" cy="3390928"/>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p:txBody>
        </p:sp>
      </p:grpSp>
      <p:sp>
        <p:nvSpPr>
          <p:cNvPr id="24" name="TextBox 24">
            <a:extLst>
              <a:ext uri="{FF2B5EF4-FFF2-40B4-BE49-F238E27FC236}">
                <a16:creationId xmlns:a16="http://schemas.microsoft.com/office/drawing/2014/main" id="{9FF5E67F-19A2-607D-2977-3FD0BCACD098}"/>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DEFF2BFC-AE59-6373-A4BB-A2FDFF580BE8}"/>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7016A72A-2967-7380-01D2-4217E53210EC}"/>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1AB09B68-0738-80D4-C44F-53F11485FC88}"/>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8</a:t>
            </a:fld>
            <a:endParaRPr lang="en-US" sz="4800" dirty="0"/>
          </a:p>
        </p:txBody>
      </p:sp>
    </p:spTree>
    <p:extLst>
      <p:ext uri="{BB962C8B-B14F-4D97-AF65-F5344CB8AC3E}">
        <p14:creationId xmlns:p14="http://schemas.microsoft.com/office/powerpoint/2010/main" val="1492726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14A1D-E3FE-666B-EC82-753B3DF2C4D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528CAD9-5073-6057-38A3-A126352D3B22}"/>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CE05A7DA-1D4E-B696-6104-41AAE43E18B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9531DF4C-40BD-1567-43F3-2D63826C296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3B352B7D-6739-E77A-25C9-1742ECC80F10}"/>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A14123E6-B4CB-5A35-185F-8E1491939B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E59487F5-888E-EBE9-6400-54C971A676D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BC029027-816D-85EB-BC27-81EEA0260B4A}"/>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958C18E2-C995-4071-3995-29834B63304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016579D5-83C5-E0CE-2C56-439DEFB4951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201F24F4-487C-71BC-E163-925D31D5F5D7}"/>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E5E288B5-60F1-6ADA-3863-AA6C5E999256}"/>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73FF0BE2-8B0A-8025-0C5D-119B284F0EA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DDD1A44E-EE6D-B488-19ED-CF383E046D7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11500CAF-26CD-87BA-ED84-7A3DC04B20F7}"/>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E13C35BC-1DA5-AE1C-57C3-28DB0B5838B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FCB97B0A-59FE-B02B-320F-42CE75B2EFB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BF1C421B-1F3E-B566-DE9C-2B32E04C6E74}"/>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EC825213-663B-334C-46A1-C173297E762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52341E6C-4EAF-544C-BC04-B844FD07877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3BF119E0-E7A4-A0C6-0B73-22182B08AB56}"/>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5" name="TextBox 25">
            <a:extLst>
              <a:ext uri="{FF2B5EF4-FFF2-40B4-BE49-F238E27FC236}">
                <a16:creationId xmlns:a16="http://schemas.microsoft.com/office/drawing/2014/main" id="{92A7CDFD-D688-4110-680F-1BC861DDC03D}"/>
              </a:ext>
            </a:extLst>
          </p:cNvPr>
          <p:cNvSpPr txBox="1"/>
          <p:nvPr/>
        </p:nvSpPr>
        <p:spPr>
          <a:xfrm>
            <a:off x="1028700" y="1285965"/>
            <a:ext cx="2660650" cy="1348061"/>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03</a:t>
            </a:r>
          </a:p>
        </p:txBody>
      </p:sp>
      <p:sp>
        <p:nvSpPr>
          <p:cNvPr id="23" name="スライド番号プレースホルダー 28">
            <a:extLst>
              <a:ext uri="{FF2B5EF4-FFF2-40B4-BE49-F238E27FC236}">
                <a16:creationId xmlns:a16="http://schemas.microsoft.com/office/drawing/2014/main" id="{9FDB6627-992F-33AB-528E-3B899AA85986}"/>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9</a:t>
            </a:fld>
            <a:endParaRPr lang="en-US" sz="4800" dirty="0"/>
          </a:p>
        </p:txBody>
      </p:sp>
      <p:sp>
        <p:nvSpPr>
          <p:cNvPr id="22" name="TextBox 24">
            <a:extLst>
              <a:ext uri="{FF2B5EF4-FFF2-40B4-BE49-F238E27FC236}">
                <a16:creationId xmlns:a16="http://schemas.microsoft.com/office/drawing/2014/main" id="{2386411B-EEC3-885A-5EA6-FFBEF340D076}"/>
              </a:ext>
            </a:extLst>
          </p:cNvPr>
          <p:cNvSpPr txBox="1"/>
          <p:nvPr/>
        </p:nvSpPr>
        <p:spPr>
          <a:xfrm>
            <a:off x="2709918" y="1676416"/>
            <a:ext cx="10472681" cy="727187"/>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6" name="TextBox 26">
            <a:extLst>
              <a:ext uri="{FF2B5EF4-FFF2-40B4-BE49-F238E27FC236}">
                <a16:creationId xmlns:a16="http://schemas.microsoft.com/office/drawing/2014/main" id="{3EE77BFB-5331-6984-AC78-AC401F5DA0C3}"/>
              </a:ext>
            </a:extLst>
          </p:cNvPr>
          <p:cNvSpPr txBox="1"/>
          <p:nvPr/>
        </p:nvSpPr>
        <p:spPr>
          <a:xfrm>
            <a:off x="1028700" y="2798054"/>
            <a:ext cx="3581400" cy="525978"/>
          </a:xfrm>
          <a:prstGeom prst="rect">
            <a:avLst/>
          </a:prstGeom>
        </p:spPr>
        <p:txBody>
          <a:bodyPr wrap="square" lIns="0" tIns="0" rIns="0" bIns="0" rtlCol="0" anchor="t">
            <a:spAutoFit/>
          </a:bodyPr>
          <a:lstStyle/>
          <a:p>
            <a:pPr marL="0" lvl="0" indent="0" algn="l">
              <a:lnSpc>
                <a:spcPts val="4480"/>
              </a:lnSpc>
              <a:spcBef>
                <a:spcPct val="0"/>
              </a:spcBef>
            </a:pPr>
            <a:r>
              <a:rPr 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ROC</a:t>
            </a:r>
            <a:r>
              <a:rPr lang="ja-JP" altLang="en-US" sz="2800" dirty="0">
                <a:solidFill>
                  <a:srgbClr val="292B2B"/>
                </a:solidFill>
                <a:latin typeface="Source Han Sans JP Medium"/>
                <a:ea typeface="Source Han Sans JP Medium"/>
                <a:cs typeface="Source Han Sans JP Medium"/>
                <a:sym typeface="Source Han Sans JP Medium"/>
              </a:rPr>
              <a:t>曲線とは？</a:t>
            </a:r>
            <a:r>
              <a:rPr lang="en-US" sz="2800" dirty="0">
                <a:solidFill>
                  <a:srgbClr val="292B2B"/>
                </a:solidFill>
                <a:latin typeface="Source Han Sans JP Medium"/>
                <a:ea typeface="Source Han Sans JP Medium"/>
                <a:cs typeface="Source Han Sans JP Medium"/>
                <a:sym typeface="Source Han Sans JP Medium"/>
              </a:rPr>
              <a:t>]</a:t>
            </a:r>
          </a:p>
        </p:txBody>
      </p:sp>
      <p:sp>
        <p:nvSpPr>
          <p:cNvPr id="27" name="テキスト ボックス 26">
            <a:extLst>
              <a:ext uri="{FF2B5EF4-FFF2-40B4-BE49-F238E27FC236}">
                <a16:creationId xmlns:a16="http://schemas.microsoft.com/office/drawing/2014/main" id="{7A02A666-FBB7-4778-7336-7219B25049C4}"/>
              </a:ext>
            </a:extLst>
          </p:cNvPr>
          <p:cNvSpPr txBox="1"/>
          <p:nvPr/>
        </p:nvSpPr>
        <p:spPr>
          <a:xfrm>
            <a:off x="848489" y="3505525"/>
            <a:ext cx="9867900" cy="522131"/>
          </a:xfrm>
          <a:prstGeom prst="rect">
            <a:avLst/>
          </a:prstGeom>
          <a:noFill/>
        </p:spPr>
        <p:txBody>
          <a:bodyPr wrap="square">
            <a:spAutoFit/>
          </a:bodyPr>
          <a:lstStyle/>
          <a:p>
            <a:pPr marL="457200" indent="-457200" algn="l">
              <a:lnSpc>
                <a:spcPts val="3520"/>
              </a:lnSpc>
              <a:buClr>
                <a:srgbClr val="64A4A3"/>
              </a:buClr>
              <a:buSzPct val="100000"/>
              <a:buFont typeface="Wingdings" panose="05000000000000000000" pitchFamily="2" charset="2"/>
              <a:buChar char="l"/>
            </a:pPr>
            <a:r>
              <a:rPr lang="ja-JP" altLang="en-US" sz="2800" b="1" u="none" strike="noStrike" dirty="0">
                <a:solidFill>
                  <a:srgbClr val="292B2B"/>
                </a:solidFill>
                <a:latin typeface="Source Han Sans JP"/>
                <a:ea typeface="Source Han Sans JP"/>
                <a:cs typeface="Source Han Sans JP"/>
                <a:sym typeface="Source Han Sans JP"/>
              </a:rPr>
              <a:t>分類問題で</a:t>
            </a:r>
            <a:r>
              <a:rPr lang="ja-JP" altLang="en-US" sz="2800" b="1" u="sng" strike="noStrike" dirty="0">
                <a:solidFill>
                  <a:srgbClr val="292B2B"/>
                </a:solidFill>
                <a:latin typeface="Source Han Sans JP"/>
                <a:ea typeface="Source Han Sans JP"/>
                <a:cs typeface="Source Han Sans JP"/>
                <a:sym typeface="Source Han Sans JP"/>
              </a:rPr>
              <a:t>良いモデル</a:t>
            </a:r>
            <a:r>
              <a:rPr lang="ja-JP" altLang="en-US" sz="2800" b="1" u="none" strike="noStrike" dirty="0">
                <a:solidFill>
                  <a:srgbClr val="292B2B"/>
                </a:solidFill>
                <a:latin typeface="Source Han Sans JP"/>
                <a:ea typeface="Source Han Sans JP"/>
                <a:cs typeface="Source Han Sans JP"/>
                <a:sym typeface="Source Han Sans JP"/>
              </a:rPr>
              <a:t>かどうかを評価するためのグラフ</a:t>
            </a:r>
            <a:endParaRPr lang="en-US" altLang="ja-JP" sz="2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32" name="矢印: 下 31">
            <a:extLst>
              <a:ext uri="{FF2B5EF4-FFF2-40B4-BE49-F238E27FC236}">
                <a16:creationId xmlns:a16="http://schemas.microsoft.com/office/drawing/2014/main" id="{A3F34285-905B-4A60-282B-78A8FA6D7E48}"/>
              </a:ext>
            </a:extLst>
          </p:cNvPr>
          <p:cNvSpPr/>
          <p:nvPr/>
        </p:nvSpPr>
        <p:spPr>
          <a:xfrm>
            <a:off x="5198108" y="4030662"/>
            <a:ext cx="794063" cy="45004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33" name="テキスト ボックス 32">
            <a:extLst>
              <a:ext uri="{FF2B5EF4-FFF2-40B4-BE49-F238E27FC236}">
                <a16:creationId xmlns:a16="http://schemas.microsoft.com/office/drawing/2014/main" id="{328B630F-EF36-23D5-DAC6-4326EE8C8512}"/>
              </a:ext>
            </a:extLst>
          </p:cNvPr>
          <p:cNvSpPr txBox="1"/>
          <p:nvPr/>
        </p:nvSpPr>
        <p:spPr>
          <a:xfrm>
            <a:off x="793747" y="4607862"/>
            <a:ext cx="13944600" cy="541174"/>
          </a:xfrm>
          <a:prstGeom prst="rect">
            <a:avLst/>
          </a:prstGeom>
          <a:noFill/>
        </p:spPr>
        <p:txBody>
          <a:bodyPr wrap="square">
            <a:spAutoFit/>
          </a:bodyPr>
          <a:lstStyle/>
          <a:p>
            <a:pPr algn="l">
              <a:lnSpc>
                <a:spcPts val="3520"/>
              </a:lnSpc>
              <a:buClr>
                <a:srgbClr val="64A4A3"/>
              </a:buClr>
              <a:buSzPct val="100000"/>
            </a:pPr>
            <a:r>
              <a:rPr lang="ja-JP" altLang="en-US" sz="2800" b="1" dirty="0">
                <a:solidFill>
                  <a:srgbClr val="292B2B"/>
                </a:solidFill>
                <a:latin typeface="Source Han Sans JP"/>
                <a:ea typeface="Source Han Sans JP"/>
                <a:cs typeface="Source Han Sans JP"/>
                <a:sym typeface="Source Han Sans JP"/>
              </a:rPr>
              <a:t>「</a:t>
            </a:r>
            <a:r>
              <a:rPr lang="ja-JP" altLang="en-US" sz="2800" b="1" u="sng" dirty="0">
                <a:solidFill>
                  <a:srgbClr val="292B2B"/>
                </a:solidFill>
                <a:latin typeface="Source Han Sans JP"/>
                <a:ea typeface="Source Han Sans JP"/>
                <a:cs typeface="Source Han Sans JP"/>
                <a:sym typeface="Source Han Sans JP"/>
              </a:rPr>
              <a:t>正しく判定できる</a:t>
            </a:r>
            <a:r>
              <a:rPr lang="ja-JP" altLang="en-US" sz="2800" b="1" dirty="0">
                <a:solidFill>
                  <a:srgbClr val="292B2B"/>
                </a:solidFill>
                <a:latin typeface="Source Han Sans JP"/>
                <a:ea typeface="Source Han Sans JP"/>
                <a:cs typeface="Source Han Sans JP"/>
                <a:sym typeface="Source Han Sans JP"/>
              </a:rPr>
              <a:t>」と「</a:t>
            </a:r>
            <a:r>
              <a:rPr lang="ja-JP" altLang="en-US" sz="2800" b="1" u="sng" dirty="0">
                <a:solidFill>
                  <a:srgbClr val="292B2B"/>
                </a:solidFill>
                <a:latin typeface="Source Han Sans JP"/>
                <a:ea typeface="Source Han Sans JP"/>
                <a:cs typeface="Source Han Sans JP"/>
                <a:sym typeface="Source Han Sans JP"/>
              </a:rPr>
              <a:t>誤って判定しない</a:t>
            </a:r>
            <a:r>
              <a:rPr lang="ja-JP" altLang="en-US" sz="2800" b="1" dirty="0">
                <a:solidFill>
                  <a:srgbClr val="292B2B"/>
                </a:solidFill>
                <a:latin typeface="Source Han Sans JP"/>
                <a:ea typeface="Source Han Sans JP"/>
                <a:cs typeface="Source Han Sans JP"/>
                <a:sym typeface="Source Han Sans JP"/>
              </a:rPr>
              <a:t>」をバランスしたモデル</a:t>
            </a:r>
            <a:endParaRPr lang="en-US" altLang="ja-JP" sz="2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35" name="テキスト ボックス 34">
            <a:extLst>
              <a:ext uri="{FF2B5EF4-FFF2-40B4-BE49-F238E27FC236}">
                <a16:creationId xmlns:a16="http://schemas.microsoft.com/office/drawing/2014/main" id="{75774C4E-2349-C65E-3B33-A236225DBABF}"/>
              </a:ext>
            </a:extLst>
          </p:cNvPr>
          <p:cNvSpPr txBox="1"/>
          <p:nvPr/>
        </p:nvSpPr>
        <p:spPr>
          <a:xfrm>
            <a:off x="13385391" y="4607862"/>
            <a:ext cx="4191000" cy="541174"/>
          </a:xfrm>
          <a:prstGeom prst="rect">
            <a:avLst/>
          </a:prstGeom>
          <a:noFill/>
        </p:spPr>
        <p:txBody>
          <a:bodyPr wrap="square">
            <a:spAutoFit/>
          </a:bodyPr>
          <a:lstStyle/>
          <a:p>
            <a:pPr algn="l">
              <a:lnSpc>
                <a:spcPts val="3520"/>
              </a:lnSpc>
              <a:buClr>
                <a:srgbClr val="64A4A3"/>
              </a:buClr>
              <a:buSzPct val="100000"/>
            </a:pPr>
            <a:r>
              <a:rPr lang="ja-JP" altLang="en-US" sz="3200" b="1" dirty="0">
                <a:solidFill>
                  <a:srgbClr val="292B2B"/>
                </a:solidFill>
                <a:latin typeface="Source Han Sans JP"/>
                <a:ea typeface="Source Han Sans JP"/>
                <a:cs typeface="Source Han Sans JP"/>
                <a:sym typeface="Source Han Sans JP"/>
              </a:rPr>
              <a:t>真陽性率と偽陽性率</a:t>
            </a:r>
            <a:endParaRPr lang="en-US" altLang="ja-JP" sz="32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grpSp>
        <p:nvGrpSpPr>
          <p:cNvPr id="38" name="グループ化 37">
            <a:extLst>
              <a:ext uri="{FF2B5EF4-FFF2-40B4-BE49-F238E27FC236}">
                <a16:creationId xmlns:a16="http://schemas.microsoft.com/office/drawing/2014/main" id="{85012B2D-C7B6-02BE-B6B3-0D7177540A06}"/>
              </a:ext>
            </a:extLst>
          </p:cNvPr>
          <p:cNvGrpSpPr/>
          <p:nvPr/>
        </p:nvGrpSpPr>
        <p:grpSpPr>
          <a:xfrm>
            <a:off x="1038989" y="5304791"/>
            <a:ext cx="10909372" cy="2191729"/>
            <a:chOff x="623903" y="7678509"/>
            <a:chExt cx="16863997" cy="1288743"/>
          </a:xfrm>
        </p:grpSpPr>
        <p:sp>
          <p:nvSpPr>
            <p:cNvPr id="34" name="テキスト ボックス 33">
              <a:extLst>
                <a:ext uri="{FF2B5EF4-FFF2-40B4-BE49-F238E27FC236}">
                  <a16:creationId xmlns:a16="http://schemas.microsoft.com/office/drawing/2014/main" id="{FC9E7FF9-BDA8-8CF5-3D0E-B6C63BC1E481}"/>
                </a:ext>
              </a:extLst>
            </p:cNvPr>
            <p:cNvSpPr txBox="1"/>
            <p:nvPr/>
          </p:nvSpPr>
          <p:spPr>
            <a:xfrm>
              <a:off x="800099" y="7785976"/>
              <a:ext cx="16687801" cy="990015"/>
            </a:xfrm>
            <a:prstGeom prst="rect">
              <a:avLst/>
            </a:prstGeom>
            <a:noFill/>
          </p:spPr>
          <p:txBody>
            <a:bodyPr wrap="square">
              <a:spAutoFit/>
            </a:bodyPr>
            <a:lstStyle/>
            <a:p>
              <a:pPr algn="l">
                <a:lnSpc>
                  <a:spcPts val="3520"/>
                </a:lnSpc>
                <a:buClr>
                  <a:srgbClr val="64A4A3"/>
                </a:buClr>
                <a:buSzPct val="100000"/>
              </a:pPr>
              <a:r>
                <a:rPr lang="ja-JP" altLang="en-US" sz="2800" b="1" u="none" strike="noStrike" dirty="0">
                  <a:solidFill>
                    <a:srgbClr val="292B2B"/>
                  </a:solidFill>
                  <a:latin typeface="Source Han Sans JP"/>
                  <a:ea typeface="Source Han Sans JP"/>
                  <a:cs typeface="Source Han Sans JP"/>
                  <a:sym typeface="Source Han Sans JP"/>
                </a:rPr>
                <a:t>真陽性率・・全ての</a:t>
              </a:r>
              <a:r>
                <a:rPr lang="ja-JP" altLang="en-US" sz="2800" b="1" u="none" strike="noStrike" dirty="0">
                  <a:solidFill>
                    <a:srgbClr val="6CA8A7"/>
                  </a:solidFill>
                  <a:latin typeface="Source Han Sans JP"/>
                  <a:ea typeface="Source Han Sans JP"/>
                  <a:cs typeface="Source Han Sans JP"/>
                  <a:sym typeface="Source Han Sans JP"/>
                </a:rPr>
                <a:t>陽性</a:t>
              </a:r>
              <a:r>
                <a:rPr lang="ja-JP" altLang="en-US" sz="2800" b="1" u="none" strike="noStrike" dirty="0">
                  <a:solidFill>
                    <a:srgbClr val="292B2B"/>
                  </a:solidFill>
                  <a:latin typeface="Source Han Sans JP"/>
                  <a:ea typeface="Source Han Sans JP"/>
                  <a:cs typeface="Source Han Sans JP"/>
                  <a:sym typeface="Source Han Sans JP"/>
                </a:rPr>
                <a:t>のうち，実際に</a:t>
              </a:r>
              <a:r>
                <a:rPr lang="ja-JP" altLang="en-US" sz="2800" b="1" u="none" strike="noStrike" dirty="0">
                  <a:solidFill>
                    <a:srgbClr val="6CA8A7"/>
                  </a:solidFill>
                  <a:latin typeface="Source Han Sans JP"/>
                  <a:ea typeface="Source Han Sans JP"/>
                  <a:cs typeface="Source Han Sans JP"/>
                  <a:sym typeface="Source Han Sans JP"/>
                </a:rPr>
                <a:t>陽性</a:t>
              </a:r>
              <a:r>
                <a:rPr lang="ja-JP" altLang="en-US" sz="2800" b="1" u="none" strike="noStrike" dirty="0">
                  <a:solidFill>
                    <a:srgbClr val="292B2B"/>
                  </a:solidFill>
                  <a:latin typeface="Source Han Sans JP"/>
                  <a:ea typeface="Source Han Sans JP"/>
                  <a:cs typeface="Source Han Sans JP"/>
                  <a:sym typeface="Source Han Sans JP"/>
                </a:rPr>
                <a:t>であるものを正しく</a:t>
              </a:r>
              <a:r>
                <a:rPr lang="ja-JP" altLang="en-US" sz="2800" b="1" u="none" strike="noStrike" dirty="0">
                  <a:solidFill>
                    <a:srgbClr val="6CA8A7"/>
                  </a:solidFill>
                  <a:latin typeface="Source Han Sans JP"/>
                  <a:ea typeface="Source Han Sans JP"/>
                  <a:cs typeface="Source Han Sans JP"/>
                  <a:sym typeface="Source Han Sans JP"/>
                </a:rPr>
                <a:t>陽性</a:t>
              </a:r>
              <a:r>
                <a:rPr lang="ja-JP" altLang="en-US" sz="2800" b="1" u="none" strike="noStrike" dirty="0">
                  <a:solidFill>
                    <a:srgbClr val="292B2B"/>
                  </a:solidFill>
                  <a:latin typeface="Source Han Sans JP"/>
                  <a:ea typeface="Source Han Sans JP"/>
                  <a:cs typeface="Source Han Sans JP"/>
                  <a:sym typeface="Source Han Sans JP"/>
                </a:rPr>
                <a:t>と判断できた割合</a:t>
              </a:r>
              <a:endParaRPr lang="en-US" altLang="ja-JP" sz="2800" b="1" u="none" strike="noStrike" dirty="0">
                <a:solidFill>
                  <a:srgbClr val="292B2B"/>
                </a:solidFill>
                <a:latin typeface="Source Han Sans JP"/>
                <a:ea typeface="Source Han Sans JP"/>
                <a:cs typeface="Source Han Sans JP"/>
                <a:sym typeface="Source Han Sans JP"/>
              </a:endParaRPr>
            </a:p>
            <a:p>
              <a:pPr algn="l">
                <a:lnSpc>
                  <a:spcPts val="3520"/>
                </a:lnSpc>
                <a:buClr>
                  <a:srgbClr val="64A4A3"/>
                </a:buClr>
                <a:buSzPct val="100000"/>
              </a:pPr>
              <a:r>
                <a:rPr lang="ja-JP" altLang="en-US" sz="2800" b="1" dirty="0">
                  <a:solidFill>
                    <a:srgbClr val="292B2B"/>
                  </a:solidFill>
                  <a:latin typeface="Source Han Sans JP"/>
                  <a:ea typeface="Source Han Sans JP"/>
                  <a:cs typeface="Source Han Sans JP"/>
                  <a:sym typeface="Source Han Sans JP"/>
                </a:rPr>
                <a:t>偽陽性率・・全ての</a:t>
              </a:r>
              <a:r>
                <a:rPr lang="ja-JP" altLang="en-US" sz="2800" b="1" dirty="0">
                  <a:solidFill>
                    <a:srgbClr val="6CA8A7"/>
                  </a:solidFill>
                  <a:latin typeface="Source Han Sans JP"/>
                  <a:ea typeface="Source Han Sans JP"/>
                  <a:cs typeface="Source Han Sans JP"/>
                  <a:sym typeface="Source Han Sans JP"/>
                </a:rPr>
                <a:t>陰性</a:t>
              </a:r>
              <a:r>
                <a:rPr lang="ja-JP" altLang="en-US" sz="2800" b="1" dirty="0">
                  <a:solidFill>
                    <a:srgbClr val="292B2B"/>
                  </a:solidFill>
                  <a:latin typeface="Source Han Sans JP"/>
                  <a:ea typeface="Source Han Sans JP"/>
                  <a:cs typeface="Source Han Sans JP"/>
                  <a:sym typeface="Source Han Sans JP"/>
                </a:rPr>
                <a:t>のうち，実際に</a:t>
              </a:r>
              <a:r>
                <a:rPr lang="ja-JP" altLang="en-US" sz="2800" b="1" dirty="0">
                  <a:solidFill>
                    <a:srgbClr val="6CA8A7"/>
                  </a:solidFill>
                  <a:latin typeface="Source Han Sans JP"/>
                  <a:ea typeface="Source Han Sans JP"/>
                  <a:cs typeface="Source Han Sans JP"/>
                  <a:sym typeface="Source Han Sans JP"/>
                </a:rPr>
                <a:t>陰性</a:t>
              </a:r>
              <a:r>
                <a:rPr lang="ja-JP" altLang="en-US" sz="2800" b="1" dirty="0">
                  <a:solidFill>
                    <a:srgbClr val="292B2B"/>
                  </a:solidFill>
                  <a:latin typeface="Source Han Sans JP"/>
                  <a:ea typeface="Source Han Sans JP"/>
                  <a:cs typeface="Source Han Sans JP"/>
                  <a:sym typeface="Source Han Sans JP"/>
                </a:rPr>
                <a:t>であるものを誤って</a:t>
              </a:r>
              <a:r>
                <a:rPr lang="ja-JP" altLang="en-US" sz="2800" b="1" dirty="0">
                  <a:solidFill>
                    <a:srgbClr val="6CA8A7"/>
                  </a:solidFill>
                  <a:latin typeface="Source Han Sans JP"/>
                  <a:ea typeface="Source Han Sans JP"/>
                  <a:cs typeface="Source Han Sans JP"/>
                  <a:sym typeface="Source Han Sans JP"/>
                </a:rPr>
                <a:t>陽性</a:t>
              </a:r>
              <a:r>
                <a:rPr lang="ja-JP" altLang="en-US" sz="2800" b="1" dirty="0">
                  <a:solidFill>
                    <a:srgbClr val="292B2B"/>
                  </a:solidFill>
                  <a:latin typeface="Source Han Sans JP"/>
                  <a:ea typeface="Source Han Sans JP"/>
                  <a:cs typeface="Source Han Sans JP"/>
                  <a:sym typeface="Source Han Sans JP"/>
                </a:rPr>
                <a:t>と判断した割合</a:t>
              </a:r>
              <a:endParaRPr lang="en-US" altLang="ja-JP" sz="2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37" name="四角形: 角を丸くする 36">
              <a:extLst>
                <a:ext uri="{FF2B5EF4-FFF2-40B4-BE49-F238E27FC236}">
                  <a16:creationId xmlns:a16="http://schemas.microsoft.com/office/drawing/2014/main" id="{64DAC289-01DE-CB90-CA06-1E8E6E59CDD5}"/>
                </a:ext>
              </a:extLst>
            </p:cNvPr>
            <p:cNvSpPr/>
            <p:nvPr/>
          </p:nvSpPr>
          <p:spPr>
            <a:xfrm>
              <a:off x="623903" y="7678509"/>
              <a:ext cx="16778272" cy="1288743"/>
            </a:xfrm>
            <a:prstGeom prst="roundRect">
              <a:avLst/>
            </a:prstGeom>
            <a:noFill/>
            <a:ln w="7620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grpSp>
      <p:sp>
        <p:nvSpPr>
          <p:cNvPr id="24" name="矢印: 下 23">
            <a:extLst>
              <a:ext uri="{FF2B5EF4-FFF2-40B4-BE49-F238E27FC236}">
                <a16:creationId xmlns:a16="http://schemas.microsoft.com/office/drawing/2014/main" id="{16E126AC-C01F-54FD-9B86-2A4FF1737F14}"/>
              </a:ext>
            </a:extLst>
          </p:cNvPr>
          <p:cNvSpPr/>
          <p:nvPr/>
        </p:nvSpPr>
        <p:spPr>
          <a:xfrm rot="16200000">
            <a:off x="12325993" y="4591983"/>
            <a:ext cx="794063" cy="55872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8" name="テキスト ボックス 27">
            <a:extLst>
              <a:ext uri="{FF2B5EF4-FFF2-40B4-BE49-F238E27FC236}">
                <a16:creationId xmlns:a16="http://schemas.microsoft.com/office/drawing/2014/main" id="{5FD26B50-1104-4ED1-AA5C-3F5650C4B949}"/>
              </a:ext>
            </a:extLst>
          </p:cNvPr>
          <p:cNvSpPr txBox="1"/>
          <p:nvPr/>
        </p:nvSpPr>
        <p:spPr>
          <a:xfrm>
            <a:off x="885825" y="7842546"/>
            <a:ext cx="11849100" cy="970971"/>
          </a:xfrm>
          <a:prstGeom prst="rect">
            <a:avLst/>
          </a:prstGeom>
          <a:noFill/>
        </p:spPr>
        <p:txBody>
          <a:bodyPr wrap="square">
            <a:spAutoFit/>
          </a:bodyPr>
          <a:lstStyle/>
          <a:p>
            <a:pPr marL="457200" indent="-457200" algn="l">
              <a:lnSpc>
                <a:spcPts val="3520"/>
              </a:lnSpc>
              <a:buClr>
                <a:srgbClr val="64A4A3"/>
              </a:buClr>
              <a:buSzPct val="100000"/>
              <a:buFont typeface="Wingdings" panose="05000000000000000000" pitchFamily="2" charset="2"/>
              <a:buChar char="l"/>
            </a:pPr>
            <a:r>
              <a:rPr lang="ja-JP" altLang="en-US" sz="2800" b="1" dirty="0">
                <a:solidFill>
                  <a:srgbClr val="292B2B"/>
                </a:solidFill>
                <a:latin typeface="Source Han Sans JP"/>
                <a:ea typeface="Source Han Sans JP"/>
                <a:cs typeface="Source Han Sans JP"/>
                <a:sym typeface="Source Han Sans JP"/>
              </a:rPr>
              <a:t>陽性と陰性に分類する際の閾値を変更した際の真陽性率と偽陽性率の値をプロットしていく</a:t>
            </a:r>
            <a:endParaRPr lang="en-US" altLang="ja-JP" sz="2800" b="1"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pic>
        <p:nvPicPr>
          <p:cNvPr id="30" name="図 29" descr="グラフ, 折れ線グラフ&#10;&#10;自動的に生成された説明">
            <a:extLst>
              <a:ext uri="{FF2B5EF4-FFF2-40B4-BE49-F238E27FC236}">
                <a16:creationId xmlns:a16="http://schemas.microsoft.com/office/drawing/2014/main" id="{589D97CC-0479-68D2-B1E8-586C8D95F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86738" y="1271051"/>
            <a:ext cx="3981518" cy="3203263"/>
          </a:xfrm>
          <a:prstGeom prst="rect">
            <a:avLst/>
          </a:prstGeom>
        </p:spPr>
      </p:pic>
      <p:pic>
        <p:nvPicPr>
          <p:cNvPr id="40" name="図 39" descr="グラフ&#10;&#10;自動的に生成された説明">
            <a:extLst>
              <a:ext uri="{FF2B5EF4-FFF2-40B4-BE49-F238E27FC236}">
                <a16:creationId xmlns:a16="http://schemas.microsoft.com/office/drawing/2014/main" id="{D5B9959C-C119-7F76-A46C-0992E82405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43661" y="5760317"/>
            <a:ext cx="5874574" cy="3203262"/>
          </a:xfrm>
          <a:prstGeom prst="rect">
            <a:avLst/>
          </a:prstGeom>
        </p:spPr>
      </p:pic>
      <p:sp>
        <p:nvSpPr>
          <p:cNvPr id="41" name="テキスト ボックス 40">
            <a:extLst>
              <a:ext uri="{FF2B5EF4-FFF2-40B4-BE49-F238E27FC236}">
                <a16:creationId xmlns:a16="http://schemas.microsoft.com/office/drawing/2014/main" id="{66D27F77-D698-2B92-842D-A7A0EFA0B9D5}"/>
              </a:ext>
            </a:extLst>
          </p:cNvPr>
          <p:cNvSpPr txBox="1"/>
          <p:nvPr/>
        </p:nvSpPr>
        <p:spPr>
          <a:xfrm>
            <a:off x="885825" y="9526851"/>
            <a:ext cx="15967484" cy="369332"/>
          </a:xfrm>
          <a:prstGeom prst="rect">
            <a:avLst/>
          </a:prstGeom>
          <a:noFill/>
        </p:spPr>
        <p:txBody>
          <a:bodyPr wrap="square">
            <a:spAutoFit/>
          </a:bodyPr>
          <a:lstStyle/>
          <a:p>
            <a:pPr>
              <a:buClr>
                <a:srgbClr val="64A4A3"/>
              </a:buClr>
              <a:buSzPct val="100000"/>
            </a:pPr>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キカガク</a:t>
            </a:r>
            <a:r>
              <a:rPr lang="en-US" altLang="ja-JP" dirty="0">
                <a:solidFill>
                  <a:srgbClr val="292B2B"/>
                </a:solidFill>
                <a:latin typeface="Source Han Sans JP"/>
                <a:ea typeface="Source Han Sans JP"/>
                <a:cs typeface="Source Han Sans JP"/>
                <a:sym typeface="Source Han Sans JP"/>
              </a:rPr>
              <a:t>, “【</a:t>
            </a:r>
            <a:r>
              <a:rPr lang="ja-JP" altLang="en-US" dirty="0">
                <a:solidFill>
                  <a:srgbClr val="292B2B"/>
                </a:solidFill>
                <a:latin typeface="Source Han Sans JP"/>
                <a:ea typeface="Source Han Sans JP"/>
                <a:cs typeface="Source Han Sans JP"/>
                <a:sym typeface="Source Han Sans JP"/>
              </a:rPr>
              <a:t>評価指標</a:t>
            </a:r>
            <a:r>
              <a:rPr lang="en-US" altLang="ja-JP" dirty="0">
                <a:solidFill>
                  <a:srgbClr val="292B2B"/>
                </a:solidFill>
                <a:latin typeface="Source Han Sans JP"/>
                <a:ea typeface="Source Han Sans JP"/>
                <a:cs typeface="Source Han Sans JP"/>
                <a:sym typeface="Source Han Sans JP"/>
              </a:rPr>
              <a:t>】ROC</a:t>
            </a:r>
            <a:r>
              <a:rPr lang="ja-JP" altLang="en-US" dirty="0">
                <a:solidFill>
                  <a:srgbClr val="292B2B"/>
                </a:solidFill>
                <a:latin typeface="Source Han Sans JP"/>
                <a:ea typeface="Source Han Sans JP"/>
                <a:cs typeface="Source Han Sans JP"/>
                <a:sym typeface="Source Han Sans JP"/>
              </a:rPr>
              <a:t>曲線と</a:t>
            </a:r>
            <a:r>
              <a:rPr lang="en-US" altLang="ja-JP" dirty="0">
                <a:solidFill>
                  <a:srgbClr val="292B2B"/>
                </a:solidFill>
                <a:latin typeface="Source Han Sans JP"/>
                <a:ea typeface="Source Han Sans JP"/>
                <a:cs typeface="Source Han Sans JP"/>
                <a:sym typeface="Source Han Sans JP"/>
              </a:rPr>
              <a:t>AUC</a:t>
            </a:r>
            <a:r>
              <a:rPr lang="ja-JP" altLang="en-US" dirty="0">
                <a:solidFill>
                  <a:srgbClr val="292B2B"/>
                </a:solidFill>
                <a:latin typeface="Source Han Sans JP"/>
                <a:ea typeface="Source Han Sans JP"/>
                <a:cs typeface="Source Han Sans JP"/>
                <a:sym typeface="Source Han Sans JP"/>
              </a:rPr>
              <a:t>について分かりやすく解説してみた</a:t>
            </a:r>
            <a:r>
              <a:rPr lang="en-US" altLang="ja-JP" dirty="0">
                <a:solidFill>
                  <a:srgbClr val="292B2B"/>
                </a:solidFill>
                <a:latin typeface="Source Han Sans JP"/>
                <a:ea typeface="Source Han Sans JP"/>
                <a:cs typeface="Source Han Sans JP"/>
                <a:sym typeface="Source Han Sans JP"/>
              </a:rPr>
              <a:t>”,  2024</a:t>
            </a:r>
            <a:r>
              <a:rPr lang="ja-JP" altLang="en-US" dirty="0">
                <a:solidFill>
                  <a:srgbClr val="292B2B"/>
                </a:solidFill>
                <a:latin typeface="Source Han Sans JP"/>
                <a:ea typeface="Source Han Sans JP"/>
                <a:cs typeface="Source Han Sans JP"/>
                <a:sym typeface="Source Han Sans JP"/>
              </a:rPr>
              <a:t>年</a:t>
            </a:r>
            <a:r>
              <a:rPr lang="en-US" altLang="ja-JP" dirty="0">
                <a:solidFill>
                  <a:srgbClr val="292B2B"/>
                </a:solidFill>
                <a:latin typeface="Source Han Sans JP"/>
                <a:ea typeface="Source Han Sans JP"/>
                <a:cs typeface="Source Han Sans JP"/>
                <a:sym typeface="Source Han Sans JP"/>
              </a:rPr>
              <a:t>4</a:t>
            </a:r>
            <a:r>
              <a:rPr lang="ja-JP" altLang="en-US" dirty="0">
                <a:solidFill>
                  <a:srgbClr val="292B2B"/>
                </a:solidFill>
                <a:latin typeface="Source Han Sans JP"/>
                <a:ea typeface="Source Han Sans JP"/>
                <a:cs typeface="Source Han Sans JP"/>
                <a:sym typeface="Source Han Sans JP"/>
              </a:rPr>
              <a:t>月</a:t>
            </a:r>
            <a:r>
              <a:rPr lang="en-US" altLang="ja-JP" dirty="0">
                <a:solidFill>
                  <a:srgbClr val="292B2B"/>
                </a:solidFill>
                <a:latin typeface="Source Han Sans JP"/>
                <a:ea typeface="Source Han Sans JP"/>
                <a:cs typeface="Source Han Sans JP"/>
                <a:sym typeface="Source Han Sans JP"/>
              </a:rPr>
              <a:t>15</a:t>
            </a:r>
            <a:r>
              <a:rPr lang="ja-JP" altLang="en-US" dirty="0">
                <a:solidFill>
                  <a:srgbClr val="292B2B"/>
                </a:solidFill>
                <a:latin typeface="Source Han Sans JP"/>
                <a:ea typeface="Source Han Sans JP"/>
                <a:cs typeface="Source Han Sans JP"/>
                <a:sym typeface="Source Han Sans JP"/>
              </a:rPr>
              <a:t>日</a:t>
            </a:r>
            <a:r>
              <a:rPr lang="en-US" altLang="ja-JP" dirty="0">
                <a:solidFill>
                  <a:srgbClr val="292B2B"/>
                </a:solidFill>
                <a:latin typeface="Source Han Sans JP"/>
                <a:ea typeface="Source Han Sans JP"/>
                <a:cs typeface="Source Han Sans JP"/>
                <a:sym typeface="Source Han Sans JP"/>
              </a:rPr>
              <a:t>,  </a:t>
            </a:r>
            <a:r>
              <a:rPr lang="en-US" altLang="ja-JP" dirty="0">
                <a:solidFill>
                  <a:srgbClr val="292B2B"/>
                </a:solidFill>
                <a:latin typeface="Source Han Sans JP"/>
                <a:ea typeface="Source Han Sans JP"/>
                <a:cs typeface="Source Han Sans JP"/>
                <a:sym typeface="Source Han Sans JP"/>
                <a:hlinkClick r:id="rId4"/>
              </a:rPr>
              <a:t>https://www.kikagaku.co.jp/kikagaku-blog/roc-auc/</a:t>
            </a:r>
            <a:endParaRPr lang="en-US" altLang="ja-JP" dirty="0">
              <a:solidFill>
                <a:srgbClr val="292B2B"/>
              </a:solidFill>
              <a:latin typeface="Source Han Sans JP"/>
              <a:ea typeface="Source Han Sans JP"/>
              <a:cs typeface="Source Han Sans JP"/>
              <a:sym typeface="Source Han Sans JP"/>
            </a:endParaRPr>
          </a:p>
        </p:txBody>
      </p:sp>
      <p:sp>
        <p:nvSpPr>
          <p:cNvPr id="43" name="テキスト ボックス 42">
            <a:extLst>
              <a:ext uri="{FF2B5EF4-FFF2-40B4-BE49-F238E27FC236}">
                <a16:creationId xmlns:a16="http://schemas.microsoft.com/office/drawing/2014/main" id="{FCA12108-106E-21A0-7160-A8A7BC367D5E}"/>
              </a:ext>
            </a:extLst>
          </p:cNvPr>
          <p:cNvSpPr txBox="1"/>
          <p:nvPr/>
        </p:nvSpPr>
        <p:spPr>
          <a:xfrm>
            <a:off x="16853309" y="8572208"/>
            <a:ext cx="609600" cy="369332"/>
          </a:xfrm>
          <a:prstGeom prst="rect">
            <a:avLst/>
          </a:prstGeom>
          <a:noFill/>
        </p:spPr>
        <p:txBody>
          <a:bodyPr wrap="square">
            <a:spAutoFit/>
          </a:bodyPr>
          <a:lstStyle/>
          <a:p>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a:t>
            </a:r>
            <a:endParaRPr lang="ja-JP" altLang="en-US" dirty="0"/>
          </a:p>
        </p:txBody>
      </p:sp>
      <p:sp>
        <p:nvSpPr>
          <p:cNvPr id="44" name="テキスト ボックス 43">
            <a:extLst>
              <a:ext uri="{FF2B5EF4-FFF2-40B4-BE49-F238E27FC236}">
                <a16:creationId xmlns:a16="http://schemas.microsoft.com/office/drawing/2014/main" id="{471B250B-C996-F106-6875-85B0C03C48BC}"/>
              </a:ext>
            </a:extLst>
          </p:cNvPr>
          <p:cNvSpPr txBox="1"/>
          <p:nvPr/>
        </p:nvSpPr>
        <p:spPr>
          <a:xfrm>
            <a:off x="17329439" y="3714678"/>
            <a:ext cx="609600" cy="369332"/>
          </a:xfrm>
          <a:prstGeom prst="rect">
            <a:avLst/>
          </a:prstGeom>
          <a:noFill/>
        </p:spPr>
        <p:txBody>
          <a:bodyPr wrap="square">
            <a:spAutoFit/>
          </a:bodyPr>
          <a:lstStyle/>
          <a:p>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a:t>
            </a:r>
            <a:endParaRPr lang="ja-JP" altLang="en-US" dirty="0"/>
          </a:p>
        </p:txBody>
      </p:sp>
    </p:spTree>
    <p:extLst>
      <p:ext uri="{BB962C8B-B14F-4D97-AF65-F5344CB8AC3E}">
        <p14:creationId xmlns:p14="http://schemas.microsoft.com/office/powerpoint/2010/main" val="2412679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D0170-B236-2C5D-6D8A-7D706076058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79C478-4B34-0E05-CE81-4832AC2A468D}"/>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CC21B787-5417-102A-5282-A112E3AEFF6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6E30458B-9493-1F35-8D66-59C6757A4E2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ED816328-B22B-E665-46DC-2275A73ED43A}"/>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00617275-4FF4-92BE-EE79-33772F060D2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64F73BFA-F2DA-6E69-5BA8-D127AD22CBE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8AF2FEC4-8152-830E-0EB4-5A840969916D}"/>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56E2B8D5-A4A8-2A30-C75D-1BAA6D730B0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C2F65450-F733-0D7E-F82B-CE6A93B3112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B366DCDF-5A45-C9D4-33CC-8586A257B71B}"/>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CEA2B122-40FE-972F-E2F8-6E97063ADC18}"/>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CFF26AEA-9BD5-ADB0-48BC-24ACB5361E2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8F685132-FC13-8E06-E496-B0BB49B8BCB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7C14505C-32EA-2658-8F47-22E90212F9A7}"/>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AA4817C8-D14B-3D9B-C73F-94B366A64B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CAB659E6-54A6-7D81-2893-11A83CB32A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073180AE-8D54-07A3-232A-D9182E6F9185}"/>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D84C46A0-5BC8-DE81-7F1F-659A505CAB8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7D56B73B-FB73-A51C-9860-3AB4266E3B5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940B91C4-1133-4FA2-4EBA-7989D60C0E6B}"/>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a:extLst>
              <a:ext uri="{FF2B5EF4-FFF2-40B4-BE49-F238E27FC236}">
                <a16:creationId xmlns:a16="http://schemas.microsoft.com/office/drawing/2014/main" id="{C6EC8D59-3F99-7455-C3F2-013B73168F55}"/>
              </a:ext>
            </a:extLst>
          </p:cNvPr>
          <p:cNvSpPr txBox="1"/>
          <p:nvPr/>
        </p:nvSpPr>
        <p:spPr>
          <a:xfrm>
            <a:off x="2709918" y="1676416"/>
            <a:ext cx="10472681" cy="727187"/>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a:extLst>
              <a:ext uri="{FF2B5EF4-FFF2-40B4-BE49-F238E27FC236}">
                <a16:creationId xmlns:a16="http://schemas.microsoft.com/office/drawing/2014/main" id="{F238FB1F-B55C-48CF-0462-A3350D0C76F9}"/>
              </a:ext>
            </a:extLst>
          </p:cNvPr>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03</a:t>
            </a:r>
          </a:p>
        </p:txBody>
      </p:sp>
      <p:sp>
        <p:nvSpPr>
          <p:cNvPr id="23" name="スライド番号プレースホルダー 28">
            <a:extLst>
              <a:ext uri="{FF2B5EF4-FFF2-40B4-BE49-F238E27FC236}">
                <a16:creationId xmlns:a16="http://schemas.microsoft.com/office/drawing/2014/main" id="{6935596F-251D-1168-6241-137AA4F50723}"/>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10</a:t>
            </a:fld>
            <a:endParaRPr lang="en-US" sz="4800" dirty="0"/>
          </a:p>
        </p:txBody>
      </p:sp>
      <p:grpSp>
        <p:nvGrpSpPr>
          <p:cNvPr id="32" name="グループ化 31">
            <a:extLst>
              <a:ext uri="{FF2B5EF4-FFF2-40B4-BE49-F238E27FC236}">
                <a16:creationId xmlns:a16="http://schemas.microsoft.com/office/drawing/2014/main" id="{E2DBB5B3-B54F-6CFF-FB19-6668474D0E57}"/>
              </a:ext>
            </a:extLst>
          </p:cNvPr>
          <p:cNvGrpSpPr/>
          <p:nvPr/>
        </p:nvGrpSpPr>
        <p:grpSpPr>
          <a:xfrm>
            <a:off x="1162916" y="3478291"/>
            <a:ext cx="11514846" cy="697324"/>
            <a:chOff x="1913366" y="4321055"/>
            <a:chExt cx="14461268" cy="781033"/>
          </a:xfrm>
        </p:grpSpPr>
        <p:sp>
          <p:nvSpPr>
            <p:cNvPr id="31" name="フローチャート: 代替処理 30">
              <a:extLst>
                <a:ext uri="{FF2B5EF4-FFF2-40B4-BE49-F238E27FC236}">
                  <a16:creationId xmlns:a16="http://schemas.microsoft.com/office/drawing/2014/main" id="{2F6D020A-908F-C092-9857-5156171C0A00}"/>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2" name="TextBox 25">
              <a:extLst>
                <a:ext uri="{FF2B5EF4-FFF2-40B4-BE49-F238E27FC236}">
                  <a16:creationId xmlns:a16="http://schemas.microsoft.com/office/drawing/2014/main" id="{AE671010-407A-51CA-A262-2EC9C413B90C}"/>
                </a:ext>
              </a:extLst>
            </p:cNvPr>
            <p:cNvSpPr txBox="1"/>
            <p:nvPr/>
          </p:nvSpPr>
          <p:spPr>
            <a:xfrm>
              <a:off x="2199560" y="4509230"/>
              <a:ext cx="14139736" cy="429798"/>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u="none" strike="noStrike" dirty="0">
                  <a:solidFill>
                    <a:schemeClr val="bg1"/>
                  </a:solidFill>
                  <a:latin typeface="Source Han Sans JP"/>
                  <a:ea typeface="Source Han Sans JP"/>
                  <a:cs typeface="Source Han Sans JP"/>
                  <a:sym typeface="Source Han Sans JP"/>
                </a:rPr>
                <a:t>実験で得た沸騰，非沸騰の録音データを保存し，データセットを作成</a:t>
              </a:r>
              <a:endParaRPr lang="en-US" altLang="ja-JP" sz="2800" u="none" strike="noStrike" dirty="0">
                <a:solidFill>
                  <a:schemeClr val="bg1"/>
                </a:solidFill>
                <a:latin typeface="Source Han Sans JP"/>
                <a:ea typeface="Source Han Sans JP"/>
                <a:cs typeface="Source Han Sans JP"/>
                <a:sym typeface="Source Han Sans JP"/>
              </a:endParaRPr>
            </a:p>
          </p:txBody>
        </p:sp>
      </p:grpSp>
      <p:grpSp>
        <p:nvGrpSpPr>
          <p:cNvPr id="33" name="グループ化 32">
            <a:extLst>
              <a:ext uri="{FF2B5EF4-FFF2-40B4-BE49-F238E27FC236}">
                <a16:creationId xmlns:a16="http://schemas.microsoft.com/office/drawing/2014/main" id="{2D2A20AF-44EA-6FFA-84F5-294071290EAA}"/>
              </a:ext>
            </a:extLst>
          </p:cNvPr>
          <p:cNvGrpSpPr/>
          <p:nvPr/>
        </p:nvGrpSpPr>
        <p:grpSpPr>
          <a:xfrm>
            <a:off x="1162916" y="4940685"/>
            <a:ext cx="12167404" cy="983415"/>
            <a:chOff x="1913366" y="4321055"/>
            <a:chExt cx="14461268" cy="1101468"/>
          </a:xfrm>
        </p:grpSpPr>
        <p:sp>
          <p:nvSpPr>
            <p:cNvPr id="34" name="フローチャート: 代替処理 33">
              <a:extLst>
                <a:ext uri="{FF2B5EF4-FFF2-40B4-BE49-F238E27FC236}">
                  <a16:creationId xmlns:a16="http://schemas.microsoft.com/office/drawing/2014/main" id="{07C6AE42-E8B8-F661-7FF8-9AFCBFE846C0}"/>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35" name="TextBox 25">
              <a:extLst>
                <a:ext uri="{FF2B5EF4-FFF2-40B4-BE49-F238E27FC236}">
                  <a16:creationId xmlns:a16="http://schemas.microsoft.com/office/drawing/2014/main" id="{75369C52-E5E2-B747-EC25-CD9074542C44}"/>
                </a:ext>
              </a:extLst>
            </p:cNvPr>
            <p:cNvSpPr txBox="1"/>
            <p:nvPr/>
          </p:nvSpPr>
          <p:spPr>
            <a:xfrm>
              <a:off x="2234898" y="4438410"/>
              <a:ext cx="14139736" cy="984113"/>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dirty="0">
                  <a:solidFill>
                    <a:schemeClr val="bg1"/>
                  </a:solidFill>
                  <a:latin typeface="Source Han Sans JP"/>
                  <a:ea typeface="Source Han Sans JP"/>
                  <a:cs typeface="Source Han Sans JP"/>
                  <a:sym typeface="Source Han Sans JP"/>
                </a:rPr>
                <a:t>作成したデータセットを入力データとして回帰分析をし，熱流束を求める</a:t>
              </a:r>
              <a:endParaRPr lang="en-US" altLang="ja-JP" sz="2800" u="none" strike="noStrike" dirty="0">
                <a:solidFill>
                  <a:schemeClr val="bg1"/>
                </a:solidFill>
                <a:latin typeface="Source Han Sans JP"/>
                <a:ea typeface="Source Han Sans JP"/>
                <a:cs typeface="Source Han Sans JP"/>
                <a:sym typeface="Source Han Sans JP"/>
              </a:endParaRPr>
            </a:p>
          </p:txBody>
        </p:sp>
      </p:grpSp>
      <p:grpSp>
        <p:nvGrpSpPr>
          <p:cNvPr id="36" name="グループ化 35">
            <a:extLst>
              <a:ext uri="{FF2B5EF4-FFF2-40B4-BE49-F238E27FC236}">
                <a16:creationId xmlns:a16="http://schemas.microsoft.com/office/drawing/2014/main" id="{3BB4627B-C80C-B0D8-520D-A7B95B5D312A}"/>
              </a:ext>
            </a:extLst>
          </p:cNvPr>
          <p:cNvGrpSpPr/>
          <p:nvPr/>
        </p:nvGrpSpPr>
        <p:grpSpPr>
          <a:xfrm>
            <a:off x="1162917" y="6416591"/>
            <a:ext cx="7981083" cy="697325"/>
            <a:chOff x="1913366" y="4321055"/>
            <a:chExt cx="14461268" cy="781033"/>
          </a:xfrm>
        </p:grpSpPr>
        <p:sp>
          <p:nvSpPr>
            <p:cNvPr id="37" name="フローチャート: 代替処理 36">
              <a:extLst>
                <a:ext uri="{FF2B5EF4-FFF2-40B4-BE49-F238E27FC236}">
                  <a16:creationId xmlns:a16="http://schemas.microsoft.com/office/drawing/2014/main" id="{BDB6E7F1-8E11-859F-8660-5436632845D4}"/>
                </a:ext>
              </a:extLst>
            </p:cNvPr>
            <p:cNvSpPr/>
            <p:nvPr/>
          </p:nvSpPr>
          <p:spPr>
            <a:xfrm>
              <a:off x="1913366" y="4321055"/>
              <a:ext cx="14461268" cy="781033"/>
            </a:xfrm>
            <a:prstGeom prst="flowChartAlternateProcess">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38" name="TextBox 25">
              <a:extLst>
                <a:ext uri="{FF2B5EF4-FFF2-40B4-BE49-F238E27FC236}">
                  <a16:creationId xmlns:a16="http://schemas.microsoft.com/office/drawing/2014/main" id="{39B0DF75-EDFB-82A8-A23A-9DD8AEBC032D}"/>
                </a:ext>
              </a:extLst>
            </p:cNvPr>
            <p:cNvSpPr txBox="1"/>
            <p:nvPr/>
          </p:nvSpPr>
          <p:spPr>
            <a:xfrm>
              <a:off x="2222346" y="4497081"/>
              <a:ext cx="14139737" cy="429798"/>
            </a:xfrm>
            <a:prstGeom prst="rect">
              <a:avLst/>
            </a:prstGeom>
          </p:spPr>
          <p:txBody>
            <a:bodyPr wrap="square" lIns="0" tIns="0" rIns="0" bIns="0" rtlCol="0" anchor="t">
              <a:spAutoFit/>
            </a:bodyPr>
            <a:lstStyle/>
            <a:p>
              <a:pPr algn="l">
                <a:lnSpc>
                  <a:spcPts val="3520"/>
                </a:lnSpc>
                <a:buClr>
                  <a:srgbClr val="64A4A3"/>
                </a:buClr>
                <a:buSzPct val="100000"/>
              </a:pPr>
              <a:r>
                <a:rPr lang="en-US" altLang="ja-JP" sz="2800" u="none" strike="noStrike" dirty="0">
                  <a:solidFill>
                    <a:schemeClr val="bg1"/>
                  </a:solidFill>
                  <a:latin typeface="Source Han Sans JP"/>
                  <a:ea typeface="Source Han Sans JP"/>
                  <a:cs typeface="Source Han Sans JP"/>
                  <a:sym typeface="Source Han Sans JP"/>
                </a:rPr>
                <a:t>ROC</a:t>
              </a:r>
              <a:r>
                <a:rPr lang="ja-JP" altLang="en-US" sz="2800" u="none" strike="noStrike" dirty="0">
                  <a:solidFill>
                    <a:schemeClr val="bg1"/>
                  </a:solidFill>
                  <a:latin typeface="Source Han Sans JP"/>
                  <a:ea typeface="Source Han Sans JP"/>
                  <a:cs typeface="Source Han Sans JP"/>
                  <a:sym typeface="Source Han Sans JP"/>
                </a:rPr>
                <a:t>曲線を描画し，</a:t>
              </a:r>
              <a:r>
                <a:rPr lang="en-US" altLang="ja-JP" sz="2800" u="none" strike="noStrike" dirty="0">
                  <a:solidFill>
                    <a:schemeClr val="bg1"/>
                  </a:solidFill>
                  <a:latin typeface="Source Han Sans JP"/>
                  <a:ea typeface="Source Han Sans JP"/>
                  <a:cs typeface="Source Han Sans JP"/>
                  <a:sym typeface="Source Han Sans JP"/>
                </a:rPr>
                <a:t>R</a:t>
              </a:r>
              <a:r>
                <a:rPr lang="en-US" altLang="ja-JP" sz="2800" u="none" strike="noStrike" baseline="30000" dirty="0">
                  <a:solidFill>
                    <a:schemeClr val="bg1"/>
                  </a:solidFill>
                  <a:latin typeface="Source Han Sans JP"/>
                  <a:ea typeface="Source Han Sans JP"/>
                  <a:cs typeface="Source Han Sans JP"/>
                  <a:sym typeface="Source Han Sans JP"/>
                </a:rPr>
                <a:t>2</a:t>
              </a:r>
              <a:r>
                <a:rPr lang="en-US" altLang="ja-JP" sz="2800" u="none" strike="noStrike" dirty="0">
                  <a:solidFill>
                    <a:schemeClr val="bg1"/>
                  </a:solidFill>
                  <a:latin typeface="Source Han Sans JP"/>
                  <a:ea typeface="Source Han Sans JP"/>
                  <a:cs typeface="Source Han Sans JP"/>
                  <a:sym typeface="Source Han Sans JP"/>
                </a:rPr>
                <a:t> score</a:t>
              </a:r>
              <a:r>
                <a:rPr lang="ja-JP" altLang="en-US" sz="2800" u="none" strike="noStrike" dirty="0">
                  <a:solidFill>
                    <a:schemeClr val="bg1"/>
                  </a:solidFill>
                  <a:latin typeface="Source Han Sans JP"/>
                  <a:ea typeface="Source Han Sans JP"/>
                  <a:cs typeface="Source Han Sans JP"/>
                  <a:sym typeface="Source Han Sans JP"/>
                </a:rPr>
                <a:t>と</a:t>
              </a:r>
              <a:r>
                <a:rPr lang="en-US" altLang="ja-JP" sz="2800" u="none" strike="noStrike" dirty="0">
                  <a:solidFill>
                    <a:schemeClr val="bg1"/>
                  </a:solidFill>
                  <a:latin typeface="Source Han Sans JP"/>
                  <a:ea typeface="Source Han Sans JP"/>
                  <a:cs typeface="Source Han Sans JP"/>
                  <a:sym typeface="Source Han Sans JP"/>
                </a:rPr>
                <a:t>AUC</a:t>
              </a:r>
              <a:r>
                <a:rPr lang="ja-JP" altLang="en-US" sz="2800" u="none" strike="noStrike" dirty="0">
                  <a:solidFill>
                    <a:schemeClr val="bg1"/>
                  </a:solidFill>
                  <a:latin typeface="Source Han Sans JP"/>
                  <a:ea typeface="Source Han Sans JP"/>
                  <a:cs typeface="Source Han Sans JP"/>
                  <a:sym typeface="Source Han Sans JP"/>
                </a:rPr>
                <a:t>でモデル評価</a:t>
              </a:r>
              <a:endParaRPr lang="en-US" altLang="ja-JP" sz="2800" u="none" strike="noStrike" dirty="0">
                <a:solidFill>
                  <a:schemeClr val="bg1"/>
                </a:solidFill>
                <a:latin typeface="Source Han Sans JP"/>
                <a:ea typeface="Source Han Sans JP"/>
                <a:cs typeface="Source Han Sans JP"/>
                <a:sym typeface="Source Han Sans JP"/>
              </a:endParaRPr>
            </a:p>
          </p:txBody>
        </p:sp>
      </p:grpSp>
      <p:sp>
        <p:nvSpPr>
          <p:cNvPr id="39" name="フローチャート: 組合せ 38">
            <a:extLst>
              <a:ext uri="{FF2B5EF4-FFF2-40B4-BE49-F238E27FC236}">
                <a16:creationId xmlns:a16="http://schemas.microsoft.com/office/drawing/2014/main" id="{FF1E4749-3A95-E617-4FC0-E66C31FD408E}"/>
              </a:ext>
            </a:extLst>
          </p:cNvPr>
          <p:cNvSpPr/>
          <p:nvPr/>
        </p:nvSpPr>
        <p:spPr>
          <a:xfrm>
            <a:off x="4962958" y="4332775"/>
            <a:ext cx="914400" cy="456628"/>
          </a:xfrm>
          <a:prstGeom prst="flowChartMerge">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0" name="フローチャート: 組合せ 39">
            <a:extLst>
              <a:ext uri="{FF2B5EF4-FFF2-40B4-BE49-F238E27FC236}">
                <a16:creationId xmlns:a16="http://schemas.microsoft.com/office/drawing/2014/main" id="{7ECEE408-DE36-85B9-5F0C-6AE368F085CC}"/>
              </a:ext>
            </a:extLst>
          </p:cNvPr>
          <p:cNvSpPr/>
          <p:nvPr/>
        </p:nvSpPr>
        <p:spPr>
          <a:xfrm>
            <a:off x="4971380" y="5789291"/>
            <a:ext cx="914400" cy="456628"/>
          </a:xfrm>
          <a:prstGeom prst="flowChartMerge">
            <a:avLst/>
          </a:prstGeom>
          <a:solidFill>
            <a:srgbClr val="6CA8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grpSp>
        <p:nvGrpSpPr>
          <p:cNvPr id="26" name="グループ化 25">
            <a:extLst>
              <a:ext uri="{FF2B5EF4-FFF2-40B4-BE49-F238E27FC236}">
                <a16:creationId xmlns:a16="http://schemas.microsoft.com/office/drawing/2014/main" id="{8C3AED4B-7C4B-C172-359E-2D0AD2C5B92F}"/>
              </a:ext>
            </a:extLst>
          </p:cNvPr>
          <p:cNvGrpSpPr/>
          <p:nvPr/>
        </p:nvGrpSpPr>
        <p:grpSpPr>
          <a:xfrm>
            <a:off x="12778327" y="2929577"/>
            <a:ext cx="5396617" cy="2755952"/>
            <a:chOff x="12338403" y="4343622"/>
            <a:chExt cx="5711329" cy="2755952"/>
          </a:xfrm>
        </p:grpSpPr>
        <p:sp>
          <p:nvSpPr>
            <p:cNvPr id="28" name="楕円 27">
              <a:extLst>
                <a:ext uri="{FF2B5EF4-FFF2-40B4-BE49-F238E27FC236}">
                  <a16:creationId xmlns:a16="http://schemas.microsoft.com/office/drawing/2014/main" id="{4DD386DE-3CFD-C429-495B-FAEBAF45EDF4}"/>
                </a:ext>
              </a:extLst>
            </p:cNvPr>
            <p:cNvSpPr/>
            <p:nvPr/>
          </p:nvSpPr>
          <p:spPr>
            <a:xfrm>
              <a:off x="12677762" y="4343622"/>
              <a:ext cx="5371970" cy="2755952"/>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9" name="二等辺三角形 28">
              <a:extLst>
                <a:ext uri="{FF2B5EF4-FFF2-40B4-BE49-F238E27FC236}">
                  <a16:creationId xmlns:a16="http://schemas.microsoft.com/office/drawing/2014/main" id="{38DAD56B-1301-0310-CA96-F705C178A3F3}"/>
                </a:ext>
              </a:extLst>
            </p:cNvPr>
            <p:cNvSpPr/>
            <p:nvPr/>
          </p:nvSpPr>
          <p:spPr>
            <a:xfrm rot="16968777">
              <a:off x="12684572" y="4636490"/>
              <a:ext cx="887954" cy="1580292"/>
            </a:xfrm>
            <a:prstGeom prst="triangle">
              <a:avLst>
                <a:gd name="adj" fmla="val 56946"/>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30" name="テキスト ボックス 29">
              <a:extLst>
                <a:ext uri="{FF2B5EF4-FFF2-40B4-BE49-F238E27FC236}">
                  <a16:creationId xmlns:a16="http://schemas.microsoft.com/office/drawing/2014/main" id="{CDEEB79F-1E91-7A92-F814-F115D16680FF}"/>
                </a:ext>
              </a:extLst>
            </p:cNvPr>
            <p:cNvSpPr txBox="1"/>
            <p:nvPr/>
          </p:nvSpPr>
          <p:spPr>
            <a:xfrm>
              <a:off x="13128548" y="4888162"/>
              <a:ext cx="4624460" cy="1560877"/>
            </a:xfrm>
            <a:prstGeom prst="rect">
              <a:avLst/>
            </a:prstGeom>
            <a:noFill/>
          </p:spPr>
          <p:txBody>
            <a:bodyPr wrap="square">
              <a:spAutoFit/>
            </a:bodyPr>
            <a:lstStyle/>
            <a:p>
              <a:pPr marL="0" lvl="0" indent="0" algn="ctr">
                <a:lnSpc>
                  <a:spcPts val="3919"/>
                </a:lnSpc>
                <a:spcBef>
                  <a:spcPct val="0"/>
                </a:spcBef>
              </a:pPr>
              <a:r>
                <a:rPr lang="ja-JP" altLang="en-US" sz="2800" dirty="0">
                  <a:solidFill>
                    <a:schemeClr val="bg1"/>
                  </a:solidFill>
                  <a:latin typeface="Source Han Sans JP Medium"/>
                  <a:ea typeface="Source Han Sans JP Medium"/>
                  <a:cs typeface="Source Han Sans JP Medium"/>
                  <a:sym typeface="Source Han Sans JP Medium"/>
                </a:rPr>
                <a:t>この時，各電圧値から熱流束を計算し，これを変数として回帰分析を行う．</a:t>
              </a:r>
              <a:endParaRPr lang="en-US" altLang="ja-JP" sz="2800" dirty="0">
                <a:solidFill>
                  <a:schemeClr val="bg1"/>
                </a:solidFill>
                <a:latin typeface="Source Han Sans JP Medium"/>
                <a:ea typeface="Source Han Sans JP Medium"/>
                <a:cs typeface="Source Han Sans JP Medium"/>
                <a:sym typeface="Source Han Sans JP Medium"/>
              </a:endParaRPr>
            </a:p>
          </p:txBody>
        </p:sp>
      </p:grpSp>
      <p:sp>
        <p:nvSpPr>
          <p:cNvPr id="41" name="テキスト ボックス 40">
            <a:extLst>
              <a:ext uri="{FF2B5EF4-FFF2-40B4-BE49-F238E27FC236}">
                <a16:creationId xmlns:a16="http://schemas.microsoft.com/office/drawing/2014/main" id="{39CF3E46-5330-624A-B426-FE7846B4593D}"/>
              </a:ext>
            </a:extLst>
          </p:cNvPr>
          <p:cNvSpPr txBox="1"/>
          <p:nvPr/>
        </p:nvSpPr>
        <p:spPr>
          <a:xfrm>
            <a:off x="17678400" y="8820263"/>
            <a:ext cx="609600" cy="369332"/>
          </a:xfrm>
          <a:prstGeom prst="rect">
            <a:avLst/>
          </a:prstGeom>
          <a:noFill/>
        </p:spPr>
        <p:txBody>
          <a:bodyPr wrap="square">
            <a:spAutoFit/>
          </a:bodyPr>
          <a:lstStyle/>
          <a:p>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a:t>
            </a:r>
            <a:endParaRPr lang="ja-JP" altLang="en-US" dirty="0"/>
          </a:p>
        </p:txBody>
      </p:sp>
      <p:sp>
        <p:nvSpPr>
          <p:cNvPr id="42" name="テキスト ボックス 41">
            <a:extLst>
              <a:ext uri="{FF2B5EF4-FFF2-40B4-BE49-F238E27FC236}">
                <a16:creationId xmlns:a16="http://schemas.microsoft.com/office/drawing/2014/main" id="{981B2DEC-D946-A52A-E072-934E327B9F6D}"/>
              </a:ext>
            </a:extLst>
          </p:cNvPr>
          <p:cNvSpPr txBox="1"/>
          <p:nvPr/>
        </p:nvSpPr>
        <p:spPr>
          <a:xfrm>
            <a:off x="1139478" y="7300333"/>
            <a:ext cx="10757247" cy="1868653"/>
          </a:xfrm>
          <a:prstGeom prst="rect">
            <a:avLst/>
          </a:prstGeom>
          <a:noFill/>
        </p:spPr>
        <p:txBody>
          <a:bodyPr wrap="square">
            <a:spAutoFit/>
          </a:bodyPr>
          <a:lstStyle/>
          <a:p>
            <a:pPr algn="l">
              <a:lnSpc>
                <a:spcPts val="3520"/>
              </a:lnSpc>
              <a:buClr>
                <a:srgbClr val="64A4A3"/>
              </a:buClr>
              <a:buSzPct val="100000"/>
            </a:pPr>
            <a:r>
              <a:rPr lang="en-US" altLang="ja-JP" sz="2800" dirty="0">
                <a:latin typeface="Source Han Sans JP Medium" panose="020B0600070205080204" charset="-128"/>
                <a:ea typeface="Source Han Sans JP Medium" panose="020B0600070205080204" charset="-128"/>
                <a:cs typeface="Source Han Sans JP"/>
                <a:sym typeface="Source Han Sans JP"/>
              </a:rPr>
              <a:t>※</a:t>
            </a:r>
            <a:r>
              <a:rPr lang="ja-JP" altLang="en-US" sz="2800" dirty="0">
                <a:latin typeface="Source Han Sans JP Medium" panose="020B0600070205080204" charset="-128"/>
                <a:ea typeface="Source Han Sans JP Medium" panose="020B0600070205080204" charset="-128"/>
                <a:cs typeface="Source Han Sans JP"/>
                <a:sym typeface="Source Han Sans JP"/>
              </a:rPr>
              <a:t>非沸騰領域での熱流束と白金抵抗のグラフの直線性をもとに，直線性が失われた時点の電圧を求めた．その電圧値から核沸騰が始まったとして，沸騰開始点の熱流束の値を計算し，閾値として用いた</a:t>
            </a:r>
            <a:r>
              <a:rPr lang="en-US" altLang="ja-JP" sz="2800" dirty="0">
                <a:latin typeface="Source Han Sans JP Medium" panose="020B0600070205080204" charset="-128"/>
                <a:ea typeface="Source Han Sans JP Medium" panose="020B0600070205080204" charset="-128"/>
                <a:cs typeface="Source Han Sans JP"/>
                <a:sym typeface="Source Han Sans JP"/>
              </a:rPr>
              <a:t>[4]</a:t>
            </a:r>
            <a:r>
              <a:rPr lang="ja-JP" altLang="en-US" sz="2800" dirty="0">
                <a:latin typeface="Source Han Sans JP Medium" panose="020B0600070205080204" charset="-128"/>
                <a:ea typeface="Source Han Sans JP Medium" panose="020B0600070205080204" charset="-128"/>
                <a:cs typeface="Source Han Sans JP"/>
                <a:sym typeface="Source Han Sans JP"/>
              </a:rPr>
              <a:t>．</a:t>
            </a:r>
            <a:endParaRPr lang="en-US" altLang="ja-JP" sz="2800" u="none" strike="noStrike" dirty="0">
              <a:latin typeface="Source Han Sans JP Medium" panose="020B0600070205080204" charset="-128"/>
              <a:ea typeface="Source Han Sans JP Medium" panose="020B0600070205080204" charset="-128"/>
              <a:cs typeface="Source Han Sans JP"/>
              <a:sym typeface="Source Han Sans JP"/>
            </a:endParaRPr>
          </a:p>
        </p:txBody>
      </p:sp>
      <p:pic>
        <p:nvPicPr>
          <p:cNvPr id="44" name="図 43" descr="グラフ&#10;&#10;自動的に生成された説明">
            <a:extLst>
              <a:ext uri="{FF2B5EF4-FFF2-40B4-BE49-F238E27FC236}">
                <a16:creationId xmlns:a16="http://schemas.microsoft.com/office/drawing/2014/main" id="{14508F32-75AC-D8F0-448C-8C654EF8E3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27105" y="5800064"/>
            <a:ext cx="5720916" cy="3354432"/>
          </a:xfrm>
          <a:prstGeom prst="rect">
            <a:avLst/>
          </a:prstGeom>
        </p:spPr>
      </p:pic>
      <p:sp>
        <p:nvSpPr>
          <p:cNvPr id="45" name="テキスト ボックス 44">
            <a:extLst>
              <a:ext uri="{FF2B5EF4-FFF2-40B4-BE49-F238E27FC236}">
                <a16:creationId xmlns:a16="http://schemas.microsoft.com/office/drawing/2014/main" id="{2A489ED5-6303-4F6E-75F2-D969712D1148}"/>
              </a:ext>
            </a:extLst>
          </p:cNvPr>
          <p:cNvSpPr txBox="1"/>
          <p:nvPr/>
        </p:nvSpPr>
        <p:spPr>
          <a:xfrm>
            <a:off x="885825" y="9526851"/>
            <a:ext cx="15967484" cy="369332"/>
          </a:xfrm>
          <a:prstGeom prst="rect">
            <a:avLst/>
          </a:prstGeom>
          <a:noFill/>
        </p:spPr>
        <p:txBody>
          <a:bodyPr wrap="square">
            <a:spAutoFit/>
          </a:bodyPr>
          <a:lstStyle/>
          <a:p>
            <a:pPr>
              <a:buClr>
                <a:srgbClr val="64A4A3"/>
              </a:buClr>
              <a:buSzPct val="100000"/>
            </a:pPr>
            <a:r>
              <a:rPr lang="en-US" altLang="ja-JP" dirty="0">
                <a:solidFill>
                  <a:srgbClr val="292B2B"/>
                </a:solidFill>
                <a:latin typeface="Source Han Sans JP"/>
                <a:ea typeface="Source Han Sans JP"/>
                <a:cs typeface="Source Han Sans JP"/>
                <a:sym typeface="Source Han Sans JP"/>
              </a:rPr>
              <a:t>[4]</a:t>
            </a:r>
            <a:r>
              <a:rPr lang="ja-JP" altLang="en-US" dirty="0">
                <a:solidFill>
                  <a:srgbClr val="292B2B"/>
                </a:solidFill>
                <a:latin typeface="Source Han Sans JP"/>
                <a:ea typeface="Source Han Sans JP"/>
                <a:cs typeface="Source Han Sans JP"/>
                <a:sym typeface="Source Han Sans JP"/>
              </a:rPr>
              <a:t>手塚晃輔</a:t>
            </a:r>
            <a:r>
              <a:rPr lang="en-US" altLang="ja-JP" dirty="0">
                <a:solidFill>
                  <a:srgbClr val="292B2B"/>
                </a:solidFill>
                <a:latin typeface="Source Han Sans JP"/>
                <a:ea typeface="Source Han Sans JP"/>
                <a:cs typeface="Source Han Sans JP"/>
                <a:sym typeface="Source Han Sans JP"/>
              </a:rPr>
              <a:t>, “</a:t>
            </a:r>
            <a:r>
              <a:rPr lang="ja-JP" altLang="en-US" dirty="0">
                <a:solidFill>
                  <a:srgbClr val="292B2B"/>
                </a:solidFill>
                <a:latin typeface="Source Han Sans JP"/>
                <a:ea typeface="Source Han Sans JP"/>
                <a:cs typeface="Source Han Sans JP"/>
                <a:sym typeface="Source Han Sans JP"/>
              </a:rPr>
              <a:t>沸騰音響と個体振動の相関に関する実験的研究</a:t>
            </a:r>
            <a:r>
              <a:rPr lang="en-US" altLang="ja-JP" dirty="0">
                <a:solidFill>
                  <a:srgbClr val="292B2B"/>
                </a:solidFill>
                <a:latin typeface="Source Han Sans JP"/>
                <a:ea typeface="Source Han Sans JP"/>
                <a:cs typeface="Source Han Sans JP"/>
                <a:sym typeface="Source Han Sans JP"/>
              </a:rPr>
              <a:t>”, 2023</a:t>
            </a:r>
            <a:r>
              <a:rPr lang="ja-JP" altLang="en-US" dirty="0">
                <a:solidFill>
                  <a:srgbClr val="292B2B"/>
                </a:solidFill>
                <a:latin typeface="Source Han Sans JP"/>
                <a:ea typeface="Source Han Sans JP"/>
                <a:cs typeface="Source Han Sans JP"/>
                <a:sym typeface="Source Han Sans JP"/>
              </a:rPr>
              <a:t>年 </a:t>
            </a:r>
            <a:endParaRPr lang="en-US" altLang="ja-JP" dirty="0">
              <a:solidFill>
                <a:srgbClr val="292B2B"/>
              </a:solidFill>
              <a:latin typeface="Source Han Sans JP"/>
              <a:ea typeface="Source Han Sans JP"/>
              <a:cs typeface="Source Han Sans JP"/>
              <a:sym typeface="Source Han Sans JP"/>
            </a:endParaRPr>
          </a:p>
        </p:txBody>
      </p:sp>
    </p:spTree>
    <p:extLst>
      <p:ext uri="{BB962C8B-B14F-4D97-AF65-F5344CB8AC3E}">
        <p14:creationId xmlns:p14="http://schemas.microsoft.com/office/powerpoint/2010/main" val="375572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04E62-C2FD-7878-495A-76382AC0AF6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87F90D-5330-4039-BF7F-B4CC15AAE4A5}"/>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26D7847B-41E9-14DE-F486-89ED81FD6B8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F903696E-536D-AC74-E534-8000872A662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14881E98-F6D8-C1EE-08CF-4891549FB934}"/>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F43BF057-E32B-04F2-AB71-55F34E70F6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17925104-EF28-B546-CC0A-587DEBC6F65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AC4009CD-1269-CDCC-C974-C83D4E05F3DB}"/>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F3C2283C-20E1-EA5B-3154-EF7DB03F40A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691F1F9B-7699-B8B8-51DC-6B5BDD34B18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9B4CC03A-7C58-3DBB-6A39-EFC35E8A9CF6}"/>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F5A177D3-BE50-5676-260D-03461C53E311}"/>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06BF238B-220C-9AF2-0AF2-7B2A73B0F59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91FC807C-1ED6-3CC1-8C1B-97E32EBAC1C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19881457-DC5C-C57E-73EA-0D476DEEC276}"/>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1A4315CC-EDC0-6552-7AD5-32CA0E635AB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3AD2FEA1-7F09-B096-E37C-6D54AB81C43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0FC9F7C7-8B10-0CFD-D951-19E2F4CC37EE}"/>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919C693C-72F8-13E3-5793-C20080A03EE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6C84ECF2-38CA-F19A-D57E-074EAEC2CCC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7AF56B05-6EEE-5A38-5B19-4BA45B4A950B}"/>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a:extLst>
              <a:ext uri="{FF2B5EF4-FFF2-40B4-BE49-F238E27FC236}">
                <a16:creationId xmlns:a16="http://schemas.microsoft.com/office/drawing/2014/main" id="{250F84C5-39B6-0A29-3186-CB94A49E76F9}"/>
              </a:ext>
            </a:extLst>
          </p:cNvPr>
          <p:cNvSpPr txBox="1"/>
          <p:nvPr/>
        </p:nvSpPr>
        <p:spPr>
          <a:xfrm>
            <a:off x="2709918" y="1676416"/>
            <a:ext cx="16230600" cy="740459"/>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ホワイトノイズ</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a:extLst>
              <a:ext uri="{FF2B5EF4-FFF2-40B4-BE49-F238E27FC236}">
                <a16:creationId xmlns:a16="http://schemas.microsoft.com/office/drawing/2014/main" id="{75494690-A120-7D03-FE8C-95B21529CE83}"/>
              </a:ext>
            </a:extLst>
          </p:cNvPr>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03</a:t>
            </a:r>
          </a:p>
        </p:txBody>
      </p:sp>
      <p:sp>
        <p:nvSpPr>
          <p:cNvPr id="23" name="スライド番号プレースホルダー 28">
            <a:extLst>
              <a:ext uri="{FF2B5EF4-FFF2-40B4-BE49-F238E27FC236}">
                <a16:creationId xmlns:a16="http://schemas.microsoft.com/office/drawing/2014/main" id="{87E5832F-01E2-7042-5C4D-AD85F3C9D6E4}"/>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11</a:t>
            </a:fld>
            <a:endParaRPr lang="en-US" sz="4800" dirty="0"/>
          </a:p>
        </p:txBody>
      </p:sp>
      <p:sp>
        <p:nvSpPr>
          <p:cNvPr id="59" name="テキスト ボックス 58">
            <a:extLst>
              <a:ext uri="{FF2B5EF4-FFF2-40B4-BE49-F238E27FC236}">
                <a16:creationId xmlns:a16="http://schemas.microsoft.com/office/drawing/2014/main" id="{275A4C21-34BF-A542-08E0-62314181AE56}"/>
              </a:ext>
            </a:extLst>
          </p:cNvPr>
          <p:cNvSpPr txBox="1"/>
          <p:nvPr/>
        </p:nvSpPr>
        <p:spPr>
          <a:xfrm>
            <a:off x="1043597" y="5728178"/>
            <a:ext cx="1893073" cy="369332"/>
          </a:xfrm>
          <a:prstGeom prst="rect">
            <a:avLst/>
          </a:prstGeom>
          <a:noFill/>
        </p:spPr>
        <p:txBody>
          <a:bodyPr wrap="square" rtlCol="0">
            <a:spAutoFit/>
          </a:bodyPr>
          <a:lstStyle/>
          <a:p>
            <a:r>
              <a:rPr kumimoji="1" lang="en-US" altLang="ja-JP" dirty="0"/>
              <a:t>SNR = </a:t>
            </a:r>
            <a:r>
              <a:rPr kumimoji="1" lang="en-US" altLang="ja-JP" dirty="0" err="1"/>
              <a:t>no_noise</a:t>
            </a:r>
            <a:endParaRPr kumimoji="1" lang="ja-JP" altLang="en-US" dirty="0"/>
          </a:p>
        </p:txBody>
      </p:sp>
      <p:sp>
        <p:nvSpPr>
          <p:cNvPr id="60" name="テキスト ボックス 59">
            <a:extLst>
              <a:ext uri="{FF2B5EF4-FFF2-40B4-BE49-F238E27FC236}">
                <a16:creationId xmlns:a16="http://schemas.microsoft.com/office/drawing/2014/main" id="{E2BBFF35-3495-90FE-D6D0-CBF080BFED5D}"/>
              </a:ext>
            </a:extLst>
          </p:cNvPr>
          <p:cNvSpPr txBox="1"/>
          <p:nvPr/>
        </p:nvSpPr>
        <p:spPr>
          <a:xfrm>
            <a:off x="4921095" y="5759466"/>
            <a:ext cx="1893073" cy="369332"/>
          </a:xfrm>
          <a:prstGeom prst="rect">
            <a:avLst/>
          </a:prstGeom>
          <a:noFill/>
        </p:spPr>
        <p:txBody>
          <a:bodyPr wrap="square" rtlCol="0">
            <a:spAutoFit/>
          </a:bodyPr>
          <a:lstStyle/>
          <a:p>
            <a:r>
              <a:rPr kumimoji="1" lang="en-US" altLang="ja-JP" dirty="0"/>
              <a:t>SNR = 0</a:t>
            </a:r>
            <a:endParaRPr kumimoji="1" lang="ja-JP" altLang="en-US" dirty="0"/>
          </a:p>
        </p:txBody>
      </p:sp>
      <p:sp>
        <p:nvSpPr>
          <p:cNvPr id="61" name="テキスト ボックス 60">
            <a:extLst>
              <a:ext uri="{FF2B5EF4-FFF2-40B4-BE49-F238E27FC236}">
                <a16:creationId xmlns:a16="http://schemas.microsoft.com/office/drawing/2014/main" id="{6C036674-9FEE-2F30-8BEA-E38F1125B856}"/>
              </a:ext>
            </a:extLst>
          </p:cNvPr>
          <p:cNvSpPr txBox="1"/>
          <p:nvPr/>
        </p:nvSpPr>
        <p:spPr>
          <a:xfrm>
            <a:off x="8432101" y="5776342"/>
            <a:ext cx="1893073" cy="369332"/>
          </a:xfrm>
          <a:prstGeom prst="rect">
            <a:avLst/>
          </a:prstGeom>
          <a:noFill/>
        </p:spPr>
        <p:txBody>
          <a:bodyPr wrap="square" rtlCol="0">
            <a:spAutoFit/>
          </a:bodyPr>
          <a:lstStyle/>
          <a:p>
            <a:r>
              <a:rPr kumimoji="1" lang="en-US" altLang="ja-JP" dirty="0"/>
              <a:t>SNR = -4</a:t>
            </a:r>
            <a:endParaRPr kumimoji="1" lang="ja-JP" altLang="en-US" dirty="0"/>
          </a:p>
        </p:txBody>
      </p:sp>
      <p:sp>
        <p:nvSpPr>
          <p:cNvPr id="62" name="テキスト ボックス 61">
            <a:extLst>
              <a:ext uri="{FF2B5EF4-FFF2-40B4-BE49-F238E27FC236}">
                <a16:creationId xmlns:a16="http://schemas.microsoft.com/office/drawing/2014/main" id="{B8D1E2DE-E05F-B12B-4D06-BB6AD2BC1DE5}"/>
              </a:ext>
            </a:extLst>
          </p:cNvPr>
          <p:cNvSpPr txBox="1"/>
          <p:nvPr/>
        </p:nvSpPr>
        <p:spPr>
          <a:xfrm>
            <a:off x="11897068" y="5776342"/>
            <a:ext cx="1893073" cy="369332"/>
          </a:xfrm>
          <a:prstGeom prst="rect">
            <a:avLst/>
          </a:prstGeom>
          <a:noFill/>
        </p:spPr>
        <p:txBody>
          <a:bodyPr wrap="square" rtlCol="0">
            <a:spAutoFit/>
          </a:bodyPr>
          <a:lstStyle/>
          <a:p>
            <a:r>
              <a:rPr kumimoji="1" lang="en-US" altLang="ja-JP" dirty="0"/>
              <a:t>SNR = -8</a:t>
            </a:r>
            <a:endParaRPr kumimoji="1" lang="ja-JP" altLang="en-US" dirty="0"/>
          </a:p>
        </p:txBody>
      </p:sp>
      <p:sp>
        <p:nvSpPr>
          <p:cNvPr id="63" name="テキスト ボックス 62">
            <a:extLst>
              <a:ext uri="{FF2B5EF4-FFF2-40B4-BE49-F238E27FC236}">
                <a16:creationId xmlns:a16="http://schemas.microsoft.com/office/drawing/2014/main" id="{1785CE99-CC56-972E-D4B1-3B92F9DB6A99}"/>
              </a:ext>
            </a:extLst>
          </p:cNvPr>
          <p:cNvSpPr txBox="1"/>
          <p:nvPr/>
        </p:nvSpPr>
        <p:spPr>
          <a:xfrm>
            <a:off x="3973896" y="8960262"/>
            <a:ext cx="1893073" cy="369332"/>
          </a:xfrm>
          <a:prstGeom prst="rect">
            <a:avLst/>
          </a:prstGeom>
          <a:noFill/>
        </p:spPr>
        <p:txBody>
          <a:bodyPr wrap="square" rtlCol="0">
            <a:spAutoFit/>
          </a:bodyPr>
          <a:lstStyle/>
          <a:p>
            <a:r>
              <a:rPr kumimoji="1" lang="en-US" altLang="ja-JP" dirty="0"/>
              <a:t>SNR = -12</a:t>
            </a:r>
            <a:endParaRPr kumimoji="1" lang="ja-JP" altLang="en-US" dirty="0"/>
          </a:p>
        </p:txBody>
      </p:sp>
      <p:sp>
        <p:nvSpPr>
          <p:cNvPr id="64" name="テキスト ボックス 63">
            <a:extLst>
              <a:ext uri="{FF2B5EF4-FFF2-40B4-BE49-F238E27FC236}">
                <a16:creationId xmlns:a16="http://schemas.microsoft.com/office/drawing/2014/main" id="{D7C5F869-C439-DE0E-49E4-CBF1ACA0F4BA}"/>
              </a:ext>
            </a:extLst>
          </p:cNvPr>
          <p:cNvSpPr txBox="1"/>
          <p:nvPr/>
        </p:nvSpPr>
        <p:spPr>
          <a:xfrm>
            <a:off x="7439843" y="8922782"/>
            <a:ext cx="1893073" cy="369332"/>
          </a:xfrm>
          <a:prstGeom prst="rect">
            <a:avLst/>
          </a:prstGeom>
          <a:noFill/>
        </p:spPr>
        <p:txBody>
          <a:bodyPr wrap="square" rtlCol="0">
            <a:spAutoFit/>
          </a:bodyPr>
          <a:lstStyle/>
          <a:p>
            <a:r>
              <a:rPr kumimoji="1" lang="en-US" altLang="ja-JP" dirty="0"/>
              <a:t>SNR = -16</a:t>
            </a:r>
            <a:endParaRPr kumimoji="1" lang="ja-JP" altLang="en-US" dirty="0"/>
          </a:p>
        </p:txBody>
      </p:sp>
      <p:sp>
        <p:nvSpPr>
          <p:cNvPr id="65" name="テキスト ボックス 64">
            <a:extLst>
              <a:ext uri="{FF2B5EF4-FFF2-40B4-BE49-F238E27FC236}">
                <a16:creationId xmlns:a16="http://schemas.microsoft.com/office/drawing/2014/main" id="{07C5F47D-84A0-ECDF-73A5-BF5782CC7D56}"/>
              </a:ext>
            </a:extLst>
          </p:cNvPr>
          <p:cNvSpPr txBox="1"/>
          <p:nvPr/>
        </p:nvSpPr>
        <p:spPr>
          <a:xfrm>
            <a:off x="11052220" y="8922782"/>
            <a:ext cx="1893073" cy="369332"/>
          </a:xfrm>
          <a:prstGeom prst="rect">
            <a:avLst/>
          </a:prstGeom>
          <a:noFill/>
        </p:spPr>
        <p:txBody>
          <a:bodyPr wrap="square" rtlCol="0">
            <a:spAutoFit/>
          </a:bodyPr>
          <a:lstStyle/>
          <a:p>
            <a:r>
              <a:rPr kumimoji="1" lang="en-US" altLang="ja-JP" dirty="0"/>
              <a:t>SNR = -20</a:t>
            </a:r>
            <a:endParaRPr kumimoji="1" lang="ja-JP" altLang="en-US" dirty="0"/>
          </a:p>
        </p:txBody>
      </p:sp>
      <p:sp>
        <p:nvSpPr>
          <p:cNvPr id="66" name="テキスト ボックス 65">
            <a:extLst>
              <a:ext uri="{FF2B5EF4-FFF2-40B4-BE49-F238E27FC236}">
                <a16:creationId xmlns:a16="http://schemas.microsoft.com/office/drawing/2014/main" id="{AF97B129-F5A2-C7D4-6987-16B092F91C28}"/>
              </a:ext>
            </a:extLst>
          </p:cNvPr>
          <p:cNvSpPr txBox="1"/>
          <p:nvPr/>
        </p:nvSpPr>
        <p:spPr>
          <a:xfrm>
            <a:off x="13665945" y="6374100"/>
            <a:ext cx="4622055" cy="544573"/>
          </a:xfrm>
          <a:prstGeom prst="rect">
            <a:avLst/>
          </a:prstGeom>
          <a:noFill/>
        </p:spPr>
        <p:txBody>
          <a:bodyPr wrap="square">
            <a:spAutoFit/>
          </a:bodyPr>
          <a:lstStyle/>
          <a:p>
            <a:pPr algn="l">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信号</a:t>
            </a:r>
            <a:r>
              <a:rPr lang="en-US" altLang="ja-JP" sz="3200" dirty="0">
                <a:solidFill>
                  <a:srgbClr val="292B2B"/>
                </a:solidFill>
                <a:latin typeface="Source Han Sans JP"/>
                <a:ea typeface="Source Han Sans JP"/>
                <a:cs typeface="Source Han Sans JP"/>
                <a:sym typeface="Source Han Sans JP"/>
              </a:rPr>
              <a:t>+ </a:t>
            </a:r>
            <a:r>
              <a:rPr lang="ja-JP" altLang="en-US" sz="3200" dirty="0">
                <a:solidFill>
                  <a:srgbClr val="292B2B"/>
                </a:solidFill>
                <a:latin typeface="Source Han Sans JP"/>
                <a:ea typeface="Source Han Sans JP"/>
                <a:cs typeface="Source Han Sans JP"/>
                <a:sym typeface="Source Han Sans JP"/>
              </a:rPr>
              <a:t>ホワイトノイズ</a:t>
            </a:r>
            <a:endParaRPr lang="en-US" altLang="ja-JP" sz="3200"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67" name="矢印: 下 66">
            <a:extLst>
              <a:ext uri="{FF2B5EF4-FFF2-40B4-BE49-F238E27FC236}">
                <a16:creationId xmlns:a16="http://schemas.microsoft.com/office/drawing/2014/main" id="{FB5F21F6-EF2D-EDB2-CA8A-B28D4BF728AF}"/>
              </a:ext>
            </a:extLst>
          </p:cNvPr>
          <p:cNvSpPr/>
          <p:nvPr/>
        </p:nvSpPr>
        <p:spPr>
          <a:xfrm>
            <a:off x="14020800" y="6918673"/>
            <a:ext cx="348242" cy="704272"/>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68" name="テキスト ボックス 67">
            <a:extLst>
              <a:ext uri="{FF2B5EF4-FFF2-40B4-BE49-F238E27FC236}">
                <a16:creationId xmlns:a16="http://schemas.microsoft.com/office/drawing/2014/main" id="{AB8F3BA4-7B7F-D96C-3D57-FE2A9F91BAE1}"/>
              </a:ext>
            </a:extLst>
          </p:cNvPr>
          <p:cNvSpPr txBox="1"/>
          <p:nvPr/>
        </p:nvSpPr>
        <p:spPr>
          <a:xfrm>
            <a:off x="13649484" y="7741490"/>
            <a:ext cx="2878110" cy="1442254"/>
          </a:xfrm>
          <a:prstGeom prst="rect">
            <a:avLst/>
          </a:prstGeom>
          <a:noFill/>
        </p:spPr>
        <p:txBody>
          <a:bodyPr wrap="square">
            <a:spAutoFit/>
          </a:bodyPr>
          <a:lstStyle/>
          <a:p>
            <a:pPr algn="l">
              <a:lnSpc>
                <a:spcPts val="3520"/>
              </a:lnSpc>
              <a:buClr>
                <a:srgbClr val="64A4A3"/>
              </a:buClr>
              <a:buSzPct val="100000"/>
            </a:pPr>
            <a:r>
              <a:rPr lang="ja-JP" altLang="en-US" sz="3200" u="none" strike="noStrike" dirty="0">
                <a:solidFill>
                  <a:srgbClr val="292B2B"/>
                </a:solidFill>
                <a:latin typeface="Source Han Sans JP"/>
                <a:ea typeface="Source Han Sans JP"/>
                <a:cs typeface="Source Han Sans JP"/>
                <a:sym typeface="Source Han Sans JP"/>
              </a:rPr>
              <a:t>熱流束が</a:t>
            </a:r>
            <a:r>
              <a:rPr lang="en-US" altLang="ja-JP" sz="3200" u="none" strike="noStrike" dirty="0">
                <a:solidFill>
                  <a:srgbClr val="292B2B"/>
                </a:solidFill>
                <a:latin typeface="Source Han Sans JP"/>
                <a:ea typeface="Source Han Sans JP"/>
                <a:cs typeface="Source Han Sans JP"/>
                <a:sym typeface="Source Han Sans JP"/>
              </a:rPr>
              <a:t>1.040E+06</a:t>
            </a:r>
          </a:p>
          <a:p>
            <a:pPr algn="l">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のもの</a:t>
            </a:r>
            <a:endParaRPr lang="en-US" altLang="ja-JP" sz="3200"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pic>
        <p:nvPicPr>
          <p:cNvPr id="26" name="図 25" descr="グラフ が含まれている画像&#10;&#10;自動的に生成された説明">
            <a:extLst>
              <a:ext uri="{FF2B5EF4-FFF2-40B4-BE49-F238E27FC236}">
                <a16:creationId xmlns:a16="http://schemas.microsoft.com/office/drawing/2014/main" id="{972298D7-CFB9-9811-0A98-14611AC8B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584" y="2928678"/>
            <a:ext cx="2929256" cy="2830146"/>
          </a:xfrm>
          <a:prstGeom prst="rect">
            <a:avLst/>
          </a:prstGeom>
        </p:spPr>
      </p:pic>
      <p:pic>
        <p:nvPicPr>
          <p:cNvPr id="28" name="図 27" descr="グラフ&#10;&#10;自動的に生成された説明">
            <a:extLst>
              <a:ext uri="{FF2B5EF4-FFF2-40B4-BE49-F238E27FC236}">
                <a16:creationId xmlns:a16="http://schemas.microsoft.com/office/drawing/2014/main" id="{06FC4E07-681B-C7BC-8DBA-9CA9480E14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4912" y="2911142"/>
            <a:ext cx="2929256" cy="2830146"/>
          </a:xfrm>
          <a:prstGeom prst="rect">
            <a:avLst/>
          </a:prstGeom>
        </p:spPr>
      </p:pic>
      <p:pic>
        <p:nvPicPr>
          <p:cNvPr id="30" name="図 29" descr="グラフ&#10;&#10;自動的に生成された説明">
            <a:extLst>
              <a:ext uri="{FF2B5EF4-FFF2-40B4-BE49-F238E27FC236}">
                <a16:creationId xmlns:a16="http://schemas.microsoft.com/office/drawing/2014/main" id="{FB857977-601B-BED8-44F5-E3283232F1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95918" y="2940369"/>
            <a:ext cx="2929256" cy="2830146"/>
          </a:xfrm>
          <a:prstGeom prst="rect">
            <a:avLst/>
          </a:prstGeom>
        </p:spPr>
      </p:pic>
      <p:pic>
        <p:nvPicPr>
          <p:cNvPr id="32" name="図 31" descr="グラフ&#10;&#10;自動的に生成された説明">
            <a:extLst>
              <a:ext uri="{FF2B5EF4-FFF2-40B4-BE49-F238E27FC236}">
                <a16:creationId xmlns:a16="http://schemas.microsoft.com/office/drawing/2014/main" id="{C045B4C7-6CC5-D8B9-6D6B-370691BD16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74386" y="2940369"/>
            <a:ext cx="2929256" cy="2830146"/>
          </a:xfrm>
          <a:prstGeom prst="rect">
            <a:avLst/>
          </a:prstGeom>
        </p:spPr>
      </p:pic>
      <p:pic>
        <p:nvPicPr>
          <p:cNvPr id="34" name="図 33" descr="グラフ が含まれている画像&#10;&#10;自動的に生成された説明">
            <a:extLst>
              <a:ext uri="{FF2B5EF4-FFF2-40B4-BE49-F238E27FC236}">
                <a16:creationId xmlns:a16="http://schemas.microsoft.com/office/drawing/2014/main" id="{D56DD372-8228-B991-5551-685F10E8D6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43936" y="6107542"/>
            <a:ext cx="2929256" cy="2830146"/>
          </a:xfrm>
          <a:prstGeom prst="rect">
            <a:avLst/>
          </a:prstGeom>
        </p:spPr>
      </p:pic>
      <p:pic>
        <p:nvPicPr>
          <p:cNvPr id="36" name="図 35" descr="グラフ が含まれている画像&#10;&#10;自動的に生成された説明">
            <a:extLst>
              <a:ext uri="{FF2B5EF4-FFF2-40B4-BE49-F238E27FC236}">
                <a16:creationId xmlns:a16="http://schemas.microsoft.com/office/drawing/2014/main" id="{80E9156F-AAF3-F3F5-7D90-088DCB60E9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10543" y="6092636"/>
            <a:ext cx="2929256" cy="2830146"/>
          </a:xfrm>
          <a:prstGeom prst="rect">
            <a:avLst/>
          </a:prstGeom>
        </p:spPr>
      </p:pic>
      <p:pic>
        <p:nvPicPr>
          <p:cNvPr id="38" name="図 37" descr="グラフ が含まれている画像&#10;&#10;自動的に生成された説明">
            <a:extLst>
              <a:ext uri="{FF2B5EF4-FFF2-40B4-BE49-F238E27FC236}">
                <a16:creationId xmlns:a16="http://schemas.microsoft.com/office/drawing/2014/main" id="{3C1AC4C5-0108-AF19-2664-7545A2B470B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38244" y="6132234"/>
            <a:ext cx="2929256" cy="2830146"/>
          </a:xfrm>
          <a:prstGeom prst="rect">
            <a:avLst/>
          </a:prstGeom>
        </p:spPr>
      </p:pic>
    </p:spTree>
    <p:extLst>
      <p:ext uri="{BB962C8B-B14F-4D97-AF65-F5344CB8AC3E}">
        <p14:creationId xmlns:p14="http://schemas.microsoft.com/office/powerpoint/2010/main" val="1995911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06388-4F55-E834-916E-965BA0C2E4F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C8F715D-7943-C5FA-9B98-00B20CF0BD96}"/>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E9360F4A-F27D-C901-2F63-D3812233051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7A2FC5B2-0F53-EC50-F1E2-CB4612A77C8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8C3B2390-3D77-8953-9F26-ED005ED0BE6B}"/>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8B7A8039-A63F-70AE-0D72-08B2D136B25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969D845D-5120-1E9C-15E2-EC447B4DEAA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E855ABEE-071D-E4B8-630D-8008FD732A00}"/>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9DBF44E3-05CE-7E5D-A55F-94BB8F13D16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F8A9BA12-1334-BDED-85D9-3111CF59DAA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65FC3B86-EE51-4660-D2BA-FD3096CB08B0}"/>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41186936-2411-F8C5-3B5C-3AC7EC9BE22A}"/>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1ACEDC8E-2CCA-1367-9515-C3C9D05786B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8DBBD974-7591-C3D4-D9EF-1E7A59E641F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79794B97-A4DD-DAC8-63A7-E85B213A016B}"/>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59FF395E-D302-7B8E-FDB0-8B9DBC8CC0B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340E2137-248E-BF54-DE10-DDC5BC26117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3AD94EA7-A1F5-C9D8-A0AD-125AB0AFBF5D}"/>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4326B0DB-9D06-65BC-3A36-E96DED7CD5A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2CA9F895-876E-6D76-5493-35820D6B412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C95AD12A-F7D6-7A0C-516D-97800C8E1161}"/>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a:extLst>
              <a:ext uri="{FF2B5EF4-FFF2-40B4-BE49-F238E27FC236}">
                <a16:creationId xmlns:a16="http://schemas.microsoft.com/office/drawing/2014/main" id="{73A8B0D5-C1A2-3C64-B2BC-2C3EEF3403F4}"/>
              </a:ext>
            </a:extLst>
          </p:cNvPr>
          <p:cNvSpPr txBox="1"/>
          <p:nvPr/>
        </p:nvSpPr>
        <p:spPr>
          <a:xfrm>
            <a:off x="2709918" y="1676416"/>
            <a:ext cx="14549382" cy="740459"/>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水流動音</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a:extLst>
              <a:ext uri="{FF2B5EF4-FFF2-40B4-BE49-F238E27FC236}">
                <a16:creationId xmlns:a16="http://schemas.microsoft.com/office/drawing/2014/main" id="{C30B799B-4892-8AC8-CAE2-A7AE341B7DFB}"/>
              </a:ext>
            </a:extLst>
          </p:cNvPr>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03</a:t>
            </a:r>
          </a:p>
        </p:txBody>
      </p:sp>
      <p:sp>
        <p:nvSpPr>
          <p:cNvPr id="23" name="スライド番号プレースホルダー 28">
            <a:extLst>
              <a:ext uri="{FF2B5EF4-FFF2-40B4-BE49-F238E27FC236}">
                <a16:creationId xmlns:a16="http://schemas.microsoft.com/office/drawing/2014/main" id="{2C6874DE-5730-A0F9-C94E-DA2EC3AAE369}"/>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12</a:t>
            </a:fld>
            <a:endParaRPr lang="en-US" sz="4800" dirty="0"/>
          </a:p>
        </p:txBody>
      </p:sp>
      <p:sp>
        <p:nvSpPr>
          <p:cNvPr id="59" name="テキスト ボックス 58">
            <a:extLst>
              <a:ext uri="{FF2B5EF4-FFF2-40B4-BE49-F238E27FC236}">
                <a16:creationId xmlns:a16="http://schemas.microsoft.com/office/drawing/2014/main" id="{2B7D10DC-267F-EEA4-B6BA-1A71F8E14455}"/>
              </a:ext>
            </a:extLst>
          </p:cNvPr>
          <p:cNvSpPr txBox="1"/>
          <p:nvPr/>
        </p:nvSpPr>
        <p:spPr>
          <a:xfrm>
            <a:off x="1043597" y="5728178"/>
            <a:ext cx="1893073" cy="369332"/>
          </a:xfrm>
          <a:prstGeom prst="rect">
            <a:avLst/>
          </a:prstGeom>
          <a:noFill/>
        </p:spPr>
        <p:txBody>
          <a:bodyPr wrap="square" rtlCol="0">
            <a:spAutoFit/>
          </a:bodyPr>
          <a:lstStyle/>
          <a:p>
            <a:r>
              <a:rPr kumimoji="1" lang="en-US" altLang="ja-JP" dirty="0"/>
              <a:t>SNR = </a:t>
            </a:r>
            <a:r>
              <a:rPr kumimoji="1" lang="en-US" altLang="ja-JP" dirty="0" err="1"/>
              <a:t>no_noise</a:t>
            </a:r>
            <a:endParaRPr kumimoji="1" lang="ja-JP" altLang="en-US" dirty="0"/>
          </a:p>
        </p:txBody>
      </p:sp>
      <p:sp>
        <p:nvSpPr>
          <p:cNvPr id="60" name="テキスト ボックス 59">
            <a:extLst>
              <a:ext uri="{FF2B5EF4-FFF2-40B4-BE49-F238E27FC236}">
                <a16:creationId xmlns:a16="http://schemas.microsoft.com/office/drawing/2014/main" id="{BB459922-CFD5-5108-768F-5505AE22D1D8}"/>
              </a:ext>
            </a:extLst>
          </p:cNvPr>
          <p:cNvSpPr txBox="1"/>
          <p:nvPr/>
        </p:nvSpPr>
        <p:spPr>
          <a:xfrm>
            <a:off x="4921095" y="5759466"/>
            <a:ext cx="1893073" cy="369332"/>
          </a:xfrm>
          <a:prstGeom prst="rect">
            <a:avLst/>
          </a:prstGeom>
          <a:noFill/>
        </p:spPr>
        <p:txBody>
          <a:bodyPr wrap="square" rtlCol="0">
            <a:spAutoFit/>
          </a:bodyPr>
          <a:lstStyle/>
          <a:p>
            <a:r>
              <a:rPr kumimoji="1" lang="en-US" altLang="ja-JP" dirty="0"/>
              <a:t>SNR = 0</a:t>
            </a:r>
            <a:endParaRPr kumimoji="1" lang="ja-JP" altLang="en-US" dirty="0"/>
          </a:p>
        </p:txBody>
      </p:sp>
      <p:sp>
        <p:nvSpPr>
          <p:cNvPr id="61" name="テキスト ボックス 60">
            <a:extLst>
              <a:ext uri="{FF2B5EF4-FFF2-40B4-BE49-F238E27FC236}">
                <a16:creationId xmlns:a16="http://schemas.microsoft.com/office/drawing/2014/main" id="{31AB3F2F-5866-8BBB-910A-413D325FD9C5}"/>
              </a:ext>
            </a:extLst>
          </p:cNvPr>
          <p:cNvSpPr txBox="1"/>
          <p:nvPr/>
        </p:nvSpPr>
        <p:spPr>
          <a:xfrm>
            <a:off x="8432101" y="5776342"/>
            <a:ext cx="1893073" cy="369332"/>
          </a:xfrm>
          <a:prstGeom prst="rect">
            <a:avLst/>
          </a:prstGeom>
          <a:noFill/>
        </p:spPr>
        <p:txBody>
          <a:bodyPr wrap="square" rtlCol="0">
            <a:spAutoFit/>
          </a:bodyPr>
          <a:lstStyle/>
          <a:p>
            <a:r>
              <a:rPr kumimoji="1" lang="en-US" altLang="ja-JP" dirty="0"/>
              <a:t>SNR = -4</a:t>
            </a:r>
            <a:endParaRPr kumimoji="1" lang="ja-JP" altLang="en-US" dirty="0"/>
          </a:p>
        </p:txBody>
      </p:sp>
      <p:sp>
        <p:nvSpPr>
          <p:cNvPr id="62" name="テキスト ボックス 61">
            <a:extLst>
              <a:ext uri="{FF2B5EF4-FFF2-40B4-BE49-F238E27FC236}">
                <a16:creationId xmlns:a16="http://schemas.microsoft.com/office/drawing/2014/main" id="{77B49B02-B0DB-6D1E-8667-0EABF6C0852F}"/>
              </a:ext>
            </a:extLst>
          </p:cNvPr>
          <p:cNvSpPr txBox="1"/>
          <p:nvPr/>
        </p:nvSpPr>
        <p:spPr>
          <a:xfrm>
            <a:off x="11897068" y="5776342"/>
            <a:ext cx="1893073" cy="369332"/>
          </a:xfrm>
          <a:prstGeom prst="rect">
            <a:avLst/>
          </a:prstGeom>
          <a:noFill/>
        </p:spPr>
        <p:txBody>
          <a:bodyPr wrap="square" rtlCol="0">
            <a:spAutoFit/>
          </a:bodyPr>
          <a:lstStyle/>
          <a:p>
            <a:r>
              <a:rPr kumimoji="1" lang="en-US" altLang="ja-JP" dirty="0"/>
              <a:t>SNR = -8</a:t>
            </a:r>
            <a:endParaRPr kumimoji="1" lang="ja-JP" altLang="en-US" dirty="0"/>
          </a:p>
        </p:txBody>
      </p:sp>
      <p:sp>
        <p:nvSpPr>
          <p:cNvPr id="63" name="テキスト ボックス 62">
            <a:extLst>
              <a:ext uri="{FF2B5EF4-FFF2-40B4-BE49-F238E27FC236}">
                <a16:creationId xmlns:a16="http://schemas.microsoft.com/office/drawing/2014/main" id="{2E072F22-B3A1-62CD-F444-8689E343E85F}"/>
              </a:ext>
            </a:extLst>
          </p:cNvPr>
          <p:cNvSpPr txBox="1"/>
          <p:nvPr/>
        </p:nvSpPr>
        <p:spPr>
          <a:xfrm>
            <a:off x="3973896" y="8960262"/>
            <a:ext cx="1893073" cy="369332"/>
          </a:xfrm>
          <a:prstGeom prst="rect">
            <a:avLst/>
          </a:prstGeom>
          <a:noFill/>
        </p:spPr>
        <p:txBody>
          <a:bodyPr wrap="square" rtlCol="0">
            <a:spAutoFit/>
          </a:bodyPr>
          <a:lstStyle/>
          <a:p>
            <a:r>
              <a:rPr kumimoji="1" lang="en-US" altLang="ja-JP" dirty="0"/>
              <a:t>SNR = -12</a:t>
            </a:r>
            <a:endParaRPr kumimoji="1" lang="ja-JP" altLang="en-US" dirty="0"/>
          </a:p>
        </p:txBody>
      </p:sp>
      <p:sp>
        <p:nvSpPr>
          <p:cNvPr id="64" name="テキスト ボックス 63">
            <a:extLst>
              <a:ext uri="{FF2B5EF4-FFF2-40B4-BE49-F238E27FC236}">
                <a16:creationId xmlns:a16="http://schemas.microsoft.com/office/drawing/2014/main" id="{B526389F-D838-5EEF-84E6-C91FE6404394}"/>
              </a:ext>
            </a:extLst>
          </p:cNvPr>
          <p:cNvSpPr txBox="1"/>
          <p:nvPr/>
        </p:nvSpPr>
        <p:spPr>
          <a:xfrm>
            <a:off x="7439843" y="8922782"/>
            <a:ext cx="1893073" cy="369332"/>
          </a:xfrm>
          <a:prstGeom prst="rect">
            <a:avLst/>
          </a:prstGeom>
          <a:noFill/>
        </p:spPr>
        <p:txBody>
          <a:bodyPr wrap="square" rtlCol="0">
            <a:spAutoFit/>
          </a:bodyPr>
          <a:lstStyle/>
          <a:p>
            <a:r>
              <a:rPr kumimoji="1" lang="en-US" altLang="ja-JP" dirty="0"/>
              <a:t>SNR = -16</a:t>
            </a:r>
            <a:endParaRPr kumimoji="1" lang="ja-JP" altLang="en-US" dirty="0"/>
          </a:p>
        </p:txBody>
      </p:sp>
      <p:sp>
        <p:nvSpPr>
          <p:cNvPr id="65" name="テキスト ボックス 64">
            <a:extLst>
              <a:ext uri="{FF2B5EF4-FFF2-40B4-BE49-F238E27FC236}">
                <a16:creationId xmlns:a16="http://schemas.microsoft.com/office/drawing/2014/main" id="{BFF5AF6B-18FA-0D66-1B8F-2E119DE9180B}"/>
              </a:ext>
            </a:extLst>
          </p:cNvPr>
          <p:cNvSpPr txBox="1"/>
          <p:nvPr/>
        </p:nvSpPr>
        <p:spPr>
          <a:xfrm>
            <a:off x="11052220" y="8922782"/>
            <a:ext cx="1893073" cy="369332"/>
          </a:xfrm>
          <a:prstGeom prst="rect">
            <a:avLst/>
          </a:prstGeom>
          <a:noFill/>
        </p:spPr>
        <p:txBody>
          <a:bodyPr wrap="square" rtlCol="0">
            <a:spAutoFit/>
          </a:bodyPr>
          <a:lstStyle/>
          <a:p>
            <a:r>
              <a:rPr kumimoji="1" lang="en-US" altLang="ja-JP" dirty="0"/>
              <a:t>SNR = -20</a:t>
            </a:r>
            <a:endParaRPr kumimoji="1" lang="ja-JP" altLang="en-US" dirty="0"/>
          </a:p>
        </p:txBody>
      </p:sp>
      <p:sp>
        <p:nvSpPr>
          <p:cNvPr id="66" name="テキスト ボックス 65">
            <a:extLst>
              <a:ext uri="{FF2B5EF4-FFF2-40B4-BE49-F238E27FC236}">
                <a16:creationId xmlns:a16="http://schemas.microsoft.com/office/drawing/2014/main" id="{09E45652-08E8-D516-B8BB-20ECD9EF5CC2}"/>
              </a:ext>
            </a:extLst>
          </p:cNvPr>
          <p:cNvSpPr txBox="1"/>
          <p:nvPr/>
        </p:nvSpPr>
        <p:spPr>
          <a:xfrm>
            <a:off x="13665945" y="6374100"/>
            <a:ext cx="3285307" cy="544573"/>
          </a:xfrm>
          <a:prstGeom prst="rect">
            <a:avLst/>
          </a:prstGeom>
          <a:noFill/>
        </p:spPr>
        <p:txBody>
          <a:bodyPr wrap="square">
            <a:spAutoFit/>
          </a:bodyPr>
          <a:lstStyle/>
          <a:p>
            <a:pPr algn="l">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信号</a:t>
            </a:r>
            <a:r>
              <a:rPr lang="en-US" altLang="ja-JP" sz="3200" dirty="0">
                <a:solidFill>
                  <a:srgbClr val="292B2B"/>
                </a:solidFill>
                <a:latin typeface="Source Han Sans JP"/>
                <a:ea typeface="Source Han Sans JP"/>
                <a:cs typeface="Source Han Sans JP"/>
                <a:sym typeface="Source Han Sans JP"/>
              </a:rPr>
              <a:t>+ waterflow</a:t>
            </a:r>
            <a:endParaRPr lang="en-US" altLang="ja-JP" sz="3200"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67" name="矢印: 下 66">
            <a:extLst>
              <a:ext uri="{FF2B5EF4-FFF2-40B4-BE49-F238E27FC236}">
                <a16:creationId xmlns:a16="http://schemas.microsoft.com/office/drawing/2014/main" id="{0F1D8ACC-F107-519E-76A7-4F4B63FBAA23}"/>
              </a:ext>
            </a:extLst>
          </p:cNvPr>
          <p:cNvSpPr/>
          <p:nvPr/>
        </p:nvSpPr>
        <p:spPr>
          <a:xfrm>
            <a:off x="14020800" y="6918673"/>
            <a:ext cx="348242" cy="704272"/>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68" name="テキスト ボックス 67">
            <a:extLst>
              <a:ext uri="{FF2B5EF4-FFF2-40B4-BE49-F238E27FC236}">
                <a16:creationId xmlns:a16="http://schemas.microsoft.com/office/drawing/2014/main" id="{39720C90-8B01-4B4A-708F-B93BEA2338C6}"/>
              </a:ext>
            </a:extLst>
          </p:cNvPr>
          <p:cNvSpPr txBox="1"/>
          <p:nvPr/>
        </p:nvSpPr>
        <p:spPr>
          <a:xfrm>
            <a:off x="13649484" y="7741490"/>
            <a:ext cx="2878110" cy="1442254"/>
          </a:xfrm>
          <a:prstGeom prst="rect">
            <a:avLst/>
          </a:prstGeom>
          <a:noFill/>
        </p:spPr>
        <p:txBody>
          <a:bodyPr wrap="square">
            <a:spAutoFit/>
          </a:bodyPr>
          <a:lstStyle/>
          <a:p>
            <a:pPr algn="l">
              <a:lnSpc>
                <a:spcPts val="3520"/>
              </a:lnSpc>
              <a:buClr>
                <a:srgbClr val="64A4A3"/>
              </a:buClr>
              <a:buSzPct val="100000"/>
            </a:pPr>
            <a:r>
              <a:rPr lang="ja-JP" altLang="en-US" sz="3200" u="none" strike="noStrike" dirty="0">
                <a:solidFill>
                  <a:srgbClr val="292B2B"/>
                </a:solidFill>
                <a:latin typeface="Source Han Sans JP"/>
                <a:ea typeface="Source Han Sans JP"/>
                <a:cs typeface="Source Han Sans JP"/>
                <a:sym typeface="Source Han Sans JP"/>
              </a:rPr>
              <a:t>熱流束が</a:t>
            </a:r>
            <a:r>
              <a:rPr lang="en-US" altLang="ja-JP" sz="3200" u="none" strike="noStrike" dirty="0">
                <a:solidFill>
                  <a:srgbClr val="292B2B"/>
                </a:solidFill>
                <a:latin typeface="Source Han Sans JP"/>
                <a:ea typeface="Source Han Sans JP"/>
                <a:cs typeface="Source Han Sans JP"/>
                <a:sym typeface="Source Han Sans JP"/>
              </a:rPr>
              <a:t>1.040E+06</a:t>
            </a:r>
          </a:p>
          <a:p>
            <a:pPr algn="l">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のもの</a:t>
            </a:r>
            <a:endParaRPr lang="en-US" altLang="ja-JP" sz="3200"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72" name="テキスト ボックス 71">
            <a:extLst>
              <a:ext uri="{FF2B5EF4-FFF2-40B4-BE49-F238E27FC236}">
                <a16:creationId xmlns:a16="http://schemas.microsoft.com/office/drawing/2014/main" id="{FF548061-3511-667F-110F-B9602CD04CF2}"/>
              </a:ext>
            </a:extLst>
          </p:cNvPr>
          <p:cNvSpPr txBox="1"/>
          <p:nvPr/>
        </p:nvSpPr>
        <p:spPr>
          <a:xfrm>
            <a:off x="15925800" y="5795301"/>
            <a:ext cx="1755251" cy="369317"/>
          </a:xfrm>
          <a:prstGeom prst="rect">
            <a:avLst/>
          </a:prstGeom>
          <a:noFill/>
        </p:spPr>
        <p:txBody>
          <a:bodyPr wrap="square">
            <a:spAutoFit/>
          </a:bodyPr>
          <a:lstStyle/>
          <a:p>
            <a:r>
              <a:rPr lang="en-US" altLang="ja-JP" sz="1800" dirty="0">
                <a:solidFill>
                  <a:srgbClr val="292B2B"/>
                </a:solidFill>
                <a:latin typeface="Source Han Sans JP"/>
                <a:ea typeface="Source Han Sans JP"/>
                <a:cs typeface="Source Han Sans JP"/>
                <a:sym typeface="Source Han Sans JP"/>
              </a:rPr>
              <a:t>waterflow</a:t>
            </a:r>
            <a:endParaRPr lang="ja-JP" altLang="en-US" dirty="0"/>
          </a:p>
        </p:txBody>
      </p:sp>
      <p:pic>
        <p:nvPicPr>
          <p:cNvPr id="26" name="図 25" descr="グラフ が含まれている画像&#10;&#10;自動的に生成された説明">
            <a:extLst>
              <a:ext uri="{FF2B5EF4-FFF2-40B4-BE49-F238E27FC236}">
                <a16:creationId xmlns:a16="http://schemas.microsoft.com/office/drawing/2014/main" id="{C70B5D4E-9DA4-9E1D-4D7A-3222A36BA0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019" y="2883843"/>
            <a:ext cx="2963963" cy="2863678"/>
          </a:xfrm>
          <a:prstGeom prst="rect">
            <a:avLst/>
          </a:prstGeom>
        </p:spPr>
      </p:pic>
      <p:pic>
        <p:nvPicPr>
          <p:cNvPr id="28" name="図 27" descr="グラフ&#10;&#10;中程度の精度で自動的に生成された説明">
            <a:extLst>
              <a:ext uri="{FF2B5EF4-FFF2-40B4-BE49-F238E27FC236}">
                <a16:creationId xmlns:a16="http://schemas.microsoft.com/office/drawing/2014/main" id="{37D38948-2A89-7B8C-8F3A-69DAB2AF57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5295" y="2883843"/>
            <a:ext cx="2963963" cy="2863678"/>
          </a:xfrm>
          <a:prstGeom prst="rect">
            <a:avLst/>
          </a:prstGeom>
        </p:spPr>
      </p:pic>
      <p:pic>
        <p:nvPicPr>
          <p:cNvPr id="30" name="図 29" descr="グラフ&#10;&#10;自動的に生成された説明">
            <a:extLst>
              <a:ext uri="{FF2B5EF4-FFF2-40B4-BE49-F238E27FC236}">
                <a16:creationId xmlns:a16="http://schemas.microsoft.com/office/drawing/2014/main" id="{FAF6B3EA-8AFC-5161-2EDC-9E425F9433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6801" y="2864500"/>
            <a:ext cx="2963963" cy="2863678"/>
          </a:xfrm>
          <a:prstGeom prst="rect">
            <a:avLst/>
          </a:prstGeom>
        </p:spPr>
      </p:pic>
      <p:pic>
        <p:nvPicPr>
          <p:cNvPr id="32" name="図 31" descr="グラフ&#10;&#10;自動的に生成された説明">
            <a:extLst>
              <a:ext uri="{FF2B5EF4-FFF2-40B4-BE49-F238E27FC236}">
                <a16:creationId xmlns:a16="http://schemas.microsoft.com/office/drawing/2014/main" id="{A29314EC-E989-C7B2-14B0-9EB41C6B33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01982" y="2936284"/>
            <a:ext cx="2963963" cy="2863678"/>
          </a:xfrm>
          <a:prstGeom prst="rect">
            <a:avLst/>
          </a:prstGeom>
        </p:spPr>
      </p:pic>
      <p:pic>
        <p:nvPicPr>
          <p:cNvPr id="34" name="図 33" descr="グラフ&#10;&#10;自動的に生成された説明">
            <a:extLst>
              <a:ext uri="{FF2B5EF4-FFF2-40B4-BE49-F238E27FC236}">
                <a16:creationId xmlns:a16="http://schemas.microsoft.com/office/drawing/2014/main" id="{D8FDF29A-A5D6-8CE8-7BE9-A8D8B9BA85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90377" y="6112691"/>
            <a:ext cx="2963963" cy="2863678"/>
          </a:xfrm>
          <a:prstGeom prst="rect">
            <a:avLst/>
          </a:prstGeom>
        </p:spPr>
      </p:pic>
      <p:pic>
        <p:nvPicPr>
          <p:cNvPr id="36" name="図 35" descr="グラフ&#10;&#10;自動的に生成された説明">
            <a:extLst>
              <a:ext uri="{FF2B5EF4-FFF2-40B4-BE49-F238E27FC236}">
                <a16:creationId xmlns:a16="http://schemas.microsoft.com/office/drawing/2014/main" id="{42688386-3D6B-AA68-E7AB-6FF65F9B95A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47103" y="6102436"/>
            <a:ext cx="2963963" cy="2863678"/>
          </a:xfrm>
          <a:prstGeom prst="rect">
            <a:avLst/>
          </a:prstGeom>
        </p:spPr>
      </p:pic>
      <p:pic>
        <p:nvPicPr>
          <p:cNvPr id="38" name="図 37" descr="グラフ&#10;&#10;自動的に生成された説明">
            <a:extLst>
              <a:ext uri="{FF2B5EF4-FFF2-40B4-BE49-F238E27FC236}">
                <a16:creationId xmlns:a16="http://schemas.microsoft.com/office/drawing/2014/main" id="{4B7AC525-BD71-75E0-FDAF-88C75AEA49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009219" y="6106344"/>
            <a:ext cx="2963963" cy="2863678"/>
          </a:xfrm>
          <a:prstGeom prst="rect">
            <a:avLst/>
          </a:prstGeom>
        </p:spPr>
      </p:pic>
      <p:pic>
        <p:nvPicPr>
          <p:cNvPr id="40" name="図 39" descr="グラフ&#10;&#10;自動的に生成された説明">
            <a:extLst>
              <a:ext uri="{FF2B5EF4-FFF2-40B4-BE49-F238E27FC236}">
                <a16:creationId xmlns:a16="http://schemas.microsoft.com/office/drawing/2014/main" id="{9B95087C-9E4C-FD33-5616-426FEEF4934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947018" y="2912485"/>
            <a:ext cx="2963963" cy="2863678"/>
          </a:xfrm>
          <a:prstGeom prst="rect">
            <a:avLst/>
          </a:prstGeom>
        </p:spPr>
      </p:pic>
    </p:spTree>
    <p:extLst>
      <p:ext uri="{BB962C8B-B14F-4D97-AF65-F5344CB8AC3E}">
        <p14:creationId xmlns:p14="http://schemas.microsoft.com/office/powerpoint/2010/main" val="4106252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8EEB2-9992-0499-AB99-A0C12BEF36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0322D0C-3698-F21C-D891-E62AED929504}"/>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3362A177-299A-5DF7-0611-3BBE44B6D8D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BA1C506D-B878-2E42-8094-A873351DC29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4109C769-5943-516E-A308-0563A6532AF6}"/>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B8D8FEC4-17DF-2BB7-D561-97909C75C19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197BA3E8-E15B-E438-245A-A12C96CCA1A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8BBBB555-668D-EE16-5B49-2274B13E3651}"/>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1B298090-414C-6775-F1D4-E71C923F087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0A4C3DE7-B9C3-9EF9-9A44-3BFFE6C4125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DF9049A2-A42C-022A-2A7A-24D17BC840B7}"/>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71B80AEA-A03D-FD3D-E02B-825963F8DB38}"/>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94BD5FBF-92E0-3258-CCE7-31E66B72BED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6AD27F06-C50A-429E-0123-5DD9F51E6A9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AF442CB6-6E6E-B0EA-5646-0D84DEFBD145}"/>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B1977209-3A12-96C1-DFFE-55498750E15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D03647A7-B8CE-DC6D-1A88-E1442D6C439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2CEDDBFE-E760-0852-D6D8-6F9D919F5780}"/>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DE81BF19-BD33-7C12-A8BD-B144F172E17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A6136D34-B563-DB0A-F2E6-D238C3819C3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CE87AAC1-FD93-2B80-F764-F08AE7BA7576}"/>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a:extLst>
              <a:ext uri="{FF2B5EF4-FFF2-40B4-BE49-F238E27FC236}">
                <a16:creationId xmlns:a16="http://schemas.microsoft.com/office/drawing/2014/main" id="{F3FF85B0-AAE4-B177-5E74-839A3FB81D62}"/>
              </a:ext>
            </a:extLst>
          </p:cNvPr>
          <p:cNvSpPr txBox="1"/>
          <p:nvPr/>
        </p:nvSpPr>
        <p:spPr>
          <a:xfrm>
            <a:off x="2709918" y="1676416"/>
            <a:ext cx="16111482" cy="740908"/>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ホワイトノイズ</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a:extLst>
              <a:ext uri="{FF2B5EF4-FFF2-40B4-BE49-F238E27FC236}">
                <a16:creationId xmlns:a16="http://schemas.microsoft.com/office/drawing/2014/main" id="{3363E3F7-CBFB-2DD3-C371-E8F45087DBFE}"/>
              </a:ext>
            </a:extLst>
          </p:cNvPr>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03</a:t>
            </a:r>
          </a:p>
        </p:txBody>
      </p:sp>
      <p:sp>
        <p:nvSpPr>
          <p:cNvPr id="23" name="スライド番号プレースホルダー 28">
            <a:extLst>
              <a:ext uri="{FF2B5EF4-FFF2-40B4-BE49-F238E27FC236}">
                <a16:creationId xmlns:a16="http://schemas.microsoft.com/office/drawing/2014/main" id="{89B06F79-672B-1B21-85DC-B9E9CCFD1873}"/>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13</a:t>
            </a:fld>
            <a:endParaRPr lang="en-US" sz="4800" dirty="0"/>
          </a:p>
        </p:txBody>
      </p:sp>
      <p:sp>
        <p:nvSpPr>
          <p:cNvPr id="41" name="テキスト ボックス 40">
            <a:extLst>
              <a:ext uri="{FF2B5EF4-FFF2-40B4-BE49-F238E27FC236}">
                <a16:creationId xmlns:a16="http://schemas.microsoft.com/office/drawing/2014/main" id="{4C21CB22-3AE6-E166-4ABF-3FDF3DAFEF11}"/>
              </a:ext>
            </a:extLst>
          </p:cNvPr>
          <p:cNvSpPr txBox="1"/>
          <p:nvPr/>
        </p:nvSpPr>
        <p:spPr>
          <a:xfrm>
            <a:off x="17678400" y="8820263"/>
            <a:ext cx="609600" cy="369332"/>
          </a:xfrm>
          <a:prstGeom prst="rect">
            <a:avLst/>
          </a:prstGeom>
          <a:noFill/>
        </p:spPr>
        <p:txBody>
          <a:bodyPr wrap="square">
            <a:spAutoFit/>
          </a:bodyPr>
          <a:lstStyle/>
          <a:p>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a:t>
            </a:r>
            <a:endParaRPr lang="ja-JP" altLang="en-US" dirty="0"/>
          </a:p>
        </p:txBody>
      </p:sp>
      <p:pic>
        <p:nvPicPr>
          <p:cNvPr id="47" name="図 46" descr="グラフ, 棒グラフ&#10;&#10;自動的に生成された説明">
            <a:extLst>
              <a:ext uri="{FF2B5EF4-FFF2-40B4-BE49-F238E27FC236}">
                <a16:creationId xmlns:a16="http://schemas.microsoft.com/office/drawing/2014/main" id="{B50743C6-B513-E3D6-E4DC-577FEFB0C8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4346" y="2859415"/>
            <a:ext cx="4845513" cy="3634135"/>
          </a:xfrm>
          <a:prstGeom prst="rect">
            <a:avLst/>
          </a:prstGeom>
        </p:spPr>
      </p:pic>
      <p:pic>
        <p:nvPicPr>
          <p:cNvPr id="49" name="図 48" descr="グラフ, 棒グラフ&#10;&#10;自動的に生成された説明">
            <a:extLst>
              <a:ext uri="{FF2B5EF4-FFF2-40B4-BE49-F238E27FC236}">
                <a16:creationId xmlns:a16="http://schemas.microsoft.com/office/drawing/2014/main" id="{10A5DABA-99A6-8D36-D485-CFFBB6C19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1141" y="2882691"/>
            <a:ext cx="4845513" cy="3634135"/>
          </a:xfrm>
          <a:prstGeom prst="rect">
            <a:avLst/>
          </a:prstGeom>
        </p:spPr>
      </p:pic>
      <p:pic>
        <p:nvPicPr>
          <p:cNvPr id="51" name="図 50" descr="グラフ, 棒グラフ&#10;&#10;自動的に生成された説明">
            <a:extLst>
              <a:ext uri="{FF2B5EF4-FFF2-40B4-BE49-F238E27FC236}">
                <a16:creationId xmlns:a16="http://schemas.microsoft.com/office/drawing/2014/main" id="{E0D86362-6B1D-AA85-936C-A4789227F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323538" y="2857101"/>
            <a:ext cx="4845513" cy="3634135"/>
          </a:xfrm>
          <a:prstGeom prst="rect">
            <a:avLst/>
          </a:prstGeom>
        </p:spPr>
      </p:pic>
      <p:pic>
        <p:nvPicPr>
          <p:cNvPr id="53" name="図 52" descr="グラフ, 棒グラフ&#10;&#10;自動的に生成された説明">
            <a:extLst>
              <a:ext uri="{FF2B5EF4-FFF2-40B4-BE49-F238E27FC236}">
                <a16:creationId xmlns:a16="http://schemas.microsoft.com/office/drawing/2014/main" id="{871896DF-2C06-8FD3-0557-47BFC874CD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2478" y="6488172"/>
            <a:ext cx="4845512" cy="3634134"/>
          </a:xfrm>
          <a:prstGeom prst="rect">
            <a:avLst/>
          </a:prstGeom>
        </p:spPr>
      </p:pic>
      <p:pic>
        <p:nvPicPr>
          <p:cNvPr id="55" name="図 54" descr="グラフ, 棒グラフ&#10;&#10;自動的に生成された説明">
            <a:extLst>
              <a:ext uri="{FF2B5EF4-FFF2-40B4-BE49-F238E27FC236}">
                <a16:creationId xmlns:a16="http://schemas.microsoft.com/office/drawing/2014/main" id="{E136FABF-5FD4-AD2A-67BE-FD1814B1B7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09869" y="6488068"/>
            <a:ext cx="4845512" cy="3634134"/>
          </a:xfrm>
          <a:prstGeom prst="rect">
            <a:avLst/>
          </a:prstGeom>
        </p:spPr>
      </p:pic>
      <p:pic>
        <p:nvPicPr>
          <p:cNvPr id="57" name="図 56" descr="グラフ&#10;&#10;自動的に生成された説明">
            <a:extLst>
              <a:ext uri="{FF2B5EF4-FFF2-40B4-BE49-F238E27FC236}">
                <a16:creationId xmlns:a16="http://schemas.microsoft.com/office/drawing/2014/main" id="{EDA202A7-3CDB-87CD-1A28-23037228FC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00782" y="6502570"/>
            <a:ext cx="4845512" cy="3634134"/>
          </a:xfrm>
          <a:prstGeom prst="rect">
            <a:avLst/>
          </a:prstGeom>
        </p:spPr>
      </p:pic>
      <p:pic>
        <p:nvPicPr>
          <p:cNvPr id="59" name="図 58" descr="グラフ, 棒グラフ&#10;&#10;自動的に生成された説明">
            <a:extLst>
              <a:ext uri="{FF2B5EF4-FFF2-40B4-BE49-F238E27FC236}">
                <a16:creationId xmlns:a16="http://schemas.microsoft.com/office/drawing/2014/main" id="{831BD752-A097-9501-45F8-C23C2CC12C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4527" y="2859520"/>
            <a:ext cx="4845513" cy="3634135"/>
          </a:xfrm>
          <a:prstGeom prst="rect">
            <a:avLst/>
          </a:prstGeom>
        </p:spPr>
      </p:pic>
      <p:sp>
        <p:nvSpPr>
          <p:cNvPr id="60" name="テキスト ボックス 59">
            <a:extLst>
              <a:ext uri="{FF2B5EF4-FFF2-40B4-BE49-F238E27FC236}">
                <a16:creationId xmlns:a16="http://schemas.microsoft.com/office/drawing/2014/main" id="{5E9BC803-C7BF-7CB2-E015-7D64C5605A7F}"/>
              </a:ext>
            </a:extLst>
          </p:cNvPr>
          <p:cNvSpPr txBox="1"/>
          <p:nvPr/>
        </p:nvSpPr>
        <p:spPr>
          <a:xfrm>
            <a:off x="1645970" y="6226185"/>
            <a:ext cx="1893073" cy="369332"/>
          </a:xfrm>
          <a:prstGeom prst="rect">
            <a:avLst/>
          </a:prstGeom>
          <a:noFill/>
        </p:spPr>
        <p:txBody>
          <a:bodyPr wrap="square" rtlCol="0">
            <a:spAutoFit/>
          </a:bodyPr>
          <a:lstStyle/>
          <a:p>
            <a:r>
              <a:rPr kumimoji="1" lang="en-US" altLang="ja-JP" dirty="0"/>
              <a:t>SNR = </a:t>
            </a:r>
            <a:r>
              <a:rPr kumimoji="1" lang="en-US" altLang="ja-JP" dirty="0" err="1"/>
              <a:t>no_noise</a:t>
            </a:r>
            <a:endParaRPr kumimoji="1" lang="ja-JP" altLang="en-US" dirty="0"/>
          </a:p>
        </p:txBody>
      </p:sp>
      <p:sp>
        <p:nvSpPr>
          <p:cNvPr id="61" name="テキスト ボックス 60">
            <a:extLst>
              <a:ext uri="{FF2B5EF4-FFF2-40B4-BE49-F238E27FC236}">
                <a16:creationId xmlns:a16="http://schemas.microsoft.com/office/drawing/2014/main" id="{4324FAB4-8E40-5434-F428-A4346746299C}"/>
              </a:ext>
            </a:extLst>
          </p:cNvPr>
          <p:cNvSpPr txBox="1"/>
          <p:nvPr/>
        </p:nvSpPr>
        <p:spPr>
          <a:xfrm>
            <a:off x="6613622" y="6212984"/>
            <a:ext cx="1893073" cy="369332"/>
          </a:xfrm>
          <a:prstGeom prst="rect">
            <a:avLst/>
          </a:prstGeom>
          <a:noFill/>
        </p:spPr>
        <p:txBody>
          <a:bodyPr wrap="square" rtlCol="0">
            <a:spAutoFit/>
          </a:bodyPr>
          <a:lstStyle/>
          <a:p>
            <a:r>
              <a:rPr kumimoji="1" lang="en-US" altLang="ja-JP" dirty="0"/>
              <a:t>SNR = 0</a:t>
            </a:r>
            <a:endParaRPr kumimoji="1" lang="ja-JP" altLang="en-US" dirty="0"/>
          </a:p>
        </p:txBody>
      </p:sp>
      <p:sp>
        <p:nvSpPr>
          <p:cNvPr id="62" name="テキスト ボックス 61">
            <a:extLst>
              <a:ext uri="{FF2B5EF4-FFF2-40B4-BE49-F238E27FC236}">
                <a16:creationId xmlns:a16="http://schemas.microsoft.com/office/drawing/2014/main" id="{FBECF7C0-7A2D-C266-039C-F7BE110BBB7F}"/>
              </a:ext>
            </a:extLst>
          </p:cNvPr>
          <p:cNvSpPr txBox="1"/>
          <p:nvPr/>
        </p:nvSpPr>
        <p:spPr>
          <a:xfrm>
            <a:off x="11050923" y="6241883"/>
            <a:ext cx="1893073" cy="369332"/>
          </a:xfrm>
          <a:prstGeom prst="rect">
            <a:avLst/>
          </a:prstGeom>
          <a:noFill/>
        </p:spPr>
        <p:txBody>
          <a:bodyPr wrap="square" rtlCol="0">
            <a:spAutoFit/>
          </a:bodyPr>
          <a:lstStyle/>
          <a:p>
            <a:r>
              <a:rPr kumimoji="1" lang="en-US" altLang="ja-JP" dirty="0"/>
              <a:t>SNR = -4</a:t>
            </a:r>
            <a:endParaRPr kumimoji="1" lang="ja-JP" altLang="en-US" dirty="0"/>
          </a:p>
        </p:txBody>
      </p:sp>
      <p:sp>
        <p:nvSpPr>
          <p:cNvPr id="63" name="テキスト ボックス 62">
            <a:extLst>
              <a:ext uri="{FF2B5EF4-FFF2-40B4-BE49-F238E27FC236}">
                <a16:creationId xmlns:a16="http://schemas.microsoft.com/office/drawing/2014/main" id="{25D66EE1-329A-9255-277A-1DBBEDC5EA97}"/>
              </a:ext>
            </a:extLst>
          </p:cNvPr>
          <p:cNvSpPr txBox="1"/>
          <p:nvPr/>
        </p:nvSpPr>
        <p:spPr>
          <a:xfrm>
            <a:off x="15467718" y="6212984"/>
            <a:ext cx="1893073" cy="369332"/>
          </a:xfrm>
          <a:prstGeom prst="rect">
            <a:avLst/>
          </a:prstGeom>
          <a:noFill/>
        </p:spPr>
        <p:txBody>
          <a:bodyPr wrap="square" rtlCol="0">
            <a:spAutoFit/>
          </a:bodyPr>
          <a:lstStyle/>
          <a:p>
            <a:r>
              <a:rPr kumimoji="1" lang="en-US" altLang="ja-JP" dirty="0"/>
              <a:t>SNR = -8</a:t>
            </a:r>
            <a:endParaRPr kumimoji="1" lang="ja-JP" altLang="en-US" dirty="0"/>
          </a:p>
        </p:txBody>
      </p:sp>
      <p:sp>
        <p:nvSpPr>
          <p:cNvPr id="64" name="テキスト ボックス 63">
            <a:extLst>
              <a:ext uri="{FF2B5EF4-FFF2-40B4-BE49-F238E27FC236}">
                <a16:creationId xmlns:a16="http://schemas.microsoft.com/office/drawing/2014/main" id="{35EEEA41-36C8-8ADB-309F-22FC70C10689}"/>
              </a:ext>
            </a:extLst>
          </p:cNvPr>
          <p:cNvSpPr txBox="1"/>
          <p:nvPr/>
        </p:nvSpPr>
        <p:spPr>
          <a:xfrm>
            <a:off x="3712065" y="9897634"/>
            <a:ext cx="1893073" cy="369332"/>
          </a:xfrm>
          <a:prstGeom prst="rect">
            <a:avLst/>
          </a:prstGeom>
          <a:noFill/>
        </p:spPr>
        <p:txBody>
          <a:bodyPr wrap="square" rtlCol="0">
            <a:spAutoFit/>
          </a:bodyPr>
          <a:lstStyle/>
          <a:p>
            <a:r>
              <a:rPr kumimoji="1" lang="en-US" altLang="ja-JP" dirty="0"/>
              <a:t>SNR = -12</a:t>
            </a:r>
            <a:endParaRPr kumimoji="1" lang="ja-JP" altLang="en-US" dirty="0"/>
          </a:p>
        </p:txBody>
      </p:sp>
      <p:sp>
        <p:nvSpPr>
          <p:cNvPr id="65" name="テキスト ボックス 64">
            <a:extLst>
              <a:ext uri="{FF2B5EF4-FFF2-40B4-BE49-F238E27FC236}">
                <a16:creationId xmlns:a16="http://schemas.microsoft.com/office/drawing/2014/main" id="{BEA9E3B2-DAF0-94A3-7C3D-34C4CF2FB608}"/>
              </a:ext>
            </a:extLst>
          </p:cNvPr>
          <p:cNvSpPr txBox="1"/>
          <p:nvPr/>
        </p:nvSpPr>
        <p:spPr>
          <a:xfrm>
            <a:off x="8302978" y="9843393"/>
            <a:ext cx="1893073" cy="369332"/>
          </a:xfrm>
          <a:prstGeom prst="rect">
            <a:avLst/>
          </a:prstGeom>
          <a:noFill/>
        </p:spPr>
        <p:txBody>
          <a:bodyPr wrap="square" rtlCol="0">
            <a:spAutoFit/>
          </a:bodyPr>
          <a:lstStyle/>
          <a:p>
            <a:r>
              <a:rPr kumimoji="1" lang="en-US" altLang="ja-JP" dirty="0"/>
              <a:t>SNR = -16</a:t>
            </a:r>
            <a:endParaRPr kumimoji="1" lang="ja-JP" altLang="en-US" dirty="0"/>
          </a:p>
        </p:txBody>
      </p:sp>
      <p:sp>
        <p:nvSpPr>
          <p:cNvPr id="66" name="テキスト ボックス 65">
            <a:extLst>
              <a:ext uri="{FF2B5EF4-FFF2-40B4-BE49-F238E27FC236}">
                <a16:creationId xmlns:a16="http://schemas.microsoft.com/office/drawing/2014/main" id="{08DF0A32-C9AB-6649-6EE6-0DAE789457A4}"/>
              </a:ext>
            </a:extLst>
          </p:cNvPr>
          <p:cNvSpPr txBox="1"/>
          <p:nvPr/>
        </p:nvSpPr>
        <p:spPr>
          <a:xfrm>
            <a:off x="12900369" y="9843393"/>
            <a:ext cx="1893073" cy="369332"/>
          </a:xfrm>
          <a:prstGeom prst="rect">
            <a:avLst/>
          </a:prstGeom>
          <a:noFill/>
        </p:spPr>
        <p:txBody>
          <a:bodyPr wrap="square" rtlCol="0">
            <a:spAutoFit/>
          </a:bodyPr>
          <a:lstStyle/>
          <a:p>
            <a:r>
              <a:rPr kumimoji="1" lang="en-US" altLang="ja-JP" dirty="0"/>
              <a:t>SNR = -20</a:t>
            </a:r>
            <a:endParaRPr kumimoji="1" lang="ja-JP" altLang="en-US" dirty="0"/>
          </a:p>
        </p:txBody>
      </p:sp>
    </p:spTree>
    <p:extLst>
      <p:ext uri="{BB962C8B-B14F-4D97-AF65-F5344CB8AC3E}">
        <p14:creationId xmlns:p14="http://schemas.microsoft.com/office/powerpoint/2010/main" val="2877039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313C-185A-629D-695D-BA396C0D3E6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7F646A8-DCB2-B3C0-C3ED-E4E41480FF00}"/>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49E5452C-1F75-34F4-5A20-05FF529BEB8F}"/>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9EB64755-BEEC-A8CE-1BD3-332705F545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66D63CEB-9ABE-8AC7-CD99-9092B8F8E799}"/>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61272AF5-6C29-4E9F-411F-24431599139E}"/>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5FEE53E0-DB1D-F20A-8623-7111CC5359D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2F8A3F87-3D2A-7DFD-93C2-95EA2C73A7BD}"/>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C46CF1AA-E40B-3455-1404-FD9304DDAE93}"/>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00C33E06-9A16-501E-97AD-6321A060068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FB755EAE-214D-3201-F2B9-1616FB712617}"/>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574C95BB-0D5B-62E0-9686-2A90A36C8EFA}"/>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F3281FED-A3BF-0829-4769-36C8930E5370}"/>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73EC9C58-9A8F-0D7E-179A-F998742BD3F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660400D0-B474-C65A-AECB-CA04DCED3510}"/>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F8C6FA20-48C4-BC46-12EE-02129A91E7E0}"/>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7E7BED7E-A712-1FC4-83F2-D0F163AB8A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D5F6E3C1-C93C-0CA6-4B5A-DD1E3CC537D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0E338454-5FF2-CF70-3A83-CB637EAEE040}"/>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DD151D8D-0383-84E9-4A37-D2751B20CD1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8372AA91-CE7C-9B1F-1937-CDDFAFF8D950}"/>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DB392C42-61A4-1CE7-285F-39743A2B44CB}"/>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grpSp>
        <p:nvGrpSpPr>
          <p:cNvPr id="51" name="グループ化 50">
            <a:extLst>
              <a:ext uri="{FF2B5EF4-FFF2-40B4-BE49-F238E27FC236}">
                <a16:creationId xmlns:a16="http://schemas.microsoft.com/office/drawing/2014/main" id="{0F61B356-58B3-57E5-4E86-37B66B7DF985}"/>
              </a:ext>
            </a:extLst>
          </p:cNvPr>
          <p:cNvGrpSpPr/>
          <p:nvPr/>
        </p:nvGrpSpPr>
        <p:grpSpPr>
          <a:xfrm>
            <a:off x="885824" y="3053145"/>
            <a:ext cx="4219763" cy="520743"/>
            <a:chOff x="961837" y="3153943"/>
            <a:chExt cx="7962900" cy="501471"/>
          </a:xfrm>
        </p:grpSpPr>
        <p:grpSp>
          <p:nvGrpSpPr>
            <p:cNvPr id="24" name="Group 24">
              <a:extLst>
                <a:ext uri="{FF2B5EF4-FFF2-40B4-BE49-F238E27FC236}">
                  <a16:creationId xmlns:a16="http://schemas.microsoft.com/office/drawing/2014/main" id="{E4C34614-7E0C-BD2B-15F2-68A755D27D57}"/>
                </a:ext>
              </a:extLst>
            </p:cNvPr>
            <p:cNvGrpSpPr/>
            <p:nvPr/>
          </p:nvGrpSpPr>
          <p:grpSpPr>
            <a:xfrm>
              <a:off x="961837" y="3153943"/>
              <a:ext cx="7962900" cy="501471"/>
              <a:chOff x="0" y="0"/>
              <a:chExt cx="2097225" cy="132075"/>
            </a:xfrm>
          </p:grpSpPr>
          <p:sp>
            <p:nvSpPr>
              <p:cNvPr id="25" name="Freeform 25">
                <a:extLst>
                  <a:ext uri="{FF2B5EF4-FFF2-40B4-BE49-F238E27FC236}">
                    <a16:creationId xmlns:a16="http://schemas.microsoft.com/office/drawing/2014/main" id="{83C0842F-D9CC-EB57-1F6F-78F46BCA47AE}"/>
                  </a:ext>
                </a:extLst>
              </p:cNvPr>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406D6C"/>
              </a:solidFill>
            </p:spPr>
            <p:txBody>
              <a:bodyPr/>
              <a:lstStyle/>
              <a:p>
                <a:endParaRPr lang="ja-JP" altLang="en-US"/>
              </a:p>
            </p:txBody>
          </p:sp>
          <p:sp>
            <p:nvSpPr>
              <p:cNvPr id="26" name="TextBox 26">
                <a:extLst>
                  <a:ext uri="{FF2B5EF4-FFF2-40B4-BE49-F238E27FC236}">
                    <a16:creationId xmlns:a16="http://schemas.microsoft.com/office/drawing/2014/main" id="{DB2A751B-8AA6-FB29-688B-C8AFF3A835BC}"/>
                  </a:ext>
                </a:extLst>
              </p:cNvPr>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6" name="TextBox 36">
              <a:extLst>
                <a:ext uri="{FF2B5EF4-FFF2-40B4-BE49-F238E27FC236}">
                  <a16:creationId xmlns:a16="http://schemas.microsoft.com/office/drawing/2014/main" id="{8E577E88-4410-4E40-1885-78D31797CC68}"/>
                </a:ext>
              </a:extLst>
            </p:cNvPr>
            <p:cNvSpPr txBox="1"/>
            <p:nvPr/>
          </p:nvSpPr>
          <p:spPr>
            <a:xfrm>
              <a:off x="1166813" y="3163992"/>
              <a:ext cx="7401815" cy="419795"/>
            </a:xfrm>
            <a:prstGeom prst="rect">
              <a:avLst/>
            </a:prstGeom>
          </p:spPr>
          <p:txBody>
            <a:bodyPr wrap="square"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回帰分析</a:t>
              </a:r>
              <a:r>
                <a:rPr lang="en-US" altLang="ja-JP" sz="2499" dirty="0">
                  <a:solidFill>
                    <a:srgbClr val="FFFFFF"/>
                  </a:solidFill>
                  <a:latin typeface="Source Han Sans JP Medium"/>
                  <a:ea typeface="Source Han Sans JP Medium"/>
                  <a:cs typeface="Source Han Sans JP Medium"/>
                  <a:sym typeface="Source Han Sans JP Medium"/>
                </a:rPr>
                <a:t>(R</a:t>
              </a:r>
              <a:r>
                <a:rPr lang="en-US" altLang="ja-JP" sz="2499" baseline="30000" dirty="0">
                  <a:solidFill>
                    <a:srgbClr val="FFFFFF"/>
                  </a:solidFill>
                  <a:latin typeface="Source Han Sans JP Medium"/>
                  <a:ea typeface="Source Han Sans JP Medium"/>
                  <a:cs typeface="Source Han Sans JP Medium"/>
                  <a:sym typeface="Source Han Sans JP Medium"/>
                </a:rPr>
                <a:t>2</a:t>
              </a:r>
              <a:r>
                <a:rPr lang="en-US" altLang="ja-JP" sz="2499" dirty="0">
                  <a:solidFill>
                    <a:srgbClr val="FFFFFF"/>
                  </a:solidFill>
                  <a:latin typeface="Source Han Sans JP Medium"/>
                  <a:ea typeface="Source Han Sans JP Medium"/>
                  <a:cs typeface="Source Han Sans JP Medium"/>
                  <a:sym typeface="Source Han Sans JP Medium"/>
                </a:rPr>
                <a:t> score)</a:t>
              </a:r>
              <a:r>
                <a:rPr lang="ja-JP" altLang="en-US" sz="2499" dirty="0">
                  <a:solidFill>
                    <a:srgbClr val="FFFFFF"/>
                  </a:solidFill>
                  <a:latin typeface="Source Han Sans JP Medium"/>
                  <a:ea typeface="Source Han Sans JP Medium"/>
                  <a:cs typeface="Source Han Sans JP Medium"/>
                  <a:sym typeface="Source Han Sans JP Medium"/>
                </a:rPr>
                <a:t>の結果</a:t>
              </a:r>
              <a:endParaRPr lang="en-US" sz="2499" dirty="0">
                <a:solidFill>
                  <a:srgbClr val="FFFFFF"/>
                </a:solidFill>
                <a:latin typeface="Source Han Sans JP Medium"/>
                <a:ea typeface="Source Han Sans JP Medium"/>
                <a:cs typeface="Source Han Sans JP Medium"/>
                <a:sym typeface="Source Han Sans JP Medium"/>
              </a:endParaRPr>
            </a:p>
          </p:txBody>
        </p:sp>
      </p:grpSp>
      <p:sp>
        <p:nvSpPr>
          <p:cNvPr id="50" name="スライド番号プレースホルダー 28">
            <a:extLst>
              <a:ext uri="{FF2B5EF4-FFF2-40B4-BE49-F238E27FC236}">
                <a16:creationId xmlns:a16="http://schemas.microsoft.com/office/drawing/2014/main" id="{430108E7-F000-74F2-3389-6703D938BC9B}"/>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14</a:t>
            </a:fld>
            <a:endParaRPr lang="en-US" sz="4800" dirty="0"/>
          </a:p>
        </p:txBody>
      </p:sp>
      <p:sp>
        <p:nvSpPr>
          <p:cNvPr id="31" name="TextBox 34">
            <a:extLst>
              <a:ext uri="{FF2B5EF4-FFF2-40B4-BE49-F238E27FC236}">
                <a16:creationId xmlns:a16="http://schemas.microsoft.com/office/drawing/2014/main" id="{F0983E3F-9ECA-9AB3-EEC9-69CAD28BAACC}"/>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graphicFrame>
        <p:nvGraphicFramePr>
          <p:cNvPr id="40" name="Table 26">
            <a:extLst>
              <a:ext uri="{FF2B5EF4-FFF2-40B4-BE49-F238E27FC236}">
                <a16:creationId xmlns:a16="http://schemas.microsoft.com/office/drawing/2014/main" id="{1B3906EE-979D-F0B7-54C2-B5867314DC87}"/>
              </a:ext>
            </a:extLst>
          </p:cNvPr>
          <p:cNvGraphicFramePr>
            <a:graphicFrameLocks noGrp="1"/>
          </p:cNvGraphicFramePr>
          <p:nvPr>
            <p:extLst>
              <p:ext uri="{D42A27DB-BD31-4B8C-83A1-F6EECF244321}">
                <p14:modId xmlns:p14="http://schemas.microsoft.com/office/powerpoint/2010/main" val="3278486776"/>
              </p:ext>
            </p:extLst>
          </p:nvPr>
        </p:nvGraphicFramePr>
        <p:xfrm>
          <a:off x="885823" y="3739588"/>
          <a:ext cx="16373477" cy="4019868"/>
        </p:xfrm>
        <a:graphic>
          <a:graphicData uri="http://schemas.openxmlformats.org/drawingml/2006/table">
            <a:tbl>
              <a:tblPr/>
              <a:tblGrid>
                <a:gridCol w="2469947">
                  <a:extLst>
                    <a:ext uri="{9D8B030D-6E8A-4147-A177-3AD203B41FA5}">
                      <a16:colId xmlns:a16="http://schemas.microsoft.com/office/drawing/2014/main" val="20000"/>
                    </a:ext>
                  </a:extLst>
                </a:gridCol>
                <a:gridCol w="2102801">
                  <a:extLst>
                    <a:ext uri="{9D8B030D-6E8A-4147-A177-3AD203B41FA5}">
                      <a16:colId xmlns:a16="http://schemas.microsoft.com/office/drawing/2014/main" val="20001"/>
                    </a:ext>
                  </a:extLst>
                </a:gridCol>
                <a:gridCol w="2019145">
                  <a:extLst>
                    <a:ext uri="{9D8B030D-6E8A-4147-A177-3AD203B41FA5}">
                      <a16:colId xmlns:a16="http://schemas.microsoft.com/office/drawing/2014/main" val="20002"/>
                    </a:ext>
                  </a:extLst>
                </a:gridCol>
                <a:gridCol w="1959770">
                  <a:extLst>
                    <a:ext uri="{9D8B030D-6E8A-4147-A177-3AD203B41FA5}">
                      <a16:colId xmlns:a16="http://schemas.microsoft.com/office/drawing/2014/main" val="20003"/>
                    </a:ext>
                  </a:extLst>
                </a:gridCol>
                <a:gridCol w="1959770">
                  <a:extLst>
                    <a:ext uri="{9D8B030D-6E8A-4147-A177-3AD203B41FA5}">
                      <a16:colId xmlns:a16="http://schemas.microsoft.com/office/drawing/2014/main" val="3209051730"/>
                    </a:ext>
                  </a:extLst>
                </a:gridCol>
                <a:gridCol w="1959770">
                  <a:extLst>
                    <a:ext uri="{9D8B030D-6E8A-4147-A177-3AD203B41FA5}">
                      <a16:colId xmlns:a16="http://schemas.microsoft.com/office/drawing/2014/main" val="1242190728"/>
                    </a:ext>
                  </a:extLst>
                </a:gridCol>
                <a:gridCol w="1959770">
                  <a:extLst>
                    <a:ext uri="{9D8B030D-6E8A-4147-A177-3AD203B41FA5}">
                      <a16:colId xmlns:a16="http://schemas.microsoft.com/office/drawing/2014/main" val="3424571258"/>
                    </a:ext>
                  </a:extLst>
                </a:gridCol>
                <a:gridCol w="1942504">
                  <a:extLst>
                    <a:ext uri="{9D8B030D-6E8A-4147-A177-3AD203B41FA5}">
                      <a16:colId xmlns:a16="http://schemas.microsoft.com/office/drawing/2014/main" val="438657913"/>
                    </a:ext>
                  </a:extLst>
                </a:gridCol>
              </a:tblGrid>
              <a:tr h="1187604">
                <a:tc>
                  <a:txBody>
                    <a:bodyPr/>
                    <a:lstStyle/>
                    <a:p>
                      <a:pPr algn="ctr">
                        <a:lnSpc>
                          <a:spcPts val="3038"/>
                        </a:lnSpc>
                        <a:defRPr/>
                      </a:pPr>
                      <a:r>
                        <a:rPr lang="ja-JP" altLang="en-US" sz="2000" dirty="0">
                          <a:latin typeface="Source Han Sans JP Medium" panose="020B0600070205080204" charset="-128"/>
                          <a:ea typeface="Source Han Sans JP Medium" panose="020B0600070205080204" charset="-128"/>
                        </a:rPr>
                        <a:t>結果</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err="1">
                          <a:latin typeface="Source Han Sans JP Medium" panose="020B0600070205080204" charset="-128"/>
                          <a:ea typeface="Source Han Sans JP Medium" panose="020B0600070205080204" charset="-128"/>
                        </a:rPr>
                        <a:t>no_noise</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solidFill>
                            <a:srgbClr val="292B2B"/>
                          </a:solidFill>
                          <a:latin typeface="Source Han Sans JP Medium"/>
                          <a:ea typeface="Source Han Sans JP Medium"/>
                          <a:sym typeface="Source Han Sans JP Medium"/>
                        </a:rPr>
                        <a:t>SNR = 0</a:t>
                      </a:r>
                      <a:endParaRPr lang="en-US" sz="20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SNR = -4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-12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-16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-20</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extLst>
                  <a:ext uri="{0D108BD9-81ED-4DB2-BD59-A6C34878D82A}">
                    <a16:rowId xmlns:a16="http://schemas.microsoft.com/office/drawing/2014/main" val="10000"/>
                  </a:ext>
                </a:extLst>
              </a:tr>
              <a:tr h="1416132">
                <a:tc>
                  <a:txBody>
                    <a:bodyPr/>
                    <a:lstStyle/>
                    <a:p>
                      <a:pPr algn="ctr">
                        <a:lnSpc>
                          <a:spcPts val="3079"/>
                        </a:lnSpc>
                        <a:defRPr/>
                      </a:pPr>
                      <a:r>
                        <a:rPr lang="en-US" sz="3200" dirty="0">
                          <a:solidFill>
                            <a:srgbClr val="292B2B"/>
                          </a:solidFill>
                          <a:latin typeface="Source Han Sans JP Medium"/>
                          <a:ea typeface="Source Han Sans JP Medium"/>
                          <a:sym typeface="Source Han Sans JP Medium"/>
                        </a:rPr>
                        <a:t>R2 score</a:t>
                      </a:r>
                      <a:endParaRPr lang="en-US" sz="32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0.9926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0.9888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0.9836</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0.9657</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0.9135</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0.8009</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0.6527</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extLst>
                  <a:ext uri="{0D108BD9-81ED-4DB2-BD59-A6C34878D82A}">
                    <a16:rowId xmlns:a16="http://schemas.microsoft.com/office/drawing/2014/main" val="10001"/>
                  </a:ext>
                </a:extLst>
              </a:tr>
              <a:tr h="1416132">
                <a:tc>
                  <a:txBody>
                    <a:bodyPr/>
                    <a:lstStyle/>
                    <a:p>
                      <a:pPr algn="ctr">
                        <a:lnSpc>
                          <a:spcPts val="3079"/>
                        </a:lnSpc>
                        <a:defRPr/>
                      </a:pPr>
                      <a:r>
                        <a:rPr lang="ja-JP" altLang="en-US" sz="3200" dirty="0">
                          <a:latin typeface="Source Han Sans JP Medium" panose="020B0600070205080204" charset="-128"/>
                          <a:ea typeface="Source Han Sans JP Medium" panose="020B0600070205080204" charset="-128"/>
                        </a:rPr>
                        <a:t>順位</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1</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extLst>
                  <a:ext uri="{0D108BD9-81ED-4DB2-BD59-A6C34878D82A}">
                    <a16:rowId xmlns:a16="http://schemas.microsoft.com/office/drawing/2014/main" val="10002"/>
                  </a:ext>
                </a:extLst>
              </a:tr>
            </a:tbl>
          </a:graphicData>
        </a:graphic>
      </p:graphicFrame>
      <p:sp>
        <p:nvSpPr>
          <p:cNvPr id="27" name="テキスト ボックス 26">
            <a:extLst>
              <a:ext uri="{FF2B5EF4-FFF2-40B4-BE49-F238E27FC236}">
                <a16:creationId xmlns:a16="http://schemas.microsoft.com/office/drawing/2014/main" id="{FA6D9203-61B3-E482-929B-95C2733CAE86}"/>
              </a:ext>
            </a:extLst>
          </p:cNvPr>
          <p:cNvSpPr txBox="1"/>
          <p:nvPr/>
        </p:nvSpPr>
        <p:spPr>
          <a:xfrm>
            <a:off x="2171700" y="8136555"/>
            <a:ext cx="13944600" cy="993413"/>
          </a:xfrm>
          <a:prstGeom prst="rect">
            <a:avLst/>
          </a:prstGeom>
          <a:noFill/>
        </p:spPr>
        <p:txBody>
          <a:bodyPr wrap="square">
            <a:spAutoFit/>
          </a:bodyPr>
          <a:lstStyle/>
          <a:p>
            <a:pPr algn="l">
              <a:lnSpc>
                <a:spcPts val="3520"/>
              </a:lnSpc>
              <a:buClr>
                <a:srgbClr val="64A4A3"/>
              </a:buClr>
              <a:buSzPct val="100000"/>
            </a:pPr>
            <a:r>
              <a:rPr lang="ja-JP" altLang="en-US" sz="3200" u="none" strike="noStrike" dirty="0">
                <a:solidFill>
                  <a:srgbClr val="292B2B"/>
                </a:solidFill>
                <a:latin typeface="Source Han Sans JP"/>
                <a:ea typeface="Source Han Sans JP"/>
                <a:cs typeface="Source Han Sans JP"/>
                <a:sym typeface="Source Han Sans JP"/>
              </a:rPr>
              <a:t>決定係数は，回帰モデルの精度を評価する指標で，アンサンブルで回帰予測の安定化や過剰適合の緩和に繋がった？</a:t>
            </a:r>
            <a:endParaRPr lang="en-US" altLang="ja-JP" sz="3200"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28" name="矢印: 下 27">
            <a:extLst>
              <a:ext uri="{FF2B5EF4-FFF2-40B4-BE49-F238E27FC236}">
                <a16:creationId xmlns:a16="http://schemas.microsoft.com/office/drawing/2014/main" id="{E0BDC216-38E8-A931-D47D-37339FC36CD2}"/>
              </a:ext>
            </a:extLst>
          </p:cNvPr>
          <p:cNvSpPr/>
          <p:nvPr/>
        </p:nvSpPr>
        <p:spPr>
          <a:xfrm rot="16200000">
            <a:off x="1233528" y="8143662"/>
            <a:ext cx="737656" cy="68897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9" name="TextBox 24">
            <a:extLst>
              <a:ext uri="{FF2B5EF4-FFF2-40B4-BE49-F238E27FC236}">
                <a16:creationId xmlns:a16="http://schemas.microsoft.com/office/drawing/2014/main" id="{8FEF5D4E-4A76-8C6E-7FF1-0FB6DBFD3275}"/>
              </a:ext>
            </a:extLst>
          </p:cNvPr>
          <p:cNvSpPr txBox="1"/>
          <p:nvPr/>
        </p:nvSpPr>
        <p:spPr>
          <a:xfrm>
            <a:off x="2709918" y="1676416"/>
            <a:ext cx="16111482" cy="740908"/>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ホワイトノイズ</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1249858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C5F8A-6701-AA0D-3709-029CC68DC97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E3CD41-F899-28DE-A8C5-233DF8F467BE}"/>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1004D98D-EC93-8A48-1CE2-DFE18B1F33EF}"/>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855825F6-9581-8DF2-B4B9-E13824D8753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A91327E1-4E88-1E43-70FF-73E29CD2385B}"/>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422002BB-AE20-EE45-EF9D-EEA1262DCC77}"/>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6AFC5BE7-6EFD-C3F7-CFF7-118CF037019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34E4D8A0-26FE-D9D7-1E7D-4C3CDF870F6E}"/>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1C13642C-7C95-56BD-DAF7-ABF324169692}"/>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A4D62F54-69A5-96BF-31FD-9263158CAB2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F527F681-6A6F-B3C5-86E9-056C153D2125}"/>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273BE151-57A1-B9F6-23D0-454404C8C1D2}"/>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8EDE2A12-9D17-305E-2D5E-A97999FBE68E}"/>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D3863E87-EE9E-D59E-ADBF-B168A094A5D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E13ACE6E-CB56-F616-69B3-4CD25C9523E1}"/>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964B962F-1426-42B3-E54F-2CAB3D95DB44}"/>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FEAA63F1-491E-4B92-31EC-F20D9A72E3F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86372986-04E6-7DBB-0CB6-0ED8EAC3F4FC}"/>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D946ECBD-0EF2-DF9D-90E7-71F09A9B16A0}"/>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E4B23EBE-5C92-560F-16B0-68B5B2DAA94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B36490EE-0042-8BE7-CB97-DEFD55F1A39E}"/>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1FF40EF5-DA88-F419-B8BB-D50258268CF7}"/>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50" name="スライド番号プレースホルダー 28">
            <a:extLst>
              <a:ext uri="{FF2B5EF4-FFF2-40B4-BE49-F238E27FC236}">
                <a16:creationId xmlns:a16="http://schemas.microsoft.com/office/drawing/2014/main" id="{4C7DF987-683B-1058-5D47-A52025C41D27}"/>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15</a:t>
            </a:fld>
            <a:endParaRPr lang="en-US" sz="4800" dirty="0"/>
          </a:p>
        </p:txBody>
      </p:sp>
      <p:sp>
        <p:nvSpPr>
          <p:cNvPr id="31" name="TextBox 34">
            <a:extLst>
              <a:ext uri="{FF2B5EF4-FFF2-40B4-BE49-F238E27FC236}">
                <a16:creationId xmlns:a16="http://schemas.microsoft.com/office/drawing/2014/main" id="{1105F340-1E41-A6CE-17B5-8CB97584522C}"/>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sp>
        <p:nvSpPr>
          <p:cNvPr id="29" name="TextBox 24">
            <a:extLst>
              <a:ext uri="{FF2B5EF4-FFF2-40B4-BE49-F238E27FC236}">
                <a16:creationId xmlns:a16="http://schemas.microsoft.com/office/drawing/2014/main" id="{9908987F-7DA5-76A4-9539-F9ACE61A2985}"/>
              </a:ext>
            </a:extLst>
          </p:cNvPr>
          <p:cNvSpPr txBox="1"/>
          <p:nvPr/>
        </p:nvSpPr>
        <p:spPr>
          <a:xfrm>
            <a:off x="2709918" y="1676416"/>
            <a:ext cx="16111482" cy="740908"/>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ホワイトノイズ</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pic>
        <p:nvPicPr>
          <p:cNvPr id="30" name="図 29" descr="グラフ, 棒グラフ&#10;&#10;自動的に生成された説明">
            <a:extLst>
              <a:ext uri="{FF2B5EF4-FFF2-40B4-BE49-F238E27FC236}">
                <a16:creationId xmlns:a16="http://schemas.microsoft.com/office/drawing/2014/main" id="{C00017AD-5360-D604-4C52-ED2CF8B730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3743" y="2941528"/>
            <a:ext cx="4778223" cy="3583667"/>
          </a:xfrm>
          <a:prstGeom prst="rect">
            <a:avLst/>
          </a:prstGeom>
        </p:spPr>
      </p:pic>
      <p:pic>
        <p:nvPicPr>
          <p:cNvPr id="33" name="図 32" descr="グラフ, 棒グラフ&#10;&#10;自動的に生成された説明">
            <a:extLst>
              <a:ext uri="{FF2B5EF4-FFF2-40B4-BE49-F238E27FC236}">
                <a16:creationId xmlns:a16="http://schemas.microsoft.com/office/drawing/2014/main" id="{5C178B81-8BBB-A522-9CDD-160505F6F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6680" y="2940138"/>
            <a:ext cx="4778223" cy="3583667"/>
          </a:xfrm>
          <a:prstGeom prst="rect">
            <a:avLst/>
          </a:prstGeom>
        </p:spPr>
      </p:pic>
      <p:pic>
        <p:nvPicPr>
          <p:cNvPr id="35" name="図 34" descr="グラフ, 棒グラフ&#10;&#10;自動的に生成された説明">
            <a:extLst>
              <a:ext uri="{FF2B5EF4-FFF2-40B4-BE49-F238E27FC236}">
                <a16:creationId xmlns:a16="http://schemas.microsoft.com/office/drawing/2014/main" id="{B2597712-0EEE-2AFC-E794-2304AD84B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63630" y="2938748"/>
            <a:ext cx="4778223" cy="3583667"/>
          </a:xfrm>
          <a:prstGeom prst="rect">
            <a:avLst/>
          </a:prstGeom>
        </p:spPr>
      </p:pic>
      <p:pic>
        <p:nvPicPr>
          <p:cNvPr id="38" name="図 37" descr="グラフ, 棒グラフ&#10;&#10;自動的に生成された説明">
            <a:extLst>
              <a:ext uri="{FF2B5EF4-FFF2-40B4-BE49-F238E27FC236}">
                <a16:creationId xmlns:a16="http://schemas.microsoft.com/office/drawing/2014/main" id="{A698EFBF-85E0-9A96-C020-C1B4C1709A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2600" y="6312974"/>
            <a:ext cx="4778223" cy="3583667"/>
          </a:xfrm>
          <a:prstGeom prst="rect">
            <a:avLst/>
          </a:prstGeom>
        </p:spPr>
      </p:pic>
      <p:pic>
        <p:nvPicPr>
          <p:cNvPr id="41" name="図 40" descr="グラフ, 棒グラフ&#10;&#10;自動的に生成された説明">
            <a:extLst>
              <a:ext uri="{FF2B5EF4-FFF2-40B4-BE49-F238E27FC236}">
                <a16:creationId xmlns:a16="http://schemas.microsoft.com/office/drawing/2014/main" id="{9F2A2F43-3AB8-CC40-3289-C92F0E58EA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2675" y="6312974"/>
            <a:ext cx="4778223" cy="3583667"/>
          </a:xfrm>
          <a:prstGeom prst="rect">
            <a:avLst/>
          </a:prstGeom>
        </p:spPr>
      </p:pic>
      <p:pic>
        <p:nvPicPr>
          <p:cNvPr id="43" name="図 42" descr="グラフ, 棒グラフ&#10;&#10;自動的に生成された説明">
            <a:extLst>
              <a:ext uri="{FF2B5EF4-FFF2-40B4-BE49-F238E27FC236}">
                <a16:creationId xmlns:a16="http://schemas.microsoft.com/office/drawing/2014/main" id="{32C498C4-FFE1-F0DD-33CC-3F8399295F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897906" y="6312974"/>
            <a:ext cx="4778223" cy="3583667"/>
          </a:xfrm>
          <a:prstGeom prst="rect">
            <a:avLst/>
          </a:prstGeom>
        </p:spPr>
      </p:pic>
      <p:pic>
        <p:nvPicPr>
          <p:cNvPr id="45" name="図 44" descr="グラフ, 棒グラフ&#10;&#10;自動的に生成された説明">
            <a:extLst>
              <a:ext uri="{FF2B5EF4-FFF2-40B4-BE49-F238E27FC236}">
                <a16:creationId xmlns:a16="http://schemas.microsoft.com/office/drawing/2014/main" id="{156918EC-2936-9490-D00A-5821836ED9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0806" y="2928291"/>
            <a:ext cx="4778223" cy="3583667"/>
          </a:xfrm>
          <a:prstGeom prst="rect">
            <a:avLst/>
          </a:prstGeom>
        </p:spPr>
      </p:pic>
      <p:sp>
        <p:nvSpPr>
          <p:cNvPr id="46" name="テキスト ボックス 45">
            <a:extLst>
              <a:ext uri="{FF2B5EF4-FFF2-40B4-BE49-F238E27FC236}">
                <a16:creationId xmlns:a16="http://schemas.microsoft.com/office/drawing/2014/main" id="{83365646-3AEE-E30C-C80A-6D1BC92FE211}"/>
              </a:ext>
            </a:extLst>
          </p:cNvPr>
          <p:cNvSpPr txBox="1"/>
          <p:nvPr/>
        </p:nvSpPr>
        <p:spPr>
          <a:xfrm>
            <a:off x="1752600" y="6205693"/>
            <a:ext cx="1893073" cy="369332"/>
          </a:xfrm>
          <a:prstGeom prst="rect">
            <a:avLst/>
          </a:prstGeom>
          <a:noFill/>
        </p:spPr>
        <p:txBody>
          <a:bodyPr wrap="square" rtlCol="0">
            <a:spAutoFit/>
          </a:bodyPr>
          <a:lstStyle/>
          <a:p>
            <a:r>
              <a:rPr kumimoji="1" lang="en-US" altLang="ja-JP" dirty="0"/>
              <a:t>SNR = </a:t>
            </a:r>
            <a:r>
              <a:rPr kumimoji="1" lang="en-US" altLang="ja-JP" dirty="0" err="1"/>
              <a:t>no_noise</a:t>
            </a:r>
            <a:endParaRPr kumimoji="1" lang="ja-JP" altLang="en-US" dirty="0"/>
          </a:p>
        </p:txBody>
      </p:sp>
      <p:sp>
        <p:nvSpPr>
          <p:cNvPr id="47" name="テキスト ボックス 46">
            <a:extLst>
              <a:ext uri="{FF2B5EF4-FFF2-40B4-BE49-F238E27FC236}">
                <a16:creationId xmlns:a16="http://schemas.microsoft.com/office/drawing/2014/main" id="{E5B7D7A1-3071-F6F5-9089-0B80B92BD11D}"/>
              </a:ext>
            </a:extLst>
          </p:cNvPr>
          <p:cNvSpPr txBox="1"/>
          <p:nvPr/>
        </p:nvSpPr>
        <p:spPr>
          <a:xfrm>
            <a:off x="6701643" y="6218930"/>
            <a:ext cx="1893073" cy="369332"/>
          </a:xfrm>
          <a:prstGeom prst="rect">
            <a:avLst/>
          </a:prstGeom>
          <a:noFill/>
        </p:spPr>
        <p:txBody>
          <a:bodyPr wrap="square" rtlCol="0">
            <a:spAutoFit/>
          </a:bodyPr>
          <a:lstStyle/>
          <a:p>
            <a:r>
              <a:rPr kumimoji="1" lang="en-US" altLang="ja-JP" dirty="0"/>
              <a:t>SNR = 0</a:t>
            </a:r>
            <a:endParaRPr kumimoji="1" lang="ja-JP" altLang="en-US" dirty="0"/>
          </a:p>
        </p:txBody>
      </p:sp>
      <p:sp>
        <p:nvSpPr>
          <p:cNvPr id="48" name="テキスト ボックス 47">
            <a:extLst>
              <a:ext uri="{FF2B5EF4-FFF2-40B4-BE49-F238E27FC236}">
                <a16:creationId xmlns:a16="http://schemas.microsoft.com/office/drawing/2014/main" id="{98AB9D51-87D1-E09C-A7BD-924F54C070FF}"/>
              </a:ext>
            </a:extLst>
          </p:cNvPr>
          <p:cNvSpPr txBox="1"/>
          <p:nvPr/>
        </p:nvSpPr>
        <p:spPr>
          <a:xfrm>
            <a:off x="11086757" y="6234554"/>
            <a:ext cx="1893073" cy="369332"/>
          </a:xfrm>
          <a:prstGeom prst="rect">
            <a:avLst/>
          </a:prstGeom>
          <a:noFill/>
        </p:spPr>
        <p:txBody>
          <a:bodyPr wrap="square" rtlCol="0">
            <a:spAutoFit/>
          </a:bodyPr>
          <a:lstStyle/>
          <a:p>
            <a:r>
              <a:rPr kumimoji="1" lang="en-US" altLang="ja-JP" dirty="0"/>
              <a:t>SNR = -4</a:t>
            </a:r>
            <a:endParaRPr kumimoji="1" lang="ja-JP" altLang="en-US" dirty="0"/>
          </a:p>
        </p:txBody>
      </p:sp>
      <p:sp>
        <p:nvSpPr>
          <p:cNvPr id="49" name="テキスト ボックス 48">
            <a:extLst>
              <a:ext uri="{FF2B5EF4-FFF2-40B4-BE49-F238E27FC236}">
                <a16:creationId xmlns:a16="http://schemas.microsoft.com/office/drawing/2014/main" id="{426156C9-42F4-5B7D-BB93-A279462C7124}"/>
              </a:ext>
            </a:extLst>
          </p:cNvPr>
          <p:cNvSpPr txBox="1"/>
          <p:nvPr/>
        </p:nvSpPr>
        <p:spPr>
          <a:xfrm>
            <a:off x="15626606" y="6234554"/>
            <a:ext cx="1893073" cy="369332"/>
          </a:xfrm>
          <a:prstGeom prst="rect">
            <a:avLst/>
          </a:prstGeom>
          <a:noFill/>
        </p:spPr>
        <p:txBody>
          <a:bodyPr wrap="square" rtlCol="0">
            <a:spAutoFit/>
          </a:bodyPr>
          <a:lstStyle/>
          <a:p>
            <a:r>
              <a:rPr kumimoji="1" lang="en-US" altLang="ja-JP" dirty="0"/>
              <a:t>SNR = -8</a:t>
            </a:r>
            <a:endParaRPr kumimoji="1" lang="ja-JP" altLang="en-US" dirty="0"/>
          </a:p>
        </p:txBody>
      </p:sp>
      <p:sp>
        <p:nvSpPr>
          <p:cNvPr id="52" name="テキスト ボックス 51">
            <a:extLst>
              <a:ext uri="{FF2B5EF4-FFF2-40B4-BE49-F238E27FC236}">
                <a16:creationId xmlns:a16="http://schemas.microsoft.com/office/drawing/2014/main" id="{6D94DA27-6723-6AF2-BFC4-33F56CDAE2D3}"/>
              </a:ext>
            </a:extLst>
          </p:cNvPr>
          <p:cNvSpPr txBox="1"/>
          <p:nvPr/>
        </p:nvSpPr>
        <p:spPr>
          <a:xfrm>
            <a:off x="3831632" y="9698738"/>
            <a:ext cx="1893073" cy="369332"/>
          </a:xfrm>
          <a:prstGeom prst="rect">
            <a:avLst/>
          </a:prstGeom>
          <a:noFill/>
        </p:spPr>
        <p:txBody>
          <a:bodyPr wrap="square" rtlCol="0">
            <a:spAutoFit/>
          </a:bodyPr>
          <a:lstStyle/>
          <a:p>
            <a:r>
              <a:rPr kumimoji="1" lang="en-US" altLang="ja-JP" dirty="0"/>
              <a:t>SNR = 12</a:t>
            </a:r>
            <a:endParaRPr kumimoji="1" lang="ja-JP" altLang="en-US" dirty="0"/>
          </a:p>
        </p:txBody>
      </p:sp>
      <p:sp>
        <p:nvSpPr>
          <p:cNvPr id="53" name="テキスト ボックス 52">
            <a:extLst>
              <a:ext uri="{FF2B5EF4-FFF2-40B4-BE49-F238E27FC236}">
                <a16:creationId xmlns:a16="http://schemas.microsoft.com/office/drawing/2014/main" id="{5CBB5845-A23C-ECB0-18F2-7FC661FFBBAB}"/>
              </a:ext>
            </a:extLst>
          </p:cNvPr>
          <p:cNvSpPr txBox="1"/>
          <p:nvPr/>
        </p:nvSpPr>
        <p:spPr>
          <a:xfrm>
            <a:off x="8552869" y="9687593"/>
            <a:ext cx="1893073" cy="369332"/>
          </a:xfrm>
          <a:prstGeom prst="rect">
            <a:avLst/>
          </a:prstGeom>
          <a:noFill/>
        </p:spPr>
        <p:txBody>
          <a:bodyPr wrap="square" rtlCol="0">
            <a:spAutoFit/>
          </a:bodyPr>
          <a:lstStyle/>
          <a:p>
            <a:r>
              <a:rPr kumimoji="1" lang="en-US" altLang="ja-JP" dirty="0"/>
              <a:t>SNR = -16</a:t>
            </a:r>
            <a:endParaRPr kumimoji="1" lang="ja-JP" altLang="en-US" dirty="0"/>
          </a:p>
        </p:txBody>
      </p:sp>
      <p:sp>
        <p:nvSpPr>
          <p:cNvPr id="54" name="テキスト ボックス 53">
            <a:extLst>
              <a:ext uri="{FF2B5EF4-FFF2-40B4-BE49-F238E27FC236}">
                <a16:creationId xmlns:a16="http://schemas.microsoft.com/office/drawing/2014/main" id="{E19EEF9C-A27A-2350-4D87-425ADA41370A}"/>
              </a:ext>
            </a:extLst>
          </p:cNvPr>
          <p:cNvSpPr txBox="1"/>
          <p:nvPr/>
        </p:nvSpPr>
        <p:spPr>
          <a:xfrm>
            <a:off x="12981504" y="9683473"/>
            <a:ext cx="1893073" cy="369332"/>
          </a:xfrm>
          <a:prstGeom prst="rect">
            <a:avLst/>
          </a:prstGeom>
          <a:noFill/>
        </p:spPr>
        <p:txBody>
          <a:bodyPr wrap="square" rtlCol="0">
            <a:spAutoFit/>
          </a:bodyPr>
          <a:lstStyle/>
          <a:p>
            <a:r>
              <a:rPr kumimoji="1" lang="en-US" altLang="ja-JP" dirty="0"/>
              <a:t>SNR = 20</a:t>
            </a:r>
            <a:endParaRPr kumimoji="1" lang="ja-JP" altLang="en-US" dirty="0"/>
          </a:p>
        </p:txBody>
      </p:sp>
    </p:spTree>
    <p:extLst>
      <p:ext uri="{BB962C8B-B14F-4D97-AF65-F5344CB8AC3E}">
        <p14:creationId xmlns:p14="http://schemas.microsoft.com/office/powerpoint/2010/main" val="1688416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E011C-B5A9-F806-DE6D-D6B5CA5B79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F741D87-134F-D63C-C0F2-873ECF9EAE7C}"/>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079CABBD-A868-C5AD-1CF4-CEE689234493}"/>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57001B55-749B-DD9E-0E14-0C637F9231B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9CB4F3DD-B074-5520-65C7-059BFA1FA1C0}"/>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35C10C38-F3D6-D6C3-2989-F86226AE47F4}"/>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A3361A92-DA3B-6A0B-2D83-70AB81C82C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EF2E4D46-1B26-4077-B49B-6F0EC5C6510B}"/>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B8A2F453-586A-7CF8-49F2-E8049F481498}"/>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9ACA7FC4-7B5D-6F1A-4A18-717B84360FB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57B77398-062C-0183-939F-EE4002B7127B}"/>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BBC0D077-EB66-5275-7F82-CF268BFF771A}"/>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2BA331DD-7D72-868D-B3C6-8E27E10EC263}"/>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498AC237-C6F6-863A-1AF1-8793681BC3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E7E48AA2-4426-36AA-2DDA-E5477A7D66E2}"/>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080C1B5D-50E1-D139-6482-4FAB3DD75E24}"/>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43336417-033D-7682-9EAB-3807F4C3034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64EBB265-F769-DF05-F5D5-6BDFF877F35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D358D355-0D45-A06D-7559-827D7C9D8449}"/>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0AFB3913-B2D0-1B1D-62A1-741F1626D19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8150ACCF-E010-5CD0-C645-2EDD2CABDDD3}"/>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CC86542F-9803-16AC-86DF-1489D4179C40}"/>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50" name="スライド番号プレースホルダー 28">
            <a:extLst>
              <a:ext uri="{FF2B5EF4-FFF2-40B4-BE49-F238E27FC236}">
                <a16:creationId xmlns:a16="http://schemas.microsoft.com/office/drawing/2014/main" id="{A5AA818C-E447-19DD-6AD6-56F4B25030AB}"/>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16</a:t>
            </a:fld>
            <a:endParaRPr lang="en-US" sz="4800" dirty="0"/>
          </a:p>
        </p:txBody>
      </p:sp>
      <p:sp>
        <p:nvSpPr>
          <p:cNvPr id="31" name="TextBox 34">
            <a:extLst>
              <a:ext uri="{FF2B5EF4-FFF2-40B4-BE49-F238E27FC236}">
                <a16:creationId xmlns:a16="http://schemas.microsoft.com/office/drawing/2014/main" id="{FCE13721-79EF-B9D9-67C8-BEF0BCE5273F}"/>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graphicFrame>
        <p:nvGraphicFramePr>
          <p:cNvPr id="40" name="Table 26">
            <a:extLst>
              <a:ext uri="{FF2B5EF4-FFF2-40B4-BE49-F238E27FC236}">
                <a16:creationId xmlns:a16="http://schemas.microsoft.com/office/drawing/2014/main" id="{51A6C2C3-3557-B161-26D2-56F5A228993C}"/>
              </a:ext>
            </a:extLst>
          </p:cNvPr>
          <p:cNvGraphicFramePr>
            <a:graphicFrameLocks noGrp="1"/>
          </p:cNvGraphicFramePr>
          <p:nvPr>
            <p:extLst>
              <p:ext uri="{D42A27DB-BD31-4B8C-83A1-F6EECF244321}">
                <p14:modId xmlns:p14="http://schemas.microsoft.com/office/powerpoint/2010/main" val="2240000083"/>
              </p:ext>
            </p:extLst>
          </p:nvPr>
        </p:nvGraphicFramePr>
        <p:xfrm>
          <a:off x="885823" y="3739588"/>
          <a:ext cx="16373477" cy="4019868"/>
        </p:xfrm>
        <a:graphic>
          <a:graphicData uri="http://schemas.openxmlformats.org/drawingml/2006/table">
            <a:tbl>
              <a:tblPr/>
              <a:tblGrid>
                <a:gridCol w="2469947">
                  <a:extLst>
                    <a:ext uri="{9D8B030D-6E8A-4147-A177-3AD203B41FA5}">
                      <a16:colId xmlns:a16="http://schemas.microsoft.com/office/drawing/2014/main" val="20000"/>
                    </a:ext>
                  </a:extLst>
                </a:gridCol>
                <a:gridCol w="2102801">
                  <a:extLst>
                    <a:ext uri="{9D8B030D-6E8A-4147-A177-3AD203B41FA5}">
                      <a16:colId xmlns:a16="http://schemas.microsoft.com/office/drawing/2014/main" val="20001"/>
                    </a:ext>
                  </a:extLst>
                </a:gridCol>
                <a:gridCol w="2019145">
                  <a:extLst>
                    <a:ext uri="{9D8B030D-6E8A-4147-A177-3AD203B41FA5}">
                      <a16:colId xmlns:a16="http://schemas.microsoft.com/office/drawing/2014/main" val="20002"/>
                    </a:ext>
                  </a:extLst>
                </a:gridCol>
                <a:gridCol w="1959770">
                  <a:extLst>
                    <a:ext uri="{9D8B030D-6E8A-4147-A177-3AD203B41FA5}">
                      <a16:colId xmlns:a16="http://schemas.microsoft.com/office/drawing/2014/main" val="20003"/>
                    </a:ext>
                  </a:extLst>
                </a:gridCol>
                <a:gridCol w="1959770">
                  <a:extLst>
                    <a:ext uri="{9D8B030D-6E8A-4147-A177-3AD203B41FA5}">
                      <a16:colId xmlns:a16="http://schemas.microsoft.com/office/drawing/2014/main" val="3209051730"/>
                    </a:ext>
                  </a:extLst>
                </a:gridCol>
                <a:gridCol w="1959770">
                  <a:extLst>
                    <a:ext uri="{9D8B030D-6E8A-4147-A177-3AD203B41FA5}">
                      <a16:colId xmlns:a16="http://schemas.microsoft.com/office/drawing/2014/main" val="1242190728"/>
                    </a:ext>
                  </a:extLst>
                </a:gridCol>
                <a:gridCol w="1959770">
                  <a:extLst>
                    <a:ext uri="{9D8B030D-6E8A-4147-A177-3AD203B41FA5}">
                      <a16:colId xmlns:a16="http://schemas.microsoft.com/office/drawing/2014/main" val="3424571258"/>
                    </a:ext>
                  </a:extLst>
                </a:gridCol>
                <a:gridCol w="1942504">
                  <a:extLst>
                    <a:ext uri="{9D8B030D-6E8A-4147-A177-3AD203B41FA5}">
                      <a16:colId xmlns:a16="http://schemas.microsoft.com/office/drawing/2014/main" val="438657913"/>
                    </a:ext>
                  </a:extLst>
                </a:gridCol>
              </a:tblGrid>
              <a:tr h="1187604">
                <a:tc>
                  <a:txBody>
                    <a:bodyPr/>
                    <a:lstStyle/>
                    <a:p>
                      <a:pPr algn="ctr">
                        <a:lnSpc>
                          <a:spcPts val="3038"/>
                        </a:lnSpc>
                        <a:defRPr/>
                      </a:pPr>
                      <a:r>
                        <a:rPr lang="ja-JP" altLang="en-US" sz="2000" dirty="0">
                          <a:latin typeface="Source Han Sans JP Medium" panose="020B0600070205080204" charset="-128"/>
                          <a:ea typeface="Source Han Sans JP Medium" panose="020B0600070205080204" charset="-128"/>
                        </a:rPr>
                        <a:t>結果</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err="1">
                          <a:latin typeface="Source Han Sans JP Medium" panose="020B0600070205080204" charset="-128"/>
                          <a:ea typeface="Source Han Sans JP Medium" panose="020B0600070205080204" charset="-128"/>
                        </a:rPr>
                        <a:t>no_noise</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solidFill>
                            <a:srgbClr val="292B2B"/>
                          </a:solidFill>
                          <a:latin typeface="Source Han Sans JP Medium"/>
                          <a:ea typeface="Source Han Sans JP Medium"/>
                          <a:sym typeface="Source Han Sans JP Medium"/>
                        </a:rPr>
                        <a:t>SNR = 0</a:t>
                      </a:r>
                      <a:endParaRPr lang="en-US" sz="20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SNR = -4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-12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-16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-20</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extLst>
                  <a:ext uri="{0D108BD9-81ED-4DB2-BD59-A6C34878D82A}">
                    <a16:rowId xmlns:a16="http://schemas.microsoft.com/office/drawing/2014/main" val="10000"/>
                  </a:ext>
                </a:extLst>
              </a:tr>
              <a:tr h="1416132">
                <a:tc>
                  <a:txBody>
                    <a:bodyPr/>
                    <a:lstStyle/>
                    <a:p>
                      <a:pPr algn="ctr">
                        <a:lnSpc>
                          <a:spcPts val="3079"/>
                        </a:lnSpc>
                        <a:defRPr/>
                      </a:pPr>
                      <a:r>
                        <a:rPr lang="en-US" sz="3200" dirty="0">
                          <a:solidFill>
                            <a:srgbClr val="292B2B"/>
                          </a:solidFill>
                          <a:latin typeface="Source Han Sans JP Medium"/>
                          <a:ea typeface="Source Han Sans JP Medium"/>
                          <a:sym typeface="Source Han Sans JP Medium"/>
                        </a:rPr>
                        <a:t>AUC</a:t>
                      </a:r>
                      <a:endParaRPr lang="en-US" sz="32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0.9754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0.9687</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0.9663</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0.9593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0.9467</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0.9292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0.9062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extLst>
                  <a:ext uri="{0D108BD9-81ED-4DB2-BD59-A6C34878D82A}">
                    <a16:rowId xmlns:a16="http://schemas.microsoft.com/office/drawing/2014/main" val="10001"/>
                  </a:ext>
                </a:extLst>
              </a:tr>
              <a:tr h="1416132">
                <a:tc>
                  <a:txBody>
                    <a:bodyPr/>
                    <a:lstStyle/>
                    <a:p>
                      <a:pPr algn="ctr">
                        <a:lnSpc>
                          <a:spcPts val="3079"/>
                        </a:lnSpc>
                        <a:defRPr/>
                      </a:pPr>
                      <a:r>
                        <a:rPr lang="ja-JP" altLang="en-US" sz="3200" dirty="0">
                          <a:latin typeface="Source Han Sans JP Medium" panose="020B0600070205080204" charset="-128"/>
                          <a:ea typeface="Source Han Sans JP Medium" panose="020B0600070205080204" charset="-128"/>
                        </a:rPr>
                        <a:t>順位</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2</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extLst>
                  <a:ext uri="{0D108BD9-81ED-4DB2-BD59-A6C34878D82A}">
                    <a16:rowId xmlns:a16="http://schemas.microsoft.com/office/drawing/2014/main" val="10002"/>
                  </a:ext>
                </a:extLst>
              </a:tr>
            </a:tbl>
          </a:graphicData>
        </a:graphic>
      </p:graphicFrame>
      <p:sp>
        <p:nvSpPr>
          <p:cNvPr id="27" name="テキスト ボックス 26">
            <a:extLst>
              <a:ext uri="{FF2B5EF4-FFF2-40B4-BE49-F238E27FC236}">
                <a16:creationId xmlns:a16="http://schemas.microsoft.com/office/drawing/2014/main" id="{824D94C1-664D-FF68-9907-E29F24C154FB}"/>
              </a:ext>
            </a:extLst>
          </p:cNvPr>
          <p:cNvSpPr txBox="1"/>
          <p:nvPr/>
        </p:nvSpPr>
        <p:spPr>
          <a:xfrm>
            <a:off x="2171700" y="8136555"/>
            <a:ext cx="13944600" cy="993413"/>
          </a:xfrm>
          <a:prstGeom prst="rect">
            <a:avLst/>
          </a:prstGeom>
          <a:noFill/>
        </p:spPr>
        <p:txBody>
          <a:bodyPr wrap="square">
            <a:spAutoFit/>
          </a:bodyPr>
          <a:lstStyle/>
          <a:p>
            <a:pPr algn="l">
              <a:lnSpc>
                <a:spcPts val="3520"/>
              </a:lnSpc>
              <a:buClr>
                <a:srgbClr val="64A4A3"/>
              </a:buClr>
              <a:buSzPct val="100000"/>
            </a:pPr>
            <a:r>
              <a:rPr lang="en-US" altLang="ja-JP" sz="3200" dirty="0">
                <a:solidFill>
                  <a:srgbClr val="292B2B"/>
                </a:solidFill>
                <a:latin typeface="Source Han Sans JP"/>
                <a:ea typeface="Source Han Sans JP"/>
                <a:cs typeface="Source Han Sans JP"/>
                <a:sym typeface="Source Han Sans JP"/>
              </a:rPr>
              <a:t>AUC</a:t>
            </a:r>
            <a:r>
              <a:rPr lang="ja-JP" altLang="en-US" sz="3200" dirty="0">
                <a:solidFill>
                  <a:srgbClr val="292B2B"/>
                </a:solidFill>
                <a:latin typeface="Source Han Sans JP"/>
                <a:ea typeface="Source Han Sans JP"/>
                <a:cs typeface="Source Han Sans JP"/>
                <a:sym typeface="Source Han Sans JP"/>
              </a:rPr>
              <a:t>は閾値により分類して判断するものなので，回帰より改善しにくくなった？しかし，ノイズが高いときに効果が表れる．</a:t>
            </a:r>
            <a:endParaRPr lang="en-US" altLang="ja-JP" sz="3200"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28" name="矢印: 下 27">
            <a:extLst>
              <a:ext uri="{FF2B5EF4-FFF2-40B4-BE49-F238E27FC236}">
                <a16:creationId xmlns:a16="http://schemas.microsoft.com/office/drawing/2014/main" id="{3E9E1E8F-6B3D-40A9-A884-4313FD2C403F}"/>
              </a:ext>
            </a:extLst>
          </p:cNvPr>
          <p:cNvSpPr/>
          <p:nvPr/>
        </p:nvSpPr>
        <p:spPr>
          <a:xfrm rot="16200000">
            <a:off x="1233528" y="8143662"/>
            <a:ext cx="737656" cy="68897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9" name="TextBox 24">
            <a:extLst>
              <a:ext uri="{FF2B5EF4-FFF2-40B4-BE49-F238E27FC236}">
                <a16:creationId xmlns:a16="http://schemas.microsoft.com/office/drawing/2014/main" id="{471DA2CD-765C-E524-3D3B-7C88CAD2D241}"/>
              </a:ext>
            </a:extLst>
          </p:cNvPr>
          <p:cNvSpPr txBox="1"/>
          <p:nvPr/>
        </p:nvSpPr>
        <p:spPr>
          <a:xfrm>
            <a:off x="2709918" y="1676416"/>
            <a:ext cx="16111482" cy="740908"/>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ホワイトノイズ</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grpSp>
        <p:nvGrpSpPr>
          <p:cNvPr id="23" name="グループ化 22">
            <a:extLst>
              <a:ext uri="{FF2B5EF4-FFF2-40B4-BE49-F238E27FC236}">
                <a16:creationId xmlns:a16="http://schemas.microsoft.com/office/drawing/2014/main" id="{2614EC72-127F-6B9F-FB78-518E925F2D5F}"/>
              </a:ext>
            </a:extLst>
          </p:cNvPr>
          <p:cNvGrpSpPr/>
          <p:nvPr/>
        </p:nvGrpSpPr>
        <p:grpSpPr>
          <a:xfrm>
            <a:off x="885825" y="3053145"/>
            <a:ext cx="3381375" cy="429778"/>
            <a:chOff x="961837" y="3153943"/>
            <a:chExt cx="7962900" cy="501471"/>
          </a:xfrm>
        </p:grpSpPr>
        <p:grpSp>
          <p:nvGrpSpPr>
            <p:cNvPr id="30" name="Group 24">
              <a:extLst>
                <a:ext uri="{FF2B5EF4-FFF2-40B4-BE49-F238E27FC236}">
                  <a16:creationId xmlns:a16="http://schemas.microsoft.com/office/drawing/2014/main" id="{248D7C60-73D1-7DC0-3F46-D6B1D0EDB44F}"/>
                </a:ext>
              </a:extLst>
            </p:cNvPr>
            <p:cNvGrpSpPr/>
            <p:nvPr/>
          </p:nvGrpSpPr>
          <p:grpSpPr>
            <a:xfrm>
              <a:off x="961837" y="3153943"/>
              <a:ext cx="7962900" cy="501471"/>
              <a:chOff x="0" y="0"/>
              <a:chExt cx="2097225" cy="132075"/>
            </a:xfrm>
          </p:grpSpPr>
          <p:sp>
            <p:nvSpPr>
              <p:cNvPr id="33" name="Freeform 25">
                <a:extLst>
                  <a:ext uri="{FF2B5EF4-FFF2-40B4-BE49-F238E27FC236}">
                    <a16:creationId xmlns:a16="http://schemas.microsoft.com/office/drawing/2014/main" id="{A4DC9B02-087E-13B4-09B3-F3B56E3248C5}"/>
                  </a:ext>
                </a:extLst>
              </p:cNvPr>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406D6C"/>
              </a:solidFill>
            </p:spPr>
            <p:txBody>
              <a:bodyPr/>
              <a:lstStyle/>
              <a:p>
                <a:endParaRPr lang="ja-JP" altLang="en-US"/>
              </a:p>
            </p:txBody>
          </p:sp>
          <p:sp>
            <p:nvSpPr>
              <p:cNvPr id="34" name="TextBox 26">
                <a:extLst>
                  <a:ext uri="{FF2B5EF4-FFF2-40B4-BE49-F238E27FC236}">
                    <a16:creationId xmlns:a16="http://schemas.microsoft.com/office/drawing/2014/main" id="{B25791EC-C585-5ECD-9335-4D0381FC1135}"/>
                  </a:ext>
                </a:extLst>
              </p:cNvPr>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2" name="TextBox 36">
              <a:extLst>
                <a:ext uri="{FF2B5EF4-FFF2-40B4-BE49-F238E27FC236}">
                  <a16:creationId xmlns:a16="http://schemas.microsoft.com/office/drawing/2014/main" id="{723277C4-D1CE-4BBE-A608-1E0258399A9B}"/>
                </a:ext>
              </a:extLst>
            </p:cNvPr>
            <p:cNvSpPr txBox="1"/>
            <p:nvPr/>
          </p:nvSpPr>
          <p:spPr>
            <a:xfrm>
              <a:off x="1166813" y="3163992"/>
              <a:ext cx="7401815" cy="419795"/>
            </a:xfrm>
            <a:prstGeom prst="rect">
              <a:avLst/>
            </a:prstGeom>
          </p:spPr>
          <p:txBody>
            <a:bodyPr wrap="square"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回帰分析</a:t>
              </a:r>
              <a:r>
                <a:rPr lang="en-US" altLang="ja-JP" sz="2499" dirty="0">
                  <a:solidFill>
                    <a:srgbClr val="FFFFFF"/>
                  </a:solidFill>
                  <a:latin typeface="Source Han Sans JP Medium"/>
                  <a:ea typeface="Source Han Sans JP Medium"/>
                  <a:cs typeface="Source Han Sans JP Medium"/>
                  <a:sym typeface="Source Han Sans JP Medium"/>
                </a:rPr>
                <a:t>(AUC)</a:t>
              </a:r>
              <a:r>
                <a:rPr lang="ja-JP" altLang="en-US" sz="2499" dirty="0">
                  <a:solidFill>
                    <a:srgbClr val="FFFFFF"/>
                  </a:solidFill>
                  <a:latin typeface="Source Han Sans JP Medium"/>
                  <a:ea typeface="Source Han Sans JP Medium"/>
                  <a:cs typeface="Source Han Sans JP Medium"/>
                  <a:sym typeface="Source Han Sans JP Medium"/>
                </a:rPr>
                <a:t>の結果</a:t>
              </a:r>
              <a:endParaRPr lang="en-US" sz="2499" dirty="0">
                <a:solidFill>
                  <a:srgbClr val="FFFFFF"/>
                </a:solidFill>
                <a:latin typeface="Source Han Sans JP Medium"/>
                <a:ea typeface="Source Han Sans JP Medium"/>
                <a:cs typeface="Source Han Sans JP Medium"/>
                <a:sym typeface="Source Han Sans JP Medium"/>
              </a:endParaRPr>
            </a:p>
          </p:txBody>
        </p:sp>
      </p:grpSp>
    </p:spTree>
    <p:extLst>
      <p:ext uri="{BB962C8B-B14F-4D97-AF65-F5344CB8AC3E}">
        <p14:creationId xmlns:p14="http://schemas.microsoft.com/office/powerpoint/2010/main" val="1435021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2D0DE-A91A-A41B-2D24-8A1BAF8A0F8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1B4675E-DC3E-F558-DB8B-74530A19F936}"/>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EC1E9018-A701-1A06-0A1D-E0293A79D4D6}"/>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FAE0593E-DD84-09F5-9B30-AC62A8CB65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E20AAE41-1FE0-59F1-FC4E-732122B5BF7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15696B1D-6A6C-879A-68CD-DFA32503EE5F}"/>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93642EE2-4AB9-035A-0701-EB57156EA37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87E6E5C0-FC1A-0063-0BDD-18E99BD617C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AEF593D3-DB4F-B0A6-AD22-0651E42108FC}"/>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C413642A-5FC2-D083-70B6-F471C7B3584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02AF8BAF-9C3F-4C7B-4B3D-4F81A918ABC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4DD9A67A-178E-7128-2020-06B3F076BCAC}"/>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E386FEEC-DDE5-BB72-EAF0-CDC484C70FF3}"/>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193CA03B-D858-4C56-8E5E-B0A1A5F89F2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A0FE425E-D801-F21C-B917-F7C02FEBBF9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FEF8948D-6BB8-6C5D-1CA9-D9364ED0A152}"/>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8ED2DA90-A34C-6A8A-6B7A-B1EB1A0093B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85968345-2315-91B5-820E-A815C06A9E8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77BB1102-93A0-44C9-E60A-89C897EE61DD}"/>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BB45ACE7-9542-4ABB-6724-9BDC107BE82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89B01A46-9504-C081-D4E8-B15872A7C85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9" name="スライド番号プレースホルダー 28">
            <a:extLst>
              <a:ext uri="{FF2B5EF4-FFF2-40B4-BE49-F238E27FC236}">
                <a16:creationId xmlns:a16="http://schemas.microsoft.com/office/drawing/2014/main" id="{1702E280-22A5-30DC-F81F-581DC706FB21}"/>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17</a:t>
            </a:fld>
            <a:endParaRPr lang="en-US" sz="4800" dirty="0"/>
          </a:p>
        </p:txBody>
      </p:sp>
      <p:sp>
        <p:nvSpPr>
          <p:cNvPr id="28" name="TextBox 2">
            <a:extLst>
              <a:ext uri="{FF2B5EF4-FFF2-40B4-BE49-F238E27FC236}">
                <a16:creationId xmlns:a16="http://schemas.microsoft.com/office/drawing/2014/main" id="{EA1A5794-7E9D-DDF2-FC9E-5EEEF82189B3}"/>
              </a:ext>
            </a:extLst>
          </p:cNvPr>
          <p:cNvSpPr txBox="1"/>
          <p:nvPr/>
        </p:nvSpPr>
        <p:spPr>
          <a:xfrm>
            <a:off x="3616325" y="4662203"/>
            <a:ext cx="11033125" cy="962594"/>
          </a:xfrm>
          <a:prstGeom prst="rect">
            <a:avLst/>
          </a:prstGeom>
        </p:spPr>
        <p:txBody>
          <a:bodyPr wrap="square" lIns="0" tIns="0" rIns="0" bIns="0" rtlCol="0" anchor="t">
            <a:spAutoFit/>
          </a:bodyPr>
          <a:lstStyle/>
          <a:p>
            <a:pPr algn="ctr">
              <a:lnSpc>
                <a:spcPts val="7840"/>
              </a:lnSpc>
              <a:spcBef>
                <a:spcPct val="0"/>
              </a:spcBef>
            </a:pPr>
            <a:r>
              <a:rPr lang="ja-JP" altLang="en-US" sz="5600" dirty="0">
                <a:solidFill>
                  <a:srgbClr val="406D6C"/>
                </a:solidFill>
                <a:latin typeface="Source Han Sans JP Medium"/>
                <a:ea typeface="Source Han Sans JP Medium"/>
                <a:cs typeface="Source Han Sans JP Medium"/>
                <a:sym typeface="Source Han Sans JP Medium"/>
              </a:rPr>
              <a:t>次は水流動音</a:t>
            </a:r>
            <a:endParaRPr lang="en-US" sz="5600" dirty="0">
              <a:solidFill>
                <a:srgbClr val="406D6C"/>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3167157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07EBD-D961-7A57-87FB-6B421950FB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1053FD0-AEEF-0BE8-E403-A98FBD1F80B7}"/>
              </a:ext>
            </a:extLst>
          </p:cNvPr>
          <p:cNvGrpSpPr/>
          <p:nvPr/>
        </p:nvGrpSpPr>
        <p:grpSpPr>
          <a:xfrm>
            <a:off x="885825" y="885825"/>
            <a:ext cx="5505450" cy="142875"/>
            <a:chOff x="0" y="0"/>
            <a:chExt cx="1449995" cy="37630"/>
          </a:xfrm>
        </p:grpSpPr>
        <p:sp>
          <p:nvSpPr>
            <p:cNvPr id="3" name="Freeform 3">
              <a:extLst>
                <a:ext uri="{FF2B5EF4-FFF2-40B4-BE49-F238E27FC236}">
                  <a16:creationId xmlns:a16="http://schemas.microsoft.com/office/drawing/2014/main" id="{3641F05D-EEA6-D1F8-2846-C5C4ABB6753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a:extLst>
                <a:ext uri="{FF2B5EF4-FFF2-40B4-BE49-F238E27FC236}">
                  <a16:creationId xmlns:a16="http://schemas.microsoft.com/office/drawing/2014/main" id="{F9083F9B-5596-0830-8F95-C5B8577504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a:extLst>
              <a:ext uri="{FF2B5EF4-FFF2-40B4-BE49-F238E27FC236}">
                <a16:creationId xmlns:a16="http://schemas.microsoft.com/office/drawing/2014/main" id="{FC1E2345-BC38-E140-5901-198F1784C6EF}"/>
              </a:ext>
            </a:extLst>
          </p:cNvPr>
          <p:cNvGrpSpPr/>
          <p:nvPr/>
        </p:nvGrpSpPr>
        <p:grpSpPr>
          <a:xfrm>
            <a:off x="6391275" y="885825"/>
            <a:ext cx="5505450" cy="142875"/>
            <a:chOff x="0" y="0"/>
            <a:chExt cx="1449995" cy="37630"/>
          </a:xfrm>
        </p:grpSpPr>
        <p:sp>
          <p:nvSpPr>
            <p:cNvPr id="6" name="Freeform 6">
              <a:extLst>
                <a:ext uri="{FF2B5EF4-FFF2-40B4-BE49-F238E27FC236}">
                  <a16:creationId xmlns:a16="http://schemas.microsoft.com/office/drawing/2014/main" id="{360EC9AC-CF3F-8D1A-88B8-0E12BF584EB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a:extLst>
                <a:ext uri="{FF2B5EF4-FFF2-40B4-BE49-F238E27FC236}">
                  <a16:creationId xmlns:a16="http://schemas.microsoft.com/office/drawing/2014/main" id="{01322A3C-10A8-33E1-E5FF-28777DEF611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a:extLst>
              <a:ext uri="{FF2B5EF4-FFF2-40B4-BE49-F238E27FC236}">
                <a16:creationId xmlns:a16="http://schemas.microsoft.com/office/drawing/2014/main" id="{30120823-AEB9-5746-04E6-FF7E3B1635EC}"/>
              </a:ext>
            </a:extLst>
          </p:cNvPr>
          <p:cNvGrpSpPr/>
          <p:nvPr/>
        </p:nvGrpSpPr>
        <p:grpSpPr>
          <a:xfrm>
            <a:off x="11896725" y="885825"/>
            <a:ext cx="5505450" cy="142875"/>
            <a:chOff x="0" y="0"/>
            <a:chExt cx="1449995" cy="37630"/>
          </a:xfrm>
        </p:grpSpPr>
        <p:sp>
          <p:nvSpPr>
            <p:cNvPr id="9" name="Freeform 9">
              <a:extLst>
                <a:ext uri="{FF2B5EF4-FFF2-40B4-BE49-F238E27FC236}">
                  <a16:creationId xmlns:a16="http://schemas.microsoft.com/office/drawing/2014/main" id="{6B8B33DE-068D-DDD8-F08C-3DC7E9409A5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a:extLst>
                <a:ext uri="{FF2B5EF4-FFF2-40B4-BE49-F238E27FC236}">
                  <a16:creationId xmlns:a16="http://schemas.microsoft.com/office/drawing/2014/main" id="{4F388543-B067-EF66-90A5-C70B5CF245E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a:extLst>
              <a:ext uri="{FF2B5EF4-FFF2-40B4-BE49-F238E27FC236}">
                <a16:creationId xmlns:a16="http://schemas.microsoft.com/office/drawing/2014/main" id="{1F0307B3-7C10-8145-CE4C-0B439058B195}"/>
              </a:ext>
            </a:extLst>
          </p:cNvPr>
          <p:cNvGrpSpPr/>
          <p:nvPr/>
        </p:nvGrpSpPr>
        <p:grpSpPr>
          <a:xfrm>
            <a:off x="885825" y="9258300"/>
            <a:ext cx="16516350" cy="142875"/>
            <a:chOff x="0" y="0"/>
            <a:chExt cx="22021800" cy="190500"/>
          </a:xfrm>
        </p:grpSpPr>
        <p:grpSp>
          <p:nvGrpSpPr>
            <p:cNvPr id="12" name="Group 12">
              <a:extLst>
                <a:ext uri="{FF2B5EF4-FFF2-40B4-BE49-F238E27FC236}">
                  <a16:creationId xmlns:a16="http://schemas.microsoft.com/office/drawing/2014/main" id="{81AC6EF8-AF42-34FE-F0A8-747AC9CEFAED}"/>
                </a:ext>
              </a:extLst>
            </p:cNvPr>
            <p:cNvGrpSpPr/>
            <p:nvPr/>
          </p:nvGrpSpPr>
          <p:grpSpPr>
            <a:xfrm>
              <a:off x="0" y="0"/>
              <a:ext cx="7340600" cy="190500"/>
              <a:chOff x="0" y="0"/>
              <a:chExt cx="1449995" cy="37630"/>
            </a:xfrm>
          </p:grpSpPr>
          <p:sp>
            <p:nvSpPr>
              <p:cNvPr id="13" name="Freeform 13">
                <a:extLst>
                  <a:ext uri="{FF2B5EF4-FFF2-40B4-BE49-F238E27FC236}">
                    <a16:creationId xmlns:a16="http://schemas.microsoft.com/office/drawing/2014/main" id="{FF528706-B417-3756-E6AA-396A656524E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a:extLst>
                  <a:ext uri="{FF2B5EF4-FFF2-40B4-BE49-F238E27FC236}">
                    <a16:creationId xmlns:a16="http://schemas.microsoft.com/office/drawing/2014/main" id="{E2E8B8FA-ACA1-FC77-7B8E-FCC7D2530BD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a:extLst>
                <a:ext uri="{FF2B5EF4-FFF2-40B4-BE49-F238E27FC236}">
                  <a16:creationId xmlns:a16="http://schemas.microsoft.com/office/drawing/2014/main" id="{BE464BF2-7CEB-2BED-3022-EF7D00E5A4C4}"/>
                </a:ext>
              </a:extLst>
            </p:cNvPr>
            <p:cNvGrpSpPr/>
            <p:nvPr/>
          </p:nvGrpSpPr>
          <p:grpSpPr>
            <a:xfrm>
              <a:off x="7340600" y="0"/>
              <a:ext cx="7340600" cy="190500"/>
              <a:chOff x="0" y="0"/>
              <a:chExt cx="1449995" cy="37630"/>
            </a:xfrm>
          </p:grpSpPr>
          <p:sp>
            <p:nvSpPr>
              <p:cNvPr id="16" name="Freeform 16">
                <a:extLst>
                  <a:ext uri="{FF2B5EF4-FFF2-40B4-BE49-F238E27FC236}">
                    <a16:creationId xmlns:a16="http://schemas.microsoft.com/office/drawing/2014/main" id="{96F6F946-BD21-FEB1-00C8-78DAEC5620E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a:extLst>
                  <a:ext uri="{FF2B5EF4-FFF2-40B4-BE49-F238E27FC236}">
                    <a16:creationId xmlns:a16="http://schemas.microsoft.com/office/drawing/2014/main" id="{2B81C58A-4379-446A-1752-8F32EF8D046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a:extLst>
                <a:ext uri="{FF2B5EF4-FFF2-40B4-BE49-F238E27FC236}">
                  <a16:creationId xmlns:a16="http://schemas.microsoft.com/office/drawing/2014/main" id="{BAA83478-22E2-DA39-653F-CF7FDAC708F0}"/>
                </a:ext>
              </a:extLst>
            </p:cNvPr>
            <p:cNvGrpSpPr/>
            <p:nvPr/>
          </p:nvGrpSpPr>
          <p:grpSpPr>
            <a:xfrm>
              <a:off x="14681200" y="0"/>
              <a:ext cx="7340600" cy="190500"/>
              <a:chOff x="0" y="0"/>
              <a:chExt cx="1449995" cy="37630"/>
            </a:xfrm>
          </p:grpSpPr>
          <p:sp>
            <p:nvSpPr>
              <p:cNvPr id="19" name="Freeform 19">
                <a:extLst>
                  <a:ext uri="{FF2B5EF4-FFF2-40B4-BE49-F238E27FC236}">
                    <a16:creationId xmlns:a16="http://schemas.microsoft.com/office/drawing/2014/main" id="{DC76180F-0B6D-DF0E-1751-FAF00913E42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a:extLst>
                  <a:ext uri="{FF2B5EF4-FFF2-40B4-BE49-F238E27FC236}">
                    <a16:creationId xmlns:a16="http://schemas.microsoft.com/office/drawing/2014/main" id="{F0199A8E-60FF-03F3-1E7B-B29DA1562E5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1" name="AutoShape 21">
            <a:extLst>
              <a:ext uri="{FF2B5EF4-FFF2-40B4-BE49-F238E27FC236}">
                <a16:creationId xmlns:a16="http://schemas.microsoft.com/office/drawing/2014/main" id="{E0FAF13F-34A0-91FD-7979-8CF31845222A}"/>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4" name="TextBox 24">
            <a:extLst>
              <a:ext uri="{FF2B5EF4-FFF2-40B4-BE49-F238E27FC236}">
                <a16:creationId xmlns:a16="http://schemas.microsoft.com/office/drawing/2014/main" id="{33857DD0-C268-DA77-1D0C-C73C434D3F73}"/>
              </a:ext>
            </a:extLst>
          </p:cNvPr>
          <p:cNvSpPr txBox="1"/>
          <p:nvPr/>
        </p:nvSpPr>
        <p:spPr>
          <a:xfrm>
            <a:off x="2709918" y="1676416"/>
            <a:ext cx="16111482" cy="740459"/>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水流動音</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a:extLst>
              <a:ext uri="{FF2B5EF4-FFF2-40B4-BE49-F238E27FC236}">
                <a16:creationId xmlns:a16="http://schemas.microsoft.com/office/drawing/2014/main" id="{8E7A0C03-5CAE-3835-D268-C196CC7DF7F1}"/>
              </a:ext>
            </a:extLst>
          </p:cNvPr>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03</a:t>
            </a:r>
          </a:p>
        </p:txBody>
      </p:sp>
      <p:sp>
        <p:nvSpPr>
          <p:cNvPr id="23" name="スライド番号プレースホルダー 28">
            <a:extLst>
              <a:ext uri="{FF2B5EF4-FFF2-40B4-BE49-F238E27FC236}">
                <a16:creationId xmlns:a16="http://schemas.microsoft.com/office/drawing/2014/main" id="{87C4E587-2C2E-8113-CBA1-1678C3F226AF}"/>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18</a:t>
            </a:fld>
            <a:endParaRPr lang="en-US" sz="4800" dirty="0"/>
          </a:p>
        </p:txBody>
      </p:sp>
      <p:sp>
        <p:nvSpPr>
          <p:cNvPr id="41" name="テキスト ボックス 40">
            <a:extLst>
              <a:ext uri="{FF2B5EF4-FFF2-40B4-BE49-F238E27FC236}">
                <a16:creationId xmlns:a16="http://schemas.microsoft.com/office/drawing/2014/main" id="{3CFAD8D1-822E-77A6-7491-3FAE68E9FAE4}"/>
              </a:ext>
            </a:extLst>
          </p:cNvPr>
          <p:cNvSpPr txBox="1"/>
          <p:nvPr/>
        </p:nvSpPr>
        <p:spPr>
          <a:xfrm>
            <a:off x="17678400" y="8820263"/>
            <a:ext cx="609600" cy="369332"/>
          </a:xfrm>
          <a:prstGeom prst="rect">
            <a:avLst/>
          </a:prstGeom>
          <a:noFill/>
        </p:spPr>
        <p:txBody>
          <a:bodyPr wrap="square">
            <a:spAutoFit/>
          </a:bodyPr>
          <a:lstStyle/>
          <a:p>
            <a:r>
              <a:rPr lang="en-US" altLang="ja-JP" dirty="0">
                <a:solidFill>
                  <a:srgbClr val="292B2B"/>
                </a:solidFill>
                <a:latin typeface="Source Han Sans JP"/>
                <a:ea typeface="Source Han Sans JP"/>
                <a:cs typeface="Source Han Sans JP"/>
                <a:sym typeface="Source Han Sans JP"/>
              </a:rPr>
              <a:t>[3]</a:t>
            </a:r>
            <a:r>
              <a:rPr lang="ja-JP" altLang="en-US" dirty="0">
                <a:solidFill>
                  <a:srgbClr val="292B2B"/>
                </a:solidFill>
                <a:latin typeface="Source Han Sans JP"/>
                <a:ea typeface="Source Han Sans JP"/>
                <a:cs typeface="Source Han Sans JP"/>
                <a:sym typeface="Source Han Sans JP"/>
              </a:rPr>
              <a:t> </a:t>
            </a:r>
            <a:endParaRPr lang="ja-JP" altLang="en-US" dirty="0"/>
          </a:p>
        </p:txBody>
      </p:sp>
      <p:sp>
        <p:nvSpPr>
          <p:cNvPr id="60" name="テキスト ボックス 59">
            <a:extLst>
              <a:ext uri="{FF2B5EF4-FFF2-40B4-BE49-F238E27FC236}">
                <a16:creationId xmlns:a16="http://schemas.microsoft.com/office/drawing/2014/main" id="{12AFE170-7292-5AB1-A94F-BA484724DCF1}"/>
              </a:ext>
            </a:extLst>
          </p:cNvPr>
          <p:cNvSpPr txBox="1"/>
          <p:nvPr/>
        </p:nvSpPr>
        <p:spPr>
          <a:xfrm>
            <a:off x="1645970" y="6226185"/>
            <a:ext cx="1893073" cy="369332"/>
          </a:xfrm>
          <a:prstGeom prst="rect">
            <a:avLst/>
          </a:prstGeom>
          <a:noFill/>
        </p:spPr>
        <p:txBody>
          <a:bodyPr wrap="square" rtlCol="0">
            <a:spAutoFit/>
          </a:bodyPr>
          <a:lstStyle/>
          <a:p>
            <a:r>
              <a:rPr kumimoji="1" lang="en-US" altLang="ja-JP" dirty="0"/>
              <a:t>SNR = </a:t>
            </a:r>
            <a:r>
              <a:rPr kumimoji="1" lang="en-US" altLang="ja-JP" dirty="0" err="1"/>
              <a:t>no_noise</a:t>
            </a:r>
            <a:endParaRPr kumimoji="1" lang="ja-JP" altLang="en-US" dirty="0"/>
          </a:p>
        </p:txBody>
      </p:sp>
      <p:sp>
        <p:nvSpPr>
          <p:cNvPr id="61" name="テキスト ボックス 60">
            <a:extLst>
              <a:ext uri="{FF2B5EF4-FFF2-40B4-BE49-F238E27FC236}">
                <a16:creationId xmlns:a16="http://schemas.microsoft.com/office/drawing/2014/main" id="{5BD7A3F6-3EB1-A4FF-9BEB-92A47A0D8254}"/>
              </a:ext>
            </a:extLst>
          </p:cNvPr>
          <p:cNvSpPr txBox="1"/>
          <p:nvPr/>
        </p:nvSpPr>
        <p:spPr>
          <a:xfrm>
            <a:off x="6613622" y="6212984"/>
            <a:ext cx="1893073" cy="369332"/>
          </a:xfrm>
          <a:prstGeom prst="rect">
            <a:avLst/>
          </a:prstGeom>
          <a:noFill/>
        </p:spPr>
        <p:txBody>
          <a:bodyPr wrap="square" rtlCol="0">
            <a:spAutoFit/>
          </a:bodyPr>
          <a:lstStyle/>
          <a:p>
            <a:r>
              <a:rPr kumimoji="1" lang="en-US" altLang="ja-JP" dirty="0"/>
              <a:t>SNR = 0</a:t>
            </a:r>
            <a:endParaRPr kumimoji="1" lang="ja-JP" altLang="en-US" dirty="0"/>
          </a:p>
        </p:txBody>
      </p:sp>
      <p:sp>
        <p:nvSpPr>
          <p:cNvPr id="62" name="テキスト ボックス 61">
            <a:extLst>
              <a:ext uri="{FF2B5EF4-FFF2-40B4-BE49-F238E27FC236}">
                <a16:creationId xmlns:a16="http://schemas.microsoft.com/office/drawing/2014/main" id="{61BB3C73-6423-EEE6-9242-AFD287C850AB}"/>
              </a:ext>
            </a:extLst>
          </p:cNvPr>
          <p:cNvSpPr txBox="1"/>
          <p:nvPr/>
        </p:nvSpPr>
        <p:spPr>
          <a:xfrm>
            <a:off x="11050923" y="6241883"/>
            <a:ext cx="1893073" cy="369332"/>
          </a:xfrm>
          <a:prstGeom prst="rect">
            <a:avLst/>
          </a:prstGeom>
          <a:noFill/>
        </p:spPr>
        <p:txBody>
          <a:bodyPr wrap="square" rtlCol="0">
            <a:spAutoFit/>
          </a:bodyPr>
          <a:lstStyle/>
          <a:p>
            <a:r>
              <a:rPr kumimoji="1" lang="en-US" altLang="ja-JP" dirty="0"/>
              <a:t>SNR = -4</a:t>
            </a:r>
            <a:endParaRPr kumimoji="1" lang="ja-JP" altLang="en-US" dirty="0"/>
          </a:p>
        </p:txBody>
      </p:sp>
      <p:sp>
        <p:nvSpPr>
          <p:cNvPr id="63" name="テキスト ボックス 62">
            <a:extLst>
              <a:ext uri="{FF2B5EF4-FFF2-40B4-BE49-F238E27FC236}">
                <a16:creationId xmlns:a16="http://schemas.microsoft.com/office/drawing/2014/main" id="{5E3E3082-804B-5291-086A-B372C97DDB03}"/>
              </a:ext>
            </a:extLst>
          </p:cNvPr>
          <p:cNvSpPr txBox="1"/>
          <p:nvPr/>
        </p:nvSpPr>
        <p:spPr>
          <a:xfrm>
            <a:off x="15467718" y="6212984"/>
            <a:ext cx="1893073" cy="369332"/>
          </a:xfrm>
          <a:prstGeom prst="rect">
            <a:avLst/>
          </a:prstGeom>
          <a:noFill/>
        </p:spPr>
        <p:txBody>
          <a:bodyPr wrap="square" rtlCol="0">
            <a:spAutoFit/>
          </a:bodyPr>
          <a:lstStyle/>
          <a:p>
            <a:r>
              <a:rPr kumimoji="1" lang="en-US" altLang="ja-JP" dirty="0"/>
              <a:t>SNR = -8</a:t>
            </a:r>
            <a:endParaRPr kumimoji="1" lang="ja-JP" altLang="en-US" dirty="0"/>
          </a:p>
        </p:txBody>
      </p:sp>
      <p:sp>
        <p:nvSpPr>
          <p:cNvPr id="64" name="テキスト ボックス 63">
            <a:extLst>
              <a:ext uri="{FF2B5EF4-FFF2-40B4-BE49-F238E27FC236}">
                <a16:creationId xmlns:a16="http://schemas.microsoft.com/office/drawing/2014/main" id="{E809BD8E-E1F4-43D2-C7A9-AC105B92F891}"/>
              </a:ext>
            </a:extLst>
          </p:cNvPr>
          <p:cNvSpPr txBox="1"/>
          <p:nvPr/>
        </p:nvSpPr>
        <p:spPr>
          <a:xfrm>
            <a:off x="3712065" y="9897634"/>
            <a:ext cx="1893073" cy="369332"/>
          </a:xfrm>
          <a:prstGeom prst="rect">
            <a:avLst/>
          </a:prstGeom>
          <a:noFill/>
        </p:spPr>
        <p:txBody>
          <a:bodyPr wrap="square" rtlCol="0">
            <a:spAutoFit/>
          </a:bodyPr>
          <a:lstStyle/>
          <a:p>
            <a:r>
              <a:rPr kumimoji="1" lang="en-US" altLang="ja-JP" dirty="0"/>
              <a:t>SNR = -12</a:t>
            </a:r>
            <a:endParaRPr kumimoji="1" lang="ja-JP" altLang="en-US" dirty="0"/>
          </a:p>
        </p:txBody>
      </p:sp>
      <p:sp>
        <p:nvSpPr>
          <p:cNvPr id="65" name="テキスト ボックス 64">
            <a:extLst>
              <a:ext uri="{FF2B5EF4-FFF2-40B4-BE49-F238E27FC236}">
                <a16:creationId xmlns:a16="http://schemas.microsoft.com/office/drawing/2014/main" id="{99DC0EF9-5DDD-6430-934E-FB016928B7AE}"/>
              </a:ext>
            </a:extLst>
          </p:cNvPr>
          <p:cNvSpPr txBox="1"/>
          <p:nvPr/>
        </p:nvSpPr>
        <p:spPr>
          <a:xfrm>
            <a:off x="8302978" y="9843393"/>
            <a:ext cx="1893073" cy="369332"/>
          </a:xfrm>
          <a:prstGeom prst="rect">
            <a:avLst/>
          </a:prstGeom>
          <a:noFill/>
        </p:spPr>
        <p:txBody>
          <a:bodyPr wrap="square" rtlCol="0">
            <a:spAutoFit/>
          </a:bodyPr>
          <a:lstStyle/>
          <a:p>
            <a:r>
              <a:rPr kumimoji="1" lang="en-US" altLang="ja-JP" dirty="0"/>
              <a:t>SNR = -16</a:t>
            </a:r>
            <a:endParaRPr kumimoji="1" lang="ja-JP" altLang="en-US" dirty="0"/>
          </a:p>
        </p:txBody>
      </p:sp>
      <p:sp>
        <p:nvSpPr>
          <p:cNvPr id="66" name="テキスト ボックス 65">
            <a:extLst>
              <a:ext uri="{FF2B5EF4-FFF2-40B4-BE49-F238E27FC236}">
                <a16:creationId xmlns:a16="http://schemas.microsoft.com/office/drawing/2014/main" id="{5E8FDC5C-C15D-08F6-3630-D5D1CDBF2220}"/>
              </a:ext>
            </a:extLst>
          </p:cNvPr>
          <p:cNvSpPr txBox="1"/>
          <p:nvPr/>
        </p:nvSpPr>
        <p:spPr>
          <a:xfrm>
            <a:off x="12900369" y="9843393"/>
            <a:ext cx="1893073" cy="369332"/>
          </a:xfrm>
          <a:prstGeom prst="rect">
            <a:avLst/>
          </a:prstGeom>
          <a:noFill/>
        </p:spPr>
        <p:txBody>
          <a:bodyPr wrap="square" rtlCol="0">
            <a:spAutoFit/>
          </a:bodyPr>
          <a:lstStyle/>
          <a:p>
            <a:r>
              <a:rPr kumimoji="1" lang="en-US" altLang="ja-JP" dirty="0"/>
              <a:t>SNR = -20</a:t>
            </a:r>
            <a:endParaRPr kumimoji="1" lang="ja-JP" altLang="en-US" dirty="0"/>
          </a:p>
        </p:txBody>
      </p:sp>
      <p:pic>
        <p:nvPicPr>
          <p:cNvPr id="26" name="図 25" descr="グラフ, 棒グラフ&#10;&#10;自動的に生成された説明">
            <a:extLst>
              <a:ext uri="{FF2B5EF4-FFF2-40B4-BE49-F238E27FC236}">
                <a16:creationId xmlns:a16="http://schemas.microsoft.com/office/drawing/2014/main" id="{8602860B-C5FF-DED0-23A2-23F4E7961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014" y="6490855"/>
            <a:ext cx="4542373" cy="3406779"/>
          </a:xfrm>
          <a:prstGeom prst="rect">
            <a:avLst/>
          </a:prstGeom>
        </p:spPr>
      </p:pic>
      <p:pic>
        <p:nvPicPr>
          <p:cNvPr id="28" name="図 27" descr="グラフ, 棒グラフ&#10;&#10;自動的に生成された説明">
            <a:extLst>
              <a:ext uri="{FF2B5EF4-FFF2-40B4-BE49-F238E27FC236}">
                <a16:creationId xmlns:a16="http://schemas.microsoft.com/office/drawing/2014/main" id="{70024179-AF89-0CF4-8E0A-C6144F8AA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6343" y="2877618"/>
            <a:ext cx="4542373" cy="3406779"/>
          </a:xfrm>
          <a:prstGeom prst="rect">
            <a:avLst/>
          </a:prstGeom>
        </p:spPr>
      </p:pic>
      <p:pic>
        <p:nvPicPr>
          <p:cNvPr id="30" name="図 29" descr="グラフ, 棒グラフ&#10;&#10;自動的に生成された説明">
            <a:extLst>
              <a:ext uri="{FF2B5EF4-FFF2-40B4-BE49-F238E27FC236}">
                <a16:creationId xmlns:a16="http://schemas.microsoft.com/office/drawing/2014/main" id="{87489ACA-CB1E-B5AD-A697-5C60AF0ECA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7342" y="2892255"/>
            <a:ext cx="4542373" cy="3406779"/>
          </a:xfrm>
          <a:prstGeom prst="rect">
            <a:avLst/>
          </a:prstGeom>
        </p:spPr>
      </p:pic>
      <p:pic>
        <p:nvPicPr>
          <p:cNvPr id="32" name="図 31" descr="グラフ, 棒グラフ&#10;&#10;自動的に生成された説明">
            <a:extLst>
              <a:ext uri="{FF2B5EF4-FFF2-40B4-BE49-F238E27FC236}">
                <a16:creationId xmlns:a16="http://schemas.microsoft.com/office/drawing/2014/main" id="{2FAB91CA-DB1E-59E9-DC23-602AE29A65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3633" y="2892255"/>
            <a:ext cx="4542371" cy="3406778"/>
          </a:xfrm>
          <a:prstGeom prst="rect">
            <a:avLst/>
          </a:prstGeom>
        </p:spPr>
      </p:pic>
      <p:pic>
        <p:nvPicPr>
          <p:cNvPr id="34" name="図 33" descr="グラフ, 棒グラフ&#10;&#10;自動的に生成された説明">
            <a:extLst>
              <a:ext uri="{FF2B5EF4-FFF2-40B4-BE49-F238E27FC236}">
                <a16:creationId xmlns:a16="http://schemas.microsoft.com/office/drawing/2014/main" id="{7B22ED85-76FC-FFF9-8F3A-AC07D8BD3F1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7493" y="2858294"/>
            <a:ext cx="4568138" cy="3426103"/>
          </a:xfrm>
          <a:prstGeom prst="rect">
            <a:avLst/>
          </a:prstGeom>
        </p:spPr>
      </p:pic>
      <p:pic>
        <p:nvPicPr>
          <p:cNvPr id="36" name="図 35" descr="グラフ, 棒グラフ&#10;&#10;自動的に生成された説明">
            <a:extLst>
              <a:ext uri="{FF2B5EF4-FFF2-40B4-BE49-F238E27FC236}">
                <a16:creationId xmlns:a16="http://schemas.microsoft.com/office/drawing/2014/main" id="{034CADF2-9179-5A5E-22FE-7CA4D27A7E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12731" y="6541316"/>
            <a:ext cx="4542372" cy="3406779"/>
          </a:xfrm>
          <a:prstGeom prst="rect">
            <a:avLst/>
          </a:prstGeom>
        </p:spPr>
      </p:pic>
      <p:pic>
        <p:nvPicPr>
          <p:cNvPr id="38" name="図 37" descr="グラフ, 棒グラフ&#10;&#10;自動的に生成された説明">
            <a:extLst>
              <a:ext uri="{FF2B5EF4-FFF2-40B4-BE49-F238E27FC236}">
                <a16:creationId xmlns:a16="http://schemas.microsoft.com/office/drawing/2014/main" id="{2E800664-30DE-D8BF-9629-D756AD844F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45157" y="6313671"/>
            <a:ext cx="4542372" cy="3406779"/>
          </a:xfrm>
          <a:prstGeom prst="rect">
            <a:avLst/>
          </a:prstGeom>
        </p:spPr>
      </p:pic>
    </p:spTree>
    <p:extLst>
      <p:ext uri="{BB962C8B-B14F-4D97-AF65-F5344CB8AC3E}">
        <p14:creationId xmlns:p14="http://schemas.microsoft.com/office/powerpoint/2010/main" val="21012789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7FD1D-4533-D749-7A51-991F374764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2A163DF-0BC6-DD1C-BCA8-78A9575EBA18}"/>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5B5D26B9-42FC-6FFD-9B81-496E33F1FBDE}"/>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161F86AB-CCA1-3BA0-BE84-EEA5091BEE1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3EFFA356-F9D4-2707-83B2-6237C3C10146}"/>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079DA359-DD54-2D95-49D2-85543F4E58FA}"/>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76A0F289-79F7-C016-69DA-A853AFDC9B8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BA0DA79D-5BFA-1C71-D488-D3B96B3C637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7571DDB4-0250-6A43-0C96-BD4A0536B48A}"/>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DCBA10F2-CBAD-D2AA-1C81-94320E797DC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38EA639B-8BB1-03D2-EB2C-1409CD80E10B}"/>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CF74BC22-E9F0-E473-1843-F7B3C71EF529}"/>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97E87181-12C8-359A-3B30-5A2F2287F06A}"/>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E8E81355-4490-75C2-70F0-267CC6F51E5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9E3F9319-D454-B269-95FA-85DA6D20FA26}"/>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EF038E40-5A16-BC4C-99CA-104BB2BD853A}"/>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A2D09C13-C59D-52F5-90A1-4B3DBEBCB0B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223959CF-2DAD-2E42-2B4A-0DC892DC4A91}"/>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15527151-EE57-BD36-9865-97CBCF4AF8C4}"/>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006CC715-AC01-E7E5-5CCE-B214C41A10D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746066DA-CD21-90F6-369E-B31FA4D7C4A3}"/>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3A6A6DE9-5AF9-DEE7-8F6E-768DA7FFBFBD}"/>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grpSp>
        <p:nvGrpSpPr>
          <p:cNvPr id="51" name="グループ化 50">
            <a:extLst>
              <a:ext uri="{FF2B5EF4-FFF2-40B4-BE49-F238E27FC236}">
                <a16:creationId xmlns:a16="http://schemas.microsoft.com/office/drawing/2014/main" id="{56D1F834-E9FC-AE3A-AEDD-4DAEDA078715}"/>
              </a:ext>
            </a:extLst>
          </p:cNvPr>
          <p:cNvGrpSpPr/>
          <p:nvPr/>
        </p:nvGrpSpPr>
        <p:grpSpPr>
          <a:xfrm>
            <a:off x="885824" y="3053145"/>
            <a:ext cx="4219763" cy="520743"/>
            <a:chOff x="961837" y="3153943"/>
            <a:chExt cx="7962900" cy="501471"/>
          </a:xfrm>
        </p:grpSpPr>
        <p:grpSp>
          <p:nvGrpSpPr>
            <p:cNvPr id="24" name="Group 24">
              <a:extLst>
                <a:ext uri="{FF2B5EF4-FFF2-40B4-BE49-F238E27FC236}">
                  <a16:creationId xmlns:a16="http://schemas.microsoft.com/office/drawing/2014/main" id="{1100EBC6-F152-95B1-47F3-61F0F9D99706}"/>
                </a:ext>
              </a:extLst>
            </p:cNvPr>
            <p:cNvGrpSpPr/>
            <p:nvPr/>
          </p:nvGrpSpPr>
          <p:grpSpPr>
            <a:xfrm>
              <a:off x="961837" y="3153943"/>
              <a:ext cx="7962900" cy="501471"/>
              <a:chOff x="0" y="0"/>
              <a:chExt cx="2097225" cy="132075"/>
            </a:xfrm>
          </p:grpSpPr>
          <p:sp>
            <p:nvSpPr>
              <p:cNvPr id="25" name="Freeform 25">
                <a:extLst>
                  <a:ext uri="{FF2B5EF4-FFF2-40B4-BE49-F238E27FC236}">
                    <a16:creationId xmlns:a16="http://schemas.microsoft.com/office/drawing/2014/main" id="{B99602F1-ADE4-DD3F-B04A-034C805CF493}"/>
                  </a:ext>
                </a:extLst>
              </p:cNvPr>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406D6C"/>
              </a:solidFill>
            </p:spPr>
            <p:txBody>
              <a:bodyPr/>
              <a:lstStyle/>
              <a:p>
                <a:endParaRPr lang="ja-JP" altLang="en-US"/>
              </a:p>
            </p:txBody>
          </p:sp>
          <p:sp>
            <p:nvSpPr>
              <p:cNvPr id="26" name="TextBox 26">
                <a:extLst>
                  <a:ext uri="{FF2B5EF4-FFF2-40B4-BE49-F238E27FC236}">
                    <a16:creationId xmlns:a16="http://schemas.microsoft.com/office/drawing/2014/main" id="{5E67C532-39E1-4D7B-D42C-A4554087A8D6}"/>
                  </a:ext>
                </a:extLst>
              </p:cNvPr>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6" name="TextBox 36">
              <a:extLst>
                <a:ext uri="{FF2B5EF4-FFF2-40B4-BE49-F238E27FC236}">
                  <a16:creationId xmlns:a16="http://schemas.microsoft.com/office/drawing/2014/main" id="{C2B43C93-2E57-4867-1903-861F1E2CCE95}"/>
                </a:ext>
              </a:extLst>
            </p:cNvPr>
            <p:cNvSpPr txBox="1"/>
            <p:nvPr/>
          </p:nvSpPr>
          <p:spPr>
            <a:xfrm>
              <a:off x="1166813" y="3163992"/>
              <a:ext cx="7401815" cy="419795"/>
            </a:xfrm>
            <a:prstGeom prst="rect">
              <a:avLst/>
            </a:prstGeom>
          </p:spPr>
          <p:txBody>
            <a:bodyPr wrap="square"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回帰分析</a:t>
              </a:r>
              <a:r>
                <a:rPr lang="en-US" altLang="ja-JP" sz="2499" dirty="0">
                  <a:solidFill>
                    <a:srgbClr val="FFFFFF"/>
                  </a:solidFill>
                  <a:latin typeface="Source Han Sans JP Medium"/>
                  <a:ea typeface="Source Han Sans JP Medium"/>
                  <a:cs typeface="Source Han Sans JP Medium"/>
                  <a:sym typeface="Source Han Sans JP Medium"/>
                </a:rPr>
                <a:t>(R</a:t>
              </a:r>
              <a:r>
                <a:rPr lang="en-US" altLang="ja-JP" sz="2499" baseline="30000" dirty="0">
                  <a:solidFill>
                    <a:srgbClr val="FFFFFF"/>
                  </a:solidFill>
                  <a:latin typeface="Source Han Sans JP Medium"/>
                  <a:ea typeface="Source Han Sans JP Medium"/>
                  <a:cs typeface="Source Han Sans JP Medium"/>
                  <a:sym typeface="Source Han Sans JP Medium"/>
                </a:rPr>
                <a:t>2</a:t>
              </a:r>
              <a:r>
                <a:rPr lang="en-US" altLang="ja-JP" sz="2499" dirty="0">
                  <a:solidFill>
                    <a:srgbClr val="FFFFFF"/>
                  </a:solidFill>
                  <a:latin typeface="Source Han Sans JP Medium"/>
                  <a:ea typeface="Source Han Sans JP Medium"/>
                  <a:cs typeface="Source Han Sans JP Medium"/>
                  <a:sym typeface="Source Han Sans JP Medium"/>
                </a:rPr>
                <a:t> score)</a:t>
              </a:r>
              <a:r>
                <a:rPr lang="ja-JP" altLang="en-US" sz="2499" dirty="0">
                  <a:solidFill>
                    <a:srgbClr val="FFFFFF"/>
                  </a:solidFill>
                  <a:latin typeface="Source Han Sans JP Medium"/>
                  <a:ea typeface="Source Han Sans JP Medium"/>
                  <a:cs typeface="Source Han Sans JP Medium"/>
                  <a:sym typeface="Source Han Sans JP Medium"/>
                </a:rPr>
                <a:t>の結果</a:t>
              </a:r>
              <a:endParaRPr lang="en-US" sz="2499" dirty="0">
                <a:solidFill>
                  <a:srgbClr val="FFFFFF"/>
                </a:solidFill>
                <a:latin typeface="Source Han Sans JP Medium"/>
                <a:ea typeface="Source Han Sans JP Medium"/>
                <a:cs typeface="Source Han Sans JP Medium"/>
                <a:sym typeface="Source Han Sans JP Medium"/>
              </a:endParaRPr>
            </a:p>
          </p:txBody>
        </p:sp>
      </p:grpSp>
      <p:sp>
        <p:nvSpPr>
          <p:cNvPr id="50" name="スライド番号プレースホルダー 28">
            <a:extLst>
              <a:ext uri="{FF2B5EF4-FFF2-40B4-BE49-F238E27FC236}">
                <a16:creationId xmlns:a16="http://schemas.microsoft.com/office/drawing/2014/main" id="{3267AD75-1C35-4E7A-1462-08D04731C783}"/>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19</a:t>
            </a:fld>
            <a:endParaRPr lang="en-US" sz="4800" dirty="0"/>
          </a:p>
        </p:txBody>
      </p:sp>
      <p:sp>
        <p:nvSpPr>
          <p:cNvPr id="31" name="TextBox 34">
            <a:extLst>
              <a:ext uri="{FF2B5EF4-FFF2-40B4-BE49-F238E27FC236}">
                <a16:creationId xmlns:a16="http://schemas.microsoft.com/office/drawing/2014/main" id="{CD4F5807-53EB-5CAF-4D0A-0F0BA75E8F1F}"/>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graphicFrame>
        <p:nvGraphicFramePr>
          <p:cNvPr id="40" name="Table 26">
            <a:extLst>
              <a:ext uri="{FF2B5EF4-FFF2-40B4-BE49-F238E27FC236}">
                <a16:creationId xmlns:a16="http://schemas.microsoft.com/office/drawing/2014/main" id="{94A07ED8-DF87-E326-B34E-F5C5777E5A92}"/>
              </a:ext>
            </a:extLst>
          </p:cNvPr>
          <p:cNvGraphicFramePr>
            <a:graphicFrameLocks noGrp="1"/>
          </p:cNvGraphicFramePr>
          <p:nvPr>
            <p:extLst>
              <p:ext uri="{D42A27DB-BD31-4B8C-83A1-F6EECF244321}">
                <p14:modId xmlns:p14="http://schemas.microsoft.com/office/powerpoint/2010/main" val="2941011506"/>
              </p:ext>
            </p:extLst>
          </p:nvPr>
        </p:nvGraphicFramePr>
        <p:xfrm>
          <a:off x="885823" y="3739588"/>
          <a:ext cx="16373477" cy="4019868"/>
        </p:xfrm>
        <a:graphic>
          <a:graphicData uri="http://schemas.openxmlformats.org/drawingml/2006/table">
            <a:tbl>
              <a:tblPr/>
              <a:tblGrid>
                <a:gridCol w="2469947">
                  <a:extLst>
                    <a:ext uri="{9D8B030D-6E8A-4147-A177-3AD203B41FA5}">
                      <a16:colId xmlns:a16="http://schemas.microsoft.com/office/drawing/2014/main" val="20000"/>
                    </a:ext>
                  </a:extLst>
                </a:gridCol>
                <a:gridCol w="2102801">
                  <a:extLst>
                    <a:ext uri="{9D8B030D-6E8A-4147-A177-3AD203B41FA5}">
                      <a16:colId xmlns:a16="http://schemas.microsoft.com/office/drawing/2014/main" val="20001"/>
                    </a:ext>
                  </a:extLst>
                </a:gridCol>
                <a:gridCol w="2019145">
                  <a:extLst>
                    <a:ext uri="{9D8B030D-6E8A-4147-A177-3AD203B41FA5}">
                      <a16:colId xmlns:a16="http://schemas.microsoft.com/office/drawing/2014/main" val="20002"/>
                    </a:ext>
                  </a:extLst>
                </a:gridCol>
                <a:gridCol w="1959770">
                  <a:extLst>
                    <a:ext uri="{9D8B030D-6E8A-4147-A177-3AD203B41FA5}">
                      <a16:colId xmlns:a16="http://schemas.microsoft.com/office/drawing/2014/main" val="20003"/>
                    </a:ext>
                  </a:extLst>
                </a:gridCol>
                <a:gridCol w="1959770">
                  <a:extLst>
                    <a:ext uri="{9D8B030D-6E8A-4147-A177-3AD203B41FA5}">
                      <a16:colId xmlns:a16="http://schemas.microsoft.com/office/drawing/2014/main" val="3209051730"/>
                    </a:ext>
                  </a:extLst>
                </a:gridCol>
                <a:gridCol w="1959770">
                  <a:extLst>
                    <a:ext uri="{9D8B030D-6E8A-4147-A177-3AD203B41FA5}">
                      <a16:colId xmlns:a16="http://schemas.microsoft.com/office/drawing/2014/main" val="1242190728"/>
                    </a:ext>
                  </a:extLst>
                </a:gridCol>
                <a:gridCol w="1959770">
                  <a:extLst>
                    <a:ext uri="{9D8B030D-6E8A-4147-A177-3AD203B41FA5}">
                      <a16:colId xmlns:a16="http://schemas.microsoft.com/office/drawing/2014/main" val="3424571258"/>
                    </a:ext>
                  </a:extLst>
                </a:gridCol>
                <a:gridCol w="1942504">
                  <a:extLst>
                    <a:ext uri="{9D8B030D-6E8A-4147-A177-3AD203B41FA5}">
                      <a16:colId xmlns:a16="http://schemas.microsoft.com/office/drawing/2014/main" val="438657913"/>
                    </a:ext>
                  </a:extLst>
                </a:gridCol>
              </a:tblGrid>
              <a:tr h="1187604">
                <a:tc>
                  <a:txBody>
                    <a:bodyPr/>
                    <a:lstStyle/>
                    <a:p>
                      <a:pPr algn="ctr">
                        <a:lnSpc>
                          <a:spcPts val="3038"/>
                        </a:lnSpc>
                        <a:defRPr/>
                      </a:pPr>
                      <a:r>
                        <a:rPr lang="ja-JP" altLang="en-US" sz="2000" dirty="0">
                          <a:latin typeface="Source Han Sans JP Medium" panose="020B0600070205080204" charset="-128"/>
                          <a:ea typeface="Source Han Sans JP Medium" panose="020B0600070205080204" charset="-128"/>
                        </a:rPr>
                        <a:t>結果</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err="1">
                          <a:latin typeface="Source Han Sans JP Medium" panose="020B0600070205080204" charset="-128"/>
                          <a:ea typeface="Source Han Sans JP Medium" panose="020B0600070205080204" charset="-128"/>
                        </a:rPr>
                        <a:t>no_noise</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solidFill>
                            <a:srgbClr val="292B2B"/>
                          </a:solidFill>
                          <a:latin typeface="Source Han Sans JP Medium"/>
                          <a:ea typeface="Source Han Sans JP Medium"/>
                          <a:sym typeface="Source Han Sans JP Medium"/>
                        </a:rPr>
                        <a:t>SNR = 0</a:t>
                      </a:r>
                      <a:endParaRPr lang="en-US" sz="20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SNR = -4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-12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-16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-20</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extLst>
                  <a:ext uri="{0D108BD9-81ED-4DB2-BD59-A6C34878D82A}">
                    <a16:rowId xmlns:a16="http://schemas.microsoft.com/office/drawing/2014/main" val="10000"/>
                  </a:ext>
                </a:extLst>
              </a:tr>
              <a:tr h="1416132">
                <a:tc>
                  <a:txBody>
                    <a:bodyPr/>
                    <a:lstStyle/>
                    <a:p>
                      <a:pPr algn="ctr">
                        <a:lnSpc>
                          <a:spcPts val="3079"/>
                        </a:lnSpc>
                        <a:defRPr/>
                      </a:pPr>
                      <a:r>
                        <a:rPr lang="en-US" sz="3200" dirty="0">
                          <a:solidFill>
                            <a:srgbClr val="292B2B"/>
                          </a:solidFill>
                          <a:latin typeface="Source Han Sans JP Medium"/>
                          <a:ea typeface="Source Han Sans JP Medium"/>
                          <a:sym typeface="Source Han Sans JP Medium"/>
                        </a:rPr>
                        <a:t>R</a:t>
                      </a:r>
                      <a:r>
                        <a:rPr lang="en-US" sz="3200" baseline="30000" dirty="0">
                          <a:solidFill>
                            <a:srgbClr val="292B2B"/>
                          </a:solidFill>
                          <a:latin typeface="Source Han Sans JP Medium"/>
                          <a:ea typeface="Source Han Sans JP Medium"/>
                          <a:sym typeface="Source Han Sans JP Medium"/>
                        </a:rPr>
                        <a:t>2</a:t>
                      </a:r>
                      <a:r>
                        <a:rPr lang="en-US" sz="3200" dirty="0">
                          <a:solidFill>
                            <a:srgbClr val="292B2B"/>
                          </a:solidFill>
                          <a:latin typeface="Source Han Sans JP Medium"/>
                          <a:ea typeface="Source Han Sans JP Medium"/>
                          <a:sym typeface="Source Han Sans JP Medium"/>
                        </a:rPr>
                        <a:t> score</a:t>
                      </a:r>
                      <a:endParaRPr lang="en-US" sz="32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0.9922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0.9916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0.9889</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0.9884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0.9804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0.9514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0.9071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extLst>
                  <a:ext uri="{0D108BD9-81ED-4DB2-BD59-A6C34878D82A}">
                    <a16:rowId xmlns:a16="http://schemas.microsoft.com/office/drawing/2014/main" val="10001"/>
                  </a:ext>
                </a:extLst>
              </a:tr>
              <a:tr h="1416132">
                <a:tc>
                  <a:txBody>
                    <a:bodyPr/>
                    <a:lstStyle/>
                    <a:p>
                      <a:pPr algn="ctr">
                        <a:lnSpc>
                          <a:spcPts val="3079"/>
                        </a:lnSpc>
                        <a:defRPr/>
                      </a:pPr>
                      <a:r>
                        <a:rPr lang="ja-JP" altLang="en-US" sz="3200" dirty="0">
                          <a:latin typeface="Source Han Sans JP Medium" panose="020B0600070205080204" charset="-128"/>
                          <a:ea typeface="Source Han Sans JP Medium" panose="020B0600070205080204" charset="-128"/>
                        </a:rPr>
                        <a:t>順位</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1</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1</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extLst>
                  <a:ext uri="{0D108BD9-81ED-4DB2-BD59-A6C34878D82A}">
                    <a16:rowId xmlns:a16="http://schemas.microsoft.com/office/drawing/2014/main" val="10002"/>
                  </a:ext>
                </a:extLst>
              </a:tr>
            </a:tbl>
          </a:graphicData>
        </a:graphic>
      </p:graphicFrame>
      <p:sp>
        <p:nvSpPr>
          <p:cNvPr id="27" name="テキスト ボックス 26">
            <a:extLst>
              <a:ext uri="{FF2B5EF4-FFF2-40B4-BE49-F238E27FC236}">
                <a16:creationId xmlns:a16="http://schemas.microsoft.com/office/drawing/2014/main" id="{9F1B58A3-ACD3-3716-5F17-5AD988FBB903}"/>
              </a:ext>
            </a:extLst>
          </p:cNvPr>
          <p:cNvSpPr txBox="1"/>
          <p:nvPr/>
        </p:nvSpPr>
        <p:spPr>
          <a:xfrm>
            <a:off x="2343702" y="8192557"/>
            <a:ext cx="13249351" cy="993413"/>
          </a:xfrm>
          <a:prstGeom prst="rect">
            <a:avLst/>
          </a:prstGeom>
          <a:noFill/>
        </p:spPr>
        <p:txBody>
          <a:bodyPr wrap="square">
            <a:spAutoFit/>
          </a:bodyPr>
          <a:lstStyle/>
          <a:p>
            <a:pPr algn="l">
              <a:lnSpc>
                <a:spcPts val="3520"/>
              </a:lnSpc>
              <a:buClr>
                <a:srgbClr val="64A4A3"/>
              </a:buClr>
              <a:buSzPct val="100000"/>
            </a:pPr>
            <a:r>
              <a:rPr lang="ja-JP" altLang="en-US" sz="3200" dirty="0">
                <a:solidFill>
                  <a:srgbClr val="292B2B"/>
                </a:solidFill>
                <a:latin typeface="Source Han Sans JP"/>
                <a:ea typeface="Source Han Sans JP"/>
                <a:cs typeface="Source Han Sans JP"/>
                <a:sym typeface="Source Han Sans JP"/>
              </a:rPr>
              <a:t>傾向はホワイトノイズと同じだったが，ノイズが大きいとき</a:t>
            </a:r>
            <a:r>
              <a:rPr lang="en-US" altLang="ja-JP" sz="3200" dirty="0">
                <a:solidFill>
                  <a:srgbClr val="292B2B"/>
                </a:solidFill>
                <a:latin typeface="Source Han Sans JP"/>
                <a:ea typeface="Source Han Sans JP"/>
                <a:cs typeface="Source Han Sans JP"/>
                <a:sym typeface="Source Han Sans JP"/>
              </a:rPr>
              <a:t>R</a:t>
            </a:r>
            <a:r>
              <a:rPr lang="en-US" altLang="ja-JP" sz="3200" baseline="30000" dirty="0">
                <a:solidFill>
                  <a:srgbClr val="292B2B"/>
                </a:solidFill>
                <a:latin typeface="Source Han Sans JP"/>
                <a:ea typeface="Source Han Sans JP"/>
                <a:cs typeface="Source Han Sans JP"/>
                <a:sym typeface="Source Han Sans JP"/>
              </a:rPr>
              <a:t>2</a:t>
            </a:r>
            <a:r>
              <a:rPr lang="en-US" altLang="ja-JP" sz="3200" dirty="0">
                <a:solidFill>
                  <a:srgbClr val="292B2B"/>
                </a:solidFill>
                <a:latin typeface="Source Han Sans JP"/>
                <a:ea typeface="Source Han Sans JP"/>
                <a:cs typeface="Source Han Sans JP"/>
                <a:sym typeface="Source Han Sans JP"/>
              </a:rPr>
              <a:t> score</a:t>
            </a:r>
            <a:r>
              <a:rPr lang="ja-JP" altLang="en-US" sz="3200" dirty="0">
                <a:solidFill>
                  <a:srgbClr val="292B2B"/>
                </a:solidFill>
                <a:latin typeface="Source Han Sans JP"/>
                <a:ea typeface="Source Han Sans JP"/>
                <a:cs typeface="Source Han Sans JP"/>
                <a:sym typeface="Source Han Sans JP"/>
              </a:rPr>
              <a:t>はこちらの方が高い</a:t>
            </a:r>
            <a:endParaRPr lang="en-US" altLang="ja-JP" sz="3200"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28" name="矢印: 下 27">
            <a:extLst>
              <a:ext uri="{FF2B5EF4-FFF2-40B4-BE49-F238E27FC236}">
                <a16:creationId xmlns:a16="http://schemas.microsoft.com/office/drawing/2014/main" id="{2D6C253C-6B42-803E-B9DF-1BDDBFA64B60}"/>
              </a:ext>
            </a:extLst>
          </p:cNvPr>
          <p:cNvSpPr/>
          <p:nvPr/>
        </p:nvSpPr>
        <p:spPr>
          <a:xfrm rot="16200000">
            <a:off x="1233528" y="8143662"/>
            <a:ext cx="737656" cy="68897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9" name="TextBox 24">
            <a:extLst>
              <a:ext uri="{FF2B5EF4-FFF2-40B4-BE49-F238E27FC236}">
                <a16:creationId xmlns:a16="http://schemas.microsoft.com/office/drawing/2014/main" id="{093FE161-75D3-DB79-C43F-CA42F8FED302}"/>
              </a:ext>
            </a:extLst>
          </p:cNvPr>
          <p:cNvSpPr txBox="1"/>
          <p:nvPr/>
        </p:nvSpPr>
        <p:spPr>
          <a:xfrm>
            <a:off x="2709918" y="1676416"/>
            <a:ext cx="16111482" cy="740908"/>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水流動音</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1070175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3955D-23F2-2695-54E9-0357D6B8BDB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6854C59-AFBD-D0FA-530C-53AF21EEA031}"/>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78DFA2CB-C49E-5447-6A07-3BF3DAF06172}"/>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5524B3D2-F72C-D044-504B-F11CCE345D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B04295BB-2F53-A056-0A81-B7D9F52E44BF}"/>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F11B3C81-2D8F-FABC-8E68-9B24DB87DA6A}"/>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6D09EA0B-2029-5B01-056D-241318514E4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9F451DA7-0F93-97AC-3801-11D90D0C427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C483C90F-F681-1908-05F7-56B976D89586}"/>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15E24BE7-623D-11DA-7012-9621B0AFE86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0456EDE9-E7CA-CE3F-22C7-CD5F51A89C2E}"/>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E1A0C4D1-2EFE-8CCF-BAAB-FEE493469A7F}"/>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69B49116-9802-EBBF-F358-F83DEBA32836}"/>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0BCC6E8F-9E1E-54B8-1317-12308208D6F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A4DCFBA4-6D68-D0DE-AE07-DE90D9A651B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8CA1EF8D-CE96-9BC6-10C4-24260891E967}"/>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941F0971-B35E-FD2B-62EF-15A03F06708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2469A6F8-916F-136F-1F6D-5895E797437C}"/>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1AB9A691-8008-F370-EC21-95919CE150E2}"/>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63996999-12FF-739F-7E51-8F0C5FA7E11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BD96094F-D2CD-A267-B125-32AD38F50D02}"/>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70EBA13C-3C11-D1E1-AF4C-5E26107F0E77}"/>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50" name="スライド番号プレースホルダー 28">
            <a:extLst>
              <a:ext uri="{FF2B5EF4-FFF2-40B4-BE49-F238E27FC236}">
                <a16:creationId xmlns:a16="http://schemas.microsoft.com/office/drawing/2014/main" id="{A64FB055-02B9-BE35-2B7C-5C219CE5384F}"/>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20</a:t>
            </a:fld>
            <a:endParaRPr lang="en-US" sz="4800" dirty="0"/>
          </a:p>
        </p:txBody>
      </p:sp>
      <p:sp>
        <p:nvSpPr>
          <p:cNvPr id="31" name="TextBox 34">
            <a:extLst>
              <a:ext uri="{FF2B5EF4-FFF2-40B4-BE49-F238E27FC236}">
                <a16:creationId xmlns:a16="http://schemas.microsoft.com/office/drawing/2014/main" id="{9217BE7A-6358-8DA9-3F64-DCA4B2700100}"/>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sp>
        <p:nvSpPr>
          <p:cNvPr id="29" name="TextBox 24">
            <a:extLst>
              <a:ext uri="{FF2B5EF4-FFF2-40B4-BE49-F238E27FC236}">
                <a16:creationId xmlns:a16="http://schemas.microsoft.com/office/drawing/2014/main" id="{DF19A268-8D2F-0407-F636-0722489658C4}"/>
              </a:ext>
            </a:extLst>
          </p:cNvPr>
          <p:cNvSpPr txBox="1"/>
          <p:nvPr/>
        </p:nvSpPr>
        <p:spPr>
          <a:xfrm>
            <a:off x="2709918" y="1676416"/>
            <a:ext cx="16111482" cy="740908"/>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水流動音</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46" name="テキスト ボックス 45">
            <a:extLst>
              <a:ext uri="{FF2B5EF4-FFF2-40B4-BE49-F238E27FC236}">
                <a16:creationId xmlns:a16="http://schemas.microsoft.com/office/drawing/2014/main" id="{6FED6742-BEDB-E1A9-3819-E4A6DA3C8291}"/>
              </a:ext>
            </a:extLst>
          </p:cNvPr>
          <p:cNvSpPr txBox="1"/>
          <p:nvPr/>
        </p:nvSpPr>
        <p:spPr>
          <a:xfrm>
            <a:off x="1752600" y="6205693"/>
            <a:ext cx="1893073" cy="369332"/>
          </a:xfrm>
          <a:prstGeom prst="rect">
            <a:avLst/>
          </a:prstGeom>
          <a:noFill/>
        </p:spPr>
        <p:txBody>
          <a:bodyPr wrap="square" rtlCol="0">
            <a:spAutoFit/>
          </a:bodyPr>
          <a:lstStyle/>
          <a:p>
            <a:r>
              <a:rPr kumimoji="1" lang="en-US" altLang="ja-JP" dirty="0"/>
              <a:t>SNR = </a:t>
            </a:r>
            <a:r>
              <a:rPr kumimoji="1" lang="en-US" altLang="ja-JP" dirty="0" err="1"/>
              <a:t>no_noise</a:t>
            </a:r>
            <a:endParaRPr kumimoji="1" lang="ja-JP" altLang="en-US" dirty="0"/>
          </a:p>
        </p:txBody>
      </p:sp>
      <p:sp>
        <p:nvSpPr>
          <p:cNvPr id="47" name="テキスト ボックス 46">
            <a:extLst>
              <a:ext uri="{FF2B5EF4-FFF2-40B4-BE49-F238E27FC236}">
                <a16:creationId xmlns:a16="http://schemas.microsoft.com/office/drawing/2014/main" id="{77EA41D6-2573-D395-BAB3-17F820E369B3}"/>
              </a:ext>
            </a:extLst>
          </p:cNvPr>
          <p:cNvSpPr txBox="1"/>
          <p:nvPr/>
        </p:nvSpPr>
        <p:spPr>
          <a:xfrm>
            <a:off x="6701643" y="6218930"/>
            <a:ext cx="1893073" cy="369332"/>
          </a:xfrm>
          <a:prstGeom prst="rect">
            <a:avLst/>
          </a:prstGeom>
          <a:noFill/>
        </p:spPr>
        <p:txBody>
          <a:bodyPr wrap="square" rtlCol="0">
            <a:spAutoFit/>
          </a:bodyPr>
          <a:lstStyle/>
          <a:p>
            <a:r>
              <a:rPr kumimoji="1" lang="en-US" altLang="ja-JP" dirty="0"/>
              <a:t>SNR = 0</a:t>
            </a:r>
            <a:endParaRPr kumimoji="1" lang="ja-JP" altLang="en-US" dirty="0"/>
          </a:p>
        </p:txBody>
      </p:sp>
      <p:sp>
        <p:nvSpPr>
          <p:cNvPr id="48" name="テキスト ボックス 47">
            <a:extLst>
              <a:ext uri="{FF2B5EF4-FFF2-40B4-BE49-F238E27FC236}">
                <a16:creationId xmlns:a16="http://schemas.microsoft.com/office/drawing/2014/main" id="{482A8323-15B5-5EB0-DF6C-59A218E0523E}"/>
              </a:ext>
            </a:extLst>
          </p:cNvPr>
          <p:cNvSpPr txBox="1"/>
          <p:nvPr/>
        </p:nvSpPr>
        <p:spPr>
          <a:xfrm>
            <a:off x="11086757" y="6234554"/>
            <a:ext cx="1893073" cy="369332"/>
          </a:xfrm>
          <a:prstGeom prst="rect">
            <a:avLst/>
          </a:prstGeom>
          <a:noFill/>
        </p:spPr>
        <p:txBody>
          <a:bodyPr wrap="square" rtlCol="0">
            <a:spAutoFit/>
          </a:bodyPr>
          <a:lstStyle/>
          <a:p>
            <a:r>
              <a:rPr kumimoji="1" lang="en-US" altLang="ja-JP" dirty="0"/>
              <a:t>SNR = -4</a:t>
            </a:r>
            <a:endParaRPr kumimoji="1" lang="ja-JP" altLang="en-US" dirty="0"/>
          </a:p>
        </p:txBody>
      </p:sp>
      <p:sp>
        <p:nvSpPr>
          <p:cNvPr id="49" name="テキスト ボックス 48">
            <a:extLst>
              <a:ext uri="{FF2B5EF4-FFF2-40B4-BE49-F238E27FC236}">
                <a16:creationId xmlns:a16="http://schemas.microsoft.com/office/drawing/2014/main" id="{6C2E2C77-8D2C-3198-668A-2B92A7C51B5C}"/>
              </a:ext>
            </a:extLst>
          </p:cNvPr>
          <p:cNvSpPr txBox="1"/>
          <p:nvPr/>
        </p:nvSpPr>
        <p:spPr>
          <a:xfrm>
            <a:off x="15626606" y="6234554"/>
            <a:ext cx="1893073" cy="369332"/>
          </a:xfrm>
          <a:prstGeom prst="rect">
            <a:avLst/>
          </a:prstGeom>
          <a:noFill/>
        </p:spPr>
        <p:txBody>
          <a:bodyPr wrap="square" rtlCol="0">
            <a:spAutoFit/>
          </a:bodyPr>
          <a:lstStyle/>
          <a:p>
            <a:r>
              <a:rPr kumimoji="1" lang="en-US" altLang="ja-JP" dirty="0"/>
              <a:t>SNR = -8</a:t>
            </a:r>
            <a:endParaRPr kumimoji="1" lang="ja-JP" altLang="en-US" dirty="0"/>
          </a:p>
        </p:txBody>
      </p:sp>
      <p:sp>
        <p:nvSpPr>
          <p:cNvPr id="52" name="テキスト ボックス 51">
            <a:extLst>
              <a:ext uri="{FF2B5EF4-FFF2-40B4-BE49-F238E27FC236}">
                <a16:creationId xmlns:a16="http://schemas.microsoft.com/office/drawing/2014/main" id="{FED8491B-3D24-A98A-218A-6EAAEB02ABFA}"/>
              </a:ext>
            </a:extLst>
          </p:cNvPr>
          <p:cNvSpPr txBox="1"/>
          <p:nvPr/>
        </p:nvSpPr>
        <p:spPr>
          <a:xfrm>
            <a:off x="3838452" y="9826904"/>
            <a:ext cx="1893073" cy="369332"/>
          </a:xfrm>
          <a:prstGeom prst="rect">
            <a:avLst/>
          </a:prstGeom>
          <a:noFill/>
        </p:spPr>
        <p:txBody>
          <a:bodyPr wrap="square" rtlCol="0">
            <a:spAutoFit/>
          </a:bodyPr>
          <a:lstStyle/>
          <a:p>
            <a:r>
              <a:rPr kumimoji="1" lang="en-US" altLang="ja-JP" dirty="0"/>
              <a:t>SNR = 12</a:t>
            </a:r>
            <a:endParaRPr kumimoji="1" lang="ja-JP" altLang="en-US" dirty="0"/>
          </a:p>
        </p:txBody>
      </p:sp>
      <p:sp>
        <p:nvSpPr>
          <p:cNvPr id="53" name="テキスト ボックス 52">
            <a:extLst>
              <a:ext uri="{FF2B5EF4-FFF2-40B4-BE49-F238E27FC236}">
                <a16:creationId xmlns:a16="http://schemas.microsoft.com/office/drawing/2014/main" id="{D428DB84-C155-C9DE-A8C2-4DDEF43A6106}"/>
              </a:ext>
            </a:extLst>
          </p:cNvPr>
          <p:cNvSpPr txBox="1"/>
          <p:nvPr/>
        </p:nvSpPr>
        <p:spPr>
          <a:xfrm>
            <a:off x="8594716" y="9835248"/>
            <a:ext cx="1893073" cy="369332"/>
          </a:xfrm>
          <a:prstGeom prst="rect">
            <a:avLst/>
          </a:prstGeom>
          <a:noFill/>
        </p:spPr>
        <p:txBody>
          <a:bodyPr wrap="square" rtlCol="0">
            <a:spAutoFit/>
          </a:bodyPr>
          <a:lstStyle/>
          <a:p>
            <a:r>
              <a:rPr kumimoji="1" lang="en-US" altLang="ja-JP" dirty="0"/>
              <a:t>SNR = -16</a:t>
            </a:r>
            <a:endParaRPr kumimoji="1" lang="ja-JP" altLang="en-US" dirty="0"/>
          </a:p>
        </p:txBody>
      </p:sp>
      <p:sp>
        <p:nvSpPr>
          <p:cNvPr id="54" name="テキスト ボックス 53">
            <a:extLst>
              <a:ext uri="{FF2B5EF4-FFF2-40B4-BE49-F238E27FC236}">
                <a16:creationId xmlns:a16="http://schemas.microsoft.com/office/drawing/2014/main" id="{A4841C46-D3CE-AEC6-2D1F-7BD64B904562}"/>
              </a:ext>
            </a:extLst>
          </p:cNvPr>
          <p:cNvSpPr txBox="1"/>
          <p:nvPr/>
        </p:nvSpPr>
        <p:spPr>
          <a:xfrm>
            <a:off x="12979830" y="9862480"/>
            <a:ext cx="1893073" cy="369332"/>
          </a:xfrm>
          <a:prstGeom prst="rect">
            <a:avLst/>
          </a:prstGeom>
          <a:noFill/>
        </p:spPr>
        <p:txBody>
          <a:bodyPr wrap="square" rtlCol="0">
            <a:spAutoFit/>
          </a:bodyPr>
          <a:lstStyle/>
          <a:p>
            <a:r>
              <a:rPr kumimoji="1" lang="en-US" altLang="ja-JP" dirty="0"/>
              <a:t>SNR = 20</a:t>
            </a:r>
            <a:endParaRPr kumimoji="1" lang="ja-JP" altLang="en-US" dirty="0"/>
          </a:p>
        </p:txBody>
      </p:sp>
      <p:pic>
        <p:nvPicPr>
          <p:cNvPr id="24" name="図 23" descr="グラフ, 棒グラフ&#10;&#10;自動的に生成された説明">
            <a:extLst>
              <a:ext uri="{FF2B5EF4-FFF2-40B4-BE49-F238E27FC236}">
                <a16:creationId xmlns:a16="http://schemas.microsoft.com/office/drawing/2014/main" id="{93BFC622-B4F1-C371-5F85-F46480087F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3784" y="6501923"/>
            <a:ext cx="4517859" cy="3388394"/>
          </a:xfrm>
          <a:prstGeom prst="rect">
            <a:avLst/>
          </a:prstGeom>
        </p:spPr>
      </p:pic>
      <p:pic>
        <p:nvPicPr>
          <p:cNvPr id="26" name="図 25" descr="グラフ, 棒グラフ&#10;&#10;自動的に生成された説明">
            <a:extLst>
              <a:ext uri="{FF2B5EF4-FFF2-40B4-BE49-F238E27FC236}">
                <a16:creationId xmlns:a16="http://schemas.microsoft.com/office/drawing/2014/main" id="{EED7ECB8-823D-97C8-4489-A8643590C8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52598" y="2834426"/>
            <a:ext cx="4635402" cy="3476551"/>
          </a:xfrm>
          <a:prstGeom prst="rect">
            <a:avLst/>
          </a:prstGeom>
        </p:spPr>
      </p:pic>
      <p:pic>
        <p:nvPicPr>
          <p:cNvPr id="28" name="図 27" descr="グラフ, 棒グラフ&#10;&#10;自動的に生成された説明">
            <a:extLst>
              <a:ext uri="{FF2B5EF4-FFF2-40B4-BE49-F238E27FC236}">
                <a16:creationId xmlns:a16="http://schemas.microsoft.com/office/drawing/2014/main" id="{24E0A4B6-E9F5-58EA-66B8-86EA095BBB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4000" y="2814061"/>
            <a:ext cx="4635402" cy="3476551"/>
          </a:xfrm>
          <a:prstGeom prst="rect">
            <a:avLst/>
          </a:prstGeom>
        </p:spPr>
      </p:pic>
      <p:pic>
        <p:nvPicPr>
          <p:cNvPr id="34" name="図 33" descr="グラフ, 棒グラフ&#10;&#10;自動的に生成された説明">
            <a:extLst>
              <a:ext uri="{FF2B5EF4-FFF2-40B4-BE49-F238E27FC236}">
                <a16:creationId xmlns:a16="http://schemas.microsoft.com/office/drawing/2014/main" id="{8C9291BF-A3BA-5E1C-039D-701E354DED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84989" y="2802672"/>
            <a:ext cx="4635402" cy="3476551"/>
          </a:xfrm>
          <a:prstGeom prst="rect">
            <a:avLst/>
          </a:prstGeom>
        </p:spPr>
      </p:pic>
      <p:pic>
        <p:nvPicPr>
          <p:cNvPr id="37" name="図 36" descr="グラフ, 棒グラフ&#10;&#10;自動的に生成された説明">
            <a:extLst>
              <a:ext uri="{FF2B5EF4-FFF2-40B4-BE49-F238E27FC236}">
                <a16:creationId xmlns:a16="http://schemas.microsoft.com/office/drawing/2014/main" id="{09AA098A-D6B1-676B-7069-ED146186D9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2217" y="2791283"/>
            <a:ext cx="4635402" cy="3476551"/>
          </a:xfrm>
          <a:prstGeom prst="rect">
            <a:avLst/>
          </a:prstGeom>
        </p:spPr>
      </p:pic>
      <p:pic>
        <p:nvPicPr>
          <p:cNvPr id="40" name="図 39" descr="グラフ, 棒グラフ&#10;&#10;自動的に生成された説明">
            <a:extLst>
              <a:ext uri="{FF2B5EF4-FFF2-40B4-BE49-F238E27FC236}">
                <a16:creationId xmlns:a16="http://schemas.microsoft.com/office/drawing/2014/main" id="{FF591714-A05E-EE23-2B7D-03813BF7C6A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35271" y="6546863"/>
            <a:ext cx="4517859" cy="3388394"/>
          </a:xfrm>
          <a:prstGeom prst="rect">
            <a:avLst/>
          </a:prstGeom>
        </p:spPr>
      </p:pic>
      <p:pic>
        <p:nvPicPr>
          <p:cNvPr id="44" name="図 43" descr="グラフ, 棒グラフ&#10;&#10;自動的に生成された説明">
            <a:extLst>
              <a:ext uri="{FF2B5EF4-FFF2-40B4-BE49-F238E27FC236}">
                <a16:creationId xmlns:a16="http://schemas.microsoft.com/office/drawing/2014/main" id="{A48AFA5A-2A00-3426-39E5-E6BD90E17AD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168424" y="6524583"/>
            <a:ext cx="4517859" cy="3388394"/>
          </a:xfrm>
          <a:prstGeom prst="rect">
            <a:avLst/>
          </a:prstGeom>
        </p:spPr>
      </p:pic>
    </p:spTree>
    <p:extLst>
      <p:ext uri="{BB962C8B-B14F-4D97-AF65-F5344CB8AC3E}">
        <p14:creationId xmlns:p14="http://schemas.microsoft.com/office/powerpoint/2010/main" val="206283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49C72-8C81-BDC1-DCEC-CFA8623750B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E652F60-B620-B9B9-9CA3-6399B80E2542}"/>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CE1B1E10-9BDE-B40C-8F24-CECBCB67B4C4}"/>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B22F062D-0B4F-4352-2C1E-82FF0430B06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7D35819F-C708-1F5F-1BF5-C08351B704D8}"/>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D92E914B-E398-4877-CABD-C8521025A12F}"/>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36D7ABA1-8129-AC54-E313-C329247E811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6EBC8E13-2A82-562B-1FAF-DC5CD4314F3E}"/>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584C888A-4431-335E-677D-70755833E733}"/>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9A5F7CCE-17E6-F38A-6E92-D41A66BC67F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6972B3FE-3F92-E112-B34C-39CE7EA4498E}"/>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01BE7F9C-2E20-96D6-B274-BC216C67D78C}"/>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52D6B5D2-480F-01D8-6F22-82FF100D87E6}"/>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9443BB40-8D30-7198-78F8-5C8CCCEAE69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07F62EC5-5D17-2D8C-153B-9E5B126E3641}"/>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277FC2D1-1F85-54D5-2C33-CFAF842753DB}"/>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BAB889D8-C582-7682-4622-ECEB99A2829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3B193710-D371-D4F8-BD0F-7D7C992DAAA8}"/>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B0BAC1E6-92AC-66ED-7266-4263F539C6D1}"/>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649574EA-C329-0C5A-D3E9-6CC361D9AAB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367230A1-4B97-5914-8066-A17FF513C7A5}"/>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1FB9B733-7A2E-9CEA-C872-805D97629A41}"/>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grpSp>
        <p:nvGrpSpPr>
          <p:cNvPr id="51" name="グループ化 50">
            <a:extLst>
              <a:ext uri="{FF2B5EF4-FFF2-40B4-BE49-F238E27FC236}">
                <a16:creationId xmlns:a16="http://schemas.microsoft.com/office/drawing/2014/main" id="{F16E47F5-1A6A-F27B-C285-48A5E9A31B6D}"/>
              </a:ext>
            </a:extLst>
          </p:cNvPr>
          <p:cNvGrpSpPr/>
          <p:nvPr/>
        </p:nvGrpSpPr>
        <p:grpSpPr>
          <a:xfrm>
            <a:off x="885825" y="3053145"/>
            <a:ext cx="3381375" cy="429778"/>
            <a:chOff x="961837" y="3153943"/>
            <a:chExt cx="7962900" cy="501471"/>
          </a:xfrm>
        </p:grpSpPr>
        <p:grpSp>
          <p:nvGrpSpPr>
            <p:cNvPr id="24" name="Group 24">
              <a:extLst>
                <a:ext uri="{FF2B5EF4-FFF2-40B4-BE49-F238E27FC236}">
                  <a16:creationId xmlns:a16="http://schemas.microsoft.com/office/drawing/2014/main" id="{DFB45D95-22CB-CC71-753A-B85866C09F94}"/>
                </a:ext>
              </a:extLst>
            </p:cNvPr>
            <p:cNvGrpSpPr/>
            <p:nvPr/>
          </p:nvGrpSpPr>
          <p:grpSpPr>
            <a:xfrm>
              <a:off x="961837" y="3153943"/>
              <a:ext cx="7962900" cy="501471"/>
              <a:chOff x="0" y="0"/>
              <a:chExt cx="2097225" cy="132075"/>
            </a:xfrm>
          </p:grpSpPr>
          <p:sp>
            <p:nvSpPr>
              <p:cNvPr id="25" name="Freeform 25">
                <a:extLst>
                  <a:ext uri="{FF2B5EF4-FFF2-40B4-BE49-F238E27FC236}">
                    <a16:creationId xmlns:a16="http://schemas.microsoft.com/office/drawing/2014/main" id="{E8A778E3-AEFC-EDA6-E7BC-A4DB49FA6DC9}"/>
                  </a:ext>
                </a:extLst>
              </p:cNvPr>
              <p:cNvSpPr/>
              <p:nvPr/>
            </p:nvSpPr>
            <p:spPr>
              <a:xfrm>
                <a:off x="0" y="0"/>
                <a:ext cx="2097225" cy="132075"/>
              </a:xfrm>
              <a:custGeom>
                <a:avLst/>
                <a:gdLst/>
                <a:ahLst/>
                <a:cxnLst/>
                <a:rect l="l" t="t" r="r" b="b"/>
                <a:pathLst>
                  <a:path w="2097225" h="132075">
                    <a:moveTo>
                      <a:pt x="0" y="0"/>
                    </a:moveTo>
                    <a:lnTo>
                      <a:pt x="2097225" y="0"/>
                    </a:lnTo>
                    <a:lnTo>
                      <a:pt x="2097225" y="132075"/>
                    </a:lnTo>
                    <a:lnTo>
                      <a:pt x="0" y="132075"/>
                    </a:lnTo>
                    <a:close/>
                  </a:path>
                </a:pathLst>
              </a:custGeom>
              <a:solidFill>
                <a:srgbClr val="406D6C"/>
              </a:solidFill>
            </p:spPr>
            <p:txBody>
              <a:bodyPr/>
              <a:lstStyle/>
              <a:p>
                <a:endParaRPr lang="ja-JP" altLang="en-US"/>
              </a:p>
            </p:txBody>
          </p:sp>
          <p:sp>
            <p:nvSpPr>
              <p:cNvPr id="26" name="TextBox 26">
                <a:extLst>
                  <a:ext uri="{FF2B5EF4-FFF2-40B4-BE49-F238E27FC236}">
                    <a16:creationId xmlns:a16="http://schemas.microsoft.com/office/drawing/2014/main" id="{B4FF31C7-BB6C-5865-A2BD-C442C5F4AE54}"/>
                  </a:ext>
                </a:extLst>
              </p:cNvPr>
              <p:cNvSpPr txBox="1"/>
              <p:nvPr/>
            </p:nvSpPr>
            <p:spPr>
              <a:xfrm>
                <a:off x="0" y="-38100"/>
                <a:ext cx="2097225" cy="170175"/>
              </a:xfrm>
              <a:prstGeom prst="rect">
                <a:avLst/>
              </a:prstGeom>
            </p:spPr>
            <p:txBody>
              <a:bodyPr lIns="50801" tIns="50801" rIns="50801" bIns="50801" rtlCol="0" anchor="ctr"/>
              <a:lstStyle/>
              <a:p>
                <a:pPr algn="ctr">
                  <a:lnSpc>
                    <a:spcPts val="2940"/>
                  </a:lnSpc>
                </a:pPr>
                <a:endParaRPr/>
              </a:p>
            </p:txBody>
          </p:sp>
        </p:grpSp>
        <p:sp>
          <p:nvSpPr>
            <p:cNvPr id="36" name="TextBox 36">
              <a:extLst>
                <a:ext uri="{FF2B5EF4-FFF2-40B4-BE49-F238E27FC236}">
                  <a16:creationId xmlns:a16="http://schemas.microsoft.com/office/drawing/2014/main" id="{F0DEA8D2-8AA5-0D19-D148-06ED01A2E209}"/>
                </a:ext>
              </a:extLst>
            </p:cNvPr>
            <p:cNvSpPr txBox="1"/>
            <p:nvPr/>
          </p:nvSpPr>
          <p:spPr>
            <a:xfrm>
              <a:off x="1166813" y="3163992"/>
              <a:ext cx="7401815" cy="419795"/>
            </a:xfrm>
            <a:prstGeom prst="rect">
              <a:avLst/>
            </a:prstGeom>
          </p:spPr>
          <p:txBody>
            <a:bodyPr wrap="square" lIns="0" tIns="0" rIns="0" bIns="0" rtlCol="0" anchor="t">
              <a:spAutoFit/>
            </a:bodyPr>
            <a:lstStyle/>
            <a:p>
              <a:pPr algn="just">
                <a:lnSpc>
                  <a:spcPts val="3499"/>
                </a:lnSpc>
                <a:spcBef>
                  <a:spcPct val="0"/>
                </a:spcBef>
              </a:pPr>
              <a:r>
                <a:rPr lang="ja-JP" altLang="en-US" sz="2499" dirty="0">
                  <a:solidFill>
                    <a:srgbClr val="FFFFFF"/>
                  </a:solidFill>
                  <a:latin typeface="Source Han Sans JP Medium"/>
                  <a:ea typeface="Source Han Sans JP Medium"/>
                  <a:cs typeface="Source Han Sans JP Medium"/>
                  <a:sym typeface="Source Han Sans JP Medium"/>
                </a:rPr>
                <a:t>回帰分析</a:t>
              </a:r>
              <a:r>
                <a:rPr lang="en-US" altLang="ja-JP" sz="2499" dirty="0">
                  <a:solidFill>
                    <a:srgbClr val="FFFFFF"/>
                  </a:solidFill>
                  <a:latin typeface="Source Han Sans JP Medium"/>
                  <a:ea typeface="Source Han Sans JP Medium"/>
                  <a:cs typeface="Source Han Sans JP Medium"/>
                  <a:sym typeface="Source Han Sans JP Medium"/>
                </a:rPr>
                <a:t>(AUC)</a:t>
              </a:r>
              <a:r>
                <a:rPr lang="ja-JP" altLang="en-US" sz="2499" dirty="0">
                  <a:solidFill>
                    <a:srgbClr val="FFFFFF"/>
                  </a:solidFill>
                  <a:latin typeface="Source Han Sans JP Medium"/>
                  <a:ea typeface="Source Han Sans JP Medium"/>
                  <a:cs typeface="Source Han Sans JP Medium"/>
                  <a:sym typeface="Source Han Sans JP Medium"/>
                </a:rPr>
                <a:t>の結果</a:t>
              </a:r>
              <a:endParaRPr lang="en-US" sz="2499" dirty="0">
                <a:solidFill>
                  <a:srgbClr val="FFFFFF"/>
                </a:solidFill>
                <a:latin typeface="Source Han Sans JP Medium"/>
                <a:ea typeface="Source Han Sans JP Medium"/>
                <a:cs typeface="Source Han Sans JP Medium"/>
                <a:sym typeface="Source Han Sans JP Medium"/>
              </a:endParaRPr>
            </a:p>
          </p:txBody>
        </p:sp>
      </p:grpSp>
      <p:sp>
        <p:nvSpPr>
          <p:cNvPr id="50" name="スライド番号プレースホルダー 28">
            <a:extLst>
              <a:ext uri="{FF2B5EF4-FFF2-40B4-BE49-F238E27FC236}">
                <a16:creationId xmlns:a16="http://schemas.microsoft.com/office/drawing/2014/main" id="{7FC867FE-7CFD-7291-BFDB-9BCAB3EB84E0}"/>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21</a:t>
            </a:fld>
            <a:endParaRPr lang="en-US" sz="4800" dirty="0"/>
          </a:p>
        </p:txBody>
      </p:sp>
      <p:sp>
        <p:nvSpPr>
          <p:cNvPr id="31" name="TextBox 34">
            <a:extLst>
              <a:ext uri="{FF2B5EF4-FFF2-40B4-BE49-F238E27FC236}">
                <a16:creationId xmlns:a16="http://schemas.microsoft.com/office/drawing/2014/main" id="{A17E7014-E841-0308-BD80-D9F46BF0194A}"/>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graphicFrame>
        <p:nvGraphicFramePr>
          <p:cNvPr id="40" name="Table 26">
            <a:extLst>
              <a:ext uri="{FF2B5EF4-FFF2-40B4-BE49-F238E27FC236}">
                <a16:creationId xmlns:a16="http://schemas.microsoft.com/office/drawing/2014/main" id="{C3D2D5E0-529F-195D-6862-4F1E354B5D95}"/>
              </a:ext>
            </a:extLst>
          </p:cNvPr>
          <p:cNvGraphicFramePr>
            <a:graphicFrameLocks noGrp="1"/>
          </p:cNvGraphicFramePr>
          <p:nvPr>
            <p:extLst>
              <p:ext uri="{D42A27DB-BD31-4B8C-83A1-F6EECF244321}">
                <p14:modId xmlns:p14="http://schemas.microsoft.com/office/powerpoint/2010/main" val="2146225401"/>
              </p:ext>
            </p:extLst>
          </p:nvPr>
        </p:nvGraphicFramePr>
        <p:xfrm>
          <a:off x="885823" y="3739588"/>
          <a:ext cx="16373477" cy="4019868"/>
        </p:xfrm>
        <a:graphic>
          <a:graphicData uri="http://schemas.openxmlformats.org/drawingml/2006/table">
            <a:tbl>
              <a:tblPr/>
              <a:tblGrid>
                <a:gridCol w="2469947">
                  <a:extLst>
                    <a:ext uri="{9D8B030D-6E8A-4147-A177-3AD203B41FA5}">
                      <a16:colId xmlns:a16="http://schemas.microsoft.com/office/drawing/2014/main" val="20000"/>
                    </a:ext>
                  </a:extLst>
                </a:gridCol>
                <a:gridCol w="2102801">
                  <a:extLst>
                    <a:ext uri="{9D8B030D-6E8A-4147-A177-3AD203B41FA5}">
                      <a16:colId xmlns:a16="http://schemas.microsoft.com/office/drawing/2014/main" val="20001"/>
                    </a:ext>
                  </a:extLst>
                </a:gridCol>
                <a:gridCol w="2019145">
                  <a:extLst>
                    <a:ext uri="{9D8B030D-6E8A-4147-A177-3AD203B41FA5}">
                      <a16:colId xmlns:a16="http://schemas.microsoft.com/office/drawing/2014/main" val="20002"/>
                    </a:ext>
                  </a:extLst>
                </a:gridCol>
                <a:gridCol w="1959770">
                  <a:extLst>
                    <a:ext uri="{9D8B030D-6E8A-4147-A177-3AD203B41FA5}">
                      <a16:colId xmlns:a16="http://schemas.microsoft.com/office/drawing/2014/main" val="20003"/>
                    </a:ext>
                  </a:extLst>
                </a:gridCol>
                <a:gridCol w="1959770">
                  <a:extLst>
                    <a:ext uri="{9D8B030D-6E8A-4147-A177-3AD203B41FA5}">
                      <a16:colId xmlns:a16="http://schemas.microsoft.com/office/drawing/2014/main" val="3209051730"/>
                    </a:ext>
                  </a:extLst>
                </a:gridCol>
                <a:gridCol w="1959770">
                  <a:extLst>
                    <a:ext uri="{9D8B030D-6E8A-4147-A177-3AD203B41FA5}">
                      <a16:colId xmlns:a16="http://schemas.microsoft.com/office/drawing/2014/main" val="1242190728"/>
                    </a:ext>
                  </a:extLst>
                </a:gridCol>
                <a:gridCol w="1959770">
                  <a:extLst>
                    <a:ext uri="{9D8B030D-6E8A-4147-A177-3AD203B41FA5}">
                      <a16:colId xmlns:a16="http://schemas.microsoft.com/office/drawing/2014/main" val="3424571258"/>
                    </a:ext>
                  </a:extLst>
                </a:gridCol>
                <a:gridCol w="1942504">
                  <a:extLst>
                    <a:ext uri="{9D8B030D-6E8A-4147-A177-3AD203B41FA5}">
                      <a16:colId xmlns:a16="http://schemas.microsoft.com/office/drawing/2014/main" val="438657913"/>
                    </a:ext>
                  </a:extLst>
                </a:gridCol>
              </a:tblGrid>
              <a:tr h="1187604">
                <a:tc>
                  <a:txBody>
                    <a:bodyPr/>
                    <a:lstStyle/>
                    <a:p>
                      <a:pPr algn="ctr">
                        <a:lnSpc>
                          <a:spcPts val="3038"/>
                        </a:lnSpc>
                        <a:defRPr/>
                      </a:pPr>
                      <a:r>
                        <a:rPr lang="ja-JP" altLang="en-US" sz="2000" dirty="0">
                          <a:latin typeface="Source Han Sans JP Medium" panose="020B0600070205080204" charset="-128"/>
                          <a:ea typeface="Source Han Sans JP Medium" panose="020B0600070205080204" charset="-128"/>
                        </a:rPr>
                        <a:t>結果</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err="1">
                          <a:latin typeface="Source Han Sans JP Medium" panose="020B0600070205080204" charset="-128"/>
                          <a:ea typeface="Source Han Sans JP Medium" panose="020B0600070205080204" charset="-128"/>
                        </a:rPr>
                        <a:t>no_noise</a:t>
                      </a:r>
                      <a:endParaRPr lang="en-US" sz="20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solidFill>
                            <a:srgbClr val="292B2B"/>
                          </a:solidFill>
                          <a:latin typeface="Source Han Sans JP Medium"/>
                          <a:ea typeface="Source Han Sans JP Medium"/>
                          <a:sym typeface="Source Han Sans JP Medium"/>
                        </a:rPr>
                        <a:t>SNR = 0</a:t>
                      </a:r>
                      <a:endParaRPr lang="en-US" sz="20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algn="ctr">
                        <a:lnSpc>
                          <a:spcPts val="3038"/>
                        </a:lnSpc>
                        <a:defRPr/>
                      </a:pPr>
                      <a:r>
                        <a:rPr lang="en-US" sz="2000" dirty="0">
                          <a:latin typeface="Source Han Sans JP Medium" panose="020B0600070205080204" charset="-128"/>
                          <a:ea typeface="Source Han Sans JP Medium" panose="020B0600070205080204" charset="-128"/>
                        </a:rPr>
                        <a:t>SNR = -4</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-12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-16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tc>
                  <a:txBody>
                    <a:bodyPr/>
                    <a:lstStyle/>
                    <a:p>
                      <a:pPr marL="0" marR="0" lvl="0" indent="0" algn="ctr" defTabSz="914400" rtl="0" eaLnBrk="1" fontAlgn="auto" latinLnBrk="0" hangingPunct="1">
                        <a:lnSpc>
                          <a:spcPts val="3038"/>
                        </a:lnSpc>
                        <a:spcBef>
                          <a:spcPts val="0"/>
                        </a:spcBef>
                        <a:spcAft>
                          <a:spcPts val="0"/>
                        </a:spcAft>
                        <a:buClrTx/>
                        <a:buSzTx/>
                        <a:buFontTx/>
                        <a:buNone/>
                        <a:tabLst/>
                        <a:defRPr/>
                      </a:pPr>
                      <a:r>
                        <a:rPr lang="en-US" altLang="ja-JP" sz="2000" dirty="0">
                          <a:latin typeface="Source Han Sans JP Medium" panose="020B0600070205080204" charset="-128"/>
                          <a:ea typeface="Source Han Sans JP Medium" panose="020B0600070205080204" charset="-128"/>
                        </a:rPr>
                        <a:t>SNR = -20</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A0C8C7"/>
                    </a:solidFill>
                  </a:tcPr>
                </a:tc>
                <a:extLst>
                  <a:ext uri="{0D108BD9-81ED-4DB2-BD59-A6C34878D82A}">
                    <a16:rowId xmlns:a16="http://schemas.microsoft.com/office/drawing/2014/main" val="10000"/>
                  </a:ext>
                </a:extLst>
              </a:tr>
              <a:tr h="1416132">
                <a:tc>
                  <a:txBody>
                    <a:bodyPr/>
                    <a:lstStyle/>
                    <a:p>
                      <a:pPr algn="ctr">
                        <a:lnSpc>
                          <a:spcPts val="3079"/>
                        </a:lnSpc>
                        <a:defRPr/>
                      </a:pPr>
                      <a:r>
                        <a:rPr lang="en-US" sz="3200" dirty="0">
                          <a:solidFill>
                            <a:srgbClr val="292B2B"/>
                          </a:solidFill>
                          <a:latin typeface="Source Han Sans JP Medium"/>
                          <a:ea typeface="Source Han Sans JP Medium"/>
                          <a:sym typeface="Source Han Sans JP Medium"/>
                        </a:rPr>
                        <a:t>AUC</a:t>
                      </a:r>
                      <a:endParaRPr lang="en-US" sz="3200" dirty="0"/>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0.9733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0.9630</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0.9667</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0.9653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0.9708</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0.9669</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0.9436</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extLst>
                  <a:ext uri="{0D108BD9-81ED-4DB2-BD59-A6C34878D82A}">
                    <a16:rowId xmlns:a16="http://schemas.microsoft.com/office/drawing/2014/main" val="10001"/>
                  </a:ext>
                </a:extLst>
              </a:tr>
              <a:tr h="1416132">
                <a:tc>
                  <a:txBody>
                    <a:bodyPr/>
                    <a:lstStyle/>
                    <a:p>
                      <a:pPr algn="ctr">
                        <a:lnSpc>
                          <a:spcPts val="3079"/>
                        </a:lnSpc>
                        <a:defRPr/>
                      </a:pPr>
                      <a:r>
                        <a:rPr lang="ja-JP" altLang="en-US" sz="3200" dirty="0">
                          <a:latin typeface="Source Han Sans JP Medium" panose="020B0600070205080204" charset="-128"/>
                          <a:ea typeface="Source Han Sans JP Medium" panose="020B0600070205080204" charset="-128"/>
                        </a:rPr>
                        <a:t>順位</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solidFill>
                            <a:srgbClr val="292B2B"/>
                          </a:solidFill>
                          <a:latin typeface="Source Han Sans JP Medium" panose="020B0600070205080204" charset="-128"/>
                          <a:ea typeface="Source Han Sans JP Medium" panose="020B0600070205080204" charset="-128"/>
                          <a:sym typeface="Source Han Sans JP"/>
                        </a:rPr>
                        <a:t>3</a:t>
                      </a:r>
                      <a:endParaRPr lang="en-US" sz="3200" dirty="0">
                        <a:latin typeface="Source Han Sans JP Medium" panose="020B0600070205080204" charset="-128"/>
                        <a:ea typeface="Source Han Sans JP Medium" panose="020B0600070205080204" charset="-128"/>
                      </a:endParaRP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3</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tc>
                  <a:txBody>
                    <a:bodyPr/>
                    <a:lstStyle/>
                    <a:p>
                      <a:pPr algn="ctr">
                        <a:lnSpc>
                          <a:spcPts val="3038"/>
                        </a:lnSpc>
                        <a:defRPr/>
                      </a:pPr>
                      <a:r>
                        <a:rPr lang="en-US" sz="3200" dirty="0">
                          <a:latin typeface="Source Han Sans JP Medium" panose="020B0600070205080204" charset="-128"/>
                          <a:ea typeface="Source Han Sans JP Medium" panose="020B0600070205080204" charset="-128"/>
                        </a:rPr>
                        <a:t>2</a:t>
                      </a:r>
                    </a:p>
                  </a:txBody>
                  <a:tcPr marL="31327" marR="31327" marT="31327" marB="31327" anchor="ctr">
                    <a:lnL w="28575" cap="flat" cmpd="sng" algn="ctr">
                      <a:solidFill>
                        <a:srgbClr val="FAFAFA"/>
                      </a:solidFill>
                      <a:prstDash val="solid"/>
                      <a:round/>
                      <a:headEnd type="none" w="med" len="med"/>
                      <a:tailEnd type="none" w="med" len="med"/>
                    </a:lnL>
                    <a:lnR w="28575" cap="flat" cmpd="sng" algn="ctr">
                      <a:solidFill>
                        <a:srgbClr val="FAFAFA"/>
                      </a:solidFill>
                      <a:prstDash val="solid"/>
                      <a:round/>
                      <a:headEnd type="none" w="med" len="med"/>
                      <a:tailEnd type="none" w="med" len="med"/>
                    </a:lnR>
                    <a:lnT w="28575" cap="flat" cmpd="sng" algn="ctr">
                      <a:solidFill>
                        <a:srgbClr val="FAFAFA"/>
                      </a:solidFill>
                      <a:prstDash val="solid"/>
                      <a:round/>
                      <a:headEnd type="none" w="med" len="med"/>
                      <a:tailEnd type="none" w="med" len="med"/>
                    </a:lnT>
                    <a:lnB w="28575" cap="flat" cmpd="sng" algn="ctr">
                      <a:solidFill>
                        <a:srgbClr val="FAFAFA"/>
                      </a:solidFill>
                      <a:prstDash val="solid"/>
                      <a:round/>
                      <a:headEnd type="none" w="med" len="med"/>
                      <a:tailEnd type="none" w="med" len="med"/>
                    </a:lnB>
                    <a:solidFill>
                      <a:srgbClr val="ECF1F1"/>
                    </a:solidFill>
                  </a:tcPr>
                </a:tc>
                <a:extLst>
                  <a:ext uri="{0D108BD9-81ED-4DB2-BD59-A6C34878D82A}">
                    <a16:rowId xmlns:a16="http://schemas.microsoft.com/office/drawing/2014/main" val="10002"/>
                  </a:ext>
                </a:extLst>
              </a:tr>
            </a:tbl>
          </a:graphicData>
        </a:graphic>
      </p:graphicFrame>
      <p:sp>
        <p:nvSpPr>
          <p:cNvPr id="27" name="テキスト ボックス 26">
            <a:extLst>
              <a:ext uri="{FF2B5EF4-FFF2-40B4-BE49-F238E27FC236}">
                <a16:creationId xmlns:a16="http://schemas.microsoft.com/office/drawing/2014/main" id="{1B1DAA5F-7E26-50D1-E5AB-AC1C83A61D8B}"/>
              </a:ext>
            </a:extLst>
          </p:cNvPr>
          <p:cNvSpPr txBox="1"/>
          <p:nvPr/>
        </p:nvSpPr>
        <p:spPr>
          <a:xfrm>
            <a:off x="2171700" y="8136555"/>
            <a:ext cx="13944600" cy="993413"/>
          </a:xfrm>
          <a:prstGeom prst="rect">
            <a:avLst/>
          </a:prstGeom>
          <a:noFill/>
        </p:spPr>
        <p:txBody>
          <a:bodyPr wrap="square">
            <a:spAutoFit/>
          </a:bodyPr>
          <a:lstStyle/>
          <a:p>
            <a:pPr algn="l">
              <a:lnSpc>
                <a:spcPts val="3520"/>
              </a:lnSpc>
              <a:buClr>
                <a:srgbClr val="64A4A3"/>
              </a:buClr>
              <a:buSzPct val="100000"/>
            </a:pPr>
            <a:r>
              <a:rPr lang="en-US" altLang="ja-JP" sz="3200" dirty="0">
                <a:solidFill>
                  <a:srgbClr val="292B2B"/>
                </a:solidFill>
                <a:latin typeface="Source Han Sans JP"/>
                <a:ea typeface="Source Han Sans JP"/>
                <a:cs typeface="Source Han Sans JP"/>
                <a:sym typeface="Source Han Sans JP"/>
              </a:rPr>
              <a:t>AUC</a:t>
            </a:r>
            <a:r>
              <a:rPr lang="ja-JP" altLang="en-US" sz="3200" dirty="0">
                <a:solidFill>
                  <a:srgbClr val="292B2B"/>
                </a:solidFill>
                <a:latin typeface="Source Han Sans JP"/>
                <a:ea typeface="Source Han Sans JP"/>
                <a:cs typeface="Source Han Sans JP"/>
                <a:sym typeface="Source Han Sans JP"/>
              </a:rPr>
              <a:t>は閾値により分類して判断するものなので，回帰より改善しにくくなった？</a:t>
            </a:r>
            <a:endParaRPr lang="en-US" altLang="ja-JP" sz="3200" u="none" strike="noStrike" dirty="0">
              <a:solidFill>
                <a:srgbClr val="64A4A3"/>
              </a:solidFill>
              <a:latin typeface="Source Han Sans JP Bold" panose="020B0600070205080204" charset="-128"/>
              <a:ea typeface="Source Han Sans JP Bold" panose="020B0600070205080204" charset="-128"/>
              <a:cs typeface="Source Han Sans JP"/>
              <a:sym typeface="Source Han Sans JP"/>
            </a:endParaRPr>
          </a:p>
        </p:txBody>
      </p:sp>
      <p:sp>
        <p:nvSpPr>
          <p:cNvPr id="28" name="矢印: 下 27">
            <a:extLst>
              <a:ext uri="{FF2B5EF4-FFF2-40B4-BE49-F238E27FC236}">
                <a16:creationId xmlns:a16="http://schemas.microsoft.com/office/drawing/2014/main" id="{6C35235E-1922-124C-40A0-16E0BFB32BF4}"/>
              </a:ext>
            </a:extLst>
          </p:cNvPr>
          <p:cNvSpPr/>
          <p:nvPr/>
        </p:nvSpPr>
        <p:spPr>
          <a:xfrm rot="16200000">
            <a:off x="1233528" y="8143662"/>
            <a:ext cx="737656" cy="68897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29" name="TextBox 24">
            <a:extLst>
              <a:ext uri="{FF2B5EF4-FFF2-40B4-BE49-F238E27FC236}">
                <a16:creationId xmlns:a16="http://schemas.microsoft.com/office/drawing/2014/main" id="{9DD4CBAA-1ED2-FE3F-C58C-C9B2ADD8F4BE}"/>
              </a:ext>
            </a:extLst>
          </p:cNvPr>
          <p:cNvSpPr txBox="1"/>
          <p:nvPr/>
        </p:nvSpPr>
        <p:spPr>
          <a:xfrm>
            <a:off x="2709918" y="1676416"/>
            <a:ext cx="16111482" cy="740908"/>
          </a:xfrm>
          <a:prstGeom prst="rect">
            <a:avLst/>
          </a:prstGeom>
        </p:spPr>
        <p:txBody>
          <a:bodyPr wrap="square"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回帰分析と</a:t>
            </a:r>
            <a:r>
              <a:rPr lang="en-US" altLang="ja-JP" sz="4800" dirty="0">
                <a:solidFill>
                  <a:srgbClr val="292B2B"/>
                </a:solidFill>
                <a:latin typeface="Source Han Sans JP Medium"/>
                <a:ea typeface="Source Han Sans JP Medium"/>
                <a:cs typeface="Source Han Sans JP Medium"/>
                <a:sym typeface="Source Han Sans JP Medium"/>
              </a:rPr>
              <a:t>ROC</a:t>
            </a:r>
            <a:r>
              <a:rPr lang="ja-JP" altLang="en-US" sz="4800" dirty="0">
                <a:solidFill>
                  <a:srgbClr val="292B2B"/>
                </a:solidFill>
                <a:latin typeface="Source Han Sans JP Medium"/>
                <a:ea typeface="Source Han Sans JP Medium"/>
                <a:cs typeface="Source Han Sans JP Medium"/>
                <a:sym typeface="Source Han Sans JP Medium"/>
              </a:rPr>
              <a:t>曲線によるモデル評価（</a:t>
            </a:r>
            <a:r>
              <a:rPr lang="ja-JP" altLang="en-US" sz="4800" b="1" dirty="0">
                <a:solidFill>
                  <a:srgbClr val="292B2B"/>
                </a:solidFill>
                <a:latin typeface="Source Han Sans JP Medium"/>
                <a:ea typeface="Source Han Sans JP Medium"/>
                <a:cs typeface="Source Han Sans JP Medium"/>
                <a:sym typeface="Source Han Sans JP Medium"/>
              </a:rPr>
              <a:t>水流動音</a:t>
            </a:r>
            <a:r>
              <a:rPr lang="ja-JP" altLang="en-US" sz="4800" dirty="0">
                <a:solidFill>
                  <a:srgbClr val="292B2B"/>
                </a:solidFill>
                <a:latin typeface="Source Han Sans JP Medium"/>
                <a:ea typeface="Source Han Sans JP Medium"/>
                <a:cs typeface="Source Han Sans JP Medium"/>
                <a:sym typeface="Source Han Sans JP Medium"/>
              </a:rPr>
              <a:t>）</a:t>
            </a:r>
            <a:endParaRPr lang="en-US" sz="4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1953248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6A8B-D675-92AC-EB37-E46C642F713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383ACAD-DCF1-2923-3FA7-248053F5EA6C}"/>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95971C6A-6464-DD2A-08E6-901EA09CBBA5}"/>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1DCF51D8-B89C-1F67-C8BC-CD78B15B949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5828231D-F085-61E8-7E52-0757C1A520B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6" name="Group 6">
              <a:extLst>
                <a:ext uri="{FF2B5EF4-FFF2-40B4-BE49-F238E27FC236}">
                  <a16:creationId xmlns:a16="http://schemas.microsoft.com/office/drawing/2014/main" id="{D96A16A7-777A-FDC0-91DB-D666BDB63F88}"/>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C0B07AAE-6B95-AAF2-EEC6-4F87F8D074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D4ABFC5B-3614-3DED-1B83-55D6532C75C9}"/>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9" name="Group 9">
              <a:extLst>
                <a:ext uri="{FF2B5EF4-FFF2-40B4-BE49-F238E27FC236}">
                  <a16:creationId xmlns:a16="http://schemas.microsoft.com/office/drawing/2014/main" id="{EFE413FD-30A7-6C0A-170A-FB8B11655875}"/>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536180C8-9F4C-CE1E-2612-5F71A724973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DA4D3F7F-C8F1-4B66-05E4-C893A647F75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1646BEE2-829C-643D-185C-B718463F8A2C}"/>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78BAEFE6-3660-58F8-0924-5631665BCDD2}"/>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8B23CB54-7FC1-A544-D81A-A1147F7D64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C5EE57F1-98FF-F6C6-47D5-9404B739136E}"/>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6" name="Group 16">
              <a:extLst>
                <a:ext uri="{FF2B5EF4-FFF2-40B4-BE49-F238E27FC236}">
                  <a16:creationId xmlns:a16="http://schemas.microsoft.com/office/drawing/2014/main" id="{B830BD41-959D-775B-F3D1-83D51862D307}"/>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AA09144C-AEE2-01A6-898E-C4C40062CA7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720C80F5-CA99-D5BD-B9E8-FF5785EFC1B4}"/>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nvGrpSpPr>
            <p:cNvPr id="19" name="Group 19">
              <a:extLst>
                <a:ext uri="{FF2B5EF4-FFF2-40B4-BE49-F238E27FC236}">
                  <a16:creationId xmlns:a16="http://schemas.microsoft.com/office/drawing/2014/main" id="{586DF10B-DB1B-DCCD-398F-A0D0ADDBAED9}"/>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F8BE1D4F-DCD2-E39A-01C5-6439958E666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FF6B4EEC-160A-5432-9B91-E81B8336A89B}"/>
                  </a:ext>
                </a:extLst>
              </p:cNvPr>
              <p:cNvSpPr txBox="1"/>
              <p:nvPr/>
            </p:nvSpPr>
            <p:spPr>
              <a:xfrm>
                <a:off x="0" y="-38100"/>
                <a:ext cx="1449995" cy="75730"/>
              </a:xfrm>
              <a:prstGeom prst="rect">
                <a:avLst/>
              </a:prstGeom>
            </p:spPr>
            <p:txBody>
              <a:bodyPr lIns="50801" tIns="50801" rIns="50801" bIns="50801" rtlCol="0" anchor="ctr"/>
              <a:lstStyle/>
              <a:p>
                <a:pPr algn="ctr">
                  <a:lnSpc>
                    <a:spcPts val="2940"/>
                  </a:lnSpc>
                </a:pPr>
                <a:endParaRPr/>
              </a:p>
            </p:txBody>
          </p:sp>
        </p:grpSp>
      </p:grpSp>
      <p:sp>
        <p:nvSpPr>
          <p:cNvPr id="22" name="AutoShape 22">
            <a:extLst>
              <a:ext uri="{FF2B5EF4-FFF2-40B4-BE49-F238E27FC236}">
                <a16:creationId xmlns:a16="http://schemas.microsoft.com/office/drawing/2014/main" id="{13081CC4-2514-9CDB-AA26-0CB44AD2B312}"/>
              </a:ext>
            </a:extLst>
          </p:cNvPr>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33" name="TextBox 33">
            <a:extLst>
              <a:ext uri="{FF2B5EF4-FFF2-40B4-BE49-F238E27FC236}">
                <a16:creationId xmlns:a16="http://schemas.microsoft.com/office/drawing/2014/main" id="{78B163C6-0CC5-9118-3849-B37AE46A04B8}"/>
              </a:ext>
            </a:extLst>
          </p:cNvPr>
          <p:cNvSpPr txBox="1"/>
          <p:nvPr/>
        </p:nvSpPr>
        <p:spPr>
          <a:xfrm>
            <a:off x="2709920" y="1676417"/>
            <a:ext cx="9786880" cy="707181"/>
          </a:xfrm>
          <a:prstGeom prst="rect">
            <a:avLst/>
          </a:prstGeom>
        </p:spPr>
        <p:txBody>
          <a:bodyPr wrap="square" lIns="0" tIns="0" rIns="0" bIns="0" rtlCol="0" anchor="t">
            <a:spAutoFit/>
          </a:bodyPr>
          <a:lstStyle/>
          <a:p>
            <a:pPr>
              <a:lnSpc>
                <a:spcPts val="5880"/>
              </a:lnSpc>
              <a:spcBef>
                <a:spcPct val="0"/>
              </a:spcBef>
            </a:pPr>
            <a:r>
              <a:rPr lang="ja-JP" altLang="en-US" sz="4200" dirty="0">
                <a:solidFill>
                  <a:srgbClr val="292B2B"/>
                </a:solidFill>
                <a:latin typeface="Source Han Sans JP Medium"/>
                <a:ea typeface="Source Han Sans JP Medium"/>
                <a:cs typeface="Source Han Sans JP Medium"/>
                <a:sym typeface="Source Han Sans JP Medium"/>
              </a:rPr>
              <a:t>回帰分析と</a:t>
            </a:r>
            <a:r>
              <a:rPr lang="en-US" altLang="ja-JP" sz="4200" dirty="0">
                <a:solidFill>
                  <a:srgbClr val="292B2B"/>
                </a:solidFill>
                <a:latin typeface="Source Han Sans JP Medium"/>
                <a:ea typeface="Source Han Sans JP Medium"/>
                <a:cs typeface="Source Han Sans JP Medium"/>
                <a:sym typeface="Source Han Sans JP Medium"/>
              </a:rPr>
              <a:t>ROC</a:t>
            </a:r>
            <a:r>
              <a:rPr lang="ja-JP" altLang="en-US" sz="4200" dirty="0">
                <a:solidFill>
                  <a:srgbClr val="292B2B"/>
                </a:solidFill>
                <a:latin typeface="Source Han Sans JP Medium"/>
                <a:ea typeface="Source Han Sans JP Medium"/>
                <a:cs typeface="Source Han Sans JP Medium"/>
                <a:sym typeface="Source Han Sans JP Medium"/>
              </a:rPr>
              <a:t>曲線によるモデル評価</a:t>
            </a:r>
            <a:endParaRPr lang="en-US" sz="4200" dirty="0">
              <a:solidFill>
                <a:srgbClr val="292B2B"/>
              </a:solidFill>
              <a:latin typeface="Source Han Sans JP Medium"/>
              <a:ea typeface="Source Han Sans JP Medium"/>
              <a:cs typeface="Source Han Sans JP Medium"/>
              <a:sym typeface="Source Han Sans JP Medium"/>
            </a:endParaRPr>
          </a:p>
        </p:txBody>
      </p:sp>
      <p:sp>
        <p:nvSpPr>
          <p:cNvPr id="34" name="TextBox 34">
            <a:extLst>
              <a:ext uri="{FF2B5EF4-FFF2-40B4-BE49-F238E27FC236}">
                <a16:creationId xmlns:a16="http://schemas.microsoft.com/office/drawing/2014/main" id="{BCEEC638-F136-8EF8-9F5C-A1691AFC0076}"/>
              </a:ext>
            </a:extLst>
          </p:cNvPr>
          <p:cNvSpPr txBox="1"/>
          <p:nvPr/>
        </p:nvSpPr>
        <p:spPr>
          <a:xfrm>
            <a:off x="1028701" y="1285966"/>
            <a:ext cx="2660651" cy="1385059"/>
          </a:xfrm>
          <a:prstGeom prst="rect">
            <a:avLst/>
          </a:prstGeom>
        </p:spPr>
        <p:txBody>
          <a:bodyPr lIns="0" tIns="0" rIns="0" bIns="0" rtlCol="0" anchor="t">
            <a:spAutoFit/>
          </a:bodyPr>
          <a:lstStyle/>
          <a:p>
            <a:pPr>
              <a:lnSpc>
                <a:spcPts val="11201"/>
              </a:lnSpc>
              <a:spcBef>
                <a:spcPct val="0"/>
              </a:spcBef>
            </a:pPr>
            <a:r>
              <a:rPr lang="en-US" sz="8001" dirty="0">
                <a:solidFill>
                  <a:srgbClr val="64A4A3"/>
                </a:solidFill>
                <a:latin typeface="Now Medium"/>
                <a:ea typeface="Now Medium"/>
                <a:cs typeface="Now Medium"/>
                <a:sym typeface="Now Medium"/>
              </a:rPr>
              <a:t>03</a:t>
            </a:r>
          </a:p>
        </p:txBody>
      </p:sp>
      <p:sp>
        <p:nvSpPr>
          <p:cNvPr id="50" name="スライド番号プレースホルダー 28">
            <a:extLst>
              <a:ext uri="{FF2B5EF4-FFF2-40B4-BE49-F238E27FC236}">
                <a16:creationId xmlns:a16="http://schemas.microsoft.com/office/drawing/2014/main" id="{D889331A-5DDB-FA9D-B979-0B722C13F9A0}"/>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22</a:t>
            </a:fld>
            <a:endParaRPr lang="en-US" sz="4800" dirty="0"/>
          </a:p>
        </p:txBody>
      </p:sp>
      <p:sp>
        <p:nvSpPr>
          <p:cNvPr id="58" name="テキスト ボックス 57">
            <a:extLst>
              <a:ext uri="{FF2B5EF4-FFF2-40B4-BE49-F238E27FC236}">
                <a16:creationId xmlns:a16="http://schemas.microsoft.com/office/drawing/2014/main" id="{2A376DD8-BBB6-E9B8-57E2-00A14AA1F406}"/>
              </a:ext>
            </a:extLst>
          </p:cNvPr>
          <p:cNvSpPr txBox="1"/>
          <p:nvPr/>
        </p:nvSpPr>
        <p:spPr>
          <a:xfrm>
            <a:off x="1143000" y="3110468"/>
            <a:ext cx="11353800" cy="646331"/>
          </a:xfrm>
          <a:prstGeom prst="rect">
            <a:avLst/>
          </a:prstGeom>
          <a:noFill/>
        </p:spPr>
        <p:txBody>
          <a:bodyPr wrap="square">
            <a:spAutoFit/>
          </a:bodyPr>
          <a:lstStyle/>
          <a:p>
            <a:pPr marL="0" lvl="0" indent="0">
              <a:spcBef>
                <a:spcPct val="0"/>
              </a:spcBef>
            </a:pPr>
            <a:r>
              <a:rPr lang="ja-JP" altLang="en-US" sz="3600" dirty="0">
                <a:latin typeface="Source Han Sans JP Medium"/>
                <a:ea typeface="Source Han Sans JP Medium"/>
                <a:cs typeface="Source Han Sans JP Medium"/>
                <a:sym typeface="Source Han Sans JP Medium"/>
              </a:rPr>
              <a:t>～回帰分析と</a:t>
            </a:r>
            <a:r>
              <a:rPr lang="en-US" altLang="ja-JP" sz="3600" dirty="0">
                <a:latin typeface="Source Han Sans JP Medium"/>
                <a:ea typeface="Source Han Sans JP Medium"/>
                <a:cs typeface="Source Han Sans JP Medium"/>
                <a:sym typeface="Source Han Sans JP Medium"/>
              </a:rPr>
              <a:t>ROC</a:t>
            </a:r>
            <a:r>
              <a:rPr lang="ja-JP" altLang="en-US" sz="3600" dirty="0">
                <a:latin typeface="Source Han Sans JP Medium"/>
                <a:ea typeface="Source Han Sans JP Medium"/>
                <a:cs typeface="Source Han Sans JP Medium"/>
                <a:sym typeface="Source Han Sans JP Medium"/>
              </a:rPr>
              <a:t>曲線によるモデル評価のまとめ～</a:t>
            </a:r>
            <a:endParaRPr lang="en-US" altLang="ja-JP" sz="3600" dirty="0">
              <a:latin typeface="Source Han Sans JP Medium"/>
              <a:ea typeface="Source Han Sans JP Medium"/>
              <a:cs typeface="Source Han Sans JP Medium"/>
              <a:sym typeface="Source Han Sans JP Medium"/>
            </a:endParaRPr>
          </a:p>
        </p:txBody>
      </p:sp>
      <p:sp>
        <p:nvSpPr>
          <p:cNvPr id="25" name="四角形: 角を丸くする 24">
            <a:extLst>
              <a:ext uri="{FF2B5EF4-FFF2-40B4-BE49-F238E27FC236}">
                <a16:creationId xmlns:a16="http://schemas.microsoft.com/office/drawing/2014/main" id="{41ECC7CE-C1F5-6946-7E0D-8431DA1FE9FD}"/>
              </a:ext>
            </a:extLst>
          </p:cNvPr>
          <p:cNvSpPr/>
          <p:nvPr/>
        </p:nvSpPr>
        <p:spPr>
          <a:xfrm>
            <a:off x="762000" y="3862143"/>
            <a:ext cx="16559227" cy="5160903"/>
          </a:xfrm>
          <a:prstGeom prst="roundRect">
            <a:avLst/>
          </a:prstGeom>
          <a:noFill/>
          <a:ln w="7620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1F5E68AD-C1EC-985F-BAD8-61AE76905949}"/>
              </a:ext>
            </a:extLst>
          </p:cNvPr>
          <p:cNvSpPr txBox="1"/>
          <p:nvPr/>
        </p:nvSpPr>
        <p:spPr>
          <a:xfrm>
            <a:off x="1409700" y="5011433"/>
            <a:ext cx="15468600" cy="2862322"/>
          </a:xfrm>
          <a:prstGeom prst="rect">
            <a:avLst/>
          </a:prstGeom>
          <a:noFill/>
        </p:spPr>
        <p:txBody>
          <a:bodyPr wrap="square">
            <a:spAutoFit/>
          </a:bodyPr>
          <a:lstStyle/>
          <a:p>
            <a:pPr marL="571500" lvl="0" indent="-571500">
              <a:spcBef>
                <a:spcPct val="0"/>
              </a:spcBef>
              <a:buFont typeface="Wingdings" panose="05000000000000000000" pitchFamily="2" charset="2"/>
              <a:buChar char="l"/>
            </a:pPr>
            <a:r>
              <a:rPr lang="ja-JP" altLang="en-US" sz="3600" dirty="0">
                <a:latin typeface="Source Han Sans JP Medium"/>
                <a:ea typeface="Source Han Sans JP Medium"/>
                <a:cs typeface="Source Han Sans JP Medium"/>
                <a:sym typeface="Source Han Sans JP Medium"/>
              </a:rPr>
              <a:t>ホワイトノイズと水流動音では，水流動音の方が分類しやすい</a:t>
            </a:r>
            <a:endParaRPr lang="en-US" altLang="ja-JP" sz="3600" dirty="0">
              <a:latin typeface="Source Han Sans JP Medium"/>
              <a:ea typeface="Source Han Sans JP Medium"/>
              <a:cs typeface="Source Han Sans JP Medium"/>
              <a:sym typeface="Source Han Sans JP Medium"/>
            </a:endParaRPr>
          </a:p>
          <a:p>
            <a:pPr marL="571500" lvl="0" indent="-571500">
              <a:spcBef>
                <a:spcPct val="0"/>
              </a:spcBef>
              <a:buFont typeface="Wingdings" panose="05000000000000000000" pitchFamily="2" charset="2"/>
              <a:buChar char="l"/>
            </a:pPr>
            <a:endParaRPr lang="en-US" altLang="ja-JP" sz="3600" b="0" i="0" dirty="0">
              <a:solidFill>
                <a:srgbClr val="1D1C1D"/>
              </a:solidFill>
              <a:effectLst/>
              <a:latin typeface="Source Han Sans JP Medium"/>
              <a:ea typeface="Source Han Sans JP Medium"/>
              <a:sym typeface="Source Han Sans JP Medium"/>
            </a:endParaRPr>
          </a:p>
          <a:p>
            <a:pPr marL="571500" lvl="0" indent="-571500">
              <a:spcBef>
                <a:spcPct val="0"/>
              </a:spcBef>
              <a:buFont typeface="Wingdings" panose="05000000000000000000" pitchFamily="2" charset="2"/>
              <a:buChar char="l"/>
            </a:pPr>
            <a:r>
              <a:rPr lang="en-US" altLang="ja-JP" sz="3600" dirty="0">
                <a:solidFill>
                  <a:srgbClr val="1D1C1D"/>
                </a:solidFill>
                <a:latin typeface="Source Han Sans JP Medium" panose="020B0600070205080204" charset="-128"/>
                <a:ea typeface="Source Han Sans JP Medium" panose="020B0600070205080204" charset="-128"/>
                <a:cs typeface="Source Han Sans JP Medium"/>
                <a:sym typeface="Source Han Sans JP Medium"/>
              </a:rPr>
              <a:t>R2 score</a:t>
            </a:r>
            <a:r>
              <a:rPr lang="ja-JP" altLang="en-US" sz="3600" dirty="0">
                <a:solidFill>
                  <a:srgbClr val="1D1C1D"/>
                </a:solidFill>
                <a:latin typeface="Source Han Sans JP Medium" panose="020B0600070205080204" charset="-128"/>
                <a:ea typeface="Source Han Sans JP Medium" panose="020B0600070205080204" charset="-128"/>
                <a:cs typeface="Source Han Sans JP Medium"/>
                <a:sym typeface="Source Han Sans JP Medium"/>
              </a:rPr>
              <a:t>に対して，アンサンブルの効果があった</a:t>
            </a:r>
            <a:endParaRPr lang="en-US" altLang="ja-JP" sz="3600" dirty="0">
              <a:solidFill>
                <a:srgbClr val="1D1C1D"/>
              </a:solidFill>
              <a:latin typeface="Source Han Sans JP Medium" panose="020B0600070205080204" charset="-128"/>
              <a:ea typeface="Source Han Sans JP Medium" panose="020B0600070205080204" charset="-128"/>
              <a:cs typeface="Source Han Sans JP Medium"/>
              <a:sym typeface="Source Han Sans JP Medium"/>
            </a:endParaRPr>
          </a:p>
          <a:p>
            <a:pPr marL="571500" lvl="0" indent="-571500">
              <a:spcBef>
                <a:spcPct val="0"/>
              </a:spcBef>
              <a:buFont typeface="Wingdings" panose="05000000000000000000" pitchFamily="2" charset="2"/>
              <a:buChar char="l"/>
            </a:pPr>
            <a:endParaRPr lang="en-US" altLang="ja-JP" sz="3600" dirty="0">
              <a:solidFill>
                <a:srgbClr val="1D1C1D"/>
              </a:solidFill>
              <a:latin typeface="Source Han Sans JP Medium" panose="020B0600070205080204" charset="-128"/>
              <a:ea typeface="Source Han Sans JP Medium" panose="020B0600070205080204" charset="-128"/>
              <a:cs typeface="Source Han Sans JP Medium"/>
              <a:sym typeface="Source Han Sans JP Medium"/>
            </a:endParaRPr>
          </a:p>
          <a:p>
            <a:pPr marL="571500" lvl="0" indent="-571500">
              <a:spcBef>
                <a:spcPct val="0"/>
              </a:spcBef>
              <a:buFont typeface="Wingdings" panose="05000000000000000000" pitchFamily="2" charset="2"/>
              <a:buChar char="l"/>
            </a:pPr>
            <a:r>
              <a:rPr lang="en-US" altLang="ja-JP" sz="3600" dirty="0">
                <a:solidFill>
                  <a:srgbClr val="1D1C1D"/>
                </a:solidFill>
                <a:latin typeface="Source Han Sans JP Medium" panose="020B0600070205080204" charset="-128"/>
                <a:ea typeface="Source Han Sans JP Medium" panose="020B0600070205080204" charset="-128"/>
                <a:cs typeface="Source Han Sans JP Medium"/>
                <a:sym typeface="Source Han Sans JP Medium"/>
              </a:rPr>
              <a:t>AUC</a:t>
            </a:r>
            <a:r>
              <a:rPr lang="ja-JP" altLang="en-US" sz="3600" dirty="0">
                <a:solidFill>
                  <a:srgbClr val="1D1C1D"/>
                </a:solidFill>
                <a:latin typeface="Source Han Sans JP Medium" panose="020B0600070205080204" charset="-128"/>
                <a:ea typeface="Source Han Sans JP Medium" panose="020B0600070205080204" charset="-128"/>
                <a:cs typeface="Source Han Sans JP Medium"/>
                <a:sym typeface="Source Han Sans JP Medium"/>
              </a:rPr>
              <a:t>に対しては，ノイズが大きいところでアンサンブルの効果が表れた．</a:t>
            </a:r>
            <a:endParaRPr lang="en-US" altLang="ja-JP" sz="36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30" name="図 29" descr="グラフ, 箱ひげ図&#10;&#10;自動的に生成された説明">
            <a:extLst>
              <a:ext uri="{FF2B5EF4-FFF2-40B4-BE49-F238E27FC236}">
                <a16:creationId xmlns:a16="http://schemas.microsoft.com/office/drawing/2014/main" id="{4E0C172C-52BC-E459-6836-29AC19DAA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9213" y="2181396"/>
            <a:ext cx="3219899" cy="3639058"/>
          </a:xfrm>
          <a:prstGeom prst="rect">
            <a:avLst/>
          </a:prstGeom>
        </p:spPr>
      </p:pic>
    </p:spTree>
    <p:extLst>
      <p:ext uri="{BB962C8B-B14F-4D97-AF65-F5344CB8AC3E}">
        <p14:creationId xmlns:p14="http://schemas.microsoft.com/office/powerpoint/2010/main" val="14286402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AB729-DBF0-CE4A-66C9-6E581D2743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60BF86C-C2E9-E024-CA6D-B962D4BCB854}"/>
              </a:ext>
            </a:extLst>
          </p:cNvPr>
          <p:cNvGrpSpPr/>
          <p:nvPr/>
        </p:nvGrpSpPr>
        <p:grpSpPr>
          <a:xfrm>
            <a:off x="885825" y="885825"/>
            <a:ext cx="16516350" cy="142875"/>
            <a:chOff x="0" y="0"/>
            <a:chExt cx="22021800" cy="190500"/>
          </a:xfrm>
        </p:grpSpPr>
        <p:grpSp>
          <p:nvGrpSpPr>
            <p:cNvPr id="3" name="Group 3">
              <a:extLst>
                <a:ext uri="{FF2B5EF4-FFF2-40B4-BE49-F238E27FC236}">
                  <a16:creationId xmlns:a16="http://schemas.microsoft.com/office/drawing/2014/main" id="{591DFD10-BF77-A637-015D-A5C1F7EBF741}"/>
                </a:ext>
              </a:extLst>
            </p:cNvPr>
            <p:cNvGrpSpPr/>
            <p:nvPr/>
          </p:nvGrpSpPr>
          <p:grpSpPr>
            <a:xfrm>
              <a:off x="0" y="0"/>
              <a:ext cx="7340600" cy="190500"/>
              <a:chOff x="0" y="0"/>
              <a:chExt cx="1449995" cy="37630"/>
            </a:xfrm>
          </p:grpSpPr>
          <p:sp>
            <p:nvSpPr>
              <p:cNvPr id="4" name="Freeform 4">
                <a:extLst>
                  <a:ext uri="{FF2B5EF4-FFF2-40B4-BE49-F238E27FC236}">
                    <a16:creationId xmlns:a16="http://schemas.microsoft.com/office/drawing/2014/main" id="{A9634742-DF27-7702-ED38-057D06A7628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 name="TextBox 5">
                <a:extLst>
                  <a:ext uri="{FF2B5EF4-FFF2-40B4-BE49-F238E27FC236}">
                    <a16:creationId xmlns:a16="http://schemas.microsoft.com/office/drawing/2014/main" id="{8035E7D2-B897-CF61-27D3-0C630D95C60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 name="Group 6">
              <a:extLst>
                <a:ext uri="{FF2B5EF4-FFF2-40B4-BE49-F238E27FC236}">
                  <a16:creationId xmlns:a16="http://schemas.microsoft.com/office/drawing/2014/main" id="{AA1683CB-6E0E-FE79-0E6C-38256C9F1776}"/>
                </a:ext>
              </a:extLst>
            </p:cNvPr>
            <p:cNvGrpSpPr/>
            <p:nvPr/>
          </p:nvGrpSpPr>
          <p:grpSpPr>
            <a:xfrm>
              <a:off x="7340600" y="0"/>
              <a:ext cx="7340600" cy="190500"/>
              <a:chOff x="0" y="0"/>
              <a:chExt cx="1449995" cy="37630"/>
            </a:xfrm>
          </p:grpSpPr>
          <p:sp>
            <p:nvSpPr>
              <p:cNvPr id="7" name="Freeform 7">
                <a:extLst>
                  <a:ext uri="{FF2B5EF4-FFF2-40B4-BE49-F238E27FC236}">
                    <a16:creationId xmlns:a16="http://schemas.microsoft.com/office/drawing/2014/main" id="{FCEDFF28-B5E7-DC2E-05EA-04787F11918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8" name="TextBox 8">
                <a:extLst>
                  <a:ext uri="{FF2B5EF4-FFF2-40B4-BE49-F238E27FC236}">
                    <a16:creationId xmlns:a16="http://schemas.microsoft.com/office/drawing/2014/main" id="{EB28E2F0-4953-8D2C-56AA-AB96986E2F9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9" name="Group 9">
              <a:extLst>
                <a:ext uri="{FF2B5EF4-FFF2-40B4-BE49-F238E27FC236}">
                  <a16:creationId xmlns:a16="http://schemas.microsoft.com/office/drawing/2014/main" id="{9A5690D8-50E1-2883-7DD7-72658947CACC}"/>
                </a:ext>
              </a:extLst>
            </p:cNvPr>
            <p:cNvGrpSpPr/>
            <p:nvPr/>
          </p:nvGrpSpPr>
          <p:grpSpPr>
            <a:xfrm>
              <a:off x="14681200" y="0"/>
              <a:ext cx="7340600" cy="190500"/>
              <a:chOff x="0" y="0"/>
              <a:chExt cx="1449995" cy="37630"/>
            </a:xfrm>
          </p:grpSpPr>
          <p:sp>
            <p:nvSpPr>
              <p:cNvPr id="10" name="Freeform 10">
                <a:extLst>
                  <a:ext uri="{FF2B5EF4-FFF2-40B4-BE49-F238E27FC236}">
                    <a16:creationId xmlns:a16="http://schemas.microsoft.com/office/drawing/2014/main" id="{B06A7AE3-E52C-FFCE-6C3B-810069B6D17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1" name="TextBox 11">
                <a:extLst>
                  <a:ext uri="{FF2B5EF4-FFF2-40B4-BE49-F238E27FC236}">
                    <a16:creationId xmlns:a16="http://schemas.microsoft.com/office/drawing/2014/main" id="{352327D9-F944-F526-8E40-C42172AA776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12" name="Group 12">
            <a:extLst>
              <a:ext uri="{FF2B5EF4-FFF2-40B4-BE49-F238E27FC236}">
                <a16:creationId xmlns:a16="http://schemas.microsoft.com/office/drawing/2014/main" id="{8004CA49-F49E-E673-1D1A-70509C33C6AF}"/>
              </a:ext>
            </a:extLst>
          </p:cNvPr>
          <p:cNvGrpSpPr/>
          <p:nvPr/>
        </p:nvGrpSpPr>
        <p:grpSpPr>
          <a:xfrm>
            <a:off x="885825" y="9258300"/>
            <a:ext cx="16516350" cy="142875"/>
            <a:chOff x="0" y="0"/>
            <a:chExt cx="22021800" cy="190500"/>
          </a:xfrm>
        </p:grpSpPr>
        <p:grpSp>
          <p:nvGrpSpPr>
            <p:cNvPr id="13" name="Group 13">
              <a:extLst>
                <a:ext uri="{FF2B5EF4-FFF2-40B4-BE49-F238E27FC236}">
                  <a16:creationId xmlns:a16="http://schemas.microsoft.com/office/drawing/2014/main" id="{0E7624C9-28C9-4970-51A0-D440E96EECB3}"/>
                </a:ext>
              </a:extLst>
            </p:cNvPr>
            <p:cNvGrpSpPr/>
            <p:nvPr/>
          </p:nvGrpSpPr>
          <p:grpSpPr>
            <a:xfrm>
              <a:off x="0" y="0"/>
              <a:ext cx="7340600" cy="190500"/>
              <a:chOff x="0" y="0"/>
              <a:chExt cx="1449995" cy="37630"/>
            </a:xfrm>
          </p:grpSpPr>
          <p:sp>
            <p:nvSpPr>
              <p:cNvPr id="14" name="Freeform 14">
                <a:extLst>
                  <a:ext uri="{FF2B5EF4-FFF2-40B4-BE49-F238E27FC236}">
                    <a16:creationId xmlns:a16="http://schemas.microsoft.com/office/drawing/2014/main" id="{0B0063E2-D928-DF0C-C963-39A9D9C3636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5" name="TextBox 15">
                <a:extLst>
                  <a:ext uri="{FF2B5EF4-FFF2-40B4-BE49-F238E27FC236}">
                    <a16:creationId xmlns:a16="http://schemas.microsoft.com/office/drawing/2014/main" id="{011F2308-05E4-D3B0-B1EB-3E013B21173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6" name="Group 16">
              <a:extLst>
                <a:ext uri="{FF2B5EF4-FFF2-40B4-BE49-F238E27FC236}">
                  <a16:creationId xmlns:a16="http://schemas.microsoft.com/office/drawing/2014/main" id="{99BC0219-A3EA-BA35-DC47-3818F8B26949}"/>
                </a:ext>
              </a:extLst>
            </p:cNvPr>
            <p:cNvGrpSpPr/>
            <p:nvPr/>
          </p:nvGrpSpPr>
          <p:grpSpPr>
            <a:xfrm>
              <a:off x="7340600" y="0"/>
              <a:ext cx="7340600" cy="190500"/>
              <a:chOff x="0" y="0"/>
              <a:chExt cx="1449995" cy="37630"/>
            </a:xfrm>
          </p:grpSpPr>
          <p:sp>
            <p:nvSpPr>
              <p:cNvPr id="17" name="Freeform 17">
                <a:extLst>
                  <a:ext uri="{FF2B5EF4-FFF2-40B4-BE49-F238E27FC236}">
                    <a16:creationId xmlns:a16="http://schemas.microsoft.com/office/drawing/2014/main" id="{8D6EA660-1C01-3E8F-2871-53CA6C65BD9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8" name="TextBox 18">
                <a:extLst>
                  <a:ext uri="{FF2B5EF4-FFF2-40B4-BE49-F238E27FC236}">
                    <a16:creationId xmlns:a16="http://schemas.microsoft.com/office/drawing/2014/main" id="{E9573455-BDBC-A866-9464-03E5BB05D27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9" name="Group 19">
              <a:extLst>
                <a:ext uri="{FF2B5EF4-FFF2-40B4-BE49-F238E27FC236}">
                  <a16:creationId xmlns:a16="http://schemas.microsoft.com/office/drawing/2014/main" id="{76D1672D-CCB8-2A75-C7D3-77C263533C82}"/>
                </a:ext>
              </a:extLst>
            </p:cNvPr>
            <p:cNvGrpSpPr/>
            <p:nvPr/>
          </p:nvGrpSpPr>
          <p:grpSpPr>
            <a:xfrm>
              <a:off x="14681200" y="0"/>
              <a:ext cx="7340600" cy="190500"/>
              <a:chOff x="0" y="0"/>
              <a:chExt cx="1449995" cy="37630"/>
            </a:xfrm>
          </p:grpSpPr>
          <p:sp>
            <p:nvSpPr>
              <p:cNvPr id="20" name="Freeform 20">
                <a:extLst>
                  <a:ext uri="{FF2B5EF4-FFF2-40B4-BE49-F238E27FC236}">
                    <a16:creationId xmlns:a16="http://schemas.microsoft.com/office/drawing/2014/main" id="{8F982CDA-9D37-1FD8-940B-9238A6F005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1" name="TextBox 21">
                <a:extLst>
                  <a:ext uri="{FF2B5EF4-FFF2-40B4-BE49-F238E27FC236}">
                    <a16:creationId xmlns:a16="http://schemas.microsoft.com/office/drawing/2014/main" id="{BCEF67D3-E907-DEDD-A082-ED1BDE2DD2B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grpSp>
        <p:nvGrpSpPr>
          <p:cNvPr id="27" name="グループ化 26">
            <a:extLst>
              <a:ext uri="{FF2B5EF4-FFF2-40B4-BE49-F238E27FC236}">
                <a16:creationId xmlns:a16="http://schemas.microsoft.com/office/drawing/2014/main" id="{8DAB285F-0A58-78C6-DDB0-FD74E3E341A3}"/>
              </a:ext>
            </a:extLst>
          </p:cNvPr>
          <p:cNvGrpSpPr/>
          <p:nvPr/>
        </p:nvGrpSpPr>
        <p:grpSpPr>
          <a:xfrm>
            <a:off x="9114480" y="3444637"/>
            <a:ext cx="8029774" cy="3397725"/>
            <a:chOff x="10121433" y="2372121"/>
            <a:chExt cx="6296421" cy="3397725"/>
          </a:xfrm>
        </p:grpSpPr>
        <p:sp>
          <p:nvSpPr>
            <p:cNvPr id="22" name="TextBox 22">
              <a:extLst>
                <a:ext uri="{FF2B5EF4-FFF2-40B4-BE49-F238E27FC236}">
                  <a16:creationId xmlns:a16="http://schemas.microsoft.com/office/drawing/2014/main" id="{D20FA0F7-EF08-D78F-BCDC-26047B5AD940}"/>
                </a:ext>
              </a:extLst>
            </p:cNvPr>
            <p:cNvSpPr txBox="1"/>
            <p:nvPr/>
          </p:nvSpPr>
          <p:spPr>
            <a:xfrm>
              <a:off x="11250753" y="2372121"/>
              <a:ext cx="5167101" cy="3397725"/>
            </a:xfrm>
            <a:prstGeom prst="rect">
              <a:avLst/>
            </a:prstGeom>
          </p:spPr>
          <p:txBody>
            <a:bodyPr lIns="0" tIns="0" rIns="0" bIns="0" rtlCol="0" anchor="t">
              <a:spAutoFit/>
            </a:bodyPr>
            <a:lstStyle/>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研究背景・目的</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今月行ったこと</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回帰分析と</a:t>
              </a:r>
              <a:r>
                <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rPr>
                <a:t>ROC</a:t>
              </a: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曲線によるモデル評価</a:t>
              </a:r>
              <a:endParaRPr lang="en-US"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chemeClr val="bg1">
                      <a:lumMod val="75000"/>
                    </a:schemeClr>
                  </a:solidFill>
                  <a:latin typeface="Source Han Sans JP" panose="020B0600070205080204" charset="-128"/>
                  <a:ea typeface="Source Han Sans JP" panose="020B0600070205080204" charset="-128"/>
                  <a:cs typeface="Now"/>
                  <a:sym typeface="Now"/>
                </a:rPr>
                <a:t>（ノイズ耐性）</a:t>
              </a:r>
              <a:endParaRPr lang="en-US" altLang="ja-JP" sz="2999" dirty="0">
                <a:solidFill>
                  <a:schemeClr val="bg1">
                    <a:lumMod val="75000"/>
                  </a:schemeClr>
                </a:solidFill>
                <a:latin typeface="Source Han Sans JP" panose="020B0600070205080204" charset="-128"/>
                <a:ea typeface="Source Han Sans JP" panose="020B0600070205080204" charset="-128"/>
                <a:cs typeface="Now"/>
                <a:sym typeface="Now"/>
              </a:endParaRPr>
            </a:p>
            <a:p>
              <a:pPr algn="l">
                <a:lnSpc>
                  <a:spcPts val="5399"/>
                </a:lnSpc>
              </a:pPr>
              <a:r>
                <a:rPr lang="ja-JP" altLang="en-US" sz="2999" dirty="0">
                  <a:solidFill>
                    <a:srgbClr val="292B2B"/>
                  </a:solidFill>
                  <a:latin typeface="Source Han Sans JP" panose="020B0600070205080204" charset="-128"/>
                  <a:ea typeface="Source Han Sans JP" panose="020B0600070205080204" charset="-128"/>
                  <a:cs typeface="Now"/>
                  <a:sym typeface="Now"/>
                </a:rPr>
                <a:t>今後の展望</a:t>
              </a:r>
              <a:endParaRPr lang="en-US" sz="2999" dirty="0">
                <a:solidFill>
                  <a:srgbClr val="292B2B"/>
                </a:solidFill>
                <a:latin typeface="Source Han Sans JP" panose="020B0600070205080204" charset="-128"/>
                <a:ea typeface="Source Han Sans JP" panose="020B0600070205080204" charset="-128"/>
                <a:cs typeface="Now"/>
                <a:sym typeface="Now"/>
              </a:endParaRPr>
            </a:p>
          </p:txBody>
        </p:sp>
        <p:sp>
          <p:nvSpPr>
            <p:cNvPr id="23" name="TextBox 23">
              <a:extLst>
                <a:ext uri="{FF2B5EF4-FFF2-40B4-BE49-F238E27FC236}">
                  <a16:creationId xmlns:a16="http://schemas.microsoft.com/office/drawing/2014/main" id="{41CCB846-3940-1EEF-F07E-A0C9886B3EC8}"/>
                </a:ext>
              </a:extLst>
            </p:cNvPr>
            <p:cNvSpPr txBox="1"/>
            <p:nvPr/>
          </p:nvSpPr>
          <p:spPr>
            <a:xfrm>
              <a:off x="10121433" y="2372121"/>
              <a:ext cx="1151616" cy="3390928"/>
            </a:xfrm>
            <a:prstGeom prst="rect">
              <a:avLst/>
            </a:prstGeom>
          </p:spPr>
          <p:txBody>
            <a:bodyPr lIns="0" tIns="0" rIns="0" bIns="0" rtlCol="0" anchor="t">
              <a:spAutoFit/>
            </a:bodyPr>
            <a:lstStyle/>
            <a:p>
              <a:pPr algn="l">
                <a:lnSpc>
                  <a:spcPts val="5399"/>
                </a:lnSpc>
              </a:pPr>
              <a:r>
                <a:rPr lang="en-US" sz="2999" dirty="0">
                  <a:solidFill>
                    <a:srgbClr val="292B2B"/>
                  </a:solidFill>
                  <a:latin typeface="Now"/>
                  <a:ea typeface="Now"/>
                  <a:cs typeface="Now"/>
                  <a:sym typeface="Now"/>
                </a:rPr>
                <a:t>01</a:t>
              </a:r>
            </a:p>
            <a:p>
              <a:pPr algn="l">
                <a:lnSpc>
                  <a:spcPts val="5399"/>
                </a:lnSpc>
              </a:pPr>
              <a:r>
                <a:rPr lang="en-US" sz="2999" dirty="0">
                  <a:solidFill>
                    <a:srgbClr val="292B2B"/>
                  </a:solidFill>
                  <a:latin typeface="Now"/>
                  <a:ea typeface="Now"/>
                  <a:cs typeface="Now"/>
                  <a:sym typeface="Now"/>
                </a:rPr>
                <a:t>02</a:t>
              </a:r>
            </a:p>
            <a:p>
              <a:pPr algn="l">
                <a:lnSpc>
                  <a:spcPts val="5399"/>
                </a:lnSpc>
              </a:pPr>
              <a:r>
                <a:rPr lang="en-US" sz="2999" dirty="0">
                  <a:solidFill>
                    <a:srgbClr val="292B2B"/>
                  </a:solidFill>
                  <a:latin typeface="Now"/>
                  <a:ea typeface="Now"/>
                  <a:cs typeface="Now"/>
                  <a:sym typeface="Now"/>
                </a:rPr>
                <a:t>03</a:t>
              </a:r>
            </a:p>
            <a:p>
              <a:pPr algn="l">
                <a:lnSpc>
                  <a:spcPts val="5399"/>
                </a:lnSpc>
              </a:pPr>
              <a:endParaRPr lang="en-US" sz="2999" dirty="0">
                <a:solidFill>
                  <a:srgbClr val="292B2B"/>
                </a:solidFill>
                <a:latin typeface="Now"/>
                <a:ea typeface="Now"/>
                <a:cs typeface="Now"/>
                <a:sym typeface="Now"/>
              </a:endParaRPr>
            </a:p>
            <a:p>
              <a:pPr algn="l">
                <a:lnSpc>
                  <a:spcPts val="5399"/>
                </a:lnSpc>
              </a:pPr>
              <a:r>
                <a:rPr lang="en-US" sz="2999" dirty="0">
                  <a:solidFill>
                    <a:srgbClr val="292B2B"/>
                  </a:solidFill>
                  <a:latin typeface="Now"/>
                  <a:ea typeface="Now"/>
                  <a:cs typeface="Now"/>
                  <a:sym typeface="Now"/>
                </a:rPr>
                <a:t>04</a:t>
              </a:r>
            </a:p>
          </p:txBody>
        </p:sp>
      </p:grpSp>
      <p:sp>
        <p:nvSpPr>
          <p:cNvPr id="24" name="TextBox 24">
            <a:extLst>
              <a:ext uri="{FF2B5EF4-FFF2-40B4-BE49-F238E27FC236}">
                <a16:creationId xmlns:a16="http://schemas.microsoft.com/office/drawing/2014/main" id="{0F90F6CD-8C3A-CFD1-BC4F-5A7F288853D2}"/>
              </a:ext>
            </a:extLst>
          </p:cNvPr>
          <p:cNvSpPr txBox="1"/>
          <p:nvPr/>
        </p:nvSpPr>
        <p:spPr>
          <a:xfrm>
            <a:off x="1841746" y="4758756"/>
            <a:ext cx="6489209" cy="712338"/>
          </a:xfrm>
          <a:prstGeom prst="rect">
            <a:avLst/>
          </a:prstGeom>
        </p:spPr>
        <p:txBody>
          <a:bodyPr lIns="0" tIns="0" rIns="0" bIns="0" rtlCol="0" anchor="t">
            <a:spAutoFit/>
          </a:bodyPr>
          <a:lstStyle/>
          <a:p>
            <a:pPr algn="ctr">
              <a:lnSpc>
                <a:spcPts val="5880"/>
              </a:lnSpc>
              <a:spcBef>
                <a:spcPct val="0"/>
              </a:spcBef>
            </a:pPr>
            <a:r>
              <a:rPr lang="en-US" sz="4200">
                <a:solidFill>
                  <a:srgbClr val="64A4A3"/>
                </a:solidFill>
                <a:latin typeface="Century Gothic Paneuropean"/>
                <a:ea typeface="Century Gothic Paneuropean"/>
                <a:cs typeface="Century Gothic Paneuropean"/>
                <a:sym typeface="Century Gothic Paneuropean"/>
              </a:rPr>
              <a:t>TABLE OF CONTENTS</a:t>
            </a:r>
          </a:p>
        </p:txBody>
      </p:sp>
      <p:sp>
        <p:nvSpPr>
          <p:cNvPr id="25" name="AutoShape 25">
            <a:extLst>
              <a:ext uri="{FF2B5EF4-FFF2-40B4-BE49-F238E27FC236}">
                <a16:creationId xmlns:a16="http://schemas.microsoft.com/office/drawing/2014/main" id="{53AE33FA-BCE6-6866-A458-AD3EDAED4324}"/>
              </a:ext>
            </a:extLst>
          </p:cNvPr>
          <p:cNvSpPr/>
          <p:nvPr/>
        </p:nvSpPr>
        <p:spPr>
          <a:xfrm>
            <a:off x="1657291" y="4755907"/>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6" name="AutoShape 26">
            <a:extLst>
              <a:ext uri="{FF2B5EF4-FFF2-40B4-BE49-F238E27FC236}">
                <a16:creationId xmlns:a16="http://schemas.microsoft.com/office/drawing/2014/main" id="{EC4CD923-C797-8CC9-EC40-92FCFEF971DA}"/>
              </a:ext>
            </a:extLst>
          </p:cNvPr>
          <p:cNvSpPr/>
          <p:nvPr/>
        </p:nvSpPr>
        <p:spPr>
          <a:xfrm>
            <a:off x="1657291" y="5531093"/>
            <a:ext cx="6858119" cy="0"/>
          </a:xfrm>
          <a:prstGeom prst="line">
            <a:avLst/>
          </a:prstGeom>
          <a:ln w="38100" cap="flat">
            <a:solidFill>
              <a:srgbClr val="64A4A3"/>
            </a:solidFill>
            <a:prstDash val="solid"/>
            <a:headEnd type="none" w="sm" len="sm"/>
            <a:tailEnd type="none" w="sm" len="sm"/>
          </a:ln>
        </p:spPr>
        <p:txBody>
          <a:bodyPr/>
          <a:lstStyle/>
          <a:p>
            <a:endParaRPr lang="ja-JP" altLang="en-US"/>
          </a:p>
        </p:txBody>
      </p:sp>
      <p:sp>
        <p:nvSpPr>
          <p:cNvPr id="29" name="スライド番号プレースホルダー 28">
            <a:extLst>
              <a:ext uri="{FF2B5EF4-FFF2-40B4-BE49-F238E27FC236}">
                <a16:creationId xmlns:a16="http://schemas.microsoft.com/office/drawing/2014/main" id="{71545B55-4011-4D77-31A9-6EF715B01D7B}"/>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23</a:t>
            </a:fld>
            <a:endParaRPr lang="en-US" sz="4800" dirty="0"/>
          </a:p>
        </p:txBody>
      </p:sp>
    </p:spTree>
    <p:extLst>
      <p:ext uri="{BB962C8B-B14F-4D97-AF65-F5344CB8AC3E}">
        <p14:creationId xmlns:p14="http://schemas.microsoft.com/office/powerpoint/2010/main" val="3785279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5825" y="885825"/>
            <a:ext cx="5505450" cy="142875"/>
            <a:chOff x="0" y="0"/>
            <a:chExt cx="1449995" cy="37630"/>
          </a:xfrm>
        </p:grpSpPr>
        <p:sp>
          <p:nvSpPr>
            <p:cNvPr id="3" name="Freeform 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 name="TextBox 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6391275" y="885825"/>
            <a:ext cx="5505450" cy="142875"/>
            <a:chOff x="0" y="0"/>
            <a:chExt cx="1449995" cy="37630"/>
          </a:xfrm>
        </p:grpSpPr>
        <p:sp>
          <p:nvSpPr>
            <p:cNvPr id="6" name="Freeform 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7" name="TextBox 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11896725" y="885825"/>
            <a:ext cx="5505450" cy="142875"/>
            <a:chOff x="0" y="0"/>
            <a:chExt cx="1449995" cy="37630"/>
          </a:xfrm>
        </p:grpSpPr>
        <p:sp>
          <p:nvSpPr>
            <p:cNvPr id="9" name="Freeform 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1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11"/>
          <p:cNvGrpSpPr/>
          <p:nvPr/>
        </p:nvGrpSpPr>
        <p:grpSpPr>
          <a:xfrm>
            <a:off x="885825" y="9258300"/>
            <a:ext cx="16516350" cy="142875"/>
            <a:chOff x="0" y="0"/>
            <a:chExt cx="22021800" cy="190500"/>
          </a:xfrm>
        </p:grpSpPr>
        <p:grpSp>
          <p:nvGrpSpPr>
            <p:cNvPr id="12" name="Group 12"/>
            <p:cNvGrpSpPr/>
            <p:nvPr/>
          </p:nvGrpSpPr>
          <p:grpSpPr>
            <a:xfrm>
              <a:off x="0" y="0"/>
              <a:ext cx="7340600" cy="190500"/>
              <a:chOff x="0" y="0"/>
              <a:chExt cx="1449995" cy="37630"/>
            </a:xfrm>
          </p:grpSpPr>
          <p:sp>
            <p:nvSpPr>
              <p:cNvPr id="13" name="Freeform 1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4" name="TextBox 14"/>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7340600" y="0"/>
              <a:ext cx="7340600" cy="190500"/>
              <a:chOff x="0" y="0"/>
              <a:chExt cx="1449995" cy="37630"/>
            </a:xfrm>
          </p:grpSpPr>
          <p:sp>
            <p:nvSpPr>
              <p:cNvPr id="16" name="Freeform 1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7" name="TextBox 1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4681200" y="0"/>
              <a:ext cx="7340600" cy="190500"/>
              <a:chOff x="0" y="0"/>
              <a:chExt cx="1449995" cy="37630"/>
            </a:xfrm>
          </p:grpSpPr>
          <p:sp>
            <p:nvSpPr>
              <p:cNvPr id="19" name="Freeform 1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2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4" name="TextBox 24"/>
          <p:cNvSpPr txBox="1"/>
          <p:nvPr/>
        </p:nvSpPr>
        <p:spPr>
          <a:xfrm>
            <a:off x="2709919" y="1676416"/>
            <a:ext cx="4466734" cy="727187"/>
          </a:xfrm>
          <a:prstGeom prst="rect">
            <a:avLst/>
          </a:prstGeom>
        </p:spPr>
        <p:txBody>
          <a:bodyPr lIns="0" tIns="0" rIns="0" bIns="0" rtlCol="0" anchor="t">
            <a:spAutoFit/>
          </a:bodyPr>
          <a:lstStyle/>
          <a:p>
            <a:pPr algn="l">
              <a:lnSpc>
                <a:spcPts val="5880"/>
              </a:lnSpc>
              <a:spcBef>
                <a:spcPct val="0"/>
              </a:spcBef>
            </a:pPr>
            <a:r>
              <a:rPr lang="ja-JP" altLang="en-US" sz="4800" dirty="0">
                <a:solidFill>
                  <a:srgbClr val="292B2B"/>
                </a:solidFill>
                <a:latin typeface="Source Han Sans JP Medium"/>
                <a:ea typeface="Source Han Sans JP Medium"/>
                <a:cs typeface="Source Han Sans JP Medium"/>
                <a:sym typeface="Source Han Sans JP Medium"/>
              </a:rPr>
              <a:t>今後の展望</a:t>
            </a:r>
            <a:endParaRPr lang="en-US" sz="4800" dirty="0">
              <a:solidFill>
                <a:srgbClr val="292B2B"/>
              </a:solidFill>
              <a:latin typeface="Source Han Sans JP Medium"/>
              <a:ea typeface="Source Han Sans JP Medium"/>
              <a:cs typeface="Source Han Sans JP Medium"/>
              <a:sym typeface="Source Han Sans JP Medium"/>
            </a:endParaRPr>
          </a:p>
        </p:txBody>
      </p:sp>
      <p:sp>
        <p:nvSpPr>
          <p:cNvPr id="25" name="TextBox 25"/>
          <p:cNvSpPr txBox="1"/>
          <p:nvPr/>
        </p:nvSpPr>
        <p:spPr>
          <a:xfrm>
            <a:off x="1028700" y="1285965"/>
            <a:ext cx="2660650" cy="1397992"/>
          </a:xfrm>
          <a:prstGeom prst="rect">
            <a:avLst/>
          </a:prstGeom>
        </p:spPr>
        <p:txBody>
          <a:bodyPr lIns="0" tIns="0" rIns="0" bIns="0" rtlCol="0" anchor="t">
            <a:spAutoFit/>
          </a:bodyPr>
          <a:lstStyle/>
          <a:p>
            <a:pPr marL="0" lvl="0" indent="0" algn="l">
              <a:lnSpc>
                <a:spcPts val="11200"/>
              </a:lnSpc>
              <a:spcBef>
                <a:spcPct val="0"/>
              </a:spcBef>
            </a:pPr>
            <a:r>
              <a:rPr lang="en-US" sz="8000" u="none" strike="noStrike" dirty="0">
                <a:solidFill>
                  <a:srgbClr val="64A4A3"/>
                </a:solidFill>
                <a:latin typeface="Now Medium"/>
                <a:ea typeface="Now Medium"/>
                <a:cs typeface="Now Medium"/>
                <a:sym typeface="Now Medium"/>
              </a:rPr>
              <a:t>04</a:t>
            </a:r>
          </a:p>
        </p:txBody>
      </p:sp>
      <p:sp>
        <p:nvSpPr>
          <p:cNvPr id="23" name="スライド番号プレースホルダー 28">
            <a:extLst>
              <a:ext uri="{FF2B5EF4-FFF2-40B4-BE49-F238E27FC236}">
                <a16:creationId xmlns:a16="http://schemas.microsoft.com/office/drawing/2014/main" id="{EB6B76B5-1EE6-260F-362E-0E77ACBB1D16}"/>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24</a:t>
            </a:fld>
            <a:endParaRPr lang="en-US" sz="4800" dirty="0"/>
          </a:p>
        </p:txBody>
      </p:sp>
      <p:sp>
        <p:nvSpPr>
          <p:cNvPr id="21" name="AutoShape 21"/>
          <p:cNvSpPr/>
          <p:nvPr/>
        </p:nvSpPr>
        <p:spPr>
          <a:xfrm flipV="1">
            <a:off x="1028700" y="2752725"/>
            <a:ext cx="16230600" cy="0"/>
          </a:xfrm>
          <a:prstGeom prst="line">
            <a:avLst/>
          </a:prstGeom>
          <a:ln w="38100" cap="flat">
            <a:solidFill>
              <a:srgbClr val="999F9F"/>
            </a:solidFill>
            <a:prstDash val="solid"/>
            <a:headEnd type="none" w="sm" len="sm"/>
            <a:tailEnd type="none" w="sm" len="sm"/>
          </a:ln>
        </p:spPr>
        <p:txBody>
          <a:bodyPr/>
          <a:lstStyle/>
          <a:p>
            <a:endParaRPr lang="ja-JP" altLang="en-US"/>
          </a:p>
        </p:txBody>
      </p:sp>
      <p:sp>
        <p:nvSpPr>
          <p:cNvPr id="28" name="テキスト ボックス 27">
            <a:extLst>
              <a:ext uri="{FF2B5EF4-FFF2-40B4-BE49-F238E27FC236}">
                <a16:creationId xmlns:a16="http://schemas.microsoft.com/office/drawing/2014/main" id="{0CF797C7-B4B3-00DE-04A4-6FE5C81B3D1E}"/>
              </a:ext>
            </a:extLst>
          </p:cNvPr>
          <p:cNvSpPr txBox="1"/>
          <p:nvPr/>
        </p:nvSpPr>
        <p:spPr>
          <a:xfrm>
            <a:off x="3467100" y="3975584"/>
            <a:ext cx="11353800" cy="2308324"/>
          </a:xfrm>
          <a:prstGeom prst="rect">
            <a:avLst/>
          </a:prstGeom>
          <a:noFill/>
        </p:spPr>
        <p:txBody>
          <a:bodyPr wrap="square">
            <a:spAutoFit/>
          </a:bodyPr>
          <a:lstStyle/>
          <a:p>
            <a:pPr marL="742950" lvl="0" indent="-742950">
              <a:spcBef>
                <a:spcPct val="0"/>
              </a:spcBef>
              <a:buFont typeface="+mj-lt"/>
              <a:buAutoNum type="arabicPeriod"/>
            </a:pPr>
            <a:r>
              <a:rPr lang="ja-JP" altLang="en-US" sz="3600" dirty="0">
                <a:latin typeface="Source Han Sans JP Medium"/>
                <a:ea typeface="Source Han Sans JP Medium"/>
                <a:cs typeface="Source Han Sans JP Medium"/>
                <a:sym typeface="Source Han Sans JP Medium"/>
              </a:rPr>
              <a:t>各実験条件のデータを用いる．</a:t>
            </a:r>
            <a:endParaRPr lang="en-US" altLang="ja-JP" sz="3600" dirty="0">
              <a:latin typeface="Source Han Sans JP Medium"/>
              <a:ea typeface="Source Han Sans JP Medium"/>
              <a:cs typeface="Source Han Sans JP Medium"/>
              <a:sym typeface="Source Han Sans JP Medium"/>
            </a:endParaRPr>
          </a:p>
          <a:p>
            <a:pPr marL="742950" lvl="0" indent="-742950">
              <a:spcBef>
                <a:spcPct val="0"/>
              </a:spcBef>
              <a:buFont typeface="+mj-lt"/>
              <a:buAutoNum type="arabicPeriod"/>
            </a:pPr>
            <a:endParaRPr lang="en-US" altLang="ja-JP" sz="3600" dirty="0">
              <a:latin typeface="Source Han Sans JP Medium"/>
              <a:ea typeface="Source Han Sans JP Medium"/>
              <a:cs typeface="Source Han Sans JP Medium"/>
              <a:sym typeface="Source Han Sans JP Medium"/>
            </a:endParaRPr>
          </a:p>
          <a:p>
            <a:pPr marL="742950" lvl="0" indent="-742950">
              <a:spcBef>
                <a:spcPct val="0"/>
              </a:spcBef>
              <a:buFont typeface="+mj-lt"/>
              <a:buAutoNum type="arabicPeriod"/>
            </a:pPr>
            <a:r>
              <a:rPr lang="ja-JP" altLang="en-US" sz="3600" dirty="0">
                <a:latin typeface="Source Han Sans JP Medium"/>
                <a:ea typeface="Source Han Sans JP Medium"/>
                <a:cs typeface="Source Han Sans JP Medium"/>
                <a:sym typeface="Source Han Sans JP Medium"/>
              </a:rPr>
              <a:t>色々つめる</a:t>
            </a:r>
            <a:endParaRPr lang="en-US" altLang="ja-JP" sz="3600" dirty="0">
              <a:latin typeface="Source Han Sans JP Medium"/>
              <a:ea typeface="Source Han Sans JP Medium"/>
              <a:cs typeface="Source Han Sans JP Medium"/>
              <a:sym typeface="Source Han Sans JP Medium"/>
            </a:endParaRPr>
          </a:p>
          <a:p>
            <a:pPr marL="742950" lvl="0" indent="-742950">
              <a:spcBef>
                <a:spcPct val="0"/>
              </a:spcBef>
              <a:buFont typeface="+mj-lt"/>
              <a:buAutoNum type="arabicPeriod"/>
            </a:pPr>
            <a:endParaRPr lang="en-US" altLang="ja-JP" sz="3600" dirty="0">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585515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TextBox 2"/>
          <p:cNvSpPr txBox="1"/>
          <p:nvPr/>
        </p:nvSpPr>
        <p:spPr>
          <a:xfrm>
            <a:off x="3616325" y="4662203"/>
            <a:ext cx="11033125" cy="962594"/>
          </a:xfrm>
          <a:prstGeom prst="rect">
            <a:avLst/>
          </a:prstGeom>
        </p:spPr>
        <p:txBody>
          <a:bodyPr wrap="square" lIns="0" tIns="0" rIns="0" bIns="0" rtlCol="0" anchor="t">
            <a:spAutoFit/>
          </a:bodyPr>
          <a:lstStyle/>
          <a:p>
            <a:pPr algn="ctr">
              <a:lnSpc>
                <a:spcPts val="7840"/>
              </a:lnSpc>
              <a:spcBef>
                <a:spcPct val="0"/>
              </a:spcBef>
            </a:pPr>
            <a:r>
              <a:rPr lang="en-US" sz="5600" dirty="0" err="1">
                <a:solidFill>
                  <a:srgbClr val="406D6C"/>
                </a:solidFill>
                <a:latin typeface="Source Han Sans JP Medium"/>
                <a:ea typeface="Source Han Sans JP Medium"/>
                <a:cs typeface="Source Han Sans JP Medium"/>
                <a:sym typeface="Source Han Sans JP Medium"/>
              </a:rPr>
              <a:t>ご静聴ありがとうございました</a:t>
            </a:r>
            <a:endParaRPr lang="en-US" sz="5600" dirty="0">
              <a:solidFill>
                <a:srgbClr val="406D6C"/>
              </a:solidFill>
              <a:latin typeface="Source Han Sans JP Medium"/>
              <a:ea typeface="Source Han Sans JP Medium"/>
              <a:cs typeface="Source Han Sans JP Medium"/>
              <a:sym typeface="Source Han Sans JP Medium"/>
            </a:endParaRPr>
          </a:p>
        </p:txBody>
      </p:sp>
      <p:grpSp>
        <p:nvGrpSpPr>
          <p:cNvPr id="4" name="Group 4"/>
          <p:cNvGrpSpPr/>
          <p:nvPr/>
        </p:nvGrpSpPr>
        <p:grpSpPr>
          <a:xfrm>
            <a:off x="885825" y="885825"/>
            <a:ext cx="5505450" cy="142875"/>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6391275" y="885825"/>
            <a:ext cx="5505450" cy="142875"/>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1896725" y="885825"/>
            <a:ext cx="5505450" cy="142875"/>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3" name="Group 13"/>
          <p:cNvGrpSpPr/>
          <p:nvPr/>
        </p:nvGrpSpPr>
        <p:grpSpPr>
          <a:xfrm>
            <a:off x="885825" y="9258300"/>
            <a:ext cx="16516350" cy="142875"/>
            <a:chOff x="0" y="0"/>
            <a:chExt cx="22021800" cy="190500"/>
          </a:xfrm>
        </p:grpSpPr>
        <p:grpSp>
          <p:nvGrpSpPr>
            <p:cNvPr id="14" name="Group 14"/>
            <p:cNvGrpSpPr/>
            <p:nvPr/>
          </p:nvGrpSpPr>
          <p:grpSpPr>
            <a:xfrm>
              <a:off x="0" y="0"/>
              <a:ext cx="7340600" cy="190500"/>
              <a:chOff x="0" y="0"/>
              <a:chExt cx="1449995" cy="37630"/>
            </a:xfrm>
          </p:grpSpPr>
          <p:sp>
            <p:nvSpPr>
              <p:cNvPr id="15" name="Freeform 1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17"/>
            <p:cNvGrpSpPr/>
            <p:nvPr/>
          </p:nvGrpSpPr>
          <p:grpSpPr>
            <a:xfrm>
              <a:off x="7340600" y="0"/>
              <a:ext cx="7340600" cy="190500"/>
              <a:chOff x="0" y="0"/>
              <a:chExt cx="1449995" cy="37630"/>
            </a:xfrm>
          </p:grpSpPr>
          <p:sp>
            <p:nvSpPr>
              <p:cNvPr id="18" name="Freeform 1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9" name="TextBox 1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0" name="Group 20"/>
            <p:cNvGrpSpPr/>
            <p:nvPr/>
          </p:nvGrpSpPr>
          <p:grpSpPr>
            <a:xfrm>
              <a:off x="14681200" y="0"/>
              <a:ext cx="7340600" cy="190500"/>
              <a:chOff x="0" y="0"/>
              <a:chExt cx="1449995" cy="37630"/>
            </a:xfrm>
          </p:grpSpPr>
          <p:sp>
            <p:nvSpPr>
              <p:cNvPr id="21" name="Freeform 2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2" name="TextBox 2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3" name="スライド番号プレースホルダー 28">
            <a:extLst>
              <a:ext uri="{FF2B5EF4-FFF2-40B4-BE49-F238E27FC236}">
                <a16:creationId xmlns:a16="http://schemas.microsoft.com/office/drawing/2014/main" id="{61FDF457-3CF3-EA81-0FF0-A95B7FA2035D}"/>
              </a:ext>
            </a:extLst>
          </p:cNvPr>
          <p:cNvSpPr>
            <a:spLocks noGrp="1"/>
          </p:cNvSpPr>
          <p:nvPr>
            <p:ph type="sldNum" sz="quarter" idx="12"/>
          </p:nvPr>
        </p:nvSpPr>
        <p:spPr>
          <a:xfrm>
            <a:off x="15024509" y="303710"/>
            <a:ext cx="2133600" cy="365125"/>
          </a:xfrm>
        </p:spPr>
        <p:txBody>
          <a:bodyPr/>
          <a:lstStyle/>
          <a:p>
            <a:fld id="{B6F15528-21DE-4FAA-801E-634DDDAF4B2B}" type="slidenum">
              <a:rPr lang="en-US" sz="4800" smtClean="0"/>
              <a:pPr/>
              <a:t>25</a:t>
            </a:fld>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10778</TotalTime>
  <Words>1422</Words>
  <Application>Microsoft Office PowerPoint</Application>
  <PresentationFormat>ユーザー設定</PresentationFormat>
  <Paragraphs>316</Paragraphs>
  <Slides>25</Slides>
  <Notes>1</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25</vt:i4>
      </vt:variant>
    </vt:vector>
  </HeadingPairs>
  <TitlesOfParts>
    <vt:vector size="37" baseType="lpstr">
      <vt:lpstr>Source Han Sans JP Medium</vt:lpstr>
      <vt:lpstr>Calibri</vt:lpstr>
      <vt:lpstr>Now</vt:lpstr>
      <vt:lpstr>Century Gothic Paneuropean</vt:lpstr>
      <vt:lpstr>NotoSansJP</vt:lpstr>
      <vt:lpstr>Now Medium</vt:lpstr>
      <vt:lpstr>游ゴシック</vt:lpstr>
      <vt:lpstr>Source Han Sans JP Bold</vt:lpstr>
      <vt:lpstr>Arial</vt:lpstr>
      <vt:lpstr>Source Han Sans JP</vt:lpstr>
      <vt:lpstr>Wingdings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cp:lastModifiedBy>shibariku0623@icloud.com</cp:lastModifiedBy>
  <cp:revision>4</cp:revision>
  <dcterms:created xsi:type="dcterms:W3CDTF">2006-08-16T00:00:00Z</dcterms:created>
  <dcterms:modified xsi:type="dcterms:W3CDTF">2024-11-20T10:27:38Z</dcterms:modified>
  <dc:identifier>DAGKJCfN4aw</dc:identifier>
</cp:coreProperties>
</file>
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0"/>
  </p:notesMasterIdLst>
  <p:sldIdLst>
    <p:sldId id="256" r:id="rId2"/>
    <p:sldId id="257" r:id="rId3"/>
    <p:sldId id="265" r:id="rId4"/>
    <p:sldId id="262" r:id="rId5"/>
    <p:sldId id="266" r:id="rId6"/>
    <p:sldId id="263" r:id="rId7"/>
    <p:sldId id="267" r:id="rId8"/>
    <p:sldId id="264" r:id="rId9"/>
    <p:sldId id="272" r:id="rId10"/>
    <p:sldId id="274" r:id="rId11"/>
    <p:sldId id="273" r:id="rId12"/>
    <p:sldId id="275" r:id="rId13"/>
    <p:sldId id="276" r:id="rId14"/>
    <p:sldId id="277" r:id="rId15"/>
    <p:sldId id="278" r:id="rId16"/>
    <p:sldId id="279" r:id="rId17"/>
    <p:sldId id="268" r:id="rId18"/>
    <p:sldId id="281" r:id="rId19"/>
    <p:sldId id="282" r:id="rId20"/>
    <p:sldId id="283" r:id="rId21"/>
    <p:sldId id="284" r:id="rId22"/>
    <p:sldId id="285" r:id="rId23"/>
    <p:sldId id="270" r:id="rId24"/>
    <p:sldId id="286" r:id="rId25"/>
    <p:sldId id="287" r:id="rId26"/>
    <p:sldId id="288" r:id="rId27"/>
    <p:sldId id="271" r:id="rId28"/>
    <p:sldId id="289"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6C6E2B-D491-488F-8A4C-E6DC53871264}" v="2260" dt="2024-06-28T05:05:40.5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6" d="100"/>
          <a:sy n="76" d="100"/>
        </p:scale>
        <p:origin x="26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bariku0623@icloud.com" userId="47b6e960b06a1f92" providerId="LiveId" clId="{FE6C6E2B-D491-488F-8A4C-E6DC53871264}"/>
    <pc:docChg chg="undo custSel addSld delSld modSld sldOrd">
      <pc:chgData name="shibariku0623@icloud.com" userId="47b6e960b06a1f92" providerId="LiveId" clId="{FE6C6E2B-D491-488F-8A4C-E6DC53871264}" dt="2024-06-28T05:18:10.726" v="16035" actId="20577"/>
      <pc:docMkLst>
        <pc:docMk/>
      </pc:docMkLst>
      <pc:sldChg chg="modSp mod">
        <pc:chgData name="shibariku0623@icloud.com" userId="47b6e960b06a1f92" providerId="LiveId" clId="{FE6C6E2B-D491-488F-8A4C-E6DC53871264}" dt="2024-06-28T01:07:36.734" v="15899" actId="207"/>
        <pc:sldMkLst>
          <pc:docMk/>
          <pc:sldMk cId="555877643" sldId="256"/>
        </pc:sldMkLst>
        <pc:spChg chg="mod">
          <ac:chgData name="shibariku0623@icloud.com" userId="47b6e960b06a1f92" providerId="LiveId" clId="{FE6C6E2B-D491-488F-8A4C-E6DC53871264}" dt="2024-06-28T01:07:36.734" v="15899" actId="207"/>
          <ac:spMkLst>
            <pc:docMk/>
            <pc:sldMk cId="555877643" sldId="256"/>
            <ac:spMk id="2" creationId="{6C7DDD88-1D7F-F61D-0849-4FCAE716C48B}"/>
          </ac:spMkLst>
        </pc:spChg>
        <pc:spChg chg="mod">
          <ac:chgData name="shibariku0623@icloud.com" userId="47b6e960b06a1f92" providerId="LiveId" clId="{FE6C6E2B-D491-488F-8A4C-E6DC53871264}" dt="2024-06-28T01:07:36.734" v="15899" actId="207"/>
          <ac:spMkLst>
            <pc:docMk/>
            <pc:sldMk cId="555877643" sldId="256"/>
            <ac:spMk id="3" creationId="{7DC664C8-FF2A-A508-8FE5-99ABFF41B315}"/>
          </ac:spMkLst>
        </pc:spChg>
      </pc:sldChg>
      <pc:sldChg chg="modSp new del mod">
        <pc:chgData name="shibariku0623@icloud.com" userId="47b6e960b06a1f92" providerId="LiveId" clId="{FE6C6E2B-D491-488F-8A4C-E6DC53871264}" dt="2024-06-22T09:15:50.594" v="24" actId="47"/>
        <pc:sldMkLst>
          <pc:docMk/>
          <pc:sldMk cId="719055168" sldId="257"/>
        </pc:sldMkLst>
        <pc:spChg chg="mod">
          <ac:chgData name="shibariku0623@icloud.com" userId="47b6e960b06a1f92" providerId="LiveId" clId="{FE6C6E2B-D491-488F-8A4C-E6DC53871264}" dt="2024-06-22T09:15:46.255" v="23" actId="20577"/>
          <ac:spMkLst>
            <pc:docMk/>
            <pc:sldMk cId="719055168" sldId="257"/>
            <ac:spMk id="2" creationId="{343A4244-D9FE-CB66-8D54-4D8CA31E86D4}"/>
          </ac:spMkLst>
        </pc:spChg>
      </pc:sldChg>
      <pc:sldChg chg="modSp add mod">
        <pc:chgData name="shibariku0623@icloud.com" userId="47b6e960b06a1f92" providerId="LiveId" clId="{FE6C6E2B-D491-488F-8A4C-E6DC53871264}" dt="2024-06-28T01:07:02.333" v="15895" actId="207"/>
        <pc:sldMkLst>
          <pc:docMk/>
          <pc:sldMk cId="982668671" sldId="257"/>
        </pc:sldMkLst>
        <pc:spChg chg="mod">
          <ac:chgData name="shibariku0623@icloud.com" userId="47b6e960b06a1f92" providerId="LiveId" clId="{FE6C6E2B-D491-488F-8A4C-E6DC53871264}" dt="2024-06-27T03:20:24.235" v="15885" actId="27636"/>
          <ac:spMkLst>
            <pc:docMk/>
            <pc:sldMk cId="982668671" sldId="257"/>
            <ac:spMk id="2" creationId="{6C7DDD88-1D7F-F61D-0849-4FCAE716C48B}"/>
          </ac:spMkLst>
        </pc:spChg>
        <pc:spChg chg="mod">
          <ac:chgData name="shibariku0623@icloud.com" userId="47b6e960b06a1f92" providerId="LiveId" clId="{FE6C6E2B-D491-488F-8A4C-E6DC53871264}" dt="2024-06-28T01:07:02.333" v="15895" actId="207"/>
          <ac:spMkLst>
            <pc:docMk/>
            <pc:sldMk cId="982668671" sldId="257"/>
            <ac:spMk id="3" creationId="{7DC664C8-FF2A-A508-8FE5-99ABFF41B315}"/>
          </ac:spMkLst>
        </pc:spChg>
      </pc:sldChg>
      <pc:sldChg chg="addSp delSp modSp add del mod">
        <pc:chgData name="shibariku0623@icloud.com" userId="47b6e960b06a1f92" providerId="LiveId" clId="{FE6C6E2B-D491-488F-8A4C-E6DC53871264}" dt="2024-06-24T05:19:04.882" v="274" actId="47"/>
        <pc:sldMkLst>
          <pc:docMk/>
          <pc:sldMk cId="3401136043" sldId="258"/>
        </pc:sldMkLst>
        <pc:spChg chg="mod">
          <ac:chgData name="shibariku0623@icloud.com" userId="47b6e960b06a1f92" providerId="LiveId" clId="{FE6C6E2B-D491-488F-8A4C-E6DC53871264}" dt="2024-06-22T09:17:29.469" v="139" actId="1076"/>
          <ac:spMkLst>
            <pc:docMk/>
            <pc:sldMk cId="3401136043" sldId="258"/>
            <ac:spMk id="2" creationId="{6C7DDD88-1D7F-F61D-0849-4FCAE716C48B}"/>
          </ac:spMkLst>
        </pc:spChg>
        <pc:picChg chg="add del mod">
          <ac:chgData name="shibariku0623@icloud.com" userId="47b6e960b06a1f92" providerId="LiveId" clId="{FE6C6E2B-D491-488F-8A4C-E6DC53871264}" dt="2024-06-24T05:01:24.535" v="237" actId="478"/>
          <ac:picMkLst>
            <pc:docMk/>
            <pc:sldMk cId="3401136043" sldId="258"/>
            <ac:picMk id="4" creationId="{84F6432C-807B-BA47-C05E-5FA43A7D07D9}"/>
          </ac:picMkLst>
        </pc:picChg>
      </pc:sldChg>
      <pc:sldChg chg="modSp add del mod">
        <pc:chgData name="shibariku0623@icloud.com" userId="47b6e960b06a1f92" providerId="LiveId" clId="{FE6C6E2B-D491-488F-8A4C-E6DC53871264}" dt="2024-06-24T05:31:38.798" v="306" actId="47"/>
        <pc:sldMkLst>
          <pc:docMk/>
          <pc:sldMk cId="2926358252" sldId="259"/>
        </pc:sldMkLst>
        <pc:spChg chg="mod">
          <ac:chgData name="shibariku0623@icloud.com" userId="47b6e960b06a1f92" providerId="LiveId" clId="{FE6C6E2B-D491-488F-8A4C-E6DC53871264}" dt="2024-06-24T05:19:09.938" v="275" actId="207"/>
          <ac:spMkLst>
            <pc:docMk/>
            <pc:sldMk cId="2926358252" sldId="259"/>
            <ac:spMk id="3" creationId="{7DC664C8-FF2A-A508-8FE5-99ABFF41B315}"/>
          </ac:spMkLst>
        </pc:spChg>
      </pc:sldChg>
      <pc:sldChg chg="modSp add del mod">
        <pc:chgData name="shibariku0623@icloud.com" userId="47b6e960b06a1f92" providerId="LiveId" clId="{FE6C6E2B-D491-488F-8A4C-E6DC53871264}" dt="2024-06-24T06:42:48.136" v="1207" actId="47"/>
        <pc:sldMkLst>
          <pc:docMk/>
          <pc:sldMk cId="2490257043" sldId="260"/>
        </pc:sldMkLst>
        <pc:spChg chg="mod">
          <ac:chgData name="shibariku0623@icloud.com" userId="47b6e960b06a1f92" providerId="LiveId" clId="{FE6C6E2B-D491-488F-8A4C-E6DC53871264}" dt="2024-06-24T05:31:47.631" v="319" actId="20577"/>
          <ac:spMkLst>
            <pc:docMk/>
            <pc:sldMk cId="2490257043" sldId="260"/>
            <ac:spMk id="2" creationId="{6C7DDD88-1D7F-F61D-0849-4FCAE716C48B}"/>
          </ac:spMkLst>
        </pc:spChg>
        <pc:spChg chg="mod">
          <ac:chgData name="shibariku0623@icloud.com" userId="47b6e960b06a1f92" providerId="LiveId" clId="{FE6C6E2B-D491-488F-8A4C-E6DC53871264}" dt="2024-06-24T06:42:41.695" v="1206" actId="20577"/>
          <ac:spMkLst>
            <pc:docMk/>
            <pc:sldMk cId="2490257043" sldId="260"/>
            <ac:spMk id="3" creationId="{7DC664C8-FF2A-A508-8FE5-99ABFF41B315}"/>
          </ac:spMkLst>
        </pc:spChg>
      </pc:sldChg>
      <pc:sldChg chg="modSp add del mod">
        <pc:chgData name="shibariku0623@icloud.com" userId="47b6e960b06a1f92" providerId="LiveId" clId="{FE6C6E2B-D491-488F-8A4C-E6DC53871264}" dt="2024-06-24T07:08:25.234" v="1298" actId="47"/>
        <pc:sldMkLst>
          <pc:docMk/>
          <pc:sldMk cId="3376524679" sldId="261"/>
        </pc:sldMkLst>
        <pc:spChg chg="mod">
          <ac:chgData name="shibariku0623@icloud.com" userId="47b6e960b06a1f92" providerId="LiveId" clId="{FE6C6E2B-D491-488F-8A4C-E6DC53871264}" dt="2024-06-24T05:31:43.136" v="307" actId="207"/>
          <ac:spMkLst>
            <pc:docMk/>
            <pc:sldMk cId="3376524679" sldId="261"/>
            <ac:spMk id="3" creationId="{7DC664C8-FF2A-A508-8FE5-99ABFF41B315}"/>
          </ac:spMkLst>
        </pc:spChg>
      </pc:sldChg>
      <pc:sldChg chg="addSp delSp modSp add mod ord">
        <pc:chgData name="shibariku0623@icloud.com" userId="47b6e960b06a1f92" providerId="LiveId" clId="{FE6C6E2B-D491-488F-8A4C-E6DC53871264}" dt="2024-06-28T01:06:50.829" v="15894" actId="207"/>
        <pc:sldMkLst>
          <pc:docMk/>
          <pc:sldMk cId="2934960131" sldId="262"/>
        </pc:sldMkLst>
        <pc:spChg chg="mod">
          <ac:chgData name="shibariku0623@icloud.com" userId="47b6e960b06a1f92" providerId="LiveId" clId="{FE6C6E2B-D491-488F-8A4C-E6DC53871264}" dt="2024-06-24T07:38:40.577" v="1598" actId="1076"/>
          <ac:spMkLst>
            <pc:docMk/>
            <pc:sldMk cId="2934960131" sldId="262"/>
            <ac:spMk id="2" creationId="{6C7DDD88-1D7F-F61D-0849-4FCAE716C48B}"/>
          </ac:spMkLst>
        </pc:spChg>
        <pc:spChg chg="mod">
          <ac:chgData name="shibariku0623@icloud.com" userId="47b6e960b06a1f92" providerId="LiveId" clId="{FE6C6E2B-D491-488F-8A4C-E6DC53871264}" dt="2024-06-28T01:06:50.829" v="15894" actId="207"/>
          <ac:spMkLst>
            <pc:docMk/>
            <pc:sldMk cId="2934960131" sldId="262"/>
            <ac:spMk id="3" creationId="{7DC664C8-FF2A-A508-8FE5-99ABFF41B315}"/>
          </ac:spMkLst>
        </pc:spChg>
        <pc:spChg chg="add del mod">
          <ac:chgData name="shibariku0623@icloud.com" userId="47b6e960b06a1f92" providerId="LiveId" clId="{FE6C6E2B-D491-488F-8A4C-E6DC53871264}" dt="2024-06-24T06:05:12.821" v="492" actId="478"/>
          <ac:spMkLst>
            <pc:docMk/>
            <pc:sldMk cId="2934960131" sldId="262"/>
            <ac:spMk id="4" creationId="{EAF9C6DB-3F8B-232E-56B5-111C44471753}"/>
          </ac:spMkLst>
        </pc:spChg>
        <pc:spChg chg="add del mod">
          <ac:chgData name="shibariku0623@icloud.com" userId="47b6e960b06a1f92" providerId="LiveId" clId="{FE6C6E2B-D491-488F-8A4C-E6DC53871264}" dt="2024-06-26T04:57:36.693" v="7961" actId="478"/>
          <ac:spMkLst>
            <pc:docMk/>
            <pc:sldMk cId="2934960131" sldId="262"/>
            <ac:spMk id="5" creationId="{A8ADEFD3-3650-B289-F836-5052002AB936}"/>
          </ac:spMkLst>
        </pc:spChg>
      </pc:sldChg>
      <pc:sldChg chg="addSp delSp modSp add mod ord">
        <pc:chgData name="shibariku0623@icloud.com" userId="47b6e960b06a1f92" providerId="LiveId" clId="{FE6C6E2B-D491-488F-8A4C-E6DC53871264}" dt="2024-06-26T12:35:54.550" v="10468" actId="165"/>
        <pc:sldMkLst>
          <pc:docMk/>
          <pc:sldMk cId="3597276708" sldId="263"/>
        </pc:sldMkLst>
        <pc:spChg chg="mod">
          <ac:chgData name="shibariku0623@icloud.com" userId="47b6e960b06a1f92" providerId="LiveId" clId="{FE6C6E2B-D491-488F-8A4C-E6DC53871264}" dt="2024-06-24T07:38:31.001" v="1596" actId="1076"/>
          <ac:spMkLst>
            <pc:docMk/>
            <pc:sldMk cId="3597276708" sldId="263"/>
            <ac:spMk id="2" creationId="{6C7DDD88-1D7F-F61D-0849-4FCAE716C48B}"/>
          </ac:spMkLst>
        </pc:spChg>
        <pc:spChg chg="del mod">
          <ac:chgData name="shibariku0623@icloud.com" userId="47b6e960b06a1f92" providerId="LiveId" clId="{FE6C6E2B-D491-488F-8A4C-E6DC53871264}" dt="2024-06-24T06:04:58.048" v="490" actId="478"/>
          <ac:spMkLst>
            <pc:docMk/>
            <pc:sldMk cId="3597276708" sldId="263"/>
            <ac:spMk id="3" creationId="{7DC664C8-FF2A-A508-8FE5-99ABFF41B315}"/>
          </ac:spMkLst>
        </pc:spChg>
        <pc:spChg chg="mod">
          <ac:chgData name="shibariku0623@icloud.com" userId="47b6e960b06a1f92" providerId="LiveId" clId="{FE6C6E2B-D491-488F-8A4C-E6DC53871264}" dt="2024-06-24T06:50:14.654" v="1287" actId="1076"/>
          <ac:spMkLst>
            <pc:docMk/>
            <pc:sldMk cId="3597276708" sldId="263"/>
            <ac:spMk id="4" creationId="{EAF9C6DB-3F8B-232E-56B5-111C44471753}"/>
          </ac:spMkLst>
        </pc:spChg>
        <pc:spChg chg="add mod">
          <ac:chgData name="shibariku0623@icloud.com" userId="47b6e960b06a1f92" providerId="LiveId" clId="{FE6C6E2B-D491-488F-8A4C-E6DC53871264}" dt="2024-06-24T07:16:29.409" v="1408" actId="1076"/>
          <ac:spMkLst>
            <pc:docMk/>
            <pc:sldMk cId="3597276708" sldId="263"/>
            <ac:spMk id="5" creationId="{B9D34F64-662D-0197-524C-FD7C6C6F7A40}"/>
          </ac:spMkLst>
        </pc:spChg>
        <pc:spChg chg="add mod">
          <ac:chgData name="shibariku0623@icloud.com" userId="47b6e960b06a1f92" providerId="LiveId" clId="{FE6C6E2B-D491-488F-8A4C-E6DC53871264}" dt="2024-06-24T06:50:24.543" v="1288" actId="1076"/>
          <ac:spMkLst>
            <pc:docMk/>
            <pc:sldMk cId="3597276708" sldId="263"/>
            <ac:spMk id="6" creationId="{C10B6128-A4DF-066B-4F1E-9AE31DB46B70}"/>
          </ac:spMkLst>
        </pc:spChg>
        <pc:spChg chg="add mod">
          <ac:chgData name="shibariku0623@icloud.com" userId="47b6e960b06a1f92" providerId="LiveId" clId="{FE6C6E2B-D491-488F-8A4C-E6DC53871264}" dt="2024-06-24T07:13:43.611" v="1392" actId="20577"/>
          <ac:spMkLst>
            <pc:docMk/>
            <pc:sldMk cId="3597276708" sldId="263"/>
            <ac:spMk id="7" creationId="{FC86F891-039A-8D6B-64FD-CDFC848781A2}"/>
          </ac:spMkLst>
        </pc:spChg>
        <pc:spChg chg="add mod topLvl">
          <ac:chgData name="shibariku0623@icloud.com" userId="47b6e960b06a1f92" providerId="LiveId" clId="{FE6C6E2B-D491-488F-8A4C-E6DC53871264}" dt="2024-06-26T12:35:54.550" v="10468" actId="165"/>
          <ac:spMkLst>
            <pc:docMk/>
            <pc:sldMk cId="3597276708" sldId="263"/>
            <ac:spMk id="8" creationId="{B5F1AD01-F1E0-041B-6B80-A3E7A6341B83}"/>
          </ac:spMkLst>
        </pc:spChg>
        <pc:spChg chg="add mod ord topLvl">
          <ac:chgData name="shibariku0623@icloud.com" userId="47b6e960b06a1f92" providerId="LiveId" clId="{FE6C6E2B-D491-488F-8A4C-E6DC53871264}" dt="2024-06-26T12:35:54.550" v="10468" actId="165"/>
          <ac:spMkLst>
            <pc:docMk/>
            <pc:sldMk cId="3597276708" sldId="263"/>
            <ac:spMk id="9" creationId="{157ECC62-B111-E2F7-7CA7-D6F2A3A70ECC}"/>
          </ac:spMkLst>
        </pc:spChg>
        <pc:spChg chg="add del mod">
          <ac:chgData name="shibariku0623@icloud.com" userId="47b6e960b06a1f92" providerId="LiveId" clId="{FE6C6E2B-D491-488F-8A4C-E6DC53871264}" dt="2024-06-24T06:48:10.230" v="1259" actId="478"/>
          <ac:spMkLst>
            <pc:docMk/>
            <pc:sldMk cId="3597276708" sldId="263"/>
            <ac:spMk id="11" creationId="{6E505C22-48DF-9400-C23D-CBA7F6B593C5}"/>
          </ac:spMkLst>
        </pc:spChg>
        <pc:spChg chg="add mod">
          <ac:chgData name="shibariku0623@icloud.com" userId="47b6e960b06a1f92" providerId="LiveId" clId="{FE6C6E2B-D491-488F-8A4C-E6DC53871264}" dt="2024-06-24T07:16:06.682" v="1396" actId="1076"/>
          <ac:spMkLst>
            <pc:docMk/>
            <pc:sldMk cId="3597276708" sldId="263"/>
            <ac:spMk id="12" creationId="{2A3F8B08-4FFF-003E-027C-C3AF083CD610}"/>
          </ac:spMkLst>
        </pc:spChg>
        <pc:spChg chg="add mod">
          <ac:chgData name="shibariku0623@icloud.com" userId="47b6e960b06a1f92" providerId="LiveId" clId="{FE6C6E2B-D491-488F-8A4C-E6DC53871264}" dt="2024-06-24T06:50:51.509" v="1296" actId="1076"/>
          <ac:spMkLst>
            <pc:docMk/>
            <pc:sldMk cId="3597276708" sldId="263"/>
            <ac:spMk id="13" creationId="{144E419C-557C-4BE8-D6E6-44218845EAA2}"/>
          </ac:spMkLst>
        </pc:spChg>
        <pc:grpChg chg="add del mod">
          <ac:chgData name="shibariku0623@icloud.com" userId="47b6e960b06a1f92" providerId="LiveId" clId="{FE6C6E2B-D491-488F-8A4C-E6DC53871264}" dt="2024-06-26T12:35:54.550" v="10468" actId="165"/>
          <ac:grpSpMkLst>
            <pc:docMk/>
            <pc:sldMk cId="3597276708" sldId="263"/>
            <ac:grpSpMk id="10" creationId="{B10840A4-3964-A462-0442-65E923384D91}"/>
          </ac:grpSpMkLst>
        </pc:grpChg>
      </pc:sldChg>
      <pc:sldChg chg="addSp delSp modSp add mod ord">
        <pc:chgData name="shibariku0623@icloud.com" userId="47b6e960b06a1f92" providerId="LiveId" clId="{FE6C6E2B-D491-488F-8A4C-E6DC53871264}" dt="2024-06-26T06:28:25.944" v="8520" actId="20577"/>
        <pc:sldMkLst>
          <pc:docMk/>
          <pc:sldMk cId="3825673730" sldId="264"/>
        </pc:sldMkLst>
        <pc:spChg chg="mod">
          <ac:chgData name="shibariku0623@icloud.com" userId="47b6e960b06a1f92" providerId="LiveId" clId="{FE6C6E2B-D491-488F-8A4C-E6DC53871264}" dt="2024-06-24T07:39:25.039" v="1609" actId="1076"/>
          <ac:spMkLst>
            <pc:docMk/>
            <pc:sldMk cId="3825673730" sldId="264"/>
            <ac:spMk id="2" creationId="{6C7DDD88-1D7F-F61D-0849-4FCAE716C48B}"/>
          </ac:spMkLst>
        </pc:spChg>
        <pc:spChg chg="add del mod">
          <ac:chgData name="shibariku0623@icloud.com" userId="47b6e960b06a1f92" providerId="LiveId" clId="{FE6C6E2B-D491-488F-8A4C-E6DC53871264}" dt="2024-06-24T07:38:01.126" v="1566" actId="478"/>
          <ac:spMkLst>
            <pc:docMk/>
            <pc:sldMk cId="3825673730" sldId="264"/>
            <ac:spMk id="3" creationId="{66044A12-1609-DC49-B86C-79E111E305D2}"/>
          </ac:spMkLst>
        </pc:spChg>
        <pc:spChg chg="mod">
          <ac:chgData name="shibariku0623@icloud.com" userId="47b6e960b06a1f92" providerId="LiveId" clId="{FE6C6E2B-D491-488F-8A4C-E6DC53871264}" dt="2024-06-24T07:39:55.367" v="1612" actId="1076"/>
          <ac:spMkLst>
            <pc:docMk/>
            <pc:sldMk cId="3825673730" sldId="264"/>
            <ac:spMk id="4" creationId="{EAF9C6DB-3F8B-232E-56B5-111C44471753}"/>
          </ac:spMkLst>
        </pc:spChg>
        <pc:spChg chg="del">
          <ac:chgData name="shibariku0623@icloud.com" userId="47b6e960b06a1f92" providerId="LiveId" clId="{FE6C6E2B-D491-488F-8A4C-E6DC53871264}" dt="2024-06-24T07:16:47.339" v="1409" actId="478"/>
          <ac:spMkLst>
            <pc:docMk/>
            <pc:sldMk cId="3825673730" sldId="264"/>
            <ac:spMk id="5" creationId="{B9D34F64-662D-0197-524C-FD7C6C6F7A40}"/>
          </ac:spMkLst>
        </pc:spChg>
        <pc:spChg chg="del mod">
          <ac:chgData name="shibariku0623@icloud.com" userId="47b6e960b06a1f92" providerId="LiveId" clId="{FE6C6E2B-D491-488F-8A4C-E6DC53871264}" dt="2024-06-24T07:27:15.037" v="1564" actId="478"/>
          <ac:spMkLst>
            <pc:docMk/>
            <pc:sldMk cId="3825673730" sldId="264"/>
            <ac:spMk id="6" creationId="{C10B6128-A4DF-066B-4F1E-9AE31DB46B70}"/>
          </ac:spMkLst>
        </pc:spChg>
        <pc:spChg chg="del">
          <ac:chgData name="shibariku0623@icloud.com" userId="47b6e960b06a1f92" providerId="LiveId" clId="{FE6C6E2B-D491-488F-8A4C-E6DC53871264}" dt="2024-06-24T07:16:47.339" v="1409" actId="478"/>
          <ac:spMkLst>
            <pc:docMk/>
            <pc:sldMk cId="3825673730" sldId="264"/>
            <ac:spMk id="7" creationId="{FC86F891-039A-8D6B-64FD-CDFC848781A2}"/>
          </ac:spMkLst>
        </pc:spChg>
        <pc:spChg chg="add mod">
          <ac:chgData name="shibariku0623@icloud.com" userId="47b6e960b06a1f92" providerId="LiveId" clId="{FE6C6E2B-D491-488F-8A4C-E6DC53871264}" dt="2024-06-24T07:40:50.689" v="1619" actId="1076"/>
          <ac:spMkLst>
            <pc:docMk/>
            <pc:sldMk cId="3825673730" sldId="264"/>
            <ac:spMk id="11" creationId="{6BEADFE1-E2CD-C79A-99A2-C3DA4E303414}"/>
          </ac:spMkLst>
        </pc:spChg>
        <pc:spChg chg="del">
          <ac:chgData name="shibariku0623@icloud.com" userId="47b6e960b06a1f92" providerId="LiveId" clId="{FE6C6E2B-D491-488F-8A4C-E6DC53871264}" dt="2024-06-24T07:16:47.339" v="1409" actId="478"/>
          <ac:spMkLst>
            <pc:docMk/>
            <pc:sldMk cId="3825673730" sldId="264"/>
            <ac:spMk id="12" creationId="{2A3F8B08-4FFF-003E-027C-C3AF083CD610}"/>
          </ac:spMkLst>
        </pc:spChg>
        <pc:spChg chg="del">
          <ac:chgData name="shibariku0623@icloud.com" userId="47b6e960b06a1f92" providerId="LiveId" clId="{FE6C6E2B-D491-488F-8A4C-E6DC53871264}" dt="2024-06-24T07:16:47.339" v="1409" actId="478"/>
          <ac:spMkLst>
            <pc:docMk/>
            <pc:sldMk cId="3825673730" sldId="264"/>
            <ac:spMk id="13" creationId="{144E419C-557C-4BE8-D6E6-44218845EAA2}"/>
          </ac:spMkLst>
        </pc:spChg>
        <pc:spChg chg="add mod">
          <ac:chgData name="shibariku0623@icloud.com" userId="47b6e960b06a1f92" providerId="LiveId" clId="{FE6C6E2B-D491-488F-8A4C-E6DC53871264}" dt="2024-06-24T07:49:39.556" v="1798" actId="1076"/>
          <ac:spMkLst>
            <pc:docMk/>
            <pc:sldMk cId="3825673730" sldId="264"/>
            <ac:spMk id="14" creationId="{D66DF866-78D8-1027-ED67-5FCCE8EC83FF}"/>
          </ac:spMkLst>
        </pc:spChg>
        <pc:spChg chg="add mod">
          <ac:chgData name="shibariku0623@icloud.com" userId="47b6e960b06a1f92" providerId="LiveId" clId="{FE6C6E2B-D491-488F-8A4C-E6DC53871264}" dt="2024-06-24T08:09:20.841" v="2387" actId="12"/>
          <ac:spMkLst>
            <pc:docMk/>
            <pc:sldMk cId="3825673730" sldId="264"/>
            <ac:spMk id="15" creationId="{17BCA54C-E65A-1620-81F3-DCCFF825C1AB}"/>
          </ac:spMkLst>
        </pc:spChg>
        <pc:spChg chg="add mod">
          <ac:chgData name="shibariku0623@icloud.com" userId="47b6e960b06a1f92" providerId="LiveId" clId="{FE6C6E2B-D491-488F-8A4C-E6DC53871264}" dt="2024-06-26T06:28:25.944" v="8520" actId="20577"/>
          <ac:spMkLst>
            <pc:docMk/>
            <pc:sldMk cId="3825673730" sldId="264"/>
            <ac:spMk id="16" creationId="{961BEF45-5D57-8FD3-A7EF-6957247ACCD6}"/>
          </ac:spMkLst>
        </pc:spChg>
        <pc:grpChg chg="del">
          <ac:chgData name="shibariku0623@icloud.com" userId="47b6e960b06a1f92" providerId="LiveId" clId="{FE6C6E2B-D491-488F-8A4C-E6DC53871264}" dt="2024-06-24T07:16:47.339" v="1409" actId="478"/>
          <ac:grpSpMkLst>
            <pc:docMk/>
            <pc:sldMk cId="3825673730" sldId="264"/>
            <ac:grpSpMk id="10" creationId="{B10840A4-3964-A462-0442-65E923384D91}"/>
          </ac:grpSpMkLst>
        </pc:grpChg>
      </pc:sldChg>
      <pc:sldChg chg="modSp add mod">
        <pc:chgData name="shibariku0623@icloud.com" userId="47b6e960b06a1f92" providerId="LiveId" clId="{FE6C6E2B-D491-488F-8A4C-E6DC53871264}" dt="2024-06-28T01:07:08.385" v="15896" actId="207"/>
        <pc:sldMkLst>
          <pc:docMk/>
          <pc:sldMk cId="1071849656" sldId="265"/>
        </pc:sldMkLst>
        <pc:spChg chg="mod">
          <ac:chgData name="shibariku0623@icloud.com" userId="47b6e960b06a1f92" providerId="LiveId" clId="{FE6C6E2B-D491-488F-8A4C-E6DC53871264}" dt="2024-06-27T03:20:24.237" v="15886" actId="27636"/>
          <ac:spMkLst>
            <pc:docMk/>
            <pc:sldMk cId="1071849656" sldId="265"/>
            <ac:spMk id="2" creationId="{6C7DDD88-1D7F-F61D-0849-4FCAE716C48B}"/>
          </ac:spMkLst>
        </pc:spChg>
        <pc:spChg chg="mod">
          <ac:chgData name="shibariku0623@icloud.com" userId="47b6e960b06a1f92" providerId="LiveId" clId="{FE6C6E2B-D491-488F-8A4C-E6DC53871264}" dt="2024-06-28T01:07:08.385" v="15896" actId="207"/>
          <ac:spMkLst>
            <pc:docMk/>
            <pc:sldMk cId="1071849656" sldId="265"/>
            <ac:spMk id="3" creationId="{7DC664C8-FF2A-A508-8FE5-99ABFF41B315}"/>
          </ac:spMkLst>
        </pc:spChg>
      </pc:sldChg>
      <pc:sldChg chg="modSp add mod ord">
        <pc:chgData name="shibariku0623@icloud.com" userId="47b6e960b06a1f92" providerId="LiveId" clId="{FE6C6E2B-D491-488F-8A4C-E6DC53871264}" dt="2024-06-28T01:07:21.874" v="15898" actId="207"/>
        <pc:sldMkLst>
          <pc:docMk/>
          <pc:sldMk cId="120200485" sldId="266"/>
        </pc:sldMkLst>
        <pc:spChg chg="mod">
          <ac:chgData name="shibariku0623@icloud.com" userId="47b6e960b06a1f92" providerId="LiveId" clId="{FE6C6E2B-D491-488F-8A4C-E6DC53871264}" dt="2024-06-27T03:20:24.239" v="15887" actId="27636"/>
          <ac:spMkLst>
            <pc:docMk/>
            <pc:sldMk cId="120200485" sldId="266"/>
            <ac:spMk id="2" creationId="{6C7DDD88-1D7F-F61D-0849-4FCAE716C48B}"/>
          </ac:spMkLst>
        </pc:spChg>
        <pc:spChg chg="mod">
          <ac:chgData name="shibariku0623@icloud.com" userId="47b6e960b06a1f92" providerId="LiveId" clId="{FE6C6E2B-D491-488F-8A4C-E6DC53871264}" dt="2024-06-28T01:07:21.874" v="15898" actId="207"/>
          <ac:spMkLst>
            <pc:docMk/>
            <pc:sldMk cId="120200485" sldId="266"/>
            <ac:spMk id="3" creationId="{7DC664C8-FF2A-A508-8FE5-99ABFF41B315}"/>
          </ac:spMkLst>
        </pc:spChg>
      </pc:sldChg>
      <pc:sldChg chg="modSp add mod ord">
        <pc:chgData name="shibariku0623@icloud.com" userId="47b6e960b06a1f92" providerId="LiveId" clId="{FE6C6E2B-D491-488F-8A4C-E6DC53871264}" dt="2024-06-28T01:07:51.064" v="15901" actId="207"/>
        <pc:sldMkLst>
          <pc:docMk/>
          <pc:sldMk cId="1711669649" sldId="267"/>
        </pc:sldMkLst>
        <pc:spChg chg="mod">
          <ac:chgData name="shibariku0623@icloud.com" userId="47b6e960b06a1f92" providerId="LiveId" clId="{FE6C6E2B-D491-488F-8A4C-E6DC53871264}" dt="2024-06-27T03:20:24.241" v="15888" actId="27636"/>
          <ac:spMkLst>
            <pc:docMk/>
            <pc:sldMk cId="1711669649" sldId="267"/>
            <ac:spMk id="2" creationId="{6C7DDD88-1D7F-F61D-0849-4FCAE716C48B}"/>
          </ac:spMkLst>
        </pc:spChg>
        <pc:spChg chg="mod">
          <ac:chgData name="shibariku0623@icloud.com" userId="47b6e960b06a1f92" providerId="LiveId" clId="{FE6C6E2B-D491-488F-8A4C-E6DC53871264}" dt="2024-06-28T01:07:51.064" v="15901" actId="207"/>
          <ac:spMkLst>
            <pc:docMk/>
            <pc:sldMk cId="1711669649" sldId="267"/>
            <ac:spMk id="3" creationId="{7DC664C8-FF2A-A508-8FE5-99ABFF41B315}"/>
          </ac:spMkLst>
        </pc:spChg>
      </pc:sldChg>
      <pc:sldChg chg="modSp add mod">
        <pc:chgData name="shibariku0623@icloud.com" userId="47b6e960b06a1f92" providerId="LiveId" clId="{FE6C6E2B-D491-488F-8A4C-E6DC53871264}" dt="2024-06-28T01:08:21.923" v="15906" actId="207"/>
        <pc:sldMkLst>
          <pc:docMk/>
          <pc:sldMk cId="958543561" sldId="268"/>
        </pc:sldMkLst>
        <pc:spChg chg="mod">
          <ac:chgData name="shibariku0623@icloud.com" userId="47b6e960b06a1f92" providerId="LiveId" clId="{FE6C6E2B-D491-488F-8A4C-E6DC53871264}" dt="2024-06-27T03:20:24.224" v="15882" actId="27636"/>
          <ac:spMkLst>
            <pc:docMk/>
            <pc:sldMk cId="958543561" sldId="268"/>
            <ac:spMk id="2" creationId="{6C7DDD88-1D7F-F61D-0849-4FCAE716C48B}"/>
          </ac:spMkLst>
        </pc:spChg>
        <pc:spChg chg="mod">
          <ac:chgData name="shibariku0623@icloud.com" userId="47b6e960b06a1f92" providerId="LiveId" clId="{FE6C6E2B-D491-488F-8A4C-E6DC53871264}" dt="2024-06-28T01:08:21.923" v="15906" actId="207"/>
          <ac:spMkLst>
            <pc:docMk/>
            <pc:sldMk cId="958543561" sldId="268"/>
            <ac:spMk id="3" creationId="{7DC664C8-FF2A-A508-8FE5-99ABFF41B315}"/>
          </ac:spMkLst>
        </pc:spChg>
      </pc:sldChg>
      <pc:sldChg chg="addSp delSp modSp add del mod">
        <pc:chgData name="shibariku0623@icloud.com" userId="47b6e960b06a1f92" providerId="LiveId" clId="{FE6C6E2B-D491-488F-8A4C-E6DC53871264}" dt="2024-06-27T01:18:18.432" v="13037" actId="2696"/>
        <pc:sldMkLst>
          <pc:docMk/>
          <pc:sldMk cId="1198121145" sldId="269"/>
        </pc:sldMkLst>
        <pc:spChg chg="del mod">
          <ac:chgData name="shibariku0623@icloud.com" userId="47b6e960b06a1f92" providerId="LiveId" clId="{FE6C6E2B-D491-488F-8A4C-E6DC53871264}" dt="2024-06-27T01:18:11.516" v="13036" actId="478"/>
          <ac:spMkLst>
            <pc:docMk/>
            <pc:sldMk cId="1198121145" sldId="269"/>
            <ac:spMk id="3" creationId="{7DC664C8-FF2A-A508-8FE5-99ABFF41B315}"/>
          </ac:spMkLst>
        </pc:spChg>
        <pc:spChg chg="add mod">
          <ac:chgData name="shibariku0623@icloud.com" userId="47b6e960b06a1f92" providerId="LiveId" clId="{FE6C6E2B-D491-488F-8A4C-E6DC53871264}" dt="2024-06-27T01:18:11.516" v="13036" actId="478"/>
          <ac:spMkLst>
            <pc:docMk/>
            <pc:sldMk cId="1198121145" sldId="269"/>
            <ac:spMk id="5" creationId="{8D620090-2B52-5F35-9B4E-9BC4F0E5F539}"/>
          </ac:spMkLst>
        </pc:spChg>
      </pc:sldChg>
      <pc:sldChg chg="modSp add mod">
        <pc:chgData name="shibariku0623@icloud.com" userId="47b6e960b06a1f92" providerId="LiveId" clId="{FE6C6E2B-D491-488F-8A4C-E6DC53871264}" dt="2024-06-28T01:08:11.586" v="15904" actId="207"/>
        <pc:sldMkLst>
          <pc:docMk/>
          <pc:sldMk cId="3229817491" sldId="270"/>
        </pc:sldMkLst>
        <pc:spChg chg="mod">
          <ac:chgData name="shibariku0623@icloud.com" userId="47b6e960b06a1f92" providerId="LiveId" clId="{FE6C6E2B-D491-488F-8A4C-E6DC53871264}" dt="2024-06-27T03:20:24.227" v="15883" actId="27636"/>
          <ac:spMkLst>
            <pc:docMk/>
            <pc:sldMk cId="3229817491" sldId="270"/>
            <ac:spMk id="2" creationId="{6C7DDD88-1D7F-F61D-0849-4FCAE716C48B}"/>
          </ac:spMkLst>
        </pc:spChg>
        <pc:spChg chg="mod">
          <ac:chgData name="shibariku0623@icloud.com" userId="47b6e960b06a1f92" providerId="LiveId" clId="{FE6C6E2B-D491-488F-8A4C-E6DC53871264}" dt="2024-06-28T01:08:11.586" v="15904" actId="207"/>
          <ac:spMkLst>
            <pc:docMk/>
            <pc:sldMk cId="3229817491" sldId="270"/>
            <ac:spMk id="3" creationId="{7DC664C8-FF2A-A508-8FE5-99ABFF41B315}"/>
          </ac:spMkLst>
        </pc:spChg>
      </pc:sldChg>
      <pc:sldChg chg="modSp add mod">
        <pc:chgData name="shibariku0623@icloud.com" userId="47b6e960b06a1f92" providerId="LiveId" clId="{FE6C6E2B-D491-488F-8A4C-E6DC53871264}" dt="2024-06-28T01:08:01.786" v="15902" actId="207"/>
        <pc:sldMkLst>
          <pc:docMk/>
          <pc:sldMk cId="4027559" sldId="271"/>
        </pc:sldMkLst>
        <pc:spChg chg="mod">
          <ac:chgData name="shibariku0623@icloud.com" userId="47b6e960b06a1f92" providerId="LiveId" clId="{FE6C6E2B-D491-488F-8A4C-E6DC53871264}" dt="2024-06-27T03:20:24.231" v="15884" actId="27636"/>
          <ac:spMkLst>
            <pc:docMk/>
            <pc:sldMk cId="4027559" sldId="271"/>
            <ac:spMk id="2" creationId="{6C7DDD88-1D7F-F61D-0849-4FCAE716C48B}"/>
          </ac:spMkLst>
        </pc:spChg>
        <pc:spChg chg="mod">
          <ac:chgData name="shibariku0623@icloud.com" userId="47b6e960b06a1f92" providerId="LiveId" clId="{FE6C6E2B-D491-488F-8A4C-E6DC53871264}" dt="2024-06-28T01:08:01.786" v="15902" actId="207"/>
          <ac:spMkLst>
            <pc:docMk/>
            <pc:sldMk cId="4027559" sldId="271"/>
            <ac:spMk id="3" creationId="{7DC664C8-FF2A-A508-8FE5-99ABFF41B315}"/>
          </ac:spMkLst>
        </pc:spChg>
      </pc:sldChg>
      <pc:sldChg chg="addSp delSp modSp add mod">
        <pc:chgData name="shibariku0623@icloud.com" userId="47b6e960b06a1f92" providerId="LiveId" clId="{FE6C6E2B-D491-488F-8A4C-E6DC53871264}" dt="2024-06-28T04:46:29.365" v="16019" actId="14100"/>
        <pc:sldMkLst>
          <pc:docMk/>
          <pc:sldMk cId="2340836422" sldId="272"/>
        </pc:sldMkLst>
        <pc:spChg chg="del mod">
          <ac:chgData name="shibariku0623@icloud.com" userId="47b6e960b06a1f92" providerId="LiveId" clId="{FE6C6E2B-D491-488F-8A4C-E6DC53871264}" dt="2024-06-24T07:50:52.769" v="1801" actId="478"/>
          <ac:spMkLst>
            <pc:docMk/>
            <pc:sldMk cId="2340836422" sldId="272"/>
            <ac:spMk id="2" creationId="{6C7DDD88-1D7F-F61D-0849-4FCAE716C48B}"/>
          </ac:spMkLst>
        </pc:spChg>
        <pc:spChg chg="mod">
          <ac:chgData name="shibariku0623@icloud.com" userId="47b6e960b06a1f92" providerId="LiveId" clId="{FE6C6E2B-D491-488F-8A4C-E6DC53871264}" dt="2024-06-24T08:14:01.054" v="2677" actId="113"/>
          <ac:spMkLst>
            <pc:docMk/>
            <pc:sldMk cId="2340836422" sldId="272"/>
            <ac:spMk id="3" creationId="{66044A12-1609-DC49-B86C-79E111E305D2}"/>
          </ac:spMkLst>
        </pc:spChg>
        <pc:spChg chg="mod">
          <ac:chgData name="shibariku0623@icloud.com" userId="47b6e960b06a1f92" providerId="LiveId" clId="{FE6C6E2B-D491-488F-8A4C-E6DC53871264}" dt="2024-06-24T08:09:34.270" v="2389" actId="1076"/>
          <ac:spMkLst>
            <pc:docMk/>
            <pc:sldMk cId="2340836422" sldId="272"/>
            <ac:spMk id="4" creationId="{EAF9C6DB-3F8B-232E-56B5-111C44471753}"/>
          </ac:spMkLst>
        </pc:spChg>
        <pc:spChg chg="add mod">
          <ac:chgData name="shibariku0623@icloud.com" userId="47b6e960b06a1f92" providerId="LiveId" clId="{FE6C6E2B-D491-488F-8A4C-E6DC53871264}" dt="2024-06-24T07:50:42.778" v="1799"/>
          <ac:spMkLst>
            <pc:docMk/>
            <pc:sldMk cId="2340836422" sldId="272"/>
            <ac:spMk id="5" creationId="{DB3B47DF-5F4B-D0DF-547A-36CE8A01C1C9}"/>
          </ac:spMkLst>
        </pc:spChg>
        <pc:spChg chg="add mod">
          <ac:chgData name="shibariku0623@icloud.com" userId="47b6e960b06a1f92" providerId="LiveId" clId="{FE6C6E2B-D491-488F-8A4C-E6DC53871264}" dt="2024-06-24T07:51:32.347" v="1823" actId="20577"/>
          <ac:spMkLst>
            <pc:docMk/>
            <pc:sldMk cId="2340836422" sldId="272"/>
            <ac:spMk id="6" creationId="{697680A9-6CB1-A6B2-D4CD-D4E527ECD4E0}"/>
          </ac:spMkLst>
        </pc:spChg>
        <pc:spChg chg="add del mod">
          <ac:chgData name="shibariku0623@icloud.com" userId="47b6e960b06a1f92" providerId="LiveId" clId="{FE6C6E2B-D491-488F-8A4C-E6DC53871264}" dt="2024-06-24T07:50:57.974" v="1803" actId="478"/>
          <ac:spMkLst>
            <pc:docMk/>
            <pc:sldMk cId="2340836422" sldId="272"/>
            <ac:spMk id="8" creationId="{AB01E9E4-AC2B-6B6F-71FA-27D6DCBFF35F}"/>
          </ac:spMkLst>
        </pc:spChg>
        <pc:spChg chg="add mod">
          <ac:chgData name="shibariku0623@icloud.com" userId="47b6e960b06a1f92" providerId="LiveId" clId="{FE6C6E2B-D491-488F-8A4C-E6DC53871264}" dt="2024-06-28T04:46:29.365" v="16019" actId="14100"/>
          <ac:spMkLst>
            <pc:docMk/>
            <pc:sldMk cId="2340836422" sldId="272"/>
            <ac:spMk id="9" creationId="{B0AD6D07-BC8E-0573-5445-D4148F2E595B}"/>
          </ac:spMkLst>
        </pc:spChg>
        <pc:spChg chg="add mod">
          <ac:chgData name="shibariku0623@icloud.com" userId="47b6e960b06a1f92" providerId="LiveId" clId="{FE6C6E2B-D491-488F-8A4C-E6DC53871264}" dt="2024-06-25T04:09:17.424" v="2842" actId="20577"/>
          <ac:spMkLst>
            <pc:docMk/>
            <pc:sldMk cId="2340836422" sldId="272"/>
            <ac:spMk id="10" creationId="{1A0D6201-9CF5-3CDE-88F0-42ED7517EBA1}"/>
          </ac:spMkLst>
        </pc:spChg>
      </pc:sldChg>
      <pc:sldChg chg="addSp delSp modSp add mod ord">
        <pc:chgData name="shibariku0623@icloud.com" userId="47b6e960b06a1f92" providerId="LiveId" clId="{FE6C6E2B-D491-488F-8A4C-E6DC53871264}" dt="2024-06-28T05:05:40.571" v="16025" actId="20577"/>
        <pc:sldMkLst>
          <pc:docMk/>
          <pc:sldMk cId="2852928173" sldId="273"/>
        </pc:sldMkLst>
        <pc:spChg chg="add del">
          <ac:chgData name="shibariku0623@icloud.com" userId="47b6e960b06a1f92" providerId="LiveId" clId="{FE6C6E2B-D491-488F-8A4C-E6DC53871264}" dt="2024-06-25T03:44:08.839" v="2781" actId="478"/>
          <ac:spMkLst>
            <pc:docMk/>
            <pc:sldMk cId="2852928173" sldId="273"/>
            <ac:spMk id="2" creationId="{E46AB9AC-4A24-15E6-F07C-7A64B6B3AB9E}"/>
          </ac:spMkLst>
        </pc:spChg>
        <pc:spChg chg="del">
          <ac:chgData name="shibariku0623@icloud.com" userId="47b6e960b06a1f92" providerId="LiveId" clId="{FE6C6E2B-D491-488F-8A4C-E6DC53871264}" dt="2024-06-25T03:34:17.728" v="2734" actId="478"/>
          <ac:spMkLst>
            <pc:docMk/>
            <pc:sldMk cId="2852928173" sldId="273"/>
            <ac:spMk id="3" creationId="{66044A12-1609-DC49-B86C-79E111E305D2}"/>
          </ac:spMkLst>
        </pc:spChg>
        <pc:spChg chg="add del mod">
          <ac:chgData name="shibariku0623@icloud.com" userId="47b6e960b06a1f92" providerId="LiveId" clId="{FE6C6E2B-D491-488F-8A4C-E6DC53871264}" dt="2024-06-26T04:48:08.755" v="7925" actId="478"/>
          <ac:spMkLst>
            <pc:docMk/>
            <pc:sldMk cId="2852928173" sldId="273"/>
            <ac:spMk id="3" creationId="{F27F1017-DEAA-938F-941B-62DB7C8839CD}"/>
          </ac:spMkLst>
        </pc:spChg>
        <pc:spChg chg="del">
          <ac:chgData name="shibariku0623@icloud.com" userId="47b6e960b06a1f92" providerId="LiveId" clId="{FE6C6E2B-D491-488F-8A4C-E6DC53871264}" dt="2024-06-25T03:34:17.728" v="2734" actId="478"/>
          <ac:spMkLst>
            <pc:docMk/>
            <pc:sldMk cId="2852928173" sldId="273"/>
            <ac:spMk id="4" creationId="{EAF9C6DB-3F8B-232E-56B5-111C44471753}"/>
          </ac:spMkLst>
        </pc:spChg>
        <pc:spChg chg="mod">
          <ac:chgData name="shibariku0623@icloud.com" userId="47b6e960b06a1f92" providerId="LiveId" clId="{FE6C6E2B-D491-488F-8A4C-E6DC53871264}" dt="2024-06-26T04:48:11.541" v="7926" actId="1076"/>
          <ac:spMkLst>
            <pc:docMk/>
            <pc:sldMk cId="2852928173" sldId="273"/>
            <ac:spMk id="5" creationId="{DB3B47DF-5F4B-D0DF-547A-36CE8A01C1C9}"/>
          </ac:spMkLst>
        </pc:spChg>
        <pc:spChg chg="del">
          <ac:chgData name="shibariku0623@icloud.com" userId="47b6e960b06a1f92" providerId="LiveId" clId="{FE6C6E2B-D491-488F-8A4C-E6DC53871264}" dt="2024-06-25T03:34:17.728" v="2734" actId="478"/>
          <ac:spMkLst>
            <pc:docMk/>
            <pc:sldMk cId="2852928173" sldId="273"/>
            <ac:spMk id="6" creationId="{697680A9-6CB1-A6B2-D4CD-D4E527ECD4E0}"/>
          </ac:spMkLst>
        </pc:spChg>
        <pc:spChg chg="add del mod">
          <ac:chgData name="shibariku0623@icloud.com" userId="47b6e960b06a1f92" providerId="LiveId" clId="{FE6C6E2B-D491-488F-8A4C-E6DC53871264}" dt="2024-06-25T05:17:28.211" v="3687" actId="478"/>
          <ac:spMkLst>
            <pc:docMk/>
            <pc:sldMk cId="2852928173" sldId="273"/>
            <ac:spMk id="7" creationId="{B80FACE5-0C1A-FF84-750E-FE41A6D5DED7}"/>
          </ac:spMkLst>
        </pc:spChg>
        <pc:spChg chg="add del mod">
          <ac:chgData name="shibariku0623@icloud.com" userId="47b6e960b06a1f92" providerId="LiveId" clId="{FE6C6E2B-D491-488F-8A4C-E6DC53871264}" dt="2024-06-25T05:17:33.931" v="3689" actId="478"/>
          <ac:spMkLst>
            <pc:docMk/>
            <pc:sldMk cId="2852928173" sldId="273"/>
            <ac:spMk id="8" creationId="{D732EE07-AA51-9718-2C43-75E2DDB28752}"/>
          </ac:spMkLst>
        </pc:spChg>
        <pc:spChg chg="del mod">
          <ac:chgData name="shibariku0623@icloud.com" userId="47b6e960b06a1f92" providerId="LiveId" clId="{FE6C6E2B-D491-488F-8A4C-E6DC53871264}" dt="2024-06-25T05:17:22.261" v="3686" actId="478"/>
          <ac:spMkLst>
            <pc:docMk/>
            <pc:sldMk cId="2852928173" sldId="273"/>
            <ac:spMk id="9" creationId="{B0AD6D07-BC8E-0573-5445-D4148F2E595B}"/>
          </ac:spMkLst>
        </pc:spChg>
        <pc:spChg chg="del mod">
          <ac:chgData name="shibariku0623@icloud.com" userId="47b6e960b06a1f92" providerId="LiveId" clId="{FE6C6E2B-D491-488F-8A4C-E6DC53871264}" dt="2024-06-25T05:17:22.261" v="3686" actId="478"/>
          <ac:spMkLst>
            <pc:docMk/>
            <pc:sldMk cId="2852928173" sldId="273"/>
            <ac:spMk id="10" creationId="{1A0D6201-9CF5-3CDE-88F0-42ED7517EBA1}"/>
          </ac:spMkLst>
        </pc:spChg>
        <pc:spChg chg="add mod">
          <ac:chgData name="shibariku0623@icloud.com" userId="47b6e960b06a1f92" providerId="LiveId" clId="{FE6C6E2B-D491-488F-8A4C-E6DC53871264}" dt="2024-06-25T05:38:07.742" v="3994" actId="1076"/>
          <ac:spMkLst>
            <pc:docMk/>
            <pc:sldMk cId="2852928173" sldId="273"/>
            <ac:spMk id="11" creationId="{380AAD73-CF2D-5C17-C43C-FBA53D407194}"/>
          </ac:spMkLst>
        </pc:spChg>
        <pc:spChg chg="add del mod">
          <ac:chgData name="shibariku0623@icloud.com" userId="47b6e960b06a1f92" providerId="LiveId" clId="{FE6C6E2B-D491-488F-8A4C-E6DC53871264}" dt="2024-06-26T04:03:20.157" v="7127" actId="113"/>
          <ac:spMkLst>
            <pc:docMk/>
            <pc:sldMk cId="2852928173" sldId="273"/>
            <ac:spMk id="12" creationId="{214FAC32-8CA0-9E54-2F76-43F8B9E368F6}"/>
          </ac:spMkLst>
        </pc:spChg>
        <pc:spChg chg="add mod">
          <ac:chgData name="shibariku0623@icloud.com" userId="47b6e960b06a1f92" providerId="LiveId" clId="{FE6C6E2B-D491-488F-8A4C-E6DC53871264}" dt="2024-06-25T05:32:05.399" v="3850" actId="14100"/>
          <ac:spMkLst>
            <pc:docMk/>
            <pc:sldMk cId="2852928173" sldId="273"/>
            <ac:spMk id="13" creationId="{880669ED-EEB9-C1BD-8E62-8FA37AC639ED}"/>
          </ac:spMkLst>
        </pc:spChg>
        <pc:spChg chg="add mod">
          <ac:chgData name="shibariku0623@icloud.com" userId="47b6e960b06a1f92" providerId="LiveId" clId="{FE6C6E2B-D491-488F-8A4C-E6DC53871264}" dt="2024-06-25T13:22:40.431" v="6913" actId="20577"/>
          <ac:spMkLst>
            <pc:docMk/>
            <pc:sldMk cId="2852928173" sldId="273"/>
            <ac:spMk id="14" creationId="{F9F1BC15-11B2-90AA-80B1-0024B034E566}"/>
          </ac:spMkLst>
        </pc:spChg>
        <pc:spChg chg="add del mod">
          <ac:chgData name="shibariku0623@icloud.com" userId="47b6e960b06a1f92" providerId="LiveId" clId="{FE6C6E2B-D491-488F-8A4C-E6DC53871264}" dt="2024-06-25T06:17:55.743" v="4189" actId="478"/>
          <ac:spMkLst>
            <pc:docMk/>
            <pc:sldMk cId="2852928173" sldId="273"/>
            <ac:spMk id="15" creationId="{182593AC-BDE8-A47D-4100-9EBDAC8A361A}"/>
          </ac:spMkLst>
        </pc:spChg>
        <pc:spChg chg="add del mod">
          <ac:chgData name="shibariku0623@icloud.com" userId="47b6e960b06a1f92" providerId="LiveId" clId="{FE6C6E2B-D491-488F-8A4C-E6DC53871264}" dt="2024-06-25T06:17:55.743" v="4189" actId="478"/>
          <ac:spMkLst>
            <pc:docMk/>
            <pc:sldMk cId="2852928173" sldId="273"/>
            <ac:spMk id="16" creationId="{80D8CB9F-8FC5-D7A3-A31B-C062CC5EC1B3}"/>
          </ac:spMkLst>
        </pc:spChg>
        <pc:spChg chg="add mod">
          <ac:chgData name="shibariku0623@icloud.com" userId="47b6e960b06a1f92" providerId="LiveId" clId="{FE6C6E2B-D491-488F-8A4C-E6DC53871264}" dt="2024-06-28T04:58:08.749" v="16020" actId="20577"/>
          <ac:spMkLst>
            <pc:docMk/>
            <pc:sldMk cId="2852928173" sldId="273"/>
            <ac:spMk id="17" creationId="{2169A101-B3B0-5833-C57E-0603ADDF05F2}"/>
          </ac:spMkLst>
        </pc:spChg>
        <pc:spChg chg="add del mod">
          <ac:chgData name="shibariku0623@icloud.com" userId="47b6e960b06a1f92" providerId="LiveId" clId="{FE6C6E2B-D491-488F-8A4C-E6DC53871264}" dt="2024-06-25T12:54:36.704" v="6669" actId="478"/>
          <ac:spMkLst>
            <pc:docMk/>
            <pc:sldMk cId="2852928173" sldId="273"/>
            <ac:spMk id="18" creationId="{2084408F-540D-C4E4-E68C-7D14D4B4FA68}"/>
          </ac:spMkLst>
        </pc:spChg>
        <pc:spChg chg="add mod">
          <ac:chgData name="shibariku0623@icloud.com" userId="47b6e960b06a1f92" providerId="LiveId" clId="{FE6C6E2B-D491-488F-8A4C-E6DC53871264}" dt="2024-06-28T05:05:40.571" v="16025" actId="20577"/>
          <ac:spMkLst>
            <pc:docMk/>
            <pc:sldMk cId="2852928173" sldId="273"/>
            <ac:spMk id="19" creationId="{4625FF1D-51AA-4D14-0169-AEC74B125208}"/>
          </ac:spMkLst>
        </pc:spChg>
        <pc:spChg chg="add del mod">
          <ac:chgData name="shibariku0623@icloud.com" userId="47b6e960b06a1f92" providerId="LiveId" clId="{FE6C6E2B-D491-488F-8A4C-E6DC53871264}" dt="2024-06-25T13:05:16.725" v="6707" actId="478"/>
          <ac:spMkLst>
            <pc:docMk/>
            <pc:sldMk cId="2852928173" sldId="273"/>
            <ac:spMk id="20" creationId="{024658D2-2E5F-3EE3-3D88-9599C3BFABA2}"/>
          </ac:spMkLst>
        </pc:spChg>
        <pc:spChg chg="add mod">
          <ac:chgData name="shibariku0623@icloud.com" userId="47b6e960b06a1f92" providerId="LiveId" clId="{FE6C6E2B-D491-488F-8A4C-E6DC53871264}" dt="2024-06-25T12:55:24.608" v="6693" actId="1076"/>
          <ac:spMkLst>
            <pc:docMk/>
            <pc:sldMk cId="2852928173" sldId="273"/>
            <ac:spMk id="21" creationId="{218529F9-80A6-E937-AF60-ADEE92DEAEE7}"/>
          </ac:spMkLst>
        </pc:spChg>
        <pc:spChg chg="add mod">
          <ac:chgData name="shibariku0623@icloud.com" userId="47b6e960b06a1f92" providerId="LiveId" clId="{FE6C6E2B-D491-488F-8A4C-E6DC53871264}" dt="2024-06-26T04:03:43.891" v="7131" actId="113"/>
          <ac:spMkLst>
            <pc:docMk/>
            <pc:sldMk cId="2852928173" sldId="273"/>
            <ac:spMk id="23" creationId="{606C6266-E502-9413-2299-DC7E2C57E778}"/>
          </ac:spMkLst>
        </pc:spChg>
        <pc:spChg chg="add mod">
          <ac:chgData name="shibariku0623@icloud.com" userId="47b6e960b06a1f92" providerId="LiveId" clId="{FE6C6E2B-D491-488F-8A4C-E6DC53871264}" dt="2024-06-25T12:49:35.073" v="6609" actId="1076"/>
          <ac:spMkLst>
            <pc:docMk/>
            <pc:sldMk cId="2852928173" sldId="273"/>
            <ac:spMk id="24" creationId="{3D99D82F-85E3-B1C8-6E7B-AB173992B531}"/>
          </ac:spMkLst>
        </pc:spChg>
        <pc:spChg chg="add mod">
          <ac:chgData name="shibariku0623@icloud.com" userId="47b6e960b06a1f92" providerId="LiveId" clId="{FE6C6E2B-D491-488F-8A4C-E6DC53871264}" dt="2024-06-25T12:49:52.212" v="6613" actId="1076"/>
          <ac:spMkLst>
            <pc:docMk/>
            <pc:sldMk cId="2852928173" sldId="273"/>
            <ac:spMk id="25" creationId="{4112C6F7-B51E-9D47-0314-3EECDDA80A03}"/>
          </ac:spMkLst>
        </pc:spChg>
      </pc:sldChg>
      <pc:sldChg chg="modSp add mod">
        <pc:chgData name="shibariku0623@icloud.com" userId="47b6e960b06a1f92" providerId="LiveId" clId="{FE6C6E2B-D491-488F-8A4C-E6DC53871264}" dt="2024-06-26T04:22:26.283" v="7314" actId="20577"/>
        <pc:sldMkLst>
          <pc:docMk/>
          <pc:sldMk cId="1931024078" sldId="274"/>
        </pc:sldMkLst>
        <pc:spChg chg="mod">
          <ac:chgData name="shibariku0623@icloud.com" userId="47b6e960b06a1f92" providerId="LiveId" clId="{FE6C6E2B-D491-488F-8A4C-E6DC53871264}" dt="2024-06-26T04:22:26.283" v="7314" actId="20577"/>
          <ac:spMkLst>
            <pc:docMk/>
            <pc:sldMk cId="1931024078" sldId="274"/>
            <ac:spMk id="9" creationId="{B0AD6D07-BC8E-0573-5445-D4148F2E595B}"/>
          </ac:spMkLst>
        </pc:spChg>
        <pc:spChg chg="mod">
          <ac:chgData name="shibariku0623@icloud.com" userId="47b6e960b06a1f92" providerId="LiveId" clId="{FE6C6E2B-D491-488F-8A4C-E6DC53871264}" dt="2024-06-25T05:16:56.257" v="3683" actId="20577"/>
          <ac:spMkLst>
            <pc:docMk/>
            <pc:sldMk cId="1931024078" sldId="274"/>
            <ac:spMk id="11" creationId="{380AAD73-CF2D-5C17-C43C-FBA53D407194}"/>
          </ac:spMkLst>
        </pc:spChg>
      </pc:sldChg>
      <pc:sldChg chg="addSp delSp modSp add mod">
        <pc:chgData name="shibariku0623@icloud.com" userId="47b6e960b06a1f92" providerId="LiveId" clId="{FE6C6E2B-D491-488F-8A4C-E6DC53871264}" dt="2024-06-26T08:14:57.585" v="9100"/>
        <pc:sldMkLst>
          <pc:docMk/>
          <pc:sldMk cId="1293956101" sldId="275"/>
        </pc:sldMkLst>
        <pc:spChg chg="add del mod">
          <ac:chgData name="shibariku0623@icloud.com" userId="47b6e960b06a1f92" providerId="LiveId" clId="{FE6C6E2B-D491-488F-8A4C-E6DC53871264}" dt="2024-06-26T04:48:04.328" v="7924" actId="478"/>
          <ac:spMkLst>
            <pc:docMk/>
            <pc:sldMk cId="1293956101" sldId="275"/>
            <ac:spMk id="2" creationId="{A501AE77-E6F9-A3C6-2E24-0EE79CD0E924}"/>
          </ac:spMkLst>
        </pc:spChg>
        <pc:spChg chg="add del mod">
          <ac:chgData name="shibariku0623@icloud.com" userId="47b6e960b06a1f92" providerId="LiveId" clId="{FE6C6E2B-D491-488F-8A4C-E6DC53871264}" dt="2024-06-25T08:26:46.838" v="5849" actId="478"/>
          <ac:spMkLst>
            <pc:docMk/>
            <pc:sldMk cId="1293956101" sldId="275"/>
            <ac:spMk id="2" creationId="{F9CF2588-695D-A2A5-709F-0FA316BADC90}"/>
          </ac:spMkLst>
        </pc:spChg>
        <pc:spChg chg="add del mod">
          <ac:chgData name="shibariku0623@icloud.com" userId="47b6e960b06a1f92" providerId="LiveId" clId="{FE6C6E2B-D491-488F-8A4C-E6DC53871264}" dt="2024-06-25T08:08:19.873" v="5558" actId="478"/>
          <ac:spMkLst>
            <pc:docMk/>
            <pc:sldMk cId="1293956101" sldId="275"/>
            <ac:spMk id="3" creationId="{5D7B06A5-84CC-3296-023D-A9A952D4043E}"/>
          </ac:spMkLst>
        </pc:spChg>
        <pc:spChg chg="add mod">
          <ac:chgData name="shibariku0623@icloud.com" userId="47b6e960b06a1f92" providerId="LiveId" clId="{FE6C6E2B-D491-488F-8A4C-E6DC53871264}" dt="2024-06-25T08:29:21.771" v="5850"/>
          <ac:spMkLst>
            <pc:docMk/>
            <pc:sldMk cId="1293956101" sldId="275"/>
            <ac:spMk id="4" creationId="{1A386F03-2204-A781-B75F-1E3DF368BBDB}"/>
          </ac:spMkLst>
        </pc:spChg>
        <pc:spChg chg="add del mod">
          <ac:chgData name="shibariku0623@icloud.com" userId="47b6e960b06a1f92" providerId="LiveId" clId="{FE6C6E2B-D491-488F-8A4C-E6DC53871264}" dt="2024-06-25T12:27:46.128" v="6461" actId="478"/>
          <ac:spMkLst>
            <pc:docMk/>
            <pc:sldMk cId="1293956101" sldId="275"/>
            <ac:spMk id="6" creationId="{DAAA3851-57A2-603E-60C8-4851A7AE7FB5}"/>
          </ac:spMkLst>
        </pc:spChg>
        <pc:spChg chg="add del mod">
          <ac:chgData name="shibariku0623@icloud.com" userId="47b6e960b06a1f92" providerId="LiveId" clId="{FE6C6E2B-D491-488F-8A4C-E6DC53871264}" dt="2024-06-25T08:26:46.838" v="5849" actId="478"/>
          <ac:spMkLst>
            <pc:docMk/>
            <pc:sldMk cId="1293956101" sldId="275"/>
            <ac:spMk id="7" creationId="{21D2530C-BE87-9878-70D8-C5A744115159}"/>
          </ac:spMkLst>
        </pc:spChg>
        <pc:spChg chg="add del mod">
          <ac:chgData name="shibariku0623@icloud.com" userId="47b6e960b06a1f92" providerId="LiveId" clId="{FE6C6E2B-D491-488F-8A4C-E6DC53871264}" dt="2024-06-25T08:26:46.838" v="5849" actId="478"/>
          <ac:spMkLst>
            <pc:docMk/>
            <pc:sldMk cId="1293956101" sldId="275"/>
            <ac:spMk id="9" creationId="{153C2AC0-5805-0F4D-17A9-02A13C706527}"/>
          </ac:spMkLst>
        </pc:spChg>
        <pc:spChg chg="add del mod">
          <ac:chgData name="shibariku0623@icloud.com" userId="47b6e960b06a1f92" providerId="LiveId" clId="{FE6C6E2B-D491-488F-8A4C-E6DC53871264}" dt="2024-06-25T08:26:46.838" v="5849" actId="478"/>
          <ac:spMkLst>
            <pc:docMk/>
            <pc:sldMk cId="1293956101" sldId="275"/>
            <ac:spMk id="10" creationId="{B7E98BCA-6D7F-B295-8E81-4DBBD5A7B061}"/>
          </ac:spMkLst>
        </pc:spChg>
        <pc:spChg chg="del">
          <ac:chgData name="shibariku0623@icloud.com" userId="47b6e960b06a1f92" providerId="LiveId" clId="{FE6C6E2B-D491-488F-8A4C-E6DC53871264}" dt="2024-06-25T06:18:05.048" v="4190" actId="478"/>
          <ac:spMkLst>
            <pc:docMk/>
            <pc:sldMk cId="1293956101" sldId="275"/>
            <ac:spMk id="11" creationId="{380AAD73-CF2D-5C17-C43C-FBA53D407194}"/>
          </ac:spMkLst>
        </pc:spChg>
        <pc:spChg chg="del">
          <ac:chgData name="shibariku0623@icloud.com" userId="47b6e960b06a1f92" providerId="LiveId" clId="{FE6C6E2B-D491-488F-8A4C-E6DC53871264}" dt="2024-06-25T06:18:05.048" v="4190" actId="478"/>
          <ac:spMkLst>
            <pc:docMk/>
            <pc:sldMk cId="1293956101" sldId="275"/>
            <ac:spMk id="12" creationId="{214FAC32-8CA0-9E54-2F76-43F8B9E368F6}"/>
          </ac:spMkLst>
        </pc:spChg>
        <pc:spChg chg="del">
          <ac:chgData name="shibariku0623@icloud.com" userId="47b6e960b06a1f92" providerId="LiveId" clId="{FE6C6E2B-D491-488F-8A4C-E6DC53871264}" dt="2024-06-25T06:18:05.048" v="4190" actId="478"/>
          <ac:spMkLst>
            <pc:docMk/>
            <pc:sldMk cId="1293956101" sldId="275"/>
            <ac:spMk id="13" creationId="{880669ED-EEB9-C1BD-8E62-8FA37AC639ED}"/>
          </ac:spMkLst>
        </pc:spChg>
        <pc:spChg chg="del">
          <ac:chgData name="shibariku0623@icloud.com" userId="47b6e960b06a1f92" providerId="LiveId" clId="{FE6C6E2B-D491-488F-8A4C-E6DC53871264}" dt="2024-06-25T06:18:05.048" v="4190" actId="478"/>
          <ac:spMkLst>
            <pc:docMk/>
            <pc:sldMk cId="1293956101" sldId="275"/>
            <ac:spMk id="14" creationId="{F9F1BC15-11B2-90AA-80B1-0024B034E566}"/>
          </ac:spMkLst>
        </pc:spChg>
        <pc:spChg chg="del">
          <ac:chgData name="shibariku0623@icloud.com" userId="47b6e960b06a1f92" providerId="LiveId" clId="{FE6C6E2B-D491-488F-8A4C-E6DC53871264}" dt="2024-06-25T06:15:43.180" v="4188" actId="478"/>
          <ac:spMkLst>
            <pc:docMk/>
            <pc:sldMk cId="1293956101" sldId="275"/>
            <ac:spMk id="15" creationId="{182593AC-BDE8-A47D-4100-9EBDAC8A361A}"/>
          </ac:spMkLst>
        </pc:spChg>
        <pc:spChg chg="del">
          <ac:chgData name="shibariku0623@icloud.com" userId="47b6e960b06a1f92" providerId="LiveId" clId="{FE6C6E2B-D491-488F-8A4C-E6DC53871264}" dt="2024-06-25T06:15:43.180" v="4188" actId="478"/>
          <ac:spMkLst>
            <pc:docMk/>
            <pc:sldMk cId="1293956101" sldId="275"/>
            <ac:spMk id="16" creationId="{80D8CB9F-8FC5-D7A3-A31B-C062CC5EC1B3}"/>
          </ac:spMkLst>
        </pc:spChg>
        <pc:spChg chg="del">
          <ac:chgData name="shibariku0623@icloud.com" userId="47b6e960b06a1f92" providerId="LiveId" clId="{FE6C6E2B-D491-488F-8A4C-E6DC53871264}" dt="2024-06-25T06:18:05.048" v="4190" actId="478"/>
          <ac:spMkLst>
            <pc:docMk/>
            <pc:sldMk cId="1293956101" sldId="275"/>
            <ac:spMk id="17" creationId="{2169A101-B3B0-5833-C57E-0603ADDF05F2}"/>
          </ac:spMkLst>
        </pc:spChg>
        <pc:spChg chg="del">
          <ac:chgData name="shibariku0623@icloud.com" userId="47b6e960b06a1f92" providerId="LiveId" clId="{FE6C6E2B-D491-488F-8A4C-E6DC53871264}" dt="2024-06-25T06:18:05.048" v="4190" actId="478"/>
          <ac:spMkLst>
            <pc:docMk/>
            <pc:sldMk cId="1293956101" sldId="275"/>
            <ac:spMk id="18" creationId="{2084408F-540D-C4E4-E68C-7D14D4B4FA68}"/>
          </ac:spMkLst>
        </pc:spChg>
        <pc:spChg chg="add">
          <ac:chgData name="shibariku0623@icloud.com" userId="47b6e960b06a1f92" providerId="LiveId" clId="{FE6C6E2B-D491-488F-8A4C-E6DC53871264}" dt="2024-06-25T08:07:12.885" v="5392"/>
          <ac:spMkLst>
            <pc:docMk/>
            <pc:sldMk cId="1293956101" sldId="275"/>
            <ac:spMk id="19" creationId="{13374864-D4B1-7593-FC38-6A89E61FBB2D}"/>
          </ac:spMkLst>
        </pc:spChg>
        <pc:spChg chg="add">
          <ac:chgData name="shibariku0623@icloud.com" userId="47b6e960b06a1f92" providerId="LiveId" clId="{FE6C6E2B-D491-488F-8A4C-E6DC53871264}" dt="2024-06-25T08:07:19.064" v="5393"/>
          <ac:spMkLst>
            <pc:docMk/>
            <pc:sldMk cId="1293956101" sldId="275"/>
            <ac:spMk id="20" creationId="{99003762-FC0D-1CD6-6C5E-A2C5AF95F9BF}"/>
          </ac:spMkLst>
        </pc:spChg>
        <pc:spChg chg="add del mod">
          <ac:chgData name="shibariku0623@icloud.com" userId="47b6e960b06a1f92" providerId="LiveId" clId="{FE6C6E2B-D491-488F-8A4C-E6DC53871264}" dt="2024-06-25T08:26:46.838" v="5849" actId="478"/>
          <ac:spMkLst>
            <pc:docMk/>
            <pc:sldMk cId="1293956101" sldId="275"/>
            <ac:spMk id="21" creationId="{AF1898CE-EAAF-BC0A-6600-96A9FA598076}"/>
          </ac:spMkLst>
        </pc:spChg>
        <pc:spChg chg="add del mod">
          <ac:chgData name="shibariku0623@icloud.com" userId="47b6e960b06a1f92" providerId="LiveId" clId="{FE6C6E2B-D491-488F-8A4C-E6DC53871264}" dt="2024-06-25T08:26:46.838" v="5849" actId="478"/>
          <ac:spMkLst>
            <pc:docMk/>
            <pc:sldMk cId="1293956101" sldId="275"/>
            <ac:spMk id="22" creationId="{B1C4BA86-8274-44A0-9A1C-1C390D3641A8}"/>
          </ac:spMkLst>
        </pc:spChg>
        <pc:spChg chg="add del mod">
          <ac:chgData name="shibariku0623@icloud.com" userId="47b6e960b06a1f92" providerId="LiveId" clId="{FE6C6E2B-D491-488F-8A4C-E6DC53871264}" dt="2024-06-25T08:29:52.885" v="5860" actId="478"/>
          <ac:spMkLst>
            <pc:docMk/>
            <pc:sldMk cId="1293956101" sldId="275"/>
            <ac:spMk id="24" creationId="{0A524FD9-435E-EC56-8ABE-B4E37A69D1CC}"/>
          </ac:spMkLst>
        </pc:spChg>
        <pc:spChg chg="add del mod">
          <ac:chgData name="shibariku0623@icloud.com" userId="47b6e960b06a1f92" providerId="LiveId" clId="{FE6C6E2B-D491-488F-8A4C-E6DC53871264}" dt="2024-06-25T08:29:52.888" v="5862"/>
          <ac:spMkLst>
            <pc:docMk/>
            <pc:sldMk cId="1293956101" sldId="275"/>
            <ac:spMk id="25" creationId="{4C3C7C21-38FB-A96C-59AD-A1370377442A}"/>
          </ac:spMkLst>
        </pc:spChg>
        <pc:spChg chg="add mod">
          <ac:chgData name="shibariku0623@icloud.com" userId="47b6e960b06a1f92" providerId="LiveId" clId="{FE6C6E2B-D491-488F-8A4C-E6DC53871264}" dt="2024-06-26T04:09:14.294" v="7143" actId="20577"/>
          <ac:spMkLst>
            <pc:docMk/>
            <pc:sldMk cId="1293956101" sldId="275"/>
            <ac:spMk id="27" creationId="{3A240C83-FDFE-3E20-3A9E-ABD377571BE2}"/>
          </ac:spMkLst>
        </pc:spChg>
        <pc:spChg chg="add mod">
          <ac:chgData name="shibariku0623@icloud.com" userId="47b6e960b06a1f92" providerId="LiveId" clId="{FE6C6E2B-D491-488F-8A4C-E6DC53871264}" dt="2024-06-26T08:14:57.585" v="9100"/>
          <ac:spMkLst>
            <pc:docMk/>
            <pc:sldMk cId="1293956101" sldId="275"/>
            <ac:spMk id="29" creationId="{45DAB9BA-8E5D-A671-DAD1-40357A344428}"/>
          </ac:spMkLst>
        </pc:spChg>
        <pc:spChg chg="add del mod">
          <ac:chgData name="shibariku0623@icloud.com" userId="47b6e960b06a1f92" providerId="LiveId" clId="{FE6C6E2B-D491-488F-8A4C-E6DC53871264}" dt="2024-06-25T12:26:55.253" v="6434" actId="478"/>
          <ac:spMkLst>
            <pc:docMk/>
            <pc:sldMk cId="1293956101" sldId="275"/>
            <ac:spMk id="30" creationId="{AEA95CBE-094C-7CC7-7412-89A52AF7EE3E}"/>
          </ac:spMkLst>
        </pc:spChg>
        <pc:spChg chg="add del mod">
          <ac:chgData name="shibariku0623@icloud.com" userId="47b6e960b06a1f92" providerId="LiveId" clId="{FE6C6E2B-D491-488F-8A4C-E6DC53871264}" dt="2024-06-25T12:26:55.253" v="6434" actId="478"/>
          <ac:spMkLst>
            <pc:docMk/>
            <pc:sldMk cId="1293956101" sldId="275"/>
            <ac:spMk id="32" creationId="{312F6037-F380-A833-EF6B-062EA1AD16F1}"/>
          </ac:spMkLst>
        </pc:spChg>
        <pc:spChg chg="add del mod">
          <ac:chgData name="shibariku0623@icloud.com" userId="47b6e960b06a1f92" providerId="LiveId" clId="{FE6C6E2B-D491-488F-8A4C-E6DC53871264}" dt="2024-06-25T13:10:03.437" v="6779" actId="478"/>
          <ac:spMkLst>
            <pc:docMk/>
            <pc:sldMk cId="1293956101" sldId="275"/>
            <ac:spMk id="33" creationId="{83DE9219-02E4-DA09-0B2C-109FE02F5C21}"/>
          </ac:spMkLst>
        </pc:spChg>
        <pc:spChg chg="add del mod">
          <ac:chgData name="shibariku0623@icloud.com" userId="47b6e960b06a1f92" providerId="LiveId" clId="{FE6C6E2B-D491-488F-8A4C-E6DC53871264}" dt="2024-06-25T13:10:03.437" v="6779" actId="478"/>
          <ac:spMkLst>
            <pc:docMk/>
            <pc:sldMk cId="1293956101" sldId="275"/>
            <ac:spMk id="34" creationId="{815E4925-3029-7FF8-4094-9B95C64A9898}"/>
          </ac:spMkLst>
        </pc:spChg>
        <pc:spChg chg="add mod">
          <ac:chgData name="shibariku0623@icloud.com" userId="47b6e960b06a1f92" providerId="LiveId" clId="{FE6C6E2B-D491-488F-8A4C-E6DC53871264}" dt="2024-06-25T13:19:30.475" v="6886"/>
          <ac:spMkLst>
            <pc:docMk/>
            <pc:sldMk cId="1293956101" sldId="275"/>
            <ac:spMk id="35" creationId="{4F47150C-F6C5-DCBF-D70F-30477C93764C}"/>
          </ac:spMkLst>
        </pc:spChg>
        <pc:spChg chg="add mod">
          <ac:chgData name="shibariku0623@icloud.com" userId="47b6e960b06a1f92" providerId="LiveId" clId="{FE6C6E2B-D491-488F-8A4C-E6DC53871264}" dt="2024-06-25T13:19:39.038" v="6887" actId="1076"/>
          <ac:spMkLst>
            <pc:docMk/>
            <pc:sldMk cId="1293956101" sldId="275"/>
            <ac:spMk id="36" creationId="{5250169A-7003-B170-B1ED-75C542ED1E9E}"/>
          </ac:spMkLst>
        </pc:spChg>
        <pc:spChg chg="add mod">
          <ac:chgData name="shibariku0623@icloud.com" userId="47b6e960b06a1f92" providerId="LiveId" clId="{FE6C6E2B-D491-488F-8A4C-E6DC53871264}" dt="2024-06-25T13:19:45.692" v="6888" actId="1076"/>
          <ac:spMkLst>
            <pc:docMk/>
            <pc:sldMk cId="1293956101" sldId="275"/>
            <ac:spMk id="37" creationId="{DA1A8C27-EB7D-0FB6-CCC3-2C8B9F5BC8AD}"/>
          </ac:spMkLst>
        </pc:spChg>
        <pc:spChg chg="add del mod">
          <ac:chgData name="shibariku0623@icloud.com" userId="47b6e960b06a1f92" providerId="LiveId" clId="{FE6C6E2B-D491-488F-8A4C-E6DC53871264}" dt="2024-06-25T12:50:26.928" v="6619" actId="478"/>
          <ac:spMkLst>
            <pc:docMk/>
            <pc:sldMk cId="1293956101" sldId="275"/>
            <ac:spMk id="38" creationId="{FBA7FADF-D258-7AC4-279C-10AE96A8FE78}"/>
          </ac:spMkLst>
        </pc:spChg>
        <pc:spChg chg="add mod">
          <ac:chgData name="shibariku0623@icloud.com" userId="47b6e960b06a1f92" providerId="LiveId" clId="{FE6C6E2B-D491-488F-8A4C-E6DC53871264}" dt="2024-06-25T13:19:57.155" v="6890" actId="1076"/>
          <ac:spMkLst>
            <pc:docMk/>
            <pc:sldMk cId="1293956101" sldId="275"/>
            <ac:spMk id="39" creationId="{6E8F5501-923F-2B48-B3C2-B9586A7B68E1}"/>
          </ac:spMkLst>
        </pc:spChg>
        <pc:spChg chg="add mod">
          <ac:chgData name="shibariku0623@icloud.com" userId="47b6e960b06a1f92" providerId="LiveId" clId="{FE6C6E2B-D491-488F-8A4C-E6DC53871264}" dt="2024-06-25T13:19:51.525" v="6889" actId="1076"/>
          <ac:spMkLst>
            <pc:docMk/>
            <pc:sldMk cId="1293956101" sldId="275"/>
            <ac:spMk id="40" creationId="{03A493B6-3CA7-CE76-87F0-CCEE8BCCC468}"/>
          </ac:spMkLst>
        </pc:spChg>
      </pc:sldChg>
      <pc:sldChg chg="addSp delSp modSp add mod">
        <pc:chgData name="shibariku0623@icloud.com" userId="47b6e960b06a1f92" providerId="LiveId" clId="{FE6C6E2B-D491-488F-8A4C-E6DC53871264}" dt="2024-06-28T05:12:41.554" v="16034" actId="20577"/>
        <pc:sldMkLst>
          <pc:docMk/>
          <pc:sldMk cId="3541702621" sldId="276"/>
        </pc:sldMkLst>
        <pc:spChg chg="add mod">
          <ac:chgData name="shibariku0623@icloud.com" userId="47b6e960b06a1f92" providerId="LiveId" clId="{FE6C6E2B-D491-488F-8A4C-E6DC53871264}" dt="2024-06-28T05:12:41.554" v="16034" actId="20577"/>
          <ac:spMkLst>
            <pc:docMk/>
            <pc:sldMk cId="3541702621" sldId="276"/>
            <ac:spMk id="2" creationId="{7964AB4F-9F7A-1E4E-E493-6FFF9D950E71}"/>
          </ac:spMkLst>
        </pc:spChg>
        <pc:spChg chg="del">
          <ac:chgData name="shibariku0623@icloud.com" userId="47b6e960b06a1f92" providerId="LiveId" clId="{FE6C6E2B-D491-488F-8A4C-E6DC53871264}" dt="2024-06-25T08:08:42.947" v="5562" actId="478"/>
          <ac:spMkLst>
            <pc:docMk/>
            <pc:sldMk cId="3541702621" sldId="276"/>
            <ac:spMk id="2" creationId="{F9CF2588-695D-A2A5-709F-0FA316BADC90}"/>
          </ac:spMkLst>
        </pc:spChg>
        <pc:spChg chg="add mod">
          <ac:chgData name="shibariku0623@icloud.com" userId="47b6e960b06a1f92" providerId="LiveId" clId="{FE6C6E2B-D491-488F-8A4C-E6DC53871264}" dt="2024-06-25T13:23:19.338" v="6915" actId="1076"/>
          <ac:spMkLst>
            <pc:docMk/>
            <pc:sldMk cId="3541702621" sldId="276"/>
            <ac:spMk id="3" creationId="{AF644B73-ABC8-AFB7-FBCC-98699AAC11DF}"/>
          </ac:spMkLst>
        </pc:spChg>
        <pc:spChg chg="del">
          <ac:chgData name="shibariku0623@icloud.com" userId="47b6e960b06a1f92" providerId="LiveId" clId="{FE6C6E2B-D491-488F-8A4C-E6DC53871264}" dt="2024-06-25T08:08:42.947" v="5562" actId="478"/>
          <ac:spMkLst>
            <pc:docMk/>
            <pc:sldMk cId="3541702621" sldId="276"/>
            <ac:spMk id="4" creationId="{1A386F03-2204-A781-B75F-1E3DF368BBDB}"/>
          </ac:spMkLst>
        </pc:spChg>
        <pc:spChg chg="add del mod">
          <ac:chgData name="shibariku0623@icloud.com" userId="47b6e960b06a1f92" providerId="LiveId" clId="{FE6C6E2B-D491-488F-8A4C-E6DC53871264}" dt="2024-06-26T13:17:17.725" v="11473"/>
          <ac:spMkLst>
            <pc:docMk/>
            <pc:sldMk cId="3541702621" sldId="276"/>
            <ac:spMk id="4" creationId="{3F63F0BF-D6D0-801E-2A31-718287A52F04}"/>
          </ac:spMkLst>
        </pc:spChg>
        <pc:spChg chg="add mod">
          <ac:chgData name="shibariku0623@icloud.com" userId="47b6e960b06a1f92" providerId="LiveId" clId="{FE6C6E2B-D491-488F-8A4C-E6DC53871264}" dt="2024-06-28T03:36:36.522" v="15945" actId="1076"/>
          <ac:spMkLst>
            <pc:docMk/>
            <pc:sldMk cId="3541702621" sldId="276"/>
            <ac:spMk id="6" creationId="{43C080A5-BA25-B3E7-5AFC-BE0F41F65C88}"/>
          </ac:spMkLst>
        </pc:spChg>
        <pc:spChg chg="del">
          <ac:chgData name="shibariku0623@icloud.com" userId="47b6e960b06a1f92" providerId="LiveId" clId="{FE6C6E2B-D491-488F-8A4C-E6DC53871264}" dt="2024-06-25T08:08:42.947" v="5562" actId="478"/>
          <ac:spMkLst>
            <pc:docMk/>
            <pc:sldMk cId="3541702621" sldId="276"/>
            <ac:spMk id="6" creationId="{DAAA3851-57A2-603E-60C8-4851A7AE7FB5}"/>
          </ac:spMkLst>
        </pc:spChg>
        <pc:spChg chg="del">
          <ac:chgData name="shibariku0623@icloud.com" userId="47b6e960b06a1f92" providerId="LiveId" clId="{FE6C6E2B-D491-488F-8A4C-E6DC53871264}" dt="2024-06-25T08:08:42.947" v="5562" actId="478"/>
          <ac:spMkLst>
            <pc:docMk/>
            <pc:sldMk cId="3541702621" sldId="276"/>
            <ac:spMk id="7" creationId="{21D2530C-BE87-9878-70D8-C5A744115159}"/>
          </ac:spMkLst>
        </pc:spChg>
        <pc:spChg chg="add del mod">
          <ac:chgData name="shibariku0623@icloud.com" userId="47b6e960b06a1f92" providerId="LiveId" clId="{FE6C6E2B-D491-488F-8A4C-E6DC53871264}" dt="2024-06-25T12:20:18.573" v="6432" actId="478"/>
          <ac:spMkLst>
            <pc:docMk/>
            <pc:sldMk cId="3541702621" sldId="276"/>
            <ac:spMk id="8" creationId="{CCEEFA56-A535-5088-6225-A423DBE9764D}"/>
          </ac:spMkLst>
        </pc:spChg>
        <pc:spChg chg="del">
          <ac:chgData name="shibariku0623@icloud.com" userId="47b6e960b06a1f92" providerId="LiveId" clId="{FE6C6E2B-D491-488F-8A4C-E6DC53871264}" dt="2024-06-25T08:08:42.947" v="5562" actId="478"/>
          <ac:spMkLst>
            <pc:docMk/>
            <pc:sldMk cId="3541702621" sldId="276"/>
            <ac:spMk id="9" creationId="{153C2AC0-5805-0F4D-17A9-02A13C706527}"/>
          </ac:spMkLst>
        </pc:spChg>
        <pc:spChg chg="add mod">
          <ac:chgData name="shibariku0623@icloud.com" userId="47b6e960b06a1f92" providerId="LiveId" clId="{FE6C6E2B-D491-488F-8A4C-E6DC53871264}" dt="2024-06-28T03:36:18.591" v="15938" actId="20577"/>
          <ac:spMkLst>
            <pc:docMk/>
            <pc:sldMk cId="3541702621" sldId="276"/>
            <ac:spMk id="9" creationId="{5E39F55A-1DC3-331E-577B-9FD625B75F7B}"/>
          </ac:spMkLst>
        </pc:spChg>
        <pc:spChg chg="del">
          <ac:chgData name="shibariku0623@icloud.com" userId="47b6e960b06a1f92" providerId="LiveId" clId="{FE6C6E2B-D491-488F-8A4C-E6DC53871264}" dt="2024-06-25T08:08:42.947" v="5562" actId="478"/>
          <ac:spMkLst>
            <pc:docMk/>
            <pc:sldMk cId="3541702621" sldId="276"/>
            <ac:spMk id="10" creationId="{B7E98BCA-6D7F-B295-8E81-4DBBD5A7B061}"/>
          </ac:spMkLst>
        </pc:spChg>
        <pc:spChg chg="add del mod">
          <ac:chgData name="shibariku0623@icloud.com" userId="47b6e960b06a1f92" providerId="LiveId" clId="{FE6C6E2B-D491-488F-8A4C-E6DC53871264}" dt="2024-06-25T13:23:11.082" v="6914" actId="478"/>
          <ac:spMkLst>
            <pc:docMk/>
            <pc:sldMk cId="3541702621" sldId="276"/>
            <ac:spMk id="11" creationId="{40D93265-C6CF-8B71-3ACB-1DFB30A1976F}"/>
          </ac:spMkLst>
        </pc:spChg>
        <pc:spChg chg="add del mod">
          <ac:chgData name="shibariku0623@icloud.com" userId="47b6e960b06a1f92" providerId="LiveId" clId="{FE6C6E2B-D491-488F-8A4C-E6DC53871264}" dt="2024-06-25T12:28:16.219" v="6464" actId="478"/>
          <ac:spMkLst>
            <pc:docMk/>
            <pc:sldMk cId="3541702621" sldId="276"/>
            <ac:spMk id="12" creationId="{2343CD57-B2C0-B2C7-C39D-C67C3882ADF1}"/>
          </ac:spMkLst>
        </pc:spChg>
        <pc:spChg chg="add del mod">
          <ac:chgData name="shibariku0623@icloud.com" userId="47b6e960b06a1f92" providerId="LiveId" clId="{FE6C6E2B-D491-488F-8A4C-E6DC53871264}" dt="2024-06-25T12:28:16.219" v="6464" actId="478"/>
          <ac:spMkLst>
            <pc:docMk/>
            <pc:sldMk cId="3541702621" sldId="276"/>
            <ac:spMk id="13" creationId="{37A1D4E7-716C-A9C4-53D6-25678C26F85C}"/>
          </ac:spMkLst>
        </pc:spChg>
        <pc:spChg chg="add del mod">
          <ac:chgData name="shibariku0623@icloud.com" userId="47b6e960b06a1f92" providerId="LiveId" clId="{FE6C6E2B-D491-488F-8A4C-E6DC53871264}" dt="2024-06-25T12:28:16.219" v="6464" actId="478"/>
          <ac:spMkLst>
            <pc:docMk/>
            <pc:sldMk cId="3541702621" sldId="276"/>
            <ac:spMk id="14" creationId="{D2FA9086-7192-3557-A47A-55D506CE39B0}"/>
          </ac:spMkLst>
        </pc:spChg>
        <pc:spChg chg="add del mod">
          <ac:chgData name="shibariku0623@icloud.com" userId="47b6e960b06a1f92" providerId="LiveId" clId="{FE6C6E2B-D491-488F-8A4C-E6DC53871264}" dt="2024-06-25T12:28:16.219" v="6464" actId="478"/>
          <ac:spMkLst>
            <pc:docMk/>
            <pc:sldMk cId="3541702621" sldId="276"/>
            <ac:spMk id="15" creationId="{7FF2B136-FBD1-40FD-6BB7-2D5CCB1359DB}"/>
          </ac:spMkLst>
        </pc:spChg>
        <pc:spChg chg="add del mod">
          <ac:chgData name="shibariku0623@icloud.com" userId="47b6e960b06a1f92" providerId="LiveId" clId="{FE6C6E2B-D491-488F-8A4C-E6DC53871264}" dt="2024-06-25T12:28:16.219" v="6464" actId="478"/>
          <ac:spMkLst>
            <pc:docMk/>
            <pc:sldMk cId="3541702621" sldId="276"/>
            <ac:spMk id="16" creationId="{1859AB44-F6B1-2E1F-68BD-034A175DC335}"/>
          </ac:spMkLst>
        </pc:spChg>
        <pc:spChg chg="add del mod">
          <ac:chgData name="shibariku0623@icloud.com" userId="47b6e960b06a1f92" providerId="LiveId" clId="{FE6C6E2B-D491-488F-8A4C-E6DC53871264}" dt="2024-06-25T12:48:30.944" v="6598" actId="478"/>
          <ac:spMkLst>
            <pc:docMk/>
            <pc:sldMk cId="3541702621" sldId="276"/>
            <ac:spMk id="17" creationId="{8F62C66A-735C-D0F0-E020-BC44E53B34A6}"/>
          </ac:spMkLst>
        </pc:spChg>
        <pc:spChg chg="add del mod">
          <ac:chgData name="shibariku0623@icloud.com" userId="47b6e960b06a1f92" providerId="LiveId" clId="{FE6C6E2B-D491-488F-8A4C-E6DC53871264}" dt="2024-06-25T12:47:57.750" v="6594" actId="478"/>
          <ac:spMkLst>
            <pc:docMk/>
            <pc:sldMk cId="3541702621" sldId="276"/>
            <ac:spMk id="18" creationId="{976B7CCA-58E6-0DF9-8FA8-C85D9598931B}"/>
          </ac:spMkLst>
        </pc:spChg>
        <pc:spChg chg="add mod">
          <ac:chgData name="shibariku0623@icloud.com" userId="47b6e960b06a1f92" providerId="LiveId" clId="{FE6C6E2B-D491-488F-8A4C-E6DC53871264}" dt="2024-06-25T13:31:01.187" v="7068" actId="1076"/>
          <ac:spMkLst>
            <pc:docMk/>
            <pc:sldMk cId="3541702621" sldId="276"/>
            <ac:spMk id="20" creationId="{F6F55F0E-0216-0FB3-B388-8FA41BDC1173}"/>
          </ac:spMkLst>
        </pc:spChg>
        <pc:spChg chg="add mod">
          <ac:chgData name="shibariku0623@icloud.com" userId="47b6e960b06a1f92" providerId="LiveId" clId="{FE6C6E2B-D491-488F-8A4C-E6DC53871264}" dt="2024-06-26T04:19:08.674" v="7146" actId="1076"/>
          <ac:spMkLst>
            <pc:docMk/>
            <pc:sldMk cId="3541702621" sldId="276"/>
            <ac:spMk id="21" creationId="{1B39F32E-CC96-2382-BBED-E655EF6D9466}"/>
          </ac:spMkLst>
        </pc:spChg>
        <pc:picChg chg="add mod">
          <ac:chgData name="shibariku0623@icloud.com" userId="47b6e960b06a1f92" providerId="LiveId" clId="{FE6C6E2B-D491-488F-8A4C-E6DC53871264}" dt="2024-06-26T04:46:03.825" v="7911" actId="1076"/>
          <ac:picMkLst>
            <pc:docMk/>
            <pc:sldMk cId="3541702621" sldId="276"/>
            <ac:picMk id="23" creationId="{8628DB12-9921-0503-FB54-9BD10EC9E40D}"/>
          </ac:picMkLst>
        </pc:picChg>
      </pc:sldChg>
      <pc:sldChg chg="addSp delSp modSp add mod">
        <pc:chgData name="shibariku0623@icloud.com" userId="47b6e960b06a1f92" providerId="LiveId" clId="{FE6C6E2B-D491-488F-8A4C-E6DC53871264}" dt="2024-06-27T01:35:05.605" v="13241" actId="14100"/>
        <pc:sldMkLst>
          <pc:docMk/>
          <pc:sldMk cId="3112733999" sldId="277"/>
        </pc:sldMkLst>
        <pc:spChg chg="del">
          <ac:chgData name="shibariku0623@icloud.com" userId="47b6e960b06a1f92" providerId="LiveId" clId="{FE6C6E2B-D491-488F-8A4C-E6DC53871264}" dt="2024-06-26T04:48:24.905" v="7928" actId="478"/>
          <ac:spMkLst>
            <pc:docMk/>
            <pc:sldMk cId="3112733999" sldId="277"/>
            <ac:spMk id="2" creationId="{7964AB4F-9F7A-1E4E-E493-6FFF9D950E71}"/>
          </ac:spMkLst>
        </pc:spChg>
        <pc:spChg chg="del">
          <ac:chgData name="shibariku0623@icloud.com" userId="47b6e960b06a1f92" providerId="LiveId" clId="{FE6C6E2B-D491-488F-8A4C-E6DC53871264}" dt="2024-06-26T04:48:24.905" v="7928" actId="478"/>
          <ac:spMkLst>
            <pc:docMk/>
            <pc:sldMk cId="3112733999" sldId="277"/>
            <ac:spMk id="3" creationId="{AF644B73-ABC8-AFB7-FBCC-98699AAC11DF}"/>
          </ac:spMkLst>
        </pc:spChg>
        <pc:spChg chg="add mod">
          <ac:chgData name="shibariku0623@icloud.com" userId="47b6e960b06a1f92" providerId="LiveId" clId="{FE6C6E2B-D491-488F-8A4C-E6DC53871264}" dt="2024-06-26T12:10:01.107" v="9736" actId="14100"/>
          <ac:spMkLst>
            <pc:docMk/>
            <pc:sldMk cId="3112733999" sldId="277"/>
            <ac:spMk id="4" creationId="{3182DD99-36F4-7165-D34F-9989D9E1FB52}"/>
          </ac:spMkLst>
        </pc:spChg>
        <pc:spChg chg="add del mod">
          <ac:chgData name="shibariku0623@icloud.com" userId="47b6e960b06a1f92" providerId="LiveId" clId="{FE6C6E2B-D491-488F-8A4C-E6DC53871264}" dt="2024-06-26T08:14:23.890" v="9094" actId="478"/>
          <ac:spMkLst>
            <pc:docMk/>
            <pc:sldMk cId="3112733999" sldId="277"/>
            <ac:spMk id="6" creationId="{2C7BDF43-A09D-0D6E-E6E4-2FB6521F081E}"/>
          </ac:spMkLst>
        </pc:spChg>
        <pc:spChg chg="add mod">
          <ac:chgData name="shibariku0623@icloud.com" userId="47b6e960b06a1f92" providerId="LiveId" clId="{FE6C6E2B-D491-488F-8A4C-E6DC53871264}" dt="2024-06-26T08:07:06.339" v="8651" actId="1076"/>
          <ac:spMkLst>
            <pc:docMk/>
            <pc:sldMk cId="3112733999" sldId="277"/>
            <ac:spMk id="7" creationId="{E9E5FA7B-124E-3A38-B6D0-0AC18304E7C3}"/>
          </ac:spMkLst>
        </pc:spChg>
        <pc:spChg chg="add mod">
          <ac:chgData name="shibariku0623@icloud.com" userId="47b6e960b06a1f92" providerId="LiveId" clId="{FE6C6E2B-D491-488F-8A4C-E6DC53871264}" dt="2024-06-26T08:09:41.399" v="8756" actId="20577"/>
          <ac:spMkLst>
            <pc:docMk/>
            <pc:sldMk cId="3112733999" sldId="277"/>
            <ac:spMk id="8" creationId="{BF3D8737-4367-4E6A-9FE5-7F27336A2143}"/>
          </ac:spMkLst>
        </pc:spChg>
        <pc:spChg chg="add mod">
          <ac:chgData name="shibariku0623@icloud.com" userId="47b6e960b06a1f92" providerId="LiveId" clId="{FE6C6E2B-D491-488F-8A4C-E6DC53871264}" dt="2024-06-26T08:09:51.022" v="8758" actId="1076"/>
          <ac:spMkLst>
            <pc:docMk/>
            <pc:sldMk cId="3112733999" sldId="277"/>
            <ac:spMk id="9" creationId="{967D709D-2AE8-285C-E8A5-7C4A58E50CB9}"/>
          </ac:spMkLst>
        </pc:spChg>
        <pc:spChg chg="add mod">
          <ac:chgData name="shibariku0623@icloud.com" userId="47b6e960b06a1f92" providerId="LiveId" clId="{FE6C6E2B-D491-488F-8A4C-E6DC53871264}" dt="2024-06-26T08:11:30.139" v="8922" actId="14100"/>
          <ac:spMkLst>
            <pc:docMk/>
            <pc:sldMk cId="3112733999" sldId="277"/>
            <ac:spMk id="10" creationId="{36A044AA-1250-0F6F-D3D3-18398554FDAC}"/>
          </ac:spMkLst>
        </pc:spChg>
        <pc:spChg chg="add mod">
          <ac:chgData name="shibariku0623@icloud.com" userId="47b6e960b06a1f92" providerId="LiveId" clId="{FE6C6E2B-D491-488F-8A4C-E6DC53871264}" dt="2024-06-27T01:35:05.605" v="13241" actId="14100"/>
          <ac:spMkLst>
            <pc:docMk/>
            <pc:sldMk cId="3112733999" sldId="277"/>
            <ac:spMk id="11" creationId="{11934292-C497-8DED-7CF7-50F44FA0FF26}"/>
          </ac:spMkLst>
        </pc:spChg>
        <pc:spChg chg="add mod">
          <ac:chgData name="shibariku0623@icloud.com" userId="47b6e960b06a1f92" providerId="LiveId" clId="{FE6C6E2B-D491-488F-8A4C-E6DC53871264}" dt="2024-06-26T11:24:30.036" v="9464" actId="20577"/>
          <ac:spMkLst>
            <pc:docMk/>
            <pc:sldMk cId="3112733999" sldId="277"/>
            <ac:spMk id="13" creationId="{3B8DFCD9-0DA2-F714-8E87-A4844DCD6900}"/>
          </ac:spMkLst>
        </pc:spChg>
        <pc:spChg chg="add mod">
          <ac:chgData name="shibariku0623@icloud.com" userId="47b6e960b06a1f92" providerId="LiveId" clId="{FE6C6E2B-D491-488F-8A4C-E6DC53871264}" dt="2024-06-26T08:13:43.312" v="9086" actId="1076"/>
          <ac:spMkLst>
            <pc:docMk/>
            <pc:sldMk cId="3112733999" sldId="277"/>
            <ac:spMk id="14" creationId="{7D947540-7839-D9DD-5AEA-F00347FF9472}"/>
          </ac:spMkLst>
        </pc:spChg>
        <pc:spChg chg="add mod">
          <ac:chgData name="shibariku0623@icloud.com" userId="47b6e960b06a1f92" providerId="LiveId" clId="{FE6C6E2B-D491-488F-8A4C-E6DC53871264}" dt="2024-06-26T08:20:38.960" v="9280" actId="120"/>
          <ac:spMkLst>
            <pc:docMk/>
            <pc:sldMk cId="3112733999" sldId="277"/>
            <ac:spMk id="16" creationId="{B998EC18-5858-680E-4D3D-083D7FF7BB03}"/>
          </ac:spMkLst>
        </pc:spChg>
        <pc:spChg chg="add mod">
          <ac:chgData name="shibariku0623@icloud.com" userId="47b6e960b06a1f92" providerId="LiveId" clId="{FE6C6E2B-D491-488F-8A4C-E6DC53871264}" dt="2024-06-26T08:22:50.716" v="9395" actId="14100"/>
          <ac:spMkLst>
            <pc:docMk/>
            <pc:sldMk cId="3112733999" sldId="277"/>
            <ac:spMk id="17" creationId="{92B58450-1AFC-DDFF-69CC-5CD2635FE6B5}"/>
          </ac:spMkLst>
        </pc:spChg>
        <pc:spChg chg="del">
          <ac:chgData name="shibariku0623@icloud.com" userId="47b6e960b06a1f92" providerId="LiveId" clId="{FE6C6E2B-D491-488F-8A4C-E6DC53871264}" dt="2024-06-26T04:48:24.905" v="7928" actId="478"/>
          <ac:spMkLst>
            <pc:docMk/>
            <pc:sldMk cId="3112733999" sldId="277"/>
            <ac:spMk id="20" creationId="{F6F55F0E-0216-0FB3-B388-8FA41BDC1173}"/>
          </ac:spMkLst>
        </pc:spChg>
        <pc:spChg chg="del">
          <ac:chgData name="shibariku0623@icloud.com" userId="47b6e960b06a1f92" providerId="LiveId" clId="{FE6C6E2B-D491-488F-8A4C-E6DC53871264}" dt="2024-06-26T04:48:24.905" v="7928" actId="478"/>
          <ac:spMkLst>
            <pc:docMk/>
            <pc:sldMk cId="3112733999" sldId="277"/>
            <ac:spMk id="21" creationId="{1B39F32E-CC96-2382-BBED-E655EF6D9466}"/>
          </ac:spMkLst>
        </pc:spChg>
        <pc:picChg chg="del">
          <ac:chgData name="shibariku0623@icloud.com" userId="47b6e960b06a1f92" providerId="LiveId" clId="{FE6C6E2B-D491-488F-8A4C-E6DC53871264}" dt="2024-06-26T04:48:26.788" v="7929" actId="478"/>
          <ac:picMkLst>
            <pc:docMk/>
            <pc:sldMk cId="3112733999" sldId="277"/>
            <ac:picMk id="23" creationId="{8628DB12-9921-0503-FB54-9BD10EC9E40D}"/>
          </ac:picMkLst>
        </pc:picChg>
      </pc:sldChg>
      <pc:sldChg chg="addSp delSp modSp add mod">
        <pc:chgData name="shibariku0623@icloud.com" userId="47b6e960b06a1f92" providerId="LiveId" clId="{FE6C6E2B-D491-488F-8A4C-E6DC53871264}" dt="2024-06-28T05:18:10.726" v="16035" actId="20577"/>
        <pc:sldMkLst>
          <pc:docMk/>
          <pc:sldMk cId="1473930911" sldId="278"/>
        </pc:sldMkLst>
        <pc:spChg chg="add mod">
          <ac:chgData name="shibariku0623@icloud.com" userId="47b6e960b06a1f92" providerId="LiveId" clId="{FE6C6E2B-D491-488F-8A4C-E6DC53871264}" dt="2024-06-26T12:40:00.936" v="10507" actId="1076"/>
          <ac:spMkLst>
            <pc:docMk/>
            <pc:sldMk cId="1473930911" sldId="278"/>
            <ac:spMk id="2" creationId="{2D5ACF5A-0A7A-7A2F-FF37-742CBD175BC4}"/>
          </ac:spMkLst>
        </pc:spChg>
        <pc:spChg chg="mod">
          <ac:chgData name="shibariku0623@icloud.com" userId="47b6e960b06a1f92" providerId="LiveId" clId="{FE6C6E2B-D491-488F-8A4C-E6DC53871264}" dt="2024-06-26T12:10:36.031" v="9757" actId="20577"/>
          <ac:spMkLst>
            <pc:docMk/>
            <pc:sldMk cId="1473930911" sldId="278"/>
            <ac:spMk id="4" creationId="{3182DD99-36F4-7165-D34F-9989D9E1FB52}"/>
          </ac:spMkLst>
        </pc:spChg>
        <pc:spChg chg="mod">
          <ac:chgData name="shibariku0623@icloud.com" userId="47b6e960b06a1f92" providerId="LiveId" clId="{FE6C6E2B-D491-488F-8A4C-E6DC53871264}" dt="2024-06-28T05:18:10.726" v="16035" actId="20577"/>
          <ac:spMkLst>
            <pc:docMk/>
            <pc:sldMk cId="1473930911" sldId="278"/>
            <ac:spMk id="6" creationId="{2C7BDF43-A09D-0D6E-E6E4-2FB6521F081E}"/>
          </ac:spMkLst>
        </pc:spChg>
        <pc:spChg chg="del">
          <ac:chgData name="shibariku0623@icloud.com" userId="47b6e960b06a1f92" providerId="LiveId" clId="{FE6C6E2B-D491-488F-8A4C-E6DC53871264}" dt="2024-06-26T08:14:39.285" v="9095" actId="478"/>
          <ac:spMkLst>
            <pc:docMk/>
            <pc:sldMk cId="1473930911" sldId="278"/>
            <ac:spMk id="7" creationId="{E9E5FA7B-124E-3A38-B6D0-0AC18304E7C3}"/>
          </ac:spMkLst>
        </pc:spChg>
        <pc:spChg chg="del">
          <ac:chgData name="shibariku0623@icloud.com" userId="47b6e960b06a1f92" providerId="LiveId" clId="{FE6C6E2B-D491-488F-8A4C-E6DC53871264}" dt="2024-06-26T08:14:39.285" v="9095" actId="478"/>
          <ac:spMkLst>
            <pc:docMk/>
            <pc:sldMk cId="1473930911" sldId="278"/>
            <ac:spMk id="8" creationId="{BF3D8737-4367-4E6A-9FE5-7F27336A2143}"/>
          </ac:spMkLst>
        </pc:spChg>
        <pc:spChg chg="del">
          <ac:chgData name="shibariku0623@icloud.com" userId="47b6e960b06a1f92" providerId="LiveId" clId="{FE6C6E2B-D491-488F-8A4C-E6DC53871264}" dt="2024-06-26T08:14:39.285" v="9095" actId="478"/>
          <ac:spMkLst>
            <pc:docMk/>
            <pc:sldMk cId="1473930911" sldId="278"/>
            <ac:spMk id="9" creationId="{967D709D-2AE8-285C-E8A5-7C4A58E50CB9}"/>
          </ac:spMkLst>
        </pc:spChg>
        <pc:spChg chg="del">
          <ac:chgData name="shibariku0623@icloud.com" userId="47b6e960b06a1f92" providerId="LiveId" clId="{FE6C6E2B-D491-488F-8A4C-E6DC53871264}" dt="2024-06-26T08:14:39.285" v="9095" actId="478"/>
          <ac:spMkLst>
            <pc:docMk/>
            <pc:sldMk cId="1473930911" sldId="278"/>
            <ac:spMk id="10" creationId="{36A044AA-1250-0F6F-D3D3-18398554FDAC}"/>
          </ac:spMkLst>
        </pc:spChg>
        <pc:spChg chg="del">
          <ac:chgData name="shibariku0623@icloud.com" userId="47b6e960b06a1f92" providerId="LiveId" clId="{FE6C6E2B-D491-488F-8A4C-E6DC53871264}" dt="2024-06-26T08:14:39.285" v="9095" actId="478"/>
          <ac:spMkLst>
            <pc:docMk/>
            <pc:sldMk cId="1473930911" sldId="278"/>
            <ac:spMk id="11" creationId="{11934292-C497-8DED-7CF7-50F44FA0FF26}"/>
          </ac:spMkLst>
        </pc:spChg>
        <pc:spChg chg="add del mod">
          <ac:chgData name="shibariku0623@icloud.com" userId="47b6e960b06a1f92" providerId="LiveId" clId="{FE6C6E2B-D491-488F-8A4C-E6DC53871264}" dt="2024-06-26T12:39:43.646" v="10502" actId="478"/>
          <ac:spMkLst>
            <pc:docMk/>
            <pc:sldMk cId="1473930911" sldId="278"/>
            <ac:spMk id="12" creationId="{FAD07895-D727-272B-A50D-25B01960C6CC}"/>
          </ac:spMkLst>
        </pc:spChg>
        <pc:spChg chg="del">
          <ac:chgData name="shibariku0623@icloud.com" userId="47b6e960b06a1f92" providerId="LiveId" clId="{FE6C6E2B-D491-488F-8A4C-E6DC53871264}" dt="2024-06-26T08:14:39.285" v="9095" actId="478"/>
          <ac:spMkLst>
            <pc:docMk/>
            <pc:sldMk cId="1473930911" sldId="278"/>
            <ac:spMk id="13" creationId="{3B8DFCD9-0DA2-F714-8E87-A4844DCD6900}"/>
          </ac:spMkLst>
        </pc:spChg>
        <pc:spChg chg="del">
          <ac:chgData name="shibariku0623@icloud.com" userId="47b6e960b06a1f92" providerId="LiveId" clId="{FE6C6E2B-D491-488F-8A4C-E6DC53871264}" dt="2024-06-26T08:14:39.285" v="9095" actId="478"/>
          <ac:spMkLst>
            <pc:docMk/>
            <pc:sldMk cId="1473930911" sldId="278"/>
            <ac:spMk id="14" creationId="{7D947540-7839-D9DD-5AEA-F00347FF9472}"/>
          </ac:spMkLst>
        </pc:spChg>
        <pc:spChg chg="add mod">
          <ac:chgData name="shibariku0623@icloud.com" userId="47b6e960b06a1f92" providerId="LiveId" clId="{FE6C6E2B-D491-488F-8A4C-E6DC53871264}" dt="2024-06-27T00:44:09.286" v="12137" actId="20577"/>
          <ac:spMkLst>
            <pc:docMk/>
            <pc:sldMk cId="1473930911" sldId="278"/>
            <ac:spMk id="15" creationId="{F0919ADD-C145-63C0-CF1D-A075E81F3CD4}"/>
          </ac:spMkLst>
        </pc:spChg>
        <pc:spChg chg="add del mod">
          <ac:chgData name="shibariku0623@icloud.com" userId="47b6e960b06a1f92" providerId="LiveId" clId="{FE6C6E2B-D491-488F-8A4C-E6DC53871264}" dt="2024-06-26T12:37:25.843" v="10478" actId="478"/>
          <ac:spMkLst>
            <pc:docMk/>
            <pc:sldMk cId="1473930911" sldId="278"/>
            <ac:spMk id="16" creationId="{140765B5-593C-FF65-D53E-92FD14367609}"/>
          </ac:spMkLst>
        </pc:spChg>
        <pc:spChg chg="add mod">
          <ac:chgData name="shibariku0623@icloud.com" userId="47b6e960b06a1f92" providerId="LiveId" clId="{FE6C6E2B-D491-488F-8A4C-E6DC53871264}" dt="2024-06-27T00:09:47.426" v="11941" actId="14100"/>
          <ac:spMkLst>
            <pc:docMk/>
            <pc:sldMk cId="1473930911" sldId="278"/>
            <ac:spMk id="17" creationId="{8A415662-E7E2-B07B-06BB-04CCB824C477}"/>
          </ac:spMkLst>
        </pc:spChg>
        <pc:grpChg chg="add mod">
          <ac:chgData name="shibariku0623@icloud.com" userId="47b6e960b06a1f92" providerId="LiveId" clId="{FE6C6E2B-D491-488F-8A4C-E6DC53871264}" dt="2024-06-27T00:44:28.286" v="12139" actId="14100"/>
          <ac:grpSpMkLst>
            <pc:docMk/>
            <pc:sldMk cId="1473930911" sldId="278"/>
            <ac:grpSpMk id="18" creationId="{83FC485F-4067-5D1D-3C96-63DD71708CCF}"/>
          </ac:grpSpMkLst>
        </pc:grpChg>
      </pc:sldChg>
      <pc:sldChg chg="addSp delSp modSp add mod">
        <pc:chgData name="shibariku0623@icloud.com" userId="47b6e960b06a1f92" providerId="LiveId" clId="{FE6C6E2B-D491-488F-8A4C-E6DC53871264}" dt="2024-06-27T00:28:01.646" v="12005" actId="20577"/>
        <pc:sldMkLst>
          <pc:docMk/>
          <pc:sldMk cId="3158509270" sldId="279"/>
        </pc:sldMkLst>
        <pc:spChg chg="del">
          <ac:chgData name="shibariku0623@icloud.com" userId="47b6e960b06a1f92" providerId="LiveId" clId="{FE6C6E2B-D491-488F-8A4C-E6DC53871264}" dt="2024-06-26T12:39:35.973" v="10500" actId="478"/>
          <ac:spMkLst>
            <pc:docMk/>
            <pc:sldMk cId="3158509270" sldId="279"/>
            <ac:spMk id="2" creationId="{2D5ACF5A-0A7A-7A2F-FF37-742CBD175BC4}"/>
          </ac:spMkLst>
        </pc:spChg>
        <pc:spChg chg="del">
          <ac:chgData name="shibariku0623@icloud.com" userId="47b6e960b06a1f92" providerId="LiveId" clId="{FE6C6E2B-D491-488F-8A4C-E6DC53871264}" dt="2024-06-26T12:39:35.973" v="10500" actId="478"/>
          <ac:spMkLst>
            <pc:docMk/>
            <pc:sldMk cId="3158509270" sldId="279"/>
            <ac:spMk id="6" creationId="{2C7BDF43-A09D-0D6E-E6E4-2FB6521F081E}"/>
          </ac:spMkLst>
        </pc:spChg>
        <pc:spChg chg="add mod">
          <ac:chgData name="shibariku0623@icloud.com" userId="47b6e960b06a1f92" providerId="LiveId" clId="{FE6C6E2B-D491-488F-8A4C-E6DC53871264}" dt="2024-06-27T00:28:01.646" v="12005" actId="20577"/>
          <ac:spMkLst>
            <pc:docMk/>
            <pc:sldMk cId="3158509270" sldId="279"/>
            <ac:spMk id="7" creationId="{84B389B9-050C-8D93-5068-6D1F964149C7}"/>
          </ac:spMkLst>
        </pc:spChg>
        <pc:spChg chg="del mod topLvl">
          <ac:chgData name="shibariku0623@icloud.com" userId="47b6e960b06a1f92" providerId="LiveId" clId="{FE6C6E2B-D491-488F-8A4C-E6DC53871264}" dt="2024-06-26T13:01:00.690" v="11131" actId="478"/>
          <ac:spMkLst>
            <pc:docMk/>
            <pc:sldMk cId="3158509270" sldId="279"/>
            <ac:spMk id="9" creationId="{D99BEF13-A1A4-55B3-B659-B9B2BF828877}"/>
          </ac:spMkLst>
        </pc:spChg>
        <pc:spChg chg="mod topLvl">
          <ac:chgData name="shibariku0623@icloud.com" userId="47b6e960b06a1f92" providerId="LiveId" clId="{FE6C6E2B-D491-488F-8A4C-E6DC53871264}" dt="2024-06-26T13:01:32.258" v="11136" actId="164"/>
          <ac:spMkLst>
            <pc:docMk/>
            <pc:sldMk cId="3158509270" sldId="279"/>
            <ac:spMk id="10" creationId="{AF077ABA-9DB7-FC00-9494-B63C274B8382}"/>
          </ac:spMkLst>
        </pc:spChg>
        <pc:spChg chg="mod">
          <ac:chgData name="shibariku0623@icloud.com" userId="47b6e960b06a1f92" providerId="LiveId" clId="{FE6C6E2B-D491-488F-8A4C-E6DC53871264}" dt="2024-06-26T13:05:44.922" v="11143" actId="1076"/>
          <ac:spMkLst>
            <pc:docMk/>
            <pc:sldMk cId="3158509270" sldId="279"/>
            <ac:spMk id="12" creationId="{FAD07895-D727-272B-A50D-25B01960C6CC}"/>
          </ac:spMkLst>
        </pc:spChg>
        <pc:grpChg chg="add del mod">
          <ac:chgData name="shibariku0623@icloud.com" userId="47b6e960b06a1f92" providerId="LiveId" clId="{FE6C6E2B-D491-488F-8A4C-E6DC53871264}" dt="2024-06-26T13:00:56.675" v="11129" actId="165"/>
          <ac:grpSpMkLst>
            <pc:docMk/>
            <pc:sldMk cId="3158509270" sldId="279"/>
            <ac:grpSpMk id="8" creationId="{81C44D0F-E49A-EA2D-CAAC-CC71FA4CEEAF}"/>
          </ac:grpSpMkLst>
        </pc:grpChg>
        <pc:grpChg chg="add mod">
          <ac:chgData name="shibariku0623@icloud.com" userId="47b6e960b06a1f92" providerId="LiveId" clId="{FE6C6E2B-D491-488F-8A4C-E6DC53871264}" dt="2024-06-26T13:05:47.667" v="11144" actId="1076"/>
          <ac:grpSpMkLst>
            <pc:docMk/>
            <pc:sldMk cId="3158509270" sldId="279"/>
            <ac:grpSpMk id="11" creationId="{DA81042F-118C-249A-8605-8B8B95B25776}"/>
          </ac:grpSpMkLst>
        </pc:grpChg>
        <pc:grpChg chg="del">
          <ac:chgData name="shibariku0623@icloud.com" userId="47b6e960b06a1f92" providerId="LiveId" clId="{FE6C6E2B-D491-488F-8A4C-E6DC53871264}" dt="2024-06-26T12:39:35.973" v="10500" actId="478"/>
          <ac:grpSpMkLst>
            <pc:docMk/>
            <pc:sldMk cId="3158509270" sldId="279"/>
            <ac:grpSpMk id="18" creationId="{83FC485F-4067-5D1D-3C96-63DD71708CCF}"/>
          </ac:grpSpMkLst>
        </pc:grpChg>
      </pc:sldChg>
      <pc:sldChg chg="addSp delSp modSp add del mod">
        <pc:chgData name="shibariku0623@icloud.com" userId="47b6e960b06a1f92" providerId="LiveId" clId="{FE6C6E2B-D491-488F-8A4C-E6DC53871264}" dt="2024-06-26T13:06:25.867" v="11151" actId="47"/>
        <pc:sldMkLst>
          <pc:docMk/>
          <pc:sldMk cId="3862557093" sldId="280"/>
        </pc:sldMkLst>
        <pc:spChg chg="del mod">
          <ac:chgData name="shibariku0623@icloud.com" userId="47b6e960b06a1f92" providerId="LiveId" clId="{FE6C6E2B-D491-488F-8A4C-E6DC53871264}" dt="2024-06-26T13:06:02.069" v="11147" actId="478"/>
          <ac:spMkLst>
            <pc:docMk/>
            <pc:sldMk cId="3862557093" sldId="280"/>
            <ac:spMk id="2" creationId="{6C7DDD88-1D7F-F61D-0849-4FCAE716C48B}"/>
          </ac:spMkLst>
        </pc:spChg>
        <pc:spChg chg="del">
          <ac:chgData name="shibariku0623@icloud.com" userId="47b6e960b06a1f92" providerId="LiveId" clId="{FE6C6E2B-D491-488F-8A4C-E6DC53871264}" dt="2024-06-26T13:06:02.069" v="11147" actId="478"/>
          <ac:spMkLst>
            <pc:docMk/>
            <pc:sldMk cId="3862557093" sldId="280"/>
            <ac:spMk id="3" creationId="{7DC664C8-FF2A-A508-8FE5-99ABFF41B315}"/>
          </ac:spMkLst>
        </pc:spChg>
        <pc:spChg chg="add mod">
          <ac:chgData name="shibariku0623@icloud.com" userId="47b6e960b06a1f92" providerId="LiveId" clId="{FE6C6E2B-D491-488F-8A4C-E6DC53871264}" dt="2024-06-26T13:06:02.069" v="11147" actId="478"/>
          <ac:spMkLst>
            <pc:docMk/>
            <pc:sldMk cId="3862557093" sldId="280"/>
            <ac:spMk id="5" creationId="{AFC4D060-7B34-5656-70B6-75667E42C9DF}"/>
          </ac:spMkLst>
        </pc:spChg>
        <pc:spChg chg="add mod">
          <ac:chgData name="shibariku0623@icloud.com" userId="47b6e960b06a1f92" providerId="LiveId" clId="{FE6C6E2B-D491-488F-8A4C-E6DC53871264}" dt="2024-06-26T13:06:02.069" v="11147" actId="478"/>
          <ac:spMkLst>
            <pc:docMk/>
            <pc:sldMk cId="3862557093" sldId="280"/>
            <ac:spMk id="7" creationId="{23F09B9B-37B1-B63B-8C1D-5B9E5E5899D1}"/>
          </ac:spMkLst>
        </pc:spChg>
      </pc:sldChg>
      <pc:sldChg chg="addSp delSp modSp add mod ord">
        <pc:chgData name="shibariku0623@icloud.com" userId="47b6e960b06a1f92" providerId="LiveId" clId="{FE6C6E2B-D491-488F-8A4C-E6DC53871264}" dt="2024-06-28T03:37:46.569" v="15960" actId="1076"/>
        <pc:sldMkLst>
          <pc:docMk/>
          <pc:sldMk cId="2159988087" sldId="281"/>
        </pc:sldMkLst>
        <pc:spChg chg="mod">
          <ac:chgData name="shibariku0623@icloud.com" userId="47b6e960b06a1f92" providerId="LiveId" clId="{FE6C6E2B-D491-488F-8A4C-E6DC53871264}" dt="2024-06-26T13:06:59.628" v="11167" actId="1076"/>
          <ac:spMkLst>
            <pc:docMk/>
            <pc:sldMk cId="2159988087" sldId="281"/>
            <ac:spMk id="2" creationId="{6C7DDD88-1D7F-F61D-0849-4FCAE716C48B}"/>
          </ac:spMkLst>
        </pc:spChg>
        <pc:spChg chg="del">
          <ac:chgData name="shibariku0623@icloud.com" userId="47b6e960b06a1f92" providerId="LiveId" clId="{FE6C6E2B-D491-488F-8A4C-E6DC53871264}" dt="2024-06-26T13:07:34.026" v="11171" actId="478"/>
          <ac:spMkLst>
            <pc:docMk/>
            <pc:sldMk cId="2159988087" sldId="281"/>
            <ac:spMk id="4" creationId="{EAF9C6DB-3F8B-232E-56B5-111C44471753}"/>
          </ac:spMkLst>
        </pc:spChg>
        <pc:spChg chg="add mod">
          <ac:chgData name="shibariku0623@icloud.com" userId="47b6e960b06a1f92" providerId="LiveId" clId="{FE6C6E2B-D491-488F-8A4C-E6DC53871264}" dt="2024-06-28T03:37:34.185" v="15953" actId="20577"/>
          <ac:spMkLst>
            <pc:docMk/>
            <pc:sldMk cId="2159988087" sldId="281"/>
            <ac:spMk id="6" creationId="{077EACA7-E87D-CDF8-E91C-5ACD7D53489E}"/>
          </ac:spMkLst>
        </pc:spChg>
        <pc:spChg chg="add del mod">
          <ac:chgData name="shibariku0623@icloud.com" userId="47b6e960b06a1f92" providerId="LiveId" clId="{FE6C6E2B-D491-488F-8A4C-E6DC53871264}" dt="2024-06-26T13:12:40.026" v="11382" actId="478"/>
          <ac:spMkLst>
            <pc:docMk/>
            <pc:sldMk cId="2159988087" sldId="281"/>
            <ac:spMk id="6" creationId="{1AC3559E-C93F-1B6F-5697-FBB1B752B677}"/>
          </ac:spMkLst>
        </pc:spChg>
        <pc:spChg chg="add mod">
          <ac:chgData name="shibariku0623@icloud.com" userId="47b6e960b06a1f92" providerId="LiveId" clId="{FE6C6E2B-D491-488F-8A4C-E6DC53871264}" dt="2024-06-28T03:37:46.569" v="15960" actId="1076"/>
          <ac:spMkLst>
            <pc:docMk/>
            <pc:sldMk cId="2159988087" sldId="281"/>
            <ac:spMk id="7" creationId="{631C58C2-0E57-1655-5CAC-6189B413C73D}"/>
          </ac:spMkLst>
        </pc:spChg>
        <pc:spChg chg="del">
          <ac:chgData name="shibariku0623@icloud.com" userId="47b6e960b06a1f92" providerId="LiveId" clId="{FE6C6E2B-D491-488F-8A4C-E6DC53871264}" dt="2024-06-26T13:07:37.894" v="11172" actId="478"/>
          <ac:spMkLst>
            <pc:docMk/>
            <pc:sldMk cId="2159988087" sldId="281"/>
            <ac:spMk id="11" creationId="{6BEADFE1-E2CD-C79A-99A2-C3DA4E303414}"/>
          </ac:spMkLst>
        </pc:spChg>
        <pc:spChg chg="del">
          <ac:chgData name="shibariku0623@icloud.com" userId="47b6e960b06a1f92" providerId="LiveId" clId="{FE6C6E2B-D491-488F-8A4C-E6DC53871264}" dt="2024-06-26T13:07:37.894" v="11172" actId="478"/>
          <ac:spMkLst>
            <pc:docMk/>
            <pc:sldMk cId="2159988087" sldId="281"/>
            <ac:spMk id="14" creationId="{D66DF866-78D8-1027-ED67-5FCCE8EC83FF}"/>
          </ac:spMkLst>
        </pc:spChg>
        <pc:spChg chg="del">
          <ac:chgData name="shibariku0623@icloud.com" userId="47b6e960b06a1f92" providerId="LiveId" clId="{FE6C6E2B-D491-488F-8A4C-E6DC53871264}" dt="2024-06-26T13:07:37.894" v="11172" actId="478"/>
          <ac:spMkLst>
            <pc:docMk/>
            <pc:sldMk cId="2159988087" sldId="281"/>
            <ac:spMk id="15" creationId="{17BCA54C-E65A-1620-81F3-DCCFF825C1AB}"/>
          </ac:spMkLst>
        </pc:spChg>
        <pc:spChg chg="mod">
          <ac:chgData name="shibariku0623@icloud.com" userId="47b6e960b06a1f92" providerId="LiveId" clId="{FE6C6E2B-D491-488F-8A4C-E6DC53871264}" dt="2024-06-26T13:12:55.220" v="11389" actId="1076"/>
          <ac:spMkLst>
            <pc:docMk/>
            <pc:sldMk cId="2159988087" sldId="281"/>
            <ac:spMk id="16" creationId="{961BEF45-5D57-8FD3-A7EF-6957247ACCD6}"/>
          </ac:spMkLst>
        </pc:spChg>
        <pc:picChg chg="add mod">
          <ac:chgData name="shibariku0623@icloud.com" userId="47b6e960b06a1f92" providerId="LiveId" clId="{FE6C6E2B-D491-488F-8A4C-E6DC53871264}" dt="2024-06-26T13:12:28.144" v="11379" actId="1076"/>
          <ac:picMkLst>
            <pc:docMk/>
            <pc:sldMk cId="2159988087" sldId="281"/>
            <ac:picMk id="5" creationId="{1F521E81-EAA4-8E4D-E06F-3B1E84B50942}"/>
          </ac:picMkLst>
        </pc:picChg>
      </pc:sldChg>
      <pc:sldChg chg="addSp delSp modSp add mod setBg">
        <pc:chgData name="shibariku0623@icloud.com" userId="47b6e960b06a1f92" providerId="LiveId" clId="{FE6C6E2B-D491-488F-8A4C-E6DC53871264}" dt="2024-06-28T03:39:45.934" v="15973" actId="1076"/>
        <pc:sldMkLst>
          <pc:docMk/>
          <pc:sldMk cId="4090965644" sldId="282"/>
        </pc:sldMkLst>
        <pc:spChg chg="mod">
          <ac:chgData name="shibariku0623@icloud.com" userId="47b6e960b06a1f92" providerId="LiveId" clId="{FE6C6E2B-D491-488F-8A4C-E6DC53871264}" dt="2024-06-26T13:16:03.306" v="11437" actId="26606"/>
          <ac:spMkLst>
            <pc:docMk/>
            <pc:sldMk cId="4090965644" sldId="282"/>
            <ac:spMk id="2" creationId="{6C7DDD88-1D7F-F61D-0849-4FCAE716C48B}"/>
          </ac:spMkLst>
        </pc:spChg>
        <pc:spChg chg="mod">
          <ac:chgData name="shibariku0623@icloud.com" userId="47b6e960b06a1f92" providerId="LiveId" clId="{FE6C6E2B-D491-488F-8A4C-E6DC53871264}" dt="2024-06-26T13:20:44.878" v="11663" actId="14100"/>
          <ac:spMkLst>
            <pc:docMk/>
            <pc:sldMk cId="4090965644" sldId="282"/>
            <ac:spMk id="4" creationId="{EAF9C6DB-3F8B-232E-56B5-111C44471753}"/>
          </ac:spMkLst>
        </pc:spChg>
        <pc:spChg chg="add del mod">
          <ac:chgData name="shibariku0623@icloud.com" userId="47b6e960b06a1f92" providerId="LiveId" clId="{FE6C6E2B-D491-488F-8A4C-E6DC53871264}" dt="2024-06-26T13:19:26.398" v="11585" actId="478"/>
          <ac:spMkLst>
            <pc:docMk/>
            <pc:sldMk cId="4090965644" sldId="282"/>
            <ac:spMk id="8" creationId="{49FE208B-E893-EFD2-28CE-EF76AF97F2BF}"/>
          </ac:spMkLst>
        </pc:spChg>
        <pc:spChg chg="add mod">
          <ac:chgData name="shibariku0623@icloud.com" userId="47b6e960b06a1f92" providerId="LiveId" clId="{FE6C6E2B-D491-488F-8A4C-E6DC53871264}" dt="2024-06-28T03:38:46.914" v="15965" actId="20577"/>
          <ac:spMkLst>
            <pc:docMk/>
            <pc:sldMk cId="4090965644" sldId="282"/>
            <ac:spMk id="8" creationId="{C76EDC56-EE78-BCF6-CB5B-70EBA35E27CD}"/>
          </ac:spMkLst>
        </pc:spChg>
        <pc:spChg chg="add mod">
          <ac:chgData name="shibariku0623@icloud.com" userId="47b6e960b06a1f92" providerId="LiveId" clId="{FE6C6E2B-D491-488F-8A4C-E6DC53871264}" dt="2024-06-28T03:39:34.766" v="15971" actId="1076"/>
          <ac:spMkLst>
            <pc:docMk/>
            <pc:sldMk cId="4090965644" sldId="282"/>
            <ac:spMk id="10" creationId="{BC62B961-8792-8EA1-57E6-9EDBBE63BBAF}"/>
          </ac:spMkLst>
        </pc:spChg>
        <pc:spChg chg="del">
          <ac:chgData name="shibariku0623@icloud.com" userId="47b6e960b06a1f92" providerId="LiveId" clId="{FE6C6E2B-D491-488F-8A4C-E6DC53871264}" dt="2024-06-26T13:13:53.804" v="11427" actId="478"/>
          <ac:spMkLst>
            <pc:docMk/>
            <pc:sldMk cId="4090965644" sldId="282"/>
            <ac:spMk id="11" creationId="{6BEADFE1-E2CD-C79A-99A2-C3DA4E303414}"/>
          </ac:spMkLst>
        </pc:spChg>
        <pc:spChg chg="add mod">
          <ac:chgData name="shibariku0623@icloud.com" userId="47b6e960b06a1f92" providerId="LiveId" clId="{FE6C6E2B-D491-488F-8A4C-E6DC53871264}" dt="2024-06-28T03:39:45.934" v="15973" actId="1076"/>
          <ac:spMkLst>
            <pc:docMk/>
            <pc:sldMk cId="4090965644" sldId="282"/>
            <ac:spMk id="11" creationId="{A7ADB967-BCBD-EAE7-4097-933F4EA1A7F4}"/>
          </ac:spMkLst>
        </pc:spChg>
        <pc:spChg chg="add del">
          <ac:chgData name="shibariku0623@icloud.com" userId="47b6e960b06a1f92" providerId="LiveId" clId="{FE6C6E2B-D491-488F-8A4C-E6DC53871264}" dt="2024-06-26T13:16:03.306" v="11437" actId="26606"/>
          <ac:spMkLst>
            <pc:docMk/>
            <pc:sldMk cId="4090965644" sldId="282"/>
            <ac:spMk id="12" creationId="{E18F6E8B-15ED-43C7-94BA-91549A651C73}"/>
          </ac:spMkLst>
        </pc:spChg>
        <pc:spChg chg="del">
          <ac:chgData name="shibariku0623@icloud.com" userId="47b6e960b06a1f92" providerId="LiveId" clId="{FE6C6E2B-D491-488F-8A4C-E6DC53871264}" dt="2024-06-26T13:13:53.804" v="11427" actId="478"/>
          <ac:spMkLst>
            <pc:docMk/>
            <pc:sldMk cId="4090965644" sldId="282"/>
            <ac:spMk id="14" creationId="{D66DF866-78D8-1027-ED67-5FCCE8EC83FF}"/>
          </ac:spMkLst>
        </pc:spChg>
        <pc:spChg chg="del">
          <ac:chgData name="shibariku0623@icloud.com" userId="47b6e960b06a1f92" providerId="LiveId" clId="{FE6C6E2B-D491-488F-8A4C-E6DC53871264}" dt="2024-06-26T13:13:53.804" v="11427" actId="478"/>
          <ac:spMkLst>
            <pc:docMk/>
            <pc:sldMk cId="4090965644" sldId="282"/>
            <ac:spMk id="15" creationId="{17BCA54C-E65A-1620-81F3-DCCFF825C1AB}"/>
          </ac:spMkLst>
        </pc:spChg>
        <pc:spChg chg="del">
          <ac:chgData name="shibariku0623@icloud.com" userId="47b6e960b06a1f92" providerId="LiveId" clId="{FE6C6E2B-D491-488F-8A4C-E6DC53871264}" dt="2024-06-26T13:13:53.804" v="11427" actId="478"/>
          <ac:spMkLst>
            <pc:docMk/>
            <pc:sldMk cId="4090965644" sldId="282"/>
            <ac:spMk id="16" creationId="{961BEF45-5D57-8FD3-A7EF-6957247ACCD6}"/>
          </ac:spMkLst>
        </pc:spChg>
        <pc:spChg chg="add mod">
          <ac:chgData name="shibariku0623@icloud.com" userId="47b6e960b06a1f92" providerId="LiveId" clId="{FE6C6E2B-D491-488F-8A4C-E6DC53871264}" dt="2024-06-26T13:20:26.279" v="11647" actId="20577"/>
          <ac:spMkLst>
            <pc:docMk/>
            <pc:sldMk cId="4090965644" sldId="282"/>
            <ac:spMk id="18" creationId="{9DE88B70-768B-919F-3993-5E7CD2A739D1}"/>
          </ac:spMkLst>
        </pc:spChg>
        <pc:spChg chg="add del">
          <ac:chgData name="shibariku0623@icloud.com" userId="47b6e960b06a1f92" providerId="LiveId" clId="{FE6C6E2B-D491-488F-8A4C-E6DC53871264}" dt="2024-06-26T13:16:03.306" v="11437" actId="26606"/>
          <ac:spMkLst>
            <pc:docMk/>
            <pc:sldMk cId="4090965644" sldId="282"/>
            <ac:spMk id="19" creationId="{B81933D1-5615-42C7-9C0B-4EB7105CCE2D}"/>
          </ac:spMkLst>
        </pc:spChg>
        <pc:spChg chg="add del">
          <ac:chgData name="shibariku0623@icloud.com" userId="47b6e960b06a1f92" providerId="LiveId" clId="{FE6C6E2B-D491-488F-8A4C-E6DC53871264}" dt="2024-06-26T13:16:03.306" v="11437" actId="26606"/>
          <ac:spMkLst>
            <pc:docMk/>
            <pc:sldMk cId="4090965644" sldId="282"/>
            <ac:spMk id="21" creationId="{B089A89A-1E9C-4761-9DFF-53C275FBF870}"/>
          </ac:spMkLst>
        </pc:spChg>
        <pc:spChg chg="add mod">
          <ac:chgData name="shibariku0623@icloud.com" userId="47b6e960b06a1f92" providerId="LiveId" clId="{FE6C6E2B-D491-488F-8A4C-E6DC53871264}" dt="2024-06-27T00:48:00.521" v="12307" actId="1076"/>
          <ac:spMkLst>
            <pc:docMk/>
            <pc:sldMk cId="4090965644" sldId="282"/>
            <ac:spMk id="22" creationId="{BE2D543C-1632-7227-E5C7-451F4999434F}"/>
          </ac:spMkLst>
        </pc:spChg>
        <pc:spChg chg="add del">
          <ac:chgData name="shibariku0623@icloud.com" userId="47b6e960b06a1f92" providerId="LiveId" clId="{FE6C6E2B-D491-488F-8A4C-E6DC53871264}" dt="2024-06-26T13:16:03.306" v="11437" actId="26606"/>
          <ac:spMkLst>
            <pc:docMk/>
            <pc:sldMk cId="4090965644" sldId="282"/>
            <ac:spMk id="23" creationId="{19C9EAEA-39D0-4B0E-A0EB-51E7B26740B1}"/>
          </ac:spMkLst>
        </pc:spChg>
        <pc:spChg chg="add mod">
          <ac:chgData name="shibariku0623@icloud.com" userId="47b6e960b06a1f92" providerId="LiveId" clId="{FE6C6E2B-D491-488F-8A4C-E6DC53871264}" dt="2024-06-27T00:45:42.210" v="12249" actId="1076"/>
          <ac:spMkLst>
            <pc:docMk/>
            <pc:sldMk cId="4090965644" sldId="282"/>
            <ac:spMk id="24" creationId="{9902AD7B-ADE8-CC6B-58C2-F7BE045DCDAC}"/>
          </ac:spMkLst>
        </pc:spChg>
        <pc:spChg chg="add mod">
          <ac:chgData name="shibariku0623@icloud.com" userId="47b6e960b06a1f92" providerId="LiveId" clId="{FE6C6E2B-D491-488F-8A4C-E6DC53871264}" dt="2024-06-27T00:48:05.917" v="12308" actId="1076"/>
          <ac:spMkLst>
            <pc:docMk/>
            <pc:sldMk cId="4090965644" sldId="282"/>
            <ac:spMk id="25" creationId="{787F3587-A294-1F75-4EAA-6F6EC2173552}"/>
          </ac:spMkLst>
        </pc:spChg>
        <pc:grpChg chg="add del">
          <ac:chgData name="shibariku0623@icloud.com" userId="47b6e960b06a1f92" providerId="LiveId" clId="{FE6C6E2B-D491-488F-8A4C-E6DC53871264}" dt="2024-06-26T13:16:03.306" v="11437" actId="26606"/>
          <ac:grpSpMkLst>
            <pc:docMk/>
            <pc:sldMk cId="4090965644" sldId="282"/>
            <ac:grpSpMk id="9" creationId="{032D8612-31EB-44CF-A1D0-14FD4C705424}"/>
          </ac:grpSpMkLst>
        </pc:grpChg>
        <pc:picChg chg="add mod">
          <ac:chgData name="shibariku0623@icloud.com" userId="47b6e960b06a1f92" providerId="LiveId" clId="{FE6C6E2B-D491-488F-8A4C-E6DC53871264}" dt="2024-06-26T13:16:03.306" v="11437" actId="26606"/>
          <ac:picMkLst>
            <pc:docMk/>
            <pc:sldMk cId="4090965644" sldId="282"/>
            <ac:picMk id="5" creationId="{F270A358-0E0C-4215-8F29-466F75575B0A}"/>
          </ac:picMkLst>
        </pc:picChg>
        <pc:picChg chg="add mod">
          <ac:chgData name="shibariku0623@icloud.com" userId="47b6e960b06a1f92" providerId="LiveId" clId="{FE6C6E2B-D491-488F-8A4C-E6DC53871264}" dt="2024-06-27T00:47:54.595" v="12306" actId="1076"/>
          <ac:picMkLst>
            <pc:docMk/>
            <pc:sldMk cId="4090965644" sldId="282"/>
            <ac:picMk id="7" creationId="{AD6717D7-6E83-04E2-A7B5-41A47FD029E6}"/>
          </ac:picMkLst>
        </pc:picChg>
      </pc:sldChg>
      <pc:sldChg chg="addSp delSp modSp add mod">
        <pc:chgData name="shibariku0623@icloud.com" userId="47b6e960b06a1f92" providerId="LiveId" clId="{FE6C6E2B-D491-488F-8A4C-E6DC53871264}" dt="2024-06-28T03:40:29.796" v="15988" actId="1076"/>
        <pc:sldMkLst>
          <pc:docMk/>
          <pc:sldMk cId="2007877791" sldId="283"/>
        </pc:sldMkLst>
        <pc:spChg chg="mod">
          <ac:chgData name="shibariku0623@icloud.com" userId="47b6e960b06a1f92" providerId="LiveId" clId="{FE6C6E2B-D491-488F-8A4C-E6DC53871264}" dt="2024-06-27T01:00:11.601" v="12668" actId="14100"/>
          <ac:spMkLst>
            <pc:docMk/>
            <pc:sldMk cId="2007877791" sldId="283"/>
            <ac:spMk id="4" creationId="{EAF9C6DB-3F8B-232E-56B5-111C44471753}"/>
          </ac:spMkLst>
        </pc:spChg>
        <pc:spChg chg="add mod">
          <ac:chgData name="shibariku0623@icloud.com" userId="47b6e960b06a1f92" providerId="LiveId" clId="{FE6C6E2B-D491-488F-8A4C-E6DC53871264}" dt="2024-06-28T03:40:09.374" v="15983" actId="20577"/>
          <ac:spMkLst>
            <pc:docMk/>
            <pc:sldMk cId="2007877791" sldId="283"/>
            <ac:spMk id="7" creationId="{FD5425D2-553C-05A6-A4A2-62B92965F01A}"/>
          </ac:spMkLst>
        </pc:spChg>
        <pc:spChg chg="add mod">
          <ac:chgData name="shibariku0623@icloud.com" userId="47b6e960b06a1f92" providerId="LiveId" clId="{FE6C6E2B-D491-488F-8A4C-E6DC53871264}" dt="2024-06-27T00:54:04.241" v="12412" actId="1076"/>
          <ac:spMkLst>
            <pc:docMk/>
            <pc:sldMk cId="2007877791" sldId="283"/>
            <ac:spMk id="8" creationId="{842FDA1C-2F1C-421B-E954-9418BE64E5F8}"/>
          </ac:spMkLst>
        </pc:spChg>
        <pc:spChg chg="add mod">
          <ac:chgData name="shibariku0623@icloud.com" userId="47b6e960b06a1f92" providerId="LiveId" clId="{FE6C6E2B-D491-488F-8A4C-E6DC53871264}" dt="2024-06-27T02:16:53.030" v="14099" actId="20577"/>
          <ac:spMkLst>
            <pc:docMk/>
            <pc:sldMk cId="2007877791" sldId="283"/>
            <ac:spMk id="9" creationId="{0A9C74D4-3B09-D5FA-024B-E38C37AB7E2F}"/>
          </ac:spMkLst>
        </pc:spChg>
        <pc:spChg chg="add mod">
          <ac:chgData name="shibariku0623@icloud.com" userId="47b6e960b06a1f92" providerId="LiveId" clId="{FE6C6E2B-D491-488F-8A4C-E6DC53871264}" dt="2024-06-28T03:40:29.796" v="15988" actId="1076"/>
          <ac:spMkLst>
            <pc:docMk/>
            <pc:sldMk cId="2007877791" sldId="283"/>
            <ac:spMk id="10" creationId="{1C1B7003-A231-4B95-9E65-D8F93F81FE2D}"/>
          </ac:spMkLst>
        </pc:spChg>
        <pc:spChg chg="del">
          <ac:chgData name="shibariku0623@icloud.com" userId="47b6e960b06a1f92" providerId="LiveId" clId="{FE6C6E2B-D491-488F-8A4C-E6DC53871264}" dt="2024-06-27T00:51:28.786" v="12323" actId="478"/>
          <ac:spMkLst>
            <pc:docMk/>
            <pc:sldMk cId="2007877791" sldId="283"/>
            <ac:spMk id="18" creationId="{9DE88B70-768B-919F-3993-5E7CD2A739D1}"/>
          </ac:spMkLst>
        </pc:spChg>
        <pc:spChg chg="del">
          <ac:chgData name="shibariku0623@icloud.com" userId="47b6e960b06a1f92" providerId="LiveId" clId="{FE6C6E2B-D491-488F-8A4C-E6DC53871264}" dt="2024-06-27T00:51:08.162" v="12310" actId="478"/>
          <ac:spMkLst>
            <pc:docMk/>
            <pc:sldMk cId="2007877791" sldId="283"/>
            <ac:spMk id="22" creationId="{BE2D543C-1632-7227-E5C7-451F4999434F}"/>
          </ac:spMkLst>
        </pc:spChg>
        <pc:spChg chg="del">
          <ac:chgData name="shibariku0623@icloud.com" userId="47b6e960b06a1f92" providerId="LiveId" clId="{FE6C6E2B-D491-488F-8A4C-E6DC53871264}" dt="2024-06-27T00:51:08.162" v="12310" actId="478"/>
          <ac:spMkLst>
            <pc:docMk/>
            <pc:sldMk cId="2007877791" sldId="283"/>
            <ac:spMk id="24" creationId="{9902AD7B-ADE8-CC6B-58C2-F7BE045DCDAC}"/>
          </ac:spMkLst>
        </pc:spChg>
        <pc:spChg chg="del">
          <ac:chgData name="shibariku0623@icloud.com" userId="47b6e960b06a1f92" providerId="LiveId" clId="{FE6C6E2B-D491-488F-8A4C-E6DC53871264}" dt="2024-06-27T00:51:08.162" v="12310" actId="478"/>
          <ac:spMkLst>
            <pc:docMk/>
            <pc:sldMk cId="2007877791" sldId="283"/>
            <ac:spMk id="25" creationId="{787F3587-A294-1F75-4EAA-6F6EC2173552}"/>
          </ac:spMkLst>
        </pc:spChg>
        <pc:picChg chg="del">
          <ac:chgData name="shibariku0623@icloud.com" userId="47b6e960b06a1f92" providerId="LiveId" clId="{FE6C6E2B-D491-488F-8A4C-E6DC53871264}" dt="2024-06-27T00:51:08.162" v="12310" actId="478"/>
          <ac:picMkLst>
            <pc:docMk/>
            <pc:sldMk cId="2007877791" sldId="283"/>
            <ac:picMk id="5" creationId="{F270A358-0E0C-4215-8F29-466F75575B0A}"/>
          </ac:picMkLst>
        </pc:picChg>
        <pc:picChg chg="add mod">
          <ac:chgData name="shibariku0623@icloud.com" userId="47b6e960b06a1f92" providerId="LiveId" clId="{FE6C6E2B-D491-488F-8A4C-E6DC53871264}" dt="2024-06-27T00:53:59.416" v="12411" actId="1076"/>
          <ac:picMkLst>
            <pc:docMk/>
            <pc:sldMk cId="2007877791" sldId="283"/>
            <ac:picMk id="6" creationId="{83AB4DF1-0555-5B91-EC91-7D51548F6C0C}"/>
          </ac:picMkLst>
        </pc:picChg>
        <pc:picChg chg="del">
          <ac:chgData name="shibariku0623@icloud.com" userId="47b6e960b06a1f92" providerId="LiveId" clId="{FE6C6E2B-D491-488F-8A4C-E6DC53871264}" dt="2024-06-27T00:51:08.162" v="12310" actId="478"/>
          <ac:picMkLst>
            <pc:docMk/>
            <pc:sldMk cId="2007877791" sldId="283"/>
            <ac:picMk id="7" creationId="{AD6717D7-6E83-04E2-A7B5-41A47FD029E6}"/>
          </ac:picMkLst>
        </pc:picChg>
      </pc:sldChg>
      <pc:sldChg chg="addSp delSp modSp add mod">
        <pc:chgData name="shibariku0623@icloud.com" userId="47b6e960b06a1f92" providerId="LiveId" clId="{FE6C6E2B-D491-488F-8A4C-E6DC53871264}" dt="2024-06-28T03:40:49.116" v="15992"/>
        <pc:sldMkLst>
          <pc:docMk/>
          <pc:sldMk cId="1967206687" sldId="284"/>
        </pc:sldMkLst>
        <pc:spChg chg="mod">
          <ac:chgData name="shibariku0623@icloud.com" userId="47b6e960b06a1f92" providerId="LiveId" clId="{FE6C6E2B-D491-488F-8A4C-E6DC53871264}" dt="2024-06-27T01:00:53.271" v="12698" actId="20577"/>
          <ac:spMkLst>
            <pc:docMk/>
            <pc:sldMk cId="1967206687" sldId="284"/>
            <ac:spMk id="4" creationId="{EAF9C6DB-3F8B-232E-56B5-111C44471753}"/>
          </ac:spMkLst>
        </pc:spChg>
        <pc:spChg chg="add mod">
          <ac:chgData name="shibariku0623@icloud.com" userId="47b6e960b06a1f92" providerId="LiveId" clId="{FE6C6E2B-D491-488F-8A4C-E6DC53871264}" dt="2024-06-28T03:40:35.377" v="15989"/>
          <ac:spMkLst>
            <pc:docMk/>
            <pc:sldMk cId="1967206687" sldId="284"/>
            <ac:spMk id="7" creationId="{BE6CE533-9584-4E6F-FF9B-4869554CCB39}"/>
          </ac:spMkLst>
        </pc:spChg>
        <pc:spChg chg="mod">
          <ac:chgData name="shibariku0623@icloud.com" userId="47b6e960b06a1f92" providerId="LiveId" clId="{FE6C6E2B-D491-488F-8A4C-E6DC53871264}" dt="2024-06-27T01:02:38.772" v="12762" actId="20577"/>
          <ac:spMkLst>
            <pc:docMk/>
            <pc:sldMk cId="1967206687" sldId="284"/>
            <ac:spMk id="8" creationId="{842FDA1C-2F1C-421B-E954-9418BE64E5F8}"/>
          </ac:spMkLst>
        </pc:spChg>
        <pc:spChg chg="mod">
          <ac:chgData name="shibariku0623@icloud.com" userId="47b6e960b06a1f92" providerId="LiveId" clId="{FE6C6E2B-D491-488F-8A4C-E6DC53871264}" dt="2024-06-27T02:16:47.692" v="14097" actId="20577"/>
          <ac:spMkLst>
            <pc:docMk/>
            <pc:sldMk cId="1967206687" sldId="284"/>
            <ac:spMk id="9" creationId="{0A9C74D4-3B09-D5FA-024B-E38C37AB7E2F}"/>
          </ac:spMkLst>
        </pc:spChg>
        <pc:spChg chg="add mod">
          <ac:chgData name="shibariku0623@icloud.com" userId="47b6e960b06a1f92" providerId="LiveId" clId="{FE6C6E2B-D491-488F-8A4C-E6DC53871264}" dt="2024-06-28T03:40:49.116" v="15992"/>
          <ac:spMkLst>
            <pc:docMk/>
            <pc:sldMk cId="1967206687" sldId="284"/>
            <ac:spMk id="10" creationId="{0462360A-3C61-EDF6-B0BF-7396F2DDE9A8}"/>
          </ac:spMkLst>
        </pc:spChg>
        <pc:picChg chg="add mod">
          <ac:chgData name="shibariku0623@icloud.com" userId="47b6e960b06a1f92" providerId="LiveId" clId="{FE6C6E2B-D491-488F-8A4C-E6DC53871264}" dt="2024-06-27T01:02:24.886" v="12750" actId="14100"/>
          <ac:picMkLst>
            <pc:docMk/>
            <pc:sldMk cId="1967206687" sldId="284"/>
            <ac:picMk id="5" creationId="{445737F8-D221-7877-6B2C-FE4D40BE56EF}"/>
          </ac:picMkLst>
        </pc:picChg>
        <pc:picChg chg="del">
          <ac:chgData name="shibariku0623@icloud.com" userId="47b6e960b06a1f92" providerId="LiveId" clId="{FE6C6E2B-D491-488F-8A4C-E6DC53871264}" dt="2024-06-27T01:02:07.857" v="12745" actId="478"/>
          <ac:picMkLst>
            <pc:docMk/>
            <pc:sldMk cId="1967206687" sldId="284"/>
            <ac:picMk id="6" creationId="{83AB4DF1-0555-5B91-EC91-7D51548F6C0C}"/>
          </ac:picMkLst>
        </pc:picChg>
      </pc:sldChg>
      <pc:sldChg chg="addSp delSp modSp add mod">
        <pc:chgData name="shibariku0623@icloud.com" userId="47b6e960b06a1f92" providerId="LiveId" clId="{FE6C6E2B-D491-488F-8A4C-E6DC53871264}" dt="2024-06-28T03:40:50.662" v="15993"/>
        <pc:sldMkLst>
          <pc:docMk/>
          <pc:sldMk cId="3016536930" sldId="285"/>
        </pc:sldMkLst>
        <pc:spChg chg="mod">
          <ac:chgData name="shibariku0623@icloud.com" userId="47b6e960b06a1f92" providerId="LiveId" clId="{FE6C6E2B-D491-488F-8A4C-E6DC53871264}" dt="2024-06-27T01:01:12.569" v="12714" actId="20577"/>
          <ac:spMkLst>
            <pc:docMk/>
            <pc:sldMk cId="3016536930" sldId="285"/>
            <ac:spMk id="4" creationId="{EAF9C6DB-3F8B-232E-56B5-111C44471753}"/>
          </ac:spMkLst>
        </pc:spChg>
        <pc:spChg chg="add mod">
          <ac:chgData name="shibariku0623@icloud.com" userId="47b6e960b06a1f92" providerId="LiveId" clId="{FE6C6E2B-D491-488F-8A4C-E6DC53871264}" dt="2024-06-28T03:40:40.914" v="15991" actId="1076"/>
          <ac:spMkLst>
            <pc:docMk/>
            <pc:sldMk cId="3016536930" sldId="285"/>
            <ac:spMk id="7" creationId="{5A18C3DB-8285-871F-315C-F14CF837DA7D}"/>
          </ac:spMkLst>
        </pc:spChg>
        <pc:spChg chg="mod">
          <ac:chgData name="shibariku0623@icloud.com" userId="47b6e960b06a1f92" providerId="LiveId" clId="{FE6C6E2B-D491-488F-8A4C-E6DC53871264}" dt="2024-06-27T01:02:49.363" v="12775" actId="20577"/>
          <ac:spMkLst>
            <pc:docMk/>
            <pc:sldMk cId="3016536930" sldId="285"/>
            <ac:spMk id="8" creationId="{842FDA1C-2F1C-421B-E954-9418BE64E5F8}"/>
          </ac:spMkLst>
        </pc:spChg>
        <pc:spChg chg="mod">
          <ac:chgData name="shibariku0623@icloud.com" userId="47b6e960b06a1f92" providerId="LiveId" clId="{FE6C6E2B-D491-488F-8A4C-E6DC53871264}" dt="2024-06-27T02:16:41.202" v="14095" actId="20577"/>
          <ac:spMkLst>
            <pc:docMk/>
            <pc:sldMk cId="3016536930" sldId="285"/>
            <ac:spMk id="9" creationId="{0A9C74D4-3B09-D5FA-024B-E38C37AB7E2F}"/>
          </ac:spMkLst>
        </pc:spChg>
        <pc:spChg chg="add mod">
          <ac:chgData name="shibariku0623@icloud.com" userId="47b6e960b06a1f92" providerId="LiveId" clId="{FE6C6E2B-D491-488F-8A4C-E6DC53871264}" dt="2024-06-28T03:40:50.662" v="15993"/>
          <ac:spMkLst>
            <pc:docMk/>
            <pc:sldMk cId="3016536930" sldId="285"/>
            <ac:spMk id="10" creationId="{00AC46C4-2423-23AF-161B-407112BF5710}"/>
          </ac:spMkLst>
        </pc:spChg>
        <pc:picChg chg="add mod">
          <ac:chgData name="shibariku0623@icloud.com" userId="47b6e960b06a1f92" providerId="LiveId" clId="{FE6C6E2B-D491-488F-8A4C-E6DC53871264}" dt="2024-06-27T01:03:13.665" v="12782" actId="1076"/>
          <ac:picMkLst>
            <pc:docMk/>
            <pc:sldMk cId="3016536930" sldId="285"/>
            <ac:picMk id="5" creationId="{5ADC8D3D-B9A3-D2F9-758D-210069DD9006}"/>
          </ac:picMkLst>
        </pc:picChg>
        <pc:picChg chg="del">
          <ac:chgData name="shibariku0623@icloud.com" userId="47b6e960b06a1f92" providerId="LiveId" clId="{FE6C6E2B-D491-488F-8A4C-E6DC53871264}" dt="2024-06-27T01:02:56.887" v="12776" actId="478"/>
          <ac:picMkLst>
            <pc:docMk/>
            <pc:sldMk cId="3016536930" sldId="285"/>
            <ac:picMk id="6" creationId="{83AB4DF1-0555-5B91-EC91-7D51548F6C0C}"/>
          </ac:picMkLst>
        </pc:picChg>
      </pc:sldChg>
      <pc:sldChg chg="addSp delSp modSp add del mod ord">
        <pc:chgData name="shibariku0623@icloud.com" userId="47b6e960b06a1f92" providerId="LiveId" clId="{FE6C6E2B-D491-488F-8A4C-E6DC53871264}" dt="2024-06-27T02:07:12.328" v="13787" actId="1076"/>
        <pc:sldMkLst>
          <pc:docMk/>
          <pc:sldMk cId="1802198208" sldId="286"/>
        </pc:sldMkLst>
        <pc:spChg chg="mod">
          <ac:chgData name="shibariku0623@icloud.com" userId="47b6e960b06a1f92" providerId="LiveId" clId="{FE6C6E2B-D491-488F-8A4C-E6DC53871264}" dt="2024-06-27T01:18:56.304" v="13063" actId="20577"/>
          <ac:spMkLst>
            <pc:docMk/>
            <pc:sldMk cId="1802198208" sldId="286"/>
            <ac:spMk id="2" creationId="{6C7DDD88-1D7F-F61D-0849-4FCAE716C48B}"/>
          </ac:spMkLst>
        </pc:spChg>
        <pc:spChg chg="add mod">
          <ac:chgData name="shibariku0623@icloud.com" userId="47b6e960b06a1f92" providerId="LiveId" clId="{FE6C6E2B-D491-488F-8A4C-E6DC53871264}" dt="2024-06-27T02:04:59.072" v="13753" actId="1076"/>
          <ac:spMkLst>
            <pc:docMk/>
            <pc:sldMk cId="1802198208" sldId="286"/>
            <ac:spMk id="3" creationId="{A671FA49-8876-FA00-8757-D6741CD09194}"/>
          </ac:spMkLst>
        </pc:spChg>
        <pc:spChg chg="del mod">
          <ac:chgData name="shibariku0623@icloud.com" userId="47b6e960b06a1f92" providerId="LiveId" clId="{FE6C6E2B-D491-488F-8A4C-E6DC53871264}" dt="2024-06-27T01:19:42.057" v="13065" actId="478"/>
          <ac:spMkLst>
            <pc:docMk/>
            <pc:sldMk cId="1802198208" sldId="286"/>
            <ac:spMk id="4" creationId="{EAF9C6DB-3F8B-232E-56B5-111C44471753}"/>
          </ac:spMkLst>
        </pc:spChg>
        <pc:spChg chg="add mod">
          <ac:chgData name="shibariku0623@icloud.com" userId="47b6e960b06a1f92" providerId="LiveId" clId="{FE6C6E2B-D491-488F-8A4C-E6DC53871264}" dt="2024-06-27T02:05:01.925" v="13754" actId="1076"/>
          <ac:spMkLst>
            <pc:docMk/>
            <pc:sldMk cId="1802198208" sldId="286"/>
            <ac:spMk id="5" creationId="{E1FB1424-1BC7-F7F0-3FFD-D42501EC633E}"/>
          </ac:spMkLst>
        </pc:spChg>
        <pc:spChg chg="add del mod">
          <ac:chgData name="shibariku0623@icloud.com" userId="47b6e960b06a1f92" providerId="LiveId" clId="{FE6C6E2B-D491-488F-8A4C-E6DC53871264}" dt="2024-06-27T01:34:05.861" v="13221"/>
          <ac:spMkLst>
            <pc:docMk/>
            <pc:sldMk cId="1802198208" sldId="286"/>
            <ac:spMk id="7" creationId="{DC2A5123-6B0D-D249-4119-769DBB1A053B}"/>
          </ac:spMkLst>
        </pc:spChg>
        <pc:spChg chg="del">
          <ac:chgData name="shibariku0623@icloud.com" userId="47b6e960b06a1f92" providerId="LiveId" clId="{FE6C6E2B-D491-488F-8A4C-E6DC53871264}" dt="2024-06-27T01:08:45.592" v="12990" actId="478"/>
          <ac:spMkLst>
            <pc:docMk/>
            <pc:sldMk cId="1802198208" sldId="286"/>
            <ac:spMk id="8" creationId="{842FDA1C-2F1C-421B-E954-9418BE64E5F8}"/>
          </ac:spMkLst>
        </pc:spChg>
        <pc:spChg chg="del">
          <ac:chgData name="shibariku0623@icloud.com" userId="47b6e960b06a1f92" providerId="LiveId" clId="{FE6C6E2B-D491-488F-8A4C-E6DC53871264}" dt="2024-06-27T01:08:45.592" v="12990" actId="478"/>
          <ac:spMkLst>
            <pc:docMk/>
            <pc:sldMk cId="1802198208" sldId="286"/>
            <ac:spMk id="9" creationId="{0A9C74D4-3B09-D5FA-024B-E38C37AB7E2F}"/>
          </ac:spMkLst>
        </pc:spChg>
        <pc:spChg chg="add mod">
          <ac:chgData name="shibariku0623@icloud.com" userId="47b6e960b06a1f92" providerId="LiveId" clId="{FE6C6E2B-D491-488F-8A4C-E6DC53871264}" dt="2024-06-27T02:05:18.655" v="13757" actId="1076"/>
          <ac:spMkLst>
            <pc:docMk/>
            <pc:sldMk cId="1802198208" sldId="286"/>
            <ac:spMk id="13" creationId="{F25625AB-92ED-DD97-0589-A5D6DDCCBB2A}"/>
          </ac:spMkLst>
        </pc:spChg>
        <pc:spChg chg="add mod">
          <ac:chgData name="shibariku0623@icloud.com" userId="47b6e960b06a1f92" providerId="LiveId" clId="{FE6C6E2B-D491-488F-8A4C-E6DC53871264}" dt="2024-06-27T02:07:04.194" v="13785" actId="164"/>
          <ac:spMkLst>
            <pc:docMk/>
            <pc:sldMk cId="1802198208" sldId="286"/>
            <ac:spMk id="14" creationId="{670AB6E3-7E92-DD34-6A7C-036A9EBE0AE4}"/>
          </ac:spMkLst>
        </pc:spChg>
        <pc:spChg chg="add mod">
          <ac:chgData name="shibariku0623@icloud.com" userId="47b6e960b06a1f92" providerId="LiveId" clId="{FE6C6E2B-D491-488F-8A4C-E6DC53871264}" dt="2024-06-27T02:07:04.194" v="13785" actId="164"/>
          <ac:spMkLst>
            <pc:docMk/>
            <pc:sldMk cId="1802198208" sldId="286"/>
            <ac:spMk id="16" creationId="{8E599760-521F-992E-1DD6-275267D278DA}"/>
          </ac:spMkLst>
        </pc:spChg>
        <pc:spChg chg="del mod topLvl">
          <ac:chgData name="shibariku0623@icloud.com" userId="47b6e960b06a1f92" providerId="LiveId" clId="{FE6C6E2B-D491-488F-8A4C-E6DC53871264}" dt="2024-06-27T02:06:26.446" v="13776" actId="478"/>
          <ac:spMkLst>
            <pc:docMk/>
            <pc:sldMk cId="1802198208" sldId="286"/>
            <ac:spMk id="18" creationId="{0C07D20B-BB6B-F387-6085-7E4D4A1873C8}"/>
          </ac:spMkLst>
        </pc:spChg>
        <pc:spChg chg="mod topLvl">
          <ac:chgData name="shibariku0623@icloud.com" userId="47b6e960b06a1f92" providerId="LiveId" clId="{FE6C6E2B-D491-488F-8A4C-E6DC53871264}" dt="2024-06-27T02:07:04.194" v="13785" actId="164"/>
          <ac:spMkLst>
            <pc:docMk/>
            <pc:sldMk cId="1802198208" sldId="286"/>
            <ac:spMk id="19" creationId="{5E9DAB42-DCE4-4116-CBCA-705760876637}"/>
          </ac:spMkLst>
        </pc:spChg>
        <pc:grpChg chg="add del mod">
          <ac:chgData name="shibariku0623@icloud.com" userId="47b6e960b06a1f92" providerId="LiveId" clId="{FE6C6E2B-D491-488F-8A4C-E6DC53871264}" dt="2024-06-27T02:06:22.473" v="13775" actId="165"/>
          <ac:grpSpMkLst>
            <pc:docMk/>
            <pc:sldMk cId="1802198208" sldId="286"/>
            <ac:grpSpMk id="17" creationId="{33CF377A-CE2E-31E3-ECF4-C6A1D795C425}"/>
          </ac:grpSpMkLst>
        </pc:grpChg>
        <pc:grpChg chg="add mod">
          <ac:chgData name="shibariku0623@icloud.com" userId="47b6e960b06a1f92" providerId="LiveId" clId="{FE6C6E2B-D491-488F-8A4C-E6DC53871264}" dt="2024-06-27T02:07:12.328" v="13787" actId="1076"/>
          <ac:grpSpMkLst>
            <pc:docMk/>
            <pc:sldMk cId="1802198208" sldId="286"/>
            <ac:grpSpMk id="20" creationId="{3EB43FF8-8C40-611F-CE63-9CA3EDF063C6}"/>
          </ac:grpSpMkLst>
        </pc:grpChg>
        <pc:picChg chg="del">
          <ac:chgData name="shibariku0623@icloud.com" userId="47b6e960b06a1f92" providerId="LiveId" clId="{FE6C6E2B-D491-488F-8A4C-E6DC53871264}" dt="2024-06-27T01:08:45.592" v="12990" actId="478"/>
          <ac:picMkLst>
            <pc:docMk/>
            <pc:sldMk cId="1802198208" sldId="286"/>
            <ac:picMk id="6" creationId="{83AB4DF1-0555-5B91-EC91-7D51548F6C0C}"/>
          </ac:picMkLst>
        </pc:picChg>
        <pc:picChg chg="add del mod">
          <ac:chgData name="shibariku0623@icloud.com" userId="47b6e960b06a1f92" providerId="LiveId" clId="{FE6C6E2B-D491-488F-8A4C-E6DC53871264}" dt="2024-06-27T02:04:44.216" v="13748" actId="478"/>
          <ac:picMkLst>
            <pc:docMk/>
            <pc:sldMk cId="1802198208" sldId="286"/>
            <ac:picMk id="11" creationId="{E093F0D7-B101-6D29-ED6F-14B3CABB05F5}"/>
          </ac:picMkLst>
        </pc:picChg>
      </pc:sldChg>
      <pc:sldChg chg="addSp delSp modSp add mod">
        <pc:chgData name="shibariku0623@icloud.com" userId="47b6e960b06a1f92" providerId="LiveId" clId="{FE6C6E2B-D491-488F-8A4C-E6DC53871264}" dt="2024-06-28T03:41:32.450" v="16007" actId="20577"/>
        <pc:sldMkLst>
          <pc:docMk/>
          <pc:sldMk cId="1636698577" sldId="287"/>
        </pc:sldMkLst>
        <pc:spChg chg="del">
          <ac:chgData name="shibariku0623@icloud.com" userId="47b6e960b06a1f92" providerId="LiveId" clId="{FE6C6E2B-D491-488F-8A4C-E6DC53871264}" dt="2024-06-27T02:07:20.793" v="13788" actId="478"/>
          <ac:spMkLst>
            <pc:docMk/>
            <pc:sldMk cId="1636698577" sldId="287"/>
            <ac:spMk id="3" creationId="{A671FA49-8876-FA00-8757-D6741CD09194}"/>
          </ac:spMkLst>
        </pc:spChg>
        <pc:spChg chg="add mod">
          <ac:chgData name="shibariku0623@icloud.com" userId="47b6e960b06a1f92" providerId="LiveId" clId="{FE6C6E2B-D491-488F-8A4C-E6DC53871264}" dt="2024-06-27T02:09:07.922" v="13831" actId="1076"/>
          <ac:spMkLst>
            <pc:docMk/>
            <pc:sldMk cId="1636698577" sldId="287"/>
            <ac:spMk id="4" creationId="{5C6F6B3E-4D35-717F-CB27-78919D347508}"/>
          </ac:spMkLst>
        </pc:spChg>
        <pc:spChg chg="del">
          <ac:chgData name="shibariku0623@icloud.com" userId="47b6e960b06a1f92" providerId="LiveId" clId="{FE6C6E2B-D491-488F-8A4C-E6DC53871264}" dt="2024-06-27T02:07:20.793" v="13788" actId="478"/>
          <ac:spMkLst>
            <pc:docMk/>
            <pc:sldMk cId="1636698577" sldId="287"/>
            <ac:spMk id="5" creationId="{E1FB1424-1BC7-F7F0-3FFD-D42501EC633E}"/>
          </ac:spMkLst>
        </pc:spChg>
        <pc:spChg chg="add mod">
          <ac:chgData name="shibariku0623@icloud.com" userId="47b6e960b06a1f92" providerId="LiveId" clId="{FE6C6E2B-D491-488F-8A4C-E6DC53871264}" dt="2024-06-27T02:50:34.498" v="14733" actId="113"/>
          <ac:spMkLst>
            <pc:docMk/>
            <pc:sldMk cId="1636698577" sldId="287"/>
            <ac:spMk id="6" creationId="{898E18D8-F5F1-97A9-D236-A39CEA43B3FE}"/>
          </ac:spMkLst>
        </pc:spChg>
        <pc:spChg chg="add mod">
          <ac:chgData name="shibariku0623@icloud.com" userId="47b6e960b06a1f92" providerId="LiveId" clId="{FE6C6E2B-D491-488F-8A4C-E6DC53871264}" dt="2024-06-27T02:32:11.731" v="14233" actId="1076"/>
          <ac:spMkLst>
            <pc:docMk/>
            <pc:sldMk cId="1636698577" sldId="287"/>
            <ac:spMk id="7" creationId="{379C40B9-5E76-59F7-B2FB-1B48DB9BFCFE}"/>
          </ac:spMkLst>
        </pc:spChg>
        <pc:spChg chg="add mod">
          <ac:chgData name="shibariku0623@icloud.com" userId="47b6e960b06a1f92" providerId="LiveId" clId="{FE6C6E2B-D491-488F-8A4C-E6DC53871264}" dt="2024-06-28T03:41:11.037" v="16003" actId="20577"/>
          <ac:spMkLst>
            <pc:docMk/>
            <pc:sldMk cId="1636698577" sldId="287"/>
            <ac:spMk id="8" creationId="{F9873944-365C-5225-7F9C-8C9508D16073}"/>
          </ac:spMkLst>
        </pc:spChg>
        <pc:spChg chg="add mod">
          <ac:chgData name="shibariku0623@icloud.com" userId="47b6e960b06a1f92" providerId="LiveId" clId="{FE6C6E2B-D491-488F-8A4C-E6DC53871264}" dt="2024-06-27T02:45:51.560" v="14535" actId="1076"/>
          <ac:spMkLst>
            <pc:docMk/>
            <pc:sldMk cId="1636698577" sldId="287"/>
            <ac:spMk id="9" creationId="{8F863110-9951-5AF4-BAB5-3AE5B777DCDC}"/>
          </ac:spMkLst>
        </pc:spChg>
        <pc:spChg chg="add mod">
          <ac:chgData name="shibariku0623@icloud.com" userId="47b6e960b06a1f92" providerId="LiveId" clId="{FE6C6E2B-D491-488F-8A4C-E6DC53871264}" dt="2024-06-28T03:41:32.450" v="16007" actId="20577"/>
          <ac:spMkLst>
            <pc:docMk/>
            <pc:sldMk cId="1636698577" sldId="287"/>
            <ac:spMk id="10" creationId="{5A648C3A-AD58-B56C-790C-B2D7DBE32F27}"/>
          </ac:spMkLst>
        </pc:spChg>
        <pc:spChg chg="add mod">
          <ac:chgData name="shibariku0623@icloud.com" userId="47b6e960b06a1f92" providerId="LiveId" clId="{FE6C6E2B-D491-488F-8A4C-E6DC53871264}" dt="2024-06-27T02:52:04.625" v="14806" actId="14100"/>
          <ac:spMkLst>
            <pc:docMk/>
            <pc:sldMk cId="1636698577" sldId="287"/>
            <ac:spMk id="12" creationId="{0742133F-F262-4B37-BB9C-85727A19DFF5}"/>
          </ac:spMkLst>
        </pc:spChg>
        <pc:spChg chg="del">
          <ac:chgData name="shibariku0623@icloud.com" userId="47b6e960b06a1f92" providerId="LiveId" clId="{FE6C6E2B-D491-488F-8A4C-E6DC53871264}" dt="2024-06-27T02:07:20.793" v="13788" actId="478"/>
          <ac:spMkLst>
            <pc:docMk/>
            <pc:sldMk cId="1636698577" sldId="287"/>
            <ac:spMk id="13" creationId="{F25625AB-92ED-DD97-0589-A5D6DDCCBB2A}"/>
          </ac:spMkLst>
        </pc:spChg>
        <pc:spChg chg="del">
          <ac:chgData name="shibariku0623@icloud.com" userId="47b6e960b06a1f92" providerId="LiveId" clId="{FE6C6E2B-D491-488F-8A4C-E6DC53871264}" dt="2024-06-27T02:07:20.793" v="13788" actId="478"/>
          <ac:spMkLst>
            <pc:docMk/>
            <pc:sldMk cId="1636698577" sldId="287"/>
            <ac:spMk id="14" creationId="{670AB6E3-7E92-DD34-6A7C-036A9EBE0AE4}"/>
          </ac:spMkLst>
        </pc:spChg>
        <pc:picChg chg="mod">
          <ac:chgData name="shibariku0623@icloud.com" userId="47b6e960b06a1f92" providerId="LiveId" clId="{FE6C6E2B-D491-488F-8A4C-E6DC53871264}" dt="2024-06-27T02:48:05.699" v="14537" actId="1076"/>
          <ac:picMkLst>
            <pc:docMk/>
            <pc:sldMk cId="1636698577" sldId="287"/>
            <ac:picMk id="11" creationId="{E093F0D7-B101-6D29-ED6F-14B3CABB05F5}"/>
          </ac:picMkLst>
        </pc:picChg>
      </pc:sldChg>
      <pc:sldChg chg="addSp delSp modSp add mod">
        <pc:chgData name="shibariku0623@icloud.com" userId="47b6e960b06a1f92" providerId="LiveId" clId="{FE6C6E2B-D491-488F-8A4C-E6DC53871264}" dt="2024-06-28T03:42:07.823" v="16018" actId="20577"/>
        <pc:sldMkLst>
          <pc:docMk/>
          <pc:sldMk cId="789486347" sldId="288"/>
        </pc:sldMkLst>
        <pc:spChg chg="del">
          <ac:chgData name="shibariku0623@icloud.com" userId="47b6e960b06a1f92" providerId="LiveId" clId="{FE6C6E2B-D491-488F-8A4C-E6DC53871264}" dt="2024-06-27T02:55:32.882" v="14808" actId="478"/>
          <ac:spMkLst>
            <pc:docMk/>
            <pc:sldMk cId="789486347" sldId="288"/>
            <ac:spMk id="4" creationId="{5C6F6B3E-4D35-717F-CB27-78919D347508}"/>
          </ac:spMkLst>
        </pc:spChg>
        <pc:spChg chg="add mod">
          <ac:chgData name="shibariku0623@icloud.com" userId="47b6e960b06a1f92" providerId="LiveId" clId="{FE6C6E2B-D491-488F-8A4C-E6DC53871264}" dt="2024-06-28T03:42:04.142" v="16016" actId="20577"/>
          <ac:spMkLst>
            <pc:docMk/>
            <pc:sldMk cId="789486347" sldId="288"/>
            <ac:spMk id="6" creationId="{7DABB26A-C97F-78F1-0D91-1E43F68CF3D5}"/>
          </ac:spMkLst>
        </pc:spChg>
        <pc:spChg chg="del">
          <ac:chgData name="shibariku0623@icloud.com" userId="47b6e960b06a1f92" providerId="LiveId" clId="{FE6C6E2B-D491-488F-8A4C-E6DC53871264}" dt="2024-06-27T02:55:32.882" v="14808" actId="478"/>
          <ac:spMkLst>
            <pc:docMk/>
            <pc:sldMk cId="789486347" sldId="288"/>
            <ac:spMk id="6" creationId="{898E18D8-F5F1-97A9-D236-A39CEA43B3FE}"/>
          </ac:spMkLst>
        </pc:spChg>
        <pc:spChg chg="del">
          <ac:chgData name="shibariku0623@icloud.com" userId="47b6e960b06a1f92" providerId="LiveId" clId="{FE6C6E2B-D491-488F-8A4C-E6DC53871264}" dt="2024-06-27T02:55:32.882" v="14808" actId="478"/>
          <ac:spMkLst>
            <pc:docMk/>
            <pc:sldMk cId="789486347" sldId="288"/>
            <ac:spMk id="7" creationId="{379C40B9-5E76-59F7-B2FB-1B48DB9BFCFE}"/>
          </ac:spMkLst>
        </pc:spChg>
        <pc:spChg chg="add mod">
          <ac:chgData name="shibariku0623@icloud.com" userId="47b6e960b06a1f92" providerId="LiveId" clId="{FE6C6E2B-D491-488F-8A4C-E6DC53871264}" dt="2024-06-28T03:42:07.823" v="16018" actId="20577"/>
          <ac:spMkLst>
            <pc:docMk/>
            <pc:sldMk cId="789486347" sldId="288"/>
            <ac:spMk id="7" creationId="{F58248ED-6A15-AD7A-53AD-86D6EB1BC944}"/>
          </ac:spMkLst>
        </pc:spChg>
        <pc:spChg chg="add mod">
          <ac:chgData name="shibariku0623@icloud.com" userId="47b6e960b06a1f92" providerId="LiveId" clId="{FE6C6E2B-D491-488F-8A4C-E6DC53871264}" dt="2024-06-27T02:57:05.106" v="14928" actId="14100"/>
          <ac:spMkLst>
            <pc:docMk/>
            <pc:sldMk cId="789486347" sldId="288"/>
            <ac:spMk id="8" creationId="{E52BFF80-11B1-3327-46EB-16F23C255200}"/>
          </ac:spMkLst>
        </pc:spChg>
        <pc:spChg chg="del">
          <ac:chgData name="shibariku0623@icloud.com" userId="47b6e960b06a1f92" providerId="LiveId" clId="{FE6C6E2B-D491-488F-8A4C-E6DC53871264}" dt="2024-06-27T02:55:32.882" v="14808" actId="478"/>
          <ac:spMkLst>
            <pc:docMk/>
            <pc:sldMk cId="789486347" sldId="288"/>
            <ac:spMk id="9" creationId="{8F863110-9951-5AF4-BAB5-3AE5B777DCDC}"/>
          </ac:spMkLst>
        </pc:spChg>
        <pc:spChg chg="add mod">
          <ac:chgData name="shibariku0623@icloud.com" userId="47b6e960b06a1f92" providerId="LiveId" clId="{FE6C6E2B-D491-488F-8A4C-E6DC53871264}" dt="2024-06-27T03:15:44.988" v="15639" actId="1076"/>
          <ac:spMkLst>
            <pc:docMk/>
            <pc:sldMk cId="789486347" sldId="288"/>
            <ac:spMk id="10" creationId="{4D08AC36-5757-3C59-A38D-14985C3AC3E5}"/>
          </ac:spMkLst>
        </pc:spChg>
        <pc:spChg chg="del">
          <ac:chgData name="shibariku0623@icloud.com" userId="47b6e960b06a1f92" providerId="LiveId" clId="{FE6C6E2B-D491-488F-8A4C-E6DC53871264}" dt="2024-06-27T02:55:32.882" v="14808" actId="478"/>
          <ac:spMkLst>
            <pc:docMk/>
            <pc:sldMk cId="789486347" sldId="288"/>
            <ac:spMk id="12" creationId="{0742133F-F262-4B37-BB9C-85727A19DFF5}"/>
          </ac:spMkLst>
        </pc:spChg>
        <pc:spChg chg="add mod">
          <ac:chgData name="shibariku0623@icloud.com" userId="47b6e960b06a1f92" providerId="LiveId" clId="{FE6C6E2B-D491-488F-8A4C-E6DC53871264}" dt="2024-06-27T03:00:56.816" v="15299" actId="20577"/>
          <ac:spMkLst>
            <pc:docMk/>
            <pc:sldMk cId="789486347" sldId="288"/>
            <ac:spMk id="13" creationId="{9E560233-5ED9-3386-197E-9CA9E445138A}"/>
          </ac:spMkLst>
        </pc:spChg>
        <pc:spChg chg="mod topLvl">
          <ac:chgData name="shibariku0623@icloud.com" userId="47b6e960b06a1f92" providerId="LiveId" clId="{FE6C6E2B-D491-488F-8A4C-E6DC53871264}" dt="2024-06-27T03:15:12.354" v="15632" actId="1076"/>
          <ac:spMkLst>
            <pc:docMk/>
            <pc:sldMk cId="789486347" sldId="288"/>
            <ac:spMk id="15" creationId="{6C7B4763-2C2F-4799-F61A-02F9BE477BB4}"/>
          </ac:spMkLst>
        </pc:spChg>
        <pc:spChg chg="del mod topLvl">
          <ac:chgData name="shibariku0623@icloud.com" userId="47b6e960b06a1f92" providerId="LiveId" clId="{FE6C6E2B-D491-488F-8A4C-E6DC53871264}" dt="2024-06-27T03:09:07.545" v="15309" actId="478"/>
          <ac:spMkLst>
            <pc:docMk/>
            <pc:sldMk cId="789486347" sldId="288"/>
            <ac:spMk id="16" creationId="{B11EF8B1-3682-E098-0F0B-F19417E3334F}"/>
          </ac:spMkLst>
        </pc:spChg>
        <pc:spChg chg="mod topLvl">
          <ac:chgData name="shibariku0623@icloud.com" userId="47b6e960b06a1f92" providerId="LiveId" clId="{FE6C6E2B-D491-488F-8A4C-E6DC53871264}" dt="2024-06-27T03:15:31.327" v="15636" actId="1076"/>
          <ac:spMkLst>
            <pc:docMk/>
            <pc:sldMk cId="789486347" sldId="288"/>
            <ac:spMk id="17" creationId="{D399835D-7ED3-7EF4-6000-4679F37BA59B}"/>
          </ac:spMkLst>
        </pc:spChg>
        <pc:grpChg chg="add del mod">
          <ac:chgData name="shibariku0623@icloud.com" userId="47b6e960b06a1f92" providerId="LiveId" clId="{FE6C6E2B-D491-488F-8A4C-E6DC53871264}" dt="2024-06-27T03:09:01.113" v="15308" actId="165"/>
          <ac:grpSpMkLst>
            <pc:docMk/>
            <pc:sldMk cId="789486347" sldId="288"/>
            <ac:grpSpMk id="14" creationId="{5664D444-61C0-F16D-89C1-D2E54F6CD5CB}"/>
          </ac:grpSpMkLst>
        </pc:grpChg>
        <pc:picChg chg="add mod">
          <ac:chgData name="shibariku0623@icloud.com" userId="47b6e960b06a1f92" providerId="LiveId" clId="{FE6C6E2B-D491-488F-8A4C-E6DC53871264}" dt="2024-06-27T03:15:42.297" v="15638" actId="1076"/>
          <ac:picMkLst>
            <pc:docMk/>
            <pc:sldMk cId="789486347" sldId="288"/>
            <ac:picMk id="5" creationId="{E20CF9FE-4654-40B1-D0F5-BD975D0079EB}"/>
          </ac:picMkLst>
        </pc:picChg>
        <pc:picChg chg="del">
          <ac:chgData name="shibariku0623@icloud.com" userId="47b6e960b06a1f92" providerId="LiveId" clId="{FE6C6E2B-D491-488F-8A4C-E6DC53871264}" dt="2024-06-27T02:55:32.882" v="14808" actId="478"/>
          <ac:picMkLst>
            <pc:docMk/>
            <pc:sldMk cId="789486347" sldId="288"/>
            <ac:picMk id="11" creationId="{E093F0D7-B101-6D29-ED6F-14B3CABB05F5}"/>
          </ac:picMkLst>
        </pc:picChg>
      </pc:sldChg>
      <pc:sldChg chg="add del">
        <pc:chgData name="shibariku0623@icloud.com" userId="47b6e960b06a1f92" providerId="LiveId" clId="{FE6C6E2B-D491-488F-8A4C-E6DC53871264}" dt="2024-06-27T03:15:58.699" v="15641" actId="47"/>
        <pc:sldMkLst>
          <pc:docMk/>
          <pc:sldMk cId="2290337170" sldId="289"/>
        </pc:sldMkLst>
      </pc:sldChg>
      <pc:sldChg chg="addSp delSp modSp add mod ord">
        <pc:chgData name="shibariku0623@icloud.com" userId="47b6e960b06a1f92" providerId="LiveId" clId="{FE6C6E2B-D491-488F-8A4C-E6DC53871264}" dt="2024-06-27T03:18:05.153" v="15878" actId="1076"/>
        <pc:sldMkLst>
          <pc:docMk/>
          <pc:sldMk cId="2384810333" sldId="289"/>
        </pc:sldMkLst>
        <pc:spChg chg="mod">
          <ac:chgData name="shibariku0623@icloud.com" userId="47b6e960b06a1f92" providerId="LiveId" clId="{FE6C6E2B-D491-488F-8A4C-E6DC53871264}" dt="2024-06-27T03:16:20.059" v="15667" actId="27636"/>
          <ac:spMkLst>
            <pc:docMk/>
            <pc:sldMk cId="2384810333" sldId="289"/>
            <ac:spMk id="2" creationId="{6C7DDD88-1D7F-F61D-0849-4FCAE716C48B}"/>
          </ac:spMkLst>
        </pc:spChg>
        <pc:spChg chg="add mod">
          <ac:chgData name="shibariku0623@icloud.com" userId="47b6e960b06a1f92" providerId="LiveId" clId="{FE6C6E2B-D491-488F-8A4C-E6DC53871264}" dt="2024-06-27T03:18:05.153" v="15878" actId="1076"/>
          <ac:spMkLst>
            <pc:docMk/>
            <pc:sldMk cId="2384810333" sldId="289"/>
            <ac:spMk id="3" creationId="{849AA5AD-37DC-62FD-A979-71028B8501FA}"/>
          </ac:spMkLst>
        </pc:spChg>
        <pc:spChg chg="del">
          <ac:chgData name="shibariku0623@icloud.com" userId="47b6e960b06a1f92" providerId="LiveId" clId="{FE6C6E2B-D491-488F-8A4C-E6DC53871264}" dt="2024-06-27T03:16:08.148" v="15645" actId="478"/>
          <ac:spMkLst>
            <pc:docMk/>
            <pc:sldMk cId="2384810333" sldId="289"/>
            <ac:spMk id="8" creationId="{E52BFF80-11B1-3327-46EB-16F23C255200}"/>
          </ac:spMkLst>
        </pc:spChg>
        <pc:spChg chg="del">
          <ac:chgData name="shibariku0623@icloud.com" userId="47b6e960b06a1f92" providerId="LiveId" clId="{FE6C6E2B-D491-488F-8A4C-E6DC53871264}" dt="2024-06-27T03:16:08.148" v="15645" actId="478"/>
          <ac:spMkLst>
            <pc:docMk/>
            <pc:sldMk cId="2384810333" sldId="289"/>
            <ac:spMk id="10" creationId="{4D08AC36-5757-3C59-A38D-14985C3AC3E5}"/>
          </ac:spMkLst>
        </pc:spChg>
        <pc:spChg chg="del">
          <ac:chgData name="shibariku0623@icloud.com" userId="47b6e960b06a1f92" providerId="LiveId" clId="{FE6C6E2B-D491-488F-8A4C-E6DC53871264}" dt="2024-06-27T03:16:08.148" v="15645" actId="478"/>
          <ac:spMkLst>
            <pc:docMk/>
            <pc:sldMk cId="2384810333" sldId="289"/>
            <ac:spMk id="13" creationId="{9E560233-5ED9-3386-197E-9CA9E445138A}"/>
          </ac:spMkLst>
        </pc:spChg>
        <pc:spChg chg="del">
          <ac:chgData name="shibariku0623@icloud.com" userId="47b6e960b06a1f92" providerId="LiveId" clId="{FE6C6E2B-D491-488F-8A4C-E6DC53871264}" dt="2024-06-27T03:16:08.148" v="15645" actId="478"/>
          <ac:spMkLst>
            <pc:docMk/>
            <pc:sldMk cId="2384810333" sldId="289"/>
            <ac:spMk id="15" creationId="{6C7B4763-2C2F-4799-F61A-02F9BE477BB4}"/>
          </ac:spMkLst>
        </pc:spChg>
        <pc:spChg chg="del">
          <ac:chgData name="shibariku0623@icloud.com" userId="47b6e960b06a1f92" providerId="LiveId" clId="{FE6C6E2B-D491-488F-8A4C-E6DC53871264}" dt="2024-06-27T03:16:08.148" v="15645" actId="478"/>
          <ac:spMkLst>
            <pc:docMk/>
            <pc:sldMk cId="2384810333" sldId="289"/>
            <ac:spMk id="17" creationId="{D399835D-7ED3-7EF4-6000-4679F37BA59B}"/>
          </ac:spMkLst>
        </pc:spChg>
        <pc:picChg chg="del">
          <ac:chgData name="shibariku0623@icloud.com" userId="47b6e960b06a1f92" providerId="LiveId" clId="{FE6C6E2B-D491-488F-8A4C-E6DC53871264}" dt="2024-06-27T03:16:08.148" v="15645" actId="478"/>
          <ac:picMkLst>
            <pc:docMk/>
            <pc:sldMk cId="2384810333" sldId="289"/>
            <ac:picMk id="5" creationId="{E20CF9FE-4654-40B1-D0F5-BD975D0079E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0E61B6-232F-453D-9E87-451544F24053}" type="datetimeFigureOut">
              <a:rPr kumimoji="1" lang="ja-JP" altLang="en-US" smtClean="0"/>
              <a:t>2024/6/28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AA191A-DDBA-4ADC-AFD0-DD674EA48DBF}" type="slidenum">
              <a:rPr kumimoji="1" lang="ja-JP" altLang="en-US" smtClean="0"/>
              <a:t>‹#›</a:t>
            </a:fld>
            <a:endParaRPr kumimoji="1" lang="ja-JP" altLang="en-US"/>
          </a:p>
        </p:txBody>
      </p:sp>
    </p:spTree>
    <p:extLst>
      <p:ext uri="{BB962C8B-B14F-4D97-AF65-F5344CB8AC3E}">
        <p14:creationId xmlns:p14="http://schemas.microsoft.com/office/powerpoint/2010/main" val="127852513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659025E6-C0E2-44BA-B7DC-1A0FAEC0E642}" type="datetime1">
              <a:rPr kumimoji="1" lang="ja-JP" altLang="en-US" smtClean="0"/>
              <a:t>2024/6/28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53CC62E-8007-4AE4-97B4-A3E2DB5FED0F}" type="slidenum">
              <a:rPr kumimoji="1" lang="ja-JP" altLang="en-US" smtClean="0"/>
              <a:t>‹#›</a:t>
            </a:fld>
            <a:endParaRPr kumimoji="1" lang="ja-JP" altLang="en-US"/>
          </a:p>
        </p:txBody>
      </p:sp>
    </p:spTree>
    <p:extLst>
      <p:ext uri="{BB962C8B-B14F-4D97-AF65-F5344CB8AC3E}">
        <p14:creationId xmlns:p14="http://schemas.microsoft.com/office/powerpoint/2010/main" val="206295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29A9CF3-D7FD-4FB6-B492-1B16911A1CEC}" type="datetime1">
              <a:rPr kumimoji="1" lang="ja-JP" altLang="en-US" smtClean="0"/>
              <a:t>2024/6/28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53CC62E-8007-4AE4-97B4-A3E2DB5FED0F}" type="slidenum">
              <a:rPr kumimoji="1" lang="ja-JP" altLang="en-US" smtClean="0"/>
              <a:t>‹#›</a:t>
            </a:fld>
            <a:endParaRPr kumimoji="1" lang="ja-JP" altLang="en-US"/>
          </a:p>
        </p:txBody>
      </p:sp>
    </p:spTree>
    <p:extLst>
      <p:ext uri="{BB962C8B-B14F-4D97-AF65-F5344CB8AC3E}">
        <p14:creationId xmlns:p14="http://schemas.microsoft.com/office/powerpoint/2010/main" val="2246286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3D8E7D44-4358-46BA-A3C5-5E2286DE25CE}" type="datetime1">
              <a:rPr kumimoji="1" lang="ja-JP" altLang="en-US" smtClean="0"/>
              <a:t>2024/6/28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53CC62E-8007-4AE4-97B4-A3E2DB5FED0F}" type="slidenum">
              <a:rPr kumimoji="1" lang="ja-JP" altLang="en-US" smtClean="0"/>
              <a:t>‹#›</a:t>
            </a:fld>
            <a:endParaRPr kumimoji="1" lang="ja-JP" altLang="en-US"/>
          </a:p>
        </p:txBody>
      </p:sp>
    </p:spTree>
    <p:extLst>
      <p:ext uri="{BB962C8B-B14F-4D97-AF65-F5344CB8AC3E}">
        <p14:creationId xmlns:p14="http://schemas.microsoft.com/office/powerpoint/2010/main" val="30524061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08EF8E49-C0D7-40F3-B724-D3483F1CD607}" type="datetime1">
              <a:rPr kumimoji="1" lang="ja-JP" altLang="en-US" smtClean="0"/>
              <a:t>2024/6/28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F53CC62E-8007-4AE4-97B4-A3E2DB5FED0F}" type="slidenum">
              <a:rPr kumimoji="1" lang="ja-JP" altLang="en-US" smtClean="0"/>
              <a:t>‹#›</a:t>
            </a:fld>
            <a:endParaRPr kumimoji="1" lang="ja-JP" altLang="en-US"/>
          </a:p>
        </p:txBody>
      </p:sp>
    </p:spTree>
    <p:extLst>
      <p:ext uri="{BB962C8B-B14F-4D97-AF65-F5344CB8AC3E}">
        <p14:creationId xmlns:p14="http://schemas.microsoft.com/office/powerpoint/2010/main" val="4552247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DD30C715-E505-4EA7-B799-1D94364AF80F}" type="datetime1">
              <a:rPr kumimoji="1" lang="ja-JP" altLang="en-US" smtClean="0"/>
              <a:t>2024/6/28</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F53CC62E-8007-4AE4-97B4-A3E2DB5FED0F}" type="slidenum">
              <a:rPr kumimoji="1" lang="ja-JP" altLang="en-US" smtClean="0"/>
              <a:t>‹#›</a:t>
            </a:fld>
            <a:endParaRPr kumimoji="1" lang="ja-JP" altLang="en-US"/>
          </a:p>
        </p:txBody>
      </p:sp>
    </p:spTree>
    <p:extLst>
      <p:ext uri="{BB962C8B-B14F-4D97-AF65-F5344CB8AC3E}">
        <p14:creationId xmlns:p14="http://schemas.microsoft.com/office/powerpoint/2010/main" val="2223077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3DABD6A2-F9AE-4E7F-B053-FC250F144B72}" type="datetime1">
              <a:rPr kumimoji="1" lang="ja-JP" altLang="en-US" smtClean="0"/>
              <a:t>2024/6/28</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F53CC62E-8007-4AE4-97B4-A3E2DB5FED0F}" type="slidenum">
              <a:rPr kumimoji="1" lang="ja-JP" altLang="en-US" smtClean="0"/>
              <a:t>‹#›</a:t>
            </a:fld>
            <a:endParaRPr kumimoji="1" lang="ja-JP" altLang="en-US"/>
          </a:p>
        </p:txBody>
      </p:sp>
    </p:spTree>
    <p:extLst>
      <p:ext uri="{BB962C8B-B14F-4D97-AF65-F5344CB8AC3E}">
        <p14:creationId xmlns:p14="http://schemas.microsoft.com/office/powerpoint/2010/main" val="722302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600CFD-8788-499D-9696-6FE4566A780E}" type="datetime1">
              <a:rPr kumimoji="1" lang="ja-JP" altLang="en-US" smtClean="0"/>
              <a:t>2024/6/28</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F53CC62E-8007-4AE4-97B4-A3E2DB5FED0F}" type="slidenum">
              <a:rPr kumimoji="1" lang="ja-JP" altLang="en-US" smtClean="0"/>
              <a:t>‹#›</a:t>
            </a:fld>
            <a:endParaRPr kumimoji="1" lang="ja-JP" altLang="en-US"/>
          </a:p>
        </p:txBody>
      </p:sp>
    </p:spTree>
    <p:extLst>
      <p:ext uri="{BB962C8B-B14F-4D97-AF65-F5344CB8AC3E}">
        <p14:creationId xmlns:p14="http://schemas.microsoft.com/office/powerpoint/2010/main" val="4128895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ja-JP" altLang="en-US"/>
              <a:t>マスター タイトルの書式設定</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E3AC3CBB-32AB-446D-ACBB-D5B138185602}" type="datetime1">
              <a:rPr kumimoji="1" lang="ja-JP" altLang="en-US" smtClean="0"/>
              <a:t>2024/6/28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F53CC62E-8007-4AE4-97B4-A3E2DB5FED0F}" type="slidenum">
              <a:rPr kumimoji="1" lang="ja-JP" altLang="en-US" smtClean="0"/>
              <a:t>‹#›</a:t>
            </a:fld>
            <a:endParaRPr kumimoji="1" lang="ja-JP" altLang="en-US"/>
          </a:p>
        </p:txBody>
      </p:sp>
    </p:spTree>
    <p:extLst>
      <p:ext uri="{BB962C8B-B14F-4D97-AF65-F5344CB8AC3E}">
        <p14:creationId xmlns:p14="http://schemas.microsoft.com/office/powerpoint/2010/main" val="13495365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B4E73AB4-7771-45EA-AB8B-855931B7FF99}" type="datetime1">
              <a:rPr kumimoji="1" lang="ja-JP" altLang="en-US" smtClean="0"/>
              <a:t>2024/6/28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F53CC62E-8007-4AE4-97B4-A3E2DB5FED0F}" type="slidenum">
              <a:rPr kumimoji="1" lang="ja-JP" altLang="en-US" smtClean="0"/>
              <a:t>‹#›</a:t>
            </a:fld>
            <a:endParaRPr kumimoji="1" lang="ja-JP" altLang="en-US"/>
          </a:p>
        </p:txBody>
      </p:sp>
    </p:spTree>
    <p:extLst>
      <p:ext uri="{BB962C8B-B14F-4D97-AF65-F5344CB8AC3E}">
        <p14:creationId xmlns:p14="http://schemas.microsoft.com/office/powerpoint/2010/main" val="8030935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E2C76ADB-99C8-4ADF-A7C5-D8012D40B536}" type="datetime1">
              <a:rPr kumimoji="1" lang="ja-JP" altLang="en-US" smtClean="0"/>
              <a:t>2024/6/28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53CC62E-8007-4AE4-97B4-A3E2DB5FED0F}" type="slidenum">
              <a:rPr kumimoji="1" lang="ja-JP" altLang="en-US" smtClean="0"/>
              <a:t>‹#›</a:t>
            </a:fld>
            <a:endParaRPr kumimoji="1" lang="ja-JP" altLang="en-US"/>
          </a:p>
        </p:txBody>
      </p:sp>
    </p:spTree>
    <p:extLst>
      <p:ext uri="{BB962C8B-B14F-4D97-AF65-F5344CB8AC3E}">
        <p14:creationId xmlns:p14="http://schemas.microsoft.com/office/powerpoint/2010/main" val="1942702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引用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ja-JP" altLang="en-US"/>
              <a:t>マスター タイトルの書式設定</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91E34F70-C83E-4A30-A1FA-46202705D93C}" type="datetime1">
              <a:rPr kumimoji="1" lang="ja-JP" altLang="en-US" smtClean="0"/>
              <a:t>2024/6/28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53CC62E-8007-4AE4-97B4-A3E2DB5FED0F}" type="slidenum">
              <a:rPr kumimoji="1" lang="ja-JP" altLang="en-US" smtClean="0"/>
              <a:t>‹#›</a:t>
            </a:fld>
            <a:endParaRPr kumimoji="1" lang="ja-JP" alt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0464327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札">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B89A9169-909A-4705-8E76-604EE512577B}" type="datetime1">
              <a:rPr kumimoji="1" lang="ja-JP" altLang="en-US" smtClean="0"/>
              <a:t>2024/6/28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53CC62E-8007-4AE4-97B4-A3E2DB5FED0F}" type="slidenum">
              <a:rPr kumimoji="1" lang="ja-JP" altLang="en-US" smtClean="0"/>
              <a:t>‹#›</a:t>
            </a:fld>
            <a:endParaRPr kumimoji="1" lang="ja-JP" altLang="en-US"/>
          </a:p>
        </p:txBody>
      </p:sp>
    </p:spTree>
    <p:extLst>
      <p:ext uri="{BB962C8B-B14F-4D97-AF65-F5344CB8AC3E}">
        <p14:creationId xmlns:p14="http://schemas.microsoft.com/office/powerpoint/2010/main" val="23689085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用付きの名札">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ja-JP" altLang="en-US"/>
              <a:t>マスター タイトルの書式設定</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3B5C4F8D-35DA-4013-9525-D1909763EF06}" type="datetime1">
              <a:rPr kumimoji="1" lang="ja-JP" altLang="en-US" smtClean="0"/>
              <a:t>2024/6/28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53CC62E-8007-4AE4-97B4-A3E2DB5FED0F}" type="slidenum">
              <a:rPr kumimoji="1" lang="ja-JP" altLang="en-US" smtClean="0"/>
              <a:t>‹#›</a:t>
            </a:fld>
            <a:endParaRPr kumimoji="1" lang="ja-JP" alt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6682293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または偽">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ja-JP" altLang="en-US"/>
              <a:t>マスター タイトルの書式設定</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73C95726-FFE5-4717-ACDA-4660D77D3962}" type="datetime1">
              <a:rPr kumimoji="1" lang="ja-JP" altLang="en-US" smtClean="0"/>
              <a:t>2024/6/28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53CC62E-8007-4AE4-97B4-A3E2DB5FED0F}" type="slidenum">
              <a:rPr kumimoji="1" lang="ja-JP" altLang="en-US" smtClean="0"/>
              <a:t>‹#›</a:t>
            </a:fld>
            <a:endParaRPr kumimoji="1" lang="ja-JP" altLang="en-US"/>
          </a:p>
        </p:txBody>
      </p:sp>
    </p:spTree>
    <p:extLst>
      <p:ext uri="{BB962C8B-B14F-4D97-AF65-F5344CB8AC3E}">
        <p14:creationId xmlns:p14="http://schemas.microsoft.com/office/powerpoint/2010/main" val="13859729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036016F-1AF2-41D9-B4AB-49C1A71F6144}" type="datetime1">
              <a:rPr kumimoji="1" lang="ja-JP" altLang="en-US" smtClean="0"/>
              <a:t>2024/6/28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53CC62E-8007-4AE4-97B4-A3E2DB5FED0F}" type="slidenum">
              <a:rPr kumimoji="1" lang="ja-JP" altLang="en-US" smtClean="0"/>
              <a:t>‹#›</a:t>
            </a:fld>
            <a:endParaRPr kumimoji="1" lang="ja-JP" altLang="en-US"/>
          </a:p>
        </p:txBody>
      </p:sp>
    </p:spTree>
    <p:extLst>
      <p:ext uri="{BB962C8B-B14F-4D97-AF65-F5344CB8AC3E}">
        <p14:creationId xmlns:p14="http://schemas.microsoft.com/office/powerpoint/2010/main" val="929343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7AA3CECE-49CB-4177-A0D9-A84882C00E7A}" type="datetime1">
              <a:rPr kumimoji="1" lang="ja-JP" altLang="en-US" smtClean="0"/>
              <a:t>2024/6/28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53CC62E-8007-4AE4-97B4-A3E2DB5FED0F}" type="slidenum">
              <a:rPr kumimoji="1" lang="ja-JP" altLang="en-US" smtClean="0"/>
              <a:t>‹#›</a:t>
            </a:fld>
            <a:endParaRPr kumimoji="1" lang="ja-JP" altLang="en-US"/>
          </a:p>
        </p:txBody>
      </p:sp>
    </p:spTree>
    <p:extLst>
      <p:ext uri="{BB962C8B-B14F-4D97-AF65-F5344CB8AC3E}">
        <p14:creationId xmlns:p14="http://schemas.microsoft.com/office/powerpoint/2010/main" val="38689868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599235D-BFCF-44DF-BA55-1BCEA305DF79}" type="datetime1">
              <a:rPr kumimoji="1" lang="ja-JP" altLang="en-US" smtClean="0"/>
              <a:t>2024/6/28</a:t>
            </a:fld>
            <a:endParaRPr kumimoji="1" lang="ja-JP" alt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53CC62E-8007-4AE4-97B4-A3E2DB5FED0F}" type="slidenum">
              <a:rPr kumimoji="1" lang="ja-JP" altLang="en-US" smtClean="0"/>
              <a:t>‹#›</a:t>
            </a:fld>
            <a:endParaRPr kumimoji="1" lang="ja-JP" altLang="en-US"/>
          </a:p>
        </p:txBody>
      </p:sp>
    </p:spTree>
    <p:extLst>
      <p:ext uri="{BB962C8B-B14F-4D97-AF65-F5344CB8AC3E}">
        <p14:creationId xmlns:p14="http://schemas.microsoft.com/office/powerpoint/2010/main" val="269498532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hf hdr="0" ftr="0" dt="0"/>
  <p:txStyles>
    <p:title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kumimoji="1"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kumimoji="1"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kumimoji="1"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DDD88-1D7F-F61D-0849-4FCAE716C48B}"/>
              </a:ext>
            </a:extLst>
          </p:cNvPr>
          <p:cNvSpPr>
            <a:spLocks noGrp="1"/>
          </p:cNvSpPr>
          <p:nvPr>
            <p:ph type="ctrTitle"/>
          </p:nvPr>
        </p:nvSpPr>
        <p:spPr>
          <a:xfrm>
            <a:off x="269965" y="1765050"/>
            <a:ext cx="10023566" cy="2728571"/>
          </a:xfrm>
        </p:spPr>
        <p:txBody>
          <a:bodyPr>
            <a:normAutofit/>
          </a:bodyPr>
          <a:lstStyle/>
          <a:p>
            <a:r>
              <a:rPr lang="en-US" altLang="ja-JP" sz="2800" dirty="0">
                <a:solidFill>
                  <a:schemeClr val="tx1"/>
                </a:solidFill>
              </a:rPr>
              <a:t>Enhanced Classification of Heart Sounds Using Mel Frequency Cepstral Coefficients: A Comparative Study of Single and Ensemble Classifier Strategies</a:t>
            </a:r>
            <a:br>
              <a:rPr lang="en-US" altLang="ja-JP" sz="3200" b="1" i="0" dirty="0">
                <a:solidFill>
                  <a:schemeClr val="tx1"/>
                </a:solidFill>
                <a:effectLst/>
                <a:highlight>
                  <a:srgbClr val="FFFFFF"/>
                </a:highlight>
                <a:latin typeface="Open Sans" panose="020B0606030504020204" pitchFamily="34" charset="0"/>
              </a:rPr>
            </a:br>
            <a:r>
              <a:rPr lang="en-US" altLang="ja-JP" sz="3200" b="1" i="0" dirty="0">
                <a:solidFill>
                  <a:schemeClr val="tx1"/>
                </a:solidFill>
                <a:effectLst/>
                <a:highlight>
                  <a:srgbClr val="FFFFFF"/>
                </a:highlight>
                <a:latin typeface="Open Sans" panose="020B0606030504020204" pitchFamily="34" charset="0"/>
              </a:rPr>
              <a:t>(</a:t>
            </a:r>
            <a:r>
              <a:rPr lang="ja-JP" altLang="ja-JP" sz="1800" kern="100" dirty="0">
                <a:solidFill>
                  <a:schemeClr val="tx1"/>
                </a:solidFill>
                <a:effectLst/>
                <a:latin typeface="游明朝" panose="02020400000000000000" pitchFamily="18" charset="-128"/>
                <a:ea typeface="游明朝" panose="02020400000000000000" pitchFamily="18" charset="-128"/>
                <a:cs typeface="Times New Roman" panose="02020603050405020304" pitchFamily="18" charset="0"/>
              </a:rPr>
              <a:t>メル周波数ケプストラム係数を用いた心音の高度分類：単一およびアンサンブル分類器戦略の比較研究</a:t>
            </a:r>
            <a:r>
              <a:rPr lang="en-US" altLang="ja-JP" sz="3200" b="1" i="0" dirty="0">
                <a:solidFill>
                  <a:schemeClr val="tx1"/>
                </a:solidFill>
                <a:effectLst/>
                <a:highlight>
                  <a:srgbClr val="FFFFFF"/>
                </a:highlight>
                <a:latin typeface="Open Sans" panose="020B0606030504020204" pitchFamily="34" charset="0"/>
              </a:rPr>
              <a:t>)</a:t>
            </a:r>
            <a:endParaRPr kumimoji="1" lang="ja-JP" altLang="en-US" sz="3200" dirty="0">
              <a:solidFill>
                <a:schemeClr val="tx1"/>
              </a:solidFill>
            </a:endParaRPr>
          </a:p>
        </p:txBody>
      </p:sp>
      <p:sp>
        <p:nvSpPr>
          <p:cNvPr id="3" name="字幕 2">
            <a:extLst>
              <a:ext uri="{FF2B5EF4-FFF2-40B4-BE49-F238E27FC236}">
                <a16:creationId xmlns:a16="http://schemas.microsoft.com/office/drawing/2014/main" id="{7DC664C8-FF2A-A508-8FE5-99ABFF41B315}"/>
              </a:ext>
            </a:extLst>
          </p:cNvPr>
          <p:cNvSpPr>
            <a:spLocks noGrp="1"/>
          </p:cNvSpPr>
          <p:nvPr>
            <p:ph type="subTitle" idx="1"/>
          </p:nvPr>
        </p:nvSpPr>
        <p:spPr>
          <a:xfrm>
            <a:off x="1489650" y="4797239"/>
            <a:ext cx="7766936" cy="1096899"/>
          </a:xfrm>
        </p:spPr>
        <p:txBody>
          <a:bodyPr/>
          <a:lstStyle/>
          <a:p>
            <a:r>
              <a:rPr kumimoji="1" lang="ja-JP" altLang="en-US" dirty="0">
                <a:solidFill>
                  <a:schemeClr val="tx1"/>
                </a:solidFill>
              </a:rPr>
              <a:t>論文輪講　柴崎陸　</a:t>
            </a:r>
            <a:r>
              <a:rPr kumimoji="1" lang="en-US" altLang="ja-JP" dirty="0">
                <a:solidFill>
                  <a:schemeClr val="tx1"/>
                </a:solidFill>
              </a:rPr>
              <a:t>8121048</a:t>
            </a:r>
            <a:endParaRPr kumimoji="1" lang="ja-JP" altLang="en-US" dirty="0">
              <a:solidFill>
                <a:schemeClr val="tx1"/>
              </a:solidFill>
            </a:endParaRPr>
          </a:p>
        </p:txBody>
      </p:sp>
      <p:sp>
        <p:nvSpPr>
          <p:cNvPr id="5" name="スライド番号プレースホルダー 4">
            <a:extLst>
              <a:ext uri="{FF2B5EF4-FFF2-40B4-BE49-F238E27FC236}">
                <a16:creationId xmlns:a16="http://schemas.microsoft.com/office/drawing/2014/main" id="{66701AFE-15BB-7CBC-5696-8DF0103436BE}"/>
              </a:ext>
            </a:extLst>
          </p:cNvPr>
          <p:cNvSpPr>
            <a:spLocks noGrp="1"/>
          </p:cNvSpPr>
          <p:nvPr>
            <p:ph type="sldNum" sz="quarter" idx="12"/>
          </p:nvPr>
        </p:nvSpPr>
        <p:spPr/>
        <p:txBody>
          <a:bodyPr/>
          <a:lstStyle/>
          <a:p>
            <a:fld id="{F53CC62E-8007-4AE4-97B4-A3E2DB5FED0F}" type="slidenum">
              <a:rPr kumimoji="1" lang="ja-JP" altLang="en-US" smtClean="0"/>
              <a:t>1</a:t>
            </a:fld>
            <a:endParaRPr kumimoji="1" lang="ja-JP" altLang="en-US"/>
          </a:p>
        </p:txBody>
      </p:sp>
    </p:spTree>
    <p:extLst>
      <p:ext uri="{BB962C8B-B14F-4D97-AF65-F5344CB8AC3E}">
        <p14:creationId xmlns:p14="http://schemas.microsoft.com/office/powerpoint/2010/main" val="555877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DDD88-1D7F-F61D-0849-4FCAE716C48B}"/>
              </a:ext>
            </a:extLst>
          </p:cNvPr>
          <p:cNvSpPr>
            <a:spLocks noGrp="1"/>
          </p:cNvSpPr>
          <p:nvPr>
            <p:ph type="ctrTitle"/>
          </p:nvPr>
        </p:nvSpPr>
        <p:spPr>
          <a:xfrm>
            <a:off x="431074" y="477929"/>
            <a:ext cx="1580606" cy="671603"/>
          </a:xfrm>
        </p:spPr>
        <p:txBody>
          <a:bodyPr>
            <a:normAutofit fontScale="90000"/>
          </a:bodyPr>
          <a:lstStyle/>
          <a:p>
            <a:r>
              <a:rPr kumimoji="1" lang="ja-JP" altLang="en-US" sz="4000" dirty="0"/>
              <a:t>目次</a:t>
            </a:r>
          </a:p>
        </p:txBody>
      </p:sp>
      <p:sp>
        <p:nvSpPr>
          <p:cNvPr id="3" name="字幕 2">
            <a:extLst>
              <a:ext uri="{FF2B5EF4-FFF2-40B4-BE49-F238E27FC236}">
                <a16:creationId xmlns:a16="http://schemas.microsoft.com/office/drawing/2014/main" id="{7DC664C8-FF2A-A508-8FE5-99ABFF41B315}"/>
              </a:ext>
            </a:extLst>
          </p:cNvPr>
          <p:cNvSpPr>
            <a:spLocks noGrp="1"/>
          </p:cNvSpPr>
          <p:nvPr>
            <p:ph type="subTitle" idx="1"/>
          </p:nvPr>
        </p:nvSpPr>
        <p:spPr>
          <a:xfrm>
            <a:off x="1525375" y="2335169"/>
            <a:ext cx="3709851" cy="3038936"/>
          </a:xfrm>
        </p:spPr>
        <p:txBody>
          <a:bodyPr>
            <a:noAutofit/>
          </a:bodyPr>
          <a:lstStyle/>
          <a:p>
            <a:pPr marL="457200" indent="-457200" algn="l">
              <a:buFont typeface="+mj-lt"/>
              <a:buAutoNum type="arabicPeriod"/>
            </a:pPr>
            <a:r>
              <a:rPr kumimoji="1" lang="ja-JP" altLang="en-US" dirty="0">
                <a:solidFill>
                  <a:schemeClr val="tx1"/>
                </a:solidFill>
              </a:rPr>
              <a:t>概要・目的</a:t>
            </a:r>
            <a:endParaRPr kumimoji="1" lang="en-US" altLang="ja-JP" dirty="0">
              <a:solidFill>
                <a:schemeClr val="tx1"/>
              </a:solidFill>
            </a:endParaRPr>
          </a:p>
          <a:p>
            <a:pPr marL="457200" indent="-457200" algn="l">
              <a:buFont typeface="+mj-lt"/>
              <a:buAutoNum type="arabicPeriod"/>
            </a:pPr>
            <a:r>
              <a:rPr kumimoji="1" lang="ja-JP" altLang="en-US" dirty="0">
                <a:solidFill>
                  <a:schemeClr val="tx1"/>
                </a:solidFill>
              </a:rPr>
              <a:t>背景</a:t>
            </a:r>
            <a:endParaRPr kumimoji="1" lang="en-US" altLang="ja-JP" dirty="0">
              <a:solidFill>
                <a:schemeClr val="tx1"/>
              </a:solidFill>
            </a:endParaRPr>
          </a:p>
          <a:p>
            <a:pPr marL="457200" indent="-457200" algn="l">
              <a:buFont typeface="+mj-lt"/>
              <a:buAutoNum type="arabicPeriod"/>
            </a:pPr>
            <a:r>
              <a:rPr lang="ja-JP" altLang="en-US" dirty="0">
                <a:solidFill>
                  <a:schemeClr val="tx1"/>
                </a:solidFill>
              </a:rPr>
              <a:t>提案手法</a:t>
            </a:r>
            <a:endParaRPr lang="en-US" altLang="ja-JP" dirty="0">
              <a:solidFill>
                <a:schemeClr val="tx1"/>
              </a:solidFill>
            </a:endParaRPr>
          </a:p>
          <a:p>
            <a:pPr marL="457200" indent="-457200" algn="l">
              <a:buFont typeface="+mj-lt"/>
              <a:buAutoNum type="arabicPeriod"/>
            </a:pPr>
            <a:r>
              <a:rPr lang="ja-JP" altLang="en-US" dirty="0">
                <a:solidFill>
                  <a:schemeClr val="tx1"/>
                </a:solidFill>
              </a:rPr>
              <a:t>結果</a:t>
            </a:r>
            <a:endParaRPr lang="en-US" altLang="ja-JP" dirty="0">
              <a:solidFill>
                <a:schemeClr val="tx1"/>
              </a:solidFill>
            </a:endParaRPr>
          </a:p>
          <a:p>
            <a:pPr marL="457200" indent="-457200" algn="l">
              <a:buFont typeface="+mj-lt"/>
              <a:buAutoNum type="arabicPeriod"/>
            </a:pPr>
            <a:r>
              <a:rPr lang="ja-JP" altLang="en-US" dirty="0">
                <a:solidFill>
                  <a:schemeClr val="tx1"/>
                </a:solidFill>
              </a:rPr>
              <a:t>結論</a:t>
            </a:r>
            <a:endParaRPr lang="en-US" altLang="ja-JP" dirty="0">
              <a:solidFill>
                <a:schemeClr val="tx1"/>
              </a:solidFill>
            </a:endParaRPr>
          </a:p>
          <a:p>
            <a:pPr marL="457200" indent="-457200" algn="l">
              <a:buFont typeface="+mj-lt"/>
              <a:buAutoNum type="arabicPeriod"/>
            </a:pPr>
            <a:r>
              <a:rPr lang="ja-JP" altLang="en-US" dirty="0">
                <a:solidFill>
                  <a:schemeClr val="tx1"/>
                </a:solidFill>
              </a:rPr>
              <a:t>今後について</a:t>
            </a:r>
            <a:endParaRPr lang="en-US" altLang="ja-JP" dirty="0">
              <a:solidFill>
                <a:schemeClr val="tx1"/>
              </a:solidFill>
            </a:endParaRPr>
          </a:p>
        </p:txBody>
      </p:sp>
      <p:sp>
        <p:nvSpPr>
          <p:cNvPr id="5" name="スライド番号プレースホルダー 4">
            <a:extLst>
              <a:ext uri="{FF2B5EF4-FFF2-40B4-BE49-F238E27FC236}">
                <a16:creationId xmlns:a16="http://schemas.microsoft.com/office/drawing/2014/main" id="{E22AC6EF-5F66-AF7E-19D7-D22A01399514}"/>
              </a:ext>
            </a:extLst>
          </p:cNvPr>
          <p:cNvSpPr>
            <a:spLocks noGrp="1"/>
          </p:cNvSpPr>
          <p:nvPr>
            <p:ph type="sldNum" sz="quarter" idx="12"/>
          </p:nvPr>
        </p:nvSpPr>
        <p:spPr/>
        <p:txBody>
          <a:bodyPr/>
          <a:lstStyle/>
          <a:p>
            <a:fld id="{F53CC62E-8007-4AE4-97B4-A3E2DB5FED0F}" type="slidenum">
              <a:rPr kumimoji="1" lang="ja-JP" altLang="en-US" smtClean="0"/>
              <a:t>2</a:t>
            </a:fld>
            <a:endParaRPr kumimoji="1" lang="ja-JP" altLang="en-US"/>
          </a:p>
        </p:txBody>
      </p:sp>
    </p:spTree>
    <p:extLst>
      <p:ext uri="{BB962C8B-B14F-4D97-AF65-F5344CB8AC3E}">
        <p14:creationId xmlns:p14="http://schemas.microsoft.com/office/powerpoint/2010/main" val="982668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DDD88-1D7F-F61D-0849-4FCAE716C48B}"/>
              </a:ext>
            </a:extLst>
          </p:cNvPr>
          <p:cNvSpPr>
            <a:spLocks noGrp="1"/>
          </p:cNvSpPr>
          <p:nvPr>
            <p:ph type="ctrTitle"/>
          </p:nvPr>
        </p:nvSpPr>
        <p:spPr>
          <a:xfrm>
            <a:off x="431074" y="477929"/>
            <a:ext cx="1580606" cy="671603"/>
          </a:xfrm>
        </p:spPr>
        <p:txBody>
          <a:bodyPr>
            <a:normAutofit fontScale="90000"/>
          </a:bodyPr>
          <a:lstStyle/>
          <a:p>
            <a:r>
              <a:rPr kumimoji="1" lang="ja-JP" altLang="en-US" sz="4000" dirty="0"/>
              <a:t>目次</a:t>
            </a:r>
          </a:p>
        </p:txBody>
      </p:sp>
      <p:sp>
        <p:nvSpPr>
          <p:cNvPr id="3" name="字幕 2">
            <a:extLst>
              <a:ext uri="{FF2B5EF4-FFF2-40B4-BE49-F238E27FC236}">
                <a16:creationId xmlns:a16="http://schemas.microsoft.com/office/drawing/2014/main" id="{7DC664C8-FF2A-A508-8FE5-99ABFF41B315}"/>
              </a:ext>
            </a:extLst>
          </p:cNvPr>
          <p:cNvSpPr>
            <a:spLocks noGrp="1"/>
          </p:cNvSpPr>
          <p:nvPr>
            <p:ph type="subTitle" idx="1"/>
          </p:nvPr>
        </p:nvSpPr>
        <p:spPr>
          <a:xfrm>
            <a:off x="1525375" y="2335169"/>
            <a:ext cx="3709851" cy="3038936"/>
          </a:xfrm>
        </p:spPr>
        <p:txBody>
          <a:bodyPr>
            <a:noAutofit/>
          </a:bodyPr>
          <a:lstStyle/>
          <a:p>
            <a:pPr marL="457200" indent="-457200" algn="l">
              <a:buFont typeface="+mj-lt"/>
              <a:buAutoNum type="arabicPeriod"/>
            </a:pPr>
            <a:r>
              <a:rPr kumimoji="1" lang="ja-JP" altLang="en-US" dirty="0">
                <a:solidFill>
                  <a:schemeClr val="accent2"/>
                </a:solidFill>
              </a:rPr>
              <a:t>概要・目的</a:t>
            </a:r>
            <a:endParaRPr kumimoji="1" lang="en-US" altLang="ja-JP" dirty="0">
              <a:solidFill>
                <a:schemeClr val="accent2"/>
              </a:solidFill>
            </a:endParaRPr>
          </a:p>
          <a:p>
            <a:pPr marL="457200" indent="-457200" algn="l">
              <a:buFont typeface="+mj-lt"/>
              <a:buAutoNum type="arabicPeriod"/>
            </a:pPr>
            <a:r>
              <a:rPr kumimoji="1" lang="ja-JP" altLang="en-US" dirty="0">
                <a:solidFill>
                  <a:schemeClr val="tx1"/>
                </a:solidFill>
              </a:rPr>
              <a:t>背景</a:t>
            </a:r>
            <a:endParaRPr kumimoji="1" lang="en-US" altLang="ja-JP" dirty="0">
              <a:solidFill>
                <a:schemeClr val="tx1"/>
              </a:solidFill>
            </a:endParaRPr>
          </a:p>
          <a:p>
            <a:pPr marL="457200" indent="-457200" algn="l">
              <a:buFont typeface="+mj-lt"/>
              <a:buAutoNum type="arabicPeriod"/>
            </a:pPr>
            <a:r>
              <a:rPr lang="ja-JP" altLang="en-US" dirty="0">
                <a:solidFill>
                  <a:schemeClr val="tx1"/>
                </a:solidFill>
              </a:rPr>
              <a:t>提案手法</a:t>
            </a:r>
            <a:endParaRPr lang="en-US" altLang="ja-JP" dirty="0">
              <a:solidFill>
                <a:schemeClr val="tx1"/>
              </a:solidFill>
            </a:endParaRPr>
          </a:p>
          <a:p>
            <a:pPr marL="457200" indent="-457200" algn="l">
              <a:buFont typeface="+mj-lt"/>
              <a:buAutoNum type="arabicPeriod"/>
            </a:pPr>
            <a:r>
              <a:rPr lang="ja-JP" altLang="en-US" dirty="0">
                <a:solidFill>
                  <a:schemeClr val="tx1"/>
                </a:solidFill>
              </a:rPr>
              <a:t>結果</a:t>
            </a:r>
            <a:endParaRPr lang="en-US" altLang="ja-JP" dirty="0">
              <a:solidFill>
                <a:schemeClr val="tx1"/>
              </a:solidFill>
            </a:endParaRPr>
          </a:p>
          <a:p>
            <a:pPr marL="457200" indent="-457200" algn="l">
              <a:buFont typeface="+mj-lt"/>
              <a:buAutoNum type="arabicPeriod"/>
            </a:pPr>
            <a:r>
              <a:rPr lang="ja-JP" altLang="en-US" dirty="0">
                <a:solidFill>
                  <a:schemeClr val="tx1"/>
                </a:solidFill>
              </a:rPr>
              <a:t>結論</a:t>
            </a:r>
            <a:endParaRPr lang="en-US" altLang="ja-JP" dirty="0">
              <a:solidFill>
                <a:schemeClr val="tx1"/>
              </a:solidFill>
            </a:endParaRPr>
          </a:p>
          <a:p>
            <a:pPr marL="457200" indent="-457200" algn="l">
              <a:buFont typeface="+mj-lt"/>
              <a:buAutoNum type="arabicPeriod"/>
            </a:pPr>
            <a:r>
              <a:rPr lang="ja-JP" altLang="en-US" dirty="0">
                <a:solidFill>
                  <a:schemeClr val="tx1"/>
                </a:solidFill>
              </a:rPr>
              <a:t>今後について</a:t>
            </a:r>
            <a:endParaRPr lang="en-US" altLang="ja-JP" dirty="0">
              <a:solidFill>
                <a:schemeClr val="tx1"/>
              </a:solidFill>
            </a:endParaRPr>
          </a:p>
        </p:txBody>
      </p:sp>
      <p:sp>
        <p:nvSpPr>
          <p:cNvPr id="5" name="スライド番号プレースホルダー 4">
            <a:extLst>
              <a:ext uri="{FF2B5EF4-FFF2-40B4-BE49-F238E27FC236}">
                <a16:creationId xmlns:a16="http://schemas.microsoft.com/office/drawing/2014/main" id="{C8B25F24-6707-775C-2BAA-96B4AB3746DB}"/>
              </a:ext>
            </a:extLst>
          </p:cNvPr>
          <p:cNvSpPr>
            <a:spLocks noGrp="1"/>
          </p:cNvSpPr>
          <p:nvPr>
            <p:ph type="sldNum" sz="quarter" idx="12"/>
          </p:nvPr>
        </p:nvSpPr>
        <p:spPr/>
        <p:txBody>
          <a:bodyPr/>
          <a:lstStyle/>
          <a:p>
            <a:fld id="{F53CC62E-8007-4AE4-97B4-A3E2DB5FED0F}" type="slidenum">
              <a:rPr kumimoji="1" lang="ja-JP" altLang="en-US" smtClean="0"/>
              <a:t>3</a:t>
            </a:fld>
            <a:endParaRPr kumimoji="1" lang="ja-JP" altLang="en-US"/>
          </a:p>
        </p:txBody>
      </p:sp>
    </p:spTree>
    <p:extLst>
      <p:ext uri="{BB962C8B-B14F-4D97-AF65-F5344CB8AC3E}">
        <p14:creationId xmlns:p14="http://schemas.microsoft.com/office/powerpoint/2010/main" val="10718496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DDD88-1D7F-F61D-0849-4FCAE716C48B}"/>
              </a:ext>
            </a:extLst>
          </p:cNvPr>
          <p:cNvSpPr>
            <a:spLocks noGrp="1"/>
          </p:cNvSpPr>
          <p:nvPr>
            <p:ph type="ctrTitle"/>
          </p:nvPr>
        </p:nvSpPr>
        <p:spPr>
          <a:xfrm>
            <a:off x="190442" y="330463"/>
            <a:ext cx="3451115" cy="671603"/>
          </a:xfrm>
        </p:spPr>
        <p:txBody>
          <a:bodyPr>
            <a:normAutofit/>
          </a:bodyPr>
          <a:lstStyle/>
          <a:p>
            <a:r>
              <a:rPr lang="en-US" altLang="ja-JP" sz="3200" dirty="0"/>
              <a:t>1. </a:t>
            </a:r>
            <a:r>
              <a:rPr lang="ja-JP" altLang="en-US" sz="3200" dirty="0"/>
              <a:t>概要・目的</a:t>
            </a:r>
            <a:endParaRPr kumimoji="1" lang="ja-JP" altLang="en-US" sz="3200" dirty="0"/>
          </a:p>
        </p:txBody>
      </p:sp>
      <p:sp>
        <p:nvSpPr>
          <p:cNvPr id="3" name="字幕 2">
            <a:extLst>
              <a:ext uri="{FF2B5EF4-FFF2-40B4-BE49-F238E27FC236}">
                <a16:creationId xmlns:a16="http://schemas.microsoft.com/office/drawing/2014/main" id="{7DC664C8-FF2A-A508-8FE5-99ABFF41B315}"/>
              </a:ext>
            </a:extLst>
          </p:cNvPr>
          <p:cNvSpPr>
            <a:spLocks noGrp="1"/>
          </p:cNvSpPr>
          <p:nvPr>
            <p:ph type="subTitle" idx="1"/>
          </p:nvPr>
        </p:nvSpPr>
        <p:spPr>
          <a:xfrm>
            <a:off x="538499" y="1918831"/>
            <a:ext cx="11115002" cy="4005454"/>
          </a:xfrm>
        </p:spPr>
        <p:txBody>
          <a:bodyPr>
            <a:noAutofit/>
          </a:bodyPr>
          <a:lstStyle/>
          <a:p>
            <a:pPr marL="342900" indent="-342900" algn="l">
              <a:buFont typeface="Wingdings" panose="05000000000000000000" pitchFamily="2" charset="2"/>
              <a:buChar char="l"/>
            </a:pPr>
            <a:r>
              <a:rPr lang="ja-JP" altLang="en-US" dirty="0">
                <a:solidFill>
                  <a:schemeClr val="tx1"/>
                </a:solidFill>
              </a:rPr>
              <a:t>概要</a:t>
            </a:r>
            <a:endParaRPr lang="en-US" altLang="ja-JP" dirty="0">
              <a:solidFill>
                <a:schemeClr val="tx1"/>
              </a:solidFill>
            </a:endParaRPr>
          </a:p>
          <a:p>
            <a:pPr algn="l"/>
            <a:r>
              <a:rPr lang="ja-JP" altLang="en-US" dirty="0">
                <a:solidFill>
                  <a:schemeClr val="tx1"/>
                </a:solidFill>
              </a:rPr>
              <a:t>　メル周波数ケプストラム係数（</a:t>
            </a:r>
            <a:r>
              <a:rPr kumimoji="0" lang="ja-JP" altLang="ja-JP" sz="2400" b="0" i="0" u="none" strike="noStrike" cap="none" normalizeH="0" baseline="0" dirty="0">
                <a:ln>
                  <a:noFill/>
                </a:ln>
                <a:solidFill>
                  <a:schemeClr val="tx1"/>
                </a:solidFill>
                <a:effectLst/>
                <a:latin typeface="Arial" panose="020B0604020202020204" pitchFamily="34" charset="0"/>
              </a:rPr>
              <a:t> MFCC </a:t>
            </a:r>
            <a:r>
              <a:rPr lang="ja-JP" altLang="en-US" dirty="0">
                <a:solidFill>
                  <a:schemeClr val="tx1"/>
                </a:solidFill>
              </a:rPr>
              <a:t>）を使って異常な心音を検出する方法を、</a:t>
            </a:r>
            <a:r>
              <a:rPr lang="ja-JP" altLang="en-US" b="1" dirty="0">
                <a:solidFill>
                  <a:schemeClr val="tx1"/>
                </a:solidFill>
              </a:rPr>
              <a:t>単一分類器</a:t>
            </a:r>
            <a:r>
              <a:rPr lang="ja-JP" altLang="en-US" dirty="0">
                <a:solidFill>
                  <a:schemeClr val="tx1"/>
                </a:solidFill>
              </a:rPr>
              <a:t>と</a:t>
            </a:r>
            <a:r>
              <a:rPr lang="ja-JP" altLang="en-US" b="1" dirty="0">
                <a:solidFill>
                  <a:schemeClr val="tx1"/>
                </a:solidFill>
              </a:rPr>
              <a:t>アンサンブル分類器</a:t>
            </a:r>
            <a:r>
              <a:rPr lang="ja-JP" altLang="en-US" dirty="0">
                <a:solidFill>
                  <a:schemeClr val="tx1"/>
                </a:solidFill>
              </a:rPr>
              <a:t>の</a:t>
            </a:r>
            <a:r>
              <a:rPr lang="en-US" altLang="ja-JP" dirty="0">
                <a:solidFill>
                  <a:schemeClr val="tx1"/>
                </a:solidFill>
              </a:rPr>
              <a:t>2</a:t>
            </a:r>
            <a:r>
              <a:rPr lang="ja-JP" altLang="en-US" dirty="0">
                <a:solidFill>
                  <a:schemeClr val="tx1"/>
                </a:solidFill>
              </a:rPr>
              <a:t>つの戦略で比較。</a:t>
            </a:r>
            <a:endParaRPr lang="en-US" altLang="ja-JP" dirty="0">
              <a:solidFill>
                <a:schemeClr val="tx1"/>
              </a:solidFill>
            </a:endParaRPr>
          </a:p>
          <a:p>
            <a:pPr algn="l"/>
            <a:endParaRPr lang="en-US" altLang="ja-JP" dirty="0">
              <a:solidFill>
                <a:schemeClr val="tx1"/>
              </a:solidFill>
            </a:endParaRPr>
          </a:p>
          <a:p>
            <a:pPr marL="342900" indent="-342900" algn="l">
              <a:buFont typeface="Wingdings" panose="05000000000000000000" pitchFamily="2" charset="2"/>
              <a:buChar char="l"/>
            </a:pPr>
            <a:r>
              <a:rPr lang="ja-JP" altLang="en-US" dirty="0">
                <a:solidFill>
                  <a:schemeClr val="tx1"/>
                </a:solidFill>
              </a:rPr>
              <a:t>目的</a:t>
            </a:r>
            <a:endParaRPr lang="en-US" altLang="ja-JP" dirty="0">
              <a:solidFill>
                <a:schemeClr val="tx1"/>
              </a:solidFill>
            </a:endParaRPr>
          </a:p>
          <a:p>
            <a:pPr algn="l"/>
            <a:r>
              <a:rPr lang="ja-JP" altLang="en-US" dirty="0">
                <a:solidFill>
                  <a:schemeClr val="tx1"/>
                </a:solidFill>
              </a:rPr>
              <a:t>　</a:t>
            </a:r>
            <a:r>
              <a:rPr lang="en-US" altLang="ja-JP" dirty="0">
                <a:solidFill>
                  <a:schemeClr val="tx1"/>
                </a:solidFill>
              </a:rPr>
              <a:t>MFCC</a:t>
            </a:r>
            <a:r>
              <a:rPr lang="ja-JP" altLang="en-US" dirty="0">
                <a:solidFill>
                  <a:schemeClr val="tx1"/>
                </a:solidFill>
              </a:rPr>
              <a:t>が正常な</a:t>
            </a:r>
            <a:r>
              <a:rPr lang="en-US" altLang="ja-JP" dirty="0">
                <a:solidFill>
                  <a:schemeClr val="tx1"/>
                </a:solidFill>
              </a:rPr>
              <a:t>PCG(</a:t>
            </a:r>
            <a:r>
              <a:rPr lang="ja-JP" altLang="en-US" dirty="0">
                <a:solidFill>
                  <a:schemeClr val="tx1"/>
                </a:solidFill>
              </a:rPr>
              <a:t>フォノカーディオグラム、心音図</a:t>
            </a:r>
            <a:r>
              <a:rPr lang="en-US" altLang="ja-JP" dirty="0">
                <a:solidFill>
                  <a:schemeClr val="tx1"/>
                </a:solidFill>
              </a:rPr>
              <a:t>)</a:t>
            </a:r>
            <a:r>
              <a:rPr lang="ja-JP" altLang="en-US" dirty="0">
                <a:solidFill>
                  <a:schemeClr val="tx1"/>
                </a:solidFill>
              </a:rPr>
              <a:t>と異常な</a:t>
            </a:r>
            <a:r>
              <a:rPr lang="en-US" altLang="ja-JP" dirty="0">
                <a:solidFill>
                  <a:schemeClr val="tx1"/>
                </a:solidFill>
              </a:rPr>
              <a:t>PCG</a:t>
            </a:r>
            <a:r>
              <a:rPr lang="ja-JP" altLang="en-US" dirty="0">
                <a:solidFill>
                  <a:schemeClr val="tx1"/>
                </a:solidFill>
              </a:rPr>
              <a:t>を区別する性能を調査すること。</a:t>
            </a:r>
          </a:p>
        </p:txBody>
      </p:sp>
      <p:sp>
        <p:nvSpPr>
          <p:cNvPr id="5" name="スライド番号プレースホルダー 4">
            <a:extLst>
              <a:ext uri="{FF2B5EF4-FFF2-40B4-BE49-F238E27FC236}">
                <a16:creationId xmlns:a16="http://schemas.microsoft.com/office/drawing/2014/main" id="{569CC2B7-D5AD-CEEE-005D-F639D1913BFA}"/>
              </a:ext>
            </a:extLst>
          </p:cNvPr>
          <p:cNvSpPr>
            <a:spLocks noGrp="1"/>
          </p:cNvSpPr>
          <p:nvPr>
            <p:ph type="sldNum" sz="quarter" idx="12"/>
          </p:nvPr>
        </p:nvSpPr>
        <p:spPr/>
        <p:txBody>
          <a:bodyPr/>
          <a:lstStyle/>
          <a:p>
            <a:fld id="{F53CC62E-8007-4AE4-97B4-A3E2DB5FED0F}" type="slidenum">
              <a:rPr kumimoji="1" lang="ja-JP" altLang="en-US" smtClean="0"/>
              <a:t>4</a:t>
            </a:fld>
            <a:endParaRPr kumimoji="1" lang="ja-JP" altLang="en-US"/>
          </a:p>
        </p:txBody>
      </p:sp>
    </p:spTree>
    <p:extLst>
      <p:ext uri="{BB962C8B-B14F-4D97-AF65-F5344CB8AC3E}">
        <p14:creationId xmlns:p14="http://schemas.microsoft.com/office/powerpoint/2010/main" val="2934960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DDD88-1D7F-F61D-0849-4FCAE716C48B}"/>
              </a:ext>
            </a:extLst>
          </p:cNvPr>
          <p:cNvSpPr>
            <a:spLocks noGrp="1"/>
          </p:cNvSpPr>
          <p:nvPr>
            <p:ph type="ctrTitle"/>
          </p:nvPr>
        </p:nvSpPr>
        <p:spPr>
          <a:xfrm>
            <a:off x="431074" y="477929"/>
            <a:ext cx="1580606" cy="671603"/>
          </a:xfrm>
        </p:spPr>
        <p:txBody>
          <a:bodyPr>
            <a:normAutofit fontScale="90000"/>
          </a:bodyPr>
          <a:lstStyle/>
          <a:p>
            <a:r>
              <a:rPr kumimoji="1" lang="ja-JP" altLang="en-US" sz="4000" dirty="0"/>
              <a:t>目次</a:t>
            </a:r>
          </a:p>
        </p:txBody>
      </p:sp>
      <p:sp>
        <p:nvSpPr>
          <p:cNvPr id="3" name="字幕 2">
            <a:extLst>
              <a:ext uri="{FF2B5EF4-FFF2-40B4-BE49-F238E27FC236}">
                <a16:creationId xmlns:a16="http://schemas.microsoft.com/office/drawing/2014/main" id="{7DC664C8-FF2A-A508-8FE5-99ABFF41B315}"/>
              </a:ext>
            </a:extLst>
          </p:cNvPr>
          <p:cNvSpPr>
            <a:spLocks noGrp="1"/>
          </p:cNvSpPr>
          <p:nvPr>
            <p:ph type="subTitle" idx="1"/>
          </p:nvPr>
        </p:nvSpPr>
        <p:spPr>
          <a:xfrm>
            <a:off x="1525375" y="2335169"/>
            <a:ext cx="3709851" cy="3038936"/>
          </a:xfrm>
        </p:spPr>
        <p:txBody>
          <a:bodyPr>
            <a:noAutofit/>
          </a:bodyPr>
          <a:lstStyle/>
          <a:p>
            <a:pPr marL="457200" indent="-457200" algn="l">
              <a:buFont typeface="+mj-lt"/>
              <a:buAutoNum type="arabicPeriod"/>
            </a:pPr>
            <a:r>
              <a:rPr kumimoji="1" lang="ja-JP" altLang="en-US" dirty="0">
                <a:solidFill>
                  <a:schemeClr val="tx1"/>
                </a:solidFill>
              </a:rPr>
              <a:t>概要・目的</a:t>
            </a:r>
            <a:endParaRPr kumimoji="1" lang="en-US" altLang="ja-JP" dirty="0">
              <a:solidFill>
                <a:schemeClr val="tx1"/>
              </a:solidFill>
            </a:endParaRPr>
          </a:p>
          <a:p>
            <a:pPr marL="457200" indent="-457200" algn="l">
              <a:buFont typeface="+mj-lt"/>
              <a:buAutoNum type="arabicPeriod"/>
            </a:pPr>
            <a:r>
              <a:rPr kumimoji="1" lang="ja-JP" altLang="en-US" dirty="0">
                <a:solidFill>
                  <a:schemeClr val="accent2"/>
                </a:solidFill>
              </a:rPr>
              <a:t>背景</a:t>
            </a:r>
            <a:endParaRPr kumimoji="1" lang="en-US" altLang="ja-JP" dirty="0">
              <a:solidFill>
                <a:schemeClr val="accent2"/>
              </a:solidFill>
            </a:endParaRPr>
          </a:p>
          <a:p>
            <a:pPr marL="457200" indent="-457200" algn="l">
              <a:buFont typeface="+mj-lt"/>
              <a:buAutoNum type="arabicPeriod"/>
            </a:pPr>
            <a:r>
              <a:rPr lang="ja-JP" altLang="en-US" dirty="0">
                <a:solidFill>
                  <a:schemeClr val="tx1"/>
                </a:solidFill>
              </a:rPr>
              <a:t>提案手法</a:t>
            </a:r>
            <a:endParaRPr lang="en-US" altLang="ja-JP" dirty="0">
              <a:solidFill>
                <a:schemeClr val="tx1"/>
              </a:solidFill>
            </a:endParaRPr>
          </a:p>
          <a:p>
            <a:pPr marL="457200" indent="-457200" algn="l">
              <a:buFont typeface="+mj-lt"/>
              <a:buAutoNum type="arabicPeriod"/>
            </a:pPr>
            <a:r>
              <a:rPr lang="ja-JP" altLang="en-US" dirty="0">
                <a:solidFill>
                  <a:schemeClr val="tx1"/>
                </a:solidFill>
              </a:rPr>
              <a:t>結果</a:t>
            </a:r>
            <a:endParaRPr lang="en-US" altLang="ja-JP" dirty="0">
              <a:solidFill>
                <a:schemeClr val="tx1"/>
              </a:solidFill>
            </a:endParaRPr>
          </a:p>
          <a:p>
            <a:pPr marL="457200" indent="-457200" algn="l">
              <a:buFont typeface="+mj-lt"/>
              <a:buAutoNum type="arabicPeriod"/>
            </a:pPr>
            <a:r>
              <a:rPr lang="ja-JP" altLang="en-US" dirty="0">
                <a:solidFill>
                  <a:schemeClr val="tx1"/>
                </a:solidFill>
              </a:rPr>
              <a:t>結論</a:t>
            </a:r>
            <a:endParaRPr lang="en-US" altLang="ja-JP" dirty="0">
              <a:solidFill>
                <a:schemeClr val="tx1"/>
              </a:solidFill>
            </a:endParaRPr>
          </a:p>
          <a:p>
            <a:pPr marL="457200" indent="-457200" algn="l">
              <a:buFont typeface="+mj-lt"/>
              <a:buAutoNum type="arabicPeriod"/>
            </a:pPr>
            <a:r>
              <a:rPr lang="ja-JP" altLang="en-US" dirty="0">
                <a:solidFill>
                  <a:schemeClr val="tx1"/>
                </a:solidFill>
              </a:rPr>
              <a:t>今後について</a:t>
            </a:r>
            <a:endParaRPr lang="en-US" altLang="ja-JP" dirty="0">
              <a:solidFill>
                <a:schemeClr val="tx1"/>
              </a:solidFill>
            </a:endParaRPr>
          </a:p>
        </p:txBody>
      </p:sp>
      <p:sp>
        <p:nvSpPr>
          <p:cNvPr id="5" name="スライド番号プレースホルダー 4">
            <a:extLst>
              <a:ext uri="{FF2B5EF4-FFF2-40B4-BE49-F238E27FC236}">
                <a16:creationId xmlns:a16="http://schemas.microsoft.com/office/drawing/2014/main" id="{B090F61E-3BE5-F466-27B0-3672D3D07AB1}"/>
              </a:ext>
            </a:extLst>
          </p:cNvPr>
          <p:cNvSpPr>
            <a:spLocks noGrp="1"/>
          </p:cNvSpPr>
          <p:nvPr>
            <p:ph type="sldNum" sz="quarter" idx="12"/>
          </p:nvPr>
        </p:nvSpPr>
        <p:spPr/>
        <p:txBody>
          <a:bodyPr/>
          <a:lstStyle/>
          <a:p>
            <a:fld id="{F53CC62E-8007-4AE4-97B4-A3E2DB5FED0F}" type="slidenum">
              <a:rPr kumimoji="1" lang="ja-JP" altLang="en-US" smtClean="0"/>
              <a:t>5</a:t>
            </a:fld>
            <a:endParaRPr kumimoji="1" lang="ja-JP" altLang="en-US"/>
          </a:p>
        </p:txBody>
      </p:sp>
    </p:spTree>
    <p:extLst>
      <p:ext uri="{BB962C8B-B14F-4D97-AF65-F5344CB8AC3E}">
        <p14:creationId xmlns:p14="http://schemas.microsoft.com/office/powerpoint/2010/main" val="1202004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DDD88-1D7F-F61D-0849-4FCAE716C48B}"/>
              </a:ext>
            </a:extLst>
          </p:cNvPr>
          <p:cNvSpPr>
            <a:spLocks noGrp="1"/>
          </p:cNvSpPr>
          <p:nvPr>
            <p:ph type="ctrTitle"/>
          </p:nvPr>
        </p:nvSpPr>
        <p:spPr>
          <a:xfrm>
            <a:off x="142234" y="345665"/>
            <a:ext cx="2240019" cy="671603"/>
          </a:xfrm>
        </p:spPr>
        <p:txBody>
          <a:bodyPr>
            <a:normAutofit/>
          </a:bodyPr>
          <a:lstStyle/>
          <a:p>
            <a:r>
              <a:rPr lang="en-US" altLang="ja-JP" sz="3200" dirty="0"/>
              <a:t>2. </a:t>
            </a:r>
            <a:r>
              <a:rPr lang="ja-JP" altLang="en-US" sz="3200" dirty="0"/>
              <a:t>背景</a:t>
            </a:r>
            <a:endParaRPr kumimoji="1" lang="ja-JP" altLang="en-US" sz="3200" dirty="0"/>
          </a:p>
        </p:txBody>
      </p:sp>
      <p:sp>
        <p:nvSpPr>
          <p:cNvPr id="4" name="テキスト ボックス 3">
            <a:extLst>
              <a:ext uri="{FF2B5EF4-FFF2-40B4-BE49-F238E27FC236}">
                <a16:creationId xmlns:a16="http://schemas.microsoft.com/office/drawing/2014/main" id="{EAF9C6DB-3F8B-232E-56B5-111C44471753}"/>
              </a:ext>
            </a:extLst>
          </p:cNvPr>
          <p:cNvSpPr txBox="1"/>
          <p:nvPr/>
        </p:nvSpPr>
        <p:spPr>
          <a:xfrm>
            <a:off x="994608" y="1212803"/>
            <a:ext cx="10363201" cy="646331"/>
          </a:xfrm>
          <a:prstGeom prst="rect">
            <a:avLst/>
          </a:prstGeom>
          <a:noFill/>
        </p:spPr>
        <p:txBody>
          <a:bodyPr wrap="square" rtlCol="0">
            <a:spAutoFit/>
          </a:bodyPr>
          <a:lstStyle/>
          <a:p>
            <a:r>
              <a:rPr lang="ja-JP" altLang="en-US" dirty="0"/>
              <a:t>メル周波数ケプストラム係数（</a:t>
            </a:r>
            <a:r>
              <a:rPr kumimoji="0" lang="ja-JP" altLang="ja-JP" b="0" i="0" u="none" strike="noStrike" cap="none" normalizeH="0" baseline="0" dirty="0">
                <a:ln>
                  <a:noFill/>
                </a:ln>
                <a:solidFill>
                  <a:schemeClr val="tx1"/>
                </a:solidFill>
                <a:effectLst/>
                <a:latin typeface="Arial" panose="020B0604020202020204" pitchFamily="34" charset="0"/>
              </a:rPr>
              <a:t> MFCC </a:t>
            </a:r>
            <a:r>
              <a:rPr lang="ja-JP" altLang="en-US" dirty="0"/>
              <a:t>）は、主に音声認識システムや音声分類システムで高い精度を実現する特徴量として広く使用されている。</a:t>
            </a:r>
            <a:endParaRPr lang="en-US" altLang="ja-JP" dirty="0"/>
          </a:p>
        </p:txBody>
      </p:sp>
      <p:sp>
        <p:nvSpPr>
          <p:cNvPr id="5" name="テキスト ボックス 4">
            <a:extLst>
              <a:ext uri="{FF2B5EF4-FFF2-40B4-BE49-F238E27FC236}">
                <a16:creationId xmlns:a16="http://schemas.microsoft.com/office/drawing/2014/main" id="{B9D34F64-662D-0197-524C-FD7C6C6F7A40}"/>
              </a:ext>
            </a:extLst>
          </p:cNvPr>
          <p:cNvSpPr txBox="1"/>
          <p:nvPr/>
        </p:nvSpPr>
        <p:spPr>
          <a:xfrm>
            <a:off x="2939632" y="6066866"/>
            <a:ext cx="5975848" cy="461665"/>
          </a:xfrm>
          <a:prstGeom prst="rect">
            <a:avLst/>
          </a:prstGeom>
          <a:noFill/>
        </p:spPr>
        <p:txBody>
          <a:bodyPr wrap="square" rtlCol="0">
            <a:spAutoFit/>
          </a:bodyPr>
          <a:lstStyle/>
          <a:p>
            <a:r>
              <a:rPr lang="ja-JP" altLang="en-US" sz="2400" dirty="0"/>
              <a:t>単一分類器戦略とアンサンブル分類器戦略</a:t>
            </a:r>
            <a:endParaRPr kumimoji="1" lang="ja-JP" altLang="en-US" sz="2400" dirty="0"/>
          </a:p>
        </p:txBody>
      </p:sp>
      <p:sp>
        <p:nvSpPr>
          <p:cNvPr id="6" name="矢印: 下 5">
            <a:extLst>
              <a:ext uri="{FF2B5EF4-FFF2-40B4-BE49-F238E27FC236}">
                <a16:creationId xmlns:a16="http://schemas.microsoft.com/office/drawing/2014/main" id="{C10B6128-A4DF-066B-4F1E-9AE31DB46B70}"/>
              </a:ext>
            </a:extLst>
          </p:cNvPr>
          <p:cNvSpPr/>
          <p:nvPr/>
        </p:nvSpPr>
        <p:spPr>
          <a:xfrm>
            <a:off x="5454314" y="1922405"/>
            <a:ext cx="946484" cy="461665"/>
          </a:xfrm>
          <a:prstGeom prst="downArrow">
            <a:avLst/>
          </a:prstGeom>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FC86F891-039A-8D6B-64FD-CDFC848781A2}"/>
              </a:ext>
            </a:extLst>
          </p:cNvPr>
          <p:cNvSpPr txBox="1"/>
          <p:nvPr/>
        </p:nvSpPr>
        <p:spPr>
          <a:xfrm>
            <a:off x="1418925" y="2425955"/>
            <a:ext cx="9651621" cy="923330"/>
          </a:xfrm>
          <a:prstGeom prst="rect">
            <a:avLst/>
          </a:prstGeom>
          <a:noFill/>
        </p:spPr>
        <p:txBody>
          <a:bodyPr wrap="square" rtlCol="0">
            <a:spAutoFit/>
          </a:bodyPr>
          <a:lstStyle/>
          <a:p>
            <a:pPr marL="285750" indent="-285750">
              <a:buFont typeface="Wingdings" panose="05000000000000000000" pitchFamily="2" charset="2"/>
              <a:buChar char="l"/>
            </a:pPr>
            <a:r>
              <a:rPr lang="ja-JP" altLang="en-US" b="1" dirty="0"/>
              <a:t>高い識別能力</a:t>
            </a:r>
            <a:r>
              <a:rPr lang="ja-JP" altLang="en-US" dirty="0"/>
              <a:t>：</a:t>
            </a:r>
            <a:r>
              <a:rPr kumimoji="0" lang="ja-JP" altLang="ja-JP" b="0" i="0" u="none" strike="noStrike" cap="none" normalizeH="0" baseline="0" dirty="0">
                <a:ln>
                  <a:noFill/>
                </a:ln>
                <a:solidFill>
                  <a:schemeClr val="tx1"/>
                </a:solidFill>
                <a:effectLst/>
                <a:latin typeface="Arial" panose="020B0604020202020204" pitchFamily="34" charset="0"/>
              </a:rPr>
              <a:t> MFCC</a:t>
            </a:r>
            <a:r>
              <a:rPr lang="ja-JP" altLang="en-US" dirty="0"/>
              <a:t>は音声信号の特徴を効果的に捉え、識別能力が高い。</a:t>
            </a:r>
            <a:endParaRPr lang="en-US" altLang="ja-JP" dirty="0"/>
          </a:p>
          <a:p>
            <a:pPr marL="285750" indent="-285750">
              <a:buFont typeface="Wingdings" panose="05000000000000000000" pitchFamily="2" charset="2"/>
              <a:buChar char="l"/>
            </a:pPr>
            <a:r>
              <a:rPr lang="ja-JP" altLang="en-US" b="1" dirty="0"/>
              <a:t>コンパクトなスペクトル表現</a:t>
            </a:r>
            <a:r>
              <a:rPr lang="ja-JP" altLang="en-US" dirty="0"/>
              <a:t>：音声信号の重要な特徴をコンパクトに表現できる。</a:t>
            </a:r>
            <a:endParaRPr lang="en-US" altLang="ja-JP" dirty="0"/>
          </a:p>
          <a:p>
            <a:pPr marL="285750" indent="-285750">
              <a:buFont typeface="Wingdings" panose="05000000000000000000" pitchFamily="2" charset="2"/>
              <a:buChar char="l"/>
            </a:pPr>
            <a:r>
              <a:rPr lang="ja-JP" altLang="en-US" b="1" dirty="0"/>
              <a:t>弱い相関</a:t>
            </a:r>
            <a:r>
              <a:rPr lang="ja-JP" altLang="en-US" dirty="0"/>
              <a:t>：音声信号の異なる部分間の相関が弱く、ノイズに強い。</a:t>
            </a:r>
          </a:p>
        </p:txBody>
      </p:sp>
      <p:sp>
        <p:nvSpPr>
          <p:cNvPr id="9" name="四角形: 角を丸くする 8">
            <a:extLst>
              <a:ext uri="{FF2B5EF4-FFF2-40B4-BE49-F238E27FC236}">
                <a16:creationId xmlns:a16="http://schemas.microsoft.com/office/drawing/2014/main" id="{157ECC62-B111-E2F7-7CA7-D6F2A3A70ECC}"/>
              </a:ext>
            </a:extLst>
          </p:cNvPr>
          <p:cNvSpPr/>
          <p:nvPr/>
        </p:nvSpPr>
        <p:spPr>
          <a:xfrm>
            <a:off x="1418925" y="3508179"/>
            <a:ext cx="9354150" cy="580593"/>
          </a:xfrm>
          <a:prstGeom prst="roundRect">
            <a:avLst/>
          </a:prstGeom>
          <a:ln w="47625"/>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B5F1AD01-F1E0-041B-6B80-A3E7A6341B83}"/>
              </a:ext>
            </a:extLst>
          </p:cNvPr>
          <p:cNvSpPr txBox="1"/>
          <p:nvPr/>
        </p:nvSpPr>
        <p:spPr>
          <a:xfrm>
            <a:off x="1499200" y="3612703"/>
            <a:ext cx="9182496" cy="434469"/>
          </a:xfrm>
          <a:prstGeom prst="rect">
            <a:avLst/>
          </a:prstGeom>
          <a:ln w="38100">
            <a:noFill/>
            <a:round/>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ja-JP" altLang="en-US" sz="2200" dirty="0"/>
              <a:t>しかし、</a:t>
            </a:r>
            <a:r>
              <a:rPr lang="en-US" altLang="ja-JP" sz="2200" dirty="0"/>
              <a:t>PCG</a:t>
            </a:r>
            <a:r>
              <a:rPr lang="ja-JP" altLang="en-US" sz="2200" dirty="0"/>
              <a:t>処理における</a:t>
            </a:r>
            <a:r>
              <a:rPr lang="en-US" altLang="ja-JP" sz="2200" dirty="0"/>
              <a:t>MFCC</a:t>
            </a:r>
            <a:r>
              <a:rPr lang="ja-JP" altLang="en-US" sz="2200" dirty="0"/>
              <a:t>の性能は、音声処理と比較して控えめ</a:t>
            </a:r>
          </a:p>
        </p:txBody>
      </p:sp>
      <p:sp>
        <p:nvSpPr>
          <p:cNvPr id="12" name="Rectangle 1">
            <a:extLst>
              <a:ext uri="{FF2B5EF4-FFF2-40B4-BE49-F238E27FC236}">
                <a16:creationId xmlns:a16="http://schemas.microsoft.com/office/drawing/2014/main" id="{2A3F8B08-4FFF-003E-027C-C3AF083CD610}"/>
              </a:ext>
            </a:extLst>
          </p:cNvPr>
          <p:cNvSpPr>
            <a:spLocks noChangeArrowheads="1"/>
          </p:cNvSpPr>
          <p:nvPr/>
        </p:nvSpPr>
        <p:spPr bwMode="auto">
          <a:xfrm>
            <a:off x="642478" y="4361827"/>
            <a:ext cx="11204513"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pPr>
            <a:r>
              <a:rPr kumimoji="0" lang="ja-JP" altLang="ja-JP" sz="1800" b="1" i="0" u="none" strike="noStrike" cap="none" normalizeH="0" baseline="0" dirty="0">
                <a:ln>
                  <a:noFill/>
                </a:ln>
                <a:solidFill>
                  <a:schemeClr val="tx1"/>
                </a:solidFill>
                <a:effectLst/>
                <a:latin typeface="Arial" panose="020B0604020202020204" pitchFamily="34" charset="0"/>
              </a:rPr>
              <a:t>特異な信号構造</a:t>
            </a:r>
            <a:r>
              <a:rPr kumimoji="0" lang="ja-JP" altLang="ja-JP" sz="1800" b="0" i="0" u="none" strike="noStrike" cap="none" normalizeH="0" baseline="0" dirty="0">
                <a:ln>
                  <a:noFill/>
                </a:ln>
                <a:solidFill>
                  <a:schemeClr val="tx1"/>
                </a:solidFill>
                <a:effectLst/>
                <a:latin typeface="Arial" panose="020B0604020202020204" pitchFamily="34" charset="0"/>
              </a:rPr>
              <a:t>：心音信号は音声信号とは異なる特徴を持ち、MFCCの識別能力が十分に発揮されない。</a:t>
            </a:r>
            <a:endParaRPr kumimoji="0" lang="en-US" altLang="ja-JP" dirty="0">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pPr>
            <a:r>
              <a:rPr kumimoji="0" lang="ja-JP" altLang="ja-JP" sz="1800" b="1" i="0" u="none" strike="noStrike" cap="none" normalizeH="0" baseline="0" dirty="0">
                <a:ln>
                  <a:noFill/>
                </a:ln>
                <a:solidFill>
                  <a:schemeClr val="tx1"/>
                </a:solidFill>
                <a:effectLst/>
                <a:latin typeface="Arial" panose="020B0604020202020204" pitchFamily="34" charset="0"/>
              </a:rPr>
              <a:t>ノイズの影響</a:t>
            </a:r>
            <a:r>
              <a:rPr kumimoji="0" lang="ja-JP" altLang="ja-JP" sz="1800" b="0" i="0" u="none" strike="noStrike" cap="none" normalizeH="0" baseline="0" dirty="0">
                <a:ln>
                  <a:noFill/>
                </a:ln>
                <a:solidFill>
                  <a:schemeClr val="tx1"/>
                </a:solidFill>
                <a:effectLst/>
                <a:latin typeface="Arial" panose="020B0604020202020204" pitchFamily="34" charset="0"/>
              </a:rPr>
              <a:t>：心音信号はノイズの影響を受けやすく、MFCCの性能が低下する。</a:t>
            </a:r>
            <a:endParaRPr kumimoji="0" lang="en-US" altLang="ja-JP"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pPr>
            <a:r>
              <a:rPr kumimoji="0" lang="ja-JP" altLang="ja-JP" sz="1800" b="1" i="0" u="none" strike="noStrike" cap="none" normalizeH="0" baseline="0" dirty="0">
                <a:ln>
                  <a:noFill/>
                </a:ln>
                <a:solidFill>
                  <a:schemeClr val="tx1"/>
                </a:solidFill>
                <a:effectLst/>
                <a:latin typeface="Arial" panose="020B0604020202020204" pitchFamily="34" charset="0"/>
              </a:rPr>
              <a:t>適応性の欠如</a:t>
            </a:r>
            <a:r>
              <a:rPr kumimoji="0" lang="ja-JP" altLang="ja-JP" sz="1800" b="0" i="0" u="none" strike="noStrike" cap="none" normalizeH="0" baseline="0" dirty="0">
                <a:ln>
                  <a:noFill/>
                </a:ln>
                <a:solidFill>
                  <a:schemeClr val="tx1"/>
                </a:solidFill>
                <a:effectLst/>
                <a:latin typeface="Arial" panose="020B0604020202020204" pitchFamily="34" charset="0"/>
              </a:rPr>
              <a:t>：心音信号に対する適応性が低く、結果として性能が控えめになる</a:t>
            </a:r>
            <a:r>
              <a:rPr kumimoji="0" lang="ja-JP" altLang="en-US" sz="1800" b="0" i="0" u="none" strike="noStrike" cap="none" normalizeH="0" baseline="0" dirty="0">
                <a:ln>
                  <a:noFill/>
                </a:ln>
                <a:solidFill>
                  <a:schemeClr val="tx1"/>
                </a:solidFill>
                <a:effectLst/>
                <a:latin typeface="Arial" panose="020B0604020202020204" pitchFamily="34" charset="0"/>
              </a:rPr>
              <a:t>。</a:t>
            </a:r>
            <a:endParaRPr kumimoji="0" lang="ja-JP" altLang="ja-JP" sz="1800" b="0" i="0" u="none" strike="noStrike" cap="none" normalizeH="0" baseline="0" dirty="0">
              <a:ln>
                <a:noFill/>
              </a:ln>
              <a:solidFill>
                <a:schemeClr val="tx1"/>
              </a:solidFill>
              <a:effectLst/>
              <a:latin typeface="Arial" panose="020B0604020202020204" pitchFamily="34" charset="0"/>
            </a:endParaRPr>
          </a:p>
        </p:txBody>
      </p:sp>
      <p:sp>
        <p:nvSpPr>
          <p:cNvPr id="13" name="矢印: 下 12">
            <a:extLst>
              <a:ext uri="{FF2B5EF4-FFF2-40B4-BE49-F238E27FC236}">
                <a16:creationId xmlns:a16="http://schemas.microsoft.com/office/drawing/2014/main" id="{144E419C-557C-4BE8-D6E6-44218845EAA2}"/>
              </a:ext>
            </a:extLst>
          </p:cNvPr>
          <p:cNvSpPr/>
          <p:nvPr/>
        </p:nvSpPr>
        <p:spPr>
          <a:xfrm>
            <a:off x="5364118" y="5480692"/>
            <a:ext cx="946484" cy="461665"/>
          </a:xfrm>
          <a:prstGeom prst="downArrow">
            <a:avLst/>
          </a:prstGeom>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スライド番号プレースホルダー 9">
            <a:extLst>
              <a:ext uri="{FF2B5EF4-FFF2-40B4-BE49-F238E27FC236}">
                <a16:creationId xmlns:a16="http://schemas.microsoft.com/office/drawing/2014/main" id="{7B297557-630F-9CFB-394E-AEE6D2831E4B}"/>
              </a:ext>
            </a:extLst>
          </p:cNvPr>
          <p:cNvSpPr>
            <a:spLocks noGrp="1"/>
          </p:cNvSpPr>
          <p:nvPr>
            <p:ph type="sldNum" sz="quarter" idx="12"/>
          </p:nvPr>
        </p:nvSpPr>
        <p:spPr/>
        <p:txBody>
          <a:bodyPr/>
          <a:lstStyle/>
          <a:p>
            <a:fld id="{F53CC62E-8007-4AE4-97B4-A3E2DB5FED0F}" type="slidenum">
              <a:rPr kumimoji="1" lang="ja-JP" altLang="en-US" smtClean="0"/>
              <a:t>6</a:t>
            </a:fld>
            <a:endParaRPr kumimoji="1" lang="ja-JP" altLang="en-US"/>
          </a:p>
        </p:txBody>
      </p:sp>
    </p:spTree>
    <p:extLst>
      <p:ext uri="{BB962C8B-B14F-4D97-AF65-F5344CB8AC3E}">
        <p14:creationId xmlns:p14="http://schemas.microsoft.com/office/powerpoint/2010/main" val="35972767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DDD88-1D7F-F61D-0849-4FCAE716C48B}"/>
              </a:ext>
            </a:extLst>
          </p:cNvPr>
          <p:cNvSpPr>
            <a:spLocks noGrp="1"/>
          </p:cNvSpPr>
          <p:nvPr>
            <p:ph type="ctrTitle"/>
          </p:nvPr>
        </p:nvSpPr>
        <p:spPr>
          <a:xfrm>
            <a:off x="431074" y="477929"/>
            <a:ext cx="1580606" cy="671603"/>
          </a:xfrm>
        </p:spPr>
        <p:txBody>
          <a:bodyPr>
            <a:normAutofit fontScale="90000"/>
          </a:bodyPr>
          <a:lstStyle/>
          <a:p>
            <a:r>
              <a:rPr kumimoji="1" lang="ja-JP" altLang="en-US" sz="4000" dirty="0"/>
              <a:t>目次</a:t>
            </a:r>
          </a:p>
        </p:txBody>
      </p:sp>
      <p:sp>
        <p:nvSpPr>
          <p:cNvPr id="3" name="字幕 2">
            <a:extLst>
              <a:ext uri="{FF2B5EF4-FFF2-40B4-BE49-F238E27FC236}">
                <a16:creationId xmlns:a16="http://schemas.microsoft.com/office/drawing/2014/main" id="{7DC664C8-FF2A-A508-8FE5-99ABFF41B315}"/>
              </a:ext>
            </a:extLst>
          </p:cNvPr>
          <p:cNvSpPr>
            <a:spLocks noGrp="1"/>
          </p:cNvSpPr>
          <p:nvPr>
            <p:ph type="subTitle" idx="1"/>
          </p:nvPr>
        </p:nvSpPr>
        <p:spPr>
          <a:xfrm>
            <a:off x="1525375" y="2335169"/>
            <a:ext cx="3709851" cy="3038936"/>
          </a:xfrm>
        </p:spPr>
        <p:txBody>
          <a:bodyPr>
            <a:noAutofit/>
          </a:bodyPr>
          <a:lstStyle/>
          <a:p>
            <a:pPr marL="457200" indent="-457200" algn="l">
              <a:buFont typeface="+mj-lt"/>
              <a:buAutoNum type="arabicPeriod"/>
            </a:pPr>
            <a:r>
              <a:rPr kumimoji="1" lang="ja-JP" altLang="en-US" dirty="0">
                <a:solidFill>
                  <a:schemeClr val="tx1"/>
                </a:solidFill>
              </a:rPr>
              <a:t>概要・目的</a:t>
            </a:r>
            <a:endParaRPr kumimoji="1" lang="en-US" altLang="ja-JP" dirty="0">
              <a:solidFill>
                <a:schemeClr val="tx1"/>
              </a:solidFill>
            </a:endParaRPr>
          </a:p>
          <a:p>
            <a:pPr marL="457200" indent="-457200" algn="l">
              <a:buFont typeface="+mj-lt"/>
              <a:buAutoNum type="arabicPeriod"/>
            </a:pPr>
            <a:r>
              <a:rPr kumimoji="1" lang="ja-JP" altLang="en-US" dirty="0">
                <a:solidFill>
                  <a:schemeClr val="tx1"/>
                </a:solidFill>
              </a:rPr>
              <a:t>背景</a:t>
            </a:r>
            <a:endParaRPr kumimoji="1" lang="en-US" altLang="ja-JP" dirty="0">
              <a:solidFill>
                <a:schemeClr val="tx1"/>
              </a:solidFill>
            </a:endParaRPr>
          </a:p>
          <a:p>
            <a:pPr marL="457200" indent="-457200" algn="l">
              <a:buFont typeface="+mj-lt"/>
              <a:buAutoNum type="arabicPeriod"/>
            </a:pPr>
            <a:r>
              <a:rPr lang="ja-JP" altLang="en-US" dirty="0">
                <a:solidFill>
                  <a:schemeClr val="accent2"/>
                </a:solidFill>
              </a:rPr>
              <a:t>提案手法</a:t>
            </a:r>
            <a:endParaRPr lang="en-US" altLang="ja-JP" dirty="0">
              <a:solidFill>
                <a:schemeClr val="accent2"/>
              </a:solidFill>
            </a:endParaRPr>
          </a:p>
          <a:p>
            <a:pPr marL="457200" indent="-457200" algn="l">
              <a:buFont typeface="+mj-lt"/>
              <a:buAutoNum type="arabicPeriod"/>
            </a:pPr>
            <a:r>
              <a:rPr lang="ja-JP" altLang="en-US" dirty="0">
                <a:solidFill>
                  <a:schemeClr val="tx1"/>
                </a:solidFill>
              </a:rPr>
              <a:t>結果</a:t>
            </a:r>
            <a:endParaRPr lang="en-US" altLang="ja-JP" dirty="0">
              <a:solidFill>
                <a:schemeClr val="tx1"/>
              </a:solidFill>
            </a:endParaRPr>
          </a:p>
          <a:p>
            <a:pPr marL="457200" indent="-457200" algn="l">
              <a:buFont typeface="+mj-lt"/>
              <a:buAutoNum type="arabicPeriod"/>
            </a:pPr>
            <a:r>
              <a:rPr lang="ja-JP" altLang="en-US" dirty="0">
                <a:solidFill>
                  <a:schemeClr val="tx1"/>
                </a:solidFill>
              </a:rPr>
              <a:t>結論</a:t>
            </a:r>
            <a:endParaRPr lang="en-US" altLang="ja-JP" dirty="0">
              <a:solidFill>
                <a:schemeClr val="tx1"/>
              </a:solidFill>
            </a:endParaRPr>
          </a:p>
          <a:p>
            <a:pPr marL="457200" indent="-457200" algn="l">
              <a:buFont typeface="+mj-lt"/>
              <a:buAutoNum type="arabicPeriod"/>
            </a:pPr>
            <a:r>
              <a:rPr lang="ja-JP" altLang="en-US" dirty="0">
                <a:solidFill>
                  <a:schemeClr val="tx1"/>
                </a:solidFill>
              </a:rPr>
              <a:t>今後について</a:t>
            </a:r>
            <a:endParaRPr lang="en-US" altLang="ja-JP" dirty="0">
              <a:solidFill>
                <a:schemeClr val="tx1"/>
              </a:solidFill>
            </a:endParaRPr>
          </a:p>
        </p:txBody>
      </p:sp>
      <p:sp>
        <p:nvSpPr>
          <p:cNvPr id="5" name="スライド番号プレースホルダー 4">
            <a:extLst>
              <a:ext uri="{FF2B5EF4-FFF2-40B4-BE49-F238E27FC236}">
                <a16:creationId xmlns:a16="http://schemas.microsoft.com/office/drawing/2014/main" id="{491679B8-FF3C-39CF-C987-17645AAC7C26}"/>
              </a:ext>
            </a:extLst>
          </p:cNvPr>
          <p:cNvSpPr>
            <a:spLocks noGrp="1"/>
          </p:cNvSpPr>
          <p:nvPr>
            <p:ph type="sldNum" sz="quarter" idx="12"/>
          </p:nvPr>
        </p:nvSpPr>
        <p:spPr/>
        <p:txBody>
          <a:bodyPr/>
          <a:lstStyle/>
          <a:p>
            <a:fld id="{F53CC62E-8007-4AE4-97B4-A3E2DB5FED0F}" type="slidenum">
              <a:rPr kumimoji="1" lang="ja-JP" altLang="en-US" smtClean="0"/>
              <a:t>7</a:t>
            </a:fld>
            <a:endParaRPr kumimoji="1" lang="ja-JP" altLang="en-US"/>
          </a:p>
        </p:txBody>
      </p:sp>
    </p:spTree>
    <p:extLst>
      <p:ext uri="{BB962C8B-B14F-4D97-AF65-F5344CB8AC3E}">
        <p14:creationId xmlns:p14="http://schemas.microsoft.com/office/powerpoint/2010/main" val="17116696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DDD88-1D7F-F61D-0849-4FCAE716C48B}"/>
              </a:ext>
            </a:extLst>
          </p:cNvPr>
          <p:cNvSpPr>
            <a:spLocks noGrp="1"/>
          </p:cNvSpPr>
          <p:nvPr>
            <p:ph type="ctrTitle"/>
          </p:nvPr>
        </p:nvSpPr>
        <p:spPr>
          <a:xfrm>
            <a:off x="306844" y="333417"/>
            <a:ext cx="2564694" cy="671603"/>
          </a:xfrm>
        </p:spPr>
        <p:txBody>
          <a:bodyPr>
            <a:normAutofit/>
          </a:bodyPr>
          <a:lstStyle/>
          <a:p>
            <a:r>
              <a:rPr kumimoji="1" lang="en-US" altLang="ja-JP" sz="3200" dirty="0"/>
              <a:t>3. </a:t>
            </a:r>
            <a:r>
              <a:rPr kumimoji="1" lang="ja-JP" altLang="en-US" sz="3200" dirty="0"/>
              <a:t>提案手法</a:t>
            </a:r>
          </a:p>
        </p:txBody>
      </p:sp>
      <p:sp>
        <p:nvSpPr>
          <p:cNvPr id="4" name="テキスト ボックス 3">
            <a:extLst>
              <a:ext uri="{FF2B5EF4-FFF2-40B4-BE49-F238E27FC236}">
                <a16:creationId xmlns:a16="http://schemas.microsoft.com/office/drawing/2014/main" id="{EAF9C6DB-3F8B-232E-56B5-111C44471753}"/>
              </a:ext>
            </a:extLst>
          </p:cNvPr>
          <p:cNvSpPr txBox="1"/>
          <p:nvPr/>
        </p:nvSpPr>
        <p:spPr>
          <a:xfrm>
            <a:off x="481262" y="1005020"/>
            <a:ext cx="3416970" cy="475515"/>
          </a:xfrm>
          <a:prstGeom prst="rect">
            <a:avLst/>
          </a:prstGeom>
          <a:noFill/>
        </p:spPr>
        <p:txBody>
          <a:bodyPr wrap="square" rtlCol="0">
            <a:spAutoFit/>
          </a:bodyPr>
          <a:lstStyle/>
          <a:p>
            <a:pPr>
              <a:lnSpc>
                <a:spcPct val="107000"/>
              </a:lnSpc>
              <a:spcAft>
                <a:spcPts val="800"/>
              </a:spcAft>
            </a:pPr>
            <a:r>
              <a:rPr lang="en-US" altLang="ja-JP" sz="2400" kern="0" dirty="0">
                <a:latin typeface="+mn-ea"/>
                <a:cs typeface="Times New Roman" panose="02020603050405020304" pitchFamily="18" charset="0"/>
              </a:rPr>
              <a:t>3.1.</a:t>
            </a:r>
            <a:r>
              <a:rPr lang="ja-JP" altLang="en-US" sz="2400" kern="0" dirty="0">
                <a:latin typeface="+mn-ea"/>
                <a:cs typeface="Times New Roman" panose="02020603050405020304" pitchFamily="18" charset="0"/>
              </a:rPr>
              <a:t> 心音データベース</a:t>
            </a:r>
            <a:endParaRPr lang="ja-JP" altLang="ja-JP" sz="2400" kern="100" dirty="0">
              <a:effectLst/>
              <a:latin typeface="+mn-ea"/>
              <a:cs typeface="Times New Roman" panose="02020603050405020304" pitchFamily="18" charset="0"/>
            </a:endParaRPr>
          </a:p>
        </p:txBody>
      </p:sp>
      <p:sp>
        <p:nvSpPr>
          <p:cNvPr id="11" name="テキスト ボックス 10">
            <a:extLst>
              <a:ext uri="{FF2B5EF4-FFF2-40B4-BE49-F238E27FC236}">
                <a16:creationId xmlns:a16="http://schemas.microsoft.com/office/drawing/2014/main" id="{6BEADFE1-E2CD-C79A-99A2-C3DA4E303414}"/>
              </a:ext>
            </a:extLst>
          </p:cNvPr>
          <p:cNvSpPr txBox="1"/>
          <p:nvPr/>
        </p:nvSpPr>
        <p:spPr>
          <a:xfrm>
            <a:off x="866271" y="1711202"/>
            <a:ext cx="4957013"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ja-JP" dirty="0" err="1"/>
              <a:t>PhysioNET</a:t>
            </a:r>
            <a:r>
              <a:rPr lang="en-US" altLang="ja-JP" dirty="0"/>
              <a:t> </a:t>
            </a:r>
            <a:r>
              <a:rPr lang="en-US" altLang="ja-JP" dirty="0" err="1"/>
              <a:t>CinC</a:t>
            </a:r>
            <a:r>
              <a:rPr lang="en-US" altLang="ja-JP" dirty="0"/>
              <a:t> 2016 PCG</a:t>
            </a:r>
            <a:r>
              <a:rPr lang="ja-JP" altLang="en-US" dirty="0"/>
              <a:t>データベース</a:t>
            </a:r>
            <a:endParaRPr lang="en-US" altLang="ja-JP" dirty="0"/>
          </a:p>
        </p:txBody>
      </p:sp>
      <p:sp>
        <p:nvSpPr>
          <p:cNvPr id="14" name="テキスト ボックス 13">
            <a:extLst>
              <a:ext uri="{FF2B5EF4-FFF2-40B4-BE49-F238E27FC236}">
                <a16:creationId xmlns:a16="http://schemas.microsoft.com/office/drawing/2014/main" id="{D66DF866-78D8-1027-ED67-5FCCE8EC83FF}"/>
              </a:ext>
            </a:extLst>
          </p:cNvPr>
          <p:cNvSpPr txBox="1"/>
          <p:nvPr/>
        </p:nvSpPr>
        <p:spPr>
          <a:xfrm>
            <a:off x="914399" y="2152138"/>
            <a:ext cx="10363201" cy="1477328"/>
          </a:xfrm>
          <a:prstGeom prst="rect">
            <a:avLst/>
          </a:prstGeom>
          <a:noFill/>
        </p:spPr>
        <p:txBody>
          <a:bodyPr wrap="square" rtlCol="0">
            <a:spAutoFit/>
          </a:bodyPr>
          <a:lstStyle/>
          <a:p>
            <a:pPr marL="285750" indent="-285750">
              <a:buFont typeface="Arial" panose="020B0604020202020204" pitchFamily="34" charset="0"/>
              <a:buChar char="•"/>
            </a:pPr>
            <a:r>
              <a:rPr lang="ja-JP" altLang="en-US" dirty="0"/>
              <a:t>健康な被験者と心臓病患者から収集された心音信号が含まれている</a:t>
            </a:r>
            <a:endParaRPr lang="en-US" altLang="ja-JP" dirty="0"/>
          </a:p>
          <a:p>
            <a:pPr marL="285750" indent="-285750">
              <a:buFont typeface="Arial" panose="020B0604020202020204" pitchFamily="34" charset="0"/>
              <a:buChar char="•"/>
            </a:pPr>
            <a:r>
              <a:rPr lang="ja-JP" altLang="en-US" dirty="0"/>
              <a:t>信号の長さは</a:t>
            </a:r>
            <a:r>
              <a:rPr lang="en-US" altLang="ja-JP" dirty="0"/>
              <a:t>5</a:t>
            </a:r>
            <a:r>
              <a:rPr lang="ja-JP" altLang="en-US" dirty="0"/>
              <a:t>秒から</a:t>
            </a:r>
            <a:r>
              <a:rPr lang="en-US" altLang="ja-JP" dirty="0"/>
              <a:t>120</a:t>
            </a:r>
            <a:r>
              <a:rPr lang="ja-JP" altLang="en-US" dirty="0"/>
              <a:t>秒</a:t>
            </a:r>
            <a:endParaRPr lang="en-US" altLang="ja-JP" dirty="0"/>
          </a:p>
          <a:p>
            <a:pPr marL="285750" indent="-285750">
              <a:buFont typeface="Arial" panose="020B0604020202020204" pitchFamily="34" charset="0"/>
              <a:buChar char="•"/>
            </a:pPr>
            <a:r>
              <a:rPr lang="ja-JP" altLang="en-US" dirty="0"/>
              <a:t>サンプリングレートは</a:t>
            </a:r>
            <a:r>
              <a:rPr lang="en-US" altLang="ja-JP" dirty="0"/>
              <a:t>2000</a:t>
            </a:r>
            <a:r>
              <a:rPr lang="ja-JP" altLang="en-US" dirty="0"/>
              <a:t>サンプル</a:t>
            </a:r>
            <a:r>
              <a:rPr lang="en-US" altLang="ja-JP" dirty="0"/>
              <a:t>/</a:t>
            </a:r>
            <a:r>
              <a:rPr lang="ja-JP" altLang="en-US" dirty="0"/>
              <a:t>秒</a:t>
            </a:r>
            <a:endParaRPr lang="en-US" altLang="ja-JP" dirty="0"/>
          </a:p>
          <a:p>
            <a:pPr marL="285750" indent="-285750">
              <a:buFont typeface="Arial" panose="020B0604020202020204" pitchFamily="34" charset="0"/>
              <a:buChar char="•"/>
            </a:pPr>
            <a:r>
              <a:rPr lang="en-US" altLang="ja-JP" dirty="0"/>
              <a:t>A</a:t>
            </a:r>
            <a:r>
              <a:rPr lang="ja-JP" altLang="en-US" dirty="0"/>
              <a:t>から</a:t>
            </a:r>
            <a:r>
              <a:rPr lang="en-US" altLang="ja-JP" dirty="0"/>
              <a:t>F</a:t>
            </a:r>
            <a:r>
              <a:rPr lang="ja-JP" altLang="en-US" dirty="0"/>
              <a:t>までの</a:t>
            </a:r>
            <a:r>
              <a:rPr lang="en-US" altLang="ja-JP" dirty="0"/>
              <a:t>6</a:t>
            </a:r>
            <a:r>
              <a:rPr lang="ja-JP" altLang="en-US" dirty="0"/>
              <a:t>つのデータセットがあり、合計</a:t>
            </a:r>
            <a:r>
              <a:rPr lang="en-US" altLang="ja-JP" dirty="0"/>
              <a:t>3153</a:t>
            </a:r>
            <a:r>
              <a:rPr lang="ja-JP" altLang="en-US" dirty="0"/>
              <a:t>の信号があり、約</a:t>
            </a:r>
            <a:r>
              <a:rPr lang="en-US" altLang="ja-JP" dirty="0"/>
              <a:t>8:2</a:t>
            </a:r>
            <a:r>
              <a:rPr lang="ja-JP" altLang="en-US" dirty="0"/>
              <a:t>で健康な被験者と心臓病患者のものに分かれている</a:t>
            </a:r>
            <a:endParaRPr lang="en-US" altLang="ja-JP" dirty="0"/>
          </a:p>
        </p:txBody>
      </p:sp>
      <p:sp>
        <p:nvSpPr>
          <p:cNvPr id="15" name="テキスト ボックス 14">
            <a:extLst>
              <a:ext uri="{FF2B5EF4-FFF2-40B4-BE49-F238E27FC236}">
                <a16:creationId xmlns:a16="http://schemas.microsoft.com/office/drawing/2014/main" id="{17BCA54C-E65A-1620-81F3-DCCFF825C1AB}"/>
              </a:ext>
            </a:extLst>
          </p:cNvPr>
          <p:cNvSpPr txBox="1"/>
          <p:nvPr/>
        </p:nvSpPr>
        <p:spPr>
          <a:xfrm>
            <a:off x="866271" y="4131136"/>
            <a:ext cx="10363201" cy="646331"/>
          </a:xfrm>
          <a:prstGeom prst="rect">
            <a:avLst/>
          </a:prstGeom>
          <a:noFill/>
        </p:spPr>
        <p:txBody>
          <a:bodyPr wrap="square" rtlCol="0">
            <a:spAutoFit/>
          </a:bodyPr>
          <a:lstStyle/>
          <a:p>
            <a:pPr marL="285750" indent="-285750">
              <a:buFont typeface="Wingdings" panose="05000000000000000000" pitchFamily="2" charset="2"/>
              <a:buChar char="l"/>
            </a:pPr>
            <a:r>
              <a:rPr lang="ja-JP" altLang="en-US" dirty="0"/>
              <a:t>データセット</a:t>
            </a:r>
            <a:r>
              <a:rPr lang="en-US" altLang="ja-JP" dirty="0"/>
              <a:t>A(490</a:t>
            </a:r>
            <a:r>
              <a:rPr lang="ja-JP" altLang="en-US" dirty="0"/>
              <a:t>信号</a:t>
            </a:r>
            <a:r>
              <a:rPr lang="en-US" altLang="ja-JP" dirty="0"/>
              <a:t>)</a:t>
            </a:r>
            <a:r>
              <a:rPr lang="ja-JP" altLang="en-US" dirty="0"/>
              <a:t>はセグメンテーションモデルの訓練、</a:t>
            </a:r>
            <a:r>
              <a:rPr lang="en-US" altLang="ja-JP" dirty="0"/>
              <a:t>B~F(2482</a:t>
            </a:r>
            <a:r>
              <a:rPr lang="ja-JP" altLang="en-US" dirty="0"/>
              <a:t>信号、健康クラスから</a:t>
            </a:r>
            <a:r>
              <a:rPr lang="en-US" altLang="ja-JP" dirty="0"/>
              <a:t>2186</a:t>
            </a:r>
            <a:r>
              <a:rPr lang="ja-JP" altLang="en-US" dirty="0"/>
              <a:t>、患者クラスから</a:t>
            </a:r>
            <a:r>
              <a:rPr lang="en-US" altLang="ja-JP" dirty="0"/>
              <a:t>296)</a:t>
            </a:r>
            <a:r>
              <a:rPr lang="ja-JP" altLang="en-US" dirty="0"/>
              <a:t>は単一分類器とアンサンブル分類器の評価にそれぞれ利用される。</a:t>
            </a:r>
            <a:endParaRPr lang="en-US" altLang="ja-JP" dirty="0"/>
          </a:p>
        </p:txBody>
      </p:sp>
      <p:sp>
        <p:nvSpPr>
          <p:cNvPr id="16" name="テキスト ボックス 15">
            <a:extLst>
              <a:ext uri="{FF2B5EF4-FFF2-40B4-BE49-F238E27FC236}">
                <a16:creationId xmlns:a16="http://schemas.microsoft.com/office/drawing/2014/main" id="{961BEF45-5D57-8FD3-A7EF-6957247ACCD6}"/>
              </a:ext>
            </a:extLst>
          </p:cNvPr>
          <p:cNvSpPr txBox="1"/>
          <p:nvPr/>
        </p:nvSpPr>
        <p:spPr>
          <a:xfrm>
            <a:off x="866271" y="5146798"/>
            <a:ext cx="10363201" cy="646331"/>
          </a:xfrm>
          <a:prstGeom prst="rect">
            <a:avLst/>
          </a:prstGeom>
          <a:noFill/>
        </p:spPr>
        <p:txBody>
          <a:bodyPr wrap="square" rtlCol="0">
            <a:spAutoFit/>
          </a:bodyPr>
          <a:lstStyle/>
          <a:p>
            <a:pPr marL="285750" indent="-285750">
              <a:buFont typeface="Wingdings" panose="05000000000000000000" pitchFamily="2" charset="2"/>
              <a:buChar char="l"/>
            </a:pPr>
            <a:r>
              <a:rPr lang="ja-JP" altLang="en-US" dirty="0"/>
              <a:t>本研究では、少なくとも</a:t>
            </a:r>
            <a:r>
              <a:rPr lang="en-US" altLang="ja-JP" dirty="0"/>
              <a:t>9</a:t>
            </a:r>
            <a:r>
              <a:rPr lang="ja-JP" altLang="en-US" dirty="0"/>
              <a:t>つの</a:t>
            </a:r>
            <a:r>
              <a:rPr lang="en-US" altLang="ja-JP" dirty="0"/>
              <a:t>PCG</a:t>
            </a:r>
            <a:r>
              <a:rPr lang="ja-JP" altLang="en-US" dirty="0"/>
              <a:t>ビートを含む信号のみが分析の対象</a:t>
            </a:r>
            <a:r>
              <a:rPr lang="en-US" altLang="ja-JP" dirty="0"/>
              <a:t>(</a:t>
            </a:r>
            <a:r>
              <a:rPr lang="ja-JP" altLang="en-US" dirty="0"/>
              <a:t>時間が短すぎるものは除外</a:t>
            </a:r>
            <a:r>
              <a:rPr lang="en-US" altLang="ja-JP" dirty="0"/>
              <a:t>)</a:t>
            </a:r>
            <a:r>
              <a:rPr lang="ja-JP" altLang="en-US" dirty="0"/>
              <a:t>となり、結果、</a:t>
            </a:r>
            <a:r>
              <a:rPr lang="en-US" altLang="ja-JP" dirty="0"/>
              <a:t>2137</a:t>
            </a:r>
            <a:r>
              <a:rPr lang="ja-JP" altLang="en-US" dirty="0"/>
              <a:t>の</a:t>
            </a:r>
            <a:r>
              <a:rPr lang="en-US" altLang="ja-JP" dirty="0"/>
              <a:t>PCG(</a:t>
            </a:r>
            <a:r>
              <a:rPr lang="ja-JP" altLang="en-US" dirty="0"/>
              <a:t>正常な</a:t>
            </a:r>
            <a:r>
              <a:rPr lang="en-US" altLang="ja-JP" dirty="0"/>
              <a:t>PCG</a:t>
            </a:r>
            <a:r>
              <a:rPr lang="ja-JP" altLang="en-US" dirty="0"/>
              <a:t>が</a:t>
            </a:r>
            <a:r>
              <a:rPr lang="en-US" altLang="ja-JP" dirty="0"/>
              <a:t>1919</a:t>
            </a:r>
            <a:r>
              <a:rPr lang="ja-JP" altLang="en-US" dirty="0"/>
              <a:t>、異常な</a:t>
            </a:r>
            <a:r>
              <a:rPr lang="en-US" altLang="ja-JP" dirty="0"/>
              <a:t>PCG</a:t>
            </a:r>
            <a:r>
              <a:rPr lang="ja-JP" altLang="en-US" dirty="0"/>
              <a:t>が</a:t>
            </a:r>
            <a:r>
              <a:rPr lang="en-US" altLang="ja-JP" dirty="0"/>
              <a:t>218)</a:t>
            </a:r>
            <a:r>
              <a:rPr lang="ja-JP" altLang="en-US" dirty="0"/>
              <a:t>が分析の対象となった。</a:t>
            </a:r>
            <a:endParaRPr lang="en-US" altLang="ja-JP" dirty="0"/>
          </a:p>
        </p:txBody>
      </p:sp>
      <p:sp>
        <p:nvSpPr>
          <p:cNvPr id="5" name="スライド番号プレースホルダー 4">
            <a:extLst>
              <a:ext uri="{FF2B5EF4-FFF2-40B4-BE49-F238E27FC236}">
                <a16:creationId xmlns:a16="http://schemas.microsoft.com/office/drawing/2014/main" id="{267AE915-74A0-3B79-875F-02191692B1F1}"/>
              </a:ext>
            </a:extLst>
          </p:cNvPr>
          <p:cNvSpPr>
            <a:spLocks noGrp="1"/>
          </p:cNvSpPr>
          <p:nvPr>
            <p:ph type="sldNum" sz="quarter" idx="12"/>
          </p:nvPr>
        </p:nvSpPr>
        <p:spPr/>
        <p:txBody>
          <a:bodyPr/>
          <a:lstStyle/>
          <a:p>
            <a:fld id="{F53CC62E-8007-4AE4-97B4-A3E2DB5FED0F}" type="slidenum">
              <a:rPr kumimoji="1" lang="ja-JP" altLang="en-US" smtClean="0"/>
              <a:t>8</a:t>
            </a:fld>
            <a:endParaRPr kumimoji="1" lang="ja-JP" altLang="en-US"/>
          </a:p>
        </p:txBody>
      </p:sp>
    </p:spTree>
    <p:extLst>
      <p:ext uri="{BB962C8B-B14F-4D97-AF65-F5344CB8AC3E}">
        <p14:creationId xmlns:p14="http://schemas.microsoft.com/office/powerpoint/2010/main" val="38256737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EAF9C6DB-3F8B-232E-56B5-111C44471753}"/>
              </a:ext>
            </a:extLst>
          </p:cNvPr>
          <p:cNvSpPr txBox="1"/>
          <p:nvPr/>
        </p:nvSpPr>
        <p:spPr>
          <a:xfrm>
            <a:off x="1064506" y="1486795"/>
            <a:ext cx="8197518" cy="379656"/>
          </a:xfrm>
          <a:prstGeom prst="rect">
            <a:avLst/>
          </a:prstGeom>
          <a:noFill/>
        </p:spPr>
        <p:txBody>
          <a:bodyPr wrap="square" rtlCol="0">
            <a:spAutoFit/>
          </a:bodyPr>
          <a:lstStyle/>
          <a:p>
            <a:pPr>
              <a:lnSpc>
                <a:spcPct val="107000"/>
              </a:lnSpc>
              <a:spcAft>
                <a:spcPts val="800"/>
              </a:spcAft>
            </a:pPr>
            <a:r>
              <a:rPr lang="ja-JP" altLang="ja-JP" sz="1800" kern="0" dirty="0">
                <a:effectLst/>
                <a:latin typeface="+mn-ea"/>
                <a:cs typeface="ＭＳ Ｐゴシック" panose="020B0600070205080204" pitchFamily="50" charset="-128"/>
              </a:rPr>
              <a:t>心音分類のために提案する手法は、</a:t>
            </a:r>
            <a:r>
              <a:rPr lang="ja-JP" altLang="en-US" sz="1800" kern="0" dirty="0">
                <a:effectLst/>
                <a:latin typeface="+mn-ea"/>
                <a:cs typeface="ＭＳ Ｐゴシック" panose="020B0600070205080204" pitchFamily="50" charset="-128"/>
              </a:rPr>
              <a:t>以下の</a:t>
            </a:r>
            <a:r>
              <a:rPr lang="en-US" altLang="ja-JP" sz="1800" kern="0" dirty="0">
                <a:effectLst/>
                <a:latin typeface="+mn-ea"/>
                <a:cs typeface="ＭＳ Ｐゴシック" panose="020B0600070205080204" pitchFamily="50" charset="-128"/>
              </a:rPr>
              <a:t>4</a:t>
            </a:r>
            <a:r>
              <a:rPr lang="ja-JP" altLang="en-US" sz="1800" kern="0" dirty="0">
                <a:effectLst/>
                <a:latin typeface="+mn-ea"/>
                <a:cs typeface="ＭＳ Ｐゴシック" panose="020B0600070205080204" pitchFamily="50" charset="-128"/>
              </a:rPr>
              <a:t>つの主要なステップで構成される。</a:t>
            </a:r>
            <a:endParaRPr lang="ja-JP" altLang="ja-JP" sz="1800" kern="100" dirty="0">
              <a:effectLst/>
              <a:latin typeface="+mn-ea"/>
              <a:cs typeface="Times New Roman" panose="02020603050405020304" pitchFamily="18" charset="0"/>
            </a:endParaRPr>
          </a:p>
        </p:txBody>
      </p:sp>
      <p:sp>
        <p:nvSpPr>
          <p:cNvPr id="3" name="Rectangle 1">
            <a:extLst>
              <a:ext uri="{FF2B5EF4-FFF2-40B4-BE49-F238E27FC236}">
                <a16:creationId xmlns:a16="http://schemas.microsoft.com/office/drawing/2014/main" id="{66044A12-1609-DC49-B86C-79E111E305D2}"/>
              </a:ext>
            </a:extLst>
          </p:cNvPr>
          <p:cNvSpPr>
            <a:spLocks noChangeArrowheads="1"/>
          </p:cNvSpPr>
          <p:nvPr/>
        </p:nvSpPr>
        <p:spPr bwMode="auto">
          <a:xfrm>
            <a:off x="1293106" y="2089506"/>
            <a:ext cx="273072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ja-JP" altLang="en-US" sz="1800" i="0" u="none" strike="noStrike" cap="none" normalizeH="0" baseline="0" dirty="0">
                <a:ln>
                  <a:noFill/>
                </a:ln>
                <a:solidFill>
                  <a:schemeClr val="tx1"/>
                </a:solidFill>
                <a:effectLst/>
                <a:latin typeface="Arial" panose="020B0604020202020204" pitchFamily="34" charset="0"/>
              </a:rPr>
              <a:t>前処理</a:t>
            </a:r>
            <a:endParaRPr kumimoji="0" lang="en-US" altLang="ja-JP" sz="180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ja-JP" altLang="en-US" dirty="0">
                <a:latin typeface="Arial" panose="020B0604020202020204" pitchFamily="34" charset="0"/>
              </a:rPr>
              <a:t>セグメンテーション</a:t>
            </a:r>
            <a:endParaRPr kumimoji="0" lang="en-US" altLang="ja-JP" dirty="0">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ja-JP" altLang="en-US" sz="1800" i="0" u="none" strike="noStrike" cap="none" normalizeH="0" baseline="0" dirty="0">
                <a:ln>
                  <a:noFill/>
                </a:ln>
                <a:solidFill>
                  <a:schemeClr val="tx1"/>
                </a:solidFill>
                <a:effectLst/>
                <a:latin typeface="Arial" panose="020B0604020202020204" pitchFamily="34" charset="0"/>
              </a:rPr>
              <a:t>特徴抽出</a:t>
            </a:r>
            <a:endParaRPr kumimoji="0" lang="en-US" altLang="ja-JP" sz="180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ja-JP" altLang="en-US" dirty="0">
                <a:latin typeface="Arial" panose="020B0604020202020204" pitchFamily="34" charset="0"/>
              </a:rPr>
              <a:t>分類</a:t>
            </a:r>
            <a:endParaRPr kumimoji="0" lang="ja-JP" altLang="ja-JP" sz="1800" i="0" u="none" strike="noStrike" cap="none" normalizeH="0" baseline="0" dirty="0">
              <a:ln>
                <a:noFill/>
              </a:ln>
              <a:solidFill>
                <a:schemeClr val="tx1"/>
              </a:solidFill>
              <a:effectLst/>
              <a:latin typeface="Arial" panose="020B0604020202020204" pitchFamily="34" charset="0"/>
            </a:endParaRPr>
          </a:p>
        </p:txBody>
      </p:sp>
      <p:sp>
        <p:nvSpPr>
          <p:cNvPr id="5" name="タイトル 1">
            <a:extLst>
              <a:ext uri="{FF2B5EF4-FFF2-40B4-BE49-F238E27FC236}">
                <a16:creationId xmlns:a16="http://schemas.microsoft.com/office/drawing/2014/main" id="{DB3B47DF-5F4B-D0DF-547A-36CE8A01C1C9}"/>
              </a:ext>
            </a:extLst>
          </p:cNvPr>
          <p:cNvSpPr txBox="1">
            <a:spLocks/>
          </p:cNvSpPr>
          <p:nvPr/>
        </p:nvSpPr>
        <p:spPr>
          <a:xfrm>
            <a:off x="306844" y="333417"/>
            <a:ext cx="2564694" cy="67160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r>
              <a:rPr lang="en-US" altLang="ja-JP" sz="3200"/>
              <a:t>3. </a:t>
            </a:r>
            <a:r>
              <a:rPr lang="ja-JP" altLang="en-US" sz="3200"/>
              <a:t>提案手法</a:t>
            </a:r>
            <a:endParaRPr lang="ja-JP" altLang="en-US" sz="3200" dirty="0"/>
          </a:p>
        </p:txBody>
      </p:sp>
      <p:sp>
        <p:nvSpPr>
          <p:cNvPr id="6" name="テキスト ボックス 5">
            <a:extLst>
              <a:ext uri="{FF2B5EF4-FFF2-40B4-BE49-F238E27FC236}">
                <a16:creationId xmlns:a16="http://schemas.microsoft.com/office/drawing/2014/main" id="{697680A9-6CB1-A6B2-D4CD-D4E527ECD4E0}"/>
              </a:ext>
            </a:extLst>
          </p:cNvPr>
          <p:cNvSpPr txBox="1"/>
          <p:nvPr/>
        </p:nvSpPr>
        <p:spPr>
          <a:xfrm>
            <a:off x="481262" y="1005020"/>
            <a:ext cx="3416970" cy="475515"/>
          </a:xfrm>
          <a:prstGeom prst="rect">
            <a:avLst/>
          </a:prstGeom>
          <a:noFill/>
        </p:spPr>
        <p:txBody>
          <a:bodyPr wrap="square" rtlCol="0">
            <a:spAutoFit/>
          </a:bodyPr>
          <a:lstStyle/>
          <a:p>
            <a:pPr>
              <a:lnSpc>
                <a:spcPct val="107000"/>
              </a:lnSpc>
              <a:spcAft>
                <a:spcPts val="800"/>
              </a:spcAft>
            </a:pPr>
            <a:r>
              <a:rPr lang="en-US" altLang="ja-JP" sz="2400" kern="0" dirty="0">
                <a:latin typeface="+mn-ea"/>
                <a:cs typeface="Times New Roman" panose="02020603050405020304" pitchFamily="18" charset="0"/>
              </a:rPr>
              <a:t>3.2.</a:t>
            </a:r>
            <a:r>
              <a:rPr lang="ja-JP" altLang="en-US" sz="2400" kern="0" dirty="0">
                <a:latin typeface="+mn-ea"/>
                <a:cs typeface="Times New Roman" panose="02020603050405020304" pitchFamily="18" charset="0"/>
              </a:rPr>
              <a:t> 提案方法</a:t>
            </a:r>
            <a:endParaRPr lang="ja-JP" altLang="ja-JP" sz="2400" kern="100" dirty="0">
              <a:effectLst/>
              <a:latin typeface="+mn-ea"/>
              <a:cs typeface="Times New Roman" panose="02020603050405020304" pitchFamily="18" charset="0"/>
            </a:endParaRPr>
          </a:p>
        </p:txBody>
      </p:sp>
      <p:sp>
        <p:nvSpPr>
          <p:cNvPr id="9" name="テキスト ボックス 8">
            <a:extLst>
              <a:ext uri="{FF2B5EF4-FFF2-40B4-BE49-F238E27FC236}">
                <a16:creationId xmlns:a16="http://schemas.microsoft.com/office/drawing/2014/main" id="{B0AD6D07-BC8E-0573-5445-D4148F2E595B}"/>
              </a:ext>
            </a:extLst>
          </p:cNvPr>
          <p:cNvSpPr txBox="1"/>
          <p:nvPr/>
        </p:nvSpPr>
        <p:spPr>
          <a:xfrm>
            <a:off x="481262" y="3568166"/>
            <a:ext cx="2496830" cy="487506"/>
          </a:xfrm>
          <a:prstGeom prst="rect">
            <a:avLst/>
          </a:prstGeom>
          <a:noFill/>
        </p:spPr>
        <p:txBody>
          <a:bodyPr wrap="square" rtlCol="0">
            <a:spAutoFit/>
          </a:bodyPr>
          <a:lstStyle/>
          <a:p>
            <a:pPr>
              <a:lnSpc>
                <a:spcPct val="107000"/>
              </a:lnSpc>
              <a:spcAft>
                <a:spcPts val="800"/>
              </a:spcAft>
            </a:pPr>
            <a:r>
              <a:rPr lang="en-US" altLang="ja-JP" sz="2400" kern="0" dirty="0">
                <a:latin typeface="+mn-ea"/>
                <a:cs typeface="Times New Roman" panose="02020603050405020304" pitchFamily="18" charset="0"/>
              </a:rPr>
              <a:t>3.2.1. </a:t>
            </a:r>
            <a:r>
              <a:rPr lang="ja-JP" altLang="en-US" sz="2400" kern="0" dirty="0">
                <a:latin typeface="+mn-ea"/>
                <a:cs typeface="Times New Roman" panose="02020603050405020304" pitchFamily="18" charset="0"/>
              </a:rPr>
              <a:t>前処理</a:t>
            </a:r>
            <a:endParaRPr lang="ja-JP" altLang="ja-JP" sz="2400" kern="100" dirty="0">
              <a:effectLst/>
              <a:latin typeface="+mn-ea"/>
              <a:cs typeface="Times New Roman" panose="02020603050405020304" pitchFamily="18" charset="0"/>
            </a:endParaRPr>
          </a:p>
        </p:txBody>
      </p:sp>
      <p:sp>
        <p:nvSpPr>
          <p:cNvPr id="10" name="テキスト ボックス 9">
            <a:extLst>
              <a:ext uri="{FF2B5EF4-FFF2-40B4-BE49-F238E27FC236}">
                <a16:creationId xmlns:a16="http://schemas.microsoft.com/office/drawing/2014/main" id="{1A0D6201-9CF5-3CDE-88F0-42ED7517EBA1}"/>
              </a:ext>
            </a:extLst>
          </p:cNvPr>
          <p:cNvSpPr txBox="1"/>
          <p:nvPr/>
        </p:nvSpPr>
        <p:spPr>
          <a:xfrm>
            <a:off x="914399" y="4529885"/>
            <a:ext cx="10363201" cy="1477328"/>
          </a:xfrm>
          <a:prstGeom prst="rect">
            <a:avLst/>
          </a:prstGeom>
          <a:noFill/>
        </p:spPr>
        <p:txBody>
          <a:bodyPr wrap="square" rtlCol="0">
            <a:spAutoFit/>
          </a:bodyPr>
          <a:lstStyle/>
          <a:p>
            <a:pPr marL="285750" indent="-285750">
              <a:buFont typeface="Arial" panose="020B0604020202020204" pitchFamily="34" charset="0"/>
              <a:buChar char="•"/>
            </a:pPr>
            <a:r>
              <a:rPr lang="ja-JP" altLang="en-US" b="1" dirty="0"/>
              <a:t>リサンプリング</a:t>
            </a:r>
            <a:r>
              <a:rPr lang="ja-JP" altLang="en-US" dirty="0"/>
              <a:t>：計算コストを削減するために、すべての信号を</a:t>
            </a:r>
            <a:r>
              <a:rPr lang="en-US" altLang="ja-JP" dirty="0"/>
              <a:t>2000 Hz</a:t>
            </a:r>
            <a:r>
              <a:rPr lang="ja-JP" altLang="en-US" dirty="0"/>
              <a:t>から</a:t>
            </a:r>
            <a:r>
              <a:rPr lang="en-US" altLang="ja-JP" dirty="0"/>
              <a:t>1000 Hz</a:t>
            </a:r>
            <a:r>
              <a:rPr lang="ja-JP" altLang="en-US" dirty="0"/>
              <a:t>にリサンプリング</a:t>
            </a:r>
            <a:endParaRPr lang="en-US" altLang="ja-JP" dirty="0"/>
          </a:p>
          <a:p>
            <a:endParaRPr lang="en-US" altLang="ja-JP" dirty="0"/>
          </a:p>
          <a:p>
            <a:pPr marL="285750" indent="-285750">
              <a:buFont typeface="Arial" panose="020B0604020202020204" pitchFamily="34" charset="0"/>
              <a:buChar char="•"/>
            </a:pPr>
            <a:r>
              <a:rPr lang="ja-JP" altLang="en-US" b="1" dirty="0"/>
              <a:t>ノイズ除去</a:t>
            </a:r>
            <a:r>
              <a:rPr lang="ja-JP" altLang="en-US" dirty="0"/>
              <a:t>：</a:t>
            </a:r>
            <a:r>
              <a:rPr lang="en-US" altLang="ja-JP" dirty="0"/>
              <a:t>25</a:t>
            </a:r>
            <a:r>
              <a:rPr lang="ja-JP" altLang="en-US" dirty="0"/>
              <a:t> </a:t>
            </a:r>
            <a:r>
              <a:rPr lang="en-US" altLang="ja-JP" dirty="0"/>
              <a:t>HZ</a:t>
            </a:r>
            <a:r>
              <a:rPr lang="ja-JP" altLang="en-US" dirty="0"/>
              <a:t>から</a:t>
            </a:r>
            <a:r>
              <a:rPr lang="en-US" altLang="ja-JP" dirty="0"/>
              <a:t>400 Hz</a:t>
            </a:r>
            <a:r>
              <a:rPr lang="ja-JP" altLang="en-US" dirty="0"/>
              <a:t>のバンドパスフィルターを使って、低周波および高周波のノイズ　除去を行う。</a:t>
            </a:r>
            <a:endParaRPr lang="en-US" altLang="ja-JP" dirty="0"/>
          </a:p>
        </p:txBody>
      </p:sp>
      <p:sp>
        <p:nvSpPr>
          <p:cNvPr id="7" name="スライド番号プレースホルダー 6">
            <a:extLst>
              <a:ext uri="{FF2B5EF4-FFF2-40B4-BE49-F238E27FC236}">
                <a16:creationId xmlns:a16="http://schemas.microsoft.com/office/drawing/2014/main" id="{5DFBA711-17FB-CAD1-0DCF-5BA7E31527B5}"/>
              </a:ext>
            </a:extLst>
          </p:cNvPr>
          <p:cNvSpPr>
            <a:spLocks noGrp="1"/>
          </p:cNvSpPr>
          <p:nvPr>
            <p:ph type="sldNum" sz="quarter" idx="12"/>
          </p:nvPr>
        </p:nvSpPr>
        <p:spPr/>
        <p:txBody>
          <a:bodyPr/>
          <a:lstStyle/>
          <a:p>
            <a:fld id="{F53CC62E-8007-4AE4-97B4-A3E2DB5FED0F}" type="slidenum">
              <a:rPr kumimoji="1" lang="ja-JP" altLang="en-US" smtClean="0"/>
              <a:t>9</a:t>
            </a:fld>
            <a:endParaRPr kumimoji="1" lang="ja-JP" altLang="en-US"/>
          </a:p>
        </p:txBody>
      </p:sp>
    </p:spTree>
    <p:extLst>
      <p:ext uri="{BB962C8B-B14F-4D97-AF65-F5344CB8AC3E}">
        <p14:creationId xmlns:p14="http://schemas.microsoft.com/office/powerpoint/2010/main" val="23408364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1">
            <a:extLst>
              <a:ext uri="{FF2B5EF4-FFF2-40B4-BE49-F238E27FC236}">
                <a16:creationId xmlns:a16="http://schemas.microsoft.com/office/drawing/2014/main" id="{DB3B47DF-5F4B-D0DF-547A-36CE8A01C1C9}"/>
              </a:ext>
            </a:extLst>
          </p:cNvPr>
          <p:cNvSpPr txBox="1">
            <a:spLocks/>
          </p:cNvSpPr>
          <p:nvPr/>
        </p:nvSpPr>
        <p:spPr>
          <a:xfrm>
            <a:off x="306844" y="333417"/>
            <a:ext cx="2564694" cy="67160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r>
              <a:rPr lang="en-US" altLang="ja-JP" sz="3200"/>
              <a:t>3. </a:t>
            </a:r>
            <a:r>
              <a:rPr lang="ja-JP" altLang="en-US" sz="3200"/>
              <a:t>提案手法</a:t>
            </a:r>
            <a:endParaRPr lang="ja-JP" altLang="en-US" sz="3200" dirty="0"/>
          </a:p>
        </p:txBody>
      </p:sp>
      <p:sp>
        <p:nvSpPr>
          <p:cNvPr id="9" name="テキスト ボックス 8">
            <a:extLst>
              <a:ext uri="{FF2B5EF4-FFF2-40B4-BE49-F238E27FC236}">
                <a16:creationId xmlns:a16="http://schemas.microsoft.com/office/drawing/2014/main" id="{B0AD6D07-BC8E-0573-5445-D4148F2E595B}"/>
              </a:ext>
            </a:extLst>
          </p:cNvPr>
          <p:cNvSpPr txBox="1"/>
          <p:nvPr/>
        </p:nvSpPr>
        <p:spPr>
          <a:xfrm>
            <a:off x="481262" y="984559"/>
            <a:ext cx="8101264" cy="475515"/>
          </a:xfrm>
          <a:prstGeom prst="rect">
            <a:avLst/>
          </a:prstGeom>
          <a:noFill/>
        </p:spPr>
        <p:txBody>
          <a:bodyPr wrap="square" rtlCol="0">
            <a:spAutoFit/>
          </a:bodyPr>
          <a:lstStyle/>
          <a:p>
            <a:pPr>
              <a:lnSpc>
                <a:spcPct val="107000"/>
              </a:lnSpc>
              <a:spcAft>
                <a:spcPts val="800"/>
              </a:spcAft>
            </a:pPr>
            <a:r>
              <a:rPr lang="en-US" altLang="ja-JP" sz="2400" kern="0" dirty="0">
                <a:latin typeface="+mn-ea"/>
                <a:cs typeface="Times New Roman" panose="02020603050405020304" pitchFamily="18" charset="0"/>
              </a:rPr>
              <a:t>3.2.2. </a:t>
            </a:r>
            <a:r>
              <a:rPr lang="ja-JP" altLang="en-US" sz="2400" kern="0" dirty="0">
                <a:latin typeface="+mn-ea"/>
                <a:cs typeface="Times New Roman" panose="02020603050405020304" pitchFamily="18" charset="0"/>
              </a:rPr>
              <a:t>セグメンテーション</a:t>
            </a:r>
            <a:r>
              <a:rPr lang="en-US" altLang="ja-JP" sz="2400" kern="0" dirty="0">
                <a:latin typeface="+mn-ea"/>
                <a:cs typeface="Times New Roman" panose="02020603050405020304" pitchFamily="18" charset="0"/>
              </a:rPr>
              <a:t>(S1</a:t>
            </a:r>
            <a:r>
              <a:rPr lang="ja-JP" altLang="en-US" sz="2400" kern="0" dirty="0">
                <a:latin typeface="+mn-ea"/>
                <a:cs typeface="Times New Roman" panose="02020603050405020304" pitchFamily="18" charset="0"/>
              </a:rPr>
              <a:t>、収縮期、</a:t>
            </a:r>
            <a:r>
              <a:rPr lang="en-US" altLang="ja-JP" sz="2400" kern="0" dirty="0">
                <a:latin typeface="+mn-ea"/>
                <a:cs typeface="Times New Roman" panose="02020603050405020304" pitchFamily="18" charset="0"/>
              </a:rPr>
              <a:t>S2</a:t>
            </a:r>
            <a:r>
              <a:rPr lang="ja-JP" altLang="en-US" sz="2400" kern="0" dirty="0">
                <a:latin typeface="+mn-ea"/>
                <a:cs typeface="Times New Roman" panose="02020603050405020304" pitchFamily="18" charset="0"/>
              </a:rPr>
              <a:t>、拡張期</a:t>
            </a:r>
            <a:r>
              <a:rPr lang="en-US" altLang="ja-JP" sz="2400" kern="0" dirty="0">
                <a:latin typeface="+mn-ea"/>
                <a:cs typeface="Times New Roman" panose="02020603050405020304" pitchFamily="18" charset="0"/>
              </a:rPr>
              <a:t>)</a:t>
            </a:r>
            <a:endParaRPr lang="ja-JP" altLang="ja-JP" sz="2400" kern="100" dirty="0">
              <a:effectLst/>
              <a:latin typeface="+mn-ea"/>
              <a:cs typeface="Times New Roman" panose="02020603050405020304" pitchFamily="18" charset="0"/>
            </a:endParaRPr>
          </a:p>
        </p:txBody>
      </p:sp>
      <p:sp>
        <p:nvSpPr>
          <p:cNvPr id="10" name="テキスト ボックス 9">
            <a:extLst>
              <a:ext uri="{FF2B5EF4-FFF2-40B4-BE49-F238E27FC236}">
                <a16:creationId xmlns:a16="http://schemas.microsoft.com/office/drawing/2014/main" id="{1A0D6201-9CF5-3CDE-88F0-42ED7517EBA1}"/>
              </a:ext>
            </a:extLst>
          </p:cNvPr>
          <p:cNvSpPr txBox="1"/>
          <p:nvPr/>
        </p:nvSpPr>
        <p:spPr>
          <a:xfrm>
            <a:off x="914399" y="1641184"/>
            <a:ext cx="10363201" cy="1477328"/>
          </a:xfrm>
          <a:prstGeom prst="rect">
            <a:avLst/>
          </a:prstGeom>
          <a:noFill/>
        </p:spPr>
        <p:txBody>
          <a:bodyPr wrap="square" rtlCol="0">
            <a:spAutoFit/>
          </a:bodyPr>
          <a:lstStyle/>
          <a:p>
            <a:pPr marL="285750" indent="-285750">
              <a:buFont typeface="Arial" panose="020B0604020202020204" pitchFamily="34" charset="0"/>
              <a:buChar char="•"/>
            </a:pPr>
            <a:r>
              <a:rPr lang="ja-JP" altLang="en-US" b="1" dirty="0"/>
              <a:t>目的</a:t>
            </a:r>
            <a:r>
              <a:rPr lang="ja-JP" altLang="en-US" dirty="0"/>
              <a:t>：</a:t>
            </a:r>
            <a:r>
              <a:rPr lang="en-US" altLang="ja-JP" dirty="0"/>
              <a:t>PCG</a:t>
            </a:r>
            <a:r>
              <a:rPr lang="ja-JP" altLang="en-US" dirty="0"/>
              <a:t>信号の</a:t>
            </a:r>
            <a:r>
              <a:rPr lang="en-US" altLang="ja-JP" sz="1800" kern="0" dirty="0">
                <a:effectLst/>
                <a:latin typeface="+mn-ea"/>
                <a:cs typeface="ＭＳ Ｐゴシック" panose="020B0600070205080204" pitchFamily="50" charset="-128"/>
              </a:rPr>
              <a:t>S1</a:t>
            </a:r>
            <a:r>
              <a:rPr lang="ja-JP" altLang="ja-JP" sz="1800" kern="0" dirty="0">
                <a:effectLst/>
                <a:latin typeface="+mn-ea"/>
                <a:cs typeface="ＭＳ Ｐゴシック" panose="020B0600070205080204" pitchFamily="50" charset="-128"/>
              </a:rPr>
              <a:t>および</a:t>
            </a:r>
            <a:r>
              <a:rPr lang="en-US" altLang="ja-JP" sz="1800" kern="0" dirty="0">
                <a:effectLst/>
                <a:latin typeface="+mn-ea"/>
                <a:cs typeface="ＭＳ Ｐゴシック" panose="020B0600070205080204" pitchFamily="50" charset="-128"/>
              </a:rPr>
              <a:t>S2</a:t>
            </a:r>
            <a:r>
              <a:rPr lang="ja-JP" altLang="ja-JP" sz="1800" kern="0" dirty="0">
                <a:effectLst/>
                <a:latin typeface="+mn-ea"/>
                <a:cs typeface="ＭＳ Ｐゴシック" panose="020B0600070205080204" pitchFamily="50" charset="-128"/>
              </a:rPr>
              <a:t>音の時間間隔と、収縮期および拡張期の領域の間隔</a:t>
            </a:r>
            <a:r>
              <a:rPr lang="ja-JP" altLang="en-US" sz="1800" kern="0" dirty="0">
                <a:effectLst/>
                <a:latin typeface="+mn-ea"/>
                <a:cs typeface="ＭＳ Ｐゴシック" panose="020B0600070205080204" pitchFamily="50" charset="-128"/>
              </a:rPr>
              <a:t>の識別</a:t>
            </a:r>
            <a:endParaRPr lang="en-US" altLang="ja-JP" sz="1800" kern="0" dirty="0">
              <a:effectLst/>
              <a:latin typeface="+mn-ea"/>
              <a:cs typeface="ＭＳ Ｐゴシック" panose="020B0600070205080204" pitchFamily="50" charset="-128"/>
            </a:endParaRPr>
          </a:p>
          <a:p>
            <a:endParaRPr lang="en-US" altLang="ja-JP" b="1" dirty="0">
              <a:latin typeface="+mn-ea"/>
            </a:endParaRPr>
          </a:p>
          <a:p>
            <a:pPr marL="285750" indent="-285750">
              <a:buFont typeface="Arial" panose="020B0604020202020204" pitchFamily="34" charset="0"/>
              <a:buChar char="•"/>
            </a:pPr>
            <a:r>
              <a:rPr lang="ja-JP" altLang="en-US" b="1" dirty="0"/>
              <a:t>手法</a:t>
            </a:r>
            <a:r>
              <a:rPr lang="ja-JP" altLang="en-US" dirty="0"/>
              <a:t>： ヒルベルト変換、パワースペクトル密度、ウェーブレット変換を使用して特徴を抽出し、</a:t>
            </a:r>
            <a:r>
              <a:rPr lang="en-US" altLang="ja-JP" dirty="0"/>
              <a:t>HSMM(</a:t>
            </a:r>
            <a:r>
              <a:rPr lang="ja-JP" altLang="en-US" dirty="0"/>
              <a:t>隠れセミマルコフモデル</a:t>
            </a:r>
            <a:r>
              <a:rPr lang="en-US" altLang="ja-JP" dirty="0"/>
              <a:t>)</a:t>
            </a:r>
            <a:r>
              <a:rPr lang="ja-JP" altLang="en-US" dirty="0"/>
              <a:t>およびロジスティック回帰を使って</a:t>
            </a:r>
            <a:r>
              <a:rPr lang="en-US" altLang="ja-JP" dirty="0"/>
              <a:t>4</a:t>
            </a:r>
            <a:r>
              <a:rPr lang="ja-JP" altLang="en-US" dirty="0"/>
              <a:t>つに分類</a:t>
            </a:r>
            <a:endParaRPr lang="en-US" altLang="ja-JP" dirty="0"/>
          </a:p>
          <a:p>
            <a:r>
              <a:rPr lang="ja-JP" altLang="en-US" dirty="0"/>
              <a:t>　→</a:t>
            </a:r>
            <a:r>
              <a:rPr lang="en-US" altLang="ja-JP" sz="1800" kern="0" dirty="0">
                <a:effectLst/>
                <a:latin typeface="+mn-ea"/>
                <a:cs typeface="ＭＳ Ｐゴシック" panose="020B0600070205080204" pitchFamily="50" charset="-128"/>
              </a:rPr>
              <a:t>S1</a:t>
            </a:r>
            <a:r>
              <a:rPr lang="ja-JP" altLang="ja-JP" sz="1800" kern="0" dirty="0">
                <a:effectLst/>
                <a:latin typeface="+mn-ea"/>
                <a:cs typeface="ＭＳ Ｐゴシック" panose="020B0600070205080204" pitchFamily="50" charset="-128"/>
              </a:rPr>
              <a:t>、収縮期、</a:t>
            </a:r>
            <a:r>
              <a:rPr lang="en-US" altLang="ja-JP" sz="1800" kern="0" dirty="0">
                <a:effectLst/>
                <a:latin typeface="+mn-ea"/>
                <a:cs typeface="ＭＳ Ｐゴシック" panose="020B0600070205080204" pitchFamily="50" charset="-128"/>
              </a:rPr>
              <a:t>S2</a:t>
            </a:r>
            <a:r>
              <a:rPr lang="ja-JP" altLang="ja-JP" sz="1800" kern="0" dirty="0">
                <a:effectLst/>
                <a:latin typeface="+mn-ea"/>
                <a:cs typeface="ＭＳ Ｐゴシック" panose="020B0600070205080204" pitchFamily="50" charset="-128"/>
              </a:rPr>
              <a:t>、拡張期に</a:t>
            </a:r>
            <a:r>
              <a:rPr lang="ja-JP" altLang="en-US" sz="1800" kern="0" dirty="0">
                <a:effectLst/>
                <a:latin typeface="+mn-ea"/>
                <a:cs typeface="ＭＳ Ｐゴシック" panose="020B0600070205080204" pitchFamily="50" charset="-128"/>
              </a:rPr>
              <a:t>それぞれ</a:t>
            </a:r>
            <a:r>
              <a:rPr lang="ja-JP" altLang="ja-JP" sz="1800" kern="0" dirty="0">
                <a:effectLst/>
                <a:latin typeface="+mn-ea"/>
                <a:cs typeface="ＭＳ Ｐゴシック" panose="020B0600070205080204" pitchFamily="50" charset="-128"/>
              </a:rPr>
              <a:t>ラベル</a:t>
            </a:r>
            <a:r>
              <a:rPr lang="en-US" altLang="ja-JP" sz="1800" kern="0" dirty="0">
                <a:effectLst/>
                <a:latin typeface="+mn-ea"/>
                <a:cs typeface="ＭＳ Ｐゴシック" panose="020B0600070205080204" pitchFamily="50" charset="-128"/>
              </a:rPr>
              <a:t>1</a:t>
            </a:r>
            <a:r>
              <a:rPr lang="ja-JP" altLang="en-US" sz="1800" kern="0" dirty="0">
                <a:effectLst/>
                <a:latin typeface="+mn-ea"/>
                <a:cs typeface="ＭＳ Ｐゴシック" panose="020B0600070205080204" pitchFamily="50" charset="-128"/>
              </a:rPr>
              <a:t>～</a:t>
            </a:r>
            <a:r>
              <a:rPr lang="en-US" altLang="ja-JP" sz="1800" kern="0" dirty="0">
                <a:effectLst/>
                <a:latin typeface="+mn-ea"/>
                <a:cs typeface="ＭＳ Ｐゴシック" panose="020B0600070205080204" pitchFamily="50" charset="-128"/>
              </a:rPr>
              <a:t>4</a:t>
            </a:r>
            <a:r>
              <a:rPr lang="ja-JP" altLang="ja-JP" sz="1800" kern="0" dirty="0">
                <a:effectLst/>
                <a:latin typeface="+mn-ea"/>
                <a:cs typeface="ＭＳ Ｐゴシック" panose="020B0600070205080204" pitchFamily="50" charset="-128"/>
              </a:rPr>
              <a:t>を割り当て</a:t>
            </a:r>
            <a:endParaRPr lang="en-US" altLang="ja-JP" dirty="0">
              <a:latin typeface="+mn-ea"/>
            </a:endParaRPr>
          </a:p>
        </p:txBody>
      </p:sp>
      <p:sp>
        <p:nvSpPr>
          <p:cNvPr id="7" name="テキスト ボックス 6">
            <a:extLst>
              <a:ext uri="{FF2B5EF4-FFF2-40B4-BE49-F238E27FC236}">
                <a16:creationId xmlns:a16="http://schemas.microsoft.com/office/drawing/2014/main" id="{B80FACE5-0C1A-FF84-750E-FE41A6D5DED7}"/>
              </a:ext>
            </a:extLst>
          </p:cNvPr>
          <p:cNvSpPr txBox="1"/>
          <p:nvPr/>
        </p:nvSpPr>
        <p:spPr>
          <a:xfrm>
            <a:off x="481261" y="3501731"/>
            <a:ext cx="4159749" cy="475515"/>
          </a:xfrm>
          <a:prstGeom prst="rect">
            <a:avLst/>
          </a:prstGeom>
          <a:noFill/>
        </p:spPr>
        <p:txBody>
          <a:bodyPr wrap="square" rtlCol="0">
            <a:spAutoFit/>
          </a:bodyPr>
          <a:lstStyle/>
          <a:p>
            <a:pPr>
              <a:lnSpc>
                <a:spcPct val="107000"/>
              </a:lnSpc>
              <a:spcAft>
                <a:spcPts val="800"/>
              </a:spcAft>
            </a:pPr>
            <a:r>
              <a:rPr lang="en-US" altLang="ja-JP" sz="2400" kern="0" dirty="0">
                <a:latin typeface="+mn-ea"/>
                <a:cs typeface="Times New Roman" panose="02020603050405020304" pitchFamily="18" charset="0"/>
              </a:rPr>
              <a:t>3.2.3. </a:t>
            </a:r>
            <a:r>
              <a:rPr lang="ja-JP" altLang="en-US" sz="2400" kern="0" dirty="0">
                <a:latin typeface="+mn-ea"/>
                <a:cs typeface="Times New Roman" panose="02020603050405020304" pitchFamily="18" charset="0"/>
              </a:rPr>
              <a:t>特徴抽出</a:t>
            </a:r>
            <a:endParaRPr lang="ja-JP" altLang="ja-JP" sz="2400" kern="100" dirty="0">
              <a:effectLst/>
              <a:latin typeface="+mn-ea"/>
              <a:cs typeface="Times New Roman" panose="02020603050405020304" pitchFamily="18" charset="0"/>
            </a:endParaRPr>
          </a:p>
        </p:txBody>
      </p:sp>
      <p:sp>
        <p:nvSpPr>
          <p:cNvPr id="8" name="テキスト ボックス 7">
            <a:extLst>
              <a:ext uri="{FF2B5EF4-FFF2-40B4-BE49-F238E27FC236}">
                <a16:creationId xmlns:a16="http://schemas.microsoft.com/office/drawing/2014/main" id="{D732EE07-AA51-9718-2C43-75E2DDB28752}"/>
              </a:ext>
            </a:extLst>
          </p:cNvPr>
          <p:cNvSpPr txBox="1"/>
          <p:nvPr/>
        </p:nvSpPr>
        <p:spPr>
          <a:xfrm>
            <a:off x="914398" y="4145288"/>
            <a:ext cx="10363201" cy="923330"/>
          </a:xfrm>
          <a:prstGeom prst="rect">
            <a:avLst/>
          </a:prstGeom>
          <a:noFill/>
        </p:spPr>
        <p:txBody>
          <a:bodyPr wrap="square" rtlCol="0">
            <a:spAutoFit/>
          </a:bodyPr>
          <a:lstStyle/>
          <a:p>
            <a:pPr marL="285750" indent="-285750">
              <a:buFont typeface="Arial" panose="020B0604020202020204" pitchFamily="34" charset="0"/>
              <a:buChar char="•"/>
            </a:pPr>
            <a:r>
              <a:rPr lang="ja-JP" altLang="en-US" b="1" dirty="0"/>
              <a:t>目的</a:t>
            </a:r>
            <a:r>
              <a:rPr lang="ja-JP" altLang="en-US" dirty="0"/>
              <a:t>：心音信号</a:t>
            </a:r>
            <a:r>
              <a:rPr lang="en-US" altLang="ja-JP" dirty="0"/>
              <a:t>(PCG</a:t>
            </a:r>
            <a:r>
              <a:rPr lang="ja-JP" altLang="en-US" dirty="0"/>
              <a:t>信号</a:t>
            </a:r>
            <a:r>
              <a:rPr lang="en-US" altLang="ja-JP" dirty="0"/>
              <a:t>)</a:t>
            </a:r>
            <a:r>
              <a:rPr lang="ja-JP" altLang="en-US" dirty="0"/>
              <a:t>のメル周波数ケプストラム係数</a:t>
            </a:r>
            <a:r>
              <a:rPr lang="en-US" altLang="ja-JP" dirty="0"/>
              <a:t>(MFCC)</a:t>
            </a:r>
            <a:r>
              <a:rPr lang="ja-JP" altLang="en-US" dirty="0"/>
              <a:t>の推定</a:t>
            </a:r>
            <a:endParaRPr lang="en-US" altLang="ja-JP" dirty="0"/>
          </a:p>
          <a:p>
            <a:endParaRPr lang="en-US" altLang="ja-JP" b="1" dirty="0">
              <a:latin typeface="+mn-ea"/>
            </a:endParaRPr>
          </a:p>
          <a:p>
            <a:pPr marL="285750" indent="-285750">
              <a:buFont typeface="Arial" panose="020B0604020202020204" pitchFamily="34" charset="0"/>
              <a:buChar char="•"/>
            </a:pPr>
            <a:r>
              <a:rPr lang="ja-JP" altLang="en-US" b="1" dirty="0"/>
              <a:t>手法</a:t>
            </a:r>
            <a:r>
              <a:rPr lang="ja-JP" altLang="en-US" dirty="0"/>
              <a:t>：推定は以下の</a:t>
            </a:r>
            <a:r>
              <a:rPr lang="en-US" altLang="ja-JP" dirty="0"/>
              <a:t>5</a:t>
            </a:r>
            <a:r>
              <a:rPr lang="ja-JP" altLang="en-US" dirty="0"/>
              <a:t>つのステップで行われる。</a:t>
            </a:r>
            <a:endParaRPr lang="en-US" altLang="ja-JP" dirty="0"/>
          </a:p>
        </p:txBody>
      </p:sp>
      <p:sp>
        <p:nvSpPr>
          <p:cNvPr id="11" name="Rectangle 1">
            <a:extLst>
              <a:ext uri="{FF2B5EF4-FFF2-40B4-BE49-F238E27FC236}">
                <a16:creationId xmlns:a16="http://schemas.microsoft.com/office/drawing/2014/main" id="{380AAD73-CF2D-5C17-C43C-FBA53D407194}"/>
              </a:ext>
            </a:extLst>
          </p:cNvPr>
          <p:cNvSpPr>
            <a:spLocks noChangeArrowheads="1"/>
          </p:cNvSpPr>
          <p:nvPr/>
        </p:nvSpPr>
        <p:spPr bwMode="auto">
          <a:xfrm>
            <a:off x="1589191" y="5134777"/>
            <a:ext cx="9176575"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ja-JP" dirty="0">
                <a:latin typeface="Arial" panose="020B0604020202020204" pitchFamily="34" charset="0"/>
              </a:rPr>
              <a:t>PCG</a:t>
            </a:r>
            <a:r>
              <a:rPr kumimoji="0" lang="ja-JP" altLang="en-US" dirty="0">
                <a:latin typeface="Arial" panose="020B0604020202020204" pitchFamily="34" charset="0"/>
              </a:rPr>
              <a:t>信号を一定時間ごとのフレームに分割</a:t>
            </a:r>
            <a:endParaRPr kumimoji="0" lang="en-US" altLang="ja-JP" sz="180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ja-JP" altLang="en-US" dirty="0">
                <a:latin typeface="Arial" panose="020B0604020202020204" pitchFamily="34" charset="0"/>
              </a:rPr>
              <a:t>各</a:t>
            </a:r>
            <a:r>
              <a:rPr kumimoji="0" lang="en-US" altLang="ja-JP" dirty="0">
                <a:latin typeface="Arial" panose="020B0604020202020204" pitchFamily="34" charset="0"/>
              </a:rPr>
              <a:t>PCG</a:t>
            </a:r>
            <a:r>
              <a:rPr kumimoji="0" lang="ja-JP" altLang="en-US" dirty="0">
                <a:latin typeface="Arial" panose="020B0604020202020204" pitchFamily="34" charset="0"/>
              </a:rPr>
              <a:t>フレームの離散フーリエ変換を計算し、周波数成分を求める</a:t>
            </a:r>
            <a:endParaRPr kumimoji="0" lang="en-US" altLang="ja-JP" dirty="0">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ja-JP" altLang="en-US" dirty="0">
                <a:latin typeface="Arial" panose="020B0604020202020204" pitchFamily="34" charset="0"/>
              </a:rPr>
              <a:t>各フレームのパワースペクトルをメルフィルタバンクを利用して推定</a:t>
            </a:r>
            <a:endParaRPr kumimoji="0" lang="en-US" altLang="ja-JP" sz="180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ja-JP" altLang="en-US" sz="1800" i="0" u="none" strike="noStrike" cap="none" normalizeH="0" baseline="0" dirty="0">
                <a:ln>
                  <a:noFill/>
                </a:ln>
                <a:solidFill>
                  <a:schemeClr val="tx1"/>
                </a:solidFill>
                <a:effectLst/>
                <a:latin typeface="Arial" panose="020B0604020202020204" pitchFamily="34" charset="0"/>
              </a:rPr>
              <a:t>パワー係数</a:t>
            </a:r>
            <a:r>
              <a:rPr kumimoji="0" lang="en-US" altLang="ja-JP" dirty="0">
                <a:latin typeface="Arial" panose="020B0604020202020204" pitchFamily="34" charset="0"/>
              </a:rPr>
              <a:t>(</a:t>
            </a:r>
            <a:r>
              <a:rPr kumimoji="0" lang="ja-JP" altLang="en-US" dirty="0">
                <a:latin typeface="Arial" panose="020B0604020202020204" pitchFamily="34" charset="0"/>
              </a:rPr>
              <a:t>フィルタリングされた結果</a:t>
            </a:r>
            <a:r>
              <a:rPr kumimoji="0" lang="en-US" altLang="ja-JP" dirty="0">
                <a:latin typeface="Arial" panose="020B0604020202020204" pitchFamily="34" charset="0"/>
              </a:rPr>
              <a:t>)</a:t>
            </a:r>
            <a:r>
              <a:rPr kumimoji="0" lang="ja-JP" altLang="en-US" sz="1800" i="0" u="none" strike="noStrike" cap="none" normalizeH="0" baseline="0" dirty="0">
                <a:ln>
                  <a:noFill/>
                </a:ln>
                <a:solidFill>
                  <a:schemeClr val="tx1"/>
                </a:solidFill>
                <a:effectLst/>
                <a:latin typeface="Arial" panose="020B0604020202020204" pitchFamily="34" charset="0"/>
              </a:rPr>
              <a:t>の対数を計算</a:t>
            </a:r>
            <a:endParaRPr kumimoji="0" lang="en-US" altLang="ja-JP" sz="180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ja-JP" altLang="en-US" dirty="0">
                <a:latin typeface="Arial" panose="020B0604020202020204" pitchFamily="34" charset="0"/>
              </a:rPr>
              <a:t>対数パワー係数の離散コサイン変換を計算</a:t>
            </a:r>
            <a:endParaRPr kumimoji="0" lang="ja-JP" altLang="ja-JP" sz="1800" i="0" u="none" strike="noStrike" cap="none" normalizeH="0" baseline="0" dirty="0">
              <a:ln>
                <a:noFill/>
              </a:ln>
              <a:solidFill>
                <a:schemeClr val="tx1"/>
              </a:solidFill>
              <a:effectLst/>
              <a:latin typeface="Arial" panose="020B0604020202020204" pitchFamily="34" charset="0"/>
            </a:endParaRPr>
          </a:p>
        </p:txBody>
      </p:sp>
      <p:sp>
        <p:nvSpPr>
          <p:cNvPr id="3" name="スライド番号プレースホルダー 2">
            <a:extLst>
              <a:ext uri="{FF2B5EF4-FFF2-40B4-BE49-F238E27FC236}">
                <a16:creationId xmlns:a16="http://schemas.microsoft.com/office/drawing/2014/main" id="{BCD78A43-CD05-EEAB-C318-76AF60E6F8AC}"/>
              </a:ext>
            </a:extLst>
          </p:cNvPr>
          <p:cNvSpPr>
            <a:spLocks noGrp="1"/>
          </p:cNvSpPr>
          <p:nvPr>
            <p:ph type="sldNum" sz="quarter" idx="12"/>
          </p:nvPr>
        </p:nvSpPr>
        <p:spPr/>
        <p:txBody>
          <a:bodyPr/>
          <a:lstStyle/>
          <a:p>
            <a:fld id="{F53CC62E-8007-4AE4-97B4-A3E2DB5FED0F}" type="slidenum">
              <a:rPr kumimoji="1" lang="ja-JP" altLang="en-US" smtClean="0"/>
              <a:t>10</a:t>
            </a:fld>
            <a:endParaRPr kumimoji="1" lang="ja-JP" altLang="en-US"/>
          </a:p>
        </p:txBody>
      </p:sp>
    </p:spTree>
    <p:extLst>
      <p:ext uri="{BB962C8B-B14F-4D97-AF65-F5344CB8AC3E}">
        <p14:creationId xmlns:p14="http://schemas.microsoft.com/office/powerpoint/2010/main" val="19310240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1">
            <a:extLst>
              <a:ext uri="{FF2B5EF4-FFF2-40B4-BE49-F238E27FC236}">
                <a16:creationId xmlns:a16="http://schemas.microsoft.com/office/drawing/2014/main" id="{DB3B47DF-5F4B-D0DF-547A-36CE8A01C1C9}"/>
              </a:ext>
            </a:extLst>
          </p:cNvPr>
          <p:cNvSpPr txBox="1">
            <a:spLocks/>
          </p:cNvSpPr>
          <p:nvPr/>
        </p:nvSpPr>
        <p:spPr>
          <a:xfrm>
            <a:off x="306775" y="343170"/>
            <a:ext cx="2564694" cy="67160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r>
              <a:rPr lang="en-US" altLang="ja-JP" sz="3200" dirty="0"/>
              <a:t>3. </a:t>
            </a:r>
            <a:r>
              <a:rPr lang="ja-JP" altLang="en-US" sz="3200" dirty="0"/>
              <a:t>提案手法</a:t>
            </a:r>
          </a:p>
        </p:txBody>
      </p:sp>
      <p:sp>
        <p:nvSpPr>
          <p:cNvPr id="11" name="Rectangle 1">
            <a:extLst>
              <a:ext uri="{FF2B5EF4-FFF2-40B4-BE49-F238E27FC236}">
                <a16:creationId xmlns:a16="http://schemas.microsoft.com/office/drawing/2014/main" id="{380AAD73-CF2D-5C17-C43C-FBA53D407194}"/>
              </a:ext>
            </a:extLst>
          </p:cNvPr>
          <p:cNvSpPr>
            <a:spLocks noChangeArrowheads="1"/>
          </p:cNvSpPr>
          <p:nvPr/>
        </p:nvSpPr>
        <p:spPr bwMode="auto">
          <a:xfrm>
            <a:off x="457106" y="1188197"/>
            <a:ext cx="482886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ja-JP" sz="2000" dirty="0">
                <a:latin typeface="Arial" panose="020B0604020202020204" pitchFamily="34" charset="0"/>
              </a:rPr>
              <a:t>1.  PCG</a:t>
            </a:r>
            <a:r>
              <a:rPr kumimoji="0" lang="ja-JP" altLang="en-US" sz="2000" dirty="0">
                <a:latin typeface="Arial" panose="020B0604020202020204" pitchFamily="34" charset="0"/>
              </a:rPr>
              <a:t>信号をフレームに分割</a:t>
            </a:r>
            <a:endParaRPr kumimoji="0" lang="en-US" altLang="ja-JP" sz="2000" i="0" u="none" strike="noStrike" cap="none" normalizeH="0" baseline="0" dirty="0">
              <a:ln>
                <a:noFill/>
              </a:ln>
              <a:solidFill>
                <a:schemeClr val="tx1"/>
              </a:solidFill>
              <a:effectLst/>
              <a:latin typeface="Arial" panose="020B0604020202020204" pitchFamily="34" charset="0"/>
            </a:endParaRPr>
          </a:p>
        </p:txBody>
      </p:sp>
      <p:sp>
        <p:nvSpPr>
          <p:cNvPr id="12" name="テキスト ボックス 11">
            <a:extLst>
              <a:ext uri="{FF2B5EF4-FFF2-40B4-BE49-F238E27FC236}">
                <a16:creationId xmlns:a16="http://schemas.microsoft.com/office/drawing/2014/main" id="{214FAC32-8CA0-9E54-2F76-43F8B9E368F6}"/>
              </a:ext>
            </a:extLst>
          </p:cNvPr>
          <p:cNvSpPr txBox="1"/>
          <p:nvPr/>
        </p:nvSpPr>
        <p:spPr>
          <a:xfrm>
            <a:off x="1702280" y="1792569"/>
            <a:ext cx="10489720" cy="369332"/>
          </a:xfrm>
          <a:prstGeom prst="rect">
            <a:avLst/>
          </a:prstGeom>
          <a:noFill/>
        </p:spPr>
        <p:txBody>
          <a:bodyPr wrap="square" rtlCol="0">
            <a:spAutoFit/>
          </a:bodyPr>
          <a:lstStyle/>
          <a:p>
            <a:r>
              <a:rPr kumimoji="1" lang="en-US" altLang="ja-JP" dirty="0"/>
              <a:t>PCG</a:t>
            </a:r>
            <a:r>
              <a:rPr kumimoji="1" lang="ja-JP" altLang="en-US" dirty="0"/>
              <a:t>信号を</a:t>
            </a:r>
            <a:r>
              <a:rPr kumimoji="1" lang="en-US" altLang="ja-JP" b="1" dirty="0"/>
              <a:t>24 </a:t>
            </a:r>
            <a:r>
              <a:rPr kumimoji="1" lang="en-US" altLang="ja-JP" b="1" dirty="0" err="1"/>
              <a:t>ms</a:t>
            </a:r>
            <a:r>
              <a:rPr kumimoji="1" lang="ja-JP" altLang="en-US" dirty="0"/>
              <a:t>のフレームに分割し、信号の時間的な変化を捉えやすくする</a:t>
            </a:r>
          </a:p>
        </p:txBody>
      </p:sp>
      <p:sp>
        <p:nvSpPr>
          <p:cNvPr id="13" name="Rectangle 1">
            <a:extLst>
              <a:ext uri="{FF2B5EF4-FFF2-40B4-BE49-F238E27FC236}">
                <a16:creationId xmlns:a16="http://schemas.microsoft.com/office/drawing/2014/main" id="{880669ED-EEB9-C1BD-8E62-8FA37AC639ED}"/>
              </a:ext>
            </a:extLst>
          </p:cNvPr>
          <p:cNvSpPr>
            <a:spLocks noChangeArrowheads="1"/>
          </p:cNvSpPr>
          <p:nvPr/>
        </p:nvSpPr>
        <p:spPr bwMode="auto">
          <a:xfrm>
            <a:off x="457106" y="2399618"/>
            <a:ext cx="849429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ja-JP" sz="2000" dirty="0">
                <a:latin typeface="Arial" panose="020B0604020202020204" pitchFamily="34" charset="0"/>
              </a:rPr>
              <a:t>2.  </a:t>
            </a:r>
            <a:r>
              <a:rPr kumimoji="0" lang="ja-JP" altLang="en-US" sz="2000" dirty="0">
                <a:latin typeface="Arial" panose="020B0604020202020204" pitchFamily="34" charset="0"/>
              </a:rPr>
              <a:t>各</a:t>
            </a:r>
            <a:r>
              <a:rPr kumimoji="0" lang="en-US" altLang="ja-JP" sz="2000" dirty="0">
                <a:latin typeface="Arial" panose="020B0604020202020204" pitchFamily="34" charset="0"/>
              </a:rPr>
              <a:t>PCG</a:t>
            </a:r>
            <a:r>
              <a:rPr kumimoji="0" lang="ja-JP" altLang="en-US" sz="2000" dirty="0">
                <a:latin typeface="Arial" panose="020B0604020202020204" pitchFamily="34" charset="0"/>
              </a:rPr>
              <a:t>フレームの離散フーリエ変換を計算し、周波数成分を求める</a:t>
            </a:r>
            <a:endParaRPr kumimoji="0" lang="en-US" altLang="ja-JP" sz="2000" dirty="0">
              <a:latin typeface="Arial" panose="020B0604020202020204" pitchFamily="34" charset="0"/>
            </a:endParaRPr>
          </a:p>
        </p:txBody>
      </p:sp>
      <p:sp>
        <p:nvSpPr>
          <p:cNvPr id="14" name="Rectangle 1">
            <a:extLst>
              <a:ext uri="{FF2B5EF4-FFF2-40B4-BE49-F238E27FC236}">
                <a16:creationId xmlns:a16="http://schemas.microsoft.com/office/drawing/2014/main" id="{F9F1BC15-11B2-90AA-80B1-0024B034E566}"/>
              </a:ext>
            </a:extLst>
          </p:cNvPr>
          <p:cNvSpPr>
            <a:spLocks noChangeArrowheads="1"/>
          </p:cNvSpPr>
          <p:nvPr/>
        </p:nvSpPr>
        <p:spPr bwMode="auto">
          <a:xfrm>
            <a:off x="457106" y="3713735"/>
            <a:ext cx="1051569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kumimoji="0" lang="en-US" altLang="ja-JP" sz="2000" dirty="0">
                <a:latin typeface="Arial" panose="020B0604020202020204" pitchFamily="34" charset="0"/>
              </a:rPr>
              <a:t>3.  </a:t>
            </a:r>
            <a:r>
              <a:rPr kumimoji="0" lang="ja-JP" altLang="en-US" sz="2000" dirty="0">
                <a:latin typeface="Arial" panose="020B0604020202020204" pitchFamily="34" charset="0"/>
              </a:rPr>
              <a:t>各フレームのパワースペクトルをメルフィルタバンクを利用して推定し、対数を計算</a:t>
            </a:r>
            <a:endParaRPr kumimoji="0" lang="en-US" altLang="ja-JP" sz="2000" i="0" u="none" strike="noStrike" cap="none" normalizeH="0" baseline="0" dirty="0">
              <a:ln>
                <a:noFill/>
              </a:ln>
              <a:solidFill>
                <a:schemeClr val="tx1"/>
              </a:solidFill>
              <a:effectLst/>
              <a:latin typeface="Arial" panose="020B0604020202020204" pitchFamily="34" charset="0"/>
            </a:endParaRPr>
          </a:p>
        </p:txBody>
      </p:sp>
      <mc:AlternateContent xmlns:mc="http://schemas.openxmlformats.org/markup-compatibility/2006">
        <mc:Choice xmlns:a14="http://schemas.microsoft.com/office/drawing/2010/main" Requires="a14">
          <p:sp>
            <p:nvSpPr>
              <p:cNvPr id="17" name="テキスト ボックス 16">
                <a:extLst>
                  <a:ext uri="{FF2B5EF4-FFF2-40B4-BE49-F238E27FC236}">
                    <a16:creationId xmlns:a16="http://schemas.microsoft.com/office/drawing/2014/main" id="{2169A101-B3B0-5833-C57E-0603ADDF05F2}"/>
                  </a:ext>
                </a:extLst>
              </p:cNvPr>
              <p:cNvSpPr txBox="1"/>
              <p:nvPr/>
            </p:nvSpPr>
            <p:spPr>
              <a:xfrm>
                <a:off x="1702280" y="2953792"/>
                <a:ext cx="9994199" cy="646331"/>
              </a:xfrm>
              <a:prstGeom prst="rect">
                <a:avLst/>
              </a:prstGeom>
              <a:noFill/>
            </p:spPr>
            <p:txBody>
              <a:bodyPr wrap="square" rtlCol="0">
                <a:spAutoFit/>
              </a:bodyPr>
              <a:lstStyle/>
              <a:p>
                <a:r>
                  <a:rPr lang="ja-JP" altLang="en-US" dirty="0"/>
                  <a:t>各フレームに</a:t>
                </a:r>
                <a:r>
                  <a:rPr lang="ja-JP" altLang="en-US" b="1" dirty="0"/>
                  <a:t>ハミング窓</a:t>
                </a:r>
                <a:r>
                  <a:rPr lang="ja-JP" altLang="en-US" dirty="0"/>
                  <a:t>を掛け、</a:t>
                </a:r>
                <a:r>
                  <a:rPr lang="en-US" altLang="ja-JP" b="1" dirty="0"/>
                  <a:t>64</a:t>
                </a:r>
                <a:r>
                  <a:rPr lang="ja-JP" altLang="en-US" b="1" dirty="0"/>
                  <a:t>点の</a:t>
                </a:r>
                <a:r>
                  <a:rPr lang="en-US" altLang="ja-JP" b="1" dirty="0"/>
                  <a:t>DFT</a:t>
                </a:r>
                <a:r>
                  <a:rPr lang="ja-JP" altLang="en-US" b="1" dirty="0"/>
                  <a:t>係数</a:t>
                </a:r>
                <a:r>
                  <a:rPr lang="ja-JP" altLang="en-US" dirty="0"/>
                  <a:t>を計算。このとき、</a:t>
                </a:r>
                <a:r>
                  <a:rPr kumimoji="1" lang="en-US" altLang="ja-JP" dirty="0"/>
                  <a:t>PCG</a:t>
                </a:r>
                <a:r>
                  <a:rPr kumimoji="1" lang="ja-JP" altLang="en-US" dirty="0"/>
                  <a:t>信号の</a:t>
                </a:r>
                <a14:m>
                  <m:oMath xmlns:m="http://schemas.openxmlformats.org/officeDocument/2006/math">
                    <m:r>
                      <a:rPr kumimoji="1" lang="en-US" altLang="ja-JP" b="0" i="1" smtClean="0">
                        <a:latin typeface="Cambria Math" panose="02040503050406030204" pitchFamily="18" charset="0"/>
                      </a:rPr>
                      <m:t>𝑖</m:t>
                    </m:r>
                  </m:oMath>
                </a14:m>
                <a:r>
                  <a:rPr kumimoji="1" lang="ja-JP" altLang="en-US" dirty="0"/>
                  <a:t>番目の窓処理されたフレームの</a:t>
                </a:r>
                <a:r>
                  <a:rPr kumimoji="1" lang="en-US" altLang="ja-JP" dirty="0"/>
                  <a:t>DFT</a:t>
                </a:r>
                <a:r>
                  <a:rPr kumimoji="1" lang="ja-JP" altLang="en-US" dirty="0"/>
                  <a:t>係数を、</a:t>
                </a:r>
                <a:r>
                  <a:rPr lang="en-US" altLang="ja-JP" dirty="0"/>
                  <a:t> </a:t>
                </a:r>
                <a14:m>
                  <m:oMath xmlns:m="http://schemas.openxmlformats.org/officeDocument/2006/math">
                    <m:sSub>
                      <m:sSubPr>
                        <m:ctrlPr>
                          <a:rPr lang="en-US" altLang="ja-JP" b="1" i="1">
                            <a:latin typeface="Cambria Math" panose="02040503050406030204" pitchFamily="18" charset="0"/>
                          </a:rPr>
                        </m:ctrlPr>
                      </m:sSubPr>
                      <m:e>
                        <m:r>
                          <a:rPr lang="en-US" altLang="ja-JP" b="1" i="1">
                            <a:latin typeface="Cambria Math" panose="02040503050406030204" pitchFamily="18" charset="0"/>
                          </a:rPr>
                          <m:t>𝑿</m:t>
                        </m:r>
                      </m:e>
                      <m:sub>
                        <m:r>
                          <a:rPr lang="en-US" altLang="ja-JP" b="1" i="1">
                            <a:latin typeface="Cambria Math" panose="02040503050406030204" pitchFamily="18" charset="0"/>
                          </a:rPr>
                          <m:t>𝒊</m:t>
                        </m:r>
                      </m:sub>
                    </m:sSub>
                    <m:r>
                      <a:rPr lang="en-US" altLang="ja-JP" b="1" i="1">
                        <a:latin typeface="Cambria Math" panose="02040503050406030204" pitchFamily="18" charset="0"/>
                      </a:rPr>
                      <m:t>[</m:t>
                    </m:r>
                    <m:r>
                      <a:rPr lang="en-US" altLang="ja-JP" b="1" i="1">
                        <a:latin typeface="Cambria Math" panose="02040503050406030204" pitchFamily="18" charset="0"/>
                      </a:rPr>
                      <m:t>𝒌</m:t>
                    </m:r>
                    <m:r>
                      <a:rPr lang="en-US" altLang="ja-JP" b="1" i="1">
                        <a:latin typeface="Cambria Math" panose="02040503050406030204" pitchFamily="18" charset="0"/>
                      </a:rPr>
                      <m:t>]</m:t>
                    </m:r>
                  </m:oMath>
                </a14:m>
                <a:r>
                  <a:rPr kumimoji="1" lang="ja-JP" altLang="en-US" dirty="0"/>
                  <a:t>とおく</a:t>
                </a:r>
                <a:endParaRPr kumimoji="1" lang="en-US" altLang="ja-JP" dirty="0"/>
              </a:p>
            </p:txBody>
          </p:sp>
        </mc:Choice>
        <mc:Fallback>
          <p:sp>
            <p:nvSpPr>
              <p:cNvPr id="17" name="テキスト ボックス 16">
                <a:extLst>
                  <a:ext uri="{FF2B5EF4-FFF2-40B4-BE49-F238E27FC236}">
                    <a16:creationId xmlns:a16="http://schemas.microsoft.com/office/drawing/2014/main" id="{2169A101-B3B0-5833-C57E-0603ADDF05F2}"/>
                  </a:ext>
                </a:extLst>
              </p:cNvPr>
              <p:cNvSpPr txBox="1">
                <a:spLocks noRot="1" noChangeAspect="1" noMove="1" noResize="1" noEditPoints="1" noAdjustHandles="1" noChangeArrowheads="1" noChangeShapeType="1" noTextEdit="1"/>
              </p:cNvSpPr>
              <p:nvPr/>
            </p:nvSpPr>
            <p:spPr>
              <a:xfrm>
                <a:off x="1702280" y="2953792"/>
                <a:ext cx="9994199" cy="646331"/>
              </a:xfrm>
              <a:prstGeom prst="rect">
                <a:avLst/>
              </a:prstGeom>
              <a:blipFill>
                <a:blip r:embed="rId2"/>
                <a:stretch>
                  <a:fillRect l="-488" t="-9434" b="-16038"/>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9" name="テキスト ボックス 18">
                <a:extLst>
                  <a:ext uri="{FF2B5EF4-FFF2-40B4-BE49-F238E27FC236}">
                    <a16:creationId xmlns:a16="http://schemas.microsoft.com/office/drawing/2014/main" id="{4625FF1D-51AA-4D14-0169-AEC74B125208}"/>
                  </a:ext>
                </a:extLst>
              </p:cNvPr>
              <p:cNvSpPr txBox="1"/>
              <p:nvPr/>
            </p:nvSpPr>
            <p:spPr>
              <a:xfrm>
                <a:off x="766087" y="5473663"/>
                <a:ext cx="11148327" cy="923330"/>
              </a:xfrm>
              <a:prstGeom prst="rect">
                <a:avLst/>
              </a:prstGeom>
              <a:noFill/>
            </p:spPr>
            <p:txBody>
              <a:bodyPr wrap="square" rtlCol="0">
                <a:spAutoFit/>
              </a:bodyPr>
              <a:lstStyle/>
              <a:p>
                <a:pPr marL="285750" indent="-285750">
                  <a:buFont typeface="Wingdings" panose="05000000000000000000" pitchFamily="2" charset="2"/>
                  <a:buChar char="l"/>
                </a:pPr>
                <a:r>
                  <a:rPr kumimoji="1" lang="ja-JP" altLang="en-US" dirty="0"/>
                  <a:t>メル周波数スケールに基づいた三角フィルタバンクを適用し、パワースペクトルをメル周波数スケールに基づいた異なる周波数帯域に分割する</a:t>
                </a:r>
                <a:endParaRPr kumimoji="1" lang="en-US" altLang="ja-JP" dirty="0"/>
              </a:p>
              <a:p>
                <a:pPr marL="285750" indent="-285750">
                  <a:buFont typeface="Wingdings" panose="05000000000000000000" pitchFamily="2" charset="2"/>
                  <a:buChar char="l"/>
                </a:pPr>
                <a:r>
                  <a:rPr kumimoji="1" lang="ja-JP" altLang="en-US" dirty="0"/>
                  <a:t>三角フィルタバンクの数</a:t>
                </a:r>
                <a14:m>
                  <m:oMath xmlns:m="http://schemas.openxmlformats.org/officeDocument/2006/math">
                    <m:r>
                      <a:rPr kumimoji="1" lang="en-US" altLang="ja-JP" b="0" i="1" smtClean="0">
                        <a:latin typeface="Cambria Math" panose="02040503050406030204" pitchFamily="18" charset="0"/>
                      </a:rPr>
                      <m:t>𝑀</m:t>
                    </m:r>
                  </m:oMath>
                </a14:m>
                <a:r>
                  <a:rPr kumimoji="1" lang="ja-JP" altLang="en-US" dirty="0"/>
                  <a:t>は</a:t>
                </a:r>
                <a:r>
                  <a:rPr kumimoji="1" lang="en-US" altLang="ja-JP" dirty="0"/>
                  <a:t>20</a:t>
                </a:r>
                <a:r>
                  <a:rPr lang="ja-JP" altLang="en-US" dirty="0"/>
                  <a:t>として、</a:t>
                </a:r>
                <a:r>
                  <a:rPr lang="en-US" altLang="ja-JP" dirty="0"/>
                  <a:t> </a:t>
                </a:r>
                <a14:m>
                  <m:oMath xmlns:m="http://schemas.openxmlformats.org/officeDocument/2006/math">
                    <m:r>
                      <a:rPr lang="en-US" altLang="ja-JP" b="0" i="1" smtClean="0">
                        <a:latin typeface="Cambria Math" panose="02040503050406030204" pitchFamily="18" charset="0"/>
                      </a:rPr>
                      <m:t>𝑚</m:t>
                    </m:r>
                  </m:oMath>
                </a14:m>
                <a:r>
                  <a:rPr kumimoji="1" lang="ja-JP" altLang="en-US" dirty="0"/>
                  <a:t>番目のフィルターの周波数成分</a:t>
                </a:r>
                <a14:m>
                  <m:oMath xmlns:m="http://schemas.openxmlformats.org/officeDocument/2006/math">
                    <m:sSub>
                      <m:sSubPr>
                        <m:ctrlPr>
                          <a:rPr lang="en-US" altLang="ja-JP" i="1">
                            <a:latin typeface="Cambria Math" panose="02040503050406030204" pitchFamily="18" charset="0"/>
                          </a:rPr>
                        </m:ctrlPr>
                      </m:sSubPr>
                      <m:e>
                        <m:r>
                          <a:rPr lang="en-US" altLang="ja-JP" b="0" i="1" smtClean="0">
                            <a:latin typeface="Cambria Math" panose="02040503050406030204" pitchFamily="18" charset="0"/>
                          </a:rPr>
                          <m:t>𝐻</m:t>
                        </m:r>
                      </m:e>
                      <m:sub>
                        <m:r>
                          <a:rPr lang="en-US" altLang="ja-JP" b="0" i="1" smtClean="0">
                            <a:latin typeface="Cambria Math" panose="02040503050406030204" pitchFamily="18" charset="0"/>
                          </a:rPr>
                          <m:t>𝑚</m:t>
                        </m:r>
                      </m:sub>
                    </m:sSub>
                    <m:r>
                      <a:rPr lang="en-US" altLang="ja-JP" b="0" i="1" smtClean="0">
                        <a:latin typeface="Cambria Math" panose="02040503050406030204" pitchFamily="18" charset="0"/>
                      </a:rPr>
                      <m:t>(</m:t>
                    </m:r>
                    <m:r>
                      <a:rPr lang="en-US" altLang="ja-JP" b="0" i="1" smtClean="0">
                        <a:latin typeface="Cambria Math" panose="02040503050406030204" pitchFamily="18" charset="0"/>
                      </a:rPr>
                      <m:t>𝑘</m:t>
                    </m:r>
                    <m:r>
                      <a:rPr lang="en-US" altLang="ja-JP" b="0" i="1" smtClean="0">
                        <a:latin typeface="Cambria Math" panose="02040503050406030204" pitchFamily="18" charset="0"/>
                      </a:rPr>
                      <m:t>)</m:t>
                    </m:r>
                  </m:oMath>
                </a14:m>
                <a:r>
                  <a:rPr kumimoji="1" lang="ja-JP" altLang="en-US" dirty="0"/>
                  <a:t>は、次のようになる</a:t>
                </a:r>
              </a:p>
            </p:txBody>
          </p:sp>
        </mc:Choice>
        <mc:Fallback>
          <p:sp>
            <p:nvSpPr>
              <p:cNvPr id="19" name="テキスト ボックス 18">
                <a:extLst>
                  <a:ext uri="{FF2B5EF4-FFF2-40B4-BE49-F238E27FC236}">
                    <a16:creationId xmlns:a16="http://schemas.microsoft.com/office/drawing/2014/main" id="{4625FF1D-51AA-4D14-0169-AEC74B125208}"/>
                  </a:ext>
                </a:extLst>
              </p:cNvPr>
              <p:cNvSpPr txBox="1">
                <a:spLocks noRot="1" noChangeAspect="1" noMove="1" noResize="1" noEditPoints="1" noAdjustHandles="1" noChangeArrowheads="1" noChangeShapeType="1" noTextEdit="1"/>
              </p:cNvSpPr>
              <p:nvPr/>
            </p:nvSpPr>
            <p:spPr>
              <a:xfrm>
                <a:off x="766087" y="5473663"/>
                <a:ext cx="11148327" cy="923330"/>
              </a:xfrm>
              <a:prstGeom prst="rect">
                <a:avLst/>
              </a:prstGeom>
              <a:blipFill>
                <a:blip r:embed="rId3"/>
                <a:stretch>
                  <a:fillRect l="-383" t="-3974" b="-1125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218529F9-80A6-E937-AF60-ADEE92DEAEE7}"/>
                  </a:ext>
                </a:extLst>
              </p:cNvPr>
              <p:cNvSpPr txBox="1"/>
              <p:nvPr/>
            </p:nvSpPr>
            <p:spPr>
              <a:xfrm>
                <a:off x="1186592" y="4460693"/>
                <a:ext cx="9503229" cy="101297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ja-JP" i="1" smtClean="0">
                              <a:latin typeface="Cambria Math" panose="02040503050406030204" pitchFamily="18" charset="0"/>
                              <a:ea typeface="Cambria Math" panose="02040503050406030204" pitchFamily="18" charset="0"/>
                            </a:rPr>
                          </m:ctrlPr>
                        </m:sSubPr>
                        <m:e>
                          <m:r>
                            <a:rPr lang="en-US" altLang="ja-JP" i="1">
                              <a:latin typeface="Cambria Math" panose="02040503050406030204" pitchFamily="18" charset="0"/>
                              <a:ea typeface="Cambria Math" panose="02040503050406030204" pitchFamily="18" charset="0"/>
                            </a:rPr>
                            <m:t>  </m:t>
                          </m:r>
                          <m:r>
                            <a:rPr lang="en-US" altLang="ja-JP" b="0" i="1" smtClean="0">
                              <a:latin typeface="Cambria Math" panose="02040503050406030204" pitchFamily="18" charset="0"/>
                              <a:ea typeface="Cambria Math" panose="02040503050406030204" pitchFamily="18" charset="0"/>
                            </a:rPr>
                            <m:t>𝑃</m:t>
                          </m:r>
                        </m:e>
                        <m:sub>
                          <m:r>
                            <a:rPr lang="en-US" altLang="ja-JP" b="0" i="1" smtClean="0">
                              <a:latin typeface="Cambria Math" panose="02040503050406030204" pitchFamily="18" charset="0"/>
                              <a:ea typeface="Cambria Math" panose="02040503050406030204" pitchFamily="18" charset="0"/>
                            </a:rPr>
                            <m:t>𝑖</m:t>
                          </m:r>
                        </m:sub>
                      </m:sSub>
                      <m:d>
                        <m:dPr>
                          <m:begChr m:val="["/>
                          <m:endChr m:val="]"/>
                          <m:ctrlPr>
                            <a:rPr lang="en-US" altLang="ja-JP" b="0" i="1" smtClean="0">
                              <a:latin typeface="Cambria Math" panose="02040503050406030204" pitchFamily="18" charset="0"/>
                              <a:ea typeface="Cambria Math" panose="02040503050406030204" pitchFamily="18" charset="0"/>
                            </a:rPr>
                          </m:ctrlPr>
                        </m:dPr>
                        <m:e>
                          <m:r>
                            <a:rPr lang="en-US" altLang="ja-JP" b="0" i="1" smtClean="0">
                              <a:latin typeface="Cambria Math" panose="02040503050406030204" pitchFamily="18" charset="0"/>
                              <a:ea typeface="Cambria Math" panose="02040503050406030204" pitchFamily="18" charset="0"/>
                            </a:rPr>
                            <m:t>𝑚</m:t>
                          </m:r>
                        </m:e>
                      </m:d>
                      <m:r>
                        <a:rPr lang="en-US" altLang="ja-JP" b="0" i="1" smtClean="0">
                          <a:latin typeface="Cambria Math" panose="02040503050406030204" pitchFamily="18" charset="0"/>
                          <a:ea typeface="Cambria Math" panose="02040503050406030204" pitchFamily="18" charset="0"/>
                        </a:rPr>
                        <m:t>=10</m:t>
                      </m:r>
                      <m:func>
                        <m:funcPr>
                          <m:ctrlPr>
                            <a:rPr lang="en-US" altLang="ja-JP" b="0" i="1" smtClean="0">
                              <a:latin typeface="Cambria Math" panose="02040503050406030204" pitchFamily="18" charset="0"/>
                              <a:ea typeface="Cambria Math" panose="02040503050406030204" pitchFamily="18" charset="0"/>
                            </a:rPr>
                          </m:ctrlPr>
                        </m:funcPr>
                        <m:fName>
                          <m:sSub>
                            <m:sSubPr>
                              <m:ctrlPr>
                                <a:rPr lang="en-US" altLang="ja-JP" b="0" i="1" smtClean="0">
                                  <a:latin typeface="Cambria Math" panose="02040503050406030204" pitchFamily="18" charset="0"/>
                                  <a:ea typeface="Cambria Math" panose="02040503050406030204" pitchFamily="18" charset="0"/>
                                </a:rPr>
                              </m:ctrlPr>
                            </m:sSubPr>
                            <m:e>
                              <m:r>
                                <m:rPr>
                                  <m:sty m:val="p"/>
                                </m:rPr>
                                <a:rPr lang="en-US" altLang="ja-JP" b="0" i="0" smtClean="0">
                                  <a:latin typeface="Cambria Math" panose="02040503050406030204" pitchFamily="18" charset="0"/>
                                  <a:ea typeface="Cambria Math" panose="02040503050406030204" pitchFamily="18" charset="0"/>
                                </a:rPr>
                                <m:t>log</m:t>
                              </m:r>
                            </m:e>
                            <m:sub>
                              <m:r>
                                <a:rPr lang="en-US" altLang="ja-JP" b="0" i="1" smtClean="0">
                                  <a:latin typeface="Cambria Math" panose="02040503050406030204" pitchFamily="18" charset="0"/>
                                  <a:ea typeface="Cambria Math" panose="02040503050406030204" pitchFamily="18" charset="0"/>
                                </a:rPr>
                                <m:t>10</m:t>
                              </m:r>
                            </m:sub>
                          </m:sSub>
                        </m:fName>
                        <m:e>
                          <m:d>
                            <m:dPr>
                              <m:ctrlPr>
                                <a:rPr lang="en-US" altLang="ja-JP" b="0" i="1" smtClean="0">
                                  <a:latin typeface="Cambria Math" panose="02040503050406030204" pitchFamily="18" charset="0"/>
                                  <a:ea typeface="Cambria Math" panose="02040503050406030204" pitchFamily="18" charset="0"/>
                                </a:rPr>
                              </m:ctrlPr>
                            </m:dPr>
                            <m:e>
                              <m:f>
                                <m:fPr>
                                  <m:ctrlPr>
                                    <a:rPr lang="en-US" altLang="ja-JP" b="0" i="1" smtClean="0">
                                      <a:latin typeface="Cambria Math" panose="02040503050406030204" pitchFamily="18" charset="0"/>
                                      <a:ea typeface="Cambria Math" panose="02040503050406030204" pitchFamily="18" charset="0"/>
                                    </a:rPr>
                                  </m:ctrlPr>
                                </m:fPr>
                                <m:num>
                                  <m:r>
                                    <a:rPr lang="en-US" altLang="ja-JP" b="0" i="1" smtClean="0">
                                      <a:latin typeface="Cambria Math" panose="02040503050406030204" pitchFamily="18" charset="0"/>
                                      <a:ea typeface="Cambria Math" panose="02040503050406030204" pitchFamily="18" charset="0"/>
                                    </a:rPr>
                                    <m:t>1</m:t>
                                  </m:r>
                                </m:num>
                                <m:den>
                                  <m:r>
                                    <a:rPr lang="en-US" altLang="ja-JP" b="0" i="1" smtClean="0">
                                      <a:latin typeface="Cambria Math" panose="02040503050406030204" pitchFamily="18" charset="0"/>
                                      <a:ea typeface="Cambria Math" panose="02040503050406030204" pitchFamily="18" charset="0"/>
                                    </a:rPr>
                                    <m:t>𝑁</m:t>
                                  </m:r>
                                </m:den>
                              </m:f>
                              <m:nary>
                                <m:naryPr>
                                  <m:chr m:val="∑"/>
                                  <m:ctrlPr>
                                    <a:rPr lang="en-US" altLang="ja-JP" b="0" i="1" smtClean="0">
                                      <a:latin typeface="Cambria Math" panose="02040503050406030204" pitchFamily="18" charset="0"/>
                                      <a:ea typeface="Cambria Math" panose="02040503050406030204" pitchFamily="18" charset="0"/>
                                    </a:rPr>
                                  </m:ctrlPr>
                                </m:naryPr>
                                <m:sub>
                                  <m:r>
                                    <m:rPr>
                                      <m:brk m:alnAt="23"/>
                                    </m:rPr>
                                    <a:rPr lang="en-US" altLang="ja-JP" b="0" i="1" smtClean="0">
                                      <a:latin typeface="Cambria Math" panose="02040503050406030204" pitchFamily="18" charset="0"/>
                                      <a:ea typeface="Cambria Math" panose="02040503050406030204" pitchFamily="18" charset="0"/>
                                    </a:rPr>
                                    <m:t>𝑘</m:t>
                                  </m:r>
                                  <m:r>
                                    <a:rPr lang="en-US" altLang="ja-JP" b="0" i="1" smtClean="0">
                                      <a:latin typeface="Cambria Math" panose="02040503050406030204" pitchFamily="18" charset="0"/>
                                      <a:ea typeface="Cambria Math" panose="02040503050406030204" pitchFamily="18" charset="0"/>
                                    </a:rPr>
                                    <m:t>=0</m:t>
                                  </m:r>
                                </m:sub>
                                <m:sup>
                                  <m:f>
                                    <m:fPr>
                                      <m:ctrlPr>
                                        <a:rPr lang="en-US" altLang="ja-JP" b="0" i="1" smtClean="0">
                                          <a:latin typeface="Cambria Math" panose="02040503050406030204" pitchFamily="18" charset="0"/>
                                          <a:ea typeface="Cambria Math" panose="02040503050406030204" pitchFamily="18" charset="0"/>
                                        </a:rPr>
                                      </m:ctrlPr>
                                    </m:fPr>
                                    <m:num>
                                      <m:r>
                                        <a:rPr lang="en-US" altLang="ja-JP" b="0" i="1" smtClean="0">
                                          <a:latin typeface="Cambria Math" panose="02040503050406030204" pitchFamily="18" charset="0"/>
                                          <a:ea typeface="Cambria Math" panose="02040503050406030204" pitchFamily="18" charset="0"/>
                                        </a:rPr>
                                        <m:t>𝑁</m:t>
                                      </m:r>
                                    </m:num>
                                    <m:den>
                                      <m:r>
                                        <a:rPr lang="en-US" altLang="ja-JP" b="0" i="1" smtClean="0">
                                          <a:latin typeface="Cambria Math" panose="02040503050406030204" pitchFamily="18" charset="0"/>
                                          <a:ea typeface="Cambria Math" panose="02040503050406030204" pitchFamily="18" charset="0"/>
                                        </a:rPr>
                                        <m:t>2</m:t>
                                      </m:r>
                                    </m:den>
                                  </m:f>
                                </m:sup>
                                <m:e>
                                  <m:sSup>
                                    <m:sSupPr>
                                      <m:ctrlPr>
                                        <a:rPr lang="en-US" altLang="ja-JP" b="0" i="1" smtClean="0">
                                          <a:latin typeface="Cambria Math" panose="02040503050406030204" pitchFamily="18" charset="0"/>
                                          <a:ea typeface="Cambria Math" panose="02040503050406030204" pitchFamily="18" charset="0"/>
                                        </a:rPr>
                                      </m:ctrlPr>
                                    </m:sSupPr>
                                    <m:e>
                                      <m:d>
                                        <m:dPr>
                                          <m:begChr m:val="|"/>
                                          <m:endChr m:val="|"/>
                                          <m:ctrlPr>
                                            <a:rPr lang="en-US" altLang="ja-JP" b="0" i="1" smtClean="0">
                                              <a:latin typeface="Cambria Math" panose="02040503050406030204" pitchFamily="18" charset="0"/>
                                              <a:ea typeface="Cambria Math" panose="02040503050406030204" pitchFamily="18" charset="0"/>
                                            </a:rPr>
                                          </m:ctrlPr>
                                        </m:dPr>
                                        <m:e>
                                          <m:sSub>
                                            <m:sSubPr>
                                              <m:ctrlPr>
                                                <a:rPr lang="en-US" altLang="ja-JP" b="0" i="1" smtClean="0">
                                                  <a:latin typeface="Cambria Math" panose="02040503050406030204" pitchFamily="18" charset="0"/>
                                                  <a:ea typeface="Cambria Math" panose="02040503050406030204" pitchFamily="18" charset="0"/>
                                                </a:rPr>
                                              </m:ctrlPr>
                                            </m:sSubPr>
                                            <m:e>
                                              <m:r>
                                                <a:rPr lang="en-US" altLang="ja-JP" b="0" i="1" smtClean="0">
                                                  <a:latin typeface="Cambria Math" panose="02040503050406030204" pitchFamily="18" charset="0"/>
                                                  <a:ea typeface="Cambria Math" panose="02040503050406030204" pitchFamily="18" charset="0"/>
                                                </a:rPr>
                                                <m:t>𝑋</m:t>
                                              </m:r>
                                            </m:e>
                                            <m:sub>
                                              <m:r>
                                                <a:rPr lang="en-US" altLang="ja-JP" b="0" i="1" smtClean="0">
                                                  <a:latin typeface="Cambria Math" panose="02040503050406030204" pitchFamily="18" charset="0"/>
                                                  <a:ea typeface="Cambria Math" panose="02040503050406030204" pitchFamily="18" charset="0"/>
                                                </a:rPr>
                                                <m:t>𝑖</m:t>
                                              </m:r>
                                            </m:sub>
                                          </m:sSub>
                                          <m:d>
                                            <m:dPr>
                                              <m:begChr m:val="["/>
                                              <m:endChr m:val="]"/>
                                              <m:ctrlPr>
                                                <a:rPr lang="en-US" altLang="ja-JP" b="0" i="1" smtClean="0">
                                                  <a:latin typeface="Cambria Math" panose="02040503050406030204" pitchFamily="18" charset="0"/>
                                                  <a:ea typeface="Cambria Math" panose="02040503050406030204" pitchFamily="18" charset="0"/>
                                                </a:rPr>
                                              </m:ctrlPr>
                                            </m:dPr>
                                            <m:e>
                                              <m:r>
                                                <a:rPr lang="en-US" altLang="ja-JP" b="0" i="1" smtClean="0">
                                                  <a:latin typeface="Cambria Math" panose="02040503050406030204" pitchFamily="18" charset="0"/>
                                                  <a:ea typeface="Cambria Math" panose="02040503050406030204" pitchFamily="18" charset="0"/>
                                                </a:rPr>
                                                <m:t>𝑘</m:t>
                                              </m:r>
                                            </m:e>
                                          </m:d>
                                        </m:e>
                                      </m:d>
                                    </m:e>
                                    <m:sup>
                                      <m:r>
                                        <a:rPr lang="en-US" altLang="ja-JP" b="0" i="1" smtClean="0">
                                          <a:latin typeface="Cambria Math" panose="02040503050406030204" pitchFamily="18" charset="0"/>
                                          <a:ea typeface="Cambria Math" panose="02040503050406030204" pitchFamily="18" charset="0"/>
                                        </a:rPr>
                                        <m:t>2</m:t>
                                      </m:r>
                                    </m:sup>
                                  </m:sSup>
                                  <m:d>
                                    <m:dPr>
                                      <m:begChr m:val="|"/>
                                      <m:endChr m:val="|"/>
                                      <m:ctrlPr>
                                        <a:rPr lang="en-US" altLang="ja-JP" b="0" i="1" smtClean="0">
                                          <a:latin typeface="Cambria Math" panose="02040503050406030204" pitchFamily="18" charset="0"/>
                                          <a:ea typeface="Cambria Math" panose="02040503050406030204" pitchFamily="18" charset="0"/>
                                        </a:rPr>
                                      </m:ctrlPr>
                                    </m:dPr>
                                    <m:e>
                                      <m:sSub>
                                        <m:sSubPr>
                                          <m:ctrlPr>
                                            <a:rPr lang="en-US" altLang="ja-JP" b="0" i="1" smtClean="0">
                                              <a:latin typeface="Cambria Math" panose="02040503050406030204" pitchFamily="18" charset="0"/>
                                              <a:ea typeface="Cambria Math" panose="02040503050406030204" pitchFamily="18" charset="0"/>
                                            </a:rPr>
                                          </m:ctrlPr>
                                        </m:sSubPr>
                                        <m:e>
                                          <m:r>
                                            <a:rPr lang="en-US" altLang="ja-JP" b="0" i="1" smtClean="0">
                                              <a:latin typeface="Cambria Math" panose="02040503050406030204" pitchFamily="18" charset="0"/>
                                              <a:ea typeface="Cambria Math" panose="02040503050406030204" pitchFamily="18" charset="0"/>
                                            </a:rPr>
                                            <m:t>𝐻</m:t>
                                          </m:r>
                                        </m:e>
                                        <m:sub>
                                          <m:r>
                                            <a:rPr lang="en-US" altLang="ja-JP" b="0" i="1" smtClean="0">
                                              <a:latin typeface="Cambria Math" panose="02040503050406030204" pitchFamily="18" charset="0"/>
                                              <a:ea typeface="Cambria Math" panose="02040503050406030204" pitchFamily="18" charset="0"/>
                                            </a:rPr>
                                            <m:t>𝑚</m:t>
                                          </m:r>
                                        </m:sub>
                                      </m:sSub>
                                      <m:d>
                                        <m:dPr>
                                          <m:begChr m:val="["/>
                                          <m:endChr m:val="]"/>
                                          <m:ctrlPr>
                                            <a:rPr lang="en-US" altLang="ja-JP" b="0" i="1" smtClean="0">
                                              <a:latin typeface="Cambria Math" panose="02040503050406030204" pitchFamily="18" charset="0"/>
                                              <a:ea typeface="Cambria Math" panose="02040503050406030204" pitchFamily="18" charset="0"/>
                                            </a:rPr>
                                          </m:ctrlPr>
                                        </m:dPr>
                                        <m:e>
                                          <m:r>
                                            <a:rPr lang="en-US" altLang="ja-JP" b="0" i="1" smtClean="0">
                                              <a:latin typeface="Cambria Math" panose="02040503050406030204" pitchFamily="18" charset="0"/>
                                              <a:ea typeface="Cambria Math" panose="02040503050406030204" pitchFamily="18" charset="0"/>
                                            </a:rPr>
                                            <m:t>𝑘</m:t>
                                          </m:r>
                                        </m:e>
                                      </m:d>
                                    </m:e>
                                  </m:d>
                                </m:e>
                              </m:nary>
                            </m:e>
                          </m:d>
                        </m:e>
                      </m:func>
                      <m:r>
                        <a:rPr lang="en-US" altLang="ja-JP" b="0" i="1" smtClean="0">
                          <a:latin typeface="Cambria Math" panose="02040503050406030204" pitchFamily="18" charset="0"/>
                          <a:ea typeface="Cambria Math" panose="02040503050406030204" pitchFamily="18" charset="0"/>
                        </a:rPr>
                        <m:t>,        0 ≤</m:t>
                      </m:r>
                      <m:r>
                        <a:rPr lang="en-US" altLang="ja-JP" b="0" i="1" smtClean="0">
                          <a:latin typeface="Cambria Math" panose="02040503050406030204" pitchFamily="18" charset="0"/>
                          <a:ea typeface="Cambria Math" panose="02040503050406030204" pitchFamily="18" charset="0"/>
                        </a:rPr>
                        <m:t>𝑚</m:t>
                      </m:r>
                      <m:r>
                        <a:rPr lang="en-US" altLang="ja-JP" b="0" i="1" smtClean="0">
                          <a:latin typeface="Cambria Math" panose="02040503050406030204" pitchFamily="18" charset="0"/>
                          <a:ea typeface="Cambria Math" panose="02040503050406030204" pitchFamily="18" charset="0"/>
                        </a:rPr>
                        <m:t> ≤</m:t>
                      </m:r>
                      <m:r>
                        <a:rPr lang="en-US" altLang="ja-JP" b="0" i="1" smtClean="0">
                          <a:latin typeface="Cambria Math" panose="02040503050406030204" pitchFamily="18" charset="0"/>
                          <a:ea typeface="Cambria Math" panose="02040503050406030204" pitchFamily="18" charset="0"/>
                        </a:rPr>
                        <m:t>𝑀</m:t>
                      </m:r>
                      <m:r>
                        <a:rPr lang="en-US" altLang="ja-JP" b="0" i="1" smtClean="0">
                          <a:latin typeface="Cambria Math" panose="02040503050406030204" pitchFamily="18" charset="0"/>
                          <a:ea typeface="Cambria Math" panose="02040503050406030204" pitchFamily="18" charset="0"/>
                        </a:rPr>
                        <m:t>−1</m:t>
                      </m:r>
                    </m:oMath>
                  </m:oMathPara>
                </a14:m>
                <a:endParaRPr lang="ja-JP" altLang="en-US" dirty="0"/>
              </a:p>
            </p:txBody>
          </p:sp>
        </mc:Choice>
        <mc:Fallback xmlns="">
          <p:sp>
            <p:nvSpPr>
              <p:cNvPr id="21" name="テキスト ボックス 20">
                <a:extLst>
                  <a:ext uri="{FF2B5EF4-FFF2-40B4-BE49-F238E27FC236}">
                    <a16:creationId xmlns:a16="http://schemas.microsoft.com/office/drawing/2014/main" id="{218529F9-80A6-E937-AF60-ADEE92DEAEE7}"/>
                  </a:ext>
                </a:extLst>
              </p:cNvPr>
              <p:cNvSpPr txBox="1">
                <a:spLocks noRot="1" noChangeAspect="1" noMove="1" noResize="1" noEditPoints="1" noAdjustHandles="1" noChangeArrowheads="1" noChangeShapeType="1" noTextEdit="1"/>
              </p:cNvSpPr>
              <p:nvPr/>
            </p:nvSpPr>
            <p:spPr>
              <a:xfrm>
                <a:off x="1186592" y="4460693"/>
                <a:ext cx="9503229" cy="1012970"/>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3" name="テキスト ボックス 22">
                <a:extLst>
                  <a:ext uri="{FF2B5EF4-FFF2-40B4-BE49-F238E27FC236}">
                    <a16:creationId xmlns:a16="http://schemas.microsoft.com/office/drawing/2014/main" id="{606C6266-E502-9413-2299-DC7E2C57E778}"/>
                  </a:ext>
                </a:extLst>
              </p:cNvPr>
              <p:cNvSpPr txBox="1"/>
              <p:nvPr/>
            </p:nvSpPr>
            <p:spPr>
              <a:xfrm>
                <a:off x="1710075" y="4133326"/>
                <a:ext cx="8494292" cy="369332"/>
              </a:xfrm>
              <a:prstGeom prst="rect">
                <a:avLst/>
              </a:prstGeom>
              <a:noFill/>
            </p:spPr>
            <p:txBody>
              <a:bodyPr wrap="square">
                <a:spAutoFit/>
              </a:bodyPr>
              <a:lstStyle/>
              <a:p>
                <a14:m>
                  <m:oMath xmlns:m="http://schemas.openxmlformats.org/officeDocument/2006/math">
                    <m:r>
                      <a:rPr lang="en-US" altLang="ja-JP" b="0" i="1" smtClean="0">
                        <a:latin typeface="Cambria Math" panose="02040503050406030204" pitchFamily="18" charset="0"/>
                        <a:ea typeface="Cambria Math" panose="02040503050406030204" pitchFamily="18" charset="0"/>
                      </a:rPr>
                      <m:t>𝑖</m:t>
                    </m:r>
                  </m:oMath>
                </a14:m>
                <a:r>
                  <a:rPr lang="ja-JP" altLang="en-US" dirty="0"/>
                  <a:t>番目のフレームの、</a:t>
                </a:r>
                <a:r>
                  <a:rPr lang="en-US" altLang="ja-JP" dirty="0">
                    <a:ea typeface="Cambria Math" panose="02040503050406030204" pitchFamily="18" charset="0"/>
                  </a:rPr>
                  <a:t> </a:t>
                </a:r>
                <a14:m>
                  <m:oMath xmlns:m="http://schemas.openxmlformats.org/officeDocument/2006/math">
                    <m:r>
                      <a:rPr lang="en-US" altLang="ja-JP" b="0" i="1" smtClean="0">
                        <a:latin typeface="Cambria Math" panose="02040503050406030204" pitchFamily="18" charset="0"/>
                        <a:ea typeface="Cambria Math" panose="02040503050406030204" pitchFamily="18" charset="0"/>
                      </a:rPr>
                      <m:t>𝑚</m:t>
                    </m:r>
                  </m:oMath>
                </a14:m>
                <a:r>
                  <a:rPr lang="ja-JP" altLang="en-US" dirty="0"/>
                  <a:t>番目のパワー</a:t>
                </a:r>
                <a14:m>
                  <m:oMath xmlns:m="http://schemas.openxmlformats.org/officeDocument/2006/math">
                    <m:sSub>
                      <m:sSubPr>
                        <m:ctrlPr>
                          <a:rPr lang="en-US" altLang="ja-JP" b="1" i="1">
                            <a:latin typeface="Cambria Math" panose="02040503050406030204" pitchFamily="18" charset="0"/>
                            <a:ea typeface="Cambria Math" panose="02040503050406030204" pitchFamily="18" charset="0"/>
                          </a:rPr>
                        </m:ctrlPr>
                      </m:sSubPr>
                      <m:e>
                        <m:r>
                          <a:rPr lang="en-US" altLang="ja-JP" b="1" i="1">
                            <a:latin typeface="Cambria Math" panose="02040503050406030204" pitchFamily="18" charset="0"/>
                            <a:ea typeface="Cambria Math" panose="02040503050406030204" pitchFamily="18" charset="0"/>
                          </a:rPr>
                          <m:t>  </m:t>
                        </m:r>
                        <m:r>
                          <a:rPr lang="en-US" altLang="ja-JP" b="1" i="1" smtClean="0">
                            <a:latin typeface="Cambria Math" panose="02040503050406030204" pitchFamily="18" charset="0"/>
                            <a:ea typeface="Cambria Math" panose="02040503050406030204" pitchFamily="18" charset="0"/>
                          </a:rPr>
                          <m:t>𝑷</m:t>
                        </m:r>
                      </m:e>
                      <m:sub>
                        <m:r>
                          <a:rPr lang="en-US" altLang="ja-JP" b="1" i="1" smtClean="0">
                            <a:latin typeface="Cambria Math" panose="02040503050406030204" pitchFamily="18" charset="0"/>
                            <a:ea typeface="Cambria Math" panose="02040503050406030204" pitchFamily="18" charset="0"/>
                          </a:rPr>
                          <m:t>𝒊</m:t>
                        </m:r>
                      </m:sub>
                    </m:sSub>
                    <m:r>
                      <a:rPr lang="en-US" altLang="ja-JP" b="1" i="1" smtClean="0">
                        <a:latin typeface="Cambria Math" panose="02040503050406030204" pitchFamily="18" charset="0"/>
                        <a:ea typeface="Cambria Math" panose="02040503050406030204" pitchFamily="18" charset="0"/>
                      </a:rPr>
                      <m:t>[</m:t>
                    </m:r>
                    <m:r>
                      <a:rPr lang="en-US" altLang="ja-JP" b="1" i="1" smtClean="0">
                        <a:latin typeface="Cambria Math" panose="02040503050406030204" pitchFamily="18" charset="0"/>
                        <a:ea typeface="Cambria Math" panose="02040503050406030204" pitchFamily="18" charset="0"/>
                      </a:rPr>
                      <m:t>𝒎</m:t>
                    </m:r>
                    <m:r>
                      <a:rPr lang="en-US" altLang="ja-JP" b="1" i="1" smtClean="0">
                        <a:latin typeface="Cambria Math" panose="02040503050406030204" pitchFamily="18" charset="0"/>
                        <a:ea typeface="Cambria Math" panose="02040503050406030204" pitchFamily="18" charset="0"/>
                      </a:rPr>
                      <m:t>]</m:t>
                    </m:r>
                  </m:oMath>
                </a14:m>
                <a:r>
                  <a:rPr lang="ja-JP" altLang="en-US" dirty="0"/>
                  <a:t>は、下の式のように推定される</a:t>
                </a:r>
              </a:p>
            </p:txBody>
          </p:sp>
        </mc:Choice>
        <mc:Fallback xmlns="">
          <p:sp>
            <p:nvSpPr>
              <p:cNvPr id="23" name="テキスト ボックス 22">
                <a:extLst>
                  <a:ext uri="{FF2B5EF4-FFF2-40B4-BE49-F238E27FC236}">
                    <a16:creationId xmlns:a16="http://schemas.microsoft.com/office/drawing/2014/main" id="{606C6266-E502-9413-2299-DC7E2C57E778}"/>
                  </a:ext>
                </a:extLst>
              </p:cNvPr>
              <p:cNvSpPr txBox="1">
                <a:spLocks noRot="1" noChangeAspect="1" noMove="1" noResize="1" noEditPoints="1" noAdjustHandles="1" noChangeArrowheads="1" noChangeShapeType="1" noTextEdit="1"/>
              </p:cNvSpPr>
              <p:nvPr/>
            </p:nvSpPr>
            <p:spPr>
              <a:xfrm>
                <a:off x="1710075" y="4133326"/>
                <a:ext cx="8494292" cy="369332"/>
              </a:xfrm>
              <a:prstGeom prst="rect">
                <a:avLst/>
              </a:prstGeom>
              <a:blipFill>
                <a:blip r:embed="rId5"/>
                <a:stretch>
                  <a:fillRect t="-4918" b="-27869"/>
                </a:stretch>
              </a:blipFill>
            </p:spPr>
            <p:txBody>
              <a:bodyPr/>
              <a:lstStyle/>
              <a:p>
                <a:r>
                  <a:rPr lang="ja-JP" altLang="en-US">
                    <a:noFill/>
                  </a:rPr>
                  <a:t> </a:t>
                </a:r>
              </a:p>
            </p:txBody>
          </p:sp>
        </mc:Fallback>
      </mc:AlternateContent>
      <p:sp>
        <p:nvSpPr>
          <p:cNvPr id="24" name="矢印: 下 23">
            <a:extLst>
              <a:ext uri="{FF2B5EF4-FFF2-40B4-BE49-F238E27FC236}">
                <a16:creationId xmlns:a16="http://schemas.microsoft.com/office/drawing/2014/main" id="{3D99D82F-85E3-B1C8-6E7B-AB173992B531}"/>
              </a:ext>
            </a:extLst>
          </p:cNvPr>
          <p:cNvSpPr/>
          <p:nvPr/>
        </p:nvSpPr>
        <p:spPr>
          <a:xfrm rot="16200000">
            <a:off x="1143240" y="1702016"/>
            <a:ext cx="402429" cy="489474"/>
          </a:xfrm>
          <a:prstGeom prst="downArrow">
            <a:avLst/>
          </a:prstGeom>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矢印: 下 24">
            <a:extLst>
              <a:ext uri="{FF2B5EF4-FFF2-40B4-BE49-F238E27FC236}">
                <a16:creationId xmlns:a16="http://schemas.microsoft.com/office/drawing/2014/main" id="{4112C6F7-B51E-9D47-0314-3EECDDA80A03}"/>
              </a:ext>
            </a:extLst>
          </p:cNvPr>
          <p:cNvSpPr/>
          <p:nvPr/>
        </p:nvSpPr>
        <p:spPr>
          <a:xfrm rot="16200000">
            <a:off x="1143170" y="2899222"/>
            <a:ext cx="402429" cy="489474"/>
          </a:xfrm>
          <a:prstGeom prst="downArrow">
            <a:avLst/>
          </a:prstGeom>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スライド番号プレースホルダー 2">
            <a:extLst>
              <a:ext uri="{FF2B5EF4-FFF2-40B4-BE49-F238E27FC236}">
                <a16:creationId xmlns:a16="http://schemas.microsoft.com/office/drawing/2014/main" id="{DAA3341F-40D2-8A3D-A686-4342BF37FA62}"/>
              </a:ext>
            </a:extLst>
          </p:cNvPr>
          <p:cNvSpPr>
            <a:spLocks noGrp="1"/>
          </p:cNvSpPr>
          <p:nvPr>
            <p:ph type="sldNum" sz="quarter" idx="12"/>
          </p:nvPr>
        </p:nvSpPr>
        <p:spPr/>
        <p:txBody>
          <a:bodyPr/>
          <a:lstStyle/>
          <a:p>
            <a:fld id="{F53CC62E-8007-4AE4-97B4-A3E2DB5FED0F}" type="slidenum">
              <a:rPr kumimoji="1" lang="ja-JP" altLang="en-US" smtClean="0"/>
              <a:t>11</a:t>
            </a:fld>
            <a:endParaRPr kumimoji="1" lang="ja-JP" altLang="en-US"/>
          </a:p>
        </p:txBody>
      </p:sp>
    </p:spTree>
    <p:extLst>
      <p:ext uri="{BB962C8B-B14F-4D97-AF65-F5344CB8AC3E}">
        <p14:creationId xmlns:p14="http://schemas.microsoft.com/office/powerpoint/2010/main" val="28529281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1">
            <a:extLst>
              <a:ext uri="{FF2B5EF4-FFF2-40B4-BE49-F238E27FC236}">
                <a16:creationId xmlns:a16="http://schemas.microsoft.com/office/drawing/2014/main" id="{DB3B47DF-5F4B-D0DF-547A-36CE8A01C1C9}"/>
              </a:ext>
            </a:extLst>
          </p:cNvPr>
          <p:cNvSpPr txBox="1">
            <a:spLocks/>
          </p:cNvSpPr>
          <p:nvPr/>
        </p:nvSpPr>
        <p:spPr>
          <a:xfrm>
            <a:off x="306844" y="333417"/>
            <a:ext cx="2564694" cy="67160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r>
              <a:rPr lang="en-US" altLang="ja-JP" sz="3200"/>
              <a:t>3. </a:t>
            </a:r>
            <a:r>
              <a:rPr lang="ja-JP" altLang="en-US" sz="3200"/>
              <a:t>提案手法</a:t>
            </a:r>
            <a:endParaRPr lang="ja-JP" altLang="en-US" sz="3200" dirty="0"/>
          </a:p>
        </p:txBody>
      </p:sp>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1A386F03-2204-A781-B75F-1E3DF368BBDB}"/>
                  </a:ext>
                </a:extLst>
              </p:cNvPr>
              <p:cNvSpPr txBox="1"/>
              <p:nvPr/>
            </p:nvSpPr>
            <p:spPr>
              <a:xfrm>
                <a:off x="898357" y="1005020"/>
                <a:ext cx="10732170" cy="160159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𝐻</m:t>
                          </m:r>
                        </m:e>
                        <m:sub>
                          <m:r>
                            <a:rPr lang="en-US" altLang="ja-JP" sz="2000" i="1">
                              <a:latin typeface="Cambria Math" panose="02040503050406030204" pitchFamily="18" charset="0"/>
                            </a:rPr>
                            <m:t>𝑚</m:t>
                          </m:r>
                        </m:sub>
                      </m:sSub>
                      <m:d>
                        <m:dPr>
                          <m:ctrlPr>
                            <a:rPr lang="en-US" altLang="ja-JP" sz="2000" i="1">
                              <a:latin typeface="Cambria Math" panose="02040503050406030204" pitchFamily="18" charset="0"/>
                            </a:rPr>
                          </m:ctrlPr>
                        </m:dPr>
                        <m:e>
                          <m:r>
                            <a:rPr lang="en-US" altLang="ja-JP" sz="2000" i="1">
                              <a:latin typeface="Cambria Math" panose="02040503050406030204" pitchFamily="18" charset="0"/>
                            </a:rPr>
                            <m:t>𝑘</m:t>
                          </m:r>
                        </m:e>
                      </m:d>
                      <m:r>
                        <a:rPr kumimoji="1" lang="en-US" altLang="ja-JP" sz="2000" b="0" i="1" smtClean="0">
                          <a:latin typeface="Cambria Math" panose="02040503050406030204" pitchFamily="18" charset="0"/>
                          <a:ea typeface="Cambria Math" panose="02040503050406030204" pitchFamily="18" charset="0"/>
                        </a:rPr>
                        <m:t>=</m:t>
                      </m:r>
                      <m:d>
                        <m:dPr>
                          <m:begChr m:val="{"/>
                          <m:endChr m:val=""/>
                          <m:ctrlPr>
                            <a:rPr kumimoji="1" lang="en-US" altLang="ja-JP" sz="2000" b="0" i="1" smtClean="0">
                              <a:latin typeface="Cambria Math" panose="02040503050406030204" pitchFamily="18" charset="0"/>
                              <a:ea typeface="Cambria Math" panose="02040503050406030204" pitchFamily="18" charset="0"/>
                            </a:rPr>
                          </m:ctrlPr>
                        </m:dPr>
                        <m:e>
                          <m:f>
                            <m:fPr>
                              <m:type m:val="noBar"/>
                              <m:ctrlPr>
                                <a:rPr kumimoji="1" lang="en-US" altLang="ja-JP" sz="2000" b="0" i="1" smtClean="0">
                                  <a:latin typeface="Cambria Math" panose="02040503050406030204" pitchFamily="18" charset="0"/>
                                  <a:ea typeface="Cambria Math" panose="02040503050406030204" pitchFamily="18" charset="0"/>
                                </a:rPr>
                              </m:ctrlPr>
                            </m:fPr>
                            <m:num>
                              <m:f>
                                <m:fPr>
                                  <m:type m:val="noBar"/>
                                  <m:ctrlPr>
                                    <a:rPr kumimoji="1" lang="en-US" altLang="ja-JP" sz="2000" b="0" i="1" smtClean="0">
                                      <a:latin typeface="Cambria Math" panose="02040503050406030204" pitchFamily="18" charset="0"/>
                                      <a:ea typeface="Cambria Math" panose="02040503050406030204" pitchFamily="18" charset="0"/>
                                    </a:rPr>
                                  </m:ctrlPr>
                                </m:fPr>
                                <m:num>
                                  <m:r>
                                    <a:rPr kumimoji="1" lang="en-US" altLang="ja-JP" sz="2000" b="0" i="1" smtClean="0">
                                      <a:latin typeface="Cambria Math" panose="02040503050406030204" pitchFamily="18" charset="0"/>
                                      <a:ea typeface="Cambria Math" panose="02040503050406030204" pitchFamily="18" charset="0"/>
                                    </a:rPr>
                                    <m:t>0,</m:t>
                                  </m:r>
                                </m:num>
                                <m:den>
                                  <m:f>
                                    <m:fPr>
                                      <m:ctrlPr>
                                        <a:rPr kumimoji="1" lang="en-US" altLang="ja-JP" sz="2000" b="0" i="1" smtClean="0">
                                          <a:latin typeface="Cambria Math" panose="02040503050406030204" pitchFamily="18" charset="0"/>
                                          <a:ea typeface="Cambria Math" panose="02040503050406030204" pitchFamily="18" charset="0"/>
                                        </a:rPr>
                                      </m:ctrlPr>
                                    </m:fPr>
                                    <m:num>
                                      <m:r>
                                        <a:rPr kumimoji="1" lang="en-US" altLang="ja-JP" sz="2000" b="0" i="1" smtClean="0">
                                          <a:latin typeface="Cambria Math" panose="02040503050406030204" pitchFamily="18" charset="0"/>
                                          <a:ea typeface="Cambria Math" panose="02040503050406030204" pitchFamily="18" charset="0"/>
                                        </a:rPr>
                                        <m:t>𝑘</m:t>
                                      </m:r>
                                      <m:r>
                                        <a:rPr kumimoji="1" lang="en-US" altLang="ja-JP" sz="2000" b="0" i="1" smtClean="0">
                                          <a:latin typeface="Cambria Math" panose="02040503050406030204" pitchFamily="18" charset="0"/>
                                          <a:ea typeface="Cambria Math" panose="02040503050406030204" pitchFamily="18" charset="0"/>
                                        </a:rPr>
                                        <m:t>−</m:t>
                                      </m:r>
                                      <m:sSub>
                                        <m:sSubPr>
                                          <m:ctrlPr>
                                            <a:rPr kumimoji="1" lang="en-US" altLang="ja-JP" sz="2000" b="0" i="1" smtClean="0">
                                              <a:latin typeface="Cambria Math" panose="02040503050406030204" pitchFamily="18" charset="0"/>
                                              <a:ea typeface="Cambria Math" panose="02040503050406030204" pitchFamily="18" charset="0"/>
                                            </a:rPr>
                                          </m:ctrlPr>
                                        </m:sSubPr>
                                        <m:e>
                                          <m:r>
                                            <a:rPr kumimoji="1" lang="en-US" altLang="ja-JP" sz="2000" b="0" i="1" smtClean="0">
                                              <a:latin typeface="Cambria Math" panose="02040503050406030204" pitchFamily="18" charset="0"/>
                                              <a:ea typeface="Cambria Math" panose="02040503050406030204" pitchFamily="18" charset="0"/>
                                            </a:rPr>
                                            <m:t>𝑘</m:t>
                                          </m:r>
                                        </m:e>
                                        <m:sub>
                                          <m:r>
                                            <a:rPr kumimoji="1" lang="en-US" altLang="ja-JP" sz="2000" b="0" i="1" smtClean="0">
                                              <a:latin typeface="Cambria Math" panose="02040503050406030204" pitchFamily="18" charset="0"/>
                                              <a:ea typeface="Cambria Math" panose="02040503050406030204" pitchFamily="18" charset="0"/>
                                            </a:rPr>
                                            <m:t>𝑓</m:t>
                                          </m:r>
                                        </m:sub>
                                      </m:sSub>
                                      <m:r>
                                        <a:rPr kumimoji="1" lang="en-US" altLang="ja-JP" sz="2000" b="0" i="1" smtClean="0">
                                          <a:latin typeface="Cambria Math" panose="02040503050406030204" pitchFamily="18" charset="0"/>
                                          <a:ea typeface="Cambria Math" panose="02040503050406030204" pitchFamily="18" charset="0"/>
                                        </a:rPr>
                                        <m:t>(</m:t>
                                      </m:r>
                                      <m:r>
                                        <a:rPr kumimoji="1" lang="en-US" altLang="ja-JP" sz="2000" b="0" i="1" smtClean="0">
                                          <a:latin typeface="Cambria Math" panose="02040503050406030204" pitchFamily="18" charset="0"/>
                                          <a:ea typeface="Cambria Math" panose="02040503050406030204" pitchFamily="18" charset="0"/>
                                        </a:rPr>
                                        <m:t>𝑚</m:t>
                                      </m:r>
                                      <m:r>
                                        <a:rPr kumimoji="1" lang="en-US" altLang="ja-JP" sz="2000" b="0" i="1" smtClean="0">
                                          <a:latin typeface="Cambria Math" panose="02040503050406030204" pitchFamily="18" charset="0"/>
                                          <a:ea typeface="Cambria Math" panose="02040503050406030204" pitchFamily="18" charset="0"/>
                                        </a:rPr>
                                        <m:t>)</m:t>
                                      </m:r>
                                    </m:num>
                                    <m:den>
                                      <m:sSub>
                                        <m:sSubPr>
                                          <m:ctrlPr>
                                            <a:rPr lang="en-US" altLang="ja-JP" sz="2000" i="1">
                                              <a:latin typeface="Cambria Math" panose="02040503050406030204" pitchFamily="18" charset="0"/>
                                              <a:ea typeface="Cambria Math" panose="02040503050406030204" pitchFamily="18" charset="0"/>
                                            </a:rPr>
                                          </m:ctrlPr>
                                        </m:sSubPr>
                                        <m:e>
                                          <m:r>
                                            <a:rPr lang="en-US" altLang="ja-JP" sz="2000" i="1">
                                              <a:latin typeface="Cambria Math" panose="02040503050406030204" pitchFamily="18" charset="0"/>
                                              <a:ea typeface="Cambria Math" panose="02040503050406030204" pitchFamily="18" charset="0"/>
                                            </a:rPr>
                                            <m:t>𝑘</m:t>
                                          </m:r>
                                        </m:e>
                                        <m:sub>
                                          <m:r>
                                            <a:rPr lang="en-US" altLang="ja-JP" sz="2000" i="1">
                                              <a:latin typeface="Cambria Math" panose="02040503050406030204" pitchFamily="18" charset="0"/>
                                              <a:ea typeface="Cambria Math" panose="02040503050406030204" pitchFamily="18" charset="0"/>
                                            </a:rPr>
                                            <m:t>𝑓</m:t>
                                          </m:r>
                                        </m:sub>
                                      </m:sSub>
                                      <m:d>
                                        <m:dPr>
                                          <m:ctrlPr>
                                            <a:rPr lang="en-US" altLang="ja-JP" sz="2000" i="1">
                                              <a:latin typeface="Cambria Math" panose="02040503050406030204" pitchFamily="18" charset="0"/>
                                              <a:ea typeface="Cambria Math" panose="02040503050406030204" pitchFamily="18" charset="0"/>
                                            </a:rPr>
                                          </m:ctrlPr>
                                        </m:dPr>
                                        <m:e>
                                          <m:r>
                                            <a:rPr lang="en-US" altLang="ja-JP" sz="2000" i="1">
                                              <a:latin typeface="Cambria Math" panose="02040503050406030204" pitchFamily="18" charset="0"/>
                                              <a:ea typeface="Cambria Math" panose="02040503050406030204" pitchFamily="18" charset="0"/>
                                            </a:rPr>
                                            <m:t>𝑚</m:t>
                                          </m:r>
                                          <m:r>
                                            <a:rPr lang="en-US" altLang="ja-JP" sz="2000" b="0" i="1" smtClean="0">
                                              <a:latin typeface="Cambria Math" panose="02040503050406030204" pitchFamily="18" charset="0"/>
                                              <a:ea typeface="Cambria Math" panose="02040503050406030204" pitchFamily="18" charset="0"/>
                                            </a:rPr>
                                            <m:t>+1</m:t>
                                          </m:r>
                                        </m:e>
                                      </m:d>
                                      <m:r>
                                        <a:rPr lang="en-US" altLang="ja-JP" sz="2000" i="1">
                                          <a:latin typeface="Cambria Math" panose="02040503050406030204" pitchFamily="18" charset="0"/>
                                          <a:ea typeface="Cambria Math" panose="02040503050406030204" pitchFamily="18" charset="0"/>
                                        </a:rPr>
                                        <m:t>−</m:t>
                                      </m:r>
                                      <m:sSub>
                                        <m:sSubPr>
                                          <m:ctrlPr>
                                            <a:rPr lang="en-US" altLang="ja-JP" sz="2000" i="1">
                                              <a:latin typeface="Cambria Math" panose="02040503050406030204" pitchFamily="18" charset="0"/>
                                              <a:ea typeface="Cambria Math" panose="02040503050406030204" pitchFamily="18" charset="0"/>
                                            </a:rPr>
                                          </m:ctrlPr>
                                        </m:sSubPr>
                                        <m:e>
                                          <m:r>
                                            <a:rPr lang="en-US" altLang="ja-JP" sz="2000" i="1">
                                              <a:latin typeface="Cambria Math" panose="02040503050406030204" pitchFamily="18" charset="0"/>
                                              <a:ea typeface="Cambria Math" panose="02040503050406030204" pitchFamily="18" charset="0"/>
                                            </a:rPr>
                                            <m:t>𝑘</m:t>
                                          </m:r>
                                        </m:e>
                                        <m:sub>
                                          <m:r>
                                            <a:rPr lang="en-US" altLang="ja-JP" sz="2000" i="1">
                                              <a:latin typeface="Cambria Math" panose="02040503050406030204" pitchFamily="18" charset="0"/>
                                              <a:ea typeface="Cambria Math" panose="02040503050406030204" pitchFamily="18" charset="0"/>
                                            </a:rPr>
                                            <m:t>𝑓</m:t>
                                          </m:r>
                                        </m:sub>
                                      </m:sSub>
                                      <m:r>
                                        <a:rPr lang="en-US" altLang="ja-JP" sz="2000" i="1">
                                          <a:latin typeface="Cambria Math" panose="02040503050406030204" pitchFamily="18" charset="0"/>
                                          <a:ea typeface="Cambria Math" panose="02040503050406030204" pitchFamily="18" charset="0"/>
                                        </a:rPr>
                                        <m:t>(</m:t>
                                      </m:r>
                                      <m:r>
                                        <a:rPr lang="en-US" altLang="ja-JP" sz="2000" i="1">
                                          <a:latin typeface="Cambria Math" panose="02040503050406030204" pitchFamily="18" charset="0"/>
                                          <a:ea typeface="Cambria Math" panose="02040503050406030204" pitchFamily="18" charset="0"/>
                                        </a:rPr>
                                        <m:t>𝑚</m:t>
                                      </m:r>
                                      <m:r>
                                        <a:rPr lang="en-US" altLang="ja-JP" sz="2000" i="1">
                                          <a:latin typeface="Cambria Math" panose="02040503050406030204" pitchFamily="18" charset="0"/>
                                          <a:ea typeface="Cambria Math" panose="02040503050406030204" pitchFamily="18" charset="0"/>
                                        </a:rPr>
                                        <m:t>)</m:t>
                                      </m:r>
                                    </m:den>
                                  </m:f>
                                  <m:r>
                                    <a:rPr kumimoji="1" lang="en-US" altLang="ja-JP" sz="2000" b="0" i="1" smtClean="0">
                                      <a:latin typeface="Cambria Math" panose="02040503050406030204" pitchFamily="18" charset="0"/>
                                      <a:ea typeface="Cambria Math" panose="02040503050406030204" pitchFamily="18" charset="0"/>
                                    </a:rPr>
                                    <m:t>,</m:t>
                                  </m:r>
                                </m:den>
                              </m:f>
                            </m:num>
                            <m:den>
                              <m:f>
                                <m:fPr>
                                  <m:type m:val="noBar"/>
                                  <m:ctrlPr>
                                    <a:rPr kumimoji="1" lang="en-US" altLang="ja-JP" sz="2000" b="0" i="1" smtClean="0">
                                      <a:latin typeface="Cambria Math" panose="02040503050406030204" pitchFamily="18" charset="0"/>
                                      <a:ea typeface="Cambria Math" panose="02040503050406030204" pitchFamily="18" charset="0"/>
                                    </a:rPr>
                                  </m:ctrlPr>
                                </m:fPr>
                                <m:num>
                                  <m:f>
                                    <m:fPr>
                                      <m:ctrlPr>
                                        <a:rPr lang="en-US" altLang="ja-JP" sz="2000" i="1">
                                          <a:latin typeface="Cambria Math" panose="02040503050406030204" pitchFamily="18" charset="0"/>
                                          <a:ea typeface="Cambria Math" panose="02040503050406030204" pitchFamily="18" charset="0"/>
                                        </a:rPr>
                                      </m:ctrlPr>
                                    </m:fPr>
                                    <m:num>
                                      <m:sSub>
                                        <m:sSubPr>
                                          <m:ctrlPr>
                                            <a:rPr lang="en-US" altLang="ja-JP" sz="2000" i="1">
                                              <a:latin typeface="Cambria Math" panose="02040503050406030204" pitchFamily="18" charset="0"/>
                                              <a:ea typeface="Cambria Math" panose="02040503050406030204" pitchFamily="18" charset="0"/>
                                            </a:rPr>
                                          </m:ctrlPr>
                                        </m:sSubPr>
                                        <m:e>
                                          <m:r>
                                            <a:rPr lang="en-US" altLang="ja-JP" sz="2000" i="1">
                                              <a:latin typeface="Cambria Math" panose="02040503050406030204" pitchFamily="18" charset="0"/>
                                              <a:ea typeface="Cambria Math" panose="02040503050406030204" pitchFamily="18" charset="0"/>
                                            </a:rPr>
                                            <m:t>𝑘</m:t>
                                          </m:r>
                                        </m:e>
                                        <m:sub>
                                          <m:r>
                                            <a:rPr lang="en-US" altLang="ja-JP" sz="2000" i="1">
                                              <a:latin typeface="Cambria Math" panose="02040503050406030204" pitchFamily="18" charset="0"/>
                                              <a:ea typeface="Cambria Math" panose="02040503050406030204" pitchFamily="18" charset="0"/>
                                            </a:rPr>
                                            <m:t>𝑓</m:t>
                                          </m:r>
                                        </m:sub>
                                      </m:sSub>
                                      <m:d>
                                        <m:dPr>
                                          <m:ctrlPr>
                                            <a:rPr lang="en-US" altLang="ja-JP" sz="2000" i="1">
                                              <a:latin typeface="Cambria Math" panose="02040503050406030204" pitchFamily="18" charset="0"/>
                                              <a:ea typeface="Cambria Math" panose="02040503050406030204" pitchFamily="18" charset="0"/>
                                            </a:rPr>
                                          </m:ctrlPr>
                                        </m:dPr>
                                        <m:e>
                                          <m:r>
                                            <a:rPr lang="en-US" altLang="ja-JP" sz="2000" i="1">
                                              <a:latin typeface="Cambria Math" panose="02040503050406030204" pitchFamily="18" charset="0"/>
                                              <a:ea typeface="Cambria Math" panose="02040503050406030204" pitchFamily="18" charset="0"/>
                                            </a:rPr>
                                            <m:t>𝑚</m:t>
                                          </m:r>
                                          <m:r>
                                            <a:rPr lang="en-US" altLang="ja-JP" sz="2000" i="1">
                                              <a:latin typeface="Cambria Math" panose="02040503050406030204" pitchFamily="18" charset="0"/>
                                              <a:ea typeface="Cambria Math" panose="02040503050406030204" pitchFamily="18" charset="0"/>
                                            </a:rPr>
                                            <m:t>+2</m:t>
                                          </m:r>
                                        </m:e>
                                      </m:d>
                                      <m:r>
                                        <a:rPr lang="en-US" altLang="ja-JP" sz="2000" i="1">
                                          <a:latin typeface="Cambria Math" panose="02040503050406030204" pitchFamily="18" charset="0"/>
                                          <a:ea typeface="Cambria Math" panose="02040503050406030204" pitchFamily="18" charset="0"/>
                                        </a:rPr>
                                        <m:t>−</m:t>
                                      </m:r>
                                      <m:r>
                                        <a:rPr lang="en-US" altLang="ja-JP" sz="2000" b="0" i="1" smtClean="0">
                                          <a:latin typeface="Cambria Math" panose="02040503050406030204" pitchFamily="18" charset="0"/>
                                          <a:ea typeface="Cambria Math" panose="02040503050406030204" pitchFamily="18" charset="0"/>
                                        </a:rPr>
                                        <m:t>𝑘</m:t>
                                      </m:r>
                                    </m:num>
                                    <m:den>
                                      <m:sSub>
                                        <m:sSubPr>
                                          <m:ctrlPr>
                                            <a:rPr lang="en-US" altLang="ja-JP" sz="2000" i="1">
                                              <a:latin typeface="Cambria Math" panose="02040503050406030204" pitchFamily="18" charset="0"/>
                                              <a:ea typeface="Cambria Math" panose="02040503050406030204" pitchFamily="18" charset="0"/>
                                            </a:rPr>
                                          </m:ctrlPr>
                                        </m:sSubPr>
                                        <m:e>
                                          <m:r>
                                            <a:rPr lang="en-US" altLang="ja-JP" sz="2000" i="1">
                                              <a:latin typeface="Cambria Math" panose="02040503050406030204" pitchFamily="18" charset="0"/>
                                              <a:ea typeface="Cambria Math" panose="02040503050406030204" pitchFamily="18" charset="0"/>
                                            </a:rPr>
                                            <m:t>𝑘</m:t>
                                          </m:r>
                                        </m:e>
                                        <m:sub>
                                          <m:r>
                                            <a:rPr lang="en-US" altLang="ja-JP" sz="2000" i="1">
                                              <a:latin typeface="Cambria Math" panose="02040503050406030204" pitchFamily="18" charset="0"/>
                                              <a:ea typeface="Cambria Math" panose="02040503050406030204" pitchFamily="18" charset="0"/>
                                            </a:rPr>
                                            <m:t>𝑓</m:t>
                                          </m:r>
                                        </m:sub>
                                      </m:sSub>
                                      <m:d>
                                        <m:dPr>
                                          <m:ctrlPr>
                                            <a:rPr lang="en-US" altLang="ja-JP" sz="2000" i="1">
                                              <a:latin typeface="Cambria Math" panose="02040503050406030204" pitchFamily="18" charset="0"/>
                                              <a:ea typeface="Cambria Math" panose="02040503050406030204" pitchFamily="18" charset="0"/>
                                            </a:rPr>
                                          </m:ctrlPr>
                                        </m:dPr>
                                        <m:e>
                                          <m:r>
                                            <a:rPr lang="en-US" altLang="ja-JP" sz="2000" i="1">
                                              <a:latin typeface="Cambria Math" panose="02040503050406030204" pitchFamily="18" charset="0"/>
                                              <a:ea typeface="Cambria Math" panose="02040503050406030204" pitchFamily="18" charset="0"/>
                                            </a:rPr>
                                            <m:t>𝑚</m:t>
                                          </m:r>
                                          <m:r>
                                            <a:rPr lang="en-US" altLang="ja-JP" sz="2000" i="1">
                                              <a:latin typeface="Cambria Math" panose="02040503050406030204" pitchFamily="18" charset="0"/>
                                              <a:ea typeface="Cambria Math" panose="02040503050406030204" pitchFamily="18" charset="0"/>
                                            </a:rPr>
                                            <m:t>+2</m:t>
                                          </m:r>
                                        </m:e>
                                      </m:d>
                                      <m:r>
                                        <a:rPr lang="en-US" altLang="ja-JP" sz="2000" i="1">
                                          <a:latin typeface="Cambria Math" panose="02040503050406030204" pitchFamily="18" charset="0"/>
                                          <a:ea typeface="Cambria Math" panose="02040503050406030204" pitchFamily="18" charset="0"/>
                                        </a:rPr>
                                        <m:t>−</m:t>
                                      </m:r>
                                      <m:sSub>
                                        <m:sSubPr>
                                          <m:ctrlPr>
                                            <a:rPr lang="en-US" altLang="ja-JP" sz="2000" i="1">
                                              <a:latin typeface="Cambria Math" panose="02040503050406030204" pitchFamily="18" charset="0"/>
                                              <a:ea typeface="Cambria Math" panose="02040503050406030204" pitchFamily="18" charset="0"/>
                                            </a:rPr>
                                          </m:ctrlPr>
                                        </m:sSubPr>
                                        <m:e>
                                          <m:r>
                                            <a:rPr lang="en-US" altLang="ja-JP" sz="2000" i="1">
                                              <a:latin typeface="Cambria Math" panose="02040503050406030204" pitchFamily="18" charset="0"/>
                                              <a:ea typeface="Cambria Math" panose="02040503050406030204" pitchFamily="18" charset="0"/>
                                            </a:rPr>
                                            <m:t>𝑘</m:t>
                                          </m:r>
                                        </m:e>
                                        <m:sub>
                                          <m:r>
                                            <a:rPr lang="en-US" altLang="ja-JP" sz="2000" i="1">
                                              <a:latin typeface="Cambria Math" panose="02040503050406030204" pitchFamily="18" charset="0"/>
                                              <a:ea typeface="Cambria Math" panose="02040503050406030204" pitchFamily="18" charset="0"/>
                                            </a:rPr>
                                            <m:t>𝑓</m:t>
                                          </m:r>
                                        </m:sub>
                                      </m:sSub>
                                      <m:r>
                                        <a:rPr lang="en-US" altLang="ja-JP" sz="2000" i="1">
                                          <a:latin typeface="Cambria Math" panose="02040503050406030204" pitchFamily="18" charset="0"/>
                                          <a:ea typeface="Cambria Math" panose="02040503050406030204" pitchFamily="18" charset="0"/>
                                        </a:rPr>
                                        <m:t>(</m:t>
                                      </m:r>
                                      <m:r>
                                        <a:rPr lang="en-US" altLang="ja-JP" sz="2000" i="1">
                                          <a:latin typeface="Cambria Math" panose="02040503050406030204" pitchFamily="18" charset="0"/>
                                          <a:ea typeface="Cambria Math" panose="02040503050406030204" pitchFamily="18" charset="0"/>
                                        </a:rPr>
                                        <m:t>𝑚</m:t>
                                      </m:r>
                                      <m:r>
                                        <a:rPr lang="en-US" altLang="ja-JP" sz="2000" b="0" i="1" smtClean="0">
                                          <a:latin typeface="Cambria Math" panose="02040503050406030204" pitchFamily="18" charset="0"/>
                                          <a:ea typeface="Cambria Math" panose="02040503050406030204" pitchFamily="18" charset="0"/>
                                        </a:rPr>
                                        <m:t>+1</m:t>
                                      </m:r>
                                      <m:r>
                                        <a:rPr lang="en-US" altLang="ja-JP" sz="2000" i="1">
                                          <a:latin typeface="Cambria Math" panose="02040503050406030204" pitchFamily="18" charset="0"/>
                                          <a:ea typeface="Cambria Math" panose="02040503050406030204" pitchFamily="18" charset="0"/>
                                        </a:rPr>
                                        <m:t>)</m:t>
                                      </m:r>
                                    </m:den>
                                  </m:f>
                                  <m:r>
                                    <a:rPr lang="en-US" altLang="ja-JP" sz="2000" b="0" i="1" smtClean="0">
                                      <a:latin typeface="Cambria Math" panose="02040503050406030204" pitchFamily="18" charset="0"/>
                                      <a:ea typeface="Cambria Math" panose="02040503050406030204" pitchFamily="18" charset="0"/>
                                    </a:rPr>
                                    <m:t>,</m:t>
                                  </m:r>
                                </m:num>
                                <m:den>
                                  <m:r>
                                    <a:rPr kumimoji="1" lang="en-US" altLang="ja-JP" sz="2000" b="0" i="1" smtClean="0">
                                      <a:latin typeface="Cambria Math" panose="02040503050406030204" pitchFamily="18" charset="0"/>
                                      <a:ea typeface="Cambria Math" panose="02040503050406030204" pitchFamily="18" charset="0"/>
                                    </a:rPr>
                                    <m:t>0,</m:t>
                                  </m:r>
                                </m:den>
                              </m:f>
                            </m:den>
                          </m:f>
                          <m:r>
                            <a:rPr kumimoji="1" lang="en-US" altLang="ja-JP" sz="2000" b="0" i="1" smtClean="0">
                              <a:latin typeface="Cambria Math" panose="02040503050406030204" pitchFamily="18" charset="0"/>
                              <a:ea typeface="Cambria Math" panose="02040503050406030204" pitchFamily="18" charset="0"/>
                            </a:rPr>
                            <m:t>      </m:t>
                          </m:r>
                          <m:f>
                            <m:fPr>
                              <m:type m:val="noBar"/>
                              <m:ctrlPr>
                                <a:rPr kumimoji="1" lang="en-US" altLang="ja-JP" sz="2000" b="0" i="1" smtClean="0">
                                  <a:latin typeface="Cambria Math" panose="02040503050406030204" pitchFamily="18" charset="0"/>
                                  <a:ea typeface="Cambria Math" panose="02040503050406030204" pitchFamily="18" charset="0"/>
                                </a:rPr>
                              </m:ctrlPr>
                            </m:fPr>
                            <m:num>
                              <m:f>
                                <m:fPr>
                                  <m:type m:val="noBar"/>
                                  <m:ctrlPr>
                                    <a:rPr kumimoji="1" lang="en-US" altLang="ja-JP" sz="2000" b="0" i="1" smtClean="0">
                                      <a:latin typeface="Cambria Math" panose="02040503050406030204" pitchFamily="18" charset="0"/>
                                      <a:ea typeface="Cambria Math" panose="02040503050406030204" pitchFamily="18" charset="0"/>
                                    </a:rPr>
                                  </m:ctrlPr>
                                </m:fPr>
                                <m:num>
                                  <m:r>
                                    <a:rPr kumimoji="1" lang="en-US" altLang="ja-JP" sz="2000" b="0" i="1" smtClean="0">
                                      <a:latin typeface="Cambria Math" panose="02040503050406030204" pitchFamily="18" charset="0"/>
                                      <a:ea typeface="Cambria Math" panose="02040503050406030204" pitchFamily="18" charset="0"/>
                                    </a:rPr>
                                    <m:t>𝑘</m:t>
                                  </m:r>
                                  <m:r>
                                    <a:rPr kumimoji="1" lang="en-US" altLang="ja-JP" sz="2000" b="0" i="1" smtClean="0">
                                      <a:latin typeface="Cambria Math" panose="02040503050406030204" pitchFamily="18" charset="0"/>
                                      <a:ea typeface="Cambria Math" panose="02040503050406030204" pitchFamily="18" charset="0"/>
                                    </a:rPr>
                                    <m:t> &lt;</m:t>
                                  </m:r>
                                  <m:sSub>
                                    <m:sSubPr>
                                      <m:ctrlPr>
                                        <a:rPr lang="en-US" altLang="ja-JP" sz="2000" i="1">
                                          <a:latin typeface="Cambria Math" panose="02040503050406030204" pitchFamily="18" charset="0"/>
                                          <a:ea typeface="Cambria Math" panose="02040503050406030204" pitchFamily="18" charset="0"/>
                                        </a:rPr>
                                      </m:ctrlPr>
                                    </m:sSubPr>
                                    <m:e>
                                      <m:r>
                                        <a:rPr lang="en-US" altLang="ja-JP" sz="2000" i="1">
                                          <a:latin typeface="Cambria Math" panose="02040503050406030204" pitchFamily="18" charset="0"/>
                                          <a:ea typeface="Cambria Math" panose="02040503050406030204" pitchFamily="18" charset="0"/>
                                        </a:rPr>
                                        <m:t>  </m:t>
                                      </m:r>
                                      <m:r>
                                        <a:rPr lang="en-US" altLang="ja-JP" sz="2000" i="1">
                                          <a:latin typeface="Cambria Math" panose="02040503050406030204" pitchFamily="18" charset="0"/>
                                          <a:ea typeface="Cambria Math" panose="02040503050406030204" pitchFamily="18" charset="0"/>
                                        </a:rPr>
                                        <m:t>𝑘</m:t>
                                      </m:r>
                                    </m:e>
                                    <m:sub>
                                      <m:r>
                                        <a:rPr lang="en-US" altLang="ja-JP" sz="2000" i="1">
                                          <a:latin typeface="Cambria Math" panose="02040503050406030204" pitchFamily="18" charset="0"/>
                                          <a:ea typeface="Cambria Math" panose="02040503050406030204" pitchFamily="18" charset="0"/>
                                        </a:rPr>
                                        <m:t>𝑓</m:t>
                                      </m:r>
                                    </m:sub>
                                  </m:sSub>
                                  <m:r>
                                    <a:rPr lang="en-US" altLang="ja-JP" sz="2000" i="1">
                                      <a:latin typeface="Cambria Math" panose="02040503050406030204" pitchFamily="18" charset="0"/>
                                      <a:ea typeface="Cambria Math" panose="02040503050406030204" pitchFamily="18" charset="0"/>
                                    </a:rPr>
                                    <m:t>(</m:t>
                                  </m:r>
                                  <m:r>
                                    <a:rPr lang="en-US" altLang="ja-JP" sz="2000" i="1">
                                      <a:latin typeface="Cambria Math" panose="02040503050406030204" pitchFamily="18" charset="0"/>
                                      <a:ea typeface="Cambria Math" panose="02040503050406030204" pitchFamily="18" charset="0"/>
                                    </a:rPr>
                                    <m:t>𝑚</m:t>
                                  </m:r>
                                  <m:r>
                                    <a:rPr lang="en-US" altLang="ja-JP" sz="2000" i="1">
                                      <a:latin typeface="Cambria Math" panose="02040503050406030204" pitchFamily="18" charset="0"/>
                                      <a:ea typeface="Cambria Math" panose="02040503050406030204" pitchFamily="18" charset="0"/>
                                    </a:rPr>
                                    <m:t>)</m:t>
                                  </m:r>
                                </m:num>
                                <m:den>
                                  <m:sSub>
                                    <m:sSubPr>
                                      <m:ctrlPr>
                                        <a:rPr lang="en-US" altLang="ja-JP" sz="2000" i="1">
                                          <a:latin typeface="Cambria Math" panose="02040503050406030204" pitchFamily="18" charset="0"/>
                                          <a:ea typeface="Cambria Math" panose="02040503050406030204" pitchFamily="18" charset="0"/>
                                        </a:rPr>
                                      </m:ctrlPr>
                                    </m:sSubPr>
                                    <m:e>
                                      <m:r>
                                        <a:rPr lang="en-US" altLang="ja-JP" sz="2000" i="1">
                                          <a:latin typeface="Cambria Math" panose="02040503050406030204" pitchFamily="18" charset="0"/>
                                          <a:ea typeface="Cambria Math" panose="02040503050406030204" pitchFamily="18" charset="0"/>
                                        </a:rPr>
                                        <m:t>  </m:t>
                                      </m:r>
                                      <m:r>
                                        <a:rPr lang="en-US" altLang="ja-JP" sz="2000" i="1">
                                          <a:latin typeface="Cambria Math" panose="02040503050406030204" pitchFamily="18" charset="0"/>
                                          <a:ea typeface="Cambria Math" panose="02040503050406030204" pitchFamily="18" charset="0"/>
                                        </a:rPr>
                                        <m:t>𝑘</m:t>
                                      </m:r>
                                    </m:e>
                                    <m:sub>
                                      <m:r>
                                        <a:rPr lang="en-US" altLang="ja-JP" sz="2000" i="1">
                                          <a:latin typeface="Cambria Math" panose="02040503050406030204" pitchFamily="18" charset="0"/>
                                          <a:ea typeface="Cambria Math" panose="02040503050406030204" pitchFamily="18" charset="0"/>
                                        </a:rPr>
                                        <m:t>𝑓</m:t>
                                      </m:r>
                                    </m:sub>
                                  </m:sSub>
                                  <m:d>
                                    <m:dPr>
                                      <m:ctrlPr>
                                        <a:rPr lang="en-US" altLang="ja-JP" sz="2000" i="1">
                                          <a:latin typeface="Cambria Math" panose="02040503050406030204" pitchFamily="18" charset="0"/>
                                          <a:ea typeface="Cambria Math" panose="02040503050406030204" pitchFamily="18" charset="0"/>
                                        </a:rPr>
                                      </m:ctrlPr>
                                    </m:dPr>
                                    <m:e>
                                      <m:r>
                                        <a:rPr lang="en-US" altLang="ja-JP" sz="2000" i="1">
                                          <a:latin typeface="Cambria Math" panose="02040503050406030204" pitchFamily="18" charset="0"/>
                                          <a:ea typeface="Cambria Math" panose="02040503050406030204" pitchFamily="18" charset="0"/>
                                        </a:rPr>
                                        <m:t>𝑚</m:t>
                                      </m:r>
                                    </m:e>
                                  </m:d>
                                  <m:r>
                                    <a:rPr lang="en-US" altLang="ja-JP" sz="2000" b="0" i="1" smtClean="0">
                                      <a:latin typeface="Cambria Math" panose="02040503050406030204" pitchFamily="18" charset="0"/>
                                      <a:ea typeface="Cambria Math" panose="02040503050406030204" pitchFamily="18" charset="0"/>
                                    </a:rPr>
                                    <m:t>  </m:t>
                                  </m:r>
                                  <m:r>
                                    <a:rPr lang="en-US" altLang="ja-JP" sz="2000" i="1" smtClean="0">
                                      <a:latin typeface="Cambria Math" panose="02040503050406030204" pitchFamily="18" charset="0"/>
                                      <a:ea typeface="Cambria Math" panose="02040503050406030204" pitchFamily="18" charset="0"/>
                                    </a:rPr>
                                    <m:t>≤</m:t>
                                  </m:r>
                                  <m:r>
                                    <a:rPr lang="en-US" altLang="ja-JP" sz="2000" b="0" i="1" smtClean="0">
                                      <a:latin typeface="Cambria Math" panose="02040503050406030204" pitchFamily="18" charset="0"/>
                                      <a:ea typeface="Cambria Math" panose="02040503050406030204" pitchFamily="18" charset="0"/>
                                    </a:rPr>
                                    <m:t>  </m:t>
                                  </m:r>
                                  <m:r>
                                    <a:rPr lang="en-US" altLang="ja-JP" sz="2000" b="0" i="1" smtClean="0">
                                      <a:latin typeface="Cambria Math" panose="02040503050406030204" pitchFamily="18" charset="0"/>
                                      <a:ea typeface="Cambria Math" panose="02040503050406030204" pitchFamily="18" charset="0"/>
                                    </a:rPr>
                                    <m:t>𝑘</m:t>
                                  </m:r>
                                  <m:r>
                                    <a:rPr lang="en-US" altLang="ja-JP" sz="2000" b="0" i="1" smtClean="0">
                                      <a:latin typeface="Cambria Math" panose="02040503050406030204" pitchFamily="18" charset="0"/>
                                      <a:ea typeface="Cambria Math" panose="02040503050406030204" pitchFamily="18" charset="0"/>
                                    </a:rPr>
                                    <m:t>  &lt;</m:t>
                                  </m:r>
                                  <m:sSub>
                                    <m:sSubPr>
                                      <m:ctrlPr>
                                        <a:rPr lang="en-US" altLang="ja-JP" sz="2000" i="1">
                                          <a:latin typeface="Cambria Math" panose="02040503050406030204" pitchFamily="18" charset="0"/>
                                          <a:ea typeface="Cambria Math" panose="02040503050406030204" pitchFamily="18" charset="0"/>
                                        </a:rPr>
                                      </m:ctrlPr>
                                    </m:sSubPr>
                                    <m:e>
                                      <m:r>
                                        <a:rPr lang="en-US" altLang="ja-JP" sz="2000" i="1">
                                          <a:latin typeface="Cambria Math" panose="02040503050406030204" pitchFamily="18" charset="0"/>
                                          <a:ea typeface="Cambria Math" panose="02040503050406030204" pitchFamily="18" charset="0"/>
                                        </a:rPr>
                                        <m:t>  </m:t>
                                      </m:r>
                                      <m:r>
                                        <a:rPr lang="en-US" altLang="ja-JP" sz="2000" i="1">
                                          <a:latin typeface="Cambria Math" panose="02040503050406030204" pitchFamily="18" charset="0"/>
                                          <a:ea typeface="Cambria Math" panose="02040503050406030204" pitchFamily="18" charset="0"/>
                                        </a:rPr>
                                        <m:t>𝑘</m:t>
                                      </m:r>
                                    </m:e>
                                    <m:sub>
                                      <m:r>
                                        <a:rPr lang="en-US" altLang="ja-JP" sz="2000" i="1">
                                          <a:latin typeface="Cambria Math" panose="02040503050406030204" pitchFamily="18" charset="0"/>
                                          <a:ea typeface="Cambria Math" panose="02040503050406030204" pitchFamily="18" charset="0"/>
                                        </a:rPr>
                                        <m:t>𝑓</m:t>
                                      </m:r>
                                    </m:sub>
                                  </m:sSub>
                                  <m:r>
                                    <a:rPr lang="en-US" altLang="ja-JP" sz="2000" i="1">
                                      <a:latin typeface="Cambria Math" panose="02040503050406030204" pitchFamily="18" charset="0"/>
                                      <a:ea typeface="Cambria Math" panose="02040503050406030204" pitchFamily="18" charset="0"/>
                                    </a:rPr>
                                    <m:t>(</m:t>
                                  </m:r>
                                  <m:r>
                                    <a:rPr lang="en-US" altLang="ja-JP" sz="2000" i="1">
                                      <a:latin typeface="Cambria Math" panose="02040503050406030204" pitchFamily="18" charset="0"/>
                                      <a:ea typeface="Cambria Math" panose="02040503050406030204" pitchFamily="18" charset="0"/>
                                    </a:rPr>
                                    <m:t>𝑚</m:t>
                                  </m:r>
                                  <m:r>
                                    <a:rPr lang="en-US" altLang="ja-JP" sz="2000" b="0" i="1" smtClean="0">
                                      <a:latin typeface="Cambria Math" panose="02040503050406030204" pitchFamily="18" charset="0"/>
                                      <a:ea typeface="Cambria Math" panose="02040503050406030204" pitchFamily="18" charset="0"/>
                                    </a:rPr>
                                    <m:t>+1</m:t>
                                  </m:r>
                                  <m:r>
                                    <a:rPr lang="en-US" altLang="ja-JP" sz="2000" i="1">
                                      <a:latin typeface="Cambria Math" panose="02040503050406030204" pitchFamily="18" charset="0"/>
                                      <a:ea typeface="Cambria Math" panose="02040503050406030204" pitchFamily="18" charset="0"/>
                                    </a:rPr>
                                    <m:t>)</m:t>
                                  </m:r>
                                </m:den>
                              </m:f>
                            </m:num>
                            <m:den>
                              <m:f>
                                <m:fPr>
                                  <m:type m:val="noBar"/>
                                  <m:ctrlPr>
                                    <a:rPr kumimoji="1" lang="en-US" altLang="ja-JP" sz="2000" b="0" i="1" smtClean="0">
                                      <a:latin typeface="Cambria Math" panose="02040503050406030204" pitchFamily="18" charset="0"/>
                                      <a:ea typeface="Cambria Math" panose="02040503050406030204" pitchFamily="18" charset="0"/>
                                    </a:rPr>
                                  </m:ctrlPr>
                                </m:fPr>
                                <m:num>
                                  <m:sSub>
                                    <m:sSubPr>
                                      <m:ctrlPr>
                                        <a:rPr lang="en-US" altLang="ja-JP" sz="2000" i="1">
                                          <a:latin typeface="Cambria Math" panose="02040503050406030204" pitchFamily="18" charset="0"/>
                                          <a:ea typeface="Cambria Math" panose="02040503050406030204" pitchFamily="18" charset="0"/>
                                        </a:rPr>
                                      </m:ctrlPr>
                                    </m:sSubPr>
                                    <m:e>
                                      <m:r>
                                        <a:rPr lang="en-US" altLang="ja-JP" sz="2000" i="1">
                                          <a:latin typeface="Cambria Math" panose="02040503050406030204" pitchFamily="18" charset="0"/>
                                          <a:ea typeface="Cambria Math" panose="02040503050406030204" pitchFamily="18" charset="0"/>
                                        </a:rPr>
                                        <m:t>  </m:t>
                                      </m:r>
                                      <m:r>
                                        <a:rPr lang="en-US" altLang="ja-JP" sz="2000" i="1">
                                          <a:latin typeface="Cambria Math" panose="02040503050406030204" pitchFamily="18" charset="0"/>
                                          <a:ea typeface="Cambria Math" panose="02040503050406030204" pitchFamily="18" charset="0"/>
                                        </a:rPr>
                                        <m:t>𝑘</m:t>
                                      </m:r>
                                    </m:e>
                                    <m:sub>
                                      <m:r>
                                        <a:rPr lang="en-US" altLang="ja-JP" sz="2000" i="1">
                                          <a:latin typeface="Cambria Math" panose="02040503050406030204" pitchFamily="18" charset="0"/>
                                          <a:ea typeface="Cambria Math" panose="02040503050406030204" pitchFamily="18" charset="0"/>
                                        </a:rPr>
                                        <m:t>𝑓</m:t>
                                      </m:r>
                                    </m:sub>
                                  </m:sSub>
                                  <m:d>
                                    <m:dPr>
                                      <m:ctrlPr>
                                        <a:rPr lang="en-US" altLang="ja-JP" sz="2000" i="1">
                                          <a:latin typeface="Cambria Math" panose="02040503050406030204" pitchFamily="18" charset="0"/>
                                          <a:ea typeface="Cambria Math" panose="02040503050406030204" pitchFamily="18" charset="0"/>
                                        </a:rPr>
                                      </m:ctrlPr>
                                    </m:dPr>
                                    <m:e>
                                      <m:r>
                                        <a:rPr lang="en-US" altLang="ja-JP" sz="2000" i="1">
                                          <a:latin typeface="Cambria Math" panose="02040503050406030204" pitchFamily="18" charset="0"/>
                                          <a:ea typeface="Cambria Math" panose="02040503050406030204" pitchFamily="18" charset="0"/>
                                        </a:rPr>
                                        <m:t>𝑚</m:t>
                                      </m:r>
                                      <m:r>
                                        <a:rPr lang="en-US" altLang="ja-JP" sz="2000" b="0" i="1" smtClean="0">
                                          <a:latin typeface="Cambria Math" panose="02040503050406030204" pitchFamily="18" charset="0"/>
                                          <a:ea typeface="Cambria Math" panose="02040503050406030204" pitchFamily="18" charset="0"/>
                                        </a:rPr>
                                        <m:t>+1</m:t>
                                      </m:r>
                                    </m:e>
                                  </m:d>
                                  <m:r>
                                    <a:rPr lang="en-US" altLang="ja-JP" sz="2000" i="1">
                                      <a:latin typeface="Cambria Math" panose="02040503050406030204" pitchFamily="18" charset="0"/>
                                      <a:ea typeface="Cambria Math" panose="02040503050406030204" pitchFamily="18" charset="0"/>
                                    </a:rPr>
                                    <m:t>  ≤  </m:t>
                                  </m:r>
                                  <m:r>
                                    <a:rPr lang="en-US" altLang="ja-JP" sz="2000" i="1">
                                      <a:latin typeface="Cambria Math" panose="02040503050406030204" pitchFamily="18" charset="0"/>
                                      <a:ea typeface="Cambria Math" panose="02040503050406030204" pitchFamily="18" charset="0"/>
                                    </a:rPr>
                                    <m:t>𝑘</m:t>
                                  </m:r>
                                  <m:r>
                                    <a:rPr lang="en-US" altLang="ja-JP" sz="2000" i="1">
                                      <a:latin typeface="Cambria Math" panose="02040503050406030204" pitchFamily="18" charset="0"/>
                                      <a:ea typeface="Cambria Math" panose="02040503050406030204" pitchFamily="18" charset="0"/>
                                    </a:rPr>
                                    <m:t>  ≤</m:t>
                                  </m:r>
                                  <m:sSub>
                                    <m:sSubPr>
                                      <m:ctrlPr>
                                        <a:rPr lang="en-US" altLang="ja-JP" sz="2000" i="1">
                                          <a:latin typeface="Cambria Math" panose="02040503050406030204" pitchFamily="18" charset="0"/>
                                          <a:ea typeface="Cambria Math" panose="02040503050406030204" pitchFamily="18" charset="0"/>
                                        </a:rPr>
                                      </m:ctrlPr>
                                    </m:sSubPr>
                                    <m:e>
                                      <m:r>
                                        <a:rPr lang="en-US" altLang="ja-JP" sz="2000" i="1">
                                          <a:latin typeface="Cambria Math" panose="02040503050406030204" pitchFamily="18" charset="0"/>
                                          <a:ea typeface="Cambria Math" panose="02040503050406030204" pitchFamily="18" charset="0"/>
                                        </a:rPr>
                                        <m:t>  </m:t>
                                      </m:r>
                                      <m:r>
                                        <a:rPr lang="en-US" altLang="ja-JP" sz="2000" i="1">
                                          <a:latin typeface="Cambria Math" panose="02040503050406030204" pitchFamily="18" charset="0"/>
                                          <a:ea typeface="Cambria Math" panose="02040503050406030204" pitchFamily="18" charset="0"/>
                                        </a:rPr>
                                        <m:t>𝑘</m:t>
                                      </m:r>
                                    </m:e>
                                    <m:sub>
                                      <m:r>
                                        <a:rPr lang="en-US" altLang="ja-JP" sz="2000" i="1">
                                          <a:latin typeface="Cambria Math" panose="02040503050406030204" pitchFamily="18" charset="0"/>
                                          <a:ea typeface="Cambria Math" panose="02040503050406030204" pitchFamily="18" charset="0"/>
                                        </a:rPr>
                                        <m:t>𝑓</m:t>
                                      </m:r>
                                    </m:sub>
                                  </m:sSub>
                                  <m:r>
                                    <a:rPr lang="en-US" altLang="ja-JP" sz="2000" i="1">
                                      <a:latin typeface="Cambria Math" panose="02040503050406030204" pitchFamily="18" charset="0"/>
                                      <a:ea typeface="Cambria Math" panose="02040503050406030204" pitchFamily="18" charset="0"/>
                                    </a:rPr>
                                    <m:t>(</m:t>
                                  </m:r>
                                  <m:r>
                                    <a:rPr lang="en-US" altLang="ja-JP" sz="2000" i="1">
                                      <a:latin typeface="Cambria Math" panose="02040503050406030204" pitchFamily="18" charset="0"/>
                                      <a:ea typeface="Cambria Math" panose="02040503050406030204" pitchFamily="18" charset="0"/>
                                    </a:rPr>
                                    <m:t>𝑚</m:t>
                                  </m:r>
                                  <m:r>
                                    <a:rPr lang="en-US" altLang="ja-JP" sz="2000" i="1">
                                      <a:latin typeface="Cambria Math" panose="02040503050406030204" pitchFamily="18" charset="0"/>
                                      <a:ea typeface="Cambria Math" panose="02040503050406030204" pitchFamily="18" charset="0"/>
                                    </a:rPr>
                                    <m:t>+2)</m:t>
                                  </m:r>
                                </m:num>
                                <m:den>
                                  <m:r>
                                    <a:rPr lang="en-US" altLang="ja-JP" sz="2000" i="1">
                                      <a:latin typeface="Cambria Math" panose="02040503050406030204" pitchFamily="18" charset="0"/>
                                      <a:ea typeface="Cambria Math" panose="02040503050406030204" pitchFamily="18" charset="0"/>
                                    </a:rPr>
                                    <m:t>𝑘</m:t>
                                  </m:r>
                                  <m:r>
                                    <a:rPr lang="en-US" altLang="ja-JP" sz="2000" i="1">
                                      <a:latin typeface="Cambria Math" panose="02040503050406030204" pitchFamily="18" charset="0"/>
                                      <a:ea typeface="Cambria Math" panose="02040503050406030204" pitchFamily="18" charset="0"/>
                                    </a:rPr>
                                    <m:t> &gt;</m:t>
                                  </m:r>
                                  <m:sSub>
                                    <m:sSubPr>
                                      <m:ctrlPr>
                                        <a:rPr lang="en-US" altLang="ja-JP" sz="2000" i="1">
                                          <a:latin typeface="Cambria Math" panose="02040503050406030204" pitchFamily="18" charset="0"/>
                                          <a:ea typeface="Cambria Math" panose="02040503050406030204" pitchFamily="18" charset="0"/>
                                        </a:rPr>
                                      </m:ctrlPr>
                                    </m:sSubPr>
                                    <m:e>
                                      <m:r>
                                        <a:rPr lang="en-US" altLang="ja-JP" sz="2000" i="1">
                                          <a:latin typeface="Cambria Math" panose="02040503050406030204" pitchFamily="18" charset="0"/>
                                          <a:ea typeface="Cambria Math" panose="02040503050406030204" pitchFamily="18" charset="0"/>
                                        </a:rPr>
                                        <m:t>  </m:t>
                                      </m:r>
                                      <m:r>
                                        <a:rPr lang="en-US" altLang="ja-JP" sz="2000" i="1">
                                          <a:latin typeface="Cambria Math" panose="02040503050406030204" pitchFamily="18" charset="0"/>
                                          <a:ea typeface="Cambria Math" panose="02040503050406030204" pitchFamily="18" charset="0"/>
                                        </a:rPr>
                                        <m:t>𝑘</m:t>
                                      </m:r>
                                    </m:e>
                                    <m:sub>
                                      <m:r>
                                        <a:rPr lang="en-US" altLang="ja-JP" sz="2000" i="1">
                                          <a:latin typeface="Cambria Math" panose="02040503050406030204" pitchFamily="18" charset="0"/>
                                          <a:ea typeface="Cambria Math" panose="02040503050406030204" pitchFamily="18" charset="0"/>
                                        </a:rPr>
                                        <m:t>𝑓</m:t>
                                      </m:r>
                                    </m:sub>
                                  </m:sSub>
                                  <m:r>
                                    <a:rPr lang="en-US" altLang="ja-JP" sz="2000" i="1">
                                      <a:latin typeface="Cambria Math" panose="02040503050406030204" pitchFamily="18" charset="0"/>
                                      <a:ea typeface="Cambria Math" panose="02040503050406030204" pitchFamily="18" charset="0"/>
                                    </a:rPr>
                                    <m:t>(</m:t>
                                  </m:r>
                                  <m:r>
                                    <a:rPr lang="en-US" altLang="ja-JP" sz="2000" i="1">
                                      <a:latin typeface="Cambria Math" panose="02040503050406030204" pitchFamily="18" charset="0"/>
                                      <a:ea typeface="Cambria Math" panose="02040503050406030204" pitchFamily="18" charset="0"/>
                                    </a:rPr>
                                    <m:t>𝑚</m:t>
                                  </m:r>
                                  <m:r>
                                    <a:rPr lang="en-US" altLang="ja-JP" sz="2000" b="0" i="1" smtClean="0">
                                      <a:latin typeface="Cambria Math" panose="02040503050406030204" pitchFamily="18" charset="0"/>
                                      <a:ea typeface="Cambria Math" panose="02040503050406030204" pitchFamily="18" charset="0"/>
                                    </a:rPr>
                                    <m:t>+2</m:t>
                                  </m:r>
                                  <m:r>
                                    <a:rPr lang="en-US" altLang="ja-JP" sz="2000" i="1">
                                      <a:latin typeface="Cambria Math" panose="02040503050406030204" pitchFamily="18" charset="0"/>
                                      <a:ea typeface="Cambria Math" panose="02040503050406030204" pitchFamily="18" charset="0"/>
                                    </a:rPr>
                                    <m:t>)</m:t>
                                  </m:r>
                                </m:den>
                              </m:f>
                            </m:den>
                          </m:f>
                        </m:e>
                      </m:d>
                      <m:r>
                        <a:rPr kumimoji="1" lang="en-US" altLang="ja-JP" sz="2000" b="0" i="1" smtClean="0">
                          <a:latin typeface="Cambria Math" panose="02040503050406030204" pitchFamily="18" charset="0"/>
                          <a:ea typeface="Cambria Math" panose="02040503050406030204" pitchFamily="18" charset="0"/>
                        </a:rPr>
                        <m:t> , 0 ≤</m:t>
                      </m:r>
                      <m:r>
                        <a:rPr kumimoji="1" lang="en-US" altLang="ja-JP" sz="2000" b="0" i="1" smtClean="0">
                          <a:latin typeface="Cambria Math" panose="02040503050406030204" pitchFamily="18" charset="0"/>
                          <a:ea typeface="Cambria Math" panose="02040503050406030204" pitchFamily="18" charset="0"/>
                        </a:rPr>
                        <m:t>𝑚</m:t>
                      </m:r>
                      <m:r>
                        <a:rPr kumimoji="1" lang="en-US" altLang="ja-JP" sz="2000" b="0" i="1" smtClean="0">
                          <a:latin typeface="Cambria Math" panose="02040503050406030204" pitchFamily="18" charset="0"/>
                          <a:ea typeface="Cambria Math" panose="02040503050406030204" pitchFamily="18" charset="0"/>
                        </a:rPr>
                        <m:t> ≤</m:t>
                      </m:r>
                      <m:r>
                        <a:rPr kumimoji="1" lang="en-US" altLang="ja-JP" sz="2000" b="0" i="1" smtClean="0">
                          <a:latin typeface="Cambria Math" panose="02040503050406030204" pitchFamily="18" charset="0"/>
                          <a:ea typeface="Cambria Math" panose="02040503050406030204" pitchFamily="18" charset="0"/>
                        </a:rPr>
                        <m:t>𝑀</m:t>
                      </m:r>
                      <m:r>
                        <a:rPr kumimoji="1" lang="en-US" altLang="ja-JP" sz="2000" b="0" i="1" smtClean="0">
                          <a:latin typeface="Cambria Math" panose="02040503050406030204" pitchFamily="18" charset="0"/>
                          <a:ea typeface="Cambria Math" panose="02040503050406030204" pitchFamily="18" charset="0"/>
                        </a:rPr>
                        <m:t>−1</m:t>
                      </m:r>
                    </m:oMath>
                  </m:oMathPara>
                </a14:m>
                <a:endParaRPr kumimoji="1" lang="ja-JP" altLang="en-US" sz="2000" dirty="0"/>
              </a:p>
            </p:txBody>
          </p:sp>
        </mc:Choice>
        <mc:Fallback xmlns="">
          <p:sp>
            <p:nvSpPr>
              <p:cNvPr id="4" name="テキスト ボックス 3">
                <a:extLst>
                  <a:ext uri="{FF2B5EF4-FFF2-40B4-BE49-F238E27FC236}">
                    <a16:creationId xmlns:a16="http://schemas.microsoft.com/office/drawing/2014/main" id="{1A386F03-2204-A781-B75F-1E3DF368BBDB}"/>
                  </a:ext>
                </a:extLst>
              </p:cNvPr>
              <p:cNvSpPr txBox="1">
                <a:spLocks noRot="1" noChangeAspect="1" noMove="1" noResize="1" noEditPoints="1" noAdjustHandles="1" noChangeArrowheads="1" noChangeShapeType="1" noTextEdit="1"/>
              </p:cNvSpPr>
              <p:nvPr/>
            </p:nvSpPr>
            <p:spPr>
              <a:xfrm>
                <a:off x="898357" y="1005020"/>
                <a:ext cx="10732170" cy="1601592"/>
              </a:xfrm>
              <a:prstGeom prst="rect">
                <a:avLst/>
              </a:prstGeom>
              <a:blipFill>
                <a:blip r:embed="rId2"/>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7" name="テキスト ボックス 26">
                <a:extLst>
                  <a:ext uri="{FF2B5EF4-FFF2-40B4-BE49-F238E27FC236}">
                    <a16:creationId xmlns:a16="http://schemas.microsoft.com/office/drawing/2014/main" id="{3A240C83-FDFE-3E20-3A9E-ABD377571BE2}"/>
                  </a:ext>
                </a:extLst>
              </p:cNvPr>
              <p:cNvSpPr txBox="1"/>
              <p:nvPr/>
            </p:nvSpPr>
            <p:spPr>
              <a:xfrm>
                <a:off x="1272926" y="2664196"/>
                <a:ext cx="9646148" cy="668581"/>
              </a:xfrm>
              <a:prstGeom prst="rect">
                <a:avLst/>
              </a:prstGeom>
              <a:noFill/>
            </p:spPr>
            <p:txBody>
              <a:bodyPr wrap="square">
                <a:spAutoFit/>
              </a:bodyPr>
              <a:lstStyle/>
              <a:p>
                <a:pPr marL="285750" indent="-285750">
                  <a:buFont typeface="Wingdings" panose="05000000000000000000" pitchFamily="2" charset="2"/>
                  <a:buChar char="l"/>
                </a:pPr>
                <a14:m>
                  <m:oMath xmlns:m="http://schemas.openxmlformats.org/officeDocument/2006/math">
                    <m:sSub>
                      <m:sSubPr>
                        <m:ctrlPr>
                          <a:rPr lang="en-US" altLang="ja-JP" sz="1800" i="1" smtClean="0">
                            <a:latin typeface="Cambria Math" panose="02040503050406030204" pitchFamily="18" charset="0"/>
                            <a:ea typeface="Cambria Math" panose="02040503050406030204" pitchFamily="18" charset="0"/>
                          </a:rPr>
                        </m:ctrlPr>
                      </m:sSubPr>
                      <m:e>
                        <m:r>
                          <a:rPr lang="en-US" altLang="ja-JP" sz="1800" b="0" i="1" smtClean="0">
                            <a:latin typeface="Cambria Math" panose="02040503050406030204" pitchFamily="18" charset="0"/>
                            <a:ea typeface="Cambria Math" panose="02040503050406030204" pitchFamily="18" charset="0"/>
                          </a:rPr>
                          <m:t>  </m:t>
                        </m:r>
                        <m:r>
                          <a:rPr lang="en-US" altLang="ja-JP" sz="1800" i="1">
                            <a:latin typeface="Cambria Math" panose="02040503050406030204" pitchFamily="18" charset="0"/>
                            <a:ea typeface="Cambria Math" panose="02040503050406030204" pitchFamily="18" charset="0"/>
                          </a:rPr>
                          <m:t>𝑘</m:t>
                        </m:r>
                      </m:e>
                      <m:sub>
                        <m:r>
                          <a:rPr lang="en-US" altLang="ja-JP" sz="1800" i="1">
                            <a:latin typeface="Cambria Math" panose="02040503050406030204" pitchFamily="18" charset="0"/>
                            <a:ea typeface="Cambria Math" panose="02040503050406030204" pitchFamily="18" charset="0"/>
                          </a:rPr>
                          <m:t>𝑓</m:t>
                        </m:r>
                      </m:sub>
                    </m:sSub>
                    <m:r>
                      <a:rPr lang="en-US" altLang="ja-JP" sz="1800" i="1">
                        <a:latin typeface="Cambria Math" panose="02040503050406030204" pitchFamily="18" charset="0"/>
                        <a:ea typeface="Cambria Math" panose="02040503050406030204" pitchFamily="18" charset="0"/>
                      </a:rPr>
                      <m:t>(</m:t>
                    </m:r>
                    <m:r>
                      <a:rPr lang="en-US" altLang="ja-JP" sz="1800" i="1">
                        <a:latin typeface="Cambria Math" panose="02040503050406030204" pitchFamily="18" charset="0"/>
                        <a:ea typeface="Cambria Math" panose="02040503050406030204" pitchFamily="18" charset="0"/>
                      </a:rPr>
                      <m:t>𝑚</m:t>
                    </m:r>
                    <m:r>
                      <a:rPr lang="en-US" altLang="ja-JP" sz="1800" i="1">
                        <a:latin typeface="Cambria Math" panose="02040503050406030204" pitchFamily="18" charset="0"/>
                        <a:ea typeface="Cambria Math" panose="02040503050406030204" pitchFamily="18" charset="0"/>
                      </a:rPr>
                      <m:t>)</m:t>
                    </m:r>
                  </m:oMath>
                </a14:m>
                <a:r>
                  <a:rPr lang="ja-JP" altLang="en-US" dirty="0"/>
                  <a:t>は</a:t>
                </a:r>
                <a14:m>
                  <m:oMath xmlns:m="http://schemas.openxmlformats.org/officeDocument/2006/math">
                    <m:r>
                      <a:rPr lang="en-US" altLang="ja-JP" i="1">
                        <a:latin typeface="Cambria Math" panose="02040503050406030204" pitchFamily="18" charset="0"/>
                        <a:ea typeface="Cambria Math" panose="02040503050406030204" pitchFamily="18" charset="0"/>
                      </a:rPr>
                      <m:t>𝑚</m:t>
                    </m:r>
                  </m:oMath>
                </a14:m>
                <a:r>
                  <a:rPr lang="ja-JP" altLang="en-US" dirty="0"/>
                  <a:t>番目の各三角フィルタの中心周波数</a:t>
                </a:r>
                <a:r>
                  <a:rPr lang="en-US" altLang="ja-JP" dirty="0"/>
                  <a:t>(</a:t>
                </a:r>
                <a:r>
                  <a:rPr lang="ja-JP" altLang="en-US" dirty="0"/>
                  <a:t>頂点</a:t>
                </a:r>
                <a:r>
                  <a:rPr lang="en-US" altLang="ja-JP" dirty="0"/>
                  <a:t>)</a:t>
                </a:r>
                <a:r>
                  <a:rPr lang="ja-JP" altLang="en-US" dirty="0"/>
                  <a:t>の</a:t>
                </a:r>
                <a:r>
                  <a:rPr lang="en-US" altLang="ja-JP" dirty="0"/>
                  <a:t>DFT</a:t>
                </a:r>
                <a:r>
                  <a:rPr lang="ja-JP" altLang="en-US" dirty="0"/>
                  <a:t>後の周波数のインデックスであり、</a:t>
                </a:r>
                <a:r>
                  <a:rPr lang="en-US" altLang="ja-JP" dirty="0">
                    <a:ea typeface="Cambria Math" panose="02040503050406030204" pitchFamily="18" charset="0"/>
                  </a:rPr>
                  <a:t> </a:t>
                </a:r>
                <a14:m>
                  <m:oMath xmlns:m="http://schemas.openxmlformats.org/officeDocument/2006/math">
                    <m:r>
                      <a:rPr lang="en-US" altLang="ja-JP" i="1">
                        <a:latin typeface="Cambria Math" panose="02040503050406030204" pitchFamily="18" charset="0"/>
                        <a:ea typeface="Cambria Math" panose="02040503050406030204" pitchFamily="18" charset="0"/>
                      </a:rPr>
                      <m:t>𝑗</m:t>
                    </m:r>
                  </m:oMath>
                </a14:m>
                <a:r>
                  <a:rPr lang="ja-JP" altLang="en-US" dirty="0"/>
                  <a:t>番目の周波数インデックスは下の式で計算する</a:t>
                </a:r>
              </a:p>
            </p:txBody>
          </p:sp>
        </mc:Choice>
        <mc:Fallback xmlns="">
          <p:sp>
            <p:nvSpPr>
              <p:cNvPr id="27" name="テキスト ボックス 26">
                <a:extLst>
                  <a:ext uri="{FF2B5EF4-FFF2-40B4-BE49-F238E27FC236}">
                    <a16:creationId xmlns:a16="http://schemas.microsoft.com/office/drawing/2014/main" id="{3A240C83-FDFE-3E20-3A9E-ABD377571BE2}"/>
                  </a:ext>
                </a:extLst>
              </p:cNvPr>
              <p:cNvSpPr txBox="1">
                <a:spLocks noRot="1" noChangeAspect="1" noMove="1" noResize="1" noEditPoints="1" noAdjustHandles="1" noChangeArrowheads="1" noChangeShapeType="1" noTextEdit="1"/>
              </p:cNvSpPr>
              <p:nvPr/>
            </p:nvSpPr>
            <p:spPr>
              <a:xfrm>
                <a:off x="1272926" y="2664196"/>
                <a:ext cx="9646148" cy="668581"/>
              </a:xfrm>
              <a:prstGeom prst="rect">
                <a:avLst/>
              </a:prstGeom>
              <a:blipFill>
                <a:blip r:embed="rId3"/>
                <a:stretch>
                  <a:fillRect l="-442" t="-5455" b="-1545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9" name="テキスト ボックス 28">
                <a:extLst>
                  <a:ext uri="{FF2B5EF4-FFF2-40B4-BE49-F238E27FC236}">
                    <a16:creationId xmlns:a16="http://schemas.microsoft.com/office/drawing/2014/main" id="{45DAB9BA-8E5D-A671-DAD1-40357A344428}"/>
                  </a:ext>
                </a:extLst>
              </p:cNvPr>
              <p:cNvSpPr txBox="1"/>
              <p:nvPr/>
            </p:nvSpPr>
            <p:spPr>
              <a:xfrm>
                <a:off x="3216442" y="3344866"/>
                <a:ext cx="6096000" cy="7087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ja-JP" sz="1800" i="1" smtClean="0">
                              <a:latin typeface="Cambria Math" panose="02040503050406030204" pitchFamily="18" charset="0"/>
                              <a:ea typeface="Cambria Math" panose="02040503050406030204" pitchFamily="18" charset="0"/>
                            </a:rPr>
                          </m:ctrlPr>
                        </m:sSubPr>
                        <m:e>
                          <m:r>
                            <a:rPr lang="en-US" altLang="ja-JP" sz="1800" b="0" i="1" smtClean="0">
                              <a:latin typeface="Cambria Math" panose="02040503050406030204" pitchFamily="18" charset="0"/>
                              <a:ea typeface="Cambria Math" panose="02040503050406030204" pitchFamily="18" charset="0"/>
                            </a:rPr>
                            <m:t>  </m:t>
                          </m:r>
                          <m:r>
                            <a:rPr lang="en-US" altLang="ja-JP" sz="1800" i="1">
                              <a:latin typeface="Cambria Math" panose="02040503050406030204" pitchFamily="18" charset="0"/>
                              <a:ea typeface="Cambria Math" panose="02040503050406030204" pitchFamily="18" charset="0"/>
                            </a:rPr>
                            <m:t>𝑘</m:t>
                          </m:r>
                        </m:e>
                        <m:sub>
                          <m:r>
                            <a:rPr lang="en-US" altLang="ja-JP" sz="1800" i="1">
                              <a:latin typeface="Cambria Math" panose="02040503050406030204" pitchFamily="18" charset="0"/>
                              <a:ea typeface="Cambria Math" panose="02040503050406030204" pitchFamily="18" charset="0"/>
                            </a:rPr>
                            <m:t>𝑓</m:t>
                          </m:r>
                        </m:sub>
                      </m:sSub>
                      <m:d>
                        <m:dPr>
                          <m:ctrlPr>
                            <a:rPr lang="en-US" altLang="ja-JP" sz="1800" i="1">
                              <a:latin typeface="Cambria Math" panose="02040503050406030204" pitchFamily="18" charset="0"/>
                              <a:ea typeface="Cambria Math" panose="02040503050406030204" pitchFamily="18" charset="0"/>
                            </a:rPr>
                          </m:ctrlPr>
                        </m:dPr>
                        <m:e>
                          <m:r>
                            <a:rPr lang="en-US" altLang="ja-JP" sz="1800" b="0" i="1" smtClean="0">
                              <a:latin typeface="Cambria Math" panose="02040503050406030204" pitchFamily="18" charset="0"/>
                              <a:ea typeface="Cambria Math" panose="02040503050406030204" pitchFamily="18" charset="0"/>
                            </a:rPr>
                            <m:t>𝑗</m:t>
                          </m:r>
                        </m:e>
                      </m:d>
                      <m:r>
                        <a:rPr lang="en-US" altLang="ja-JP" sz="1800" i="1" smtClean="0">
                          <a:latin typeface="Cambria Math" panose="02040503050406030204" pitchFamily="18" charset="0"/>
                          <a:ea typeface="Cambria Math" panose="02040503050406030204" pitchFamily="18" charset="0"/>
                        </a:rPr>
                        <m:t>=</m:t>
                      </m:r>
                      <m:d>
                        <m:dPr>
                          <m:begChr m:val="["/>
                          <m:endChr m:val="]"/>
                          <m:ctrlPr>
                            <a:rPr lang="en-US" altLang="ja-JP" sz="1800" i="1" smtClean="0">
                              <a:latin typeface="Cambria Math" panose="02040503050406030204" pitchFamily="18" charset="0"/>
                              <a:ea typeface="Cambria Math" panose="02040503050406030204" pitchFamily="18" charset="0"/>
                            </a:rPr>
                          </m:ctrlPr>
                        </m:dPr>
                        <m:e>
                          <m:f>
                            <m:fPr>
                              <m:ctrlPr>
                                <a:rPr lang="en-US" altLang="ja-JP" sz="1800" i="1" smtClean="0">
                                  <a:latin typeface="Cambria Math" panose="02040503050406030204" pitchFamily="18" charset="0"/>
                                  <a:ea typeface="Cambria Math" panose="02040503050406030204" pitchFamily="18" charset="0"/>
                                </a:rPr>
                              </m:ctrlPr>
                            </m:fPr>
                            <m:num>
                              <m:r>
                                <a:rPr lang="en-US" altLang="ja-JP" sz="1800" b="0" i="1" smtClean="0">
                                  <a:latin typeface="Cambria Math" panose="02040503050406030204" pitchFamily="18" charset="0"/>
                                  <a:ea typeface="Cambria Math" panose="02040503050406030204" pitchFamily="18" charset="0"/>
                                </a:rPr>
                                <m:t>𝑓</m:t>
                              </m:r>
                              <m:d>
                                <m:dPr>
                                  <m:ctrlPr>
                                    <a:rPr lang="en-US" altLang="ja-JP" sz="1800" b="0" i="1" smtClean="0">
                                      <a:latin typeface="Cambria Math" panose="02040503050406030204" pitchFamily="18" charset="0"/>
                                      <a:ea typeface="Cambria Math" panose="02040503050406030204" pitchFamily="18" charset="0"/>
                                    </a:rPr>
                                  </m:ctrlPr>
                                </m:dPr>
                                <m:e>
                                  <m:r>
                                    <a:rPr lang="en-US" altLang="ja-JP" sz="1800" b="0" i="1" smtClean="0">
                                      <a:latin typeface="Cambria Math" panose="02040503050406030204" pitchFamily="18" charset="0"/>
                                      <a:ea typeface="Cambria Math" panose="02040503050406030204" pitchFamily="18" charset="0"/>
                                    </a:rPr>
                                    <m:t>𝑗</m:t>
                                  </m:r>
                                </m:e>
                              </m:d>
                            </m:num>
                            <m:den>
                              <m:sSub>
                                <m:sSubPr>
                                  <m:ctrlPr>
                                    <a:rPr lang="en-US" altLang="ja-JP" sz="1800" i="1" smtClean="0">
                                      <a:latin typeface="Cambria Math" panose="02040503050406030204" pitchFamily="18" charset="0"/>
                                      <a:ea typeface="Cambria Math" panose="02040503050406030204" pitchFamily="18" charset="0"/>
                                    </a:rPr>
                                  </m:ctrlPr>
                                </m:sSubPr>
                                <m:e>
                                  <m:r>
                                    <a:rPr lang="en-US" altLang="ja-JP" sz="1800" b="0" i="1" smtClean="0">
                                      <a:latin typeface="Cambria Math" panose="02040503050406030204" pitchFamily="18" charset="0"/>
                                      <a:ea typeface="Cambria Math" panose="02040503050406030204" pitchFamily="18" charset="0"/>
                                    </a:rPr>
                                    <m:t>𝑓</m:t>
                                  </m:r>
                                </m:e>
                                <m:sub>
                                  <m:r>
                                    <a:rPr lang="en-US" altLang="ja-JP" sz="1800" b="0" i="1" smtClean="0">
                                      <a:latin typeface="Cambria Math" panose="02040503050406030204" pitchFamily="18" charset="0"/>
                                      <a:ea typeface="Cambria Math" panose="02040503050406030204" pitchFamily="18" charset="0"/>
                                    </a:rPr>
                                    <m:t>𝑠</m:t>
                                  </m:r>
                                </m:sub>
                              </m:sSub>
                            </m:den>
                          </m:f>
                          <m:r>
                            <a:rPr lang="en-US" altLang="ja-JP" sz="1800" b="0" i="1" smtClean="0">
                              <a:latin typeface="Cambria Math" panose="02040503050406030204" pitchFamily="18" charset="0"/>
                              <a:ea typeface="Cambria Math" panose="02040503050406030204" pitchFamily="18" charset="0"/>
                            </a:rPr>
                            <m:t>𝑁</m:t>
                          </m:r>
                        </m:e>
                      </m:d>
                      <m:r>
                        <a:rPr lang="en-US" altLang="ja-JP" sz="1800" b="0" i="1" smtClean="0">
                          <a:latin typeface="Cambria Math" panose="02040503050406030204" pitchFamily="18" charset="0"/>
                          <a:ea typeface="Cambria Math" panose="02040503050406030204" pitchFamily="18" charset="0"/>
                        </a:rPr>
                        <m:t>,         0 ≤</m:t>
                      </m:r>
                      <m:r>
                        <a:rPr lang="en-US" altLang="ja-JP" sz="1800" b="0" i="1" smtClean="0">
                          <a:latin typeface="Cambria Math" panose="02040503050406030204" pitchFamily="18" charset="0"/>
                          <a:ea typeface="Cambria Math" panose="02040503050406030204" pitchFamily="18" charset="0"/>
                        </a:rPr>
                        <m:t>𝑗</m:t>
                      </m:r>
                      <m:r>
                        <a:rPr lang="en-US" altLang="ja-JP" sz="1800" b="0" i="1" smtClean="0">
                          <a:latin typeface="Cambria Math" panose="02040503050406030204" pitchFamily="18" charset="0"/>
                          <a:ea typeface="Cambria Math" panose="02040503050406030204" pitchFamily="18" charset="0"/>
                        </a:rPr>
                        <m:t> ≤</m:t>
                      </m:r>
                      <m:r>
                        <a:rPr lang="en-US" altLang="ja-JP" sz="1800" b="0" i="1" smtClean="0">
                          <a:latin typeface="Cambria Math" panose="02040503050406030204" pitchFamily="18" charset="0"/>
                          <a:ea typeface="Cambria Math" panose="02040503050406030204" pitchFamily="18" charset="0"/>
                        </a:rPr>
                        <m:t>𝑀</m:t>
                      </m:r>
                      <m:r>
                        <a:rPr lang="en-US" altLang="ja-JP" sz="1800" b="0" i="1" smtClean="0">
                          <a:latin typeface="Cambria Math" panose="02040503050406030204" pitchFamily="18" charset="0"/>
                          <a:ea typeface="Cambria Math" panose="02040503050406030204" pitchFamily="18" charset="0"/>
                        </a:rPr>
                        <m:t>+1</m:t>
                      </m:r>
                    </m:oMath>
                  </m:oMathPara>
                </a14:m>
                <a:endParaRPr lang="ja-JP" altLang="en-US" dirty="0"/>
              </a:p>
            </p:txBody>
          </p:sp>
        </mc:Choice>
        <mc:Fallback xmlns="">
          <p:sp>
            <p:nvSpPr>
              <p:cNvPr id="29" name="テキスト ボックス 28">
                <a:extLst>
                  <a:ext uri="{FF2B5EF4-FFF2-40B4-BE49-F238E27FC236}">
                    <a16:creationId xmlns:a16="http://schemas.microsoft.com/office/drawing/2014/main" id="{45DAB9BA-8E5D-A671-DAD1-40357A344428}"/>
                  </a:ext>
                </a:extLst>
              </p:cNvPr>
              <p:cNvSpPr txBox="1">
                <a:spLocks noRot="1" noChangeAspect="1" noMove="1" noResize="1" noEditPoints="1" noAdjustHandles="1" noChangeArrowheads="1" noChangeShapeType="1" noTextEdit="1"/>
              </p:cNvSpPr>
              <p:nvPr/>
            </p:nvSpPr>
            <p:spPr>
              <a:xfrm>
                <a:off x="3216442" y="3344866"/>
                <a:ext cx="6096000" cy="708720"/>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5" name="テキスト ボックス 34">
                <a:extLst>
                  <a:ext uri="{FF2B5EF4-FFF2-40B4-BE49-F238E27FC236}">
                    <a16:creationId xmlns:a16="http://schemas.microsoft.com/office/drawing/2014/main" id="{4F47150C-F6C5-DCBF-D70F-30477C93764C}"/>
                  </a:ext>
                </a:extLst>
              </p:cNvPr>
              <p:cNvSpPr txBox="1"/>
              <p:nvPr/>
            </p:nvSpPr>
            <p:spPr>
              <a:xfrm>
                <a:off x="1272925" y="4065676"/>
                <a:ext cx="10732169" cy="646331"/>
              </a:xfrm>
              <a:prstGeom prst="rect">
                <a:avLst/>
              </a:prstGeom>
              <a:noFill/>
            </p:spPr>
            <p:txBody>
              <a:bodyPr wrap="square" rtlCol="0">
                <a:spAutoFit/>
              </a:bodyPr>
              <a:lstStyle/>
              <a:p>
                <a:pPr marL="285750" indent="-285750">
                  <a:buFont typeface="Wingdings" panose="05000000000000000000" pitchFamily="2" charset="2"/>
                  <a:buChar char="l"/>
                </a:pPr>
                <a:r>
                  <a:rPr kumimoji="1" lang="ja-JP" altLang="en-US" dirty="0"/>
                  <a:t>最小から最大の</a:t>
                </a:r>
                <a:r>
                  <a:rPr kumimoji="1" lang="en-US" altLang="ja-JP" dirty="0"/>
                  <a:t>Mel</a:t>
                </a:r>
                <a:r>
                  <a:rPr kumimoji="1" lang="ja-JP" altLang="en-US" dirty="0"/>
                  <a:t>周波数</a:t>
                </a:r>
                <a:r>
                  <a:rPr kumimoji="1" lang="en-US" altLang="ja-JP" dirty="0"/>
                  <a:t>(</a:t>
                </a:r>
                <a:r>
                  <a:rPr kumimoji="1" lang="en-US" altLang="ja-JP" u="sng" dirty="0"/>
                  <a:t>0 Hz</a:t>
                </a:r>
                <a:r>
                  <a:rPr kumimoji="1" lang="ja-JP" altLang="en-US" u="sng" dirty="0"/>
                  <a:t>から</a:t>
                </a:r>
                <a:r>
                  <a:rPr kumimoji="1" lang="en-US" altLang="ja-JP" u="sng" dirty="0"/>
                  <a:t>400 Hz</a:t>
                </a:r>
                <a:r>
                  <a:rPr kumimoji="1" lang="en-US" altLang="ja-JP" dirty="0"/>
                  <a:t>)</a:t>
                </a:r>
                <a:r>
                  <a:rPr kumimoji="1" lang="ja-JP" altLang="en-US" dirty="0"/>
                  <a:t>までの等間隔</a:t>
                </a:r>
                <a:r>
                  <a:rPr kumimoji="1" lang="en-US" altLang="ja-JP" dirty="0"/>
                  <a:t>(</a:t>
                </a:r>
                <a:r>
                  <a:rPr kumimoji="1" lang="ja-JP" altLang="en-US" dirty="0"/>
                  <a:t>フィルタの個数</a:t>
                </a:r>
                <a14:m>
                  <m:oMath xmlns:m="http://schemas.openxmlformats.org/officeDocument/2006/math">
                    <m:r>
                      <a:rPr lang="en-US" altLang="ja-JP" sz="1800" b="0" i="1" smtClean="0">
                        <a:latin typeface="Cambria Math" panose="02040503050406030204" pitchFamily="18" charset="0"/>
                        <a:ea typeface="Cambria Math" panose="02040503050406030204" pitchFamily="18" charset="0"/>
                      </a:rPr>
                      <m:t>𝑀</m:t>
                    </m:r>
                    <m:r>
                      <a:rPr lang="en-US" altLang="ja-JP" sz="1800" b="0" i="1" smtClean="0">
                        <a:latin typeface="Cambria Math" panose="02040503050406030204" pitchFamily="18" charset="0"/>
                        <a:ea typeface="Cambria Math" panose="02040503050406030204" pitchFamily="18" charset="0"/>
                      </a:rPr>
                      <m:t> </m:t>
                    </m:r>
                  </m:oMath>
                </a14:m>
                <a:r>
                  <a:rPr kumimoji="1" lang="en-US" altLang="ja-JP" dirty="0"/>
                  <a:t>+1</a:t>
                </a:r>
                <a:r>
                  <a:rPr kumimoji="1" lang="ja-JP" altLang="en-US" dirty="0"/>
                  <a:t>分割</a:t>
                </a:r>
                <a:r>
                  <a:rPr kumimoji="1" lang="en-US" altLang="ja-JP" dirty="0"/>
                  <a:t>)</a:t>
                </a:r>
                <a:r>
                  <a:rPr kumimoji="1" lang="ja-JP" altLang="en-US" dirty="0"/>
                  <a:t>の</a:t>
                </a:r>
                <a:r>
                  <a:rPr kumimoji="1" lang="en-US" altLang="ja-JP" dirty="0"/>
                  <a:t>Mel</a:t>
                </a:r>
                <a:r>
                  <a:rPr kumimoji="1" lang="ja-JP" altLang="en-US" dirty="0"/>
                  <a:t>周波数を見つけ、これをヘルツスケールに逆変換し、各フィルタの中心周波数</a:t>
                </a:r>
                <a14:m>
                  <m:oMath xmlns:m="http://schemas.openxmlformats.org/officeDocument/2006/math">
                    <m:r>
                      <a:rPr lang="en-US" altLang="ja-JP" i="1">
                        <a:latin typeface="Cambria Math" panose="02040503050406030204" pitchFamily="18" charset="0"/>
                        <a:ea typeface="Cambria Math" panose="02040503050406030204" pitchFamily="18" charset="0"/>
                      </a:rPr>
                      <m:t>𝑓</m:t>
                    </m:r>
                    <m:d>
                      <m:dPr>
                        <m:ctrlPr>
                          <a:rPr lang="en-US" altLang="ja-JP" i="1">
                            <a:latin typeface="Cambria Math" panose="02040503050406030204" pitchFamily="18" charset="0"/>
                            <a:ea typeface="Cambria Math" panose="02040503050406030204" pitchFamily="18" charset="0"/>
                          </a:rPr>
                        </m:ctrlPr>
                      </m:dPr>
                      <m:e>
                        <m:r>
                          <a:rPr lang="en-US" altLang="ja-JP" i="1">
                            <a:latin typeface="Cambria Math" panose="02040503050406030204" pitchFamily="18" charset="0"/>
                            <a:ea typeface="Cambria Math" panose="02040503050406030204" pitchFamily="18" charset="0"/>
                          </a:rPr>
                          <m:t>𝑗</m:t>
                        </m:r>
                      </m:e>
                    </m:d>
                  </m:oMath>
                </a14:m>
                <a:r>
                  <a:rPr kumimoji="1" lang="ja-JP" altLang="en-US" dirty="0"/>
                  <a:t>とする</a:t>
                </a:r>
              </a:p>
            </p:txBody>
          </p:sp>
        </mc:Choice>
        <mc:Fallback xmlns="">
          <p:sp>
            <p:nvSpPr>
              <p:cNvPr id="35" name="テキスト ボックス 34">
                <a:extLst>
                  <a:ext uri="{FF2B5EF4-FFF2-40B4-BE49-F238E27FC236}">
                    <a16:creationId xmlns:a16="http://schemas.microsoft.com/office/drawing/2014/main" id="{4F47150C-F6C5-DCBF-D70F-30477C93764C}"/>
                  </a:ext>
                </a:extLst>
              </p:cNvPr>
              <p:cNvSpPr txBox="1">
                <a:spLocks noRot="1" noChangeAspect="1" noMove="1" noResize="1" noEditPoints="1" noAdjustHandles="1" noChangeArrowheads="1" noChangeShapeType="1" noTextEdit="1"/>
              </p:cNvSpPr>
              <p:nvPr/>
            </p:nvSpPr>
            <p:spPr>
              <a:xfrm>
                <a:off x="1272925" y="4065676"/>
                <a:ext cx="10732169" cy="646331"/>
              </a:xfrm>
              <a:prstGeom prst="rect">
                <a:avLst/>
              </a:prstGeom>
              <a:blipFill>
                <a:blip r:embed="rId5"/>
                <a:stretch>
                  <a:fillRect l="-398" t="-4717" b="-15094"/>
                </a:stretch>
              </a:blipFill>
            </p:spPr>
            <p:txBody>
              <a:bodyPr/>
              <a:lstStyle/>
              <a:p>
                <a:r>
                  <a:rPr lang="ja-JP" altLang="en-US">
                    <a:noFill/>
                  </a:rPr>
                  <a:t> </a:t>
                </a:r>
              </a:p>
            </p:txBody>
          </p:sp>
        </mc:Fallback>
      </mc:AlternateContent>
      <p:sp>
        <p:nvSpPr>
          <p:cNvPr id="36" name="矢印: 下 35">
            <a:extLst>
              <a:ext uri="{FF2B5EF4-FFF2-40B4-BE49-F238E27FC236}">
                <a16:creationId xmlns:a16="http://schemas.microsoft.com/office/drawing/2014/main" id="{5250169A-7003-B170-B1ED-75C542ED1E9E}"/>
              </a:ext>
            </a:extLst>
          </p:cNvPr>
          <p:cNvSpPr/>
          <p:nvPr/>
        </p:nvSpPr>
        <p:spPr>
          <a:xfrm rot="16200000">
            <a:off x="2156159" y="4790690"/>
            <a:ext cx="489694" cy="469112"/>
          </a:xfrm>
          <a:prstGeom prst="downArrow">
            <a:avLst/>
          </a:prstGeom>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テキスト ボックス 36">
            <a:extLst>
              <a:ext uri="{FF2B5EF4-FFF2-40B4-BE49-F238E27FC236}">
                <a16:creationId xmlns:a16="http://schemas.microsoft.com/office/drawing/2014/main" id="{DA1A8C27-EB7D-0FB6-CCC3-2C8B9F5BC8AD}"/>
              </a:ext>
            </a:extLst>
          </p:cNvPr>
          <p:cNvSpPr txBox="1"/>
          <p:nvPr/>
        </p:nvSpPr>
        <p:spPr>
          <a:xfrm>
            <a:off x="2635562" y="4879064"/>
            <a:ext cx="8758989" cy="369332"/>
          </a:xfrm>
          <a:prstGeom prst="rect">
            <a:avLst/>
          </a:prstGeom>
          <a:noFill/>
        </p:spPr>
        <p:txBody>
          <a:bodyPr wrap="square" rtlCol="0">
            <a:spAutoFit/>
          </a:bodyPr>
          <a:lstStyle/>
          <a:p>
            <a:r>
              <a:rPr kumimoji="1" lang="en-US" altLang="ja-JP" dirty="0"/>
              <a:t>PCG</a:t>
            </a:r>
            <a:r>
              <a:rPr kumimoji="1" lang="ja-JP" altLang="en-US" dirty="0"/>
              <a:t>信号の重要な情報は一般的に低周波数帯域に集中しているため</a:t>
            </a:r>
            <a:r>
              <a:rPr lang="ja-JP" altLang="en-US" dirty="0"/>
              <a:t>、低めに設定</a:t>
            </a:r>
            <a:endParaRPr kumimoji="1" lang="en-US" altLang="ja-JP" dirty="0"/>
          </a:p>
        </p:txBody>
      </p:sp>
      <p:sp>
        <p:nvSpPr>
          <p:cNvPr id="39" name="テキスト ボックス 38">
            <a:extLst>
              <a:ext uri="{FF2B5EF4-FFF2-40B4-BE49-F238E27FC236}">
                <a16:creationId xmlns:a16="http://schemas.microsoft.com/office/drawing/2014/main" id="{6E8F5501-923F-2B48-B3C2-B9586A7B68E1}"/>
              </a:ext>
            </a:extLst>
          </p:cNvPr>
          <p:cNvSpPr txBox="1"/>
          <p:nvPr/>
        </p:nvSpPr>
        <p:spPr>
          <a:xfrm>
            <a:off x="1272925" y="5437150"/>
            <a:ext cx="9646148" cy="369332"/>
          </a:xfrm>
          <a:prstGeom prst="rect">
            <a:avLst/>
          </a:prstGeom>
          <a:noFill/>
        </p:spPr>
        <p:txBody>
          <a:bodyPr wrap="square" rtlCol="0">
            <a:spAutoFit/>
          </a:bodyPr>
          <a:lstStyle/>
          <a:p>
            <a:pPr marL="285750" indent="-285750">
              <a:buFont typeface="Wingdings" panose="05000000000000000000" pitchFamily="2" charset="2"/>
              <a:buChar char="l"/>
            </a:pPr>
            <a:r>
              <a:rPr kumimoji="1" lang="ja-JP" altLang="en-US" dirty="0"/>
              <a:t>メルスケールとヘルツスケールの周波数の関係は</a:t>
            </a:r>
            <a:r>
              <a:rPr lang="ja-JP" altLang="en-US" dirty="0"/>
              <a:t>、以下の式で計算される</a:t>
            </a:r>
            <a:endParaRPr kumimoji="1" lang="ja-JP" altLang="en-US" dirty="0"/>
          </a:p>
        </p:txBody>
      </p:sp>
      <mc:AlternateContent xmlns:mc="http://schemas.openxmlformats.org/markup-compatibility/2006" xmlns:a14="http://schemas.microsoft.com/office/drawing/2010/main">
        <mc:Choice Requires="a14">
          <p:sp>
            <p:nvSpPr>
              <p:cNvPr id="40" name="テキスト ボックス 39">
                <a:extLst>
                  <a:ext uri="{FF2B5EF4-FFF2-40B4-BE49-F238E27FC236}">
                    <a16:creationId xmlns:a16="http://schemas.microsoft.com/office/drawing/2014/main" id="{03A493B6-3CA7-CE76-87F0-CCEE8BCCC468}"/>
                  </a:ext>
                </a:extLst>
              </p:cNvPr>
              <p:cNvSpPr txBox="1"/>
              <p:nvPr/>
            </p:nvSpPr>
            <p:spPr>
              <a:xfrm>
                <a:off x="3048000" y="5784786"/>
                <a:ext cx="6096000" cy="7146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1800" i="1" smtClean="0">
                              <a:latin typeface="Cambria Math" panose="02040503050406030204" pitchFamily="18" charset="0"/>
                            </a:rPr>
                          </m:ctrlPr>
                        </m:sSubPr>
                        <m:e>
                          <m:r>
                            <a:rPr kumimoji="1" lang="en-US" altLang="ja-JP" sz="1800" b="0" i="1" smtClean="0">
                              <a:latin typeface="Cambria Math" panose="02040503050406030204" pitchFamily="18" charset="0"/>
                            </a:rPr>
                            <m:t>𝑓</m:t>
                          </m:r>
                        </m:e>
                        <m:sub>
                          <m:r>
                            <a:rPr kumimoji="1" lang="en-US" altLang="ja-JP" sz="1800" b="0" i="1" smtClean="0">
                              <a:latin typeface="Cambria Math" panose="02040503050406030204" pitchFamily="18" charset="0"/>
                            </a:rPr>
                            <m:t>𝑚𝑒𝑙</m:t>
                          </m:r>
                        </m:sub>
                      </m:sSub>
                      <m:r>
                        <a:rPr kumimoji="1" lang="en-US" altLang="ja-JP" sz="1800" i="1" smtClean="0">
                          <a:latin typeface="Cambria Math" panose="02040503050406030204" pitchFamily="18" charset="0"/>
                          <a:ea typeface="Cambria Math" panose="02040503050406030204" pitchFamily="18" charset="0"/>
                        </a:rPr>
                        <m:t>=</m:t>
                      </m:r>
                      <m:r>
                        <a:rPr kumimoji="1" lang="en-US" altLang="ja-JP" sz="1800" b="0" i="1" smtClean="0">
                          <a:latin typeface="Cambria Math" panose="02040503050406030204" pitchFamily="18" charset="0"/>
                          <a:ea typeface="Cambria Math" panose="02040503050406030204" pitchFamily="18" charset="0"/>
                        </a:rPr>
                        <m:t>2595</m:t>
                      </m:r>
                      <m:func>
                        <m:funcPr>
                          <m:ctrlPr>
                            <a:rPr kumimoji="1" lang="en-US" altLang="ja-JP" sz="1800" b="0" i="1" smtClean="0">
                              <a:latin typeface="Cambria Math" panose="02040503050406030204" pitchFamily="18" charset="0"/>
                              <a:ea typeface="Cambria Math" panose="02040503050406030204" pitchFamily="18" charset="0"/>
                            </a:rPr>
                          </m:ctrlPr>
                        </m:funcPr>
                        <m:fName>
                          <m:sSub>
                            <m:sSubPr>
                              <m:ctrlPr>
                                <a:rPr kumimoji="1" lang="en-US" altLang="ja-JP" sz="1800" b="0" i="1" smtClean="0">
                                  <a:latin typeface="Cambria Math" panose="02040503050406030204" pitchFamily="18" charset="0"/>
                                  <a:ea typeface="Cambria Math" panose="02040503050406030204" pitchFamily="18" charset="0"/>
                                </a:rPr>
                              </m:ctrlPr>
                            </m:sSubPr>
                            <m:e>
                              <m:r>
                                <m:rPr>
                                  <m:sty m:val="p"/>
                                </m:rPr>
                                <a:rPr kumimoji="1" lang="en-US" altLang="ja-JP" sz="1800" b="0" i="0" smtClean="0">
                                  <a:latin typeface="Cambria Math" panose="02040503050406030204" pitchFamily="18" charset="0"/>
                                  <a:ea typeface="Cambria Math" panose="02040503050406030204" pitchFamily="18" charset="0"/>
                                </a:rPr>
                                <m:t>log</m:t>
                              </m:r>
                            </m:e>
                            <m:sub>
                              <m:r>
                                <a:rPr kumimoji="1" lang="en-US" altLang="ja-JP" sz="1800" b="0" i="1" smtClean="0">
                                  <a:latin typeface="Cambria Math" panose="02040503050406030204" pitchFamily="18" charset="0"/>
                                  <a:ea typeface="Cambria Math" panose="02040503050406030204" pitchFamily="18" charset="0"/>
                                </a:rPr>
                                <m:t>10</m:t>
                              </m:r>
                            </m:sub>
                          </m:sSub>
                        </m:fName>
                        <m:e>
                          <m:d>
                            <m:dPr>
                              <m:ctrlPr>
                                <a:rPr kumimoji="1" lang="en-US" altLang="ja-JP" sz="1800" b="0" i="1" smtClean="0">
                                  <a:latin typeface="Cambria Math" panose="02040503050406030204" pitchFamily="18" charset="0"/>
                                  <a:ea typeface="Cambria Math" panose="02040503050406030204" pitchFamily="18" charset="0"/>
                                </a:rPr>
                              </m:ctrlPr>
                            </m:dPr>
                            <m:e>
                              <m:r>
                                <a:rPr kumimoji="1" lang="en-US" altLang="ja-JP" sz="1800" b="0" i="1" smtClean="0">
                                  <a:latin typeface="Cambria Math" panose="02040503050406030204" pitchFamily="18" charset="0"/>
                                  <a:ea typeface="Cambria Math" panose="02040503050406030204" pitchFamily="18" charset="0"/>
                                </a:rPr>
                                <m:t>1+</m:t>
                              </m:r>
                              <m:f>
                                <m:fPr>
                                  <m:ctrlPr>
                                    <a:rPr kumimoji="1" lang="en-US" altLang="ja-JP" sz="1800" b="0" i="1" smtClean="0">
                                      <a:latin typeface="Cambria Math" panose="02040503050406030204" pitchFamily="18" charset="0"/>
                                      <a:ea typeface="Cambria Math" panose="02040503050406030204" pitchFamily="18" charset="0"/>
                                    </a:rPr>
                                  </m:ctrlPr>
                                </m:fPr>
                                <m:num>
                                  <m:r>
                                    <a:rPr kumimoji="1" lang="en-US" altLang="ja-JP" sz="1800" b="0" i="1" smtClean="0">
                                      <a:latin typeface="Cambria Math" panose="02040503050406030204" pitchFamily="18" charset="0"/>
                                      <a:ea typeface="Cambria Math" panose="02040503050406030204" pitchFamily="18" charset="0"/>
                                    </a:rPr>
                                    <m:t>𝑓</m:t>
                                  </m:r>
                                </m:num>
                                <m:den>
                                  <m:r>
                                    <a:rPr kumimoji="1" lang="en-US" altLang="ja-JP" sz="1800" b="0" i="1" smtClean="0">
                                      <a:latin typeface="Cambria Math" panose="02040503050406030204" pitchFamily="18" charset="0"/>
                                      <a:ea typeface="Cambria Math" panose="02040503050406030204" pitchFamily="18" charset="0"/>
                                    </a:rPr>
                                    <m:t>700</m:t>
                                  </m:r>
                                </m:den>
                              </m:f>
                            </m:e>
                          </m:d>
                        </m:e>
                      </m:func>
                    </m:oMath>
                  </m:oMathPara>
                </a14:m>
                <a:endParaRPr lang="ja-JP" altLang="en-US" dirty="0"/>
              </a:p>
            </p:txBody>
          </p:sp>
        </mc:Choice>
        <mc:Fallback xmlns="">
          <p:sp>
            <p:nvSpPr>
              <p:cNvPr id="40" name="テキスト ボックス 39">
                <a:extLst>
                  <a:ext uri="{FF2B5EF4-FFF2-40B4-BE49-F238E27FC236}">
                    <a16:creationId xmlns:a16="http://schemas.microsoft.com/office/drawing/2014/main" id="{03A493B6-3CA7-CE76-87F0-CCEE8BCCC468}"/>
                  </a:ext>
                </a:extLst>
              </p:cNvPr>
              <p:cNvSpPr txBox="1">
                <a:spLocks noRot="1" noChangeAspect="1" noMove="1" noResize="1" noEditPoints="1" noAdjustHandles="1" noChangeArrowheads="1" noChangeShapeType="1" noTextEdit="1"/>
              </p:cNvSpPr>
              <p:nvPr/>
            </p:nvSpPr>
            <p:spPr>
              <a:xfrm>
                <a:off x="3048000" y="5784786"/>
                <a:ext cx="6096000" cy="714683"/>
              </a:xfrm>
              <a:prstGeom prst="rect">
                <a:avLst/>
              </a:prstGeom>
              <a:blipFill>
                <a:blip r:embed="rId6"/>
                <a:stretch>
                  <a:fillRect/>
                </a:stretch>
              </a:blipFill>
            </p:spPr>
            <p:txBody>
              <a:bodyPr/>
              <a:lstStyle/>
              <a:p>
                <a:r>
                  <a:rPr lang="ja-JP" altLang="en-US">
                    <a:noFill/>
                  </a:rPr>
                  <a:t> </a:t>
                </a:r>
              </a:p>
            </p:txBody>
          </p:sp>
        </mc:Fallback>
      </mc:AlternateContent>
      <p:sp>
        <p:nvSpPr>
          <p:cNvPr id="3" name="スライド番号プレースホルダー 2">
            <a:extLst>
              <a:ext uri="{FF2B5EF4-FFF2-40B4-BE49-F238E27FC236}">
                <a16:creationId xmlns:a16="http://schemas.microsoft.com/office/drawing/2014/main" id="{29F0EF00-E385-A52A-0282-12B446FB2D61}"/>
              </a:ext>
            </a:extLst>
          </p:cNvPr>
          <p:cNvSpPr>
            <a:spLocks noGrp="1"/>
          </p:cNvSpPr>
          <p:nvPr>
            <p:ph type="sldNum" sz="quarter" idx="12"/>
          </p:nvPr>
        </p:nvSpPr>
        <p:spPr/>
        <p:txBody>
          <a:bodyPr/>
          <a:lstStyle/>
          <a:p>
            <a:fld id="{F53CC62E-8007-4AE4-97B4-A3E2DB5FED0F}" type="slidenum">
              <a:rPr kumimoji="1" lang="ja-JP" altLang="en-US" smtClean="0"/>
              <a:t>12</a:t>
            </a:fld>
            <a:endParaRPr kumimoji="1" lang="ja-JP" altLang="en-US"/>
          </a:p>
        </p:txBody>
      </p:sp>
    </p:spTree>
    <p:extLst>
      <p:ext uri="{BB962C8B-B14F-4D97-AF65-F5344CB8AC3E}">
        <p14:creationId xmlns:p14="http://schemas.microsoft.com/office/powerpoint/2010/main" val="12939561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1">
            <a:extLst>
              <a:ext uri="{FF2B5EF4-FFF2-40B4-BE49-F238E27FC236}">
                <a16:creationId xmlns:a16="http://schemas.microsoft.com/office/drawing/2014/main" id="{DB3B47DF-5F4B-D0DF-547A-36CE8A01C1C9}"/>
              </a:ext>
            </a:extLst>
          </p:cNvPr>
          <p:cNvSpPr txBox="1">
            <a:spLocks/>
          </p:cNvSpPr>
          <p:nvPr/>
        </p:nvSpPr>
        <p:spPr>
          <a:xfrm>
            <a:off x="306844" y="333417"/>
            <a:ext cx="2564694" cy="67160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r>
              <a:rPr lang="en-US" altLang="ja-JP" sz="3200"/>
              <a:t>3. </a:t>
            </a:r>
            <a:r>
              <a:rPr lang="ja-JP" altLang="en-US" sz="3200"/>
              <a:t>提案手法</a:t>
            </a:r>
            <a:endParaRPr lang="ja-JP" altLang="en-US" sz="3200" dirty="0"/>
          </a:p>
        </p:txBody>
      </p:sp>
      <p:sp>
        <p:nvSpPr>
          <p:cNvPr id="3" name="Rectangle 1">
            <a:extLst>
              <a:ext uri="{FF2B5EF4-FFF2-40B4-BE49-F238E27FC236}">
                <a16:creationId xmlns:a16="http://schemas.microsoft.com/office/drawing/2014/main" id="{AF644B73-ABC8-AFB7-FBCC-98699AAC11DF}"/>
              </a:ext>
            </a:extLst>
          </p:cNvPr>
          <p:cNvSpPr>
            <a:spLocks noChangeArrowheads="1"/>
          </p:cNvSpPr>
          <p:nvPr/>
        </p:nvSpPr>
        <p:spPr bwMode="auto">
          <a:xfrm>
            <a:off x="575300" y="1005020"/>
            <a:ext cx="52377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kumimoji="0" lang="en-US" altLang="ja-JP" sz="2000" dirty="0">
                <a:latin typeface="Arial" panose="020B0604020202020204" pitchFamily="34" charset="0"/>
              </a:rPr>
              <a:t>5.</a:t>
            </a:r>
            <a:r>
              <a:rPr kumimoji="0" lang="ja-JP" altLang="en-US" sz="2000" dirty="0">
                <a:latin typeface="Arial" panose="020B0604020202020204" pitchFamily="34" charset="0"/>
              </a:rPr>
              <a:t>対数パワー係数の離散コサイン変換を計算</a:t>
            </a:r>
            <a:endParaRPr kumimoji="0" lang="ja-JP" altLang="ja-JP" sz="2000" i="0" u="none" strike="noStrike" cap="none" normalizeH="0" baseline="0" dirty="0">
              <a:ln>
                <a:noFill/>
              </a:ln>
              <a:solidFill>
                <a:schemeClr val="tx1"/>
              </a:solidFill>
              <a:effectLst/>
              <a:latin typeface="Arial" panose="020B0604020202020204" pitchFamily="34" charset="0"/>
            </a:endParaRPr>
          </a:p>
        </p:txBody>
      </p:sp>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F6F55F0E-0216-0FB3-B388-8FA41BDC1173}"/>
                  </a:ext>
                </a:extLst>
              </p:cNvPr>
              <p:cNvSpPr txBox="1"/>
              <p:nvPr/>
            </p:nvSpPr>
            <p:spPr>
              <a:xfrm>
                <a:off x="575300" y="1897748"/>
                <a:ext cx="7807348" cy="8714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ja-JP" i="1" smtClean="0">
                              <a:latin typeface="Cambria Math" panose="02040503050406030204" pitchFamily="18" charset="0"/>
                              <a:ea typeface="Cambria Math" panose="02040503050406030204" pitchFamily="18" charset="0"/>
                            </a:rPr>
                          </m:ctrlPr>
                        </m:sSubPr>
                        <m:e>
                          <m:r>
                            <a:rPr lang="en-US" altLang="ja-JP" b="0" i="1" smtClean="0">
                              <a:latin typeface="Cambria Math" panose="02040503050406030204" pitchFamily="18" charset="0"/>
                              <a:ea typeface="Cambria Math" panose="02040503050406030204" pitchFamily="18" charset="0"/>
                            </a:rPr>
                            <m:t>𝐶</m:t>
                          </m:r>
                        </m:e>
                        <m:sub>
                          <m:r>
                            <a:rPr lang="en-US" altLang="ja-JP" i="1">
                              <a:latin typeface="Cambria Math" panose="02040503050406030204" pitchFamily="18" charset="0"/>
                              <a:ea typeface="Cambria Math" panose="02040503050406030204" pitchFamily="18" charset="0"/>
                            </a:rPr>
                            <m:t>𝑖</m:t>
                          </m:r>
                        </m:sub>
                      </m:sSub>
                      <m:d>
                        <m:dPr>
                          <m:begChr m:val="["/>
                          <m:endChr m:val="]"/>
                          <m:ctrlPr>
                            <a:rPr lang="en-US" altLang="ja-JP" i="1">
                              <a:latin typeface="Cambria Math" panose="02040503050406030204" pitchFamily="18" charset="0"/>
                              <a:ea typeface="Cambria Math" panose="02040503050406030204" pitchFamily="18" charset="0"/>
                            </a:rPr>
                          </m:ctrlPr>
                        </m:dPr>
                        <m:e>
                          <m:sSup>
                            <m:sSupPr>
                              <m:ctrlPr>
                                <a:rPr lang="en-US" altLang="ja-JP" i="1" smtClean="0">
                                  <a:latin typeface="Cambria Math" panose="02040503050406030204" pitchFamily="18" charset="0"/>
                                  <a:ea typeface="Cambria Math" panose="02040503050406030204" pitchFamily="18" charset="0"/>
                                </a:rPr>
                              </m:ctrlPr>
                            </m:sSupPr>
                            <m:e>
                              <m:r>
                                <a:rPr lang="en-US" altLang="ja-JP" b="0" i="1" smtClean="0">
                                  <a:latin typeface="Cambria Math" panose="02040503050406030204" pitchFamily="18" charset="0"/>
                                  <a:ea typeface="Cambria Math" panose="02040503050406030204" pitchFamily="18" charset="0"/>
                                </a:rPr>
                                <m:t>𝑘</m:t>
                              </m:r>
                            </m:e>
                            <m:sup>
                              <m:r>
                                <a:rPr lang="en-US" altLang="ja-JP" b="0" i="1" smtClean="0">
                                  <a:latin typeface="Cambria Math" panose="02040503050406030204" pitchFamily="18" charset="0"/>
                                  <a:ea typeface="Cambria Math" panose="02040503050406030204" pitchFamily="18" charset="0"/>
                                </a:rPr>
                                <m:t>′</m:t>
                              </m:r>
                            </m:sup>
                          </m:sSup>
                        </m:e>
                      </m:d>
                      <m:r>
                        <a:rPr lang="en-US" altLang="ja-JP" i="1" smtClean="0">
                          <a:latin typeface="Cambria Math" panose="02040503050406030204" pitchFamily="18" charset="0"/>
                          <a:ea typeface="Cambria Math" panose="02040503050406030204" pitchFamily="18" charset="0"/>
                        </a:rPr>
                        <m:t>=</m:t>
                      </m:r>
                      <m:nary>
                        <m:naryPr>
                          <m:chr m:val="∑"/>
                          <m:ctrlPr>
                            <a:rPr lang="en-US" altLang="ja-JP" i="1" smtClean="0">
                              <a:latin typeface="Cambria Math" panose="02040503050406030204" pitchFamily="18" charset="0"/>
                              <a:ea typeface="Cambria Math" panose="02040503050406030204" pitchFamily="18" charset="0"/>
                            </a:rPr>
                          </m:ctrlPr>
                        </m:naryPr>
                        <m:sub>
                          <m:r>
                            <m:rPr>
                              <m:brk m:alnAt="23"/>
                            </m:rPr>
                            <a:rPr lang="en-US" altLang="ja-JP" b="0" i="1" smtClean="0">
                              <a:latin typeface="Cambria Math" panose="02040503050406030204" pitchFamily="18" charset="0"/>
                              <a:ea typeface="Cambria Math" panose="02040503050406030204" pitchFamily="18" charset="0"/>
                            </a:rPr>
                            <m:t>𝑚</m:t>
                          </m:r>
                          <m:r>
                            <a:rPr lang="en-US" altLang="ja-JP" b="0" i="1" smtClean="0">
                              <a:latin typeface="Cambria Math" panose="02040503050406030204" pitchFamily="18" charset="0"/>
                              <a:ea typeface="Cambria Math" panose="02040503050406030204" pitchFamily="18" charset="0"/>
                            </a:rPr>
                            <m:t>=0</m:t>
                          </m:r>
                        </m:sub>
                        <m:sup>
                          <m:r>
                            <a:rPr lang="en-US" altLang="ja-JP" b="0" i="1" smtClean="0">
                              <a:latin typeface="Cambria Math" panose="02040503050406030204" pitchFamily="18" charset="0"/>
                              <a:ea typeface="Cambria Math" panose="02040503050406030204" pitchFamily="18" charset="0"/>
                            </a:rPr>
                            <m:t>𝑀</m:t>
                          </m:r>
                        </m:sup>
                        <m:e>
                          <m:sSub>
                            <m:sSubPr>
                              <m:ctrlPr>
                                <a:rPr lang="en-US" altLang="ja-JP" i="1">
                                  <a:latin typeface="Cambria Math" panose="02040503050406030204" pitchFamily="18" charset="0"/>
                                  <a:ea typeface="Cambria Math" panose="02040503050406030204" pitchFamily="18" charset="0"/>
                                </a:rPr>
                              </m:ctrlPr>
                            </m:sSubPr>
                            <m:e>
                              <m:r>
                                <a:rPr lang="en-US" altLang="ja-JP" i="1">
                                  <a:latin typeface="Cambria Math" panose="02040503050406030204" pitchFamily="18" charset="0"/>
                                  <a:ea typeface="Cambria Math" panose="02040503050406030204" pitchFamily="18" charset="0"/>
                                </a:rPr>
                                <m:t>  </m:t>
                              </m:r>
                              <m:r>
                                <a:rPr lang="en-US" altLang="ja-JP" i="1">
                                  <a:latin typeface="Cambria Math" panose="02040503050406030204" pitchFamily="18" charset="0"/>
                                  <a:ea typeface="Cambria Math" panose="02040503050406030204" pitchFamily="18" charset="0"/>
                                </a:rPr>
                                <m:t>𝑃</m:t>
                              </m:r>
                            </m:e>
                            <m:sub>
                              <m:r>
                                <a:rPr lang="en-US" altLang="ja-JP" i="1">
                                  <a:latin typeface="Cambria Math" panose="02040503050406030204" pitchFamily="18" charset="0"/>
                                  <a:ea typeface="Cambria Math" panose="02040503050406030204" pitchFamily="18" charset="0"/>
                                </a:rPr>
                                <m:t>𝑖</m:t>
                              </m:r>
                            </m:sub>
                          </m:sSub>
                          <m:d>
                            <m:dPr>
                              <m:begChr m:val="["/>
                              <m:endChr m:val="]"/>
                              <m:ctrlPr>
                                <a:rPr lang="en-US" altLang="ja-JP" i="1">
                                  <a:latin typeface="Cambria Math" panose="02040503050406030204" pitchFamily="18" charset="0"/>
                                  <a:ea typeface="Cambria Math" panose="02040503050406030204" pitchFamily="18" charset="0"/>
                                </a:rPr>
                              </m:ctrlPr>
                            </m:dPr>
                            <m:e>
                              <m:r>
                                <a:rPr lang="en-US" altLang="ja-JP" i="1">
                                  <a:latin typeface="Cambria Math" panose="02040503050406030204" pitchFamily="18" charset="0"/>
                                  <a:ea typeface="Cambria Math" panose="02040503050406030204" pitchFamily="18" charset="0"/>
                                </a:rPr>
                                <m:t>𝑚</m:t>
                              </m:r>
                            </m:e>
                          </m:d>
                          <m:func>
                            <m:funcPr>
                              <m:ctrlPr>
                                <a:rPr lang="en-US" altLang="ja-JP" i="1" smtClean="0">
                                  <a:latin typeface="Cambria Math" panose="02040503050406030204" pitchFamily="18" charset="0"/>
                                  <a:ea typeface="Cambria Math" panose="02040503050406030204" pitchFamily="18" charset="0"/>
                                </a:rPr>
                              </m:ctrlPr>
                            </m:funcPr>
                            <m:fName>
                              <m:r>
                                <m:rPr>
                                  <m:sty m:val="p"/>
                                </m:rPr>
                                <a:rPr lang="en-US" altLang="ja-JP" i="0" smtClean="0">
                                  <a:latin typeface="Cambria Math" panose="02040503050406030204" pitchFamily="18" charset="0"/>
                                  <a:ea typeface="Cambria Math" panose="02040503050406030204" pitchFamily="18" charset="0"/>
                                </a:rPr>
                                <m:t>cos</m:t>
                              </m:r>
                            </m:fName>
                            <m:e>
                              <m:d>
                                <m:dPr>
                                  <m:ctrlPr>
                                    <a:rPr lang="en-US" altLang="ja-JP" i="1" smtClean="0">
                                      <a:latin typeface="Cambria Math" panose="02040503050406030204" pitchFamily="18" charset="0"/>
                                      <a:ea typeface="Cambria Math" panose="02040503050406030204" pitchFamily="18" charset="0"/>
                                    </a:rPr>
                                  </m:ctrlPr>
                                </m:dPr>
                                <m:e>
                                  <m:f>
                                    <m:fPr>
                                      <m:ctrlPr>
                                        <a:rPr lang="en-US" altLang="ja-JP" i="1" smtClean="0">
                                          <a:latin typeface="Cambria Math" panose="02040503050406030204" pitchFamily="18" charset="0"/>
                                          <a:ea typeface="Cambria Math" panose="02040503050406030204" pitchFamily="18" charset="0"/>
                                        </a:rPr>
                                      </m:ctrlPr>
                                    </m:fPr>
                                    <m:num>
                                      <m:r>
                                        <a:rPr lang="ja-JP" altLang="en-US" i="1" smtClean="0">
                                          <a:latin typeface="Cambria Math" panose="02040503050406030204" pitchFamily="18" charset="0"/>
                                          <a:ea typeface="Cambria Math" panose="02040503050406030204" pitchFamily="18" charset="0"/>
                                        </a:rPr>
                                        <m:t>𝜋</m:t>
                                      </m:r>
                                    </m:num>
                                    <m:den>
                                      <m:r>
                                        <a:rPr lang="en-US" altLang="ja-JP" b="0" i="1" smtClean="0">
                                          <a:latin typeface="Cambria Math" panose="02040503050406030204" pitchFamily="18" charset="0"/>
                                          <a:ea typeface="Cambria Math" panose="02040503050406030204" pitchFamily="18" charset="0"/>
                                        </a:rPr>
                                        <m:t>𝑀</m:t>
                                      </m:r>
                                    </m:den>
                                  </m:f>
                                  <m:d>
                                    <m:dPr>
                                      <m:ctrlPr>
                                        <a:rPr lang="en-US" altLang="ja-JP" i="1" smtClean="0">
                                          <a:latin typeface="Cambria Math" panose="02040503050406030204" pitchFamily="18" charset="0"/>
                                          <a:ea typeface="Cambria Math" panose="02040503050406030204" pitchFamily="18" charset="0"/>
                                        </a:rPr>
                                      </m:ctrlPr>
                                    </m:dPr>
                                    <m:e>
                                      <m:r>
                                        <a:rPr lang="en-US" altLang="ja-JP" i="1">
                                          <a:latin typeface="Cambria Math" panose="02040503050406030204" pitchFamily="18" charset="0"/>
                                          <a:ea typeface="Cambria Math" panose="02040503050406030204" pitchFamily="18" charset="0"/>
                                        </a:rPr>
                                        <m:t>𝑚</m:t>
                                      </m:r>
                                      <m:r>
                                        <a:rPr lang="en-US" altLang="ja-JP" i="1">
                                          <a:latin typeface="Cambria Math" panose="02040503050406030204" pitchFamily="18" charset="0"/>
                                          <a:ea typeface="Cambria Math" panose="02040503050406030204" pitchFamily="18" charset="0"/>
                                        </a:rPr>
                                        <m:t>+</m:t>
                                      </m:r>
                                      <m:f>
                                        <m:fPr>
                                          <m:ctrlPr>
                                            <a:rPr lang="en-US" altLang="ja-JP" i="1">
                                              <a:latin typeface="Cambria Math" panose="02040503050406030204" pitchFamily="18" charset="0"/>
                                              <a:ea typeface="Cambria Math" panose="02040503050406030204" pitchFamily="18" charset="0"/>
                                            </a:rPr>
                                          </m:ctrlPr>
                                        </m:fPr>
                                        <m:num>
                                          <m:r>
                                            <a:rPr lang="en-US" altLang="ja-JP" i="1">
                                              <a:latin typeface="Cambria Math" panose="02040503050406030204" pitchFamily="18" charset="0"/>
                                              <a:ea typeface="Cambria Math" panose="02040503050406030204" pitchFamily="18" charset="0"/>
                                            </a:rPr>
                                            <m:t>1</m:t>
                                          </m:r>
                                        </m:num>
                                        <m:den>
                                          <m:r>
                                            <a:rPr lang="en-US" altLang="ja-JP" i="1">
                                              <a:latin typeface="Cambria Math" panose="02040503050406030204" pitchFamily="18" charset="0"/>
                                              <a:ea typeface="Cambria Math" panose="02040503050406030204" pitchFamily="18" charset="0"/>
                                            </a:rPr>
                                            <m:t>2</m:t>
                                          </m:r>
                                        </m:den>
                                      </m:f>
                                    </m:e>
                                  </m:d>
                                  <m:sSup>
                                    <m:sSupPr>
                                      <m:ctrlPr>
                                        <a:rPr lang="en-US" altLang="ja-JP" i="1">
                                          <a:latin typeface="Cambria Math" panose="02040503050406030204" pitchFamily="18" charset="0"/>
                                          <a:ea typeface="Cambria Math" panose="02040503050406030204" pitchFamily="18" charset="0"/>
                                        </a:rPr>
                                      </m:ctrlPr>
                                    </m:sSupPr>
                                    <m:e>
                                      <m:r>
                                        <a:rPr lang="en-US" altLang="ja-JP" i="1">
                                          <a:latin typeface="Cambria Math" panose="02040503050406030204" pitchFamily="18" charset="0"/>
                                          <a:ea typeface="Cambria Math" panose="02040503050406030204" pitchFamily="18" charset="0"/>
                                        </a:rPr>
                                        <m:t>𝑘</m:t>
                                      </m:r>
                                    </m:e>
                                    <m:sup>
                                      <m:r>
                                        <a:rPr lang="en-US" altLang="ja-JP" i="1">
                                          <a:latin typeface="Cambria Math" panose="02040503050406030204" pitchFamily="18" charset="0"/>
                                          <a:ea typeface="Cambria Math" panose="02040503050406030204" pitchFamily="18" charset="0"/>
                                        </a:rPr>
                                        <m:t>′</m:t>
                                      </m:r>
                                    </m:sup>
                                  </m:sSup>
                                </m:e>
                              </m:d>
                            </m:e>
                          </m:func>
                        </m:e>
                      </m:nary>
                      <m:r>
                        <a:rPr lang="en-US" altLang="ja-JP" b="0" i="1" smtClean="0">
                          <a:latin typeface="Cambria Math" panose="02040503050406030204" pitchFamily="18" charset="0"/>
                          <a:ea typeface="Cambria Math" panose="02040503050406030204" pitchFamily="18" charset="0"/>
                        </a:rPr>
                        <m:t>,        0 ≤</m:t>
                      </m:r>
                      <m:sSup>
                        <m:sSupPr>
                          <m:ctrlPr>
                            <a:rPr lang="en-US" altLang="ja-JP" i="1">
                              <a:latin typeface="Cambria Math" panose="02040503050406030204" pitchFamily="18" charset="0"/>
                              <a:ea typeface="Cambria Math" panose="02040503050406030204" pitchFamily="18" charset="0"/>
                            </a:rPr>
                          </m:ctrlPr>
                        </m:sSupPr>
                        <m:e>
                          <m:r>
                            <a:rPr lang="en-US" altLang="ja-JP" i="1">
                              <a:latin typeface="Cambria Math" panose="02040503050406030204" pitchFamily="18" charset="0"/>
                              <a:ea typeface="Cambria Math" panose="02040503050406030204" pitchFamily="18" charset="0"/>
                            </a:rPr>
                            <m:t>𝑘</m:t>
                          </m:r>
                        </m:e>
                        <m:sup>
                          <m:r>
                            <a:rPr lang="en-US" altLang="ja-JP" i="1">
                              <a:latin typeface="Cambria Math" panose="02040503050406030204" pitchFamily="18" charset="0"/>
                              <a:ea typeface="Cambria Math" panose="02040503050406030204" pitchFamily="18" charset="0"/>
                            </a:rPr>
                            <m:t>′</m:t>
                          </m:r>
                        </m:sup>
                      </m:sSup>
                      <m:r>
                        <a:rPr lang="en-US" altLang="ja-JP" b="0" i="1" smtClean="0">
                          <a:latin typeface="Cambria Math" panose="02040503050406030204" pitchFamily="18" charset="0"/>
                          <a:ea typeface="Cambria Math" panose="02040503050406030204" pitchFamily="18" charset="0"/>
                        </a:rPr>
                        <m:t>≤</m:t>
                      </m:r>
                      <m:r>
                        <a:rPr lang="en-US" altLang="ja-JP" b="0" i="1" smtClean="0">
                          <a:latin typeface="Cambria Math" panose="02040503050406030204" pitchFamily="18" charset="0"/>
                          <a:ea typeface="Cambria Math" panose="02040503050406030204" pitchFamily="18" charset="0"/>
                        </a:rPr>
                        <m:t>𝑀</m:t>
                      </m:r>
                      <m:r>
                        <a:rPr lang="en-US" altLang="ja-JP" b="0" i="1" smtClean="0">
                          <a:latin typeface="Cambria Math" panose="02040503050406030204" pitchFamily="18" charset="0"/>
                          <a:ea typeface="Cambria Math" panose="02040503050406030204" pitchFamily="18" charset="0"/>
                        </a:rPr>
                        <m:t>−1</m:t>
                      </m:r>
                    </m:oMath>
                  </m:oMathPara>
                </a14:m>
                <a:endParaRPr lang="ja-JP" altLang="en-US" dirty="0"/>
              </a:p>
            </p:txBody>
          </p:sp>
        </mc:Choice>
        <mc:Fallback xmlns="">
          <p:sp>
            <p:nvSpPr>
              <p:cNvPr id="20" name="テキスト ボックス 19">
                <a:extLst>
                  <a:ext uri="{FF2B5EF4-FFF2-40B4-BE49-F238E27FC236}">
                    <a16:creationId xmlns:a16="http://schemas.microsoft.com/office/drawing/2014/main" id="{F6F55F0E-0216-0FB3-B388-8FA41BDC1173}"/>
                  </a:ext>
                </a:extLst>
              </p:cNvPr>
              <p:cNvSpPr txBox="1">
                <a:spLocks noRot="1" noChangeAspect="1" noMove="1" noResize="1" noEditPoints="1" noAdjustHandles="1" noChangeArrowheads="1" noChangeShapeType="1" noTextEdit="1"/>
              </p:cNvSpPr>
              <p:nvPr/>
            </p:nvSpPr>
            <p:spPr>
              <a:xfrm>
                <a:off x="575300" y="1897748"/>
                <a:ext cx="7807348" cy="871457"/>
              </a:xfrm>
              <a:prstGeom prst="rect">
                <a:avLst/>
              </a:prstGeom>
              <a:blipFill>
                <a:blip r:embed="rId2"/>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1B39F32E-CC96-2382-BBED-E655EF6D9466}"/>
                  </a:ext>
                </a:extLst>
              </p:cNvPr>
              <p:cNvSpPr txBox="1"/>
              <p:nvPr/>
            </p:nvSpPr>
            <p:spPr>
              <a:xfrm>
                <a:off x="850677" y="1466773"/>
                <a:ext cx="8494292" cy="369332"/>
              </a:xfrm>
              <a:prstGeom prst="rect">
                <a:avLst/>
              </a:prstGeom>
              <a:noFill/>
            </p:spPr>
            <p:txBody>
              <a:bodyPr wrap="square">
                <a:spAutoFit/>
              </a:bodyPr>
              <a:lstStyle/>
              <a:p>
                <a14:m>
                  <m:oMath xmlns:m="http://schemas.openxmlformats.org/officeDocument/2006/math">
                    <m:r>
                      <a:rPr lang="en-US" altLang="ja-JP" b="0" i="1" smtClean="0">
                        <a:latin typeface="Cambria Math" panose="02040503050406030204" pitchFamily="18" charset="0"/>
                        <a:ea typeface="Cambria Math" panose="02040503050406030204" pitchFamily="18" charset="0"/>
                      </a:rPr>
                      <m:t>𝑖</m:t>
                    </m:r>
                  </m:oMath>
                </a14:m>
                <a:r>
                  <a:rPr lang="ja-JP" altLang="en-US" dirty="0"/>
                  <a:t>番目のフレームの、</a:t>
                </a:r>
                <a:r>
                  <a:rPr lang="en-US" altLang="ja-JP" dirty="0">
                    <a:ea typeface="Cambria Math" panose="02040503050406030204" pitchFamily="18" charset="0"/>
                  </a:rPr>
                  <a:t> MFCC </a:t>
                </a:r>
                <a14:m>
                  <m:oMath xmlns:m="http://schemas.openxmlformats.org/officeDocument/2006/math">
                    <m:sSub>
                      <m:sSubPr>
                        <m:ctrlPr>
                          <a:rPr lang="en-US" altLang="ja-JP" i="1">
                            <a:latin typeface="Cambria Math" panose="02040503050406030204" pitchFamily="18" charset="0"/>
                            <a:ea typeface="Cambria Math" panose="02040503050406030204" pitchFamily="18" charset="0"/>
                          </a:rPr>
                        </m:ctrlPr>
                      </m:sSubPr>
                      <m:e>
                        <m:r>
                          <a:rPr lang="en-US" altLang="ja-JP" i="1">
                            <a:latin typeface="Cambria Math" panose="02040503050406030204" pitchFamily="18" charset="0"/>
                            <a:ea typeface="Cambria Math" panose="02040503050406030204" pitchFamily="18" charset="0"/>
                          </a:rPr>
                          <m:t>𝐶</m:t>
                        </m:r>
                      </m:e>
                      <m:sub>
                        <m:r>
                          <a:rPr lang="en-US" altLang="ja-JP" i="1">
                            <a:latin typeface="Cambria Math" panose="02040503050406030204" pitchFamily="18" charset="0"/>
                            <a:ea typeface="Cambria Math" panose="02040503050406030204" pitchFamily="18" charset="0"/>
                          </a:rPr>
                          <m:t>𝑖</m:t>
                        </m:r>
                      </m:sub>
                    </m:sSub>
                    <m:d>
                      <m:dPr>
                        <m:begChr m:val="["/>
                        <m:endChr m:val="]"/>
                        <m:ctrlPr>
                          <a:rPr lang="en-US" altLang="ja-JP" i="1">
                            <a:latin typeface="Cambria Math" panose="02040503050406030204" pitchFamily="18" charset="0"/>
                            <a:ea typeface="Cambria Math" panose="02040503050406030204" pitchFamily="18" charset="0"/>
                          </a:rPr>
                        </m:ctrlPr>
                      </m:dPr>
                      <m:e>
                        <m:sSup>
                          <m:sSupPr>
                            <m:ctrlPr>
                              <a:rPr lang="en-US" altLang="ja-JP" i="1">
                                <a:latin typeface="Cambria Math" panose="02040503050406030204" pitchFamily="18" charset="0"/>
                                <a:ea typeface="Cambria Math" panose="02040503050406030204" pitchFamily="18" charset="0"/>
                              </a:rPr>
                            </m:ctrlPr>
                          </m:sSupPr>
                          <m:e>
                            <m:r>
                              <a:rPr lang="en-US" altLang="ja-JP" i="1">
                                <a:latin typeface="Cambria Math" panose="02040503050406030204" pitchFamily="18" charset="0"/>
                                <a:ea typeface="Cambria Math" panose="02040503050406030204" pitchFamily="18" charset="0"/>
                              </a:rPr>
                              <m:t>𝑘</m:t>
                            </m:r>
                          </m:e>
                          <m:sup>
                            <m:r>
                              <a:rPr lang="en-US" altLang="ja-JP" i="1">
                                <a:latin typeface="Cambria Math" panose="02040503050406030204" pitchFamily="18" charset="0"/>
                                <a:ea typeface="Cambria Math" panose="02040503050406030204" pitchFamily="18" charset="0"/>
                              </a:rPr>
                              <m:t>′</m:t>
                            </m:r>
                          </m:sup>
                        </m:sSup>
                      </m:e>
                    </m:d>
                    <m:r>
                      <a:rPr lang="ja-JP" altLang="en-US" i="1" smtClean="0">
                        <a:latin typeface="Cambria Math" panose="02040503050406030204" pitchFamily="18" charset="0"/>
                      </a:rPr>
                      <m:t>は</m:t>
                    </m:r>
                  </m:oMath>
                </a14:m>
                <a:r>
                  <a:rPr lang="ja-JP" altLang="en-US" dirty="0"/>
                  <a:t>、下の式のように計算される</a:t>
                </a:r>
              </a:p>
            </p:txBody>
          </p:sp>
        </mc:Choice>
        <mc:Fallback xmlns="">
          <p:sp>
            <p:nvSpPr>
              <p:cNvPr id="21" name="テキスト ボックス 20">
                <a:extLst>
                  <a:ext uri="{FF2B5EF4-FFF2-40B4-BE49-F238E27FC236}">
                    <a16:creationId xmlns:a16="http://schemas.microsoft.com/office/drawing/2014/main" id="{1B39F32E-CC96-2382-BBED-E655EF6D9466}"/>
                  </a:ext>
                </a:extLst>
              </p:cNvPr>
              <p:cNvSpPr txBox="1">
                <a:spLocks noRot="1" noChangeAspect="1" noMove="1" noResize="1" noEditPoints="1" noAdjustHandles="1" noChangeArrowheads="1" noChangeShapeType="1" noTextEdit="1"/>
              </p:cNvSpPr>
              <p:nvPr/>
            </p:nvSpPr>
            <p:spPr>
              <a:xfrm>
                <a:off x="850677" y="1466773"/>
                <a:ext cx="8494292" cy="369332"/>
              </a:xfrm>
              <a:prstGeom prst="rect">
                <a:avLst/>
              </a:prstGeom>
              <a:blipFill>
                <a:blip r:embed="rId3"/>
                <a:stretch>
                  <a:fillRect t="-16667" b="-30000"/>
                </a:stretch>
              </a:blipFill>
            </p:spPr>
            <p:txBody>
              <a:bodyPr/>
              <a:lstStyle/>
              <a:p>
                <a:r>
                  <a:rPr lang="ja-JP" altLang="en-US">
                    <a:noFill/>
                  </a:rPr>
                  <a:t> </a:t>
                </a:r>
              </a:p>
            </p:txBody>
          </p:sp>
        </mc:Fallback>
      </mc:AlternateContent>
      <p:pic>
        <p:nvPicPr>
          <p:cNvPr id="23" name="図 22" descr="ダイアグラム&#10;&#10;自動的に生成された説明">
            <a:extLst>
              <a:ext uri="{FF2B5EF4-FFF2-40B4-BE49-F238E27FC236}">
                <a16:creationId xmlns:a16="http://schemas.microsoft.com/office/drawing/2014/main" id="{8628DB12-9921-0503-FB54-9BD10EC9E4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33657" y="669218"/>
            <a:ext cx="4158343" cy="5219586"/>
          </a:xfrm>
          <a:prstGeom prst="rect">
            <a:avLst/>
          </a:prstGeom>
        </p:spPr>
      </p:pic>
      <p:sp>
        <p:nvSpPr>
          <p:cNvPr id="2" name="テキスト ボックス 1">
            <a:extLst>
              <a:ext uri="{FF2B5EF4-FFF2-40B4-BE49-F238E27FC236}">
                <a16:creationId xmlns:a16="http://schemas.microsoft.com/office/drawing/2014/main" id="{7964AB4F-9F7A-1E4E-E493-6FFF9D950E71}"/>
              </a:ext>
            </a:extLst>
          </p:cNvPr>
          <p:cNvSpPr txBox="1"/>
          <p:nvPr/>
        </p:nvSpPr>
        <p:spPr>
          <a:xfrm>
            <a:off x="850677" y="3029993"/>
            <a:ext cx="6945786" cy="3139321"/>
          </a:xfrm>
          <a:prstGeom prst="rect">
            <a:avLst/>
          </a:prstGeom>
          <a:noFill/>
        </p:spPr>
        <p:txBody>
          <a:bodyPr wrap="square">
            <a:spAutoFit/>
          </a:bodyPr>
          <a:lstStyle/>
          <a:p>
            <a:pPr marL="285750" indent="-285750">
              <a:buFont typeface="Wingdings" panose="05000000000000000000" pitchFamily="2" charset="2"/>
              <a:buChar char="l"/>
            </a:pPr>
            <a:r>
              <a:rPr lang="ja-JP" altLang="en-US" dirty="0"/>
              <a:t>セグメントあたり</a:t>
            </a:r>
            <a:r>
              <a:rPr lang="en-US" altLang="ja-JP" dirty="0"/>
              <a:t>MFCC</a:t>
            </a:r>
            <a:r>
              <a:rPr lang="ja-JP" altLang="en-US" dirty="0"/>
              <a:t>の数を、</a:t>
            </a:r>
            <a:r>
              <a:rPr lang="en-US" altLang="ja-JP" dirty="0"/>
              <a:t>13</a:t>
            </a:r>
            <a:r>
              <a:rPr lang="ja-JP" altLang="en-US" dirty="0"/>
              <a:t>個に設定する。</a:t>
            </a:r>
            <a:endParaRPr lang="en-US" altLang="ja-JP" dirty="0"/>
          </a:p>
          <a:p>
            <a:pPr marL="285750" indent="-285750">
              <a:buFont typeface="Wingdings" panose="05000000000000000000" pitchFamily="2" charset="2"/>
              <a:buChar char="l"/>
            </a:pPr>
            <a:endParaRPr lang="en-US" altLang="ja-JP" dirty="0"/>
          </a:p>
          <a:p>
            <a:pPr marL="285750" indent="-285750">
              <a:buFont typeface="Wingdings" panose="05000000000000000000" pitchFamily="2" charset="2"/>
              <a:buChar char="l"/>
            </a:pPr>
            <a:r>
              <a:rPr lang="ja-JP" altLang="en-US" dirty="0"/>
              <a:t>各セグメントのフレームごとに</a:t>
            </a:r>
            <a:r>
              <a:rPr lang="en-US" altLang="ja-JP" dirty="0"/>
              <a:t>MFCC</a:t>
            </a:r>
            <a:r>
              <a:rPr lang="ja-JP" altLang="en-US" dirty="0"/>
              <a:t>を計算する。各フレームについて</a:t>
            </a:r>
            <a:r>
              <a:rPr lang="en-US" altLang="ja-JP" dirty="0"/>
              <a:t>13</a:t>
            </a:r>
            <a:r>
              <a:rPr lang="ja-JP" altLang="en-US" dirty="0"/>
              <a:t>個の</a:t>
            </a:r>
            <a:r>
              <a:rPr lang="en-US" altLang="ja-JP" dirty="0"/>
              <a:t>MFCC</a:t>
            </a:r>
            <a:r>
              <a:rPr lang="ja-JP" altLang="en-US" dirty="0"/>
              <a:t>が得られる。</a:t>
            </a:r>
            <a:endParaRPr lang="en-US" altLang="ja-JP" dirty="0"/>
          </a:p>
          <a:p>
            <a:pPr marL="285750" indent="-285750">
              <a:buFont typeface="Wingdings" panose="05000000000000000000" pitchFamily="2" charset="2"/>
              <a:buChar char="l"/>
            </a:pPr>
            <a:endParaRPr lang="en-US" altLang="ja-JP" dirty="0"/>
          </a:p>
          <a:p>
            <a:pPr marL="285750" indent="-285750">
              <a:buFont typeface="Wingdings" panose="05000000000000000000" pitchFamily="2" charset="2"/>
              <a:buChar char="l"/>
            </a:pPr>
            <a:r>
              <a:rPr lang="ja-JP" altLang="en-US" dirty="0"/>
              <a:t>各セグメントに属するすべてのフレームの</a:t>
            </a:r>
            <a:r>
              <a:rPr lang="en-US" altLang="ja-JP" dirty="0"/>
              <a:t>MFCC</a:t>
            </a:r>
            <a:r>
              <a:rPr lang="ja-JP" altLang="en-US" dirty="0"/>
              <a:t>を平均する。これにより、各セグメントに対して設定した</a:t>
            </a:r>
            <a:r>
              <a:rPr lang="en-US" altLang="ja-JP" dirty="0"/>
              <a:t>13</a:t>
            </a:r>
            <a:r>
              <a:rPr lang="ja-JP" altLang="en-US" dirty="0"/>
              <a:t>個の</a:t>
            </a:r>
            <a:r>
              <a:rPr lang="en-US" altLang="ja-JP" dirty="0"/>
              <a:t>MFCC</a:t>
            </a:r>
            <a:r>
              <a:rPr lang="ja-JP" altLang="en-US" dirty="0"/>
              <a:t>特徴が得られる。</a:t>
            </a:r>
            <a:endParaRPr lang="en-US" altLang="ja-JP" dirty="0"/>
          </a:p>
          <a:p>
            <a:pPr marL="285750" indent="-285750">
              <a:buFont typeface="Wingdings" panose="05000000000000000000" pitchFamily="2" charset="2"/>
              <a:buChar char="l"/>
            </a:pPr>
            <a:endParaRPr lang="en-US" altLang="ja-JP" dirty="0"/>
          </a:p>
          <a:p>
            <a:pPr marL="285750" indent="-285750">
              <a:buFont typeface="Wingdings" panose="05000000000000000000" pitchFamily="2" charset="2"/>
              <a:buChar char="l"/>
            </a:pPr>
            <a:r>
              <a:rPr lang="ja-JP" altLang="en-US" dirty="0"/>
              <a:t>これを</a:t>
            </a:r>
            <a:r>
              <a:rPr lang="en-US" altLang="ja-JP" dirty="0"/>
              <a:t>4</a:t>
            </a:r>
            <a:r>
              <a:rPr lang="ja-JP" altLang="en-US" dirty="0"/>
              <a:t>つのセグメントで合計し、</a:t>
            </a:r>
            <a:r>
              <a:rPr lang="en-US" altLang="ja-JP" dirty="0"/>
              <a:t>1</a:t>
            </a:r>
            <a:r>
              <a:rPr lang="ja-JP" altLang="en-US" dirty="0"/>
              <a:t>ビートあたり</a:t>
            </a:r>
            <a:r>
              <a:rPr lang="en-US" altLang="ja-JP" dirty="0"/>
              <a:t>52</a:t>
            </a:r>
            <a:r>
              <a:rPr lang="ja-JP" altLang="en-US" dirty="0"/>
              <a:t>個の</a:t>
            </a:r>
            <a:r>
              <a:rPr lang="en-US" altLang="ja-JP" dirty="0"/>
              <a:t>MFCC</a:t>
            </a:r>
            <a:r>
              <a:rPr lang="ja-JP" altLang="en-US" dirty="0"/>
              <a:t>の特徴が得られる。</a:t>
            </a:r>
          </a:p>
        </p:txBody>
      </p:sp>
      <p:sp>
        <p:nvSpPr>
          <p:cNvPr id="6" name="テキスト ボックス 5">
            <a:extLst>
              <a:ext uri="{FF2B5EF4-FFF2-40B4-BE49-F238E27FC236}">
                <a16:creationId xmlns:a16="http://schemas.microsoft.com/office/drawing/2014/main" id="{43C080A5-BA25-B3E7-5AFC-BE0F41F65C88}"/>
              </a:ext>
            </a:extLst>
          </p:cNvPr>
          <p:cNvSpPr txBox="1"/>
          <p:nvPr/>
        </p:nvSpPr>
        <p:spPr>
          <a:xfrm>
            <a:off x="8932332" y="5907301"/>
            <a:ext cx="2877967" cy="338554"/>
          </a:xfrm>
          <a:prstGeom prst="rect">
            <a:avLst/>
          </a:prstGeom>
          <a:noFill/>
        </p:spPr>
        <p:txBody>
          <a:bodyPr wrap="square" rtlCol="0">
            <a:spAutoFit/>
          </a:bodyPr>
          <a:lstStyle/>
          <a:p>
            <a:r>
              <a:rPr kumimoji="1" lang="ja-JP" altLang="en-US" sz="1600" dirty="0"/>
              <a:t>図</a:t>
            </a:r>
            <a:r>
              <a:rPr kumimoji="1" lang="en-US" altLang="ja-JP" sz="1600" dirty="0"/>
              <a:t>1, </a:t>
            </a:r>
            <a:r>
              <a:rPr kumimoji="1" lang="ja-JP" altLang="en-US" sz="1600" dirty="0"/>
              <a:t>特徴抽出のフロー</a:t>
            </a:r>
            <a:r>
              <a:rPr kumimoji="1" lang="en-US" altLang="ja-JP" sz="1600" dirty="0"/>
              <a:t>, [1]</a:t>
            </a:r>
            <a:endParaRPr kumimoji="1" lang="ja-JP" altLang="en-US" sz="1600" dirty="0"/>
          </a:p>
        </p:txBody>
      </p:sp>
      <p:sp>
        <p:nvSpPr>
          <p:cNvPr id="7" name="スライド番号プレースホルダー 6">
            <a:extLst>
              <a:ext uri="{FF2B5EF4-FFF2-40B4-BE49-F238E27FC236}">
                <a16:creationId xmlns:a16="http://schemas.microsoft.com/office/drawing/2014/main" id="{90AD98A9-FB78-8E86-60B6-68BAA149226C}"/>
              </a:ext>
            </a:extLst>
          </p:cNvPr>
          <p:cNvSpPr>
            <a:spLocks noGrp="1"/>
          </p:cNvSpPr>
          <p:nvPr>
            <p:ph type="sldNum" sz="quarter" idx="12"/>
          </p:nvPr>
        </p:nvSpPr>
        <p:spPr/>
        <p:txBody>
          <a:bodyPr/>
          <a:lstStyle/>
          <a:p>
            <a:fld id="{F53CC62E-8007-4AE4-97B4-A3E2DB5FED0F}" type="slidenum">
              <a:rPr kumimoji="1" lang="ja-JP" altLang="en-US" smtClean="0"/>
              <a:t>13</a:t>
            </a:fld>
            <a:endParaRPr kumimoji="1" lang="ja-JP" altLang="en-US"/>
          </a:p>
        </p:txBody>
      </p:sp>
      <p:sp>
        <p:nvSpPr>
          <p:cNvPr id="9" name="テキスト ボックス 8">
            <a:extLst>
              <a:ext uri="{FF2B5EF4-FFF2-40B4-BE49-F238E27FC236}">
                <a16:creationId xmlns:a16="http://schemas.microsoft.com/office/drawing/2014/main" id="{5E39F55A-1DC3-331E-577B-9FD625B75F7B}"/>
              </a:ext>
            </a:extLst>
          </p:cNvPr>
          <p:cNvSpPr txBox="1"/>
          <p:nvPr/>
        </p:nvSpPr>
        <p:spPr>
          <a:xfrm>
            <a:off x="151316" y="6540548"/>
            <a:ext cx="10869610" cy="261610"/>
          </a:xfrm>
          <a:prstGeom prst="rect">
            <a:avLst/>
          </a:prstGeom>
          <a:noFill/>
        </p:spPr>
        <p:txBody>
          <a:bodyPr wrap="square">
            <a:spAutoFit/>
          </a:bodyPr>
          <a:lstStyle/>
          <a:p>
            <a:r>
              <a:rPr lang="ja-JP" altLang="en-US" sz="1100" dirty="0"/>
              <a:t>引用</a:t>
            </a:r>
            <a:r>
              <a:rPr lang="en-US" altLang="ja-JP" sz="1100" dirty="0"/>
              <a:t>[1]</a:t>
            </a:r>
            <a:r>
              <a:rPr lang="ja-JP" altLang="en-US" sz="1100" dirty="0"/>
              <a:t>：</a:t>
            </a:r>
            <a:r>
              <a:rPr lang="en-US" altLang="ja-JP" sz="1100" dirty="0"/>
              <a:t>”Enhanced Classification of Heart Sounds Using Mel Frequency Cepstral Coefficients: A Comparative Study of Single and Ensemble Classifier Strategies”, p5</a:t>
            </a:r>
            <a:endParaRPr lang="ja-JP" altLang="en-US" sz="1100" dirty="0"/>
          </a:p>
        </p:txBody>
      </p:sp>
    </p:spTree>
    <p:extLst>
      <p:ext uri="{BB962C8B-B14F-4D97-AF65-F5344CB8AC3E}">
        <p14:creationId xmlns:p14="http://schemas.microsoft.com/office/powerpoint/2010/main" val="35417026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1">
            <a:extLst>
              <a:ext uri="{FF2B5EF4-FFF2-40B4-BE49-F238E27FC236}">
                <a16:creationId xmlns:a16="http://schemas.microsoft.com/office/drawing/2014/main" id="{DB3B47DF-5F4B-D0DF-547A-36CE8A01C1C9}"/>
              </a:ext>
            </a:extLst>
          </p:cNvPr>
          <p:cNvSpPr txBox="1">
            <a:spLocks/>
          </p:cNvSpPr>
          <p:nvPr/>
        </p:nvSpPr>
        <p:spPr>
          <a:xfrm>
            <a:off x="306844" y="333417"/>
            <a:ext cx="2564694" cy="67160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r>
              <a:rPr lang="en-US" altLang="ja-JP" sz="3200"/>
              <a:t>3. </a:t>
            </a:r>
            <a:r>
              <a:rPr lang="ja-JP" altLang="en-US" sz="3200"/>
              <a:t>提案手法</a:t>
            </a:r>
            <a:endParaRPr lang="ja-JP" altLang="en-US" sz="3200" dirty="0"/>
          </a:p>
        </p:txBody>
      </p:sp>
      <p:sp>
        <p:nvSpPr>
          <p:cNvPr id="4" name="テキスト ボックス 3">
            <a:extLst>
              <a:ext uri="{FF2B5EF4-FFF2-40B4-BE49-F238E27FC236}">
                <a16:creationId xmlns:a16="http://schemas.microsoft.com/office/drawing/2014/main" id="{3182DD99-36F4-7165-D34F-9989D9E1FB52}"/>
              </a:ext>
            </a:extLst>
          </p:cNvPr>
          <p:cNvSpPr txBox="1"/>
          <p:nvPr/>
        </p:nvSpPr>
        <p:spPr>
          <a:xfrm>
            <a:off x="473149" y="1005020"/>
            <a:ext cx="4427620" cy="475515"/>
          </a:xfrm>
          <a:prstGeom prst="rect">
            <a:avLst/>
          </a:prstGeom>
          <a:noFill/>
        </p:spPr>
        <p:txBody>
          <a:bodyPr wrap="square">
            <a:spAutoFit/>
          </a:bodyPr>
          <a:lstStyle/>
          <a:p>
            <a:pPr>
              <a:lnSpc>
                <a:spcPct val="107000"/>
              </a:lnSpc>
              <a:spcAft>
                <a:spcPts val="800"/>
              </a:spcAft>
            </a:pPr>
            <a:r>
              <a:rPr lang="en-US" altLang="ja-JP" sz="2400" kern="0" dirty="0">
                <a:latin typeface="+mn-ea"/>
                <a:cs typeface="Times New Roman" panose="02020603050405020304" pitchFamily="18" charset="0"/>
              </a:rPr>
              <a:t>3.2.4. </a:t>
            </a:r>
            <a:r>
              <a:rPr lang="ja-JP" altLang="en-US" sz="2400" kern="0" dirty="0">
                <a:latin typeface="+mn-ea"/>
                <a:cs typeface="Times New Roman" panose="02020603050405020304" pitchFamily="18" charset="0"/>
              </a:rPr>
              <a:t>分類</a:t>
            </a:r>
            <a:r>
              <a:rPr lang="en-US" altLang="ja-JP" sz="2400" kern="0" dirty="0">
                <a:latin typeface="+mn-ea"/>
                <a:cs typeface="Times New Roman" panose="02020603050405020304" pitchFamily="18" charset="0"/>
              </a:rPr>
              <a:t>(</a:t>
            </a:r>
            <a:r>
              <a:rPr lang="ja-JP" altLang="en-US" sz="2400" kern="0" dirty="0">
                <a:latin typeface="+mn-ea"/>
                <a:cs typeface="Times New Roman" panose="02020603050405020304" pitchFamily="18" charset="0"/>
              </a:rPr>
              <a:t>訓練、検証</a:t>
            </a:r>
            <a:r>
              <a:rPr lang="en-US" altLang="ja-JP" sz="2400" kern="0" dirty="0">
                <a:latin typeface="+mn-ea"/>
                <a:cs typeface="Times New Roman" panose="02020603050405020304" pitchFamily="18" charset="0"/>
              </a:rPr>
              <a:t>)</a:t>
            </a:r>
            <a:endParaRPr lang="ja-JP" altLang="ja-JP" sz="2400" kern="100" dirty="0">
              <a:effectLst/>
              <a:latin typeface="+mn-ea"/>
              <a:cs typeface="Times New Roman" panose="02020603050405020304" pitchFamily="18" charset="0"/>
            </a:endParaRPr>
          </a:p>
        </p:txBody>
      </p:sp>
      <p:sp>
        <p:nvSpPr>
          <p:cNvPr id="7" name="テキスト ボックス 6">
            <a:extLst>
              <a:ext uri="{FF2B5EF4-FFF2-40B4-BE49-F238E27FC236}">
                <a16:creationId xmlns:a16="http://schemas.microsoft.com/office/drawing/2014/main" id="{E9E5FA7B-124E-3A38-B6D0-0AC18304E7C3}"/>
              </a:ext>
            </a:extLst>
          </p:cNvPr>
          <p:cNvSpPr txBox="1"/>
          <p:nvPr/>
        </p:nvSpPr>
        <p:spPr>
          <a:xfrm>
            <a:off x="994611" y="1532202"/>
            <a:ext cx="10443410" cy="369332"/>
          </a:xfrm>
          <a:prstGeom prst="rect">
            <a:avLst/>
          </a:prstGeom>
          <a:noFill/>
        </p:spPr>
        <p:txBody>
          <a:bodyPr wrap="square" rtlCol="0">
            <a:spAutoFit/>
          </a:bodyPr>
          <a:lstStyle/>
          <a:p>
            <a:r>
              <a:rPr lang="ja-JP" altLang="en-US" dirty="0"/>
              <a:t>訓練、検証、テストデータの分割方法は、以下のように設定される。</a:t>
            </a:r>
            <a:endParaRPr kumimoji="1" lang="ja-JP" altLang="en-US" dirty="0"/>
          </a:p>
        </p:txBody>
      </p:sp>
      <p:sp>
        <p:nvSpPr>
          <p:cNvPr id="8" name="テキスト ボックス 7">
            <a:extLst>
              <a:ext uri="{FF2B5EF4-FFF2-40B4-BE49-F238E27FC236}">
                <a16:creationId xmlns:a16="http://schemas.microsoft.com/office/drawing/2014/main" id="{BF3D8737-4367-4E6A-9FE5-7F27336A2143}"/>
              </a:ext>
            </a:extLst>
          </p:cNvPr>
          <p:cNvSpPr txBox="1"/>
          <p:nvPr/>
        </p:nvSpPr>
        <p:spPr>
          <a:xfrm>
            <a:off x="810126" y="1982542"/>
            <a:ext cx="10571747" cy="646331"/>
          </a:xfrm>
          <a:prstGeom prst="rect">
            <a:avLst/>
          </a:prstGeom>
          <a:noFill/>
        </p:spPr>
        <p:txBody>
          <a:bodyPr wrap="square" rtlCol="0">
            <a:spAutoFit/>
          </a:bodyPr>
          <a:lstStyle/>
          <a:p>
            <a:pPr marL="285750" indent="-285750">
              <a:buFont typeface="Wingdings" panose="05000000000000000000" pitchFamily="2" charset="2"/>
              <a:buChar char="l"/>
            </a:pPr>
            <a:r>
              <a:rPr kumimoji="1" lang="en-US" altLang="ja-JP" dirty="0"/>
              <a:t>3.1</a:t>
            </a:r>
            <a:r>
              <a:rPr kumimoji="1" lang="ja-JP" altLang="en-US" dirty="0"/>
              <a:t>で説明したように、</a:t>
            </a:r>
            <a:r>
              <a:rPr lang="ja-JP" altLang="en-US" dirty="0">
                <a:latin typeface="+mn-ea"/>
              </a:rPr>
              <a:t>最初の</a:t>
            </a:r>
            <a:r>
              <a:rPr lang="en-US" altLang="ja-JP" dirty="0">
                <a:latin typeface="+mn-ea"/>
              </a:rPr>
              <a:t>9</a:t>
            </a:r>
            <a:r>
              <a:rPr lang="ja-JP" altLang="en-US" dirty="0">
                <a:latin typeface="+mn-ea"/>
              </a:rPr>
              <a:t>ビートを用いて</a:t>
            </a:r>
            <a:r>
              <a:rPr lang="en-US" altLang="ja-JP" dirty="0">
                <a:latin typeface="+mn-ea"/>
              </a:rPr>
              <a:t>MFCC</a:t>
            </a:r>
            <a:r>
              <a:rPr lang="ja-JP" altLang="en-US" dirty="0">
                <a:latin typeface="+mn-ea"/>
              </a:rPr>
              <a:t>を推定するために、データセットの中から</a:t>
            </a:r>
            <a:r>
              <a:rPr lang="en-US" altLang="ja-JP" dirty="0">
                <a:latin typeface="+mn-ea"/>
              </a:rPr>
              <a:t>218</a:t>
            </a:r>
            <a:r>
              <a:rPr lang="ja-JP" altLang="en-US" dirty="0">
                <a:latin typeface="+mn-ea"/>
              </a:rPr>
              <a:t>の異常な</a:t>
            </a:r>
            <a:r>
              <a:rPr lang="en-US" altLang="ja-JP" dirty="0">
                <a:latin typeface="+mn-ea"/>
              </a:rPr>
              <a:t>PCG</a:t>
            </a:r>
            <a:r>
              <a:rPr lang="ja-JP" altLang="en-US" dirty="0">
                <a:latin typeface="+mn-ea"/>
              </a:rPr>
              <a:t>信号と</a:t>
            </a:r>
            <a:r>
              <a:rPr lang="en-US" altLang="ja-JP" dirty="0">
                <a:latin typeface="+mn-ea"/>
              </a:rPr>
              <a:t>1919</a:t>
            </a:r>
            <a:r>
              <a:rPr lang="ja-JP" altLang="en-US" dirty="0">
                <a:latin typeface="+mn-ea"/>
              </a:rPr>
              <a:t>の正常な</a:t>
            </a:r>
            <a:r>
              <a:rPr lang="en-US" altLang="ja-JP" dirty="0">
                <a:latin typeface="+mn-ea"/>
              </a:rPr>
              <a:t>PCG</a:t>
            </a:r>
            <a:r>
              <a:rPr lang="ja-JP" altLang="en-US" dirty="0">
                <a:latin typeface="+mn-ea"/>
              </a:rPr>
              <a:t>信号を選んだ。</a:t>
            </a:r>
            <a:endParaRPr kumimoji="1" lang="ja-JP" altLang="en-US" dirty="0">
              <a:latin typeface="+mn-ea"/>
            </a:endParaRPr>
          </a:p>
        </p:txBody>
      </p:sp>
      <p:sp>
        <p:nvSpPr>
          <p:cNvPr id="9" name="矢印: 下 8">
            <a:extLst>
              <a:ext uri="{FF2B5EF4-FFF2-40B4-BE49-F238E27FC236}">
                <a16:creationId xmlns:a16="http://schemas.microsoft.com/office/drawing/2014/main" id="{967D709D-2AE8-285C-E8A5-7C4A58E50CB9}"/>
              </a:ext>
            </a:extLst>
          </p:cNvPr>
          <p:cNvSpPr/>
          <p:nvPr/>
        </p:nvSpPr>
        <p:spPr>
          <a:xfrm rot="16200000">
            <a:off x="1109788" y="2651477"/>
            <a:ext cx="489694" cy="469112"/>
          </a:xfrm>
          <a:prstGeom prst="downArrow">
            <a:avLst/>
          </a:prstGeom>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36A044AA-1250-0F6F-D3D3-18398554FDAC}"/>
              </a:ext>
            </a:extLst>
          </p:cNvPr>
          <p:cNvSpPr txBox="1"/>
          <p:nvPr/>
        </p:nvSpPr>
        <p:spPr>
          <a:xfrm>
            <a:off x="1748590" y="2709881"/>
            <a:ext cx="9633283" cy="646331"/>
          </a:xfrm>
          <a:prstGeom prst="rect">
            <a:avLst/>
          </a:prstGeom>
          <a:noFill/>
        </p:spPr>
        <p:txBody>
          <a:bodyPr wrap="square" rtlCol="0">
            <a:spAutoFit/>
          </a:bodyPr>
          <a:lstStyle/>
          <a:p>
            <a:r>
              <a:rPr lang="ja-JP" altLang="en-US" dirty="0"/>
              <a:t>バランスをとるために、</a:t>
            </a:r>
            <a:r>
              <a:rPr lang="en-US" altLang="ja-JP" dirty="0"/>
              <a:t>1919</a:t>
            </a:r>
            <a:r>
              <a:rPr lang="ja-JP" altLang="en-US" dirty="0"/>
              <a:t>の正常</a:t>
            </a:r>
            <a:r>
              <a:rPr lang="en-US" altLang="ja-JP" dirty="0"/>
              <a:t>PCG</a:t>
            </a:r>
            <a:r>
              <a:rPr lang="ja-JP" altLang="en-US" dirty="0"/>
              <a:t>からランダムに選ばれた</a:t>
            </a:r>
            <a:r>
              <a:rPr lang="en-US" altLang="ja-JP" dirty="0"/>
              <a:t>218</a:t>
            </a:r>
            <a:r>
              <a:rPr lang="ja-JP" altLang="en-US" dirty="0"/>
              <a:t>の正常</a:t>
            </a:r>
            <a:r>
              <a:rPr lang="en-US" altLang="ja-JP" dirty="0"/>
              <a:t>PCG</a:t>
            </a:r>
            <a:r>
              <a:rPr lang="ja-JP" altLang="en-US" dirty="0"/>
              <a:t>と異常</a:t>
            </a:r>
            <a:r>
              <a:rPr lang="en-US" altLang="ja-JP" dirty="0"/>
              <a:t>PCG</a:t>
            </a:r>
            <a:r>
              <a:rPr lang="ja-JP" altLang="en-US" dirty="0"/>
              <a:t>を用いる</a:t>
            </a:r>
            <a:endParaRPr kumimoji="1" lang="ja-JP" altLang="en-US" dirty="0"/>
          </a:p>
        </p:txBody>
      </p:sp>
      <p:sp>
        <p:nvSpPr>
          <p:cNvPr id="11" name="テキスト ボックス 10">
            <a:extLst>
              <a:ext uri="{FF2B5EF4-FFF2-40B4-BE49-F238E27FC236}">
                <a16:creationId xmlns:a16="http://schemas.microsoft.com/office/drawing/2014/main" id="{11934292-C497-8DED-7CF7-50F44FA0FF26}"/>
              </a:ext>
            </a:extLst>
          </p:cNvPr>
          <p:cNvSpPr txBox="1"/>
          <p:nvPr/>
        </p:nvSpPr>
        <p:spPr>
          <a:xfrm>
            <a:off x="810126" y="3468212"/>
            <a:ext cx="11044990"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ja-JP" dirty="0"/>
              <a:t>2</a:t>
            </a:r>
            <a:r>
              <a:rPr lang="ja-JP" altLang="en-US" dirty="0"/>
              <a:t>つの分類戦略を訓練するため、</a:t>
            </a:r>
            <a:r>
              <a:rPr lang="en-US" altLang="ja-JP" b="1" dirty="0"/>
              <a:t>10</a:t>
            </a:r>
            <a:r>
              <a:rPr lang="ja-JP" altLang="en-US" b="1" dirty="0"/>
              <a:t>分割交差検証</a:t>
            </a:r>
            <a:r>
              <a:rPr lang="ja-JP" altLang="en-US" dirty="0"/>
              <a:t>を使用する。</a:t>
            </a:r>
            <a:r>
              <a:rPr lang="en-US" altLang="ja-JP" dirty="0"/>
              <a:t>(</a:t>
            </a:r>
            <a:r>
              <a:rPr lang="ja-JP" altLang="en-US" dirty="0"/>
              <a:t>訓練：検証を</a:t>
            </a:r>
            <a:r>
              <a:rPr lang="en-US" altLang="ja-JP" dirty="0"/>
              <a:t>9</a:t>
            </a:r>
            <a:r>
              <a:rPr lang="ja-JP" altLang="en-US" dirty="0"/>
              <a:t>：</a:t>
            </a:r>
            <a:r>
              <a:rPr lang="en-US" altLang="ja-JP" dirty="0"/>
              <a:t>1</a:t>
            </a:r>
            <a:r>
              <a:rPr lang="ja-JP" altLang="en-US" dirty="0"/>
              <a:t>にして</a:t>
            </a:r>
            <a:r>
              <a:rPr lang="en-US" altLang="ja-JP" dirty="0"/>
              <a:t>10</a:t>
            </a:r>
            <a:r>
              <a:rPr lang="ja-JP" altLang="en-US" dirty="0"/>
              <a:t>パターン</a:t>
            </a:r>
            <a:r>
              <a:rPr lang="en-US" altLang="ja-JP" dirty="0"/>
              <a:t>)</a:t>
            </a:r>
            <a:endParaRPr kumimoji="1" lang="ja-JP" altLang="en-US" dirty="0"/>
          </a:p>
        </p:txBody>
      </p:sp>
      <p:sp>
        <p:nvSpPr>
          <p:cNvPr id="13" name="テキスト ボックス 12">
            <a:extLst>
              <a:ext uri="{FF2B5EF4-FFF2-40B4-BE49-F238E27FC236}">
                <a16:creationId xmlns:a16="http://schemas.microsoft.com/office/drawing/2014/main" id="{3B8DFCD9-0DA2-F714-8E87-A4844DCD6900}"/>
              </a:ext>
            </a:extLst>
          </p:cNvPr>
          <p:cNvSpPr txBox="1"/>
          <p:nvPr/>
        </p:nvSpPr>
        <p:spPr>
          <a:xfrm>
            <a:off x="1748590" y="3885696"/>
            <a:ext cx="9376610" cy="646331"/>
          </a:xfrm>
          <a:prstGeom prst="rect">
            <a:avLst/>
          </a:prstGeom>
          <a:noFill/>
        </p:spPr>
        <p:txBody>
          <a:bodyPr wrap="square">
            <a:spAutoFit/>
          </a:bodyPr>
          <a:lstStyle/>
          <a:p>
            <a:r>
              <a:rPr lang="ja-JP" altLang="en-US" dirty="0">
                <a:latin typeface="+mn-ea"/>
              </a:rPr>
              <a:t>各分割で、精度（</a:t>
            </a:r>
            <a:r>
              <a:rPr lang="en-US" altLang="ja-JP" dirty="0">
                <a:latin typeface="+mn-ea"/>
              </a:rPr>
              <a:t>Acc</a:t>
            </a:r>
            <a:r>
              <a:rPr lang="ja-JP" altLang="en-US" dirty="0">
                <a:latin typeface="+mn-ea"/>
              </a:rPr>
              <a:t>）、感度（</a:t>
            </a:r>
            <a:r>
              <a:rPr lang="en-US" altLang="ja-JP" dirty="0">
                <a:latin typeface="+mn-ea"/>
              </a:rPr>
              <a:t>Se</a:t>
            </a:r>
            <a:r>
              <a:rPr lang="ja-JP" altLang="en-US" dirty="0">
                <a:latin typeface="+mn-ea"/>
              </a:rPr>
              <a:t>）、特異度（</a:t>
            </a:r>
            <a:r>
              <a:rPr lang="en-US" altLang="ja-JP" dirty="0" err="1">
                <a:latin typeface="+mn-ea"/>
              </a:rPr>
              <a:t>Sp</a:t>
            </a:r>
            <a:r>
              <a:rPr lang="ja-JP" altLang="en-US" dirty="0">
                <a:latin typeface="+mn-ea"/>
              </a:rPr>
              <a:t>）、および修正精度（</a:t>
            </a:r>
            <a:r>
              <a:rPr lang="en-US" altLang="ja-JP" dirty="0" err="1">
                <a:latin typeface="+mn-ea"/>
              </a:rPr>
              <a:t>MAcc</a:t>
            </a:r>
            <a:r>
              <a:rPr lang="ja-JP" altLang="en-US" dirty="0">
                <a:latin typeface="+mn-ea"/>
              </a:rPr>
              <a:t>）の</a:t>
            </a:r>
            <a:r>
              <a:rPr lang="en-US" altLang="ja-JP" dirty="0">
                <a:latin typeface="+mn-ea"/>
              </a:rPr>
              <a:t>4</a:t>
            </a:r>
            <a:r>
              <a:rPr lang="ja-JP" altLang="en-US" dirty="0">
                <a:latin typeface="+mn-ea"/>
              </a:rPr>
              <a:t>つのパラメーターを計算し、それぞれの平均パラメータを計算する。</a:t>
            </a:r>
          </a:p>
        </p:txBody>
      </p:sp>
      <p:sp>
        <p:nvSpPr>
          <p:cNvPr id="14" name="矢印: 下 13">
            <a:extLst>
              <a:ext uri="{FF2B5EF4-FFF2-40B4-BE49-F238E27FC236}">
                <a16:creationId xmlns:a16="http://schemas.microsoft.com/office/drawing/2014/main" id="{7D947540-7839-D9DD-5AEA-F00347FF9472}"/>
              </a:ext>
            </a:extLst>
          </p:cNvPr>
          <p:cNvSpPr/>
          <p:nvPr/>
        </p:nvSpPr>
        <p:spPr>
          <a:xfrm rot="16200000">
            <a:off x="1109788" y="3895987"/>
            <a:ext cx="489694" cy="469112"/>
          </a:xfrm>
          <a:prstGeom prst="downArrow">
            <a:avLst/>
          </a:prstGeom>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B998EC18-5858-680E-4D3D-083D7FF7BB03}"/>
                  </a:ext>
                </a:extLst>
              </p:cNvPr>
              <p:cNvSpPr txBox="1"/>
              <p:nvPr/>
            </p:nvSpPr>
            <p:spPr>
              <a:xfrm>
                <a:off x="561380" y="4532027"/>
                <a:ext cx="4339389" cy="21804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ja-JP" sz="1800" b="0" i="1" smtClean="0">
                          <a:latin typeface="Cambria Math" panose="02040503050406030204" pitchFamily="18" charset="0"/>
                          <a:ea typeface="Cambria Math" panose="02040503050406030204" pitchFamily="18" charset="0"/>
                        </a:rPr>
                        <m:t>𝐴𝑐𝑐</m:t>
                      </m:r>
                      <m:r>
                        <a:rPr lang="en-US" altLang="ja-JP" sz="1800" b="0" i="1" smtClean="0">
                          <a:latin typeface="Cambria Math" panose="02040503050406030204" pitchFamily="18" charset="0"/>
                          <a:ea typeface="Cambria Math" panose="02040503050406030204" pitchFamily="18" charset="0"/>
                        </a:rPr>
                        <m:t>=</m:t>
                      </m:r>
                      <m:f>
                        <m:fPr>
                          <m:ctrlPr>
                            <a:rPr lang="en-US" altLang="ja-JP" sz="1800" b="0" i="1" smtClean="0">
                              <a:latin typeface="Cambria Math" panose="02040503050406030204" pitchFamily="18" charset="0"/>
                              <a:ea typeface="Cambria Math" panose="02040503050406030204" pitchFamily="18" charset="0"/>
                            </a:rPr>
                          </m:ctrlPr>
                        </m:fPr>
                        <m:num>
                          <m:r>
                            <a:rPr lang="en-US" altLang="ja-JP" sz="1800" b="0" i="1" smtClean="0">
                              <a:latin typeface="Cambria Math" panose="02040503050406030204" pitchFamily="18" charset="0"/>
                              <a:ea typeface="Cambria Math" panose="02040503050406030204" pitchFamily="18" charset="0"/>
                            </a:rPr>
                            <m:t>𝑇𝑃</m:t>
                          </m:r>
                          <m:r>
                            <a:rPr lang="en-US" altLang="ja-JP" sz="1800" b="0" i="1" smtClean="0">
                              <a:latin typeface="Cambria Math" panose="02040503050406030204" pitchFamily="18" charset="0"/>
                              <a:ea typeface="Cambria Math" panose="02040503050406030204" pitchFamily="18" charset="0"/>
                            </a:rPr>
                            <m:t>+</m:t>
                          </m:r>
                          <m:r>
                            <a:rPr lang="en-US" altLang="ja-JP" sz="1800" b="0" i="1" smtClean="0">
                              <a:latin typeface="Cambria Math" panose="02040503050406030204" pitchFamily="18" charset="0"/>
                              <a:ea typeface="Cambria Math" panose="02040503050406030204" pitchFamily="18" charset="0"/>
                            </a:rPr>
                            <m:t>𝑇𝑁</m:t>
                          </m:r>
                        </m:num>
                        <m:den>
                          <m:r>
                            <a:rPr lang="en-US" altLang="ja-JP" sz="1800" b="0" i="1" smtClean="0">
                              <a:latin typeface="Cambria Math" panose="02040503050406030204" pitchFamily="18" charset="0"/>
                              <a:ea typeface="Cambria Math" panose="02040503050406030204" pitchFamily="18" charset="0"/>
                            </a:rPr>
                            <m:t>𝑇𝑃</m:t>
                          </m:r>
                          <m:r>
                            <a:rPr lang="en-US" altLang="ja-JP" sz="1800" b="0" i="1" smtClean="0">
                              <a:latin typeface="Cambria Math" panose="02040503050406030204" pitchFamily="18" charset="0"/>
                              <a:ea typeface="Cambria Math" panose="02040503050406030204" pitchFamily="18" charset="0"/>
                            </a:rPr>
                            <m:t>+</m:t>
                          </m:r>
                          <m:r>
                            <a:rPr lang="en-US" altLang="ja-JP" sz="1800" b="0" i="1" smtClean="0">
                              <a:latin typeface="Cambria Math" panose="02040503050406030204" pitchFamily="18" charset="0"/>
                              <a:ea typeface="Cambria Math" panose="02040503050406030204" pitchFamily="18" charset="0"/>
                            </a:rPr>
                            <m:t>𝐹𝑁</m:t>
                          </m:r>
                          <m:r>
                            <a:rPr lang="en-US" altLang="ja-JP" sz="1800" b="0" i="1" smtClean="0">
                              <a:latin typeface="Cambria Math" panose="02040503050406030204" pitchFamily="18" charset="0"/>
                              <a:ea typeface="Cambria Math" panose="02040503050406030204" pitchFamily="18" charset="0"/>
                            </a:rPr>
                            <m:t>+</m:t>
                          </m:r>
                          <m:r>
                            <a:rPr lang="en-US" altLang="ja-JP" sz="1800" b="0" i="1" smtClean="0">
                              <a:latin typeface="Cambria Math" panose="02040503050406030204" pitchFamily="18" charset="0"/>
                              <a:ea typeface="Cambria Math" panose="02040503050406030204" pitchFamily="18" charset="0"/>
                            </a:rPr>
                            <m:t>𝐹𝑃</m:t>
                          </m:r>
                          <m:r>
                            <a:rPr lang="en-US" altLang="ja-JP" sz="1800" b="0" i="1" smtClean="0">
                              <a:latin typeface="Cambria Math" panose="02040503050406030204" pitchFamily="18" charset="0"/>
                              <a:ea typeface="Cambria Math" panose="02040503050406030204" pitchFamily="18" charset="0"/>
                            </a:rPr>
                            <m:t>+</m:t>
                          </m:r>
                          <m:r>
                            <a:rPr lang="en-US" altLang="ja-JP" sz="1800" b="0" i="1" smtClean="0">
                              <a:latin typeface="Cambria Math" panose="02040503050406030204" pitchFamily="18" charset="0"/>
                              <a:ea typeface="Cambria Math" panose="02040503050406030204" pitchFamily="18" charset="0"/>
                            </a:rPr>
                            <m:t>𝑇𝑁</m:t>
                          </m:r>
                        </m:den>
                      </m:f>
                      <m:r>
                        <a:rPr lang="en-US" altLang="ja-JP" sz="1800" b="0" i="1" smtClean="0">
                          <a:latin typeface="Cambria Math" panose="02040503050406030204" pitchFamily="18" charset="0"/>
                          <a:ea typeface="Cambria Math" panose="02040503050406030204" pitchFamily="18" charset="0"/>
                        </a:rPr>
                        <m:t> </m:t>
                      </m:r>
                    </m:oMath>
                  </m:oMathPara>
                </a14:m>
                <a:endParaRPr lang="en-US" altLang="ja-JP" sz="1800"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ja-JP" sz="1800" b="0" i="1" smtClean="0">
                          <a:latin typeface="Cambria Math" panose="02040503050406030204" pitchFamily="18" charset="0"/>
                          <a:ea typeface="Cambria Math" panose="02040503050406030204" pitchFamily="18" charset="0"/>
                        </a:rPr>
                        <m:t>𝑆𝑒</m:t>
                      </m:r>
                      <m:r>
                        <a:rPr lang="en-US" altLang="ja-JP" sz="1800" b="0" i="1" smtClean="0">
                          <a:latin typeface="Cambria Math" panose="02040503050406030204" pitchFamily="18" charset="0"/>
                          <a:ea typeface="Cambria Math" panose="02040503050406030204" pitchFamily="18" charset="0"/>
                        </a:rPr>
                        <m:t>=</m:t>
                      </m:r>
                      <m:f>
                        <m:fPr>
                          <m:ctrlPr>
                            <a:rPr lang="en-US" altLang="ja-JP" sz="1800" b="0" i="1" smtClean="0">
                              <a:latin typeface="Cambria Math" panose="02040503050406030204" pitchFamily="18" charset="0"/>
                              <a:ea typeface="Cambria Math" panose="02040503050406030204" pitchFamily="18" charset="0"/>
                            </a:rPr>
                          </m:ctrlPr>
                        </m:fPr>
                        <m:num>
                          <m:r>
                            <a:rPr lang="en-US" altLang="ja-JP" sz="1800" b="0" i="1" smtClean="0">
                              <a:latin typeface="Cambria Math" panose="02040503050406030204" pitchFamily="18" charset="0"/>
                              <a:ea typeface="Cambria Math" panose="02040503050406030204" pitchFamily="18" charset="0"/>
                            </a:rPr>
                            <m:t>𝑇𝑃</m:t>
                          </m:r>
                        </m:num>
                        <m:den>
                          <m:r>
                            <a:rPr lang="en-US" altLang="ja-JP" sz="1800" b="0" i="1" smtClean="0">
                              <a:latin typeface="Cambria Math" panose="02040503050406030204" pitchFamily="18" charset="0"/>
                              <a:ea typeface="Cambria Math" panose="02040503050406030204" pitchFamily="18" charset="0"/>
                            </a:rPr>
                            <m:t>𝐹𝑁</m:t>
                          </m:r>
                          <m:r>
                            <a:rPr lang="en-US" altLang="ja-JP" sz="1800" b="0" i="1" smtClean="0">
                              <a:latin typeface="Cambria Math" panose="02040503050406030204" pitchFamily="18" charset="0"/>
                              <a:ea typeface="Cambria Math" panose="02040503050406030204" pitchFamily="18" charset="0"/>
                            </a:rPr>
                            <m:t>+</m:t>
                          </m:r>
                          <m:r>
                            <a:rPr lang="en-US" altLang="ja-JP" sz="1800" b="0" i="1" smtClean="0">
                              <a:latin typeface="Cambria Math" panose="02040503050406030204" pitchFamily="18" charset="0"/>
                              <a:ea typeface="Cambria Math" panose="02040503050406030204" pitchFamily="18" charset="0"/>
                            </a:rPr>
                            <m:t>𝑇𝑁</m:t>
                          </m:r>
                        </m:den>
                      </m:f>
                      <m:r>
                        <a:rPr lang="en-US" altLang="ja-JP" sz="1800" b="0" i="1" smtClean="0">
                          <a:latin typeface="Cambria Math" panose="02040503050406030204" pitchFamily="18" charset="0"/>
                          <a:ea typeface="Cambria Math" panose="02040503050406030204" pitchFamily="18" charset="0"/>
                        </a:rPr>
                        <m:t> </m:t>
                      </m:r>
                    </m:oMath>
                  </m:oMathPara>
                </a14:m>
                <a:endParaRPr lang="en-US" altLang="ja-JP" sz="1800"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ja-JP" sz="1800" b="0" i="1" smtClean="0">
                          <a:latin typeface="Cambria Math" panose="02040503050406030204" pitchFamily="18" charset="0"/>
                          <a:ea typeface="Cambria Math" panose="02040503050406030204" pitchFamily="18" charset="0"/>
                        </a:rPr>
                        <m:t>𝑆𝑝</m:t>
                      </m:r>
                      <m:r>
                        <a:rPr lang="en-US" altLang="ja-JP" sz="1800" b="0" i="1" smtClean="0">
                          <a:latin typeface="Cambria Math" panose="02040503050406030204" pitchFamily="18" charset="0"/>
                          <a:ea typeface="Cambria Math" panose="02040503050406030204" pitchFamily="18" charset="0"/>
                        </a:rPr>
                        <m:t>=</m:t>
                      </m:r>
                      <m:f>
                        <m:fPr>
                          <m:ctrlPr>
                            <a:rPr lang="en-US" altLang="ja-JP" sz="1800" b="0" i="1" smtClean="0">
                              <a:latin typeface="Cambria Math" panose="02040503050406030204" pitchFamily="18" charset="0"/>
                              <a:ea typeface="Cambria Math" panose="02040503050406030204" pitchFamily="18" charset="0"/>
                            </a:rPr>
                          </m:ctrlPr>
                        </m:fPr>
                        <m:num>
                          <m:r>
                            <a:rPr lang="en-US" altLang="ja-JP" sz="1800" b="0" i="1" smtClean="0">
                              <a:latin typeface="Cambria Math" panose="02040503050406030204" pitchFamily="18" charset="0"/>
                              <a:ea typeface="Cambria Math" panose="02040503050406030204" pitchFamily="18" charset="0"/>
                            </a:rPr>
                            <m:t>𝑇𝑁</m:t>
                          </m:r>
                        </m:num>
                        <m:den>
                          <m:r>
                            <a:rPr lang="en-US" altLang="ja-JP" sz="1800" b="0" i="1" smtClean="0">
                              <a:latin typeface="Cambria Math" panose="02040503050406030204" pitchFamily="18" charset="0"/>
                              <a:ea typeface="Cambria Math" panose="02040503050406030204" pitchFamily="18" charset="0"/>
                            </a:rPr>
                            <m:t>𝐹𝑃</m:t>
                          </m:r>
                          <m:r>
                            <a:rPr lang="en-US" altLang="ja-JP" sz="1800" b="0" i="1" smtClean="0">
                              <a:latin typeface="Cambria Math" panose="02040503050406030204" pitchFamily="18" charset="0"/>
                              <a:ea typeface="Cambria Math" panose="02040503050406030204" pitchFamily="18" charset="0"/>
                            </a:rPr>
                            <m:t>+</m:t>
                          </m:r>
                          <m:r>
                            <a:rPr lang="en-US" altLang="ja-JP" sz="1800" b="0" i="1" smtClean="0">
                              <a:latin typeface="Cambria Math" panose="02040503050406030204" pitchFamily="18" charset="0"/>
                              <a:ea typeface="Cambria Math" panose="02040503050406030204" pitchFamily="18" charset="0"/>
                            </a:rPr>
                            <m:t>𝑇𝑁</m:t>
                          </m:r>
                        </m:den>
                      </m:f>
                      <m:r>
                        <a:rPr lang="en-US" altLang="ja-JP" sz="1800" b="0" i="1" smtClean="0">
                          <a:latin typeface="Cambria Math" panose="02040503050406030204" pitchFamily="18" charset="0"/>
                          <a:ea typeface="Cambria Math" panose="02040503050406030204" pitchFamily="18" charset="0"/>
                        </a:rPr>
                        <m:t> </m:t>
                      </m:r>
                    </m:oMath>
                  </m:oMathPara>
                </a14:m>
                <a:endParaRPr lang="en-US" altLang="ja-JP" sz="1800"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ja-JP" sz="1800" b="0" i="1" smtClean="0">
                          <a:latin typeface="Cambria Math" panose="02040503050406030204" pitchFamily="18" charset="0"/>
                          <a:ea typeface="Cambria Math" panose="02040503050406030204" pitchFamily="18" charset="0"/>
                        </a:rPr>
                        <m:t>𝑀𝐴𝑐𝑐</m:t>
                      </m:r>
                      <m:r>
                        <a:rPr lang="en-US" altLang="ja-JP" sz="1800" b="0" i="1" smtClean="0">
                          <a:latin typeface="Cambria Math" panose="02040503050406030204" pitchFamily="18" charset="0"/>
                          <a:ea typeface="Cambria Math" panose="02040503050406030204" pitchFamily="18" charset="0"/>
                        </a:rPr>
                        <m:t>=</m:t>
                      </m:r>
                      <m:f>
                        <m:fPr>
                          <m:ctrlPr>
                            <a:rPr lang="en-US" altLang="ja-JP" sz="1800" b="0" i="1" smtClean="0">
                              <a:latin typeface="Cambria Math" panose="02040503050406030204" pitchFamily="18" charset="0"/>
                              <a:ea typeface="Cambria Math" panose="02040503050406030204" pitchFamily="18" charset="0"/>
                            </a:rPr>
                          </m:ctrlPr>
                        </m:fPr>
                        <m:num>
                          <m:r>
                            <a:rPr lang="en-US" altLang="ja-JP" sz="1800" b="0" i="1" smtClean="0">
                              <a:latin typeface="Cambria Math" panose="02040503050406030204" pitchFamily="18" charset="0"/>
                              <a:ea typeface="Cambria Math" panose="02040503050406030204" pitchFamily="18" charset="0"/>
                            </a:rPr>
                            <m:t>𝑆𝑒</m:t>
                          </m:r>
                          <m:r>
                            <a:rPr lang="en-US" altLang="ja-JP" sz="1800" b="0" i="1" smtClean="0">
                              <a:latin typeface="Cambria Math" panose="02040503050406030204" pitchFamily="18" charset="0"/>
                              <a:ea typeface="Cambria Math" panose="02040503050406030204" pitchFamily="18" charset="0"/>
                            </a:rPr>
                            <m:t>+</m:t>
                          </m:r>
                          <m:r>
                            <a:rPr lang="en-US" altLang="ja-JP" sz="1800" b="0" i="1" smtClean="0">
                              <a:latin typeface="Cambria Math" panose="02040503050406030204" pitchFamily="18" charset="0"/>
                              <a:ea typeface="Cambria Math" panose="02040503050406030204" pitchFamily="18" charset="0"/>
                            </a:rPr>
                            <m:t>𝑆𝑝</m:t>
                          </m:r>
                        </m:num>
                        <m:den>
                          <m:r>
                            <a:rPr lang="en-US" altLang="ja-JP" sz="1800" b="0" i="1" smtClean="0">
                              <a:latin typeface="Cambria Math" panose="02040503050406030204" pitchFamily="18" charset="0"/>
                              <a:ea typeface="Cambria Math" panose="02040503050406030204" pitchFamily="18" charset="0"/>
                            </a:rPr>
                            <m:t>2</m:t>
                          </m:r>
                        </m:den>
                      </m:f>
                      <m:r>
                        <a:rPr lang="en-US" altLang="ja-JP" sz="1800" b="0" i="1" smtClean="0">
                          <a:latin typeface="Cambria Math" panose="02040503050406030204" pitchFamily="18" charset="0"/>
                          <a:ea typeface="Cambria Math" panose="02040503050406030204" pitchFamily="18" charset="0"/>
                        </a:rPr>
                        <m:t> </m:t>
                      </m:r>
                    </m:oMath>
                  </m:oMathPara>
                </a14:m>
                <a:endParaRPr lang="en-US" altLang="ja-JP" sz="1800" b="0" dirty="0">
                  <a:ea typeface="Cambria Math" panose="02040503050406030204" pitchFamily="18" charset="0"/>
                </a:endParaRPr>
              </a:p>
            </p:txBody>
          </p:sp>
        </mc:Choice>
        <mc:Fallback xmlns="">
          <p:sp>
            <p:nvSpPr>
              <p:cNvPr id="16" name="テキスト ボックス 15">
                <a:extLst>
                  <a:ext uri="{FF2B5EF4-FFF2-40B4-BE49-F238E27FC236}">
                    <a16:creationId xmlns:a16="http://schemas.microsoft.com/office/drawing/2014/main" id="{B998EC18-5858-680E-4D3D-083D7FF7BB03}"/>
                  </a:ext>
                </a:extLst>
              </p:cNvPr>
              <p:cNvSpPr txBox="1">
                <a:spLocks noRot="1" noChangeAspect="1" noMove="1" noResize="1" noEditPoints="1" noAdjustHandles="1" noChangeArrowheads="1" noChangeShapeType="1" noTextEdit="1"/>
              </p:cNvSpPr>
              <p:nvPr/>
            </p:nvSpPr>
            <p:spPr>
              <a:xfrm>
                <a:off x="561380" y="4532027"/>
                <a:ext cx="4339389" cy="2180405"/>
              </a:xfrm>
              <a:prstGeom prst="rect">
                <a:avLst/>
              </a:prstGeom>
              <a:blipFill>
                <a:blip r:embed="rId2"/>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92B58450-1AFC-DDFF-69CC-5CD2635FE6B5}"/>
                  </a:ext>
                </a:extLst>
              </p:cNvPr>
              <p:cNvSpPr txBox="1"/>
              <p:nvPr/>
            </p:nvSpPr>
            <p:spPr>
              <a:xfrm>
                <a:off x="5037221" y="5028490"/>
                <a:ext cx="6593399" cy="1200329"/>
              </a:xfrm>
              <a:prstGeom prst="rect">
                <a:avLst/>
              </a:prstGeom>
              <a:noFill/>
            </p:spPr>
            <p:txBody>
              <a:bodyPr wrap="square" rtlCol="0">
                <a:spAutoFit/>
              </a:bodyPr>
              <a:lstStyle/>
              <a:p>
                <a14:m>
                  <m:oMath xmlns:m="http://schemas.openxmlformats.org/officeDocument/2006/math">
                    <m:r>
                      <a:rPr lang="en-US" altLang="ja-JP" sz="1800" b="0" i="1" smtClean="0">
                        <a:latin typeface="Cambria Math" panose="02040503050406030204" pitchFamily="18" charset="0"/>
                        <a:ea typeface="Cambria Math" panose="02040503050406030204" pitchFamily="18" charset="0"/>
                      </a:rPr>
                      <m:t>𝑇𝑃</m:t>
                    </m:r>
                    <m:r>
                      <a:rPr lang="ja-JP" altLang="en-US" i="1">
                        <a:latin typeface="Cambria Math" panose="02040503050406030204" pitchFamily="18" charset="0"/>
                        <a:ea typeface="Cambria Math" panose="02040503050406030204" pitchFamily="18" charset="0"/>
                      </a:rPr>
                      <m:t>・・・</m:t>
                    </m:r>
                    <m:r>
                      <a:rPr lang="ja-JP" altLang="en-US" i="1">
                        <a:latin typeface="Cambria Math" panose="02040503050406030204" pitchFamily="18" charset="0"/>
                      </a:rPr>
                      <m:t>患者と</m:t>
                    </m:r>
                    <m:r>
                      <a:rPr lang="ja-JP" altLang="en-US" i="1" smtClean="0">
                        <a:latin typeface="Cambria Math" panose="02040503050406030204" pitchFamily="18" charset="0"/>
                      </a:rPr>
                      <m:t>して</m:t>
                    </m:r>
                  </m:oMath>
                </a14:m>
                <a:r>
                  <a:rPr kumimoji="1" lang="ja-JP" altLang="en-US" dirty="0">
                    <a:latin typeface="+mn-ea"/>
                  </a:rPr>
                  <a:t>正しく分類された患者の数</a:t>
                </a:r>
                <a:endParaRPr kumimoji="1" lang="en-US" altLang="ja-JP" dirty="0">
                  <a:latin typeface="+mn-ea"/>
                </a:endParaRPr>
              </a:p>
              <a:p>
                <a14:m>
                  <m:oMath xmlns:m="http://schemas.openxmlformats.org/officeDocument/2006/math">
                    <m:r>
                      <a:rPr lang="en-US" altLang="ja-JP" sz="1800" b="0" i="1" smtClean="0">
                        <a:latin typeface="Cambria Math" panose="02040503050406030204" pitchFamily="18" charset="0"/>
                        <a:ea typeface="Cambria Math" panose="02040503050406030204" pitchFamily="18" charset="0"/>
                      </a:rPr>
                      <m:t>𝐹𝑁</m:t>
                    </m:r>
                    <m:r>
                      <a:rPr lang="ja-JP" altLang="en-US" i="1">
                        <a:latin typeface="Cambria Math" panose="02040503050406030204" pitchFamily="18" charset="0"/>
                        <a:ea typeface="Cambria Math" panose="02040503050406030204" pitchFamily="18" charset="0"/>
                      </a:rPr>
                      <m:t>・・・</m:t>
                    </m:r>
                    <m:r>
                      <a:rPr lang="ja-JP" altLang="en-US" i="1">
                        <a:latin typeface="Cambria Math" panose="02040503050406030204" pitchFamily="18" charset="0"/>
                      </a:rPr>
                      <m:t>健康として</m:t>
                    </m:r>
                  </m:oMath>
                </a14:m>
                <a:r>
                  <a:rPr kumimoji="1" lang="ja-JP" altLang="en-US" dirty="0">
                    <a:latin typeface="+mn-ea"/>
                  </a:rPr>
                  <a:t>誤って分類された患者の数</a:t>
                </a:r>
              </a:p>
              <a:p>
                <a14:m>
                  <m:oMath xmlns:m="http://schemas.openxmlformats.org/officeDocument/2006/math">
                    <m:r>
                      <a:rPr lang="en-US" altLang="ja-JP" sz="1800" b="0" i="1" smtClean="0">
                        <a:latin typeface="Cambria Math" panose="02040503050406030204" pitchFamily="18" charset="0"/>
                        <a:ea typeface="Cambria Math" panose="02040503050406030204" pitchFamily="18" charset="0"/>
                      </a:rPr>
                      <m:t>𝐹𝑃</m:t>
                    </m:r>
                    <m:r>
                      <a:rPr lang="ja-JP" altLang="en-US" i="1">
                        <a:latin typeface="Cambria Math" panose="02040503050406030204" pitchFamily="18" charset="0"/>
                        <a:ea typeface="Cambria Math" panose="02040503050406030204" pitchFamily="18" charset="0"/>
                      </a:rPr>
                      <m:t>・・・</m:t>
                    </m:r>
                    <m:r>
                      <a:rPr lang="ja-JP" altLang="en-US" i="1">
                        <a:latin typeface="Cambria Math" panose="02040503050406030204" pitchFamily="18" charset="0"/>
                      </a:rPr>
                      <m:t>患者と</m:t>
                    </m:r>
                    <m:r>
                      <a:rPr lang="ja-JP" altLang="en-US" i="1" smtClean="0">
                        <a:latin typeface="Cambria Math" panose="02040503050406030204" pitchFamily="18" charset="0"/>
                      </a:rPr>
                      <m:t>して</m:t>
                    </m:r>
                    <m:r>
                      <a:rPr lang="ja-JP" altLang="en-US" i="1">
                        <a:latin typeface="Cambria Math" panose="02040503050406030204" pitchFamily="18" charset="0"/>
                      </a:rPr>
                      <m:t>誤って</m:t>
                    </m:r>
                  </m:oMath>
                </a14:m>
                <a:r>
                  <a:rPr kumimoji="1" lang="ja-JP" altLang="en-US" dirty="0">
                    <a:latin typeface="+mn-ea"/>
                  </a:rPr>
                  <a:t>分類された</a:t>
                </a:r>
                <a:r>
                  <a:rPr lang="ja-JP" altLang="en-US" dirty="0">
                    <a:latin typeface="+mn-ea"/>
                  </a:rPr>
                  <a:t>健康な人</a:t>
                </a:r>
                <a:r>
                  <a:rPr kumimoji="1" lang="ja-JP" altLang="en-US" dirty="0">
                    <a:latin typeface="+mn-ea"/>
                  </a:rPr>
                  <a:t>の数</a:t>
                </a:r>
              </a:p>
              <a:p>
                <a14:m>
                  <m:oMath xmlns:m="http://schemas.openxmlformats.org/officeDocument/2006/math">
                    <m:r>
                      <a:rPr lang="en-US" altLang="ja-JP" sz="1800" b="0" i="1" smtClean="0">
                        <a:latin typeface="Cambria Math" panose="02040503050406030204" pitchFamily="18" charset="0"/>
                        <a:ea typeface="Cambria Math" panose="02040503050406030204" pitchFamily="18" charset="0"/>
                      </a:rPr>
                      <m:t>𝑇𝑁</m:t>
                    </m:r>
                    <m:r>
                      <a:rPr lang="ja-JP" altLang="en-US" i="1">
                        <a:latin typeface="Cambria Math" panose="02040503050406030204" pitchFamily="18" charset="0"/>
                        <a:ea typeface="Cambria Math" panose="02040503050406030204" pitchFamily="18" charset="0"/>
                      </a:rPr>
                      <m:t>・・・</m:t>
                    </m:r>
                    <m:r>
                      <a:rPr lang="ja-JP" altLang="en-US" i="1">
                        <a:latin typeface="Cambria Math" panose="02040503050406030204" pitchFamily="18" charset="0"/>
                      </a:rPr>
                      <m:t>健康としてと</m:t>
                    </m:r>
                    <m:r>
                      <a:rPr lang="ja-JP" altLang="en-US" i="1" smtClean="0">
                        <a:latin typeface="Cambria Math" panose="02040503050406030204" pitchFamily="18" charset="0"/>
                      </a:rPr>
                      <m:t>して</m:t>
                    </m:r>
                  </m:oMath>
                </a14:m>
                <a:r>
                  <a:rPr kumimoji="1" lang="ja-JP" altLang="en-US" dirty="0">
                    <a:latin typeface="+mn-ea"/>
                  </a:rPr>
                  <a:t>正しく分類された</a:t>
                </a:r>
                <a:r>
                  <a:rPr lang="ja-JP" altLang="en-US" dirty="0">
                    <a:latin typeface="+mn-ea"/>
                  </a:rPr>
                  <a:t>健康な人</a:t>
                </a:r>
                <a:r>
                  <a:rPr kumimoji="1" lang="ja-JP" altLang="en-US" dirty="0">
                    <a:latin typeface="+mn-ea"/>
                  </a:rPr>
                  <a:t>の数</a:t>
                </a:r>
              </a:p>
            </p:txBody>
          </p:sp>
        </mc:Choice>
        <mc:Fallback xmlns="">
          <p:sp>
            <p:nvSpPr>
              <p:cNvPr id="17" name="テキスト ボックス 16">
                <a:extLst>
                  <a:ext uri="{FF2B5EF4-FFF2-40B4-BE49-F238E27FC236}">
                    <a16:creationId xmlns:a16="http://schemas.microsoft.com/office/drawing/2014/main" id="{92B58450-1AFC-DDFF-69CC-5CD2635FE6B5}"/>
                  </a:ext>
                </a:extLst>
              </p:cNvPr>
              <p:cNvSpPr txBox="1">
                <a:spLocks noRot="1" noChangeAspect="1" noMove="1" noResize="1" noEditPoints="1" noAdjustHandles="1" noChangeArrowheads="1" noChangeShapeType="1" noTextEdit="1"/>
              </p:cNvSpPr>
              <p:nvPr/>
            </p:nvSpPr>
            <p:spPr>
              <a:xfrm>
                <a:off x="5037221" y="5028490"/>
                <a:ext cx="6593399" cy="1200329"/>
              </a:xfrm>
              <a:prstGeom prst="rect">
                <a:avLst/>
              </a:prstGeom>
              <a:blipFill>
                <a:blip r:embed="rId3"/>
                <a:stretch>
                  <a:fillRect t="-2030" b="-8122"/>
                </a:stretch>
              </a:blipFill>
            </p:spPr>
            <p:txBody>
              <a:bodyPr/>
              <a:lstStyle/>
              <a:p>
                <a:r>
                  <a:rPr lang="ja-JP" altLang="en-US">
                    <a:noFill/>
                  </a:rPr>
                  <a:t> </a:t>
                </a:r>
              </a:p>
            </p:txBody>
          </p:sp>
        </mc:Fallback>
      </mc:AlternateContent>
      <p:sp>
        <p:nvSpPr>
          <p:cNvPr id="3" name="スライド番号プレースホルダー 2">
            <a:extLst>
              <a:ext uri="{FF2B5EF4-FFF2-40B4-BE49-F238E27FC236}">
                <a16:creationId xmlns:a16="http://schemas.microsoft.com/office/drawing/2014/main" id="{4E968AEB-F900-DD0E-6C12-9CCE368C4D46}"/>
              </a:ext>
            </a:extLst>
          </p:cNvPr>
          <p:cNvSpPr>
            <a:spLocks noGrp="1"/>
          </p:cNvSpPr>
          <p:nvPr>
            <p:ph type="sldNum" sz="quarter" idx="12"/>
          </p:nvPr>
        </p:nvSpPr>
        <p:spPr/>
        <p:txBody>
          <a:bodyPr/>
          <a:lstStyle/>
          <a:p>
            <a:fld id="{F53CC62E-8007-4AE4-97B4-A3E2DB5FED0F}" type="slidenum">
              <a:rPr kumimoji="1" lang="ja-JP" altLang="en-US" smtClean="0"/>
              <a:t>14</a:t>
            </a:fld>
            <a:endParaRPr kumimoji="1" lang="ja-JP" altLang="en-US"/>
          </a:p>
        </p:txBody>
      </p:sp>
    </p:spTree>
    <p:extLst>
      <p:ext uri="{BB962C8B-B14F-4D97-AF65-F5344CB8AC3E}">
        <p14:creationId xmlns:p14="http://schemas.microsoft.com/office/powerpoint/2010/main" val="31127339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1">
            <a:extLst>
              <a:ext uri="{FF2B5EF4-FFF2-40B4-BE49-F238E27FC236}">
                <a16:creationId xmlns:a16="http://schemas.microsoft.com/office/drawing/2014/main" id="{DB3B47DF-5F4B-D0DF-547A-36CE8A01C1C9}"/>
              </a:ext>
            </a:extLst>
          </p:cNvPr>
          <p:cNvSpPr txBox="1">
            <a:spLocks/>
          </p:cNvSpPr>
          <p:nvPr/>
        </p:nvSpPr>
        <p:spPr>
          <a:xfrm>
            <a:off x="306844" y="333417"/>
            <a:ext cx="2564694" cy="67160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r>
              <a:rPr lang="en-US" altLang="ja-JP" sz="3200"/>
              <a:t>3. </a:t>
            </a:r>
            <a:r>
              <a:rPr lang="ja-JP" altLang="en-US" sz="3200"/>
              <a:t>提案手法</a:t>
            </a:r>
            <a:endParaRPr lang="ja-JP" altLang="en-US" sz="3200" dirty="0"/>
          </a:p>
        </p:txBody>
      </p:sp>
      <p:sp>
        <p:nvSpPr>
          <p:cNvPr id="4" name="テキスト ボックス 3">
            <a:extLst>
              <a:ext uri="{FF2B5EF4-FFF2-40B4-BE49-F238E27FC236}">
                <a16:creationId xmlns:a16="http://schemas.microsoft.com/office/drawing/2014/main" id="{3182DD99-36F4-7165-D34F-9989D9E1FB52}"/>
              </a:ext>
            </a:extLst>
          </p:cNvPr>
          <p:cNvSpPr txBox="1"/>
          <p:nvPr/>
        </p:nvSpPr>
        <p:spPr>
          <a:xfrm>
            <a:off x="473149" y="1005020"/>
            <a:ext cx="2948129" cy="475515"/>
          </a:xfrm>
          <a:prstGeom prst="rect">
            <a:avLst/>
          </a:prstGeom>
          <a:noFill/>
        </p:spPr>
        <p:txBody>
          <a:bodyPr wrap="square">
            <a:spAutoFit/>
          </a:bodyPr>
          <a:lstStyle/>
          <a:p>
            <a:pPr>
              <a:lnSpc>
                <a:spcPct val="107000"/>
              </a:lnSpc>
              <a:spcAft>
                <a:spcPts val="800"/>
              </a:spcAft>
            </a:pPr>
            <a:r>
              <a:rPr lang="en-US" altLang="ja-JP" sz="2400" kern="0" dirty="0">
                <a:latin typeface="+mn-ea"/>
                <a:cs typeface="Times New Roman" panose="02020603050405020304" pitchFamily="18" charset="0"/>
              </a:rPr>
              <a:t>3.2.4. </a:t>
            </a:r>
            <a:r>
              <a:rPr lang="ja-JP" altLang="en-US" sz="2400" kern="0" dirty="0">
                <a:latin typeface="+mn-ea"/>
                <a:cs typeface="Times New Roman" panose="02020603050405020304" pitchFamily="18" charset="0"/>
              </a:rPr>
              <a:t>分類</a:t>
            </a:r>
            <a:r>
              <a:rPr lang="en-US" altLang="ja-JP" sz="2400" kern="0" dirty="0">
                <a:latin typeface="+mn-ea"/>
                <a:cs typeface="Times New Roman" panose="02020603050405020304" pitchFamily="18" charset="0"/>
              </a:rPr>
              <a:t>(</a:t>
            </a:r>
            <a:r>
              <a:rPr lang="ja-JP" altLang="en-US" sz="2400" kern="0" dirty="0">
                <a:latin typeface="+mn-ea"/>
                <a:cs typeface="Times New Roman" panose="02020603050405020304" pitchFamily="18" charset="0"/>
              </a:rPr>
              <a:t>評価</a:t>
            </a:r>
            <a:r>
              <a:rPr lang="en-US" altLang="ja-JP" sz="2400" kern="0" dirty="0">
                <a:latin typeface="+mn-ea"/>
                <a:cs typeface="Times New Roman" panose="02020603050405020304" pitchFamily="18" charset="0"/>
              </a:rPr>
              <a:t>)</a:t>
            </a:r>
            <a:endParaRPr lang="ja-JP" altLang="ja-JP" sz="2400" kern="100" dirty="0">
              <a:effectLst/>
              <a:latin typeface="+mn-ea"/>
              <a:cs typeface="Times New Roman" panose="02020603050405020304" pitchFamily="18" charset="0"/>
            </a:endParaRPr>
          </a:p>
        </p:txBody>
      </p:sp>
      <p:sp>
        <p:nvSpPr>
          <p:cNvPr id="6" name="テキスト ボックス 5">
            <a:extLst>
              <a:ext uri="{FF2B5EF4-FFF2-40B4-BE49-F238E27FC236}">
                <a16:creationId xmlns:a16="http://schemas.microsoft.com/office/drawing/2014/main" id="{2C7BDF43-A09D-0D6E-E6E4-2FB6521F081E}"/>
              </a:ext>
            </a:extLst>
          </p:cNvPr>
          <p:cNvSpPr txBox="1"/>
          <p:nvPr/>
        </p:nvSpPr>
        <p:spPr>
          <a:xfrm>
            <a:off x="559533" y="2320632"/>
            <a:ext cx="11072931" cy="923330"/>
          </a:xfrm>
          <a:prstGeom prst="rect">
            <a:avLst/>
          </a:prstGeom>
          <a:noFill/>
        </p:spPr>
        <p:txBody>
          <a:bodyPr wrap="square" rtlCol="0">
            <a:spAutoFit/>
          </a:bodyPr>
          <a:lstStyle/>
          <a:p>
            <a:pPr marL="342900" indent="-342900">
              <a:buFont typeface="Wingdings" panose="05000000000000000000" pitchFamily="2" charset="2"/>
              <a:buChar char="l"/>
            </a:pPr>
            <a:r>
              <a:rPr kumimoji="1" lang="ja-JP" altLang="en-US" dirty="0"/>
              <a:t>単一分類器：各データの最初の</a:t>
            </a:r>
            <a:r>
              <a:rPr lang="en-US" altLang="ja-JP" dirty="0"/>
              <a:t>9</a:t>
            </a:r>
            <a:r>
              <a:rPr lang="ja-JP" altLang="en-US" dirty="0"/>
              <a:t>ビートの</a:t>
            </a:r>
            <a:r>
              <a:rPr lang="en-US" altLang="ja-JP" dirty="0"/>
              <a:t>MFCC</a:t>
            </a:r>
            <a:r>
              <a:rPr lang="ja-JP" altLang="en-US" dirty="0"/>
              <a:t>を平均し、分類器に入力する。ビートごとに</a:t>
            </a:r>
            <a:r>
              <a:rPr lang="en-US" altLang="ja-JP" dirty="0"/>
              <a:t>52</a:t>
            </a:r>
            <a:r>
              <a:rPr lang="ja-JP" altLang="en-US" dirty="0"/>
              <a:t>個の特徴があるため、平均して</a:t>
            </a:r>
            <a:r>
              <a:rPr lang="en-US" altLang="ja-JP" dirty="0"/>
              <a:t>52</a:t>
            </a:r>
            <a:r>
              <a:rPr lang="ja-JP" altLang="en-US" dirty="0"/>
              <a:t>個の</a:t>
            </a:r>
            <a:r>
              <a:rPr lang="en-US" altLang="ja-JP" dirty="0"/>
              <a:t>MFCC</a:t>
            </a:r>
            <a:r>
              <a:rPr lang="ja-JP" altLang="en-US" dirty="0"/>
              <a:t>を得る。また、この分類器では、</a:t>
            </a:r>
            <a:r>
              <a:rPr lang="en-US" altLang="ja-JP" b="1" dirty="0"/>
              <a:t>k</a:t>
            </a:r>
            <a:r>
              <a:rPr lang="ja-JP" altLang="en-US" b="1" dirty="0"/>
              <a:t>近傍法</a:t>
            </a:r>
            <a:r>
              <a:rPr lang="ja-JP" altLang="en-US" dirty="0"/>
              <a:t>、</a:t>
            </a:r>
            <a:r>
              <a:rPr lang="ja-JP" altLang="en-US" b="1" dirty="0"/>
              <a:t>サポートベクターマシン</a:t>
            </a:r>
            <a:r>
              <a:rPr lang="en-US" altLang="ja-JP" b="1" dirty="0"/>
              <a:t>(SVM)</a:t>
            </a:r>
            <a:r>
              <a:rPr lang="ja-JP" altLang="en-US" dirty="0"/>
              <a:t>、</a:t>
            </a:r>
            <a:r>
              <a:rPr lang="ja-JP" altLang="en-US" b="1" dirty="0"/>
              <a:t>決定木</a:t>
            </a:r>
            <a:r>
              <a:rPr lang="en-US" altLang="ja-JP" b="1" dirty="0"/>
              <a:t>(DT)</a:t>
            </a:r>
            <a:r>
              <a:rPr lang="ja-JP" altLang="en-US" dirty="0"/>
              <a:t>の３つを使用する。</a:t>
            </a:r>
            <a:endParaRPr lang="en-US" altLang="ja-JP" dirty="0"/>
          </a:p>
        </p:txBody>
      </p:sp>
      <p:sp>
        <p:nvSpPr>
          <p:cNvPr id="2" name="テキスト ボックス 1">
            <a:extLst>
              <a:ext uri="{FF2B5EF4-FFF2-40B4-BE49-F238E27FC236}">
                <a16:creationId xmlns:a16="http://schemas.microsoft.com/office/drawing/2014/main" id="{2D5ACF5A-0A7A-7A2F-FF37-742CBD175BC4}"/>
              </a:ext>
            </a:extLst>
          </p:cNvPr>
          <p:cNvSpPr txBox="1"/>
          <p:nvPr/>
        </p:nvSpPr>
        <p:spPr>
          <a:xfrm>
            <a:off x="874294" y="1572358"/>
            <a:ext cx="10443410" cy="369332"/>
          </a:xfrm>
          <a:prstGeom prst="rect">
            <a:avLst/>
          </a:prstGeom>
          <a:noFill/>
        </p:spPr>
        <p:txBody>
          <a:bodyPr wrap="square" rtlCol="0">
            <a:spAutoFit/>
          </a:bodyPr>
          <a:lstStyle/>
          <a:p>
            <a:r>
              <a:rPr kumimoji="1" lang="en-US" altLang="ja-JP" dirty="0"/>
              <a:t>10</a:t>
            </a:r>
            <a:r>
              <a:rPr kumimoji="1" lang="ja-JP" altLang="en-US" dirty="0"/>
              <a:t>分割交差検証を、各回でランダムに選ばれるように</a:t>
            </a:r>
            <a:r>
              <a:rPr kumimoji="1" lang="en-US" altLang="ja-JP" dirty="0"/>
              <a:t>218</a:t>
            </a:r>
            <a:r>
              <a:rPr kumimoji="1" lang="ja-JP" altLang="en-US" dirty="0"/>
              <a:t>個の信号を選び</a:t>
            </a:r>
            <a:r>
              <a:rPr kumimoji="1" lang="en-US" altLang="ja-JP" dirty="0"/>
              <a:t>50</a:t>
            </a:r>
            <a:r>
              <a:rPr kumimoji="1" lang="ja-JP" altLang="en-US" dirty="0"/>
              <a:t>回繰り返した。</a:t>
            </a:r>
          </a:p>
        </p:txBody>
      </p:sp>
      <p:grpSp>
        <p:nvGrpSpPr>
          <p:cNvPr id="18" name="グループ化 17">
            <a:extLst>
              <a:ext uri="{FF2B5EF4-FFF2-40B4-BE49-F238E27FC236}">
                <a16:creationId xmlns:a16="http://schemas.microsoft.com/office/drawing/2014/main" id="{83FC485F-4067-5D1D-3C96-63DD71708CCF}"/>
              </a:ext>
            </a:extLst>
          </p:cNvPr>
          <p:cNvGrpSpPr/>
          <p:nvPr/>
        </p:nvGrpSpPr>
        <p:grpSpPr>
          <a:xfrm>
            <a:off x="389038" y="3701620"/>
            <a:ext cx="11718851" cy="3156380"/>
            <a:chOff x="473149" y="2977180"/>
            <a:chExt cx="11718851" cy="2696976"/>
          </a:xfrm>
        </p:grpSpPr>
        <p:sp>
          <p:nvSpPr>
            <p:cNvPr id="15" name="テキスト ボックス 14">
              <a:extLst>
                <a:ext uri="{FF2B5EF4-FFF2-40B4-BE49-F238E27FC236}">
                  <a16:creationId xmlns:a16="http://schemas.microsoft.com/office/drawing/2014/main" id="{F0919ADD-C145-63C0-CF1D-A075E81F3CD4}"/>
                </a:ext>
              </a:extLst>
            </p:cNvPr>
            <p:cNvSpPr txBox="1"/>
            <p:nvPr/>
          </p:nvSpPr>
          <p:spPr>
            <a:xfrm>
              <a:off x="617033" y="3088833"/>
              <a:ext cx="11574967" cy="2585323"/>
            </a:xfrm>
            <a:prstGeom prst="rect">
              <a:avLst/>
            </a:prstGeom>
            <a:noFill/>
          </p:spPr>
          <p:txBody>
            <a:bodyPr wrap="square" rtlCol="0">
              <a:spAutoFit/>
            </a:bodyPr>
            <a:lstStyle/>
            <a:p>
              <a:pPr marL="285750" indent="-285750">
                <a:buFont typeface="Arial" panose="020B0604020202020204" pitchFamily="34" charset="0"/>
                <a:buChar char="•"/>
              </a:pPr>
              <a:r>
                <a:rPr lang="en-US" altLang="ja-JP" b="1" dirty="0"/>
                <a:t>k</a:t>
              </a:r>
              <a:r>
                <a:rPr kumimoji="1" lang="ja-JP" altLang="en-US" b="1" dirty="0"/>
                <a:t>近傍法</a:t>
              </a:r>
              <a:r>
                <a:rPr kumimoji="1" lang="ja-JP" altLang="en-US" dirty="0"/>
                <a:t>：モデルの構築はデータを格納するだけ。</a:t>
              </a:r>
              <a:r>
                <a:rPr lang="en-US" altLang="ja-JP" dirty="0"/>
                <a:t>k</a:t>
              </a:r>
              <a:r>
                <a:rPr lang="ja-JP" altLang="en-US" dirty="0"/>
                <a:t>個の近傍点</a:t>
              </a:r>
              <a:r>
                <a:rPr lang="en-US" altLang="ja-JP" dirty="0"/>
                <a:t>(</a:t>
              </a:r>
              <a:r>
                <a:rPr lang="ja-JP" altLang="en-US" dirty="0"/>
                <a:t>クラス</a:t>
              </a:r>
              <a:r>
                <a:rPr lang="en-US" altLang="ja-JP" dirty="0"/>
                <a:t>)</a:t>
              </a:r>
              <a:r>
                <a:rPr lang="ja-JP" altLang="en-US" dirty="0"/>
                <a:t>を用意し、テスト点それぞれを　　最も近い近傍点のクラスとする。本実験では</a:t>
              </a:r>
              <a:r>
                <a:rPr lang="en-US" altLang="ja-JP" dirty="0"/>
                <a:t>k=1</a:t>
              </a:r>
              <a:r>
                <a:rPr lang="ja-JP" altLang="en-US" dirty="0"/>
                <a:t>、</a:t>
              </a:r>
              <a:r>
                <a:rPr lang="en-US" altLang="ja-JP" dirty="0"/>
                <a:t>3</a:t>
              </a:r>
              <a:r>
                <a:rPr lang="ja-JP" altLang="en-US" dirty="0"/>
                <a:t>、</a:t>
              </a:r>
              <a:r>
                <a:rPr lang="en-US" altLang="ja-JP" dirty="0"/>
                <a:t>5</a:t>
              </a:r>
              <a:r>
                <a:rPr lang="ja-JP" altLang="en-US" dirty="0"/>
                <a:t>、</a:t>
              </a:r>
              <a:r>
                <a:rPr lang="en-US" altLang="ja-JP" dirty="0"/>
                <a:t>7</a:t>
              </a:r>
            </a:p>
            <a:p>
              <a:endParaRPr lang="en-US" altLang="ja-JP" dirty="0"/>
            </a:p>
            <a:p>
              <a:pPr marL="285750" indent="-285750">
                <a:buFont typeface="Arial" panose="020B0604020202020204" pitchFamily="34" charset="0"/>
                <a:buChar char="•"/>
              </a:pPr>
              <a:r>
                <a:rPr lang="en-US" altLang="ja-JP" b="1" dirty="0"/>
                <a:t>SVM</a:t>
              </a:r>
              <a:r>
                <a:rPr lang="ja-JP" altLang="en-US" dirty="0"/>
                <a:t>：</a:t>
              </a:r>
              <a:r>
                <a:rPr lang="en-US" altLang="ja-JP" dirty="0"/>
                <a:t>2</a:t>
              </a:r>
              <a:r>
                <a:rPr lang="ja-JP" altLang="en-US" dirty="0"/>
                <a:t>クラス分類の線形識別関数を構築するモデル。</a:t>
              </a:r>
              <a:r>
                <a:rPr lang="ja-JP" altLang="en-US" b="1" dirty="0"/>
                <a:t>カーネルトリック</a:t>
              </a:r>
              <a:r>
                <a:rPr lang="en-US" altLang="ja-JP" dirty="0"/>
                <a:t>(</a:t>
              </a:r>
              <a:r>
                <a:rPr lang="ja-JP" altLang="en-US" dirty="0"/>
                <a:t>カーネル関数を用いてより高次元空間でクラスを分類する</a:t>
              </a:r>
              <a:r>
                <a:rPr lang="en-US" altLang="ja-JP" dirty="0"/>
                <a:t>)</a:t>
              </a:r>
              <a:r>
                <a:rPr lang="ja-JP" altLang="en-US" dirty="0"/>
                <a:t>と</a:t>
              </a:r>
              <a:r>
                <a:rPr lang="ja-JP" altLang="en-US" b="1" dirty="0"/>
                <a:t>マージン</a:t>
              </a:r>
              <a:r>
                <a:rPr lang="en-US" altLang="ja-JP" dirty="0"/>
                <a:t>(n</a:t>
              </a:r>
              <a:r>
                <a:rPr lang="ja-JP" altLang="en-US" dirty="0"/>
                <a:t>次元のデータを</a:t>
              </a:r>
              <a:r>
                <a:rPr lang="en-US" altLang="ja-JP" dirty="0"/>
                <a:t>n-1</a:t>
              </a:r>
              <a:r>
                <a:rPr lang="ja-JP" altLang="en-US" dirty="0"/>
                <a:t>次元の超平面で分けるときの超平面に最も近いデータとの距離</a:t>
              </a:r>
              <a:r>
                <a:rPr lang="en-US" altLang="ja-JP" dirty="0"/>
                <a:t>)</a:t>
              </a:r>
              <a:r>
                <a:rPr lang="ja-JP" altLang="en-US" dirty="0"/>
                <a:t>を用いて、マージンを最大化する。本実験では、カーネル関数に線形、ガウス、多項式カーネル</a:t>
              </a:r>
              <a:endParaRPr lang="en-US" altLang="ja-JP" dirty="0"/>
            </a:p>
            <a:p>
              <a:endParaRPr lang="en-US" altLang="ja-JP" dirty="0"/>
            </a:p>
            <a:p>
              <a:pPr marL="285750" indent="-285750">
                <a:buFont typeface="Arial" panose="020B0604020202020204" pitchFamily="34" charset="0"/>
                <a:buChar char="•"/>
              </a:pPr>
              <a:r>
                <a:rPr lang="ja-JP" altLang="en-US" b="1" dirty="0"/>
                <a:t>決定木</a:t>
              </a:r>
              <a:r>
                <a:rPr lang="ja-JP" altLang="en-US" dirty="0"/>
                <a:t>：</a:t>
              </a:r>
              <a:r>
                <a:rPr lang="en-US" altLang="ja-JP" dirty="0"/>
                <a:t>Yes</a:t>
              </a:r>
              <a:r>
                <a:rPr lang="ja-JP" altLang="en-US" dirty="0"/>
                <a:t>、</a:t>
              </a:r>
              <a:r>
                <a:rPr lang="en-US" altLang="ja-JP" dirty="0"/>
                <a:t>No</a:t>
              </a:r>
              <a:r>
                <a:rPr lang="ja-JP" altLang="en-US" dirty="0"/>
                <a:t>で答えられる質問で構成された階層的な木構造を学習するモデル。</a:t>
              </a:r>
              <a:endParaRPr lang="en-US" altLang="ja-JP" dirty="0"/>
            </a:p>
          </p:txBody>
        </p:sp>
        <p:sp>
          <p:nvSpPr>
            <p:cNvPr id="17" name="四角形: 角を丸くする 16">
              <a:extLst>
                <a:ext uri="{FF2B5EF4-FFF2-40B4-BE49-F238E27FC236}">
                  <a16:creationId xmlns:a16="http://schemas.microsoft.com/office/drawing/2014/main" id="{8A415662-E7E2-B07B-06BB-04CCB824C477}"/>
                </a:ext>
              </a:extLst>
            </p:cNvPr>
            <p:cNvSpPr/>
            <p:nvPr/>
          </p:nvSpPr>
          <p:spPr>
            <a:xfrm>
              <a:off x="473149" y="2977180"/>
              <a:ext cx="11555654" cy="2419977"/>
            </a:xfrm>
            <a:prstGeom prst="roundRect">
              <a:avLst/>
            </a:prstGeom>
            <a:noFill/>
            <a:ln w="4762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7" name="スライド番号プレースホルダー 6">
            <a:extLst>
              <a:ext uri="{FF2B5EF4-FFF2-40B4-BE49-F238E27FC236}">
                <a16:creationId xmlns:a16="http://schemas.microsoft.com/office/drawing/2014/main" id="{E476759A-6FB2-76E5-4804-CA3686B7552F}"/>
              </a:ext>
            </a:extLst>
          </p:cNvPr>
          <p:cNvSpPr>
            <a:spLocks noGrp="1"/>
          </p:cNvSpPr>
          <p:nvPr>
            <p:ph type="sldNum" sz="quarter" idx="12"/>
          </p:nvPr>
        </p:nvSpPr>
        <p:spPr/>
        <p:txBody>
          <a:bodyPr/>
          <a:lstStyle/>
          <a:p>
            <a:fld id="{F53CC62E-8007-4AE4-97B4-A3E2DB5FED0F}" type="slidenum">
              <a:rPr kumimoji="1" lang="ja-JP" altLang="en-US" smtClean="0"/>
              <a:t>15</a:t>
            </a:fld>
            <a:endParaRPr kumimoji="1" lang="ja-JP" altLang="en-US"/>
          </a:p>
        </p:txBody>
      </p:sp>
    </p:spTree>
    <p:extLst>
      <p:ext uri="{BB962C8B-B14F-4D97-AF65-F5344CB8AC3E}">
        <p14:creationId xmlns:p14="http://schemas.microsoft.com/office/powerpoint/2010/main" val="14739309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1">
            <a:extLst>
              <a:ext uri="{FF2B5EF4-FFF2-40B4-BE49-F238E27FC236}">
                <a16:creationId xmlns:a16="http://schemas.microsoft.com/office/drawing/2014/main" id="{DB3B47DF-5F4B-D0DF-547A-36CE8A01C1C9}"/>
              </a:ext>
            </a:extLst>
          </p:cNvPr>
          <p:cNvSpPr txBox="1">
            <a:spLocks/>
          </p:cNvSpPr>
          <p:nvPr/>
        </p:nvSpPr>
        <p:spPr>
          <a:xfrm>
            <a:off x="306844" y="333417"/>
            <a:ext cx="2564694" cy="67160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r>
              <a:rPr lang="en-US" altLang="ja-JP" sz="3200"/>
              <a:t>3. </a:t>
            </a:r>
            <a:r>
              <a:rPr lang="ja-JP" altLang="en-US" sz="3200"/>
              <a:t>提案手法</a:t>
            </a:r>
            <a:endParaRPr lang="ja-JP" altLang="en-US" sz="3200" dirty="0"/>
          </a:p>
        </p:txBody>
      </p:sp>
      <p:sp>
        <p:nvSpPr>
          <p:cNvPr id="4" name="テキスト ボックス 3">
            <a:extLst>
              <a:ext uri="{FF2B5EF4-FFF2-40B4-BE49-F238E27FC236}">
                <a16:creationId xmlns:a16="http://schemas.microsoft.com/office/drawing/2014/main" id="{3182DD99-36F4-7165-D34F-9989D9E1FB52}"/>
              </a:ext>
            </a:extLst>
          </p:cNvPr>
          <p:cNvSpPr txBox="1"/>
          <p:nvPr/>
        </p:nvSpPr>
        <p:spPr>
          <a:xfrm>
            <a:off x="473149" y="1005020"/>
            <a:ext cx="2948129" cy="475515"/>
          </a:xfrm>
          <a:prstGeom prst="rect">
            <a:avLst/>
          </a:prstGeom>
          <a:noFill/>
        </p:spPr>
        <p:txBody>
          <a:bodyPr wrap="square">
            <a:spAutoFit/>
          </a:bodyPr>
          <a:lstStyle/>
          <a:p>
            <a:pPr>
              <a:lnSpc>
                <a:spcPct val="107000"/>
              </a:lnSpc>
              <a:spcAft>
                <a:spcPts val="800"/>
              </a:spcAft>
            </a:pPr>
            <a:r>
              <a:rPr lang="en-US" altLang="ja-JP" sz="2400" kern="0" dirty="0">
                <a:latin typeface="+mn-ea"/>
                <a:cs typeface="Times New Roman" panose="02020603050405020304" pitchFamily="18" charset="0"/>
              </a:rPr>
              <a:t>3.2.4. </a:t>
            </a:r>
            <a:r>
              <a:rPr lang="ja-JP" altLang="en-US" sz="2400" kern="0" dirty="0">
                <a:latin typeface="+mn-ea"/>
                <a:cs typeface="Times New Roman" panose="02020603050405020304" pitchFamily="18" charset="0"/>
              </a:rPr>
              <a:t>分類</a:t>
            </a:r>
            <a:r>
              <a:rPr lang="en-US" altLang="ja-JP" sz="2400" kern="0" dirty="0">
                <a:latin typeface="+mn-ea"/>
                <a:cs typeface="Times New Roman" panose="02020603050405020304" pitchFamily="18" charset="0"/>
              </a:rPr>
              <a:t>(</a:t>
            </a:r>
            <a:r>
              <a:rPr lang="ja-JP" altLang="en-US" sz="2400" kern="0" dirty="0">
                <a:latin typeface="+mn-ea"/>
                <a:cs typeface="Times New Roman" panose="02020603050405020304" pitchFamily="18" charset="0"/>
              </a:rPr>
              <a:t>評価</a:t>
            </a:r>
            <a:r>
              <a:rPr lang="en-US" altLang="ja-JP" sz="2400" kern="0" dirty="0">
                <a:latin typeface="+mn-ea"/>
                <a:cs typeface="Times New Roman" panose="02020603050405020304" pitchFamily="18" charset="0"/>
              </a:rPr>
              <a:t>)</a:t>
            </a:r>
            <a:endParaRPr lang="ja-JP" altLang="ja-JP" sz="2400" kern="100" dirty="0">
              <a:effectLst/>
              <a:latin typeface="+mn-ea"/>
              <a:cs typeface="Times New Roman" panose="02020603050405020304" pitchFamily="18" charset="0"/>
            </a:endParaRPr>
          </a:p>
        </p:txBody>
      </p:sp>
      <p:sp>
        <p:nvSpPr>
          <p:cNvPr id="12" name="テキスト ボックス 11">
            <a:extLst>
              <a:ext uri="{FF2B5EF4-FFF2-40B4-BE49-F238E27FC236}">
                <a16:creationId xmlns:a16="http://schemas.microsoft.com/office/drawing/2014/main" id="{FAD07895-D727-272B-A50D-25B01960C6CC}"/>
              </a:ext>
            </a:extLst>
          </p:cNvPr>
          <p:cNvSpPr txBox="1"/>
          <p:nvPr/>
        </p:nvSpPr>
        <p:spPr>
          <a:xfrm>
            <a:off x="701253" y="1828972"/>
            <a:ext cx="11077167" cy="646331"/>
          </a:xfrm>
          <a:prstGeom prst="rect">
            <a:avLst/>
          </a:prstGeom>
          <a:noFill/>
        </p:spPr>
        <p:txBody>
          <a:bodyPr wrap="square">
            <a:spAutoFit/>
          </a:bodyPr>
          <a:lstStyle/>
          <a:p>
            <a:pPr marL="342900" indent="-342900">
              <a:buFont typeface="Wingdings" panose="05000000000000000000" pitchFamily="2" charset="2"/>
              <a:buChar char="l"/>
            </a:pPr>
            <a:r>
              <a:rPr lang="ja-JP" altLang="en-US" b="1" dirty="0"/>
              <a:t>アンサンブル分類器</a:t>
            </a:r>
            <a:r>
              <a:rPr lang="ja-JP" altLang="en-US" dirty="0"/>
              <a:t>：複数の機械学習モデルを組み合わせることでより強力なモデルを構築する手法。今回は、</a:t>
            </a:r>
            <a:r>
              <a:rPr lang="en-US" altLang="ja-JP" dirty="0"/>
              <a:t>9</a:t>
            </a:r>
            <a:r>
              <a:rPr lang="ja-JP" altLang="en-US" dirty="0"/>
              <a:t>つの分類器の結果をまとめ、多数決で分類する。</a:t>
            </a:r>
            <a:endParaRPr lang="en-US" altLang="ja-JP" dirty="0"/>
          </a:p>
        </p:txBody>
      </p:sp>
      <p:grpSp>
        <p:nvGrpSpPr>
          <p:cNvPr id="11" name="グループ化 10">
            <a:extLst>
              <a:ext uri="{FF2B5EF4-FFF2-40B4-BE49-F238E27FC236}">
                <a16:creationId xmlns:a16="http://schemas.microsoft.com/office/drawing/2014/main" id="{DA81042F-118C-249A-8605-8B8B95B25776}"/>
              </a:ext>
            </a:extLst>
          </p:cNvPr>
          <p:cNvGrpSpPr/>
          <p:nvPr/>
        </p:nvGrpSpPr>
        <p:grpSpPr>
          <a:xfrm>
            <a:off x="1092415" y="3086556"/>
            <a:ext cx="10007169" cy="2207277"/>
            <a:chOff x="1236252" y="2588895"/>
            <a:chExt cx="10007169" cy="2207277"/>
          </a:xfrm>
        </p:grpSpPr>
        <p:sp>
          <p:nvSpPr>
            <p:cNvPr id="7" name="テキスト ボックス 6">
              <a:extLst>
                <a:ext uri="{FF2B5EF4-FFF2-40B4-BE49-F238E27FC236}">
                  <a16:creationId xmlns:a16="http://schemas.microsoft.com/office/drawing/2014/main" id="{84B389B9-050C-8D93-5068-6D1F964149C7}"/>
                </a:ext>
              </a:extLst>
            </p:cNvPr>
            <p:cNvSpPr txBox="1"/>
            <p:nvPr/>
          </p:nvSpPr>
          <p:spPr>
            <a:xfrm>
              <a:off x="1523927" y="2815371"/>
              <a:ext cx="9719494" cy="1754326"/>
            </a:xfrm>
            <a:prstGeom prst="rect">
              <a:avLst/>
            </a:prstGeom>
            <a:noFill/>
          </p:spPr>
          <p:txBody>
            <a:bodyPr wrap="square">
              <a:spAutoFit/>
            </a:bodyPr>
            <a:lstStyle/>
            <a:p>
              <a:pPr marL="285750" indent="-285750">
                <a:buFont typeface="Arial" panose="020B0604020202020204" pitchFamily="34" charset="0"/>
                <a:buChar char="•"/>
              </a:pPr>
              <a:r>
                <a:rPr lang="ja-JP" altLang="en-US" dirty="0"/>
                <a:t>単一分類器と同様に、初めの</a:t>
              </a:r>
              <a:r>
                <a:rPr lang="en-US" altLang="ja-JP" dirty="0"/>
                <a:t>9</a:t>
              </a:r>
              <a:r>
                <a:rPr lang="ja-JP" altLang="en-US" dirty="0"/>
                <a:t>個のビートのそれぞれ</a:t>
              </a:r>
              <a:r>
                <a:rPr lang="en-US" altLang="ja-JP" dirty="0"/>
                <a:t>52</a:t>
              </a:r>
              <a:r>
                <a:rPr lang="ja-JP" altLang="en-US" dirty="0"/>
                <a:t>個の</a:t>
              </a:r>
              <a:r>
                <a:rPr lang="en-US" altLang="ja-JP" dirty="0"/>
                <a:t>MFCC</a:t>
              </a:r>
              <a:r>
                <a:rPr lang="ja-JP" altLang="en-US" dirty="0"/>
                <a:t>を用いて、</a:t>
              </a:r>
              <a:r>
                <a:rPr lang="en-US" altLang="ja-JP" dirty="0"/>
                <a:t>9</a:t>
              </a:r>
              <a:r>
                <a:rPr lang="ja-JP" altLang="en-US" dirty="0"/>
                <a:t>個の分類器に入れる。</a:t>
              </a:r>
              <a:endParaRPr lang="en-US" altLang="ja-JP" dirty="0"/>
            </a:p>
            <a:p>
              <a:pPr marL="285750" indent="-285750">
                <a:buFont typeface="Arial" panose="020B0604020202020204" pitchFamily="34" charset="0"/>
                <a:buChar char="•"/>
              </a:pPr>
              <a:endParaRPr lang="en-US" altLang="ja-JP" dirty="0"/>
            </a:p>
            <a:p>
              <a:pPr marL="285750" indent="-285750">
                <a:buFont typeface="Arial" panose="020B0604020202020204" pitchFamily="34" charset="0"/>
                <a:buChar char="•"/>
              </a:pPr>
              <a:r>
                <a:rPr lang="ja-JP" altLang="en-US" dirty="0"/>
                <a:t>すべての</a:t>
              </a:r>
              <a:r>
                <a:rPr lang="en-US" altLang="ja-JP" dirty="0"/>
                <a:t>9</a:t>
              </a:r>
              <a:r>
                <a:rPr lang="ja-JP" altLang="en-US" dirty="0"/>
                <a:t>個の分類器は</a:t>
              </a:r>
              <a:r>
                <a:rPr lang="ja-JP" altLang="en-US" b="1" dirty="0"/>
                <a:t>同じ種類</a:t>
              </a:r>
              <a:r>
                <a:rPr lang="ja-JP" altLang="en-US" dirty="0"/>
                <a:t>を用いる。</a:t>
              </a:r>
              <a:r>
                <a:rPr lang="en-US" altLang="ja-JP" dirty="0"/>
                <a:t>(k</a:t>
              </a:r>
              <a:r>
                <a:rPr lang="ja-JP" altLang="en-US" dirty="0"/>
                <a:t>近傍法、</a:t>
              </a:r>
              <a:r>
                <a:rPr lang="en-US" altLang="ja-JP" dirty="0"/>
                <a:t>SVM</a:t>
              </a:r>
              <a:r>
                <a:rPr lang="ja-JP" altLang="en-US" dirty="0"/>
                <a:t>、</a:t>
              </a:r>
              <a:r>
                <a:rPr lang="en-US" altLang="ja-JP" dirty="0"/>
                <a:t>DT)</a:t>
              </a:r>
            </a:p>
            <a:p>
              <a:pPr marL="285750" indent="-285750">
                <a:buFont typeface="Arial" panose="020B0604020202020204" pitchFamily="34" charset="0"/>
                <a:buChar char="•"/>
              </a:pPr>
              <a:endParaRPr lang="en-US" altLang="ja-JP" dirty="0"/>
            </a:p>
            <a:p>
              <a:pPr marL="285750" indent="-285750">
                <a:buFont typeface="Arial" panose="020B0604020202020204" pitchFamily="34" charset="0"/>
                <a:buChar char="•"/>
              </a:pPr>
              <a:r>
                <a:rPr lang="ja-JP" altLang="en-US" dirty="0"/>
                <a:t>単一分類器と同様に、</a:t>
              </a:r>
              <a:r>
                <a:rPr lang="en-US" altLang="ja-JP" dirty="0"/>
                <a:t>k</a:t>
              </a:r>
              <a:r>
                <a:rPr lang="ja-JP" altLang="en-US" dirty="0"/>
                <a:t>近傍法では</a:t>
              </a:r>
              <a:r>
                <a:rPr lang="en-US" altLang="ja-JP" dirty="0"/>
                <a:t>k</a:t>
              </a:r>
              <a:r>
                <a:rPr lang="ja-JP" altLang="en-US" dirty="0"/>
                <a:t>を</a:t>
              </a:r>
              <a:r>
                <a:rPr lang="en-US" altLang="ja-JP" dirty="0"/>
                <a:t>1</a:t>
              </a:r>
              <a:r>
                <a:rPr lang="ja-JP" altLang="en-US" dirty="0"/>
                <a:t>、</a:t>
              </a:r>
              <a:r>
                <a:rPr lang="en-US" altLang="ja-JP" dirty="0"/>
                <a:t>3</a:t>
              </a:r>
              <a:r>
                <a:rPr lang="ja-JP" altLang="en-US" dirty="0"/>
                <a:t>、</a:t>
              </a:r>
              <a:r>
                <a:rPr lang="en-US" altLang="ja-JP" dirty="0"/>
                <a:t>5</a:t>
              </a:r>
              <a:r>
                <a:rPr lang="ja-JP" altLang="en-US" dirty="0"/>
                <a:t>、</a:t>
              </a:r>
              <a:r>
                <a:rPr lang="en-US" altLang="ja-JP" dirty="0"/>
                <a:t>7</a:t>
              </a:r>
              <a:r>
                <a:rPr lang="ja-JP" altLang="en-US" dirty="0"/>
                <a:t>の</a:t>
              </a:r>
              <a:r>
                <a:rPr lang="en-US" altLang="ja-JP" dirty="0"/>
                <a:t>4</a:t>
              </a:r>
              <a:r>
                <a:rPr lang="ja-JP" altLang="en-US" dirty="0"/>
                <a:t>つのパターンで行う。</a:t>
              </a:r>
              <a:endParaRPr lang="en-US" altLang="ja-JP" dirty="0"/>
            </a:p>
          </p:txBody>
        </p:sp>
        <p:sp>
          <p:nvSpPr>
            <p:cNvPr id="10" name="四角形: 角を丸くする 9">
              <a:extLst>
                <a:ext uri="{FF2B5EF4-FFF2-40B4-BE49-F238E27FC236}">
                  <a16:creationId xmlns:a16="http://schemas.microsoft.com/office/drawing/2014/main" id="{AF077ABA-9DB7-FC00-9494-B63C274B8382}"/>
                </a:ext>
              </a:extLst>
            </p:cNvPr>
            <p:cNvSpPr/>
            <p:nvPr/>
          </p:nvSpPr>
          <p:spPr>
            <a:xfrm>
              <a:off x="1236252" y="2588895"/>
              <a:ext cx="10007169" cy="2207277"/>
            </a:xfrm>
            <a:prstGeom prst="roundRect">
              <a:avLst/>
            </a:prstGeom>
            <a:noFill/>
            <a:ln w="4762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 name="スライド番号プレースホルダー 2">
            <a:extLst>
              <a:ext uri="{FF2B5EF4-FFF2-40B4-BE49-F238E27FC236}">
                <a16:creationId xmlns:a16="http://schemas.microsoft.com/office/drawing/2014/main" id="{7A0B7856-BCD6-05BD-6EE0-047234876E48}"/>
              </a:ext>
            </a:extLst>
          </p:cNvPr>
          <p:cNvSpPr>
            <a:spLocks noGrp="1"/>
          </p:cNvSpPr>
          <p:nvPr>
            <p:ph type="sldNum" sz="quarter" idx="12"/>
          </p:nvPr>
        </p:nvSpPr>
        <p:spPr/>
        <p:txBody>
          <a:bodyPr/>
          <a:lstStyle/>
          <a:p>
            <a:fld id="{F53CC62E-8007-4AE4-97B4-A3E2DB5FED0F}" type="slidenum">
              <a:rPr kumimoji="1" lang="ja-JP" altLang="en-US" smtClean="0"/>
              <a:t>16</a:t>
            </a:fld>
            <a:endParaRPr kumimoji="1" lang="ja-JP" altLang="en-US"/>
          </a:p>
        </p:txBody>
      </p:sp>
    </p:spTree>
    <p:extLst>
      <p:ext uri="{BB962C8B-B14F-4D97-AF65-F5344CB8AC3E}">
        <p14:creationId xmlns:p14="http://schemas.microsoft.com/office/powerpoint/2010/main" val="31585092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DDD88-1D7F-F61D-0849-4FCAE716C48B}"/>
              </a:ext>
            </a:extLst>
          </p:cNvPr>
          <p:cNvSpPr>
            <a:spLocks noGrp="1"/>
          </p:cNvSpPr>
          <p:nvPr>
            <p:ph type="ctrTitle"/>
          </p:nvPr>
        </p:nvSpPr>
        <p:spPr>
          <a:xfrm>
            <a:off x="431074" y="477929"/>
            <a:ext cx="1580606" cy="671603"/>
          </a:xfrm>
        </p:spPr>
        <p:txBody>
          <a:bodyPr>
            <a:normAutofit fontScale="90000"/>
          </a:bodyPr>
          <a:lstStyle/>
          <a:p>
            <a:r>
              <a:rPr kumimoji="1" lang="ja-JP" altLang="en-US" sz="4000" dirty="0"/>
              <a:t>目次</a:t>
            </a:r>
          </a:p>
        </p:txBody>
      </p:sp>
      <p:sp>
        <p:nvSpPr>
          <p:cNvPr id="3" name="字幕 2">
            <a:extLst>
              <a:ext uri="{FF2B5EF4-FFF2-40B4-BE49-F238E27FC236}">
                <a16:creationId xmlns:a16="http://schemas.microsoft.com/office/drawing/2014/main" id="{7DC664C8-FF2A-A508-8FE5-99ABFF41B315}"/>
              </a:ext>
            </a:extLst>
          </p:cNvPr>
          <p:cNvSpPr>
            <a:spLocks noGrp="1"/>
          </p:cNvSpPr>
          <p:nvPr>
            <p:ph type="subTitle" idx="1"/>
          </p:nvPr>
        </p:nvSpPr>
        <p:spPr>
          <a:xfrm>
            <a:off x="1525375" y="2335169"/>
            <a:ext cx="3709851" cy="3038936"/>
          </a:xfrm>
        </p:spPr>
        <p:txBody>
          <a:bodyPr>
            <a:noAutofit/>
          </a:bodyPr>
          <a:lstStyle/>
          <a:p>
            <a:pPr marL="457200" indent="-457200" algn="l">
              <a:buFont typeface="+mj-lt"/>
              <a:buAutoNum type="arabicPeriod"/>
            </a:pPr>
            <a:r>
              <a:rPr kumimoji="1" lang="ja-JP" altLang="en-US" dirty="0">
                <a:solidFill>
                  <a:schemeClr val="tx1"/>
                </a:solidFill>
              </a:rPr>
              <a:t>概要・目的</a:t>
            </a:r>
            <a:endParaRPr kumimoji="1" lang="en-US" altLang="ja-JP" dirty="0">
              <a:solidFill>
                <a:schemeClr val="tx1"/>
              </a:solidFill>
            </a:endParaRPr>
          </a:p>
          <a:p>
            <a:pPr marL="457200" indent="-457200" algn="l">
              <a:buFont typeface="+mj-lt"/>
              <a:buAutoNum type="arabicPeriod"/>
            </a:pPr>
            <a:r>
              <a:rPr kumimoji="1" lang="ja-JP" altLang="en-US" dirty="0">
                <a:solidFill>
                  <a:schemeClr val="tx1"/>
                </a:solidFill>
              </a:rPr>
              <a:t>背景</a:t>
            </a:r>
            <a:endParaRPr kumimoji="1" lang="en-US" altLang="ja-JP" dirty="0">
              <a:solidFill>
                <a:schemeClr val="tx1"/>
              </a:solidFill>
            </a:endParaRPr>
          </a:p>
          <a:p>
            <a:pPr marL="457200" indent="-457200" algn="l">
              <a:buFont typeface="+mj-lt"/>
              <a:buAutoNum type="arabicPeriod"/>
            </a:pPr>
            <a:r>
              <a:rPr lang="ja-JP" altLang="en-US" dirty="0">
                <a:solidFill>
                  <a:schemeClr val="tx1"/>
                </a:solidFill>
              </a:rPr>
              <a:t>提案手法</a:t>
            </a:r>
            <a:endParaRPr lang="en-US" altLang="ja-JP" dirty="0">
              <a:solidFill>
                <a:schemeClr val="tx1"/>
              </a:solidFill>
            </a:endParaRPr>
          </a:p>
          <a:p>
            <a:pPr marL="457200" indent="-457200" algn="l">
              <a:buFont typeface="+mj-lt"/>
              <a:buAutoNum type="arabicPeriod"/>
            </a:pPr>
            <a:r>
              <a:rPr lang="ja-JP" altLang="en-US" dirty="0">
                <a:solidFill>
                  <a:schemeClr val="accent2"/>
                </a:solidFill>
              </a:rPr>
              <a:t>結果</a:t>
            </a:r>
            <a:endParaRPr lang="en-US" altLang="ja-JP" dirty="0"/>
          </a:p>
          <a:p>
            <a:pPr marL="457200" indent="-457200" algn="l">
              <a:buFont typeface="+mj-lt"/>
              <a:buAutoNum type="arabicPeriod"/>
            </a:pPr>
            <a:r>
              <a:rPr lang="ja-JP" altLang="en-US" dirty="0">
                <a:solidFill>
                  <a:schemeClr val="tx1"/>
                </a:solidFill>
              </a:rPr>
              <a:t>結論</a:t>
            </a:r>
            <a:endParaRPr lang="en-US" altLang="ja-JP" dirty="0">
              <a:solidFill>
                <a:schemeClr val="tx1"/>
              </a:solidFill>
            </a:endParaRPr>
          </a:p>
          <a:p>
            <a:pPr marL="457200" indent="-457200" algn="l">
              <a:buFont typeface="+mj-lt"/>
              <a:buAutoNum type="arabicPeriod"/>
            </a:pPr>
            <a:r>
              <a:rPr lang="ja-JP" altLang="en-US" dirty="0">
                <a:solidFill>
                  <a:schemeClr val="tx1"/>
                </a:solidFill>
              </a:rPr>
              <a:t>今後について</a:t>
            </a:r>
            <a:endParaRPr lang="en-US" altLang="ja-JP" dirty="0">
              <a:solidFill>
                <a:schemeClr val="tx1"/>
              </a:solidFill>
            </a:endParaRPr>
          </a:p>
        </p:txBody>
      </p:sp>
      <p:sp>
        <p:nvSpPr>
          <p:cNvPr id="5" name="スライド番号プレースホルダー 4">
            <a:extLst>
              <a:ext uri="{FF2B5EF4-FFF2-40B4-BE49-F238E27FC236}">
                <a16:creationId xmlns:a16="http://schemas.microsoft.com/office/drawing/2014/main" id="{CB10E65E-6D27-89E6-56EE-1AAEE51A60D9}"/>
              </a:ext>
            </a:extLst>
          </p:cNvPr>
          <p:cNvSpPr>
            <a:spLocks noGrp="1"/>
          </p:cNvSpPr>
          <p:nvPr>
            <p:ph type="sldNum" sz="quarter" idx="12"/>
          </p:nvPr>
        </p:nvSpPr>
        <p:spPr/>
        <p:txBody>
          <a:bodyPr/>
          <a:lstStyle/>
          <a:p>
            <a:fld id="{F53CC62E-8007-4AE4-97B4-A3E2DB5FED0F}" type="slidenum">
              <a:rPr kumimoji="1" lang="ja-JP" altLang="en-US" smtClean="0"/>
              <a:t>17</a:t>
            </a:fld>
            <a:endParaRPr kumimoji="1" lang="ja-JP" altLang="en-US"/>
          </a:p>
        </p:txBody>
      </p:sp>
    </p:spTree>
    <p:extLst>
      <p:ext uri="{BB962C8B-B14F-4D97-AF65-F5344CB8AC3E}">
        <p14:creationId xmlns:p14="http://schemas.microsoft.com/office/powerpoint/2010/main" val="9585435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DDD88-1D7F-F61D-0849-4FCAE716C48B}"/>
              </a:ext>
            </a:extLst>
          </p:cNvPr>
          <p:cNvSpPr>
            <a:spLocks noGrp="1"/>
          </p:cNvSpPr>
          <p:nvPr>
            <p:ph type="ctrTitle"/>
          </p:nvPr>
        </p:nvSpPr>
        <p:spPr>
          <a:xfrm>
            <a:off x="359227" y="365019"/>
            <a:ext cx="1648004" cy="671603"/>
          </a:xfrm>
        </p:spPr>
        <p:txBody>
          <a:bodyPr>
            <a:normAutofit/>
          </a:bodyPr>
          <a:lstStyle/>
          <a:p>
            <a:r>
              <a:rPr lang="en-US" altLang="ja-JP" sz="3200" dirty="0"/>
              <a:t>4</a:t>
            </a:r>
            <a:r>
              <a:rPr kumimoji="1" lang="en-US" altLang="ja-JP" sz="3200" dirty="0"/>
              <a:t>. </a:t>
            </a:r>
            <a:r>
              <a:rPr lang="ja-JP" altLang="en-US" sz="3200" dirty="0"/>
              <a:t>結果</a:t>
            </a:r>
            <a:endParaRPr kumimoji="1" lang="ja-JP" altLang="en-US" sz="3200" dirty="0"/>
          </a:p>
        </p:txBody>
      </p:sp>
      <p:sp>
        <p:nvSpPr>
          <p:cNvPr id="16" name="テキスト ボックス 15">
            <a:extLst>
              <a:ext uri="{FF2B5EF4-FFF2-40B4-BE49-F238E27FC236}">
                <a16:creationId xmlns:a16="http://schemas.microsoft.com/office/drawing/2014/main" id="{961BEF45-5D57-8FD3-A7EF-6957247ACCD6}"/>
              </a:ext>
            </a:extLst>
          </p:cNvPr>
          <p:cNvSpPr txBox="1"/>
          <p:nvPr/>
        </p:nvSpPr>
        <p:spPr>
          <a:xfrm>
            <a:off x="490714" y="3016267"/>
            <a:ext cx="5791201" cy="1200329"/>
          </a:xfrm>
          <a:prstGeom prst="rect">
            <a:avLst/>
          </a:prstGeom>
          <a:noFill/>
        </p:spPr>
        <p:txBody>
          <a:bodyPr wrap="square" rtlCol="0">
            <a:spAutoFit/>
          </a:bodyPr>
          <a:lstStyle/>
          <a:p>
            <a:pPr marL="285750" indent="-285750">
              <a:buFont typeface="Wingdings" panose="05000000000000000000" pitchFamily="2" charset="2"/>
              <a:buChar char="l"/>
            </a:pPr>
            <a:r>
              <a:rPr lang="ja-JP" altLang="en-US" dirty="0"/>
              <a:t>右の図は、信号のセグメント化の結果を示している。</a:t>
            </a:r>
            <a:endParaRPr lang="en-US" altLang="ja-JP" dirty="0"/>
          </a:p>
          <a:p>
            <a:pPr marL="285750" indent="-285750">
              <a:buFont typeface="Wingdings" panose="05000000000000000000" pitchFamily="2" charset="2"/>
              <a:buChar char="l"/>
            </a:pPr>
            <a:endParaRPr lang="en-US" altLang="ja-JP" dirty="0"/>
          </a:p>
          <a:p>
            <a:pPr marL="285750" indent="-285750">
              <a:buFont typeface="Wingdings" panose="05000000000000000000" pitchFamily="2" charset="2"/>
              <a:buChar char="l"/>
            </a:pPr>
            <a:r>
              <a:rPr lang="ja-JP" altLang="en-US" dirty="0"/>
              <a:t>レベル</a:t>
            </a:r>
            <a:r>
              <a:rPr lang="en-US" altLang="ja-JP" dirty="0"/>
              <a:t>1~4</a:t>
            </a:r>
            <a:r>
              <a:rPr lang="ja-JP" altLang="en-US" dirty="0"/>
              <a:t>が、それぞれ</a:t>
            </a:r>
            <a:r>
              <a:rPr lang="en-US" altLang="ja-JP" dirty="0"/>
              <a:t>S1</a:t>
            </a:r>
            <a:r>
              <a:rPr lang="ja-JP" altLang="en-US" dirty="0"/>
              <a:t>、収縮期、</a:t>
            </a:r>
            <a:r>
              <a:rPr lang="en-US" altLang="ja-JP" dirty="0"/>
              <a:t>S2</a:t>
            </a:r>
            <a:r>
              <a:rPr lang="ja-JP" altLang="en-US" dirty="0"/>
              <a:t>、拡張期の間隔を定義している</a:t>
            </a:r>
            <a:endParaRPr lang="en-US" altLang="ja-JP" dirty="0"/>
          </a:p>
        </p:txBody>
      </p:sp>
      <p:pic>
        <p:nvPicPr>
          <p:cNvPr id="5" name="図 4" descr="グラフ が含まれている画像&#10;&#10;自動的に生成された説明">
            <a:extLst>
              <a:ext uri="{FF2B5EF4-FFF2-40B4-BE49-F238E27FC236}">
                <a16:creationId xmlns:a16="http://schemas.microsoft.com/office/drawing/2014/main" id="{1F521E81-EAA4-8E4D-E06F-3B1E84B509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7859" y="1675456"/>
            <a:ext cx="5583514" cy="3881953"/>
          </a:xfrm>
          <a:prstGeom prst="rect">
            <a:avLst/>
          </a:prstGeom>
        </p:spPr>
      </p:pic>
      <p:sp>
        <p:nvSpPr>
          <p:cNvPr id="7" name="テキスト ボックス 6">
            <a:extLst>
              <a:ext uri="{FF2B5EF4-FFF2-40B4-BE49-F238E27FC236}">
                <a16:creationId xmlns:a16="http://schemas.microsoft.com/office/drawing/2014/main" id="{631C58C2-0E57-1655-5CAC-6189B413C73D}"/>
              </a:ext>
            </a:extLst>
          </p:cNvPr>
          <p:cNvSpPr txBox="1"/>
          <p:nvPr/>
        </p:nvSpPr>
        <p:spPr>
          <a:xfrm>
            <a:off x="8084361" y="5624335"/>
            <a:ext cx="3161154" cy="338554"/>
          </a:xfrm>
          <a:prstGeom prst="rect">
            <a:avLst/>
          </a:prstGeom>
          <a:noFill/>
        </p:spPr>
        <p:txBody>
          <a:bodyPr wrap="square" rtlCol="0">
            <a:spAutoFit/>
          </a:bodyPr>
          <a:lstStyle/>
          <a:p>
            <a:r>
              <a:rPr lang="ja-JP" altLang="en-US" sz="1600" dirty="0"/>
              <a:t>図</a:t>
            </a:r>
            <a:r>
              <a:rPr lang="en-US" altLang="ja-JP" sz="1600" dirty="0"/>
              <a:t>2. </a:t>
            </a:r>
            <a:r>
              <a:rPr lang="ja-JP" altLang="en-US" sz="1600" dirty="0"/>
              <a:t>セグメント化の結果</a:t>
            </a:r>
            <a:r>
              <a:rPr lang="en-US" altLang="ja-JP" sz="1600" dirty="0"/>
              <a:t>, [2]</a:t>
            </a:r>
          </a:p>
        </p:txBody>
      </p:sp>
      <p:sp>
        <p:nvSpPr>
          <p:cNvPr id="4" name="スライド番号プレースホルダー 3">
            <a:extLst>
              <a:ext uri="{FF2B5EF4-FFF2-40B4-BE49-F238E27FC236}">
                <a16:creationId xmlns:a16="http://schemas.microsoft.com/office/drawing/2014/main" id="{D8B03F1B-D334-86E6-207B-221DA933AF2B}"/>
              </a:ext>
            </a:extLst>
          </p:cNvPr>
          <p:cNvSpPr>
            <a:spLocks noGrp="1"/>
          </p:cNvSpPr>
          <p:nvPr>
            <p:ph type="sldNum" sz="quarter" idx="12"/>
          </p:nvPr>
        </p:nvSpPr>
        <p:spPr/>
        <p:txBody>
          <a:bodyPr/>
          <a:lstStyle/>
          <a:p>
            <a:fld id="{F53CC62E-8007-4AE4-97B4-A3E2DB5FED0F}" type="slidenum">
              <a:rPr kumimoji="1" lang="ja-JP" altLang="en-US" smtClean="0"/>
              <a:t>18</a:t>
            </a:fld>
            <a:endParaRPr kumimoji="1" lang="ja-JP" altLang="en-US"/>
          </a:p>
        </p:txBody>
      </p:sp>
      <p:sp>
        <p:nvSpPr>
          <p:cNvPr id="6" name="テキスト ボックス 5">
            <a:extLst>
              <a:ext uri="{FF2B5EF4-FFF2-40B4-BE49-F238E27FC236}">
                <a16:creationId xmlns:a16="http://schemas.microsoft.com/office/drawing/2014/main" id="{077EACA7-E87D-CDF8-E91C-5ACD7D53489E}"/>
              </a:ext>
            </a:extLst>
          </p:cNvPr>
          <p:cNvSpPr txBox="1"/>
          <p:nvPr/>
        </p:nvSpPr>
        <p:spPr>
          <a:xfrm>
            <a:off x="119232" y="6484960"/>
            <a:ext cx="10869610" cy="261610"/>
          </a:xfrm>
          <a:prstGeom prst="rect">
            <a:avLst/>
          </a:prstGeom>
          <a:noFill/>
        </p:spPr>
        <p:txBody>
          <a:bodyPr wrap="square">
            <a:spAutoFit/>
          </a:bodyPr>
          <a:lstStyle/>
          <a:p>
            <a:r>
              <a:rPr lang="ja-JP" altLang="en-US" sz="1100" dirty="0"/>
              <a:t>引用</a:t>
            </a:r>
            <a:r>
              <a:rPr lang="en-US" altLang="ja-JP" sz="1100" dirty="0"/>
              <a:t>[2]</a:t>
            </a:r>
            <a:r>
              <a:rPr lang="ja-JP" altLang="en-US" sz="1100" dirty="0"/>
              <a:t>：</a:t>
            </a:r>
            <a:r>
              <a:rPr lang="en-US" altLang="ja-JP" sz="1100" dirty="0"/>
              <a:t>”Enhanced Classification of Heart Sounds Using Mel Frequency Cepstral Coefficients: A Comparative Study of Single and Ensemble Classifier Strategies”, p8</a:t>
            </a:r>
            <a:endParaRPr lang="ja-JP" altLang="en-US" sz="1100" dirty="0"/>
          </a:p>
        </p:txBody>
      </p:sp>
    </p:spTree>
    <p:extLst>
      <p:ext uri="{BB962C8B-B14F-4D97-AF65-F5344CB8AC3E}">
        <p14:creationId xmlns:p14="http://schemas.microsoft.com/office/powerpoint/2010/main" val="21599880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DDD88-1D7F-F61D-0849-4FCAE716C48B}"/>
              </a:ext>
            </a:extLst>
          </p:cNvPr>
          <p:cNvSpPr>
            <a:spLocks noGrp="1"/>
          </p:cNvSpPr>
          <p:nvPr>
            <p:ph type="ctrTitle"/>
          </p:nvPr>
        </p:nvSpPr>
        <p:spPr>
          <a:xfrm>
            <a:off x="359227" y="365019"/>
            <a:ext cx="1648004" cy="671603"/>
          </a:xfrm>
        </p:spPr>
        <p:txBody>
          <a:bodyPr>
            <a:normAutofit/>
          </a:bodyPr>
          <a:lstStyle/>
          <a:p>
            <a:r>
              <a:rPr lang="en-US" altLang="ja-JP" sz="3200"/>
              <a:t>4</a:t>
            </a:r>
            <a:r>
              <a:rPr kumimoji="1" lang="en-US" altLang="ja-JP" sz="3200"/>
              <a:t>. </a:t>
            </a:r>
            <a:r>
              <a:rPr lang="ja-JP" altLang="en-US" sz="3200"/>
              <a:t>結果</a:t>
            </a:r>
            <a:endParaRPr kumimoji="1" lang="ja-JP" altLang="en-US" sz="3200" dirty="0"/>
          </a:p>
        </p:txBody>
      </p:sp>
      <p:sp>
        <p:nvSpPr>
          <p:cNvPr id="4" name="テキスト ボックス 3">
            <a:extLst>
              <a:ext uri="{FF2B5EF4-FFF2-40B4-BE49-F238E27FC236}">
                <a16:creationId xmlns:a16="http://schemas.microsoft.com/office/drawing/2014/main" id="{EAF9C6DB-3F8B-232E-56B5-111C44471753}"/>
              </a:ext>
            </a:extLst>
          </p:cNvPr>
          <p:cNvSpPr txBox="1"/>
          <p:nvPr/>
        </p:nvSpPr>
        <p:spPr>
          <a:xfrm>
            <a:off x="481262" y="1005020"/>
            <a:ext cx="5677692" cy="475515"/>
          </a:xfrm>
          <a:prstGeom prst="rect">
            <a:avLst/>
          </a:prstGeom>
          <a:noFill/>
        </p:spPr>
        <p:txBody>
          <a:bodyPr wrap="square" rtlCol="0">
            <a:spAutoFit/>
          </a:bodyPr>
          <a:lstStyle/>
          <a:p>
            <a:pPr>
              <a:lnSpc>
                <a:spcPct val="107000"/>
              </a:lnSpc>
              <a:spcAft>
                <a:spcPts val="800"/>
              </a:spcAft>
            </a:pPr>
            <a:r>
              <a:rPr lang="en-US" altLang="ja-JP" sz="2400" kern="0" dirty="0">
                <a:latin typeface="+mn-ea"/>
                <a:cs typeface="Times New Roman" panose="02020603050405020304" pitchFamily="18" charset="0"/>
              </a:rPr>
              <a:t>4.1.</a:t>
            </a:r>
            <a:r>
              <a:rPr lang="ja-JP" altLang="en-US" sz="2400" kern="0" dirty="0">
                <a:latin typeface="+mn-ea"/>
                <a:cs typeface="Times New Roman" panose="02020603050405020304" pitchFamily="18" charset="0"/>
              </a:rPr>
              <a:t> 単一・アンサンブル分類器の結果</a:t>
            </a:r>
            <a:endParaRPr lang="ja-JP" altLang="ja-JP" sz="2400" kern="100" dirty="0">
              <a:effectLst/>
              <a:latin typeface="+mn-ea"/>
              <a:cs typeface="Times New Roman" panose="02020603050405020304" pitchFamily="18" charset="0"/>
            </a:endParaRPr>
          </a:p>
        </p:txBody>
      </p:sp>
      <p:pic>
        <p:nvPicPr>
          <p:cNvPr id="5" name="図 4" descr="テーブル&#10;&#10;自動的に生成された説明">
            <a:extLst>
              <a:ext uri="{FF2B5EF4-FFF2-40B4-BE49-F238E27FC236}">
                <a16:creationId xmlns:a16="http://schemas.microsoft.com/office/drawing/2014/main" id="{F270A358-0E0C-4215-8F29-466F75575B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723787"/>
            <a:ext cx="5496692" cy="1705213"/>
          </a:xfrm>
          <a:prstGeom prst="rect">
            <a:avLst/>
          </a:prstGeom>
        </p:spPr>
      </p:pic>
      <p:pic>
        <p:nvPicPr>
          <p:cNvPr id="7" name="図 6" descr="テーブル&#10;&#10;自動的に生成された説明">
            <a:extLst>
              <a:ext uri="{FF2B5EF4-FFF2-40B4-BE49-F238E27FC236}">
                <a16:creationId xmlns:a16="http://schemas.microsoft.com/office/drawing/2014/main" id="{AD6717D7-6E83-04E2-A7B5-41A47FD029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4564978"/>
            <a:ext cx="5677692" cy="1667108"/>
          </a:xfrm>
          <a:prstGeom prst="rect">
            <a:avLst/>
          </a:prstGeom>
        </p:spPr>
      </p:pic>
      <p:sp>
        <p:nvSpPr>
          <p:cNvPr id="18" name="テキスト ボックス 17">
            <a:extLst>
              <a:ext uri="{FF2B5EF4-FFF2-40B4-BE49-F238E27FC236}">
                <a16:creationId xmlns:a16="http://schemas.microsoft.com/office/drawing/2014/main" id="{9DE88B70-768B-919F-3993-5E7CD2A739D1}"/>
              </a:ext>
            </a:extLst>
          </p:cNvPr>
          <p:cNvSpPr txBox="1"/>
          <p:nvPr/>
        </p:nvSpPr>
        <p:spPr>
          <a:xfrm>
            <a:off x="7722585" y="1392999"/>
            <a:ext cx="2596243" cy="338554"/>
          </a:xfrm>
          <a:prstGeom prst="rect">
            <a:avLst/>
          </a:prstGeom>
          <a:noFill/>
        </p:spPr>
        <p:txBody>
          <a:bodyPr wrap="square" rtlCol="0">
            <a:spAutoFit/>
          </a:bodyPr>
          <a:lstStyle/>
          <a:p>
            <a:r>
              <a:rPr lang="ja-JP" altLang="en-US" sz="1600" dirty="0"/>
              <a:t>表</a:t>
            </a:r>
            <a:r>
              <a:rPr lang="en-US" altLang="ja-JP" sz="1600" dirty="0"/>
              <a:t>1. </a:t>
            </a:r>
            <a:r>
              <a:rPr lang="ja-JP" altLang="en-US" sz="1600" dirty="0"/>
              <a:t>単一分類器の結果</a:t>
            </a:r>
            <a:endParaRPr lang="en-US" altLang="ja-JP" sz="1600" dirty="0"/>
          </a:p>
        </p:txBody>
      </p:sp>
      <p:sp>
        <p:nvSpPr>
          <p:cNvPr id="22" name="テキスト ボックス 21">
            <a:extLst>
              <a:ext uri="{FF2B5EF4-FFF2-40B4-BE49-F238E27FC236}">
                <a16:creationId xmlns:a16="http://schemas.microsoft.com/office/drawing/2014/main" id="{BE2D543C-1632-7227-E5C7-451F4999434F}"/>
              </a:ext>
            </a:extLst>
          </p:cNvPr>
          <p:cNvSpPr txBox="1"/>
          <p:nvPr/>
        </p:nvSpPr>
        <p:spPr>
          <a:xfrm>
            <a:off x="7358310" y="4226424"/>
            <a:ext cx="3153071" cy="338554"/>
          </a:xfrm>
          <a:prstGeom prst="rect">
            <a:avLst/>
          </a:prstGeom>
          <a:noFill/>
        </p:spPr>
        <p:txBody>
          <a:bodyPr wrap="square">
            <a:spAutoFit/>
          </a:bodyPr>
          <a:lstStyle/>
          <a:p>
            <a:r>
              <a:rPr lang="ja-JP" altLang="en-US" sz="1600" dirty="0"/>
              <a:t>表</a:t>
            </a:r>
            <a:r>
              <a:rPr lang="en-US" altLang="ja-JP" sz="1600" dirty="0"/>
              <a:t>2. </a:t>
            </a:r>
            <a:r>
              <a:rPr lang="ja-JP" altLang="en-US" sz="1600" dirty="0"/>
              <a:t>アンサンブル分類器の結果</a:t>
            </a:r>
            <a:endParaRPr lang="en-US" altLang="ja-JP" sz="1600" dirty="0"/>
          </a:p>
        </p:txBody>
      </p:sp>
      <p:sp>
        <p:nvSpPr>
          <p:cNvPr id="24" name="テキスト ボックス 23">
            <a:extLst>
              <a:ext uri="{FF2B5EF4-FFF2-40B4-BE49-F238E27FC236}">
                <a16:creationId xmlns:a16="http://schemas.microsoft.com/office/drawing/2014/main" id="{9902AD7B-ADE8-CC6B-58C2-F7BE045DCDAC}"/>
              </a:ext>
            </a:extLst>
          </p:cNvPr>
          <p:cNvSpPr txBox="1"/>
          <p:nvPr/>
        </p:nvSpPr>
        <p:spPr>
          <a:xfrm>
            <a:off x="599308" y="2099426"/>
            <a:ext cx="4892842" cy="1477328"/>
          </a:xfrm>
          <a:prstGeom prst="rect">
            <a:avLst/>
          </a:prstGeom>
          <a:noFill/>
        </p:spPr>
        <p:txBody>
          <a:bodyPr wrap="square" rtlCol="0">
            <a:spAutoFit/>
          </a:bodyPr>
          <a:lstStyle/>
          <a:p>
            <a:pPr marL="285750" indent="-285750">
              <a:buFont typeface="Wingdings" panose="05000000000000000000" pitchFamily="2" charset="2"/>
              <a:buChar char="l"/>
            </a:pPr>
            <a:r>
              <a:rPr lang="en-US" altLang="ja-JP" dirty="0"/>
              <a:t>k</a:t>
            </a:r>
            <a:r>
              <a:rPr kumimoji="1" lang="ja-JP" altLang="en-US" dirty="0"/>
              <a:t>近傍法</a:t>
            </a:r>
            <a:r>
              <a:rPr kumimoji="1" lang="en-US" altLang="ja-JP" dirty="0"/>
              <a:t>(</a:t>
            </a:r>
            <a:r>
              <a:rPr kumimoji="1" lang="en-US" altLang="ja-JP" dirty="0" err="1"/>
              <a:t>kNN</a:t>
            </a:r>
            <a:r>
              <a:rPr kumimoji="1" lang="en-US" altLang="ja-JP" dirty="0"/>
              <a:t>)</a:t>
            </a:r>
            <a:r>
              <a:rPr kumimoji="1" lang="ja-JP" altLang="en-US" dirty="0"/>
              <a:t>では、</a:t>
            </a:r>
            <a:r>
              <a:rPr kumimoji="1" lang="en-US" altLang="ja-JP" dirty="0"/>
              <a:t>k=3</a:t>
            </a:r>
            <a:r>
              <a:rPr kumimoji="1" lang="ja-JP" altLang="en-US" dirty="0"/>
              <a:t>が最も高い結果を得たため、</a:t>
            </a:r>
            <a:r>
              <a:rPr kumimoji="1" lang="en-US" altLang="ja-JP" dirty="0"/>
              <a:t>k=3</a:t>
            </a:r>
            <a:r>
              <a:rPr kumimoji="1" lang="ja-JP" altLang="en-US" dirty="0"/>
              <a:t>のみ示している。</a:t>
            </a:r>
            <a:endParaRPr kumimoji="1" lang="en-US" altLang="ja-JP" dirty="0"/>
          </a:p>
          <a:p>
            <a:pPr marL="285750" indent="-285750">
              <a:buFont typeface="Wingdings" panose="05000000000000000000" pitchFamily="2" charset="2"/>
              <a:buChar char="l"/>
            </a:pPr>
            <a:endParaRPr lang="en-US" altLang="ja-JP" dirty="0"/>
          </a:p>
          <a:p>
            <a:pPr marL="285750" indent="-285750">
              <a:buFont typeface="Wingdings" panose="05000000000000000000" pitchFamily="2" charset="2"/>
              <a:buChar char="l"/>
            </a:pPr>
            <a:r>
              <a:rPr kumimoji="1" lang="en-US" altLang="ja-JP" dirty="0"/>
              <a:t>SVM</a:t>
            </a:r>
            <a:r>
              <a:rPr kumimoji="1" lang="ja-JP" altLang="en-US" dirty="0"/>
              <a:t>では、多項式カーネルが最も高い結果を得たため多項式のみ示している。</a:t>
            </a:r>
          </a:p>
        </p:txBody>
      </p:sp>
      <p:sp>
        <p:nvSpPr>
          <p:cNvPr id="25" name="テキスト ボックス 24">
            <a:extLst>
              <a:ext uri="{FF2B5EF4-FFF2-40B4-BE49-F238E27FC236}">
                <a16:creationId xmlns:a16="http://schemas.microsoft.com/office/drawing/2014/main" id="{787F3587-A294-1F75-4EAA-6F6EC2173552}"/>
              </a:ext>
            </a:extLst>
          </p:cNvPr>
          <p:cNvSpPr txBox="1"/>
          <p:nvPr/>
        </p:nvSpPr>
        <p:spPr>
          <a:xfrm>
            <a:off x="599308" y="5398532"/>
            <a:ext cx="4892842" cy="369332"/>
          </a:xfrm>
          <a:prstGeom prst="rect">
            <a:avLst/>
          </a:prstGeom>
          <a:noFill/>
        </p:spPr>
        <p:txBody>
          <a:bodyPr wrap="square" rtlCol="0">
            <a:spAutoFit/>
          </a:bodyPr>
          <a:lstStyle/>
          <a:p>
            <a:pPr marL="285750" indent="-285750">
              <a:buFont typeface="Wingdings" panose="05000000000000000000" pitchFamily="2" charset="2"/>
              <a:buChar char="l"/>
            </a:pPr>
            <a:r>
              <a:rPr kumimoji="1" lang="ja-JP" altLang="en-US" dirty="0"/>
              <a:t>表</a:t>
            </a:r>
            <a:r>
              <a:rPr kumimoji="1" lang="en-US" altLang="ja-JP" dirty="0"/>
              <a:t>1</a:t>
            </a:r>
            <a:r>
              <a:rPr lang="ja-JP" altLang="en-US" dirty="0"/>
              <a:t>と同様の条件とした。</a:t>
            </a:r>
            <a:endParaRPr kumimoji="1" lang="ja-JP" altLang="en-US" dirty="0"/>
          </a:p>
        </p:txBody>
      </p:sp>
      <p:sp>
        <p:nvSpPr>
          <p:cNvPr id="6" name="スライド番号プレースホルダー 5">
            <a:extLst>
              <a:ext uri="{FF2B5EF4-FFF2-40B4-BE49-F238E27FC236}">
                <a16:creationId xmlns:a16="http://schemas.microsoft.com/office/drawing/2014/main" id="{5DDCF0E1-0582-6C05-DDE2-8F3A0D28D078}"/>
              </a:ext>
            </a:extLst>
          </p:cNvPr>
          <p:cNvSpPr>
            <a:spLocks noGrp="1"/>
          </p:cNvSpPr>
          <p:nvPr>
            <p:ph type="sldNum" sz="quarter" idx="12"/>
          </p:nvPr>
        </p:nvSpPr>
        <p:spPr/>
        <p:txBody>
          <a:bodyPr/>
          <a:lstStyle/>
          <a:p>
            <a:fld id="{F53CC62E-8007-4AE4-97B4-A3E2DB5FED0F}" type="slidenum">
              <a:rPr kumimoji="1" lang="ja-JP" altLang="en-US" smtClean="0"/>
              <a:t>19</a:t>
            </a:fld>
            <a:endParaRPr kumimoji="1" lang="ja-JP" altLang="en-US"/>
          </a:p>
        </p:txBody>
      </p:sp>
      <p:sp>
        <p:nvSpPr>
          <p:cNvPr id="8" name="テキスト ボックス 7">
            <a:extLst>
              <a:ext uri="{FF2B5EF4-FFF2-40B4-BE49-F238E27FC236}">
                <a16:creationId xmlns:a16="http://schemas.microsoft.com/office/drawing/2014/main" id="{C76EDC56-EE78-BCF6-CB5B-70EBA35E27CD}"/>
              </a:ext>
            </a:extLst>
          </p:cNvPr>
          <p:cNvSpPr txBox="1"/>
          <p:nvPr/>
        </p:nvSpPr>
        <p:spPr>
          <a:xfrm>
            <a:off x="119232" y="6484960"/>
            <a:ext cx="10869610" cy="261610"/>
          </a:xfrm>
          <a:prstGeom prst="rect">
            <a:avLst/>
          </a:prstGeom>
          <a:noFill/>
        </p:spPr>
        <p:txBody>
          <a:bodyPr wrap="square">
            <a:spAutoFit/>
          </a:bodyPr>
          <a:lstStyle/>
          <a:p>
            <a:r>
              <a:rPr lang="ja-JP" altLang="en-US" sz="1100" dirty="0"/>
              <a:t>引用</a:t>
            </a:r>
            <a:r>
              <a:rPr lang="en-US" altLang="ja-JP" sz="1100" dirty="0"/>
              <a:t>[3]</a:t>
            </a:r>
            <a:r>
              <a:rPr lang="ja-JP" altLang="en-US" sz="1100" dirty="0"/>
              <a:t>：</a:t>
            </a:r>
            <a:r>
              <a:rPr lang="en-US" altLang="ja-JP" sz="1100" dirty="0"/>
              <a:t>”Enhanced Classification of Heart Sounds Using Mel Frequency Cepstral Coefficients: A Comparative Study of Single and Ensemble Classifier Strategies”, p8-9</a:t>
            </a:r>
            <a:endParaRPr lang="ja-JP" altLang="en-US" sz="1100" dirty="0"/>
          </a:p>
        </p:txBody>
      </p:sp>
      <p:sp>
        <p:nvSpPr>
          <p:cNvPr id="10" name="テキスト ボックス 9">
            <a:extLst>
              <a:ext uri="{FF2B5EF4-FFF2-40B4-BE49-F238E27FC236}">
                <a16:creationId xmlns:a16="http://schemas.microsoft.com/office/drawing/2014/main" id="{BC62B961-8792-8EA1-57E6-9EDBBE63BBAF}"/>
              </a:ext>
            </a:extLst>
          </p:cNvPr>
          <p:cNvSpPr txBox="1"/>
          <p:nvPr/>
        </p:nvSpPr>
        <p:spPr>
          <a:xfrm>
            <a:off x="10510168" y="4259764"/>
            <a:ext cx="541421" cy="261610"/>
          </a:xfrm>
          <a:prstGeom prst="rect">
            <a:avLst/>
          </a:prstGeom>
          <a:noFill/>
        </p:spPr>
        <p:txBody>
          <a:bodyPr wrap="square">
            <a:spAutoFit/>
          </a:bodyPr>
          <a:lstStyle/>
          <a:p>
            <a:r>
              <a:rPr lang="en-US" altLang="ja-JP" sz="1100" dirty="0"/>
              <a:t>[3]</a:t>
            </a:r>
            <a:endParaRPr lang="ja-JP" altLang="en-US" sz="1100" dirty="0"/>
          </a:p>
        </p:txBody>
      </p:sp>
      <p:sp>
        <p:nvSpPr>
          <p:cNvPr id="11" name="テキスト ボックス 10">
            <a:extLst>
              <a:ext uri="{FF2B5EF4-FFF2-40B4-BE49-F238E27FC236}">
                <a16:creationId xmlns:a16="http://schemas.microsoft.com/office/drawing/2014/main" id="{A7ADB967-BCBD-EAE7-4097-933F4EA1A7F4}"/>
              </a:ext>
            </a:extLst>
          </p:cNvPr>
          <p:cNvSpPr txBox="1"/>
          <p:nvPr/>
        </p:nvSpPr>
        <p:spPr>
          <a:xfrm>
            <a:off x="9952705" y="1426339"/>
            <a:ext cx="541421" cy="261610"/>
          </a:xfrm>
          <a:prstGeom prst="rect">
            <a:avLst/>
          </a:prstGeom>
          <a:noFill/>
        </p:spPr>
        <p:txBody>
          <a:bodyPr wrap="square">
            <a:spAutoFit/>
          </a:bodyPr>
          <a:lstStyle/>
          <a:p>
            <a:r>
              <a:rPr lang="en-US" altLang="ja-JP" sz="1100" dirty="0"/>
              <a:t>[3]</a:t>
            </a:r>
            <a:endParaRPr lang="ja-JP" altLang="en-US" sz="1100" dirty="0"/>
          </a:p>
        </p:txBody>
      </p:sp>
    </p:spTree>
    <p:extLst>
      <p:ext uri="{BB962C8B-B14F-4D97-AF65-F5344CB8AC3E}">
        <p14:creationId xmlns:p14="http://schemas.microsoft.com/office/powerpoint/2010/main" val="40909656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DDD88-1D7F-F61D-0849-4FCAE716C48B}"/>
              </a:ext>
            </a:extLst>
          </p:cNvPr>
          <p:cNvSpPr>
            <a:spLocks noGrp="1"/>
          </p:cNvSpPr>
          <p:nvPr>
            <p:ph type="ctrTitle"/>
          </p:nvPr>
        </p:nvSpPr>
        <p:spPr>
          <a:xfrm>
            <a:off x="359227" y="365019"/>
            <a:ext cx="1648004" cy="671603"/>
          </a:xfrm>
        </p:spPr>
        <p:txBody>
          <a:bodyPr>
            <a:normAutofit/>
          </a:bodyPr>
          <a:lstStyle/>
          <a:p>
            <a:r>
              <a:rPr lang="en-US" altLang="ja-JP" sz="3200"/>
              <a:t>4</a:t>
            </a:r>
            <a:r>
              <a:rPr kumimoji="1" lang="en-US" altLang="ja-JP" sz="3200"/>
              <a:t>. </a:t>
            </a:r>
            <a:r>
              <a:rPr lang="ja-JP" altLang="en-US" sz="3200"/>
              <a:t>結果</a:t>
            </a:r>
            <a:endParaRPr kumimoji="1" lang="ja-JP" altLang="en-US" sz="3200" dirty="0"/>
          </a:p>
        </p:txBody>
      </p:sp>
      <p:sp>
        <p:nvSpPr>
          <p:cNvPr id="4" name="テキスト ボックス 3">
            <a:extLst>
              <a:ext uri="{FF2B5EF4-FFF2-40B4-BE49-F238E27FC236}">
                <a16:creationId xmlns:a16="http://schemas.microsoft.com/office/drawing/2014/main" id="{EAF9C6DB-3F8B-232E-56B5-111C44471753}"/>
              </a:ext>
            </a:extLst>
          </p:cNvPr>
          <p:cNvSpPr txBox="1"/>
          <p:nvPr/>
        </p:nvSpPr>
        <p:spPr>
          <a:xfrm>
            <a:off x="481262" y="1005020"/>
            <a:ext cx="7395412" cy="475515"/>
          </a:xfrm>
          <a:prstGeom prst="rect">
            <a:avLst/>
          </a:prstGeom>
          <a:noFill/>
        </p:spPr>
        <p:txBody>
          <a:bodyPr wrap="square" rtlCol="0">
            <a:spAutoFit/>
          </a:bodyPr>
          <a:lstStyle/>
          <a:p>
            <a:pPr>
              <a:lnSpc>
                <a:spcPct val="107000"/>
              </a:lnSpc>
              <a:spcAft>
                <a:spcPts val="800"/>
              </a:spcAft>
            </a:pPr>
            <a:r>
              <a:rPr lang="en-US" altLang="ja-JP" sz="2400" kern="0" dirty="0">
                <a:latin typeface="+mn-ea"/>
                <a:cs typeface="Times New Roman" panose="02020603050405020304" pitchFamily="18" charset="0"/>
              </a:rPr>
              <a:t>4.2.</a:t>
            </a:r>
            <a:r>
              <a:rPr lang="ja-JP" altLang="en-US" sz="2400" kern="0" dirty="0">
                <a:latin typeface="+mn-ea"/>
                <a:cs typeface="Times New Roman" panose="02020603050405020304" pitchFamily="18" charset="0"/>
              </a:rPr>
              <a:t> 単一・アンサンブル分類器の精度</a:t>
            </a:r>
            <a:r>
              <a:rPr lang="en-US" altLang="ja-JP" sz="2400" kern="0" dirty="0">
                <a:latin typeface="+mn-ea"/>
                <a:cs typeface="Times New Roman" panose="02020603050405020304" pitchFamily="18" charset="0"/>
              </a:rPr>
              <a:t>(Acc)</a:t>
            </a:r>
            <a:r>
              <a:rPr lang="ja-JP" altLang="en-US" sz="2400" kern="0" dirty="0">
                <a:latin typeface="+mn-ea"/>
                <a:cs typeface="Times New Roman" panose="02020603050405020304" pitchFamily="18" charset="0"/>
              </a:rPr>
              <a:t>の比較</a:t>
            </a:r>
            <a:endParaRPr lang="ja-JP" altLang="ja-JP" sz="2400" kern="100" dirty="0">
              <a:effectLst/>
              <a:latin typeface="+mn-ea"/>
              <a:cs typeface="Times New Roman" panose="02020603050405020304" pitchFamily="18" charset="0"/>
            </a:endParaRPr>
          </a:p>
        </p:txBody>
      </p:sp>
      <p:pic>
        <p:nvPicPr>
          <p:cNvPr id="6" name="図 5" descr="グラフ, 棒グラフ&#10;&#10;自動的に生成された説明">
            <a:extLst>
              <a:ext uri="{FF2B5EF4-FFF2-40B4-BE49-F238E27FC236}">
                <a16:creationId xmlns:a16="http://schemas.microsoft.com/office/drawing/2014/main" id="{83AB4DF1-0555-5B91-EC91-7D51548F6C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2063" y="1950929"/>
            <a:ext cx="4831530" cy="3270009"/>
          </a:xfrm>
          <a:prstGeom prst="rect">
            <a:avLst/>
          </a:prstGeom>
        </p:spPr>
      </p:pic>
      <p:sp>
        <p:nvSpPr>
          <p:cNvPr id="8" name="テキスト ボックス 7">
            <a:extLst>
              <a:ext uri="{FF2B5EF4-FFF2-40B4-BE49-F238E27FC236}">
                <a16:creationId xmlns:a16="http://schemas.microsoft.com/office/drawing/2014/main" id="{842FDA1C-2F1C-421B-E954-9418BE64E5F8}"/>
              </a:ext>
            </a:extLst>
          </p:cNvPr>
          <p:cNvSpPr txBox="1"/>
          <p:nvPr/>
        </p:nvSpPr>
        <p:spPr>
          <a:xfrm>
            <a:off x="7221804" y="5220938"/>
            <a:ext cx="4491789" cy="338554"/>
          </a:xfrm>
          <a:prstGeom prst="rect">
            <a:avLst/>
          </a:prstGeom>
          <a:noFill/>
        </p:spPr>
        <p:txBody>
          <a:bodyPr wrap="square" rtlCol="0">
            <a:spAutoFit/>
          </a:bodyPr>
          <a:lstStyle/>
          <a:p>
            <a:r>
              <a:rPr lang="ja-JP" altLang="en-US" sz="1600" dirty="0"/>
              <a:t>図</a:t>
            </a:r>
            <a:r>
              <a:rPr lang="en-US" altLang="ja-JP" sz="1600" dirty="0"/>
              <a:t>3. </a:t>
            </a:r>
            <a:r>
              <a:rPr lang="ja-JP" altLang="en-US" sz="1600" dirty="0"/>
              <a:t>単一・アンサンブル分類器の精度の比較</a:t>
            </a:r>
            <a:endParaRPr lang="en-US" altLang="ja-JP" sz="1600" dirty="0"/>
          </a:p>
        </p:txBody>
      </p:sp>
      <p:sp>
        <p:nvSpPr>
          <p:cNvPr id="9" name="テキスト ボックス 8">
            <a:extLst>
              <a:ext uri="{FF2B5EF4-FFF2-40B4-BE49-F238E27FC236}">
                <a16:creationId xmlns:a16="http://schemas.microsoft.com/office/drawing/2014/main" id="{0A9C74D4-3B09-D5FA-024B-E38C37AB7E2F}"/>
              </a:ext>
            </a:extLst>
          </p:cNvPr>
          <p:cNvSpPr txBox="1"/>
          <p:nvPr/>
        </p:nvSpPr>
        <p:spPr>
          <a:xfrm>
            <a:off x="619051" y="3429000"/>
            <a:ext cx="5791201" cy="2031325"/>
          </a:xfrm>
          <a:prstGeom prst="rect">
            <a:avLst/>
          </a:prstGeom>
          <a:noFill/>
        </p:spPr>
        <p:txBody>
          <a:bodyPr wrap="square" rtlCol="0">
            <a:spAutoFit/>
          </a:bodyPr>
          <a:lstStyle/>
          <a:p>
            <a:pPr marL="285750" indent="-285750">
              <a:buFont typeface="Wingdings" panose="05000000000000000000" pitchFamily="2" charset="2"/>
              <a:buChar char="l"/>
            </a:pPr>
            <a:r>
              <a:rPr lang="ja-JP" altLang="en-US" dirty="0"/>
              <a:t>右の図は、単一分類器とアンサンブル分類器の精度</a:t>
            </a:r>
            <a:r>
              <a:rPr lang="en-US" altLang="ja-JP" dirty="0"/>
              <a:t>(Acc)</a:t>
            </a:r>
            <a:r>
              <a:rPr lang="ja-JP" altLang="en-US" dirty="0"/>
              <a:t>の比較結果を示している。</a:t>
            </a:r>
            <a:endParaRPr lang="en-US" altLang="ja-JP" dirty="0"/>
          </a:p>
          <a:p>
            <a:endParaRPr lang="en-US" altLang="ja-JP" dirty="0"/>
          </a:p>
          <a:p>
            <a:pPr marL="285750" indent="-285750">
              <a:buFont typeface="Wingdings" panose="05000000000000000000" pitchFamily="2" charset="2"/>
              <a:buChar char="l"/>
            </a:pPr>
            <a:r>
              <a:rPr lang="en-US" altLang="ja-JP" dirty="0"/>
              <a:t>DT</a:t>
            </a:r>
            <a:r>
              <a:rPr lang="ja-JP" altLang="en-US" dirty="0"/>
              <a:t>、</a:t>
            </a:r>
            <a:r>
              <a:rPr lang="en-US" altLang="ja-JP" dirty="0"/>
              <a:t>SVM</a:t>
            </a:r>
            <a:r>
              <a:rPr lang="ja-JP" altLang="en-US" dirty="0"/>
              <a:t>において、アンサンブル分類の精度がそれぞれ</a:t>
            </a:r>
            <a:r>
              <a:rPr lang="en-US" altLang="ja-JP" dirty="0"/>
              <a:t>4.89%</a:t>
            </a:r>
            <a:r>
              <a:rPr lang="ja-JP" altLang="en-US" dirty="0"/>
              <a:t>、</a:t>
            </a:r>
            <a:r>
              <a:rPr lang="en-US" altLang="ja-JP" dirty="0"/>
              <a:t>1.64%</a:t>
            </a:r>
            <a:r>
              <a:rPr lang="ja-JP" altLang="en-US" dirty="0"/>
              <a:t>向上した。</a:t>
            </a:r>
            <a:endParaRPr lang="en-US" altLang="ja-JP" dirty="0"/>
          </a:p>
          <a:p>
            <a:pPr marL="285750" indent="-285750">
              <a:buFont typeface="Wingdings" panose="05000000000000000000" pitchFamily="2" charset="2"/>
              <a:buChar char="l"/>
            </a:pPr>
            <a:endParaRPr lang="en-US" altLang="ja-JP" dirty="0"/>
          </a:p>
          <a:p>
            <a:pPr marL="285750" indent="-285750">
              <a:buFont typeface="Wingdings" panose="05000000000000000000" pitchFamily="2" charset="2"/>
              <a:buChar char="l"/>
            </a:pPr>
            <a:r>
              <a:rPr lang="en-US" altLang="ja-JP" dirty="0" err="1"/>
              <a:t>kNN</a:t>
            </a:r>
            <a:r>
              <a:rPr lang="ja-JP" altLang="en-US" dirty="0"/>
              <a:t>では統計的に有意な差はなかった。</a:t>
            </a:r>
            <a:endParaRPr lang="en-US" altLang="ja-JP" dirty="0"/>
          </a:p>
        </p:txBody>
      </p:sp>
      <p:sp>
        <p:nvSpPr>
          <p:cNvPr id="5" name="スライド番号プレースホルダー 4">
            <a:extLst>
              <a:ext uri="{FF2B5EF4-FFF2-40B4-BE49-F238E27FC236}">
                <a16:creationId xmlns:a16="http://schemas.microsoft.com/office/drawing/2014/main" id="{BCD82B4D-98E2-E7C7-1FF3-3BBFA6699965}"/>
              </a:ext>
            </a:extLst>
          </p:cNvPr>
          <p:cNvSpPr>
            <a:spLocks noGrp="1"/>
          </p:cNvSpPr>
          <p:nvPr>
            <p:ph type="sldNum" sz="quarter" idx="12"/>
          </p:nvPr>
        </p:nvSpPr>
        <p:spPr/>
        <p:txBody>
          <a:bodyPr/>
          <a:lstStyle/>
          <a:p>
            <a:fld id="{F53CC62E-8007-4AE4-97B4-A3E2DB5FED0F}" type="slidenum">
              <a:rPr kumimoji="1" lang="ja-JP" altLang="en-US" smtClean="0"/>
              <a:t>20</a:t>
            </a:fld>
            <a:endParaRPr kumimoji="1" lang="ja-JP" altLang="en-US"/>
          </a:p>
        </p:txBody>
      </p:sp>
      <p:sp>
        <p:nvSpPr>
          <p:cNvPr id="7" name="テキスト ボックス 6">
            <a:extLst>
              <a:ext uri="{FF2B5EF4-FFF2-40B4-BE49-F238E27FC236}">
                <a16:creationId xmlns:a16="http://schemas.microsoft.com/office/drawing/2014/main" id="{FD5425D2-553C-05A6-A4A2-62B92965F01A}"/>
              </a:ext>
            </a:extLst>
          </p:cNvPr>
          <p:cNvSpPr txBox="1"/>
          <p:nvPr/>
        </p:nvSpPr>
        <p:spPr>
          <a:xfrm>
            <a:off x="119232" y="6484960"/>
            <a:ext cx="10869610" cy="261610"/>
          </a:xfrm>
          <a:prstGeom prst="rect">
            <a:avLst/>
          </a:prstGeom>
          <a:noFill/>
        </p:spPr>
        <p:txBody>
          <a:bodyPr wrap="square">
            <a:spAutoFit/>
          </a:bodyPr>
          <a:lstStyle/>
          <a:p>
            <a:r>
              <a:rPr lang="ja-JP" altLang="en-US" sz="1100" dirty="0"/>
              <a:t>引用</a:t>
            </a:r>
            <a:r>
              <a:rPr lang="en-US" altLang="ja-JP" sz="1100" dirty="0"/>
              <a:t>[4]</a:t>
            </a:r>
            <a:r>
              <a:rPr lang="ja-JP" altLang="en-US" sz="1100" dirty="0"/>
              <a:t>：</a:t>
            </a:r>
            <a:r>
              <a:rPr lang="en-US" altLang="ja-JP" sz="1100" dirty="0"/>
              <a:t>”Enhanced Classification of Heart Sounds Using Mel Frequency Cepstral Coefficients: A Comparative Study of Single and Ensemble Classifier Strategies”, p9-10</a:t>
            </a:r>
            <a:endParaRPr lang="ja-JP" altLang="en-US" sz="1100" dirty="0"/>
          </a:p>
        </p:txBody>
      </p:sp>
      <p:sp>
        <p:nvSpPr>
          <p:cNvPr id="10" name="テキスト ボックス 9">
            <a:extLst>
              <a:ext uri="{FF2B5EF4-FFF2-40B4-BE49-F238E27FC236}">
                <a16:creationId xmlns:a16="http://schemas.microsoft.com/office/drawing/2014/main" id="{1C1B7003-A231-4B95-9E65-D8F93F81FE2D}"/>
              </a:ext>
            </a:extLst>
          </p:cNvPr>
          <p:cNvSpPr txBox="1"/>
          <p:nvPr/>
        </p:nvSpPr>
        <p:spPr>
          <a:xfrm>
            <a:off x="11442882" y="5242637"/>
            <a:ext cx="541421" cy="261610"/>
          </a:xfrm>
          <a:prstGeom prst="rect">
            <a:avLst/>
          </a:prstGeom>
          <a:noFill/>
        </p:spPr>
        <p:txBody>
          <a:bodyPr wrap="square">
            <a:spAutoFit/>
          </a:bodyPr>
          <a:lstStyle/>
          <a:p>
            <a:r>
              <a:rPr lang="en-US" altLang="ja-JP" sz="1100" dirty="0"/>
              <a:t>[4]</a:t>
            </a:r>
            <a:endParaRPr lang="ja-JP" altLang="en-US" sz="1100" dirty="0"/>
          </a:p>
        </p:txBody>
      </p:sp>
    </p:spTree>
    <p:extLst>
      <p:ext uri="{BB962C8B-B14F-4D97-AF65-F5344CB8AC3E}">
        <p14:creationId xmlns:p14="http://schemas.microsoft.com/office/powerpoint/2010/main" val="20078777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DDD88-1D7F-F61D-0849-4FCAE716C48B}"/>
              </a:ext>
            </a:extLst>
          </p:cNvPr>
          <p:cNvSpPr>
            <a:spLocks noGrp="1"/>
          </p:cNvSpPr>
          <p:nvPr>
            <p:ph type="ctrTitle"/>
          </p:nvPr>
        </p:nvSpPr>
        <p:spPr>
          <a:xfrm>
            <a:off x="359227" y="365019"/>
            <a:ext cx="1648004" cy="671603"/>
          </a:xfrm>
        </p:spPr>
        <p:txBody>
          <a:bodyPr>
            <a:normAutofit/>
          </a:bodyPr>
          <a:lstStyle/>
          <a:p>
            <a:r>
              <a:rPr lang="en-US" altLang="ja-JP" sz="3200"/>
              <a:t>4</a:t>
            </a:r>
            <a:r>
              <a:rPr kumimoji="1" lang="en-US" altLang="ja-JP" sz="3200"/>
              <a:t>. </a:t>
            </a:r>
            <a:r>
              <a:rPr lang="ja-JP" altLang="en-US" sz="3200"/>
              <a:t>結果</a:t>
            </a:r>
            <a:endParaRPr kumimoji="1" lang="ja-JP" altLang="en-US" sz="3200" dirty="0"/>
          </a:p>
        </p:txBody>
      </p:sp>
      <p:sp>
        <p:nvSpPr>
          <p:cNvPr id="4" name="テキスト ボックス 3">
            <a:extLst>
              <a:ext uri="{FF2B5EF4-FFF2-40B4-BE49-F238E27FC236}">
                <a16:creationId xmlns:a16="http://schemas.microsoft.com/office/drawing/2014/main" id="{EAF9C6DB-3F8B-232E-56B5-111C44471753}"/>
              </a:ext>
            </a:extLst>
          </p:cNvPr>
          <p:cNvSpPr txBox="1"/>
          <p:nvPr/>
        </p:nvSpPr>
        <p:spPr>
          <a:xfrm>
            <a:off x="481262" y="1005020"/>
            <a:ext cx="7507706" cy="475515"/>
          </a:xfrm>
          <a:prstGeom prst="rect">
            <a:avLst/>
          </a:prstGeom>
          <a:noFill/>
        </p:spPr>
        <p:txBody>
          <a:bodyPr wrap="square" rtlCol="0">
            <a:spAutoFit/>
          </a:bodyPr>
          <a:lstStyle/>
          <a:p>
            <a:pPr>
              <a:lnSpc>
                <a:spcPct val="107000"/>
              </a:lnSpc>
              <a:spcAft>
                <a:spcPts val="800"/>
              </a:spcAft>
            </a:pPr>
            <a:r>
              <a:rPr lang="en-US" altLang="ja-JP" sz="2400" kern="0" dirty="0">
                <a:latin typeface="+mn-ea"/>
                <a:cs typeface="Times New Roman" panose="02020603050405020304" pitchFamily="18" charset="0"/>
              </a:rPr>
              <a:t>4.3.</a:t>
            </a:r>
            <a:r>
              <a:rPr lang="ja-JP" altLang="en-US" sz="2400" kern="0" dirty="0">
                <a:latin typeface="+mn-ea"/>
                <a:cs typeface="Times New Roman" panose="02020603050405020304" pitchFamily="18" charset="0"/>
              </a:rPr>
              <a:t> 単一・アンサンブル分類器の感度</a:t>
            </a:r>
            <a:r>
              <a:rPr lang="en-US" altLang="ja-JP" sz="2400" kern="0" dirty="0">
                <a:latin typeface="+mn-ea"/>
                <a:cs typeface="Times New Roman" panose="02020603050405020304" pitchFamily="18" charset="0"/>
              </a:rPr>
              <a:t>(Se)</a:t>
            </a:r>
            <a:r>
              <a:rPr lang="ja-JP" altLang="en-US" sz="2400" kern="0" dirty="0">
                <a:latin typeface="+mn-ea"/>
                <a:cs typeface="Times New Roman" panose="02020603050405020304" pitchFamily="18" charset="0"/>
              </a:rPr>
              <a:t>の比較</a:t>
            </a:r>
            <a:endParaRPr lang="ja-JP" altLang="ja-JP" sz="2400" kern="100" dirty="0">
              <a:effectLst/>
              <a:latin typeface="+mn-ea"/>
              <a:cs typeface="Times New Roman" panose="02020603050405020304" pitchFamily="18" charset="0"/>
            </a:endParaRPr>
          </a:p>
        </p:txBody>
      </p:sp>
      <p:sp>
        <p:nvSpPr>
          <p:cNvPr id="8" name="テキスト ボックス 7">
            <a:extLst>
              <a:ext uri="{FF2B5EF4-FFF2-40B4-BE49-F238E27FC236}">
                <a16:creationId xmlns:a16="http://schemas.microsoft.com/office/drawing/2014/main" id="{842FDA1C-2F1C-421B-E954-9418BE64E5F8}"/>
              </a:ext>
            </a:extLst>
          </p:cNvPr>
          <p:cNvSpPr txBox="1"/>
          <p:nvPr/>
        </p:nvSpPr>
        <p:spPr>
          <a:xfrm>
            <a:off x="7221804" y="5220938"/>
            <a:ext cx="4491789" cy="338554"/>
          </a:xfrm>
          <a:prstGeom prst="rect">
            <a:avLst/>
          </a:prstGeom>
          <a:noFill/>
        </p:spPr>
        <p:txBody>
          <a:bodyPr wrap="square" rtlCol="0">
            <a:spAutoFit/>
          </a:bodyPr>
          <a:lstStyle/>
          <a:p>
            <a:r>
              <a:rPr lang="ja-JP" altLang="en-US" sz="1600" dirty="0"/>
              <a:t>図</a:t>
            </a:r>
            <a:r>
              <a:rPr lang="en-US" altLang="ja-JP" sz="1600" dirty="0"/>
              <a:t>4. </a:t>
            </a:r>
            <a:r>
              <a:rPr lang="ja-JP" altLang="en-US" sz="1600" dirty="0"/>
              <a:t>単一・アンサンブル分類器の感度の比較</a:t>
            </a:r>
            <a:endParaRPr lang="en-US" altLang="ja-JP" sz="1600" dirty="0"/>
          </a:p>
        </p:txBody>
      </p:sp>
      <p:sp>
        <p:nvSpPr>
          <p:cNvPr id="9" name="テキスト ボックス 8">
            <a:extLst>
              <a:ext uri="{FF2B5EF4-FFF2-40B4-BE49-F238E27FC236}">
                <a16:creationId xmlns:a16="http://schemas.microsoft.com/office/drawing/2014/main" id="{0A9C74D4-3B09-D5FA-024B-E38C37AB7E2F}"/>
              </a:ext>
            </a:extLst>
          </p:cNvPr>
          <p:cNvSpPr txBox="1"/>
          <p:nvPr/>
        </p:nvSpPr>
        <p:spPr>
          <a:xfrm>
            <a:off x="619051" y="3429000"/>
            <a:ext cx="5791201" cy="2031325"/>
          </a:xfrm>
          <a:prstGeom prst="rect">
            <a:avLst/>
          </a:prstGeom>
          <a:noFill/>
        </p:spPr>
        <p:txBody>
          <a:bodyPr wrap="square" rtlCol="0">
            <a:spAutoFit/>
          </a:bodyPr>
          <a:lstStyle/>
          <a:p>
            <a:pPr marL="285750" indent="-285750">
              <a:buFont typeface="Wingdings" panose="05000000000000000000" pitchFamily="2" charset="2"/>
              <a:buChar char="l"/>
            </a:pPr>
            <a:r>
              <a:rPr lang="ja-JP" altLang="en-US" dirty="0"/>
              <a:t>右の図は、単一分類器とアンサンブル分類器の 感度</a:t>
            </a:r>
            <a:r>
              <a:rPr lang="en-US" altLang="ja-JP" dirty="0"/>
              <a:t>(Se)</a:t>
            </a:r>
            <a:r>
              <a:rPr lang="ja-JP" altLang="en-US" dirty="0"/>
              <a:t>の比較結果を示している。</a:t>
            </a:r>
            <a:endParaRPr lang="en-US" altLang="ja-JP" dirty="0"/>
          </a:p>
          <a:p>
            <a:endParaRPr lang="en-US" altLang="ja-JP" dirty="0"/>
          </a:p>
          <a:p>
            <a:pPr marL="285750" indent="-285750">
              <a:buFont typeface="Wingdings" panose="05000000000000000000" pitchFamily="2" charset="2"/>
              <a:buChar char="l"/>
            </a:pPr>
            <a:r>
              <a:rPr lang="en-US" altLang="ja-JP" dirty="0"/>
              <a:t>DT</a:t>
            </a:r>
            <a:r>
              <a:rPr lang="ja-JP" altLang="en-US" dirty="0"/>
              <a:t>、</a:t>
            </a:r>
            <a:r>
              <a:rPr lang="en-US" altLang="ja-JP" dirty="0"/>
              <a:t>SVM</a:t>
            </a:r>
            <a:r>
              <a:rPr lang="ja-JP" altLang="en-US" dirty="0"/>
              <a:t>において、アンサンブル分類の感度がそれぞれ</a:t>
            </a:r>
            <a:r>
              <a:rPr lang="en-US" altLang="ja-JP" dirty="0"/>
              <a:t>7.31%</a:t>
            </a:r>
            <a:r>
              <a:rPr lang="ja-JP" altLang="en-US" dirty="0"/>
              <a:t>、</a:t>
            </a:r>
            <a:r>
              <a:rPr lang="en-US" altLang="ja-JP" dirty="0"/>
              <a:t>2.62%</a:t>
            </a:r>
            <a:r>
              <a:rPr lang="ja-JP" altLang="en-US" dirty="0"/>
              <a:t>向上した。</a:t>
            </a:r>
            <a:endParaRPr lang="en-US" altLang="ja-JP" dirty="0"/>
          </a:p>
          <a:p>
            <a:pPr marL="285750" indent="-285750">
              <a:buFont typeface="Wingdings" panose="05000000000000000000" pitchFamily="2" charset="2"/>
              <a:buChar char="l"/>
            </a:pPr>
            <a:endParaRPr lang="en-US" altLang="ja-JP" dirty="0"/>
          </a:p>
          <a:p>
            <a:pPr marL="285750" indent="-285750">
              <a:buFont typeface="Wingdings" panose="05000000000000000000" pitchFamily="2" charset="2"/>
              <a:buChar char="l"/>
            </a:pPr>
            <a:r>
              <a:rPr lang="en-US" altLang="ja-JP" dirty="0" err="1"/>
              <a:t>kNN</a:t>
            </a:r>
            <a:r>
              <a:rPr lang="ja-JP" altLang="en-US" dirty="0"/>
              <a:t>では、統計的に有意な差はなかった 。</a:t>
            </a:r>
            <a:endParaRPr lang="en-US" altLang="ja-JP" dirty="0"/>
          </a:p>
        </p:txBody>
      </p:sp>
      <p:pic>
        <p:nvPicPr>
          <p:cNvPr id="5" name="図 4" descr="グラフ, 棒グラフ&#10;&#10;自動的に生成された説明">
            <a:extLst>
              <a:ext uri="{FF2B5EF4-FFF2-40B4-BE49-F238E27FC236}">
                <a16:creationId xmlns:a16="http://schemas.microsoft.com/office/drawing/2014/main" id="{445737F8-D221-7877-6B2C-FE4D40BE56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64381" y="1925053"/>
            <a:ext cx="4649212" cy="3218686"/>
          </a:xfrm>
          <a:prstGeom prst="rect">
            <a:avLst/>
          </a:prstGeom>
        </p:spPr>
      </p:pic>
      <p:sp>
        <p:nvSpPr>
          <p:cNvPr id="6" name="スライド番号プレースホルダー 5">
            <a:extLst>
              <a:ext uri="{FF2B5EF4-FFF2-40B4-BE49-F238E27FC236}">
                <a16:creationId xmlns:a16="http://schemas.microsoft.com/office/drawing/2014/main" id="{C3AFB655-BEE0-0A6F-B2E4-48E943576DA7}"/>
              </a:ext>
            </a:extLst>
          </p:cNvPr>
          <p:cNvSpPr>
            <a:spLocks noGrp="1"/>
          </p:cNvSpPr>
          <p:nvPr>
            <p:ph type="sldNum" sz="quarter" idx="12"/>
          </p:nvPr>
        </p:nvSpPr>
        <p:spPr/>
        <p:txBody>
          <a:bodyPr/>
          <a:lstStyle/>
          <a:p>
            <a:fld id="{F53CC62E-8007-4AE4-97B4-A3E2DB5FED0F}" type="slidenum">
              <a:rPr kumimoji="1" lang="ja-JP" altLang="en-US" smtClean="0"/>
              <a:t>21</a:t>
            </a:fld>
            <a:endParaRPr kumimoji="1" lang="ja-JP" altLang="en-US"/>
          </a:p>
        </p:txBody>
      </p:sp>
      <p:sp>
        <p:nvSpPr>
          <p:cNvPr id="7" name="テキスト ボックス 6">
            <a:extLst>
              <a:ext uri="{FF2B5EF4-FFF2-40B4-BE49-F238E27FC236}">
                <a16:creationId xmlns:a16="http://schemas.microsoft.com/office/drawing/2014/main" id="{BE6CE533-9584-4E6F-FF9B-4869554CCB39}"/>
              </a:ext>
            </a:extLst>
          </p:cNvPr>
          <p:cNvSpPr txBox="1"/>
          <p:nvPr/>
        </p:nvSpPr>
        <p:spPr>
          <a:xfrm>
            <a:off x="11442882" y="5242637"/>
            <a:ext cx="541421" cy="261610"/>
          </a:xfrm>
          <a:prstGeom prst="rect">
            <a:avLst/>
          </a:prstGeom>
          <a:noFill/>
        </p:spPr>
        <p:txBody>
          <a:bodyPr wrap="square">
            <a:spAutoFit/>
          </a:bodyPr>
          <a:lstStyle/>
          <a:p>
            <a:r>
              <a:rPr lang="en-US" altLang="ja-JP" sz="1100" dirty="0"/>
              <a:t>[4]</a:t>
            </a:r>
            <a:endParaRPr lang="ja-JP" altLang="en-US" sz="1100" dirty="0"/>
          </a:p>
        </p:txBody>
      </p:sp>
      <p:sp>
        <p:nvSpPr>
          <p:cNvPr id="10" name="テキスト ボックス 9">
            <a:extLst>
              <a:ext uri="{FF2B5EF4-FFF2-40B4-BE49-F238E27FC236}">
                <a16:creationId xmlns:a16="http://schemas.microsoft.com/office/drawing/2014/main" id="{0462360A-3C61-EDF6-B0BF-7396F2DDE9A8}"/>
              </a:ext>
            </a:extLst>
          </p:cNvPr>
          <p:cNvSpPr txBox="1"/>
          <p:nvPr/>
        </p:nvSpPr>
        <p:spPr>
          <a:xfrm>
            <a:off x="119232" y="6484960"/>
            <a:ext cx="10869610" cy="261610"/>
          </a:xfrm>
          <a:prstGeom prst="rect">
            <a:avLst/>
          </a:prstGeom>
          <a:noFill/>
        </p:spPr>
        <p:txBody>
          <a:bodyPr wrap="square">
            <a:spAutoFit/>
          </a:bodyPr>
          <a:lstStyle/>
          <a:p>
            <a:r>
              <a:rPr lang="ja-JP" altLang="en-US" sz="1100" dirty="0"/>
              <a:t>引用</a:t>
            </a:r>
            <a:r>
              <a:rPr lang="en-US" altLang="ja-JP" sz="1100" dirty="0"/>
              <a:t>[4]</a:t>
            </a:r>
            <a:r>
              <a:rPr lang="ja-JP" altLang="en-US" sz="1100" dirty="0"/>
              <a:t>：</a:t>
            </a:r>
            <a:r>
              <a:rPr lang="en-US" altLang="ja-JP" sz="1100" dirty="0"/>
              <a:t>”Enhanced Classification of Heart Sounds Using Mel Frequency Cepstral Coefficients: A Comparative Study of Single and Ensemble Classifier Strategies”, p9-10</a:t>
            </a:r>
            <a:endParaRPr lang="ja-JP" altLang="en-US" sz="1100" dirty="0"/>
          </a:p>
        </p:txBody>
      </p:sp>
    </p:spTree>
    <p:extLst>
      <p:ext uri="{BB962C8B-B14F-4D97-AF65-F5344CB8AC3E}">
        <p14:creationId xmlns:p14="http://schemas.microsoft.com/office/powerpoint/2010/main" val="19672066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DDD88-1D7F-F61D-0849-4FCAE716C48B}"/>
              </a:ext>
            </a:extLst>
          </p:cNvPr>
          <p:cNvSpPr>
            <a:spLocks noGrp="1"/>
          </p:cNvSpPr>
          <p:nvPr>
            <p:ph type="ctrTitle"/>
          </p:nvPr>
        </p:nvSpPr>
        <p:spPr>
          <a:xfrm>
            <a:off x="359227" y="365019"/>
            <a:ext cx="1648004" cy="671603"/>
          </a:xfrm>
        </p:spPr>
        <p:txBody>
          <a:bodyPr>
            <a:normAutofit/>
          </a:bodyPr>
          <a:lstStyle/>
          <a:p>
            <a:r>
              <a:rPr lang="en-US" altLang="ja-JP" sz="3200"/>
              <a:t>4</a:t>
            </a:r>
            <a:r>
              <a:rPr kumimoji="1" lang="en-US" altLang="ja-JP" sz="3200"/>
              <a:t>. </a:t>
            </a:r>
            <a:r>
              <a:rPr lang="ja-JP" altLang="en-US" sz="3200"/>
              <a:t>結果</a:t>
            </a:r>
            <a:endParaRPr kumimoji="1" lang="ja-JP" altLang="en-US" sz="3200" dirty="0"/>
          </a:p>
        </p:txBody>
      </p:sp>
      <p:sp>
        <p:nvSpPr>
          <p:cNvPr id="4" name="テキスト ボックス 3">
            <a:extLst>
              <a:ext uri="{FF2B5EF4-FFF2-40B4-BE49-F238E27FC236}">
                <a16:creationId xmlns:a16="http://schemas.microsoft.com/office/drawing/2014/main" id="{EAF9C6DB-3F8B-232E-56B5-111C44471753}"/>
              </a:ext>
            </a:extLst>
          </p:cNvPr>
          <p:cNvSpPr txBox="1"/>
          <p:nvPr/>
        </p:nvSpPr>
        <p:spPr>
          <a:xfrm>
            <a:off x="481262" y="1005020"/>
            <a:ext cx="7507706" cy="475515"/>
          </a:xfrm>
          <a:prstGeom prst="rect">
            <a:avLst/>
          </a:prstGeom>
          <a:noFill/>
        </p:spPr>
        <p:txBody>
          <a:bodyPr wrap="square" rtlCol="0">
            <a:spAutoFit/>
          </a:bodyPr>
          <a:lstStyle/>
          <a:p>
            <a:pPr>
              <a:lnSpc>
                <a:spcPct val="107000"/>
              </a:lnSpc>
              <a:spcAft>
                <a:spcPts val="800"/>
              </a:spcAft>
            </a:pPr>
            <a:r>
              <a:rPr lang="en-US" altLang="ja-JP" sz="2400" kern="0" dirty="0">
                <a:latin typeface="+mn-ea"/>
                <a:cs typeface="Times New Roman" panose="02020603050405020304" pitchFamily="18" charset="0"/>
              </a:rPr>
              <a:t>4.4.</a:t>
            </a:r>
            <a:r>
              <a:rPr lang="ja-JP" altLang="en-US" sz="2400" kern="0" dirty="0">
                <a:latin typeface="+mn-ea"/>
                <a:cs typeface="Times New Roman" panose="02020603050405020304" pitchFamily="18" charset="0"/>
              </a:rPr>
              <a:t> 単一・アンサンブル分類器の特異度</a:t>
            </a:r>
            <a:r>
              <a:rPr lang="en-US" altLang="ja-JP" sz="2400" kern="0" dirty="0">
                <a:latin typeface="+mn-ea"/>
                <a:cs typeface="Times New Roman" panose="02020603050405020304" pitchFamily="18" charset="0"/>
              </a:rPr>
              <a:t>(</a:t>
            </a:r>
            <a:r>
              <a:rPr lang="en-US" altLang="ja-JP" sz="2400" kern="0" dirty="0" err="1">
                <a:latin typeface="+mn-ea"/>
                <a:cs typeface="Times New Roman" panose="02020603050405020304" pitchFamily="18" charset="0"/>
              </a:rPr>
              <a:t>Sp</a:t>
            </a:r>
            <a:r>
              <a:rPr lang="en-US" altLang="ja-JP" sz="2400" kern="0" dirty="0">
                <a:latin typeface="+mn-ea"/>
                <a:cs typeface="Times New Roman" panose="02020603050405020304" pitchFamily="18" charset="0"/>
              </a:rPr>
              <a:t>)</a:t>
            </a:r>
            <a:r>
              <a:rPr lang="ja-JP" altLang="en-US" sz="2400" kern="0" dirty="0">
                <a:latin typeface="+mn-ea"/>
                <a:cs typeface="Times New Roman" panose="02020603050405020304" pitchFamily="18" charset="0"/>
              </a:rPr>
              <a:t>の比較</a:t>
            </a:r>
            <a:endParaRPr lang="ja-JP" altLang="ja-JP" sz="2400" kern="100" dirty="0">
              <a:effectLst/>
              <a:latin typeface="+mn-ea"/>
              <a:cs typeface="Times New Roman" panose="02020603050405020304" pitchFamily="18" charset="0"/>
            </a:endParaRPr>
          </a:p>
        </p:txBody>
      </p:sp>
      <p:sp>
        <p:nvSpPr>
          <p:cNvPr id="8" name="テキスト ボックス 7">
            <a:extLst>
              <a:ext uri="{FF2B5EF4-FFF2-40B4-BE49-F238E27FC236}">
                <a16:creationId xmlns:a16="http://schemas.microsoft.com/office/drawing/2014/main" id="{842FDA1C-2F1C-421B-E954-9418BE64E5F8}"/>
              </a:ext>
            </a:extLst>
          </p:cNvPr>
          <p:cNvSpPr txBox="1"/>
          <p:nvPr/>
        </p:nvSpPr>
        <p:spPr>
          <a:xfrm>
            <a:off x="7221804" y="5220938"/>
            <a:ext cx="4491789" cy="338554"/>
          </a:xfrm>
          <a:prstGeom prst="rect">
            <a:avLst/>
          </a:prstGeom>
          <a:noFill/>
        </p:spPr>
        <p:txBody>
          <a:bodyPr wrap="square" rtlCol="0">
            <a:spAutoFit/>
          </a:bodyPr>
          <a:lstStyle/>
          <a:p>
            <a:r>
              <a:rPr lang="ja-JP" altLang="en-US" sz="1600" dirty="0"/>
              <a:t>図</a:t>
            </a:r>
            <a:r>
              <a:rPr lang="en-US" altLang="ja-JP" sz="1600" dirty="0"/>
              <a:t>5. </a:t>
            </a:r>
            <a:r>
              <a:rPr lang="ja-JP" altLang="en-US" sz="1600" dirty="0"/>
              <a:t>単一・アンサンブル分類器の特異度の比較</a:t>
            </a:r>
            <a:endParaRPr lang="en-US" altLang="ja-JP" sz="1600" dirty="0"/>
          </a:p>
        </p:txBody>
      </p:sp>
      <p:sp>
        <p:nvSpPr>
          <p:cNvPr id="9" name="テキスト ボックス 8">
            <a:extLst>
              <a:ext uri="{FF2B5EF4-FFF2-40B4-BE49-F238E27FC236}">
                <a16:creationId xmlns:a16="http://schemas.microsoft.com/office/drawing/2014/main" id="{0A9C74D4-3B09-D5FA-024B-E38C37AB7E2F}"/>
              </a:ext>
            </a:extLst>
          </p:cNvPr>
          <p:cNvSpPr txBox="1"/>
          <p:nvPr/>
        </p:nvSpPr>
        <p:spPr>
          <a:xfrm>
            <a:off x="619051" y="3429000"/>
            <a:ext cx="5791201" cy="2031325"/>
          </a:xfrm>
          <a:prstGeom prst="rect">
            <a:avLst/>
          </a:prstGeom>
          <a:noFill/>
        </p:spPr>
        <p:txBody>
          <a:bodyPr wrap="square" rtlCol="0">
            <a:spAutoFit/>
          </a:bodyPr>
          <a:lstStyle/>
          <a:p>
            <a:pPr marL="285750" indent="-285750">
              <a:buFont typeface="Wingdings" panose="05000000000000000000" pitchFamily="2" charset="2"/>
              <a:buChar char="l"/>
            </a:pPr>
            <a:r>
              <a:rPr lang="ja-JP" altLang="en-US" dirty="0"/>
              <a:t>右の図は、単一分類器とアンサンブル分類器の特異度</a:t>
            </a:r>
            <a:r>
              <a:rPr lang="en-US" altLang="ja-JP" dirty="0"/>
              <a:t>(</a:t>
            </a:r>
            <a:r>
              <a:rPr lang="en-US" altLang="ja-JP" dirty="0" err="1"/>
              <a:t>Sp</a:t>
            </a:r>
            <a:r>
              <a:rPr lang="en-US" altLang="ja-JP" dirty="0"/>
              <a:t>)</a:t>
            </a:r>
            <a:r>
              <a:rPr lang="ja-JP" altLang="en-US" dirty="0"/>
              <a:t>の比較結果を示している。</a:t>
            </a:r>
            <a:endParaRPr lang="en-US" altLang="ja-JP" dirty="0"/>
          </a:p>
          <a:p>
            <a:endParaRPr lang="en-US" altLang="ja-JP" dirty="0"/>
          </a:p>
          <a:p>
            <a:pPr marL="285750" indent="-285750">
              <a:buFont typeface="Wingdings" panose="05000000000000000000" pitchFamily="2" charset="2"/>
              <a:buChar char="l"/>
            </a:pPr>
            <a:r>
              <a:rPr lang="en-US" altLang="ja-JP" dirty="0"/>
              <a:t>DT</a:t>
            </a:r>
            <a:r>
              <a:rPr lang="ja-JP" altLang="en-US" dirty="0"/>
              <a:t>において、アンサンブル分類の精度がそれぞれ</a:t>
            </a:r>
            <a:r>
              <a:rPr lang="en-US" altLang="ja-JP" dirty="0"/>
              <a:t>2.5%</a:t>
            </a:r>
            <a:r>
              <a:rPr lang="ja-JP" altLang="en-US" dirty="0"/>
              <a:t>向上した。</a:t>
            </a:r>
            <a:endParaRPr lang="en-US" altLang="ja-JP" dirty="0"/>
          </a:p>
          <a:p>
            <a:pPr marL="285750" indent="-285750">
              <a:buFont typeface="Wingdings" panose="05000000000000000000" pitchFamily="2" charset="2"/>
              <a:buChar char="l"/>
            </a:pPr>
            <a:endParaRPr lang="en-US" altLang="ja-JP" dirty="0"/>
          </a:p>
          <a:p>
            <a:pPr marL="285750" indent="-285750">
              <a:buFont typeface="Wingdings" panose="05000000000000000000" pitchFamily="2" charset="2"/>
              <a:buChar char="l"/>
            </a:pPr>
            <a:r>
              <a:rPr lang="en-US" altLang="ja-JP" dirty="0" err="1"/>
              <a:t>kNN</a:t>
            </a:r>
            <a:r>
              <a:rPr lang="ja-JP" altLang="en-US" dirty="0"/>
              <a:t>、</a:t>
            </a:r>
            <a:r>
              <a:rPr lang="en-US" altLang="ja-JP" dirty="0"/>
              <a:t>SVM</a:t>
            </a:r>
            <a:r>
              <a:rPr lang="ja-JP" altLang="en-US" dirty="0"/>
              <a:t>では統計的に有意な差はなかった。</a:t>
            </a:r>
            <a:endParaRPr lang="en-US" altLang="ja-JP" dirty="0"/>
          </a:p>
        </p:txBody>
      </p:sp>
      <p:pic>
        <p:nvPicPr>
          <p:cNvPr id="5" name="図 4" descr="グラフ, 棒グラフ&#10;&#10;自動的に生成された説明">
            <a:extLst>
              <a:ext uri="{FF2B5EF4-FFF2-40B4-BE49-F238E27FC236}">
                <a16:creationId xmlns:a16="http://schemas.microsoft.com/office/drawing/2014/main" id="{5ADC8D3D-B9A3-D2F9-758D-210069DD90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9399" y="1979693"/>
            <a:ext cx="4816598" cy="3241245"/>
          </a:xfrm>
          <a:prstGeom prst="rect">
            <a:avLst/>
          </a:prstGeom>
        </p:spPr>
      </p:pic>
      <p:sp>
        <p:nvSpPr>
          <p:cNvPr id="6" name="スライド番号プレースホルダー 5">
            <a:extLst>
              <a:ext uri="{FF2B5EF4-FFF2-40B4-BE49-F238E27FC236}">
                <a16:creationId xmlns:a16="http://schemas.microsoft.com/office/drawing/2014/main" id="{051EF20A-D45F-1938-8173-2CE008309450}"/>
              </a:ext>
            </a:extLst>
          </p:cNvPr>
          <p:cNvSpPr>
            <a:spLocks noGrp="1"/>
          </p:cNvSpPr>
          <p:nvPr>
            <p:ph type="sldNum" sz="quarter" idx="12"/>
          </p:nvPr>
        </p:nvSpPr>
        <p:spPr/>
        <p:txBody>
          <a:bodyPr/>
          <a:lstStyle/>
          <a:p>
            <a:fld id="{F53CC62E-8007-4AE4-97B4-A3E2DB5FED0F}" type="slidenum">
              <a:rPr kumimoji="1" lang="ja-JP" altLang="en-US" smtClean="0"/>
              <a:t>22</a:t>
            </a:fld>
            <a:endParaRPr kumimoji="1" lang="ja-JP" altLang="en-US"/>
          </a:p>
        </p:txBody>
      </p:sp>
      <p:sp>
        <p:nvSpPr>
          <p:cNvPr id="7" name="テキスト ボックス 6">
            <a:extLst>
              <a:ext uri="{FF2B5EF4-FFF2-40B4-BE49-F238E27FC236}">
                <a16:creationId xmlns:a16="http://schemas.microsoft.com/office/drawing/2014/main" id="{5A18C3DB-8285-871F-315C-F14CF837DA7D}"/>
              </a:ext>
            </a:extLst>
          </p:cNvPr>
          <p:cNvSpPr txBox="1"/>
          <p:nvPr/>
        </p:nvSpPr>
        <p:spPr>
          <a:xfrm>
            <a:off x="11650579" y="5259410"/>
            <a:ext cx="541421" cy="261610"/>
          </a:xfrm>
          <a:prstGeom prst="rect">
            <a:avLst/>
          </a:prstGeom>
          <a:noFill/>
        </p:spPr>
        <p:txBody>
          <a:bodyPr wrap="square">
            <a:spAutoFit/>
          </a:bodyPr>
          <a:lstStyle/>
          <a:p>
            <a:r>
              <a:rPr lang="en-US" altLang="ja-JP" sz="1100" dirty="0"/>
              <a:t>[4]</a:t>
            </a:r>
            <a:endParaRPr lang="ja-JP" altLang="en-US" sz="1100" dirty="0"/>
          </a:p>
        </p:txBody>
      </p:sp>
      <p:sp>
        <p:nvSpPr>
          <p:cNvPr id="10" name="テキスト ボックス 9">
            <a:extLst>
              <a:ext uri="{FF2B5EF4-FFF2-40B4-BE49-F238E27FC236}">
                <a16:creationId xmlns:a16="http://schemas.microsoft.com/office/drawing/2014/main" id="{00AC46C4-2423-23AF-161B-407112BF5710}"/>
              </a:ext>
            </a:extLst>
          </p:cNvPr>
          <p:cNvSpPr txBox="1"/>
          <p:nvPr/>
        </p:nvSpPr>
        <p:spPr>
          <a:xfrm>
            <a:off x="119232" y="6484960"/>
            <a:ext cx="10869610" cy="261610"/>
          </a:xfrm>
          <a:prstGeom prst="rect">
            <a:avLst/>
          </a:prstGeom>
          <a:noFill/>
        </p:spPr>
        <p:txBody>
          <a:bodyPr wrap="square">
            <a:spAutoFit/>
          </a:bodyPr>
          <a:lstStyle/>
          <a:p>
            <a:r>
              <a:rPr lang="ja-JP" altLang="en-US" sz="1100" dirty="0"/>
              <a:t>引用</a:t>
            </a:r>
            <a:r>
              <a:rPr lang="en-US" altLang="ja-JP" sz="1100" dirty="0"/>
              <a:t>[4]</a:t>
            </a:r>
            <a:r>
              <a:rPr lang="ja-JP" altLang="en-US" sz="1100" dirty="0"/>
              <a:t>：</a:t>
            </a:r>
            <a:r>
              <a:rPr lang="en-US" altLang="ja-JP" sz="1100" dirty="0"/>
              <a:t>”Enhanced Classification of Heart Sounds Using Mel Frequency Cepstral Coefficients: A Comparative Study of Single and Ensemble Classifier Strategies”, p9-10</a:t>
            </a:r>
            <a:endParaRPr lang="ja-JP" altLang="en-US" sz="1100" dirty="0"/>
          </a:p>
        </p:txBody>
      </p:sp>
    </p:spTree>
    <p:extLst>
      <p:ext uri="{BB962C8B-B14F-4D97-AF65-F5344CB8AC3E}">
        <p14:creationId xmlns:p14="http://schemas.microsoft.com/office/powerpoint/2010/main" val="30165369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DDD88-1D7F-F61D-0849-4FCAE716C48B}"/>
              </a:ext>
            </a:extLst>
          </p:cNvPr>
          <p:cNvSpPr>
            <a:spLocks noGrp="1"/>
          </p:cNvSpPr>
          <p:nvPr>
            <p:ph type="ctrTitle"/>
          </p:nvPr>
        </p:nvSpPr>
        <p:spPr>
          <a:xfrm>
            <a:off x="431074" y="477929"/>
            <a:ext cx="1580606" cy="671603"/>
          </a:xfrm>
        </p:spPr>
        <p:txBody>
          <a:bodyPr>
            <a:normAutofit fontScale="90000"/>
          </a:bodyPr>
          <a:lstStyle/>
          <a:p>
            <a:r>
              <a:rPr kumimoji="1" lang="ja-JP" altLang="en-US" sz="4000" dirty="0"/>
              <a:t>目次</a:t>
            </a:r>
          </a:p>
        </p:txBody>
      </p:sp>
      <p:sp>
        <p:nvSpPr>
          <p:cNvPr id="3" name="字幕 2">
            <a:extLst>
              <a:ext uri="{FF2B5EF4-FFF2-40B4-BE49-F238E27FC236}">
                <a16:creationId xmlns:a16="http://schemas.microsoft.com/office/drawing/2014/main" id="{7DC664C8-FF2A-A508-8FE5-99ABFF41B315}"/>
              </a:ext>
            </a:extLst>
          </p:cNvPr>
          <p:cNvSpPr>
            <a:spLocks noGrp="1"/>
          </p:cNvSpPr>
          <p:nvPr>
            <p:ph type="subTitle" idx="1"/>
          </p:nvPr>
        </p:nvSpPr>
        <p:spPr>
          <a:xfrm>
            <a:off x="1525375" y="2335169"/>
            <a:ext cx="3709851" cy="3038936"/>
          </a:xfrm>
        </p:spPr>
        <p:txBody>
          <a:bodyPr>
            <a:noAutofit/>
          </a:bodyPr>
          <a:lstStyle/>
          <a:p>
            <a:pPr marL="457200" indent="-457200" algn="l">
              <a:buFont typeface="+mj-lt"/>
              <a:buAutoNum type="arabicPeriod"/>
            </a:pPr>
            <a:r>
              <a:rPr kumimoji="1" lang="ja-JP" altLang="en-US" dirty="0">
                <a:solidFill>
                  <a:schemeClr val="tx1"/>
                </a:solidFill>
              </a:rPr>
              <a:t>概要・目的</a:t>
            </a:r>
            <a:endParaRPr kumimoji="1" lang="en-US" altLang="ja-JP" dirty="0">
              <a:solidFill>
                <a:schemeClr val="tx1"/>
              </a:solidFill>
            </a:endParaRPr>
          </a:p>
          <a:p>
            <a:pPr marL="457200" indent="-457200" algn="l">
              <a:buFont typeface="+mj-lt"/>
              <a:buAutoNum type="arabicPeriod"/>
            </a:pPr>
            <a:r>
              <a:rPr kumimoji="1" lang="ja-JP" altLang="en-US" dirty="0">
                <a:solidFill>
                  <a:schemeClr val="tx1"/>
                </a:solidFill>
              </a:rPr>
              <a:t>背景</a:t>
            </a:r>
            <a:endParaRPr kumimoji="1" lang="en-US" altLang="ja-JP" dirty="0">
              <a:solidFill>
                <a:schemeClr val="tx1"/>
              </a:solidFill>
            </a:endParaRPr>
          </a:p>
          <a:p>
            <a:pPr marL="457200" indent="-457200" algn="l">
              <a:buFont typeface="+mj-lt"/>
              <a:buAutoNum type="arabicPeriod"/>
            </a:pPr>
            <a:r>
              <a:rPr lang="ja-JP" altLang="en-US" dirty="0">
                <a:solidFill>
                  <a:schemeClr val="tx1"/>
                </a:solidFill>
              </a:rPr>
              <a:t>提案手法</a:t>
            </a:r>
            <a:endParaRPr lang="en-US" altLang="ja-JP" dirty="0">
              <a:solidFill>
                <a:schemeClr val="tx1"/>
              </a:solidFill>
            </a:endParaRPr>
          </a:p>
          <a:p>
            <a:pPr marL="457200" indent="-457200" algn="l">
              <a:buFont typeface="+mj-lt"/>
              <a:buAutoNum type="arabicPeriod"/>
            </a:pPr>
            <a:r>
              <a:rPr lang="ja-JP" altLang="en-US" dirty="0">
                <a:solidFill>
                  <a:schemeClr val="tx1"/>
                </a:solidFill>
              </a:rPr>
              <a:t>結果</a:t>
            </a:r>
            <a:endParaRPr lang="en-US" altLang="ja-JP" dirty="0">
              <a:solidFill>
                <a:schemeClr val="tx1"/>
              </a:solidFill>
            </a:endParaRPr>
          </a:p>
          <a:p>
            <a:pPr marL="457200" indent="-457200" algn="l">
              <a:buFont typeface="+mj-lt"/>
              <a:buAutoNum type="arabicPeriod"/>
            </a:pPr>
            <a:r>
              <a:rPr lang="ja-JP" altLang="en-US" dirty="0">
                <a:solidFill>
                  <a:schemeClr val="accent2"/>
                </a:solidFill>
              </a:rPr>
              <a:t>結論</a:t>
            </a:r>
            <a:endParaRPr lang="en-US" altLang="ja-JP" dirty="0">
              <a:solidFill>
                <a:schemeClr val="accent2"/>
              </a:solidFill>
            </a:endParaRPr>
          </a:p>
          <a:p>
            <a:pPr marL="457200" indent="-457200" algn="l">
              <a:buFont typeface="+mj-lt"/>
              <a:buAutoNum type="arabicPeriod"/>
            </a:pPr>
            <a:r>
              <a:rPr lang="ja-JP" altLang="en-US" dirty="0">
                <a:solidFill>
                  <a:schemeClr val="tx1"/>
                </a:solidFill>
              </a:rPr>
              <a:t>今後について</a:t>
            </a:r>
            <a:endParaRPr lang="en-US" altLang="ja-JP" dirty="0">
              <a:solidFill>
                <a:schemeClr val="tx1"/>
              </a:solidFill>
            </a:endParaRPr>
          </a:p>
        </p:txBody>
      </p:sp>
      <p:sp>
        <p:nvSpPr>
          <p:cNvPr id="5" name="スライド番号プレースホルダー 4">
            <a:extLst>
              <a:ext uri="{FF2B5EF4-FFF2-40B4-BE49-F238E27FC236}">
                <a16:creationId xmlns:a16="http://schemas.microsoft.com/office/drawing/2014/main" id="{8079DED9-26BE-CB7A-44B7-B6062434719A}"/>
              </a:ext>
            </a:extLst>
          </p:cNvPr>
          <p:cNvSpPr>
            <a:spLocks noGrp="1"/>
          </p:cNvSpPr>
          <p:nvPr>
            <p:ph type="sldNum" sz="quarter" idx="12"/>
          </p:nvPr>
        </p:nvSpPr>
        <p:spPr/>
        <p:txBody>
          <a:bodyPr/>
          <a:lstStyle/>
          <a:p>
            <a:fld id="{F53CC62E-8007-4AE4-97B4-A3E2DB5FED0F}" type="slidenum">
              <a:rPr kumimoji="1" lang="ja-JP" altLang="en-US" smtClean="0"/>
              <a:t>23</a:t>
            </a:fld>
            <a:endParaRPr kumimoji="1" lang="ja-JP" altLang="en-US"/>
          </a:p>
        </p:txBody>
      </p:sp>
    </p:spTree>
    <p:extLst>
      <p:ext uri="{BB962C8B-B14F-4D97-AF65-F5344CB8AC3E}">
        <p14:creationId xmlns:p14="http://schemas.microsoft.com/office/powerpoint/2010/main" val="32298174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DDD88-1D7F-F61D-0849-4FCAE716C48B}"/>
              </a:ext>
            </a:extLst>
          </p:cNvPr>
          <p:cNvSpPr>
            <a:spLocks noGrp="1"/>
          </p:cNvSpPr>
          <p:nvPr>
            <p:ph type="ctrTitle"/>
          </p:nvPr>
        </p:nvSpPr>
        <p:spPr>
          <a:xfrm>
            <a:off x="359227" y="365019"/>
            <a:ext cx="1648004" cy="671603"/>
          </a:xfrm>
        </p:spPr>
        <p:txBody>
          <a:bodyPr>
            <a:normAutofit/>
          </a:bodyPr>
          <a:lstStyle/>
          <a:p>
            <a:r>
              <a:rPr kumimoji="1" lang="en-US" altLang="ja-JP" sz="3200" dirty="0"/>
              <a:t>5. </a:t>
            </a:r>
            <a:r>
              <a:rPr lang="ja-JP" altLang="en-US" sz="3200" dirty="0"/>
              <a:t>結論</a:t>
            </a:r>
            <a:endParaRPr kumimoji="1" lang="ja-JP" altLang="en-US" sz="3200" dirty="0"/>
          </a:p>
        </p:txBody>
      </p:sp>
      <p:sp>
        <p:nvSpPr>
          <p:cNvPr id="3" name="テキスト ボックス 2">
            <a:extLst>
              <a:ext uri="{FF2B5EF4-FFF2-40B4-BE49-F238E27FC236}">
                <a16:creationId xmlns:a16="http://schemas.microsoft.com/office/drawing/2014/main" id="{A671FA49-8876-FA00-8757-D6741CD09194}"/>
              </a:ext>
            </a:extLst>
          </p:cNvPr>
          <p:cNvSpPr txBox="1"/>
          <p:nvPr/>
        </p:nvSpPr>
        <p:spPr>
          <a:xfrm>
            <a:off x="948673" y="1639108"/>
            <a:ext cx="9840402" cy="369332"/>
          </a:xfrm>
          <a:prstGeom prst="rect">
            <a:avLst/>
          </a:prstGeom>
          <a:noFill/>
        </p:spPr>
        <p:txBody>
          <a:bodyPr wrap="square" rtlCol="0">
            <a:spAutoFit/>
          </a:bodyPr>
          <a:lstStyle/>
          <a:p>
            <a:pPr marL="285750" indent="-285750">
              <a:buFont typeface="Wingdings" panose="05000000000000000000" pitchFamily="2" charset="2"/>
              <a:buChar char="l"/>
            </a:pPr>
            <a:r>
              <a:rPr lang="ja-JP" altLang="en-US" dirty="0"/>
              <a:t>全体として、精度、感度、特異度ともにアンサンブル分類に移行することで向上していた。</a:t>
            </a:r>
            <a:endParaRPr lang="en-US" altLang="ja-JP" dirty="0"/>
          </a:p>
        </p:txBody>
      </p:sp>
      <p:sp>
        <p:nvSpPr>
          <p:cNvPr id="5" name="矢印: 下 4">
            <a:extLst>
              <a:ext uri="{FF2B5EF4-FFF2-40B4-BE49-F238E27FC236}">
                <a16:creationId xmlns:a16="http://schemas.microsoft.com/office/drawing/2014/main" id="{E1FB1424-1BC7-F7F0-3FFD-D42501EC633E}"/>
              </a:ext>
            </a:extLst>
          </p:cNvPr>
          <p:cNvSpPr/>
          <p:nvPr/>
        </p:nvSpPr>
        <p:spPr>
          <a:xfrm rot="16200000">
            <a:off x="764104" y="2479184"/>
            <a:ext cx="489694" cy="469112"/>
          </a:xfrm>
          <a:prstGeom prst="downArrow">
            <a:avLst/>
          </a:prstGeom>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F25625AB-92ED-DD97-0589-A5D6DDCCBB2A}"/>
              </a:ext>
            </a:extLst>
          </p:cNvPr>
          <p:cNvSpPr txBox="1"/>
          <p:nvPr/>
        </p:nvSpPr>
        <p:spPr>
          <a:xfrm>
            <a:off x="1828801" y="2399451"/>
            <a:ext cx="8775031" cy="958392"/>
          </a:xfrm>
          <a:prstGeom prst="rect">
            <a:avLst/>
          </a:prstGeom>
          <a:noFill/>
        </p:spPr>
        <p:txBody>
          <a:bodyPr wrap="square">
            <a:spAutoFit/>
          </a:bodyPr>
          <a:lstStyle/>
          <a:p>
            <a:r>
              <a:rPr kumimoji="1" lang="ja-JP" altLang="en-US" dirty="0"/>
              <a:t>単一分類器では、</a:t>
            </a:r>
            <a:r>
              <a:rPr lang="ja-JP" altLang="en-US" dirty="0"/>
              <a:t>複数の</a:t>
            </a:r>
            <a:r>
              <a:rPr lang="en-US" altLang="ja-JP" dirty="0"/>
              <a:t>PCG</a:t>
            </a:r>
            <a:r>
              <a:rPr lang="ja-JP" altLang="en-US" dirty="0"/>
              <a:t>ビートの</a:t>
            </a:r>
            <a:r>
              <a:rPr lang="en-US" altLang="ja-JP" dirty="0"/>
              <a:t>MFCC</a:t>
            </a:r>
            <a:r>
              <a:rPr lang="ja-JP" altLang="en-US" dirty="0"/>
              <a:t>を平均し、分類器に入力していたため、平均化の過程で各ビートの間に存在する微細な違いや異常が平均され検出が困難になったと考えられる。</a:t>
            </a:r>
          </a:p>
        </p:txBody>
      </p:sp>
      <p:grpSp>
        <p:nvGrpSpPr>
          <p:cNvPr id="20" name="グループ化 19">
            <a:extLst>
              <a:ext uri="{FF2B5EF4-FFF2-40B4-BE49-F238E27FC236}">
                <a16:creationId xmlns:a16="http://schemas.microsoft.com/office/drawing/2014/main" id="{3EB43FF8-8C40-611F-CE63-9CA3EDF063C6}"/>
              </a:ext>
            </a:extLst>
          </p:cNvPr>
          <p:cNvGrpSpPr/>
          <p:nvPr/>
        </p:nvGrpSpPr>
        <p:grpSpPr>
          <a:xfrm>
            <a:off x="948673" y="3915546"/>
            <a:ext cx="10455809" cy="1749135"/>
            <a:chOff x="856064" y="4135434"/>
            <a:chExt cx="10455809" cy="1749135"/>
          </a:xfrm>
        </p:grpSpPr>
        <p:sp>
          <p:nvSpPr>
            <p:cNvPr id="14" name="テキスト ボックス 13">
              <a:extLst>
                <a:ext uri="{FF2B5EF4-FFF2-40B4-BE49-F238E27FC236}">
                  <a16:creationId xmlns:a16="http://schemas.microsoft.com/office/drawing/2014/main" id="{670AB6E3-7E92-DD34-6A7C-036A9EBE0AE4}"/>
                </a:ext>
              </a:extLst>
            </p:cNvPr>
            <p:cNvSpPr txBox="1"/>
            <p:nvPr/>
          </p:nvSpPr>
          <p:spPr>
            <a:xfrm>
              <a:off x="948673" y="4790114"/>
              <a:ext cx="10363200" cy="923330"/>
            </a:xfrm>
            <a:prstGeom prst="rect">
              <a:avLst/>
            </a:prstGeom>
            <a:noFill/>
          </p:spPr>
          <p:txBody>
            <a:bodyPr wrap="square" rtlCol="0">
              <a:spAutoFit/>
            </a:bodyPr>
            <a:lstStyle/>
            <a:p>
              <a:pPr marL="285750" indent="-285750">
                <a:buFont typeface="Wingdings" panose="05000000000000000000" pitchFamily="2" charset="2"/>
                <a:buChar char="l"/>
              </a:pPr>
              <a:r>
                <a:rPr lang="ja-JP" altLang="en-US" dirty="0"/>
                <a:t>アンサンブル分類器は、各ビートを個別に解析するため微細な違いを見逃さずに検出できる。</a:t>
              </a:r>
              <a:endParaRPr lang="en-US" altLang="ja-JP" dirty="0"/>
            </a:p>
            <a:p>
              <a:pPr marL="285750" indent="-285750">
                <a:buFont typeface="Wingdings" panose="05000000000000000000" pitchFamily="2" charset="2"/>
                <a:buChar char="l"/>
              </a:pPr>
              <a:endParaRPr lang="en-US" altLang="ja-JP" dirty="0"/>
            </a:p>
            <a:p>
              <a:pPr marL="285750" indent="-285750">
                <a:buFont typeface="Wingdings" panose="05000000000000000000" pitchFamily="2" charset="2"/>
                <a:buChar char="l"/>
              </a:pPr>
              <a:r>
                <a:rPr lang="ja-JP" altLang="en-US" dirty="0"/>
                <a:t>各ビートの特徴を保持するため、異常のあるビートを正確に識別できる。</a:t>
              </a:r>
              <a:endParaRPr lang="en-US" altLang="ja-JP" dirty="0"/>
            </a:p>
          </p:txBody>
        </p:sp>
        <p:sp>
          <p:nvSpPr>
            <p:cNvPr id="16" name="テキスト ボックス 15">
              <a:extLst>
                <a:ext uri="{FF2B5EF4-FFF2-40B4-BE49-F238E27FC236}">
                  <a16:creationId xmlns:a16="http://schemas.microsoft.com/office/drawing/2014/main" id="{8E599760-521F-992E-1DD6-275267D278DA}"/>
                </a:ext>
              </a:extLst>
            </p:cNvPr>
            <p:cNvSpPr txBox="1"/>
            <p:nvPr/>
          </p:nvSpPr>
          <p:spPr>
            <a:xfrm>
              <a:off x="1183229" y="4135434"/>
              <a:ext cx="3048000" cy="369332"/>
            </a:xfrm>
            <a:prstGeom prst="rect">
              <a:avLst/>
            </a:prstGeom>
            <a:noFill/>
          </p:spPr>
          <p:txBody>
            <a:bodyPr wrap="square">
              <a:spAutoFit/>
            </a:bodyPr>
            <a:lstStyle/>
            <a:p>
              <a:r>
                <a:rPr lang="ja-JP" altLang="en-US" dirty="0"/>
                <a:t>アンサンブル分類器の利点</a:t>
              </a:r>
            </a:p>
          </p:txBody>
        </p:sp>
        <p:sp>
          <p:nvSpPr>
            <p:cNvPr id="19" name="四角形: 角を丸くする 18">
              <a:extLst>
                <a:ext uri="{FF2B5EF4-FFF2-40B4-BE49-F238E27FC236}">
                  <a16:creationId xmlns:a16="http://schemas.microsoft.com/office/drawing/2014/main" id="{5E9DAB42-DCE4-4116-CBCA-705760876637}"/>
                </a:ext>
              </a:extLst>
            </p:cNvPr>
            <p:cNvSpPr/>
            <p:nvPr/>
          </p:nvSpPr>
          <p:spPr>
            <a:xfrm>
              <a:off x="856064" y="4553073"/>
              <a:ext cx="10144686" cy="1331496"/>
            </a:xfrm>
            <a:prstGeom prst="roundRect">
              <a:avLst/>
            </a:prstGeom>
            <a:noFill/>
            <a:ln w="4762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6" name="スライド番号プレースホルダー 5">
            <a:extLst>
              <a:ext uri="{FF2B5EF4-FFF2-40B4-BE49-F238E27FC236}">
                <a16:creationId xmlns:a16="http://schemas.microsoft.com/office/drawing/2014/main" id="{AC88348A-BDF4-A0C3-90A8-C356154F9D39}"/>
              </a:ext>
            </a:extLst>
          </p:cNvPr>
          <p:cNvSpPr>
            <a:spLocks noGrp="1"/>
          </p:cNvSpPr>
          <p:nvPr>
            <p:ph type="sldNum" sz="quarter" idx="12"/>
          </p:nvPr>
        </p:nvSpPr>
        <p:spPr/>
        <p:txBody>
          <a:bodyPr/>
          <a:lstStyle/>
          <a:p>
            <a:fld id="{F53CC62E-8007-4AE4-97B4-A3E2DB5FED0F}" type="slidenum">
              <a:rPr kumimoji="1" lang="ja-JP" altLang="en-US" smtClean="0"/>
              <a:t>24</a:t>
            </a:fld>
            <a:endParaRPr kumimoji="1" lang="ja-JP" altLang="en-US"/>
          </a:p>
        </p:txBody>
      </p:sp>
    </p:spTree>
    <p:extLst>
      <p:ext uri="{BB962C8B-B14F-4D97-AF65-F5344CB8AC3E}">
        <p14:creationId xmlns:p14="http://schemas.microsoft.com/office/powerpoint/2010/main" val="18021982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DDD88-1D7F-F61D-0849-4FCAE716C48B}"/>
              </a:ext>
            </a:extLst>
          </p:cNvPr>
          <p:cNvSpPr>
            <a:spLocks noGrp="1"/>
          </p:cNvSpPr>
          <p:nvPr>
            <p:ph type="ctrTitle"/>
          </p:nvPr>
        </p:nvSpPr>
        <p:spPr>
          <a:xfrm>
            <a:off x="359227" y="365019"/>
            <a:ext cx="1648004" cy="671603"/>
          </a:xfrm>
        </p:spPr>
        <p:txBody>
          <a:bodyPr>
            <a:normAutofit/>
          </a:bodyPr>
          <a:lstStyle/>
          <a:p>
            <a:r>
              <a:rPr kumimoji="1" lang="en-US" altLang="ja-JP" sz="3200" dirty="0"/>
              <a:t>5. </a:t>
            </a:r>
            <a:r>
              <a:rPr lang="ja-JP" altLang="en-US" sz="3200" dirty="0"/>
              <a:t>結論</a:t>
            </a:r>
            <a:endParaRPr kumimoji="1" lang="ja-JP" altLang="en-US" sz="3200" dirty="0"/>
          </a:p>
        </p:txBody>
      </p:sp>
      <p:pic>
        <p:nvPicPr>
          <p:cNvPr id="11" name="図 10" descr="テーブル&#10;&#10;自動的に生成された説明">
            <a:extLst>
              <a:ext uri="{FF2B5EF4-FFF2-40B4-BE49-F238E27FC236}">
                <a16:creationId xmlns:a16="http://schemas.microsoft.com/office/drawing/2014/main" id="{E093F0D7-B101-6D29-ED6F-14B3CABB05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2069" y="2032241"/>
            <a:ext cx="6664293" cy="4342022"/>
          </a:xfrm>
          <a:prstGeom prst="rect">
            <a:avLst/>
          </a:prstGeom>
        </p:spPr>
      </p:pic>
      <p:sp>
        <p:nvSpPr>
          <p:cNvPr id="4" name="テキスト ボックス 3">
            <a:extLst>
              <a:ext uri="{FF2B5EF4-FFF2-40B4-BE49-F238E27FC236}">
                <a16:creationId xmlns:a16="http://schemas.microsoft.com/office/drawing/2014/main" id="{5C6F6B3E-4D35-717F-CB27-78919D347508}"/>
              </a:ext>
            </a:extLst>
          </p:cNvPr>
          <p:cNvSpPr txBox="1"/>
          <p:nvPr/>
        </p:nvSpPr>
        <p:spPr>
          <a:xfrm>
            <a:off x="7614984" y="1547229"/>
            <a:ext cx="3153071" cy="338554"/>
          </a:xfrm>
          <a:prstGeom prst="rect">
            <a:avLst/>
          </a:prstGeom>
          <a:noFill/>
        </p:spPr>
        <p:txBody>
          <a:bodyPr wrap="square">
            <a:spAutoFit/>
          </a:bodyPr>
          <a:lstStyle/>
          <a:p>
            <a:r>
              <a:rPr lang="ja-JP" altLang="en-US" sz="1600" dirty="0"/>
              <a:t>表</a:t>
            </a:r>
            <a:r>
              <a:rPr lang="en-US" altLang="ja-JP" sz="1600" dirty="0"/>
              <a:t>3. </a:t>
            </a:r>
            <a:r>
              <a:rPr lang="ja-JP" altLang="en-US" sz="1600" dirty="0"/>
              <a:t>類似研究との比較</a:t>
            </a:r>
            <a:endParaRPr lang="en-US" altLang="ja-JP" sz="1600" dirty="0"/>
          </a:p>
        </p:txBody>
      </p:sp>
      <p:sp>
        <p:nvSpPr>
          <p:cNvPr id="6" name="テキスト ボックス 5">
            <a:extLst>
              <a:ext uri="{FF2B5EF4-FFF2-40B4-BE49-F238E27FC236}">
                <a16:creationId xmlns:a16="http://schemas.microsoft.com/office/drawing/2014/main" id="{898E18D8-F5F1-97A9-D236-A39CEA43B3FE}"/>
              </a:ext>
            </a:extLst>
          </p:cNvPr>
          <p:cNvSpPr txBox="1"/>
          <p:nvPr/>
        </p:nvSpPr>
        <p:spPr>
          <a:xfrm>
            <a:off x="359227" y="1849948"/>
            <a:ext cx="4892842" cy="4524315"/>
          </a:xfrm>
          <a:prstGeom prst="rect">
            <a:avLst/>
          </a:prstGeom>
          <a:noFill/>
        </p:spPr>
        <p:txBody>
          <a:bodyPr wrap="square" rtlCol="0">
            <a:spAutoFit/>
          </a:bodyPr>
          <a:lstStyle/>
          <a:p>
            <a:pPr marL="285750" indent="-285750">
              <a:buFont typeface="Wingdings" panose="05000000000000000000" pitchFamily="2" charset="2"/>
              <a:buChar char="l"/>
            </a:pPr>
            <a:r>
              <a:rPr lang="ja-JP" altLang="en-US" sz="1600" dirty="0"/>
              <a:t>研究</a:t>
            </a:r>
            <a:r>
              <a:rPr lang="en-US" altLang="ja-JP" sz="1600" dirty="0"/>
              <a:t>3</a:t>
            </a:r>
            <a:r>
              <a:rPr lang="ja-JP" altLang="en-US" sz="1600" dirty="0"/>
              <a:t>は、</a:t>
            </a:r>
            <a:r>
              <a:rPr lang="en-US" altLang="ja-JP" sz="1600" dirty="0"/>
              <a:t>MFCC</a:t>
            </a:r>
            <a:r>
              <a:rPr lang="ja-JP" altLang="en-US" sz="1600" dirty="0"/>
              <a:t>を非セグメント信号で推定し、</a:t>
            </a:r>
            <a:r>
              <a:rPr lang="en-US" altLang="ja-JP" sz="1600" b="1" dirty="0"/>
              <a:t>80.68%</a:t>
            </a:r>
          </a:p>
          <a:p>
            <a:pPr marL="285750" indent="-285750">
              <a:buFont typeface="Wingdings" panose="05000000000000000000" pitchFamily="2" charset="2"/>
              <a:buChar char="l"/>
            </a:pPr>
            <a:endParaRPr lang="en-US" altLang="ja-JP" sz="1600" dirty="0"/>
          </a:p>
          <a:p>
            <a:pPr marL="285750" indent="-285750">
              <a:buFont typeface="Wingdings" panose="05000000000000000000" pitchFamily="2" charset="2"/>
              <a:buChar char="l"/>
            </a:pPr>
            <a:r>
              <a:rPr lang="ja-JP" altLang="en-US" sz="1600" dirty="0"/>
              <a:t>研究</a:t>
            </a:r>
            <a:r>
              <a:rPr lang="en-US" altLang="ja-JP" sz="1600" dirty="0"/>
              <a:t>10</a:t>
            </a:r>
            <a:r>
              <a:rPr lang="ja-JP" altLang="en-US" sz="1600" dirty="0"/>
              <a:t>は、収縮期と拡張期のみの検出であり、</a:t>
            </a:r>
            <a:r>
              <a:rPr lang="en-US" altLang="ja-JP" sz="1600" b="1" dirty="0"/>
              <a:t>83.33%</a:t>
            </a:r>
          </a:p>
          <a:p>
            <a:pPr marL="285750" indent="-285750">
              <a:buFont typeface="Wingdings" panose="05000000000000000000" pitchFamily="2" charset="2"/>
              <a:buChar char="l"/>
            </a:pPr>
            <a:endParaRPr lang="en-US" altLang="ja-JP" sz="1600" dirty="0"/>
          </a:p>
          <a:p>
            <a:pPr marL="285750" indent="-285750">
              <a:buFont typeface="Wingdings" panose="05000000000000000000" pitchFamily="2" charset="2"/>
              <a:buChar char="l"/>
            </a:pPr>
            <a:endParaRPr lang="en-US" altLang="ja-JP" sz="1600" dirty="0"/>
          </a:p>
          <a:p>
            <a:pPr algn="ctr"/>
            <a:r>
              <a:rPr lang="en-US" altLang="ja-JP" sz="1600" dirty="0"/>
              <a:t>MFCC</a:t>
            </a:r>
            <a:r>
              <a:rPr lang="ja-JP" altLang="en-US" sz="1600" dirty="0"/>
              <a:t>を時間領域特徴と連結することで、</a:t>
            </a:r>
            <a:r>
              <a:rPr lang="en-US" altLang="ja-JP" sz="1600" b="1" dirty="0"/>
              <a:t>93.33%</a:t>
            </a:r>
            <a:r>
              <a:rPr lang="ja-JP" altLang="en-US" sz="1600" dirty="0"/>
              <a:t>となったが、特異度は</a:t>
            </a:r>
            <a:r>
              <a:rPr lang="en-US" altLang="ja-JP" sz="1600" b="1" dirty="0"/>
              <a:t>88.24%</a:t>
            </a:r>
          </a:p>
          <a:p>
            <a:pPr marL="285750" indent="-285750">
              <a:buFont typeface="Wingdings" panose="05000000000000000000" pitchFamily="2" charset="2"/>
              <a:buChar char="l"/>
            </a:pPr>
            <a:endParaRPr lang="en-US" altLang="ja-JP" sz="1600" dirty="0"/>
          </a:p>
          <a:p>
            <a:pPr marL="285750" indent="-285750">
              <a:buFont typeface="Wingdings" panose="05000000000000000000" pitchFamily="2" charset="2"/>
              <a:buChar char="l"/>
            </a:pPr>
            <a:r>
              <a:rPr lang="ja-JP" altLang="en-US" sz="1600" dirty="0"/>
              <a:t>研究</a:t>
            </a:r>
            <a:r>
              <a:rPr lang="en-US" altLang="ja-JP" sz="1600" dirty="0"/>
              <a:t>8</a:t>
            </a:r>
            <a:r>
              <a:rPr lang="ja-JP" altLang="en-US" sz="1600" dirty="0"/>
              <a:t>は、スペクトル振幅・ウェーブレットエントロピーで推定し、</a:t>
            </a:r>
            <a:r>
              <a:rPr lang="en-US" altLang="ja-JP" sz="1600" b="1" dirty="0"/>
              <a:t>79.33%</a:t>
            </a:r>
          </a:p>
          <a:p>
            <a:pPr marL="285750" indent="-285750">
              <a:buFont typeface="Wingdings" panose="05000000000000000000" pitchFamily="2" charset="2"/>
              <a:buChar char="l"/>
            </a:pPr>
            <a:endParaRPr lang="en-US" altLang="ja-JP" sz="1600" dirty="0"/>
          </a:p>
          <a:p>
            <a:pPr marL="285750" indent="-285750">
              <a:buFont typeface="Wingdings" panose="05000000000000000000" pitchFamily="2" charset="2"/>
              <a:buChar char="l"/>
            </a:pPr>
            <a:r>
              <a:rPr lang="ja-JP" altLang="en-US" sz="1600" dirty="0"/>
              <a:t>研究</a:t>
            </a:r>
            <a:r>
              <a:rPr lang="en-US" altLang="ja-JP" sz="1600" dirty="0"/>
              <a:t>12</a:t>
            </a:r>
            <a:r>
              <a:rPr lang="ja-JP" altLang="en-US" sz="1600" dirty="0"/>
              <a:t>、</a:t>
            </a:r>
            <a:r>
              <a:rPr lang="en-US" altLang="ja-JP" sz="1600" dirty="0"/>
              <a:t>13</a:t>
            </a:r>
            <a:r>
              <a:rPr lang="ja-JP" altLang="en-US" sz="1600" dirty="0"/>
              <a:t>は、時間・周波数・統計・ウェーブレット特徴で推定し、それぞれ</a:t>
            </a:r>
            <a:r>
              <a:rPr lang="en-US" altLang="ja-JP" sz="1600" b="1" dirty="0"/>
              <a:t>86.58%</a:t>
            </a:r>
            <a:r>
              <a:rPr lang="ja-JP" altLang="en-US" sz="1600" dirty="0"/>
              <a:t>、</a:t>
            </a:r>
            <a:r>
              <a:rPr lang="en-US" altLang="ja-JP" sz="1600" b="1" dirty="0"/>
              <a:t>92.6%</a:t>
            </a:r>
          </a:p>
          <a:p>
            <a:pPr marL="285750" indent="-285750">
              <a:buFont typeface="Wingdings" panose="05000000000000000000" pitchFamily="2" charset="2"/>
              <a:buChar char="l"/>
            </a:pPr>
            <a:endParaRPr lang="en-US" altLang="ja-JP" sz="1600" b="1" dirty="0"/>
          </a:p>
          <a:p>
            <a:pPr marL="285750" indent="-285750">
              <a:buFont typeface="Wingdings" panose="05000000000000000000" pitchFamily="2" charset="2"/>
              <a:buChar char="l"/>
            </a:pPr>
            <a:r>
              <a:rPr lang="ja-JP" altLang="en-US" sz="1600" dirty="0"/>
              <a:t>研究</a:t>
            </a:r>
            <a:r>
              <a:rPr lang="en-US" altLang="ja-JP" sz="1600" dirty="0"/>
              <a:t>11</a:t>
            </a:r>
            <a:r>
              <a:rPr lang="ja-JP" altLang="en-US" sz="1600" dirty="0"/>
              <a:t>、</a:t>
            </a:r>
            <a:r>
              <a:rPr lang="en-US" altLang="ja-JP" sz="1600" dirty="0"/>
              <a:t>14</a:t>
            </a:r>
            <a:r>
              <a:rPr lang="ja-JP" altLang="en-US" sz="1600" dirty="0"/>
              <a:t>は、</a:t>
            </a:r>
            <a:r>
              <a:rPr lang="en-US" altLang="ja-JP" sz="1600" dirty="0"/>
              <a:t>MFCC</a:t>
            </a:r>
            <a:r>
              <a:rPr lang="ja-JP" altLang="en-US" sz="1600" dirty="0"/>
              <a:t>とほかのいくつかの特徴を結合し、それぞれ</a:t>
            </a:r>
            <a:r>
              <a:rPr lang="en-US" altLang="ja-JP" sz="1600" b="1" dirty="0"/>
              <a:t>98.78%</a:t>
            </a:r>
            <a:r>
              <a:rPr lang="ja-JP" altLang="en-US" sz="1600" dirty="0"/>
              <a:t>、</a:t>
            </a:r>
            <a:r>
              <a:rPr lang="en-US" altLang="ja-JP" sz="1600" b="1" dirty="0"/>
              <a:t>99.91%</a:t>
            </a:r>
          </a:p>
        </p:txBody>
      </p:sp>
      <p:sp>
        <p:nvSpPr>
          <p:cNvPr id="7" name="矢印: 下 6">
            <a:extLst>
              <a:ext uri="{FF2B5EF4-FFF2-40B4-BE49-F238E27FC236}">
                <a16:creationId xmlns:a16="http://schemas.microsoft.com/office/drawing/2014/main" id="{379C40B9-5E76-59F7-B2FB-1B48DB9BFCFE}"/>
              </a:ext>
            </a:extLst>
          </p:cNvPr>
          <p:cNvSpPr/>
          <p:nvPr/>
        </p:nvSpPr>
        <p:spPr>
          <a:xfrm>
            <a:off x="2560801" y="3051610"/>
            <a:ext cx="489694" cy="469112"/>
          </a:xfrm>
          <a:prstGeom prst="downArrow">
            <a:avLst/>
          </a:prstGeom>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8F863110-9951-5AF4-BAB5-3AE5B777DCDC}"/>
              </a:ext>
            </a:extLst>
          </p:cNvPr>
          <p:cNvSpPr txBox="1"/>
          <p:nvPr/>
        </p:nvSpPr>
        <p:spPr>
          <a:xfrm>
            <a:off x="768300" y="1177897"/>
            <a:ext cx="4074695" cy="369332"/>
          </a:xfrm>
          <a:prstGeom prst="rect">
            <a:avLst/>
          </a:prstGeom>
          <a:noFill/>
        </p:spPr>
        <p:txBody>
          <a:bodyPr wrap="square">
            <a:spAutoFit/>
          </a:bodyPr>
          <a:lstStyle/>
          <a:p>
            <a:r>
              <a:rPr lang="ja-JP" altLang="en-US" dirty="0"/>
              <a:t>類似研究と比較した表を右に示した。</a:t>
            </a:r>
          </a:p>
        </p:txBody>
      </p:sp>
      <p:sp>
        <p:nvSpPr>
          <p:cNvPr id="12" name="テキスト ボックス 11">
            <a:extLst>
              <a:ext uri="{FF2B5EF4-FFF2-40B4-BE49-F238E27FC236}">
                <a16:creationId xmlns:a16="http://schemas.microsoft.com/office/drawing/2014/main" id="{0742133F-F262-4B37-BB9C-85727A19DFF5}"/>
              </a:ext>
            </a:extLst>
          </p:cNvPr>
          <p:cNvSpPr txBox="1"/>
          <p:nvPr/>
        </p:nvSpPr>
        <p:spPr>
          <a:xfrm>
            <a:off x="642255" y="6240412"/>
            <a:ext cx="4892841" cy="338554"/>
          </a:xfrm>
          <a:prstGeom prst="rect">
            <a:avLst/>
          </a:prstGeom>
          <a:noFill/>
        </p:spPr>
        <p:txBody>
          <a:bodyPr wrap="square">
            <a:spAutoFit/>
          </a:bodyPr>
          <a:lstStyle/>
          <a:p>
            <a:r>
              <a:rPr lang="en-US" altLang="ja-JP" sz="1600" dirty="0">
                <a:solidFill>
                  <a:srgbClr val="FF0000"/>
                </a:solidFill>
              </a:rPr>
              <a:t>※</a:t>
            </a:r>
            <a:r>
              <a:rPr lang="ja-JP" altLang="en-US" sz="1600" dirty="0">
                <a:solidFill>
                  <a:srgbClr val="FF0000"/>
                </a:solidFill>
              </a:rPr>
              <a:t>ただし、これらは用いたデータベースは異なる</a:t>
            </a:r>
          </a:p>
        </p:txBody>
      </p:sp>
      <p:sp>
        <p:nvSpPr>
          <p:cNvPr id="5" name="スライド番号プレースホルダー 4">
            <a:extLst>
              <a:ext uri="{FF2B5EF4-FFF2-40B4-BE49-F238E27FC236}">
                <a16:creationId xmlns:a16="http://schemas.microsoft.com/office/drawing/2014/main" id="{3F2CDFB9-9FB6-76EE-F192-D8FC7378F217}"/>
              </a:ext>
            </a:extLst>
          </p:cNvPr>
          <p:cNvSpPr>
            <a:spLocks noGrp="1"/>
          </p:cNvSpPr>
          <p:nvPr>
            <p:ph type="sldNum" sz="quarter" idx="12"/>
          </p:nvPr>
        </p:nvSpPr>
        <p:spPr/>
        <p:txBody>
          <a:bodyPr/>
          <a:lstStyle/>
          <a:p>
            <a:fld id="{F53CC62E-8007-4AE4-97B4-A3E2DB5FED0F}" type="slidenum">
              <a:rPr kumimoji="1" lang="ja-JP" altLang="en-US" smtClean="0"/>
              <a:t>25</a:t>
            </a:fld>
            <a:endParaRPr kumimoji="1" lang="ja-JP" altLang="en-US"/>
          </a:p>
        </p:txBody>
      </p:sp>
      <p:sp>
        <p:nvSpPr>
          <p:cNvPr id="8" name="テキスト ボックス 7">
            <a:extLst>
              <a:ext uri="{FF2B5EF4-FFF2-40B4-BE49-F238E27FC236}">
                <a16:creationId xmlns:a16="http://schemas.microsoft.com/office/drawing/2014/main" id="{F9873944-365C-5225-7F9C-8C9508D16073}"/>
              </a:ext>
            </a:extLst>
          </p:cNvPr>
          <p:cNvSpPr txBox="1"/>
          <p:nvPr/>
        </p:nvSpPr>
        <p:spPr>
          <a:xfrm>
            <a:off x="100291" y="6578966"/>
            <a:ext cx="10869610" cy="261610"/>
          </a:xfrm>
          <a:prstGeom prst="rect">
            <a:avLst/>
          </a:prstGeom>
          <a:noFill/>
        </p:spPr>
        <p:txBody>
          <a:bodyPr wrap="square">
            <a:spAutoFit/>
          </a:bodyPr>
          <a:lstStyle/>
          <a:p>
            <a:r>
              <a:rPr lang="ja-JP" altLang="en-US" sz="1100" dirty="0"/>
              <a:t>引用</a:t>
            </a:r>
            <a:r>
              <a:rPr lang="en-US" altLang="ja-JP" sz="1100" dirty="0"/>
              <a:t>[5]</a:t>
            </a:r>
            <a:r>
              <a:rPr lang="ja-JP" altLang="en-US" sz="1100" dirty="0"/>
              <a:t>：</a:t>
            </a:r>
            <a:r>
              <a:rPr lang="en-US" altLang="ja-JP" sz="1100" dirty="0"/>
              <a:t>”Enhanced Classification of Heart Sounds Using Mel Frequency Cepstral Coefficients: A Comparative Study of Single and Ensemble Classifier Strategies”, p12</a:t>
            </a:r>
            <a:endParaRPr lang="ja-JP" altLang="en-US" sz="1100" dirty="0"/>
          </a:p>
        </p:txBody>
      </p:sp>
      <p:sp>
        <p:nvSpPr>
          <p:cNvPr id="10" name="テキスト ボックス 9">
            <a:extLst>
              <a:ext uri="{FF2B5EF4-FFF2-40B4-BE49-F238E27FC236}">
                <a16:creationId xmlns:a16="http://schemas.microsoft.com/office/drawing/2014/main" id="{5A648C3A-AD58-B56C-790C-B2D7DBE32F27}"/>
              </a:ext>
            </a:extLst>
          </p:cNvPr>
          <p:cNvSpPr txBox="1"/>
          <p:nvPr/>
        </p:nvSpPr>
        <p:spPr>
          <a:xfrm>
            <a:off x="9805737" y="1565928"/>
            <a:ext cx="541421" cy="261610"/>
          </a:xfrm>
          <a:prstGeom prst="rect">
            <a:avLst/>
          </a:prstGeom>
          <a:noFill/>
        </p:spPr>
        <p:txBody>
          <a:bodyPr wrap="square">
            <a:spAutoFit/>
          </a:bodyPr>
          <a:lstStyle/>
          <a:p>
            <a:r>
              <a:rPr lang="en-US" altLang="ja-JP" sz="1100" dirty="0"/>
              <a:t>[5]</a:t>
            </a:r>
            <a:endParaRPr lang="ja-JP" altLang="en-US" sz="1100" dirty="0"/>
          </a:p>
        </p:txBody>
      </p:sp>
    </p:spTree>
    <p:extLst>
      <p:ext uri="{BB962C8B-B14F-4D97-AF65-F5344CB8AC3E}">
        <p14:creationId xmlns:p14="http://schemas.microsoft.com/office/powerpoint/2010/main" val="16366985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DDD88-1D7F-F61D-0849-4FCAE716C48B}"/>
              </a:ext>
            </a:extLst>
          </p:cNvPr>
          <p:cNvSpPr>
            <a:spLocks noGrp="1"/>
          </p:cNvSpPr>
          <p:nvPr>
            <p:ph type="ctrTitle"/>
          </p:nvPr>
        </p:nvSpPr>
        <p:spPr>
          <a:xfrm>
            <a:off x="359227" y="365019"/>
            <a:ext cx="1648004" cy="671603"/>
          </a:xfrm>
        </p:spPr>
        <p:txBody>
          <a:bodyPr>
            <a:normAutofit/>
          </a:bodyPr>
          <a:lstStyle/>
          <a:p>
            <a:r>
              <a:rPr kumimoji="1" lang="en-US" altLang="ja-JP" sz="3200" dirty="0"/>
              <a:t>5. </a:t>
            </a:r>
            <a:r>
              <a:rPr lang="ja-JP" altLang="en-US" sz="3200" dirty="0"/>
              <a:t>結論</a:t>
            </a:r>
            <a:endParaRPr kumimoji="1" lang="ja-JP" altLang="en-US" sz="3200" dirty="0"/>
          </a:p>
        </p:txBody>
      </p:sp>
      <p:pic>
        <p:nvPicPr>
          <p:cNvPr id="5" name="図 4" descr="グラフ, 棒グラフ&#10;&#10;自動的に生成された説明">
            <a:extLst>
              <a:ext uri="{FF2B5EF4-FFF2-40B4-BE49-F238E27FC236}">
                <a16:creationId xmlns:a16="http://schemas.microsoft.com/office/drawing/2014/main" id="{E20CF9FE-4654-40B1-D0F5-BD975D0079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26049" y="2240821"/>
            <a:ext cx="6535062" cy="3134162"/>
          </a:xfrm>
          <a:prstGeom prst="rect">
            <a:avLst/>
          </a:prstGeom>
        </p:spPr>
      </p:pic>
      <p:sp>
        <p:nvSpPr>
          <p:cNvPr id="8" name="テキスト ボックス 7">
            <a:extLst>
              <a:ext uri="{FF2B5EF4-FFF2-40B4-BE49-F238E27FC236}">
                <a16:creationId xmlns:a16="http://schemas.microsoft.com/office/drawing/2014/main" id="{E52BFF80-11B1-3327-46EB-16F23C255200}"/>
              </a:ext>
            </a:extLst>
          </p:cNvPr>
          <p:cNvSpPr txBox="1"/>
          <p:nvPr/>
        </p:nvSpPr>
        <p:spPr>
          <a:xfrm>
            <a:off x="768300" y="1177897"/>
            <a:ext cx="10814100" cy="369332"/>
          </a:xfrm>
          <a:prstGeom prst="rect">
            <a:avLst/>
          </a:prstGeom>
          <a:noFill/>
        </p:spPr>
        <p:txBody>
          <a:bodyPr wrap="square">
            <a:spAutoFit/>
          </a:bodyPr>
          <a:lstStyle/>
          <a:p>
            <a:r>
              <a:rPr lang="ja-JP" altLang="en-US" dirty="0"/>
              <a:t>類似研究と比較し、まとめた図を右に示した。</a:t>
            </a:r>
          </a:p>
        </p:txBody>
      </p:sp>
      <p:sp>
        <p:nvSpPr>
          <p:cNvPr id="10" name="テキスト ボックス 9">
            <a:extLst>
              <a:ext uri="{FF2B5EF4-FFF2-40B4-BE49-F238E27FC236}">
                <a16:creationId xmlns:a16="http://schemas.microsoft.com/office/drawing/2014/main" id="{4D08AC36-5757-3C59-A38D-14985C3AC3E5}"/>
              </a:ext>
            </a:extLst>
          </p:cNvPr>
          <p:cNvSpPr txBox="1"/>
          <p:nvPr/>
        </p:nvSpPr>
        <p:spPr>
          <a:xfrm>
            <a:off x="6911193" y="5510826"/>
            <a:ext cx="4491789" cy="338554"/>
          </a:xfrm>
          <a:prstGeom prst="rect">
            <a:avLst/>
          </a:prstGeom>
          <a:noFill/>
        </p:spPr>
        <p:txBody>
          <a:bodyPr wrap="square" rtlCol="0">
            <a:spAutoFit/>
          </a:bodyPr>
          <a:lstStyle/>
          <a:p>
            <a:r>
              <a:rPr lang="ja-JP" altLang="en-US" sz="1600" dirty="0"/>
              <a:t>図</a:t>
            </a:r>
            <a:r>
              <a:rPr lang="en-US" altLang="ja-JP" sz="1600" dirty="0"/>
              <a:t>6. </a:t>
            </a:r>
            <a:r>
              <a:rPr lang="ja-JP" altLang="en-US" sz="1600" dirty="0"/>
              <a:t>類似研究との各パラメータの比較</a:t>
            </a:r>
            <a:endParaRPr lang="en-US" altLang="ja-JP" sz="1600" dirty="0"/>
          </a:p>
        </p:txBody>
      </p:sp>
      <p:sp>
        <p:nvSpPr>
          <p:cNvPr id="13" name="テキスト ボックス 12">
            <a:extLst>
              <a:ext uri="{FF2B5EF4-FFF2-40B4-BE49-F238E27FC236}">
                <a16:creationId xmlns:a16="http://schemas.microsoft.com/office/drawing/2014/main" id="{9E560233-5ED9-3386-197E-9CA9E445138A}"/>
              </a:ext>
            </a:extLst>
          </p:cNvPr>
          <p:cNvSpPr txBox="1"/>
          <p:nvPr/>
        </p:nvSpPr>
        <p:spPr>
          <a:xfrm>
            <a:off x="359226" y="1849948"/>
            <a:ext cx="4661953" cy="2062103"/>
          </a:xfrm>
          <a:prstGeom prst="rect">
            <a:avLst/>
          </a:prstGeom>
          <a:noFill/>
        </p:spPr>
        <p:txBody>
          <a:bodyPr wrap="square" rtlCol="0">
            <a:spAutoFit/>
          </a:bodyPr>
          <a:lstStyle/>
          <a:p>
            <a:pPr marL="285750" indent="-285750">
              <a:buFont typeface="Wingdings" panose="05000000000000000000" pitchFamily="2" charset="2"/>
              <a:buChar char="l"/>
            </a:pPr>
            <a:r>
              <a:rPr lang="ja-JP" altLang="en-US" sz="1600" dirty="0"/>
              <a:t>本研究のアンサンブル分類は、最も高い精度と、</a:t>
            </a:r>
            <a:r>
              <a:rPr lang="en-US" altLang="ja-JP" sz="1600" dirty="0"/>
              <a:t>2</a:t>
            </a:r>
            <a:r>
              <a:rPr lang="ja-JP" altLang="en-US" sz="1600" dirty="0"/>
              <a:t>番目に高い感度であった。</a:t>
            </a:r>
            <a:endParaRPr lang="en-US" altLang="ja-JP" sz="1600" dirty="0"/>
          </a:p>
          <a:p>
            <a:pPr marL="285750" indent="-285750">
              <a:buFont typeface="Wingdings" panose="05000000000000000000" pitchFamily="2" charset="2"/>
              <a:buChar char="l"/>
            </a:pPr>
            <a:endParaRPr lang="en-US" altLang="ja-JP" sz="1600" dirty="0"/>
          </a:p>
          <a:p>
            <a:pPr marL="285750" indent="-285750">
              <a:buFont typeface="Wingdings" panose="05000000000000000000" pitchFamily="2" charset="2"/>
              <a:buChar char="l"/>
            </a:pPr>
            <a:r>
              <a:rPr lang="ja-JP" altLang="en-US" sz="1600" dirty="0"/>
              <a:t>研究</a:t>
            </a:r>
            <a:r>
              <a:rPr lang="en-US" altLang="ja-JP" sz="1600" dirty="0"/>
              <a:t>10</a:t>
            </a:r>
            <a:r>
              <a:rPr lang="ja-JP" altLang="en-US" sz="1600" dirty="0"/>
              <a:t>は最も高い感度ではあるが、特異度は非常に低い</a:t>
            </a:r>
            <a:endParaRPr lang="en-US" altLang="ja-JP" sz="1600" dirty="0"/>
          </a:p>
          <a:p>
            <a:pPr marL="285750" indent="-285750">
              <a:buFont typeface="Wingdings" panose="05000000000000000000" pitchFamily="2" charset="2"/>
              <a:buChar char="l"/>
            </a:pPr>
            <a:endParaRPr lang="en-US" altLang="ja-JP" sz="1600" dirty="0"/>
          </a:p>
          <a:p>
            <a:pPr marL="285750" indent="-285750">
              <a:buFont typeface="Wingdings" panose="05000000000000000000" pitchFamily="2" charset="2"/>
              <a:buChar char="l"/>
            </a:pPr>
            <a:r>
              <a:rPr lang="ja-JP" altLang="en-US" sz="1600" dirty="0"/>
              <a:t>本研究の特異度は</a:t>
            </a:r>
            <a:r>
              <a:rPr lang="en-US" altLang="ja-JP" sz="1600" dirty="0"/>
              <a:t>3</a:t>
            </a:r>
            <a:r>
              <a:rPr lang="ja-JP" altLang="en-US" sz="1600" dirty="0"/>
              <a:t>番目に高かったが、上位</a:t>
            </a:r>
            <a:r>
              <a:rPr lang="en-US" altLang="ja-JP" sz="1600" dirty="0"/>
              <a:t>2</a:t>
            </a:r>
            <a:r>
              <a:rPr lang="ja-JP" altLang="en-US" sz="1600" dirty="0"/>
              <a:t>つの研究の感度に関しては非常に低い</a:t>
            </a:r>
            <a:endParaRPr lang="en-US" altLang="ja-JP" sz="1600" dirty="0"/>
          </a:p>
        </p:txBody>
      </p:sp>
      <p:sp>
        <p:nvSpPr>
          <p:cNvPr id="15" name="テキスト ボックス 14">
            <a:extLst>
              <a:ext uri="{FF2B5EF4-FFF2-40B4-BE49-F238E27FC236}">
                <a16:creationId xmlns:a16="http://schemas.microsoft.com/office/drawing/2014/main" id="{6C7B4763-2C2F-4799-F61A-02F9BE477BB4}"/>
              </a:ext>
            </a:extLst>
          </p:cNvPr>
          <p:cNvSpPr txBox="1"/>
          <p:nvPr/>
        </p:nvSpPr>
        <p:spPr>
          <a:xfrm>
            <a:off x="374206" y="4359321"/>
            <a:ext cx="4906603" cy="2031325"/>
          </a:xfrm>
          <a:prstGeom prst="rect">
            <a:avLst/>
          </a:prstGeom>
          <a:noFill/>
        </p:spPr>
        <p:txBody>
          <a:bodyPr wrap="square" rtlCol="0">
            <a:spAutoFit/>
          </a:bodyPr>
          <a:lstStyle/>
          <a:p>
            <a:pPr marL="285750" indent="-285750">
              <a:buFont typeface="Wingdings" panose="05000000000000000000" pitchFamily="2" charset="2"/>
              <a:buChar char="l"/>
            </a:pPr>
            <a:r>
              <a:rPr lang="ja-JP" altLang="en-US" dirty="0"/>
              <a:t>研究</a:t>
            </a:r>
            <a:r>
              <a:rPr lang="en-US" altLang="ja-JP" dirty="0"/>
              <a:t>10</a:t>
            </a:r>
            <a:r>
              <a:rPr lang="ja-JP" altLang="en-US" dirty="0"/>
              <a:t>、</a:t>
            </a:r>
            <a:r>
              <a:rPr lang="en-US" altLang="ja-JP" dirty="0"/>
              <a:t>11</a:t>
            </a:r>
            <a:r>
              <a:rPr lang="ja-JP" altLang="en-US" dirty="0"/>
              <a:t>、</a:t>
            </a:r>
            <a:r>
              <a:rPr lang="en-US" altLang="ja-JP" dirty="0"/>
              <a:t>14</a:t>
            </a:r>
            <a:r>
              <a:rPr lang="ja-JP" altLang="en-US" dirty="0"/>
              <a:t>より</a:t>
            </a:r>
            <a:r>
              <a:rPr lang="en-US" altLang="ja-JP" dirty="0"/>
              <a:t>MFCC</a:t>
            </a:r>
            <a:r>
              <a:rPr lang="ja-JP" altLang="en-US" dirty="0"/>
              <a:t>は心音のスペクトル特性を捉えるため、</a:t>
            </a:r>
            <a:r>
              <a:rPr lang="ja-JP" altLang="en-US" b="1" dirty="0"/>
              <a:t>時間的特徴</a:t>
            </a:r>
            <a:r>
              <a:rPr lang="ja-JP" altLang="en-US" dirty="0"/>
              <a:t>を積極的に組み込む必要がある。</a:t>
            </a:r>
            <a:endParaRPr lang="en-US" altLang="ja-JP" dirty="0"/>
          </a:p>
          <a:p>
            <a:pPr marL="285750" indent="-285750">
              <a:buFont typeface="Wingdings" panose="05000000000000000000" pitchFamily="2" charset="2"/>
              <a:buChar char="l"/>
            </a:pPr>
            <a:endParaRPr lang="en-US" altLang="ja-JP" dirty="0"/>
          </a:p>
          <a:p>
            <a:pPr marL="285750" indent="-285750">
              <a:buFont typeface="Wingdings" panose="05000000000000000000" pitchFamily="2" charset="2"/>
              <a:buChar char="l"/>
            </a:pPr>
            <a:r>
              <a:rPr lang="ja-JP" altLang="en-US" dirty="0"/>
              <a:t>二値分類に有効であることが分かったが、心血管疾患などの多クラス分類においても有効性を評価する必要がある。</a:t>
            </a:r>
            <a:endParaRPr lang="en-US" altLang="ja-JP" dirty="0"/>
          </a:p>
        </p:txBody>
      </p:sp>
      <p:sp>
        <p:nvSpPr>
          <p:cNvPr id="17" name="四角形: 角を丸くする 16">
            <a:extLst>
              <a:ext uri="{FF2B5EF4-FFF2-40B4-BE49-F238E27FC236}">
                <a16:creationId xmlns:a16="http://schemas.microsoft.com/office/drawing/2014/main" id="{D399835D-7ED3-7EF4-6000-4679F37BA59B}"/>
              </a:ext>
            </a:extLst>
          </p:cNvPr>
          <p:cNvSpPr/>
          <p:nvPr/>
        </p:nvSpPr>
        <p:spPr>
          <a:xfrm>
            <a:off x="357303" y="4183049"/>
            <a:ext cx="4906604" cy="2309932"/>
          </a:xfrm>
          <a:prstGeom prst="roundRect">
            <a:avLst/>
          </a:prstGeom>
          <a:noFill/>
          <a:ln w="4762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スライド番号プレースホルダー 3">
            <a:extLst>
              <a:ext uri="{FF2B5EF4-FFF2-40B4-BE49-F238E27FC236}">
                <a16:creationId xmlns:a16="http://schemas.microsoft.com/office/drawing/2014/main" id="{9D2D44AE-97C0-C570-E1ED-E61424AC6266}"/>
              </a:ext>
            </a:extLst>
          </p:cNvPr>
          <p:cNvSpPr>
            <a:spLocks noGrp="1"/>
          </p:cNvSpPr>
          <p:nvPr>
            <p:ph type="sldNum" sz="quarter" idx="12"/>
          </p:nvPr>
        </p:nvSpPr>
        <p:spPr/>
        <p:txBody>
          <a:bodyPr/>
          <a:lstStyle/>
          <a:p>
            <a:fld id="{F53CC62E-8007-4AE4-97B4-A3E2DB5FED0F}" type="slidenum">
              <a:rPr kumimoji="1" lang="ja-JP" altLang="en-US" smtClean="0"/>
              <a:t>26</a:t>
            </a:fld>
            <a:endParaRPr kumimoji="1" lang="ja-JP" altLang="en-US"/>
          </a:p>
        </p:txBody>
      </p:sp>
      <p:sp>
        <p:nvSpPr>
          <p:cNvPr id="6" name="テキスト ボックス 5">
            <a:extLst>
              <a:ext uri="{FF2B5EF4-FFF2-40B4-BE49-F238E27FC236}">
                <a16:creationId xmlns:a16="http://schemas.microsoft.com/office/drawing/2014/main" id="{7DABB26A-C97F-78F1-0D91-1E43F68CF3D5}"/>
              </a:ext>
            </a:extLst>
          </p:cNvPr>
          <p:cNvSpPr txBox="1"/>
          <p:nvPr/>
        </p:nvSpPr>
        <p:spPr>
          <a:xfrm>
            <a:off x="10511590" y="5552956"/>
            <a:ext cx="541421" cy="261610"/>
          </a:xfrm>
          <a:prstGeom prst="rect">
            <a:avLst/>
          </a:prstGeom>
          <a:noFill/>
        </p:spPr>
        <p:txBody>
          <a:bodyPr wrap="square">
            <a:spAutoFit/>
          </a:bodyPr>
          <a:lstStyle/>
          <a:p>
            <a:r>
              <a:rPr lang="en-US" altLang="ja-JP" sz="1100" dirty="0"/>
              <a:t>[6]</a:t>
            </a:r>
            <a:endParaRPr lang="ja-JP" altLang="en-US" sz="1100" dirty="0"/>
          </a:p>
        </p:txBody>
      </p:sp>
      <p:sp>
        <p:nvSpPr>
          <p:cNvPr id="7" name="テキスト ボックス 6">
            <a:extLst>
              <a:ext uri="{FF2B5EF4-FFF2-40B4-BE49-F238E27FC236}">
                <a16:creationId xmlns:a16="http://schemas.microsoft.com/office/drawing/2014/main" id="{F58248ED-6A15-AD7A-53AD-86D6EB1BC944}"/>
              </a:ext>
            </a:extLst>
          </p:cNvPr>
          <p:cNvSpPr txBox="1"/>
          <p:nvPr/>
        </p:nvSpPr>
        <p:spPr>
          <a:xfrm>
            <a:off x="100291" y="6578966"/>
            <a:ext cx="10869610" cy="261610"/>
          </a:xfrm>
          <a:prstGeom prst="rect">
            <a:avLst/>
          </a:prstGeom>
          <a:noFill/>
        </p:spPr>
        <p:txBody>
          <a:bodyPr wrap="square">
            <a:spAutoFit/>
          </a:bodyPr>
          <a:lstStyle/>
          <a:p>
            <a:r>
              <a:rPr lang="ja-JP" altLang="en-US" sz="1100" dirty="0"/>
              <a:t>引用</a:t>
            </a:r>
            <a:r>
              <a:rPr lang="en-US" altLang="ja-JP" sz="1100" dirty="0"/>
              <a:t>[6]</a:t>
            </a:r>
            <a:r>
              <a:rPr lang="ja-JP" altLang="en-US" sz="1100" dirty="0"/>
              <a:t>：</a:t>
            </a:r>
            <a:r>
              <a:rPr lang="en-US" altLang="ja-JP" sz="1100" dirty="0"/>
              <a:t>”Enhanced Classification of Heart Sounds Using Mel Frequency Cepstral Coefficients: A Comparative Study of Single and Ensemble Classifier Strategies”, p13</a:t>
            </a:r>
            <a:endParaRPr lang="ja-JP" altLang="en-US" sz="1100" dirty="0"/>
          </a:p>
        </p:txBody>
      </p:sp>
    </p:spTree>
    <p:extLst>
      <p:ext uri="{BB962C8B-B14F-4D97-AF65-F5344CB8AC3E}">
        <p14:creationId xmlns:p14="http://schemas.microsoft.com/office/powerpoint/2010/main" val="7894863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DDD88-1D7F-F61D-0849-4FCAE716C48B}"/>
              </a:ext>
            </a:extLst>
          </p:cNvPr>
          <p:cNvSpPr>
            <a:spLocks noGrp="1"/>
          </p:cNvSpPr>
          <p:nvPr>
            <p:ph type="ctrTitle"/>
          </p:nvPr>
        </p:nvSpPr>
        <p:spPr>
          <a:xfrm>
            <a:off x="431074" y="477929"/>
            <a:ext cx="1580606" cy="671603"/>
          </a:xfrm>
        </p:spPr>
        <p:txBody>
          <a:bodyPr>
            <a:normAutofit fontScale="90000"/>
          </a:bodyPr>
          <a:lstStyle/>
          <a:p>
            <a:r>
              <a:rPr kumimoji="1" lang="ja-JP" altLang="en-US" sz="4000" dirty="0"/>
              <a:t>目次</a:t>
            </a:r>
          </a:p>
        </p:txBody>
      </p:sp>
      <p:sp>
        <p:nvSpPr>
          <p:cNvPr id="3" name="字幕 2">
            <a:extLst>
              <a:ext uri="{FF2B5EF4-FFF2-40B4-BE49-F238E27FC236}">
                <a16:creationId xmlns:a16="http://schemas.microsoft.com/office/drawing/2014/main" id="{7DC664C8-FF2A-A508-8FE5-99ABFF41B315}"/>
              </a:ext>
            </a:extLst>
          </p:cNvPr>
          <p:cNvSpPr>
            <a:spLocks noGrp="1"/>
          </p:cNvSpPr>
          <p:nvPr>
            <p:ph type="subTitle" idx="1"/>
          </p:nvPr>
        </p:nvSpPr>
        <p:spPr>
          <a:xfrm>
            <a:off x="1525375" y="2335169"/>
            <a:ext cx="3709851" cy="3038936"/>
          </a:xfrm>
        </p:spPr>
        <p:txBody>
          <a:bodyPr>
            <a:noAutofit/>
          </a:bodyPr>
          <a:lstStyle/>
          <a:p>
            <a:pPr marL="457200" indent="-457200" algn="l">
              <a:buFont typeface="+mj-lt"/>
              <a:buAutoNum type="arabicPeriod"/>
            </a:pPr>
            <a:r>
              <a:rPr kumimoji="1" lang="ja-JP" altLang="en-US" dirty="0">
                <a:solidFill>
                  <a:schemeClr val="tx1"/>
                </a:solidFill>
              </a:rPr>
              <a:t>概要・目的</a:t>
            </a:r>
            <a:endParaRPr kumimoji="1" lang="en-US" altLang="ja-JP" dirty="0">
              <a:solidFill>
                <a:schemeClr val="tx1"/>
              </a:solidFill>
            </a:endParaRPr>
          </a:p>
          <a:p>
            <a:pPr marL="457200" indent="-457200" algn="l">
              <a:buFont typeface="+mj-lt"/>
              <a:buAutoNum type="arabicPeriod"/>
            </a:pPr>
            <a:r>
              <a:rPr kumimoji="1" lang="ja-JP" altLang="en-US" dirty="0">
                <a:solidFill>
                  <a:schemeClr val="tx1"/>
                </a:solidFill>
              </a:rPr>
              <a:t>背景</a:t>
            </a:r>
            <a:endParaRPr kumimoji="1" lang="en-US" altLang="ja-JP" dirty="0">
              <a:solidFill>
                <a:schemeClr val="tx1"/>
              </a:solidFill>
            </a:endParaRPr>
          </a:p>
          <a:p>
            <a:pPr marL="457200" indent="-457200" algn="l">
              <a:buFont typeface="+mj-lt"/>
              <a:buAutoNum type="arabicPeriod"/>
            </a:pPr>
            <a:r>
              <a:rPr lang="ja-JP" altLang="en-US" dirty="0">
                <a:solidFill>
                  <a:schemeClr val="tx1"/>
                </a:solidFill>
              </a:rPr>
              <a:t>提案手法</a:t>
            </a:r>
            <a:endParaRPr lang="en-US" altLang="ja-JP" dirty="0">
              <a:solidFill>
                <a:schemeClr val="tx1"/>
              </a:solidFill>
            </a:endParaRPr>
          </a:p>
          <a:p>
            <a:pPr marL="457200" indent="-457200" algn="l">
              <a:buFont typeface="+mj-lt"/>
              <a:buAutoNum type="arabicPeriod"/>
            </a:pPr>
            <a:r>
              <a:rPr lang="ja-JP" altLang="en-US" dirty="0">
                <a:solidFill>
                  <a:schemeClr val="tx1"/>
                </a:solidFill>
              </a:rPr>
              <a:t>結果</a:t>
            </a:r>
            <a:endParaRPr lang="en-US" altLang="ja-JP" dirty="0">
              <a:solidFill>
                <a:schemeClr val="tx1"/>
              </a:solidFill>
            </a:endParaRPr>
          </a:p>
          <a:p>
            <a:pPr marL="457200" indent="-457200" algn="l">
              <a:buFont typeface="+mj-lt"/>
              <a:buAutoNum type="arabicPeriod"/>
            </a:pPr>
            <a:r>
              <a:rPr lang="ja-JP" altLang="en-US" dirty="0">
                <a:solidFill>
                  <a:schemeClr val="tx1"/>
                </a:solidFill>
              </a:rPr>
              <a:t>結論</a:t>
            </a:r>
            <a:endParaRPr lang="en-US" altLang="ja-JP" dirty="0">
              <a:solidFill>
                <a:schemeClr val="tx1"/>
              </a:solidFill>
            </a:endParaRPr>
          </a:p>
          <a:p>
            <a:pPr marL="457200" indent="-457200" algn="l">
              <a:buFont typeface="+mj-lt"/>
              <a:buAutoNum type="arabicPeriod"/>
            </a:pPr>
            <a:r>
              <a:rPr lang="ja-JP" altLang="en-US" dirty="0">
                <a:solidFill>
                  <a:schemeClr val="accent2"/>
                </a:solidFill>
              </a:rPr>
              <a:t>今後について</a:t>
            </a:r>
            <a:endParaRPr lang="en-US" altLang="ja-JP" dirty="0">
              <a:solidFill>
                <a:schemeClr val="accent2"/>
              </a:solidFill>
            </a:endParaRPr>
          </a:p>
        </p:txBody>
      </p:sp>
      <p:sp>
        <p:nvSpPr>
          <p:cNvPr id="5" name="スライド番号プレースホルダー 4">
            <a:extLst>
              <a:ext uri="{FF2B5EF4-FFF2-40B4-BE49-F238E27FC236}">
                <a16:creationId xmlns:a16="http://schemas.microsoft.com/office/drawing/2014/main" id="{CF4D831A-8E21-57B2-8A66-314BD51DE5CA}"/>
              </a:ext>
            </a:extLst>
          </p:cNvPr>
          <p:cNvSpPr>
            <a:spLocks noGrp="1"/>
          </p:cNvSpPr>
          <p:nvPr>
            <p:ph type="sldNum" sz="quarter" idx="12"/>
          </p:nvPr>
        </p:nvSpPr>
        <p:spPr/>
        <p:txBody>
          <a:bodyPr/>
          <a:lstStyle/>
          <a:p>
            <a:fld id="{F53CC62E-8007-4AE4-97B4-A3E2DB5FED0F}" type="slidenum">
              <a:rPr kumimoji="1" lang="ja-JP" altLang="en-US" smtClean="0"/>
              <a:t>27</a:t>
            </a:fld>
            <a:endParaRPr kumimoji="1" lang="ja-JP" altLang="en-US"/>
          </a:p>
        </p:txBody>
      </p:sp>
    </p:spTree>
    <p:extLst>
      <p:ext uri="{BB962C8B-B14F-4D97-AF65-F5344CB8AC3E}">
        <p14:creationId xmlns:p14="http://schemas.microsoft.com/office/powerpoint/2010/main" val="40275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DDD88-1D7F-F61D-0849-4FCAE716C48B}"/>
              </a:ext>
            </a:extLst>
          </p:cNvPr>
          <p:cNvSpPr>
            <a:spLocks noGrp="1"/>
          </p:cNvSpPr>
          <p:nvPr>
            <p:ph type="ctrTitle"/>
          </p:nvPr>
        </p:nvSpPr>
        <p:spPr>
          <a:xfrm>
            <a:off x="359227" y="365019"/>
            <a:ext cx="3121910" cy="671603"/>
          </a:xfrm>
        </p:spPr>
        <p:txBody>
          <a:bodyPr>
            <a:normAutofit/>
          </a:bodyPr>
          <a:lstStyle/>
          <a:p>
            <a:r>
              <a:rPr lang="en-US" altLang="ja-JP" sz="3200" dirty="0"/>
              <a:t>6</a:t>
            </a:r>
            <a:r>
              <a:rPr kumimoji="1" lang="en-US" altLang="ja-JP" sz="3200" dirty="0"/>
              <a:t>. </a:t>
            </a:r>
            <a:r>
              <a:rPr kumimoji="1" lang="ja-JP" altLang="en-US" sz="3200" dirty="0"/>
              <a:t>今後について</a:t>
            </a:r>
          </a:p>
        </p:txBody>
      </p:sp>
      <p:sp>
        <p:nvSpPr>
          <p:cNvPr id="3" name="テキスト ボックス 2">
            <a:extLst>
              <a:ext uri="{FF2B5EF4-FFF2-40B4-BE49-F238E27FC236}">
                <a16:creationId xmlns:a16="http://schemas.microsoft.com/office/drawing/2014/main" id="{849AA5AD-37DC-62FD-A979-71028B8501FA}"/>
              </a:ext>
            </a:extLst>
          </p:cNvPr>
          <p:cNvSpPr txBox="1"/>
          <p:nvPr/>
        </p:nvSpPr>
        <p:spPr>
          <a:xfrm>
            <a:off x="2597960" y="2959169"/>
            <a:ext cx="6996079" cy="939661"/>
          </a:xfrm>
          <a:prstGeom prst="rect">
            <a:avLst/>
          </a:prstGeom>
          <a:noFill/>
        </p:spPr>
        <p:txBody>
          <a:bodyPr wrap="square">
            <a:spAutoFit/>
          </a:bodyPr>
          <a:lstStyle/>
          <a:p>
            <a:pPr marL="285750" indent="-285750">
              <a:buFont typeface="Wingdings" panose="05000000000000000000" pitchFamily="2" charset="2"/>
              <a:buChar char="l"/>
            </a:pPr>
            <a:r>
              <a:rPr lang="ja-JP" altLang="en-US" dirty="0"/>
              <a:t>研究テーマについて、先輩の論文などを読んで知識をつける</a:t>
            </a:r>
            <a:endParaRPr lang="en-US" altLang="ja-JP" dirty="0"/>
          </a:p>
          <a:p>
            <a:pPr marL="285750" indent="-285750">
              <a:buFont typeface="Wingdings" panose="05000000000000000000" pitchFamily="2" charset="2"/>
              <a:buChar char="l"/>
            </a:pPr>
            <a:endParaRPr lang="en-US" altLang="ja-JP" dirty="0"/>
          </a:p>
          <a:p>
            <a:pPr marL="285750" indent="-285750">
              <a:buFont typeface="Wingdings" panose="05000000000000000000" pitchFamily="2" charset="2"/>
              <a:buChar char="l"/>
            </a:pPr>
            <a:r>
              <a:rPr lang="ja-JP" altLang="en-US" dirty="0"/>
              <a:t>実験を行ったので、その音の周波数解析などを行う。</a:t>
            </a:r>
            <a:endParaRPr lang="en-US" altLang="ja-JP" dirty="0"/>
          </a:p>
        </p:txBody>
      </p:sp>
      <p:sp>
        <p:nvSpPr>
          <p:cNvPr id="5" name="スライド番号プレースホルダー 4">
            <a:extLst>
              <a:ext uri="{FF2B5EF4-FFF2-40B4-BE49-F238E27FC236}">
                <a16:creationId xmlns:a16="http://schemas.microsoft.com/office/drawing/2014/main" id="{37730DBE-9CE7-8E75-300C-1AB89659DC8B}"/>
              </a:ext>
            </a:extLst>
          </p:cNvPr>
          <p:cNvSpPr>
            <a:spLocks noGrp="1"/>
          </p:cNvSpPr>
          <p:nvPr>
            <p:ph type="sldNum" sz="quarter" idx="12"/>
          </p:nvPr>
        </p:nvSpPr>
        <p:spPr/>
        <p:txBody>
          <a:bodyPr/>
          <a:lstStyle/>
          <a:p>
            <a:fld id="{F53CC62E-8007-4AE4-97B4-A3E2DB5FED0F}" type="slidenum">
              <a:rPr kumimoji="1" lang="ja-JP" altLang="en-US" smtClean="0"/>
              <a:t>28</a:t>
            </a:fld>
            <a:endParaRPr kumimoji="1" lang="ja-JP" altLang="en-US"/>
          </a:p>
        </p:txBody>
      </p:sp>
    </p:spTree>
    <p:extLst>
      <p:ext uri="{BB962C8B-B14F-4D97-AF65-F5344CB8AC3E}">
        <p14:creationId xmlns:p14="http://schemas.microsoft.com/office/powerpoint/2010/main" val="2384810333"/>
      </p:ext>
    </p:extLst>
  </p:cSld>
  <p:clrMapOvr>
    <a:masterClrMapping/>
  </p:clrMapOvr>
</p:sld>
</file>

<file path=ppt/theme/theme1.xml><?xml version="1.0" encoding="utf-8"?>
<a:theme xmlns:a="http://schemas.openxmlformats.org/drawingml/2006/main" name="ファセット">
  <a:themeElements>
    <a:clrScheme name="ファセット">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ファセット">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ファセット">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TM02900688[[fn=ファセット]]</Template>
  <TotalTime>3715</TotalTime>
  <Words>2931</Words>
  <Application>Microsoft Office PowerPoint</Application>
  <PresentationFormat>ワイド画面</PresentationFormat>
  <Paragraphs>282</Paragraphs>
  <Slides>28</Slides>
  <Notes>0</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28</vt:i4>
      </vt:variant>
    </vt:vector>
  </HeadingPairs>
  <TitlesOfParts>
    <vt:vector size="37" baseType="lpstr">
      <vt:lpstr>游ゴシック</vt:lpstr>
      <vt:lpstr>游明朝</vt:lpstr>
      <vt:lpstr>Arial</vt:lpstr>
      <vt:lpstr>Cambria Math</vt:lpstr>
      <vt:lpstr>Open Sans</vt:lpstr>
      <vt:lpstr>Trebuchet MS</vt:lpstr>
      <vt:lpstr>Wingdings</vt:lpstr>
      <vt:lpstr>Wingdings 3</vt:lpstr>
      <vt:lpstr>ファセット</vt:lpstr>
      <vt:lpstr>Enhanced Classification of Heart Sounds Using Mel Frequency Cepstral Coefficients: A Comparative Study of Single and Ensemble Classifier Strategies (メル周波数ケプストラム係数を用いた心音の高度分類：単一およびアンサンブル分類器戦略の比較研究)</vt:lpstr>
      <vt:lpstr>目次</vt:lpstr>
      <vt:lpstr>目次</vt:lpstr>
      <vt:lpstr>1. 概要・目的</vt:lpstr>
      <vt:lpstr>目次</vt:lpstr>
      <vt:lpstr>2. 背景</vt:lpstr>
      <vt:lpstr>目次</vt:lpstr>
      <vt:lpstr>3. 提案手法</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目次</vt:lpstr>
      <vt:lpstr>4. 結果</vt:lpstr>
      <vt:lpstr>4. 結果</vt:lpstr>
      <vt:lpstr>4. 結果</vt:lpstr>
      <vt:lpstr>4. 結果</vt:lpstr>
      <vt:lpstr>4. 結果</vt:lpstr>
      <vt:lpstr>目次</vt:lpstr>
      <vt:lpstr>5. 結論</vt:lpstr>
      <vt:lpstr>5. 結論</vt:lpstr>
      <vt:lpstr>5. 結論</vt:lpstr>
      <vt:lpstr>目次</vt:lpstr>
      <vt:lpstr>6. 今後について</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柴崎　陸</dc:creator>
  <cp:lastModifiedBy>柴崎　陸</cp:lastModifiedBy>
  <cp:revision>1</cp:revision>
  <dcterms:created xsi:type="dcterms:W3CDTF">2024-06-22T09:13:36Z</dcterms:created>
  <dcterms:modified xsi:type="dcterms:W3CDTF">2024-06-28T05:18:22Z</dcterms:modified>
</cp:coreProperties>
</file>
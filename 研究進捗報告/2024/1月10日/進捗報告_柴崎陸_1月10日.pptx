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25" r:id="rId4"/>
    <p:sldId id="299" r:id="rId5"/>
    <p:sldId id="316" r:id="rId6"/>
    <p:sldId id="328" r:id="rId7"/>
    <p:sldId id="300" r:id="rId8"/>
    <p:sldId id="327" r:id="rId9"/>
    <p:sldId id="330" r:id="rId10"/>
    <p:sldId id="329" r:id="rId11"/>
    <p:sldId id="331" r:id="rId12"/>
    <p:sldId id="332" r:id="rId13"/>
  </p:sldIdLst>
  <p:sldSz cx="18288000" cy="10287000"/>
  <p:notesSz cx="6858000" cy="9144000"/>
  <p:embeddedFontLst>
    <p:embeddedFont>
      <p:font typeface="Source Han Sans JP" panose="020B0600070205080204" charset="-128"/>
      <p:regular r:id="rId15"/>
    </p:embeddedFont>
    <p:embeddedFont>
      <p:font typeface="Source Han Sans JP Bold" panose="020B0600070205080204" charset="-128"/>
      <p:regular r:id="rId16"/>
    </p:embeddedFont>
    <p:embeddedFont>
      <p:font typeface="Source Han Sans JP Medium" panose="020B0600070205080204" charset="-128"/>
      <p:regular r:id="rId17"/>
    </p:embeddedFont>
    <p:embeddedFont>
      <p:font typeface="Century Gothic Paneuropean" panose="020B0600070205080204" charset="0"/>
      <p:regular r:id="rId18"/>
    </p:embeddedFont>
    <p:embeddedFont>
      <p:font typeface="Now" panose="020B0600070205080204" charset="0"/>
      <p:regular r:id="rId19"/>
    </p:embeddedFont>
    <p:embeddedFont>
      <p:font typeface="Now Medium" panose="020B0600070205080204" charset="0"/>
      <p:regular r:id="rId20"/>
    </p:embeddedFont>
    <p:embeddedFont>
      <p:font typeface="游ゴシック" panose="020B0400000000000000" pitchFamily="50" charset="-128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3E3"/>
    <a:srgbClr val="ABCDCC"/>
    <a:srgbClr val="6AAAA8"/>
    <a:srgbClr val="64A4A3"/>
    <a:srgbClr val="6C8C8B"/>
    <a:srgbClr val="92C1C0"/>
    <a:srgbClr val="406D6C"/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BA9EB-0868-4828-AB1C-7AEF2885AB0B}" v="51" dt="2025-01-10T05:14:50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84428" autoAdjust="0"/>
  </p:normalViewPr>
  <p:slideViewPr>
    <p:cSldViewPr>
      <p:cViewPr varScale="1">
        <p:scale>
          <a:sx n="50" d="100"/>
          <a:sy n="50" d="100"/>
        </p:scale>
        <p:origin x="3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CDCBA9EB-0868-4828-AB1C-7AEF2885AB0B}"/>
    <pc:docChg chg="undo custSel addSld delSld modSld sldOrd">
      <pc:chgData name="shibariku0623@icloud.com" userId="47b6e960b06a1f92" providerId="LiveId" clId="{CDCBA9EB-0868-4828-AB1C-7AEF2885AB0B}" dt="2025-01-10T05:15:03.465" v="2914" actId="1076"/>
      <pc:docMkLst>
        <pc:docMk/>
      </pc:docMkLst>
      <pc:sldChg chg="modSp mod">
        <pc:chgData name="shibariku0623@icloud.com" userId="47b6e960b06a1f92" providerId="LiveId" clId="{CDCBA9EB-0868-4828-AB1C-7AEF2885AB0B}" dt="2025-01-09T15:36:15.305" v="465" actId="20577"/>
        <pc:sldMkLst>
          <pc:docMk/>
          <pc:sldMk cId="0" sldId="256"/>
        </pc:sldMkLst>
        <pc:spChg chg="mod">
          <ac:chgData name="shibariku0623@icloud.com" userId="47b6e960b06a1f92" providerId="LiveId" clId="{CDCBA9EB-0868-4828-AB1C-7AEF2885AB0B}" dt="2025-01-09T15:36:15.305" v="465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CDCBA9EB-0868-4828-AB1C-7AEF2885AB0B}" dt="2025-01-09T15:21:22.491" v="93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CDCBA9EB-0868-4828-AB1C-7AEF2885AB0B}" dt="2025-01-09T15:22:45.085" v="286" actId="20577"/>
        <pc:sldMkLst>
          <pc:docMk/>
          <pc:sldMk cId="0" sldId="257"/>
        </pc:sldMkLst>
        <pc:spChg chg="mod">
          <ac:chgData name="shibariku0623@icloud.com" userId="47b6e960b06a1f92" providerId="LiveId" clId="{CDCBA9EB-0868-4828-AB1C-7AEF2885AB0B}" dt="2025-01-09T15:22:45.085" v="286" actId="20577"/>
          <ac:spMkLst>
            <pc:docMk/>
            <pc:sldMk cId="0" sldId="257"/>
            <ac:spMk id="22" creationId="{00000000-0000-0000-0000-000000000000}"/>
          </ac:spMkLst>
        </pc:spChg>
        <pc:grpChg chg="mod">
          <ac:chgData name="shibariku0623@icloud.com" userId="47b6e960b06a1f92" providerId="LiveId" clId="{CDCBA9EB-0868-4828-AB1C-7AEF2885AB0B}" dt="2025-01-09T15:22:15.150" v="194" actId="14100"/>
          <ac:grpSpMkLst>
            <pc:docMk/>
            <pc:sldMk cId="0" sldId="257"/>
            <ac:grpSpMk id="27" creationId="{CFCC6537-0657-C9F8-D676-784DA51D2742}"/>
          </ac:grpSpMkLst>
        </pc:grpChg>
      </pc:sldChg>
      <pc:sldChg chg="del">
        <pc:chgData name="shibariku0623@icloud.com" userId="47b6e960b06a1f92" providerId="LiveId" clId="{CDCBA9EB-0868-4828-AB1C-7AEF2885AB0B}" dt="2025-01-09T16:41:29.800" v="1807" actId="47"/>
        <pc:sldMkLst>
          <pc:docMk/>
          <pc:sldMk cId="0" sldId="269"/>
        </pc:sldMkLst>
      </pc:sldChg>
      <pc:sldChg chg="add del">
        <pc:chgData name="shibariku0623@icloud.com" userId="47b6e960b06a1f92" providerId="LiveId" clId="{CDCBA9EB-0868-4828-AB1C-7AEF2885AB0B}" dt="2025-01-09T16:41:33.423" v="1823" actId="47"/>
        <pc:sldMkLst>
          <pc:docMk/>
          <pc:sldMk cId="3968650787" sldId="275"/>
        </pc:sldMkLst>
      </pc:sldChg>
      <pc:sldChg chg="del">
        <pc:chgData name="shibariku0623@icloud.com" userId="47b6e960b06a1f92" providerId="LiveId" clId="{CDCBA9EB-0868-4828-AB1C-7AEF2885AB0B}" dt="2025-01-09T16:41:30.478" v="1808" actId="47"/>
        <pc:sldMkLst>
          <pc:docMk/>
          <pc:sldMk cId="585515259" sldId="287"/>
        </pc:sldMkLst>
      </pc:sldChg>
      <pc:sldChg chg="del">
        <pc:chgData name="shibariku0623@icloud.com" userId="47b6e960b06a1f92" providerId="LiveId" clId="{CDCBA9EB-0868-4828-AB1C-7AEF2885AB0B}" dt="2025-01-09T15:22:52.612" v="287" actId="47"/>
        <pc:sldMkLst>
          <pc:docMk/>
          <pc:sldMk cId="148473860" sldId="288"/>
        </pc:sldMkLst>
      </pc:sldChg>
      <pc:sldChg chg="del">
        <pc:chgData name="shibariku0623@icloud.com" userId="47b6e960b06a1f92" providerId="LiveId" clId="{CDCBA9EB-0868-4828-AB1C-7AEF2885AB0B}" dt="2025-01-09T16:06:45.794" v="858" actId="47"/>
        <pc:sldMkLst>
          <pc:docMk/>
          <pc:sldMk cId="341411795" sldId="289"/>
        </pc:sldMkLst>
      </pc:sldChg>
      <pc:sldChg chg="add del">
        <pc:chgData name="shibariku0623@icloud.com" userId="47b6e960b06a1f92" providerId="LiveId" clId="{CDCBA9EB-0868-4828-AB1C-7AEF2885AB0B}" dt="2025-01-09T16:41:37.847" v="1824" actId="47"/>
        <pc:sldMkLst>
          <pc:docMk/>
          <pc:sldMk cId="3393236730" sldId="290"/>
        </pc:sldMkLst>
      </pc:sldChg>
      <pc:sldChg chg="del">
        <pc:chgData name="shibariku0623@icloud.com" userId="47b6e960b06a1f92" providerId="LiveId" clId="{CDCBA9EB-0868-4828-AB1C-7AEF2885AB0B}" dt="2025-01-09T16:41:30.920" v="1809" actId="47"/>
        <pc:sldMkLst>
          <pc:docMk/>
          <pc:sldMk cId="2490811420" sldId="291"/>
        </pc:sldMkLst>
      </pc:sldChg>
      <pc:sldChg chg="addSp delSp modSp mod">
        <pc:chgData name="shibariku0623@icloud.com" userId="47b6e960b06a1f92" providerId="LiveId" clId="{CDCBA9EB-0868-4828-AB1C-7AEF2885AB0B}" dt="2025-01-10T05:10:04.194" v="2907" actId="5793"/>
        <pc:sldMkLst>
          <pc:docMk/>
          <pc:sldMk cId="1242965381" sldId="299"/>
        </pc:sldMkLst>
        <pc:spChg chg="add mod">
          <ac:chgData name="shibariku0623@icloud.com" userId="47b6e960b06a1f92" providerId="LiveId" clId="{CDCBA9EB-0868-4828-AB1C-7AEF2885AB0B}" dt="2025-01-10T05:10:04.194" v="2907" actId="5793"/>
          <ac:spMkLst>
            <pc:docMk/>
            <pc:sldMk cId="1242965381" sldId="299"/>
            <ac:spMk id="22" creationId="{022DE87D-C8BD-1C1C-1665-66FF203AF948}"/>
          </ac:spMkLst>
        </pc:spChg>
        <pc:spChg chg="mod">
          <ac:chgData name="shibariku0623@icloud.com" userId="47b6e960b06a1f92" providerId="LiveId" clId="{CDCBA9EB-0868-4828-AB1C-7AEF2885AB0B}" dt="2025-01-10T04:43:29.294" v="2739" actId="20577"/>
          <ac:spMkLst>
            <pc:docMk/>
            <pc:sldMk cId="1242965381" sldId="299"/>
            <ac:spMk id="23" creationId="{8FE207FB-6445-C30B-0D0A-2675849D4041}"/>
          </ac:spMkLst>
        </pc:spChg>
        <pc:spChg chg="mod">
          <ac:chgData name="shibariku0623@icloud.com" userId="47b6e960b06a1f92" providerId="LiveId" clId="{CDCBA9EB-0868-4828-AB1C-7AEF2885AB0B}" dt="2025-01-09T15:24:01.066" v="347" actId="20577"/>
          <ac:spMkLst>
            <pc:docMk/>
            <pc:sldMk cId="1242965381" sldId="299"/>
            <ac:spMk id="24" creationId="{7A0DE569-9990-3B12-CE95-DEC8E2DB803F}"/>
          </ac:spMkLst>
        </pc:spChg>
        <pc:spChg chg="add mod">
          <ac:chgData name="shibariku0623@icloud.com" userId="47b6e960b06a1f92" providerId="LiveId" clId="{CDCBA9EB-0868-4828-AB1C-7AEF2885AB0B}" dt="2025-01-10T04:50:30.165" v="2833" actId="1076"/>
          <ac:spMkLst>
            <pc:docMk/>
            <pc:sldMk cId="1242965381" sldId="299"/>
            <ac:spMk id="26" creationId="{60312724-A3F8-D877-C2B7-FA86BEF98AFC}"/>
          </ac:spMkLst>
        </pc:spChg>
        <pc:spChg chg="del mod">
          <ac:chgData name="shibariku0623@icloud.com" userId="47b6e960b06a1f92" providerId="LiveId" clId="{CDCBA9EB-0868-4828-AB1C-7AEF2885AB0B}" dt="2025-01-09T15:32:45.517" v="432" actId="478"/>
          <ac:spMkLst>
            <pc:docMk/>
            <pc:sldMk cId="1242965381" sldId="299"/>
            <ac:spMk id="30" creationId="{BDF95526-9E60-46C0-C9FD-7DF3EC7AD7CF}"/>
          </ac:spMkLst>
        </pc:spChg>
        <pc:grpChg chg="mod">
          <ac:chgData name="shibariku0623@icloud.com" userId="47b6e960b06a1f92" providerId="LiveId" clId="{CDCBA9EB-0868-4828-AB1C-7AEF2885AB0B}" dt="2025-01-10T04:46:26.893" v="2778" actId="1076"/>
          <ac:grpSpMkLst>
            <pc:docMk/>
            <pc:sldMk cId="1242965381" sldId="299"/>
            <ac:grpSpMk id="11" creationId="{338903BE-A2D1-70BC-9A57-A26DA2973B65}"/>
          </ac:grpSpMkLst>
        </pc:grpChg>
        <pc:picChg chg="del mod">
          <ac:chgData name="shibariku0623@icloud.com" userId="47b6e960b06a1f92" providerId="LiveId" clId="{CDCBA9EB-0868-4828-AB1C-7AEF2885AB0B}" dt="2025-01-09T15:27:22.552" v="349" actId="478"/>
          <ac:picMkLst>
            <pc:docMk/>
            <pc:sldMk cId="1242965381" sldId="299"/>
            <ac:picMk id="540" creationId="{24891BF7-5C70-7C02-DDCD-C58300387747}"/>
          </ac:picMkLst>
        </pc:picChg>
      </pc:sldChg>
      <pc:sldChg chg="addSp delSp modSp mod">
        <pc:chgData name="shibariku0623@icloud.com" userId="47b6e960b06a1f92" providerId="LiveId" clId="{CDCBA9EB-0868-4828-AB1C-7AEF2885AB0B}" dt="2025-01-09T16:18:58.570" v="1340"/>
        <pc:sldMkLst>
          <pc:docMk/>
          <pc:sldMk cId="3577459148" sldId="300"/>
        </pc:sldMkLst>
        <pc:spChg chg="add del mod">
          <ac:chgData name="shibariku0623@icloud.com" userId="47b6e960b06a1f92" providerId="LiveId" clId="{CDCBA9EB-0868-4828-AB1C-7AEF2885AB0B}" dt="2025-01-09T16:18:58.246" v="1339" actId="478"/>
          <ac:spMkLst>
            <pc:docMk/>
            <pc:sldMk cId="3577459148" sldId="300"/>
            <ac:spMk id="22" creationId="{F9493A67-9FD8-68F9-6A2A-296B10DC92C7}"/>
          </ac:spMkLst>
        </pc:spChg>
        <pc:spChg chg="del">
          <ac:chgData name="shibariku0623@icloud.com" userId="47b6e960b06a1f92" providerId="LiveId" clId="{CDCBA9EB-0868-4828-AB1C-7AEF2885AB0B}" dt="2025-01-09T15:56:33.759" v="511" actId="478"/>
          <ac:spMkLst>
            <pc:docMk/>
            <pc:sldMk cId="3577459148" sldId="300"/>
            <ac:spMk id="23" creationId="{D9AD7586-6509-574D-DFF1-30FD28086FB8}"/>
          </ac:spMkLst>
        </pc:spChg>
        <pc:spChg chg="mod">
          <ac:chgData name="shibariku0623@icloud.com" userId="47b6e960b06a1f92" providerId="LiveId" clId="{CDCBA9EB-0868-4828-AB1C-7AEF2885AB0B}" dt="2025-01-09T15:55:35.166" v="497" actId="20577"/>
          <ac:spMkLst>
            <pc:docMk/>
            <pc:sldMk cId="3577459148" sldId="300"/>
            <ac:spMk id="24" creationId="{00000000-0000-0000-0000-000000000000}"/>
          </ac:spMkLst>
        </pc:spChg>
        <pc:spChg chg="mod">
          <ac:chgData name="shibariku0623@icloud.com" userId="47b6e960b06a1f92" providerId="LiveId" clId="{CDCBA9EB-0868-4828-AB1C-7AEF2885AB0B}" dt="2025-01-09T16:08:25.143" v="872" actId="20577"/>
          <ac:spMkLst>
            <pc:docMk/>
            <pc:sldMk cId="3577459148" sldId="300"/>
            <ac:spMk id="25" creationId="{00000000-0000-0000-0000-000000000000}"/>
          </ac:spMkLst>
        </pc:spChg>
        <pc:spChg chg="add mod">
          <ac:chgData name="shibariku0623@icloud.com" userId="47b6e960b06a1f92" providerId="LiveId" clId="{CDCBA9EB-0868-4828-AB1C-7AEF2885AB0B}" dt="2025-01-09T16:18:58.570" v="1340"/>
          <ac:spMkLst>
            <pc:docMk/>
            <pc:sldMk cId="3577459148" sldId="300"/>
            <ac:spMk id="26" creationId="{2BA7124C-6886-FB7F-AFC0-B85374B5F07E}"/>
          </ac:spMkLst>
        </pc:spChg>
        <pc:spChg chg="del">
          <ac:chgData name="shibariku0623@icloud.com" userId="47b6e960b06a1f92" providerId="LiveId" clId="{CDCBA9EB-0868-4828-AB1C-7AEF2885AB0B}" dt="2025-01-09T15:56:31.753" v="510" actId="478"/>
          <ac:spMkLst>
            <pc:docMk/>
            <pc:sldMk cId="3577459148" sldId="300"/>
            <ac:spMk id="30" creationId="{1FE2A5AB-F6B7-0011-B112-A4E8E850D0AF}"/>
          </ac:spMkLst>
        </pc:spChg>
      </pc:sldChg>
      <pc:sldChg chg="add del">
        <pc:chgData name="shibariku0623@icloud.com" userId="47b6e960b06a1f92" providerId="LiveId" clId="{CDCBA9EB-0868-4828-AB1C-7AEF2885AB0B}" dt="2025-01-09T16:41:33.344" v="1822" actId="47"/>
        <pc:sldMkLst>
          <pc:docMk/>
          <pc:sldMk cId="375572077" sldId="301"/>
        </pc:sldMkLst>
      </pc:sldChg>
      <pc:sldChg chg="del">
        <pc:chgData name="shibariku0623@icloud.com" userId="47b6e960b06a1f92" providerId="LiveId" clId="{CDCBA9EB-0868-4828-AB1C-7AEF2885AB0B}" dt="2025-01-09T16:41:31.460" v="1812" actId="47"/>
        <pc:sldMkLst>
          <pc:docMk/>
          <pc:sldMk cId="2101278953" sldId="304"/>
        </pc:sldMkLst>
      </pc:sldChg>
      <pc:sldChg chg="del">
        <pc:chgData name="shibariku0623@icloud.com" userId="47b6e960b06a1f92" providerId="LiveId" clId="{CDCBA9EB-0868-4828-AB1C-7AEF2885AB0B}" dt="2025-01-09T16:41:31.568" v="1813" actId="47"/>
        <pc:sldMkLst>
          <pc:docMk/>
          <pc:sldMk cId="1070175527" sldId="305"/>
        </pc:sldMkLst>
      </pc:sldChg>
      <pc:sldChg chg="del">
        <pc:chgData name="shibariku0623@icloud.com" userId="47b6e960b06a1f92" providerId="LiveId" clId="{CDCBA9EB-0868-4828-AB1C-7AEF2885AB0B}" dt="2025-01-09T16:41:31.980" v="1814" actId="47"/>
        <pc:sldMkLst>
          <pc:docMk/>
          <pc:sldMk cId="206283201" sldId="306"/>
        </pc:sldMkLst>
      </pc:sldChg>
      <pc:sldChg chg="del">
        <pc:chgData name="shibariku0623@icloud.com" userId="47b6e960b06a1f92" providerId="LiveId" clId="{CDCBA9EB-0868-4828-AB1C-7AEF2885AB0B}" dt="2025-01-09T16:41:31.283" v="1811" actId="47"/>
        <pc:sldMkLst>
          <pc:docMk/>
          <pc:sldMk cId="1953248630" sldId="307"/>
        </pc:sldMkLst>
      </pc:sldChg>
      <pc:sldChg chg="add del">
        <pc:chgData name="shibariku0623@icloud.com" userId="47b6e960b06a1f92" providerId="LiveId" clId="{CDCBA9EB-0868-4828-AB1C-7AEF2885AB0B}" dt="2025-01-09T16:41:33.162" v="1820" actId="47"/>
        <pc:sldMkLst>
          <pc:docMk/>
          <pc:sldMk cId="4106252925" sldId="309"/>
        </pc:sldMkLst>
      </pc:sldChg>
      <pc:sldChg chg="del">
        <pc:chgData name="shibariku0623@icloud.com" userId="47b6e960b06a1f92" providerId="LiveId" clId="{CDCBA9EB-0868-4828-AB1C-7AEF2885AB0B}" dt="2025-01-09T16:41:31.139" v="1810" actId="47"/>
        <pc:sldMkLst>
          <pc:docMk/>
          <pc:sldMk cId="1428640287" sldId="312"/>
        </pc:sldMkLst>
      </pc:sldChg>
      <pc:sldChg chg="add del">
        <pc:chgData name="shibariku0623@icloud.com" userId="47b6e960b06a1f92" providerId="LiveId" clId="{CDCBA9EB-0868-4828-AB1C-7AEF2885AB0B}" dt="2025-01-09T16:41:38.105" v="1826" actId="47"/>
        <pc:sldMkLst>
          <pc:docMk/>
          <pc:sldMk cId="3350605095" sldId="313"/>
        </pc:sldMkLst>
      </pc:sldChg>
      <pc:sldChg chg="add del">
        <pc:chgData name="shibariku0623@icloud.com" userId="47b6e960b06a1f92" providerId="LiveId" clId="{CDCBA9EB-0868-4828-AB1C-7AEF2885AB0B}" dt="2025-01-09T16:41:37.984" v="1825" actId="47"/>
        <pc:sldMkLst>
          <pc:docMk/>
          <pc:sldMk cId="3595308617" sldId="315"/>
        </pc:sldMkLst>
      </pc:sldChg>
      <pc:sldChg chg="delSp modSp add del mod">
        <pc:chgData name="shibariku0623@icloud.com" userId="47b6e960b06a1f92" providerId="LiveId" clId="{CDCBA9EB-0868-4828-AB1C-7AEF2885AB0B}" dt="2025-01-10T03:37:16.834" v="2208" actId="478"/>
        <pc:sldMkLst>
          <pc:docMk/>
          <pc:sldMk cId="2998499187" sldId="316"/>
        </pc:sldMkLst>
        <pc:spChg chg="mod">
          <ac:chgData name="shibariku0623@icloud.com" userId="47b6e960b06a1f92" providerId="LiveId" clId="{CDCBA9EB-0868-4828-AB1C-7AEF2885AB0B}" dt="2025-01-09T16:48:22.501" v="2207" actId="14100"/>
          <ac:spMkLst>
            <pc:docMk/>
            <pc:sldMk cId="2998499187" sldId="316"/>
            <ac:spMk id="24" creationId="{0657E783-C59D-F0D0-756E-3362C51A4A5E}"/>
          </ac:spMkLst>
        </pc:spChg>
        <pc:spChg chg="mod">
          <ac:chgData name="shibariku0623@icloud.com" userId="47b6e960b06a1f92" providerId="LiveId" clId="{CDCBA9EB-0868-4828-AB1C-7AEF2885AB0B}" dt="2025-01-09T16:44:50.269" v="1885" actId="1076"/>
          <ac:spMkLst>
            <pc:docMk/>
            <pc:sldMk cId="2998499187" sldId="316"/>
            <ac:spMk id="31" creationId="{E5DD4162-D935-1EA0-AC5A-2B7FDEFFD5EF}"/>
          </ac:spMkLst>
        </pc:spChg>
        <pc:spChg chg="mod">
          <ac:chgData name="shibariku0623@icloud.com" userId="47b6e960b06a1f92" providerId="LiveId" clId="{CDCBA9EB-0868-4828-AB1C-7AEF2885AB0B}" dt="2025-01-09T16:45:54.668" v="1921" actId="20577"/>
          <ac:spMkLst>
            <pc:docMk/>
            <pc:sldMk cId="2998499187" sldId="316"/>
            <ac:spMk id="38" creationId="{22ED28AA-FAD4-E85A-E2F7-9F1CD26D25D1}"/>
          </ac:spMkLst>
        </pc:spChg>
        <pc:spChg chg="del">
          <ac:chgData name="shibariku0623@icloud.com" userId="47b6e960b06a1f92" providerId="LiveId" clId="{CDCBA9EB-0868-4828-AB1C-7AEF2885AB0B}" dt="2025-01-09T16:45:35.967" v="1886" actId="478"/>
          <ac:spMkLst>
            <pc:docMk/>
            <pc:sldMk cId="2998499187" sldId="316"/>
            <ac:spMk id="39" creationId="{DFD83B10-BC7C-8719-24F7-FFDA28D4052A}"/>
          </ac:spMkLst>
        </pc:spChg>
        <pc:spChg chg="mod">
          <ac:chgData name="shibariku0623@icloud.com" userId="47b6e960b06a1f92" providerId="LiveId" clId="{CDCBA9EB-0868-4828-AB1C-7AEF2885AB0B}" dt="2025-01-09T16:47:56.543" v="2201" actId="1076"/>
          <ac:spMkLst>
            <pc:docMk/>
            <pc:sldMk cId="2998499187" sldId="316"/>
            <ac:spMk id="40" creationId="{5EDC52A7-0175-AB9C-A2D8-2DCB4D73C53B}"/>
          </ac:spMkLst>
        </pc:spChg>
        <pc:spChg chg="del">
          <ac:chgData name="shibariku0623@icloud.com" userId="47b6e960b06a1f92" providerId="LiveId" clId="{CDCBA9EB-0868-4828-AB1C-7AEF2885AB0B}" dt="2025-01-10T03:37:16.834" v="2208" actId="478"/>
          <ac:spMkLst>
            <pc:docMk/>
            <pc:sldMk cId="2998499187" sldId="316"/>
            <ac:spMk id="45" creationId="{C3DA2579-B96C-746F-C4A8-76968FD8F2B4}"/>
          </ac:spMkLst>
        </pc:spChg>
      </pc:sldChg>
      <pc:sldChg chg="add del">
        <pc:chgData name="shibariku0623@icloud.com" userId="47b6e960b06a1f92" providerId="LiveId" clId="{CDCBA9EB-0868-4828-AB1C-7AEF2885AB0B}" dt="2025-01-09T16:41:33.273" v="1821" actId="47"/>
        <pc:sldMkLst>
          <pc:docMk/>
          <pc:sldMk cId="3373748781" sldId="317"/>
        </pc:sldMkLst>
      </pc:sldChg>
      <pc:sldChg chg="add del">
        <pc:chgData name="shibariku0623@icloud.com" userId="47b6e960b06a1f92" providerId="LiveId" clId="{CDCBA9EB-0868-4828-AB1C-7AEF2885AB0B}" dt="2025-01-09T16:41:33.087" v="1819" actId="47"/>
        <pc:sldMkLst>
          <pc:docMk/>
          <pc:sldMk cId="3245963094" sldId="318"/>
        </pc:sldMkLst>
      </pc:sldChg>
      <pc:sldChg chg="add del">
        <pc:chgData name="shibariku0623@icloud.com" userId="47b6e960b06a1f92" providerId="LiveId" clId="{CDCBA9EB-0868-4828-AB1C-7AEF2885AB0B}" dt="2025-01-09T16:41:33.017" v="1818" actId="47"/>
        <pc:sldMkLst>
          <pc:docMk/>
          <pc:sldMk cId="238231725" sldId="319"/>
        </pc:sldMkLst>
      </pc:sldChg>
      <pc:sldChg chg="add del">
        <pc:chgData name="shibariku0623@icloud.com" userId="47b6e960b06a1f92" providerId="LiveId" clId="{CDCBA9EB-0868-4828-AB1C-7AEF2885AB0B}" dt="2025-01-09T16:41:32.943" v="1817" actId="47"/>
        <pc:sldMkLst>
          <pc:docMk/>
          <pc:sldMk cId="2723319289" sldId="320"/>
        </pc:sldMkLst>
      </pc:sldChg>
      <pc:sldChg chg="del">
        <pc:chgData name="shibariku0623@icloud.com" userId="47b6e960b06a1f92" providerId="LiveId" clId="{CDCBA9EB-0868-4828-AB1C-7AEF2885AB0B}" dt="2025-01-09T16:41:32.866" v="1816" actId="47"/>
        <pc:sldMkLst>
          <pc:docMk/>
          <pc:sldMk cId="3730725904" sldId="321"/>
        </pc:sldMkLst>
      </pc:sldChg>
      <pc:sldChg chg="del">
        <pc:chgData name="shibariku0623@icloud.com" userId="47b6e960b06a1f92" providerId="LiveId" clId="{CDCBA9EB-0868-4828-AB1C-7AEF2885AB0B}" dt="2025-01-09T16:41:32.619" v="1815" actId="47"/>
        <pc:sldMkLst>
          <pc:docMk/>
          <pc:sldMk cId="2691170624" sldId="322"/>
        </pc:sldMkLst>
      </pc:sldChg>
      <pc:sldChg chg="del">
        <pc:chgData name="shibariku0623@icloud.com" userId="47b6e960b06a1f92" providerId="LiveId" clId="{CDCBA9EB-0868-4828-AB1C-7AEF2885AB0B}" dt="2025-01-09T15:54:58.274" v="492" actId="47"/>
        <pc:sldMkLst>
          <pc:docMk/>
          <pc:sldMk cId="195195811" sldId="323"/>
        </pc:sldMkLst>
      </pc:sldChg>
      <pc:sldChg chg="del">
        <pc:chgData name="shibariku0623@icloud.com" userId="47b6e960b06a1f92" providerId="LiveId" clId="{CDCBA9EB-0868-4828-AB1C-7AEF2885AB0B}" dt="2025-01-09T15:54:49.901" v="491" actId="47"/>
        <pc:sldMkLst>
          <pc:docMk/>
          <pc:sldMk cId="412124626" sldId="324"/>
        </pc:sldMkLst>
      </pc:sldChg>
      <pc:sldChg chg="modSp add mod setBg">
        <pc:chgData name="shibariku0623@icloud.com" userId="47b6e960b06a1f92" providerId="LiveId" clId="{CDCBA9EB-0868-4828-AB1C-7AEF2885AB0B}" dt="2025-01-09T15:23:05.207" v="289" actId="207"/>
        <pc:sldMkLst>
          <pc:docMk/>
          <pc:sldMk cId="3003660107" sldId="325"/>
        </pc:sldMkLst>
        <pc:spChg chg="mod">
          <ac:chgData name="shibariku0623@icloud.com" userId="47b6e960b06a1f92" providerId="LiveId" clId="{CDCBA9EB-0868-4828-AB1C-7AEF2885AB0B}" dt="2025-01-09T15:23:05.207" v="289" actId="207"/>
          <ac:spMkLst>
            <pc:docMk/>
            <pc:sldMk cId="3003660107" sldId="325"/>
            <ac:spMk id="22" creationId="{D7BF4585-F220-B866-698B-55ED33FB1004}"/>
          </ac:spMkLst>
        </pc:spChg>
      </pc:sldChg>
      <pc:sldChg chg="add del">
        <pc:chgData name="shibariku0623@icloud.com" userId="47b6e960b06a1f92" providerId="LiveId" clId="{CDCBA9EB-0868-4828-AB1C-7AEF2885AB0B}" dt="2025-01-09T16:48:04.886" v="2202" actId="47"/>
        <pc:sldMkLst>
          <pc:docMk/>
          <pc:sldMk cId="2933141051" sldId="326"/>
        </pc:sldMkLst>
      </pc:sldChg>
      <pc:sldChg chg="modSp add mod ord setBg">
        <pc:chgData name="shibariku0623@icloud.com" userId="47b6e960b06a1f92" providerId="LiveId" clId="{CDCBA9EB-0868-4828-AB1C-7AEF2885AB0B}" dt="2025-01-09T16:06:53.782" v="860" actId="207"/>
        <pc:sldMkLst>
          <pc:docMk/>
          <pc:sldMk cId="4014545991" sldId="327"/>
        </pc:sldMkLst>
        <pc:spChg chg="mod">
          <ac:chgData name="shibariku0623@icloud.com" userId="47b6e960b06a1f92" providerId="LiveId" clId="{CDCBA9EB-0868-4828-AB1C-7AEF2885AB0B}" dt="2025-01-09T16:06:53.782" v="860" actId="207"/>
          <ac:spMkLst>
            <pc:docMk/>
            <pc:sldMk cId="4014545991" sldId="327"/>
            <ac:spMk id="22" creationId="{89ED6E9F-06BA-26F9-D253-B94488F45BEA}"/>
          </ac:spMkLst>
        </pc:spChg>
      </pc:sldChg>
      <pc:sldChg chg="modSp add mod ord setBg">
        <pc:chgData name="shibariku0623@icloud.com" userId="47b6e960b06a1f92" providerId="LiveId" clId="{CDCBA9EB-0868-4828-AB1C-7AEF2885AB0B}" dt="2025-01-09T16:07:17.867" v="865" actId="207"/>
        <pc:sldMkLst>
          <pc:docMk/>
          <pc:sldMk cId="244583722" sldId="328"/>
        </pc:sldMkLst>
        <pc:spChg chg="mod">
          <ac:chgData name="shibariku0623@icloud.com" userId="47b6e960b06a1f92" providerId="LiveId" clId="{CDCBA9EB-0868-4828-AB1C-7AEF2885AB0B}" dt="2025-01-09T16:07:17.867" v="865" actId="207"/>
          <ac:spMkLst>
            <pc:docMk/>
            <pc:sldMk cId="244583722" sldId="328"/>
            <ac:spMk id="22" creationId="{6D9345A9-19AB-38B7-04E0-65BF9C69A935}"/>
          </ac:spMkLst>
        </pc:spChg>
      </pc:sldChg>
      <pc:sldChg chg="modSp add mod setBg">
        <pc:chgData name="shibariku0623@icloud.com" userId="47b6e960b06a1f92" providerId="LiveId" clId="{CDCBA9EB-0868-4828-AB1C-7AEF2885AB0B}" dt="2025-01-09T16:07:27.349" v="867" actId="207"/>
        <pc:sldMkLst>
          <pc:docMk/>
          <pc:sldMk cId="1498966764" sldId="329"/>
        </pc:sldMkLst>
        <pc:spChg chg="mod">
          <ac:chgData name="shibariku0623@icloud.com" userId="47b6e960b06a1f92" providerId="LiveId" clId="{CDCBA9EB-0868-4828-AB1C-7AEF2885AB0B}" dt="2025-01-09T16:07:27.349" v="867" actId="207"/>
          <ac:spMkLst>
            <pc:docMk/>
            <pc:sldMk cId="1498966764" sldId="329"/>
            <ac:spMk id="22" creationId="{76835786-3EDC-2498-B5A7-3622497BAE84}"/>
          </ac:spMkLst>
        </pc:spChg>
      </pc:sldChg>
      <pc:sldChg chg="addSp delSp modSp add mod ord">
        <pc:chgData name="shibariku0623@icloud.com" userId="47b6e960b06a1f92" providerId="LiveId" clId="{CDCBA9EB-0868-4828-AB1C-7AEF2885AB0B}" dt="2025-01-10T04:56:42.466" v="2855" actId="20577"/>
        <pc:sldMkLst>
          <pc:docMk/>
          <pc:sldMk cId="882493429" sldId="330"/>
        </pc:sldMkLst>
        <pc:spChg chg="del mod">
          <ac:chgData name="shibariku0623@icloud.com" userId="47b6e960b06a1f92" providerId="LiveId" clId="{CDCBA9EB-0868-4828-AB1C-7AEF2885AB0B}" dt="2025-01-09T16:14:10.541" v="1122" actId="478"/>
          <ac:spMkLst>
            <pc:docMk/>
            <pc:sldMk cId="882493429" sldId="330"/>
            <ac:spMk id="22" creationId="{50F526BF-D218-9760-08BB-B9EA053F56A5}"/>
          </ac:spMkLst>
        </pc:spChg>
        <pc:spChg chg="add mod">
          <ac:chgData name="shibariku0623@icloud.com" userId="47b6e960b06a1f92" providerId="LiveId" clId="{CDCBA9EB-0868-4828-AB1C-7AEF2885AB0B}" dt="2025-01-10T04:56:42.466" v="2855" actId="20577"/>
          <ac:spMkLst>
            <pc:docMk/>
            <pc:sldMk cId="882493429" sldId="330"/>
            <ac:spMk id="23" creationId="{24663838-A783-32CA-3402-EE6BB3C4A69D}"/>
          </ac:spMkLst>
        </pc:spChg>
        <pc:spChg chg="mod">
          <ac:chgData name="shibariku0623@icloud.com" userId="47b6e960b06a1f92" providerId="LiveId" clId="{CDCBA9EB-0868-4828-AB1C-7AEF2885AB0B}" dt="2025-01-09T16:08:35.374" v="886" actId="20577"/>
          <ac:spMkLst>
            <pc:docMk/>
            <pc:sldMk cId="882493429" sldId="330"/>
            <ac:spMk id="24" creationId="{E8A9F0F3-F073-9B30-0F86-A8245C09FF8C}"/>
          </ac:spMkLst>
        </pc:spChg>
        <pc:spChg chg="mod">
          <ac:chgData name="shibariku0623@icloud.com" userId="47b6e960b06a1f92" providerId="LiveId" clId="{CDCBA9EB-0868-4828-AB1C-7AEF2885AB0B}" dt="2025-01-09T16:08:30.288" v="874" actId="20577"/>
          <ac:spMkLst>
            <pc:docMk/>
            <pc:sldMk cId="882493429" sldId="330"/>
            <ac:spMk id="25" creationId="{65E3FA84-41C6-53B5-4821-85952A648DA1}"/>
          </ac:spMkLst>
        </pc:spChg>
        <pc:spChg chg="add mod ord">
          <ac:chgData name="shibariku0623@icloud.com" userId="47b6e960b06a1f92" providerId="LiveId" clId="{CDCBA9EB-0868-4828-AB1C-7AEF2885AB0B}" dt="2025-01-10T04:08:35.279" v="2686" actId="20577"/>
          <ac:spMkLst>
            <pc:docMk/>
            <pc:sldMk cId="882493429" sldId="330"/>
            <ac:spMk id="26" creationId="{8FB6661B-9C2F-DFD4-FE9B-16306D115E0E}"/>
          </ac:spMkLst>
        </pc:spChg>
        <pc:spChg chg="add mod">
          <ac:chgData name="shibariku0623@icloud.com" userId="47b6e960b06a1f92" providerId="LiveId" clId="{CDCBA9EB-0868-4828-AB1C-7AEF2885AB0B}" dt="2025-01-10T04:08:31.433" v="2681" actId="1076"/>
          <ac:spMkLst>
            <pc:docMk/>
            <pc:sldMk cId="882493429" sldId="330"/>
            <ac:spMk id="27" creationId="{36E9694D-0ADF-DB85-1AC0-D98FB0E5ED44}"/>
          </ac:spMkLst>
        </pc:spChg>
      </pc:sldChg>
      <pc:sldChg chg="addSp delSp modSp add mod ord">
        <pc:chgData name="shibariku0623@icloud.com" userId="47b6e960b06a1f92" providerId="LiveId" clId="{CDCBA9EB-0868-4828-AB1C-7AEF2885AB0B}" dt="2025-01-09T16:40:45.446" v="1778" actId="478"/>
        <pc:sldMkLst>
          <pc:docMk/>
          <pc:sldMk cId="18273641" sldId="331"/>
        </pc:sldMkLst>
        <pc:spChg chg="add del mod">
          <ac:chgData name="shibariku0623@icloud.com" userId="47b6e960b06a1f92" providerId="LiveId" clId="{CDCBA9EB-0868-4828-AB1C-7AEF2885AB0B}" dt="2025-01-09T16:28:22.957" v="1761" actId="478"/>
          <ac:spMkLst>
            <pc:docMk/>
            <pc:sldMk cId="18273641" sldId="331"/>
            <ac:spMk id="22" creationId="{DDD00044-DC27-C1F7-AC84-AAE8C5687D30}"/>
          </ac:spMkLst>
        </pc:spChg>
        <pc:spChg chg="del">
          <ac:chgData name="shibariku0623@icloud.com" userId="47b6e960b06a1f92" providerId="LiveId" clId="{CDCBA9EB-0868-4828-AB1C-7AEF2885AB0B}" dt="2025-01-09T16:26:54.080" v="1757" actId="478"/>
          <ac:spMkLst>
            <pc:docMk/>
            <pc:sldMk cId="18273641" sldId="331"/>
            <ac:spMk id="23" creationId="{6E9F220C-0A6D-C3A3-1B18-B723DF40A295}"/>
          </ac:spMkLst>
        </pc:spChg>
        <pc:spChg chg="mod">
          <ac:chgData name="shibariku0623@icloud.com" userId="47b6e960b06a1f92" providerId="LiveId" clId="{CDCBA9EB-0868-4828-AB1C-7AEF2885AB0B}" dt="2025-01-09T16:26:50.671" v="1756" actId="14100"/>
          <ac:spMkLst>
            <pc:docMk/>
            <pc:sldMk cId="18273641" sldId="331"/>
            <ac:spMk id="24" creationId="{C8AFFC92-36FF-3AE5-A334-E24A9CDEF82A}"/>
          </ac:spMkLst>
        </pc:spChg>
        <pc:spChg chg="mod">
          <ac:chgData name="shibariku0623@icloud.com" userId="47b6e960b06a1f92" providerId="LiveId" clId="{CDCBA9EB-0868-4828-AB1C-7AEF2885AB0B}" dt="2025-01-09T16:26:39.098" v="1724" actId="20577"/>
          <ac:spMkLst>
            <pc:docMk/>
            <pc:sldMk cId="18273641" sldId="331"/>
            <ac:spMk id="25" creationId="{76BBB007-C3F7-609C-1EDC-C7A80DDC0197}"/>
          </ac:spMkLst>
        </pc:spChg>
        <pc:picChg chg="add del mod">
          <ac:chgData name="shibariku0623@icloud.com" userId="47b6e960b06a1f92" providerId="LiveId" clId="{CDCBA9EB-0868-4828-AB1C-7AEF2885AB0B}" dt="2025-01-09T16:40:44.788" v="1777" actId="478"/>
          <ac:picMkLst>
            <pc:docMk/>
            <pc:sldMk cId="18273641" sldId="331"/>
            <ac:picMk id="27" creationId="{D7E1E3B0-0F0B-0E40-1BDF-2A3BB539B2E0}"/>
          </ac:picMkLst>
        </pc:picChg>
        <pc:picChg chg="add del mod">
          <ac:chgData name="shibariku0623@icloud.com" userId="47b6e960b06a1f92" providerId="LiveId" clId="{CDCBA9EB-0868-4828-AB1C-7AEF2885AB0B}" dt="2025-01-09T16:40:45.446" v="1778" actId="478"/>
          <ac:picMkLst>
            <pc:docMk/>
            <pc:sldMk cId="18273641" sldId="331"/>
            <ac:picMk id="30" creationId="{2B3B7F9A-97E5-E706-4064-9AC8C41384F2}"/>
          </ac:picMkLst>
        </pc:picChg>
      </pc:sldChg>
      <pc:sldChg chg="addSp delSp modSp add del mod ord">
        <pc:chgData name="shibariku0623@icloud.com" userId="47b6e960b06a1f92" providerId="LiveId" clId="{CDCBA9EB-0868-4828-AB1C-7AEF2885AB0B}" dt="2025-01-10T05:15:03.465" v="2914" actId="1076"/>
        <pc:sldMkLst>
          <pc:docMk/>
          <pc:sldMk cId="2661109068" sldId="332"/>
        </pc:sldMkLst>
        <pc:picChg chg="add mod">
          <ac:chgData name="shibariku0623@icloud.com" userId="47b6e960b06a1f92" providerId="LiveId" clId="{CDCBA9EB-0868-4828-AB1C-7AEF2885AB0B}" dt="2025-01-10T04:21:07.406" v="2701" actId="1076"/>
          <ac:picMkLst>
            <pc:docMk/>
            <pc:sldMk cId="2661109068" sldId="332"/>
            <ac:picMk id="23" creationId="{B4EB29F1-74E8-2292-EF83-3E19672102E7}"/>
          </ac:picMkLst>
        </pc:picChg>
        <pc:picChg chg="del mod">
          <ac:chgData name="shibariku0623@icloud.com" userId="47b6e960b06a1f92" providerId="LiveId" clId="{CDCBA9EB-0868-4828-AB1C-7AEF2885AB0B}" dt="2025-01-10T04:20:20.801" v="2687" actId="478"/>
          <ac:picMkLst>
            <pc:docMk/>
            <pc:sldMk cId="2661109068" sldId="332"/>
            <ac:picMk id="27" creationId="{C97B26E2-7ECB-01FB-F8EE-DD95C90308EF}"/>
          </ac:picMkLst>
        </pc:picChg>
        <pc:picChg chg="add del mod">
          <ac:chgData name="shibariku0623@icloud.com" userId="47b6e960b06a1f92" providerId="LiveId" clId="{CDCBA9EB-0868-4828-AB1C-7AEF2885AB0B}" dt="2025-01-10T05:14:39.991" v="2908" actId="478"/>
          <ac:picMkLst>
            <pc:docMk/>
            <pc:sldMk cId="2661109068" sldId="332"/>
            <ac:picMk id="28" creationId="{422D3FA7-1807-78B9-7E95-F8B8FFE599F6}"/>
          </ac:picMkLst>
        </pc:picChg>
        <pc:picChg chg="del mod">
          <ac:chgData name="shibariku0623@icloud.com" userId="47b6e960b06a1f92" providerId="LiveId" clId="{CDCBA9EB-0868-4828-AB1C-7AEF2885AB0B}" dt="2025-01-10T04:20:21.961" v="2688" actId="478"/>
          <ac:picMkLst>
            <pc:docMk/>
            <pc:sldMk cId="2661109068" sldId="332"/>
            <ac:picMk id="30" creationId="{47262906-98D5-86C1-1C75-7D5169EE385B}"/>
          </ac:picMkLst>
        </pc:picChg>
        <pc:picChg chg="add mod">
          <ac:chgData name="shibariku0623@icloud.com" userId="47b6e960b06a1f92" providerId="LiveId" clId="{CDCBA9EB-0868-4828-AB1C-7AEF2885AB0B}" dt="2025-01-10T05:15:03.465" v="2914" actId="1076"/>
          <ac:picMkLst>
            <pc:docMk/>
            <pc:sldMk cId="2661109068" sldId="332"/>
            <ac:picMk id="32" creationId="{602EAA72-F1F2-E7F0-C029-A9FA169631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2025/1/10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982E-F34B-49B3-8847-8DEA52C902AE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3C4C4-8034-4B74-A3E5-B6287EDC523C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A07B-C635-4B36-82F6-01978278E64C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20DD-E074-40B5-94EE-0DD91554270F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41EC-65DD-4E77-9338-45F8757CFDC6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B288-6C6B-4AF7-B990-206A31287ED9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D7EA4-E1FB-4006-A78D-42B807D18202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08D4-45AC-4B27-B3E5-4FC9EEA773CB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A0B9-9DAD-4BB3-A65B-D541739E8686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05-3AE9-414B-8F20-1BCEC2AB96A7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5036-8154-489A-9438-6B73A935956A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A76A-8849-43AF-947B-5A98BF2C788A}" type="datetime1">
              <a:rPr lang="en-US" altLang="ja-JP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CNN</a:t>
            </a: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アンサンブル学習に基づく音響識別によるプール沸騰の発生検知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植木研究室　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2025年1月10日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131490" y="3788321"/>
            <a:ext cx="8775510" cy="2710357"/>
            <a:chOff x="10121433" y="2372121"/>
            <a:chExt cx="6318717" cy="2710357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背景・先行研究に基づく研究の位置付け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卒業論文の章立て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2</a:t>
            </a:fld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FA14-DA96-33C9-A031-9ACC1144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1CC253-6F5B-8816-1138-E6477F4CE991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9E707FD1-13D9-D877-83D5-6000F7E8385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590EF870-C75D-A488-8C56-77E73CF2BEB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8FB3514-30CC-7C19-CF8F-E2B8174376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204536E-23D8-7017-31D6-AE39A98E852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49CCFD4F-F8DB-0ECC-DD9E-8A420D46A6B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B9F6FEF3-5F72-B0CC-4D5B-55C5D9A73C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2020CF9-6217-AC8B-368C-5E4858F7526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2627BFD-979F-44C4-74EC-484462A6AA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B934337-99D8-CD05-06BD-92C7A71D0C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308DE21-154E-32B7-4096-B8853528B28A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9F527048-E7B8-AF7B-0C33-50F75A9D346E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744DA2B8-4C69-0D48-1348-5427471BA7B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5EB4ECAB-F06D-FA8B-326E-5A05CB9254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1F66C16-BE37-E114-7532-53BF3EE3233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C35FD20-FB24-502C-E73D-FAFAA2A5E8C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794AD8D-D2BD-B80C-97A0-178E57ACAF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C045E61C-037C-DE24-C093-24DE04C1C0C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937FFA3F-1DD3-1611-382F-4517DB9B079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D0477BC7-4D3A-D227-9BA1-8ABBC5C6A6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5CAEF6A-4653-95CB-37E1-A28085E57C5A}"/>
              </a:ext>
            </a:extLst>
          </p:cNvPr>
          <p:cNvGrpSpPr/>
          <p:nvPr/>
        </p:nvGrpSpPr>
        <p:grpSpPr>
          <a:xfrm>
            <a:off x="9131490" y="3788321"/>
            <a:ext cx="8775510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D7BF4585-F220-B866-698B-55ED33FB1004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背景・先行研究に基づく研究の位置付け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卒業論文の章立て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3D272B68-E04B-36BD-0E55-1710306E4D51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81E433E0-62B4-37F5-88BF-31974463F98F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65FFFDB2-DE6A-EEC2-27BD-9C52681CD8B3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74480D8-6DE7-45DE-19E2-D4E27123B6A7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51BF4C-0270-28DC-59FF-246F9F71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3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00366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980668-2294-B4E4-75ED-981D65071924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EADABB5-B399-A82A-C411-D815AF4F3D50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F76FE95-D88F-50A5-294C-7DD323DE6F8B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2E358BF-C6C3-D2C7-15FF-4A530DFCCD17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8EE209-5E1D-1CAE-4933-68621CDA5AF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CF28332-04F7-93F7-65E1-43E2925FC689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3BADCBE-2BAC-4EC8-4AD8-E90978BEC35B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B6A4444-4A1A-8931-0F71-2A1E899B7D20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A7FDB8D-0CE5-9C8D-4B5B-B64EC506444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38903BE-A2D1-70BC-9A57-A26DA2973B65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297CD1CE-08EC-65D9-C7B3-4C71F067513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938B598F-31FC-9A6B-8926-52CBE20AA55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0C240B5B-88BF-8282-CB55-79CDA58868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0E9FB410-2ED2-FC75-C2F5-89BA7EB1117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E480804B-FBC6-C950-35EF-5EFC676BAE6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BA603926-625E-BC2B-D7CF-A19AC42DA7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38AA3108-C574-FFC2-D546-65C786CFFDC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D49E70A-98E5-D68C-D3DD-D68F29FCD1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9A22F19F-5C1A-E336-E624-C1D5702CEC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559D784A-0FA6-DB9D-9D28-4E87B140C60B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A0DE569-9990-3B12-CE95-DEC8E2DB803F}"/>
              </a:ext>
            </a:extLst>
          </p:cNvPr>
          <p:cNvSpPr txBox="1"/>
          <p:nvPr/>
        </p:nvSpPr>
        <p:spPr>
          <a:xfrm>
            <a:off x="2709919" y="1676416"/>
            <a:ext cx="12314590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先行研究に基づく研究の位置付け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E063243-9865-1E51-5E70-666581B27CE3}"/>
              </a:ext>
            </a:extLst>
          </p:cNvPr>
          <p:cNvSpPr txBox="1"/>
          <p:nvPr/>
        </p:nvSpPr>
        <p:spPr>
          <a:xfrm>
            <a:off x="1028700" y="1285965"/>
            <a:ext cx="2660650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8FE207FB-6445-C30B-0D0A-2675849D4041}"/>
              </a:ext>
            </a:extLst>
          </p:cNvPr>
          <p:cNvSpPr txBox="1"/>
          <p:nvPr/>
        </p:nvSpPr>
        <p:spPr>
          <a:xfrm>
            <a:off x="1050165" y="2871425"/>
            <a:ext cx="7424681" cy="525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エネルギーセキュリティの重要性</a:t>
            </a:r>
            <a:r>
              <a: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]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64C6A2B1-D68F-3D23-4EB7-F0A679C2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4</a:t>
            </a:fld>
            <a:endParaRPr lang="en-US" sz="480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22DE87D-C8BD-1C1C-1665-66FF203A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40" y="3747142"/>
            <a:ext cx="1481654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Wingdings" panose="05000000000000000000" pitchFamily="2" charset="2"/>
              <a:buChar char="l"/>
              <a:tabLst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エネルギーセキュリティの重要性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: ロシアのウクライナ侵攻やエネルギー需給の課題を背景に、</a:t>
            </a:r>
            <a:r>
              <a:rPr kumimoji="0" lang="ja-JP" altLang="ja-JP" sz="3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カーボンニュートラル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に向けたエネルギー政策が重要視されている</a:t>
            </a:r>
            <a:r>
              <a:rPr kumimoji="0" lang="en-US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[1][2]</a:t>
            </a: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ナトリウム冷却高速炉(SFR)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: 高速炉の開発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l"/>
            </a:pP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l"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事故の教訓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: 1966年のフェルミ炉事故における</a:t>
            </a:r>
            <a:r>
              <a:rPr kumimoji="0" lang="ja-JP" altLang="ja-JP" sz="3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炉心溶融事故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を踏まえ、局所閉塞による冷却材流量減少が重要な初期事象である</a:t>
            </a:r>
            <a:r>
              <a:rPr kumimoji="0" lang="en-US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[2]</a:t>
            </a:r>
            <a:endParaRPr kumimoji="0" lang="ja-JP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tabLst/>
            </a:pPr>
            <a:endParaRPr kumimoji="0" lang="ja-JP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Wingdings" panose="05000000000000000000" pitchFamily="2" charset="2"/>
              <a:buChar char="l"/>
              <a:tabLst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先行研究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: 沸騰音の検出技術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，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回帰分析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による熱流束予測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，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CNNを使用した異常検知が研究されている</a:t>
            </a:r>
            <a:r>
              <a:rPr kumimoji="0" lang="en-US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[3][4]</a:t>
            </a:r>
            <a:endParaRPr kumimoji="0" lang="ja-JP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0312724-A3F8-D877-C2B7-FA86BEF98AFC}"/>
              </a:ext>
            </a:extLst>
          </p:cNvPr>
          <p:cNvSpPr txBox="1"/>
          <p:nvPr/>
        </p:nvSpPr>
        <p:spPr>
          <a:xfrm>
            <a:off x="1241862" y="8938435"/>
            <a:ext cx="1623060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[1]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佐藤 純一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カーボンニュートラルに向けた水素の役割と社会実装に向けた取り組み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電気学会誌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144(8):520–523, 2024.</a:t>
            </a:r>
          </a:p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[2]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上出 英樹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伊藤 隆哉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and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小竹 庄司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第 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4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世代原子炉の開発動向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日本原子力学会誌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ATOMO </a:t>
            </a:r>
            <a:r>
              <a:rPr lang="el-GR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Σ, 60(9):562–566, 2018.</a:t>
            </a:r>
            <a:endParaRPr lang="en-US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[3] Christy Dunlap, </a:t>
            </a:r>
            <a:r>
              <a:rPr lang="en-US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Changgen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Li, Hari Pandey, Ying Sun, and Han Hu. A temporal–</a:t>
            </a:r>
            <a:r>
              <a:rPr lang="en-US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spatialframework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for eﬃcient heat ﬂux monitoring of transient boiling. IEEE Transactions </a:t>
            </a:r>
            <a:r>
              <a:rPr lang="en-US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onInstrumentation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 and Measurement, 73:1–12, 2024.</a:t>
            </a:r>
          </a:p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[4]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平子樹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深層学習に基づく音響識別によるプール沸騰の状態検出及び予測根拠の可視化に関する研究</a:t>
            </a:r>
            <a:endParaRPr lang="en-US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76D2-46B4-5BAA-0F60-AEB07470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8626554-FB98-6C06-33AE-E55562D677F4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D67C40-5A79-C204-292C-CADD234EEAF7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6A20EB-EA1E-F69C-C94E-EF3C68B104AE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B10044A-01A4-AAE8-AE36-0719F6CF2B20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82197CC-CDF6-8C07-794B-5839804FAB0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8B96BF-325B-5FE1-34BC-E8F88ECFDA09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65F74C7-9089-56D4-96A5-654E768BDE89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542DE16-AA25-9C85-DB16-A8BEFAF33ED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01B5E4D-7FA4-2702-F7CE-B748393D3A21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D5D9E7B-04E1-BE14-E22F-44C8D4CCEE5D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4841D759-4E47-D57E-B48C-8E3612A34F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5B7228A3-3402-05B3-21CA-5F076F548A1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FB2FE38-AE22-FF18-20D9-E1F4EFEBD1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AF19BEFD-34FF-37F3-2A1A-889F2483A69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BD28DC84-25A7-204D-0BC8-71C2DEB4946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13481B36-63E0-580D-0D97-5AF099F633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C944C8E7-6CF4-8630-1D7B-E84597BE3A19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657DDDB0-59D1-34AD-8FD1-47A317F1450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50F3AEDD-94C0-6908-E918-32B3BD6D17D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2DCAD1B7-E3C7-F774-5D59-7EE21A19D4B0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657E783-C59D-F0D0-756E-3362C51A4A5E}"/>
              </a:ext>
            </a:extLst>
          </p:cNvPr>
          <p:cNvSpPr txBox="1"/>
          <p:nvPr/>
        </p:nvSpPr>
        <p:spPr>
          <a:xfrm>
            <a:off x="2709918" y="1676416"/>
            <a:ext cx="10472682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先行研究に基づく研究の位置付け</a:t>
            </a:r>
            <a:endParaRPr lang="en-US" altLang="ja-JP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901AC9B-A37C-9E16-B79E-68DC730DBF8B}"/>
              </a:ext>
            </a:extLst>
          </p:cNvPr>
          <p:cNvSpPr txBox="1"/>
          <p:nvPr/>
        </p:nvSpPr>
        <p:spPr>
          <a:xfrm>
            <a:off x="1028700" y="1285965"/>
            <a:ext cx="2660650" cy="134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33FF551-ABA0-7C99-93A0-B6AD8C2E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5</a:t>
            </a:fld>
            <a:endParaRPr lang="en-US" sz="48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DE62A7CF-22A9-6314-9907-2DEAEC4ED4B2}"/>
              </a:ext>
            </a:extLst>
          </p:cNvPr>
          <p:cNvSpPr/>
          <p:nvPr/>
        </p:nvSpPr>
        <p:spPr>
          <a:xfrm>
            <a:off x="8229600" y="5872927"/>
            <a:ext cx="1470338" cy="588686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2A422B1-140D-192D-3BAF-C4781CB61AB5}"/>
              </a:ext>
            </a:extLst>
          </p:cNvPr>
          <p:cNvSpPr/>
          <p:nvPr/>
        </p:nvSpPr>
        <p:spPr>
          <a:xfrm>
            <a:off x="1713167" y="3342319"/>
            <a:ext cx="6962364" cy="211560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5DD4162-D935-1EA0-AC5A-2B7FDEFFD5EF}"/>
              </a:ext>
            </a:extLst>
          </p:cNvPr>
          <p:cNvSpPr txBox="1"/>
          <p:nvPr/>
        </p:nvSpPr>
        <p:spPr>
          <a:xfrm>
            <a:off x="2351597" y="3736821"/>
            <a:ext cx="6611173" cy="138499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【</a:t>
            </a:r>
            <a:r>
              <a:rPr kumimoji="1" lang="ja-JP" altLang="en-US" sz="2800" b="1" dirty="0">
                <a:latin typeface="Source Han Sans JP" panose="020B0600070205080204" charset="-128"/>
                <a:ea typeface="Source Han Sans JP" panose="020B0600070205080204" charset="-128"/>
              </a:rPr>
              <a:t>先行研究</a:t>
            </a:r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】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熱流束によるラベル分類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回帰分析による熱流束予測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FF3D00FF-F6A1-AE0A-F883-2A7010A3D09F}"/>
              </a:ext>
            </a:extLst>
          </p:cNvPr>
          <p:cNvSpPr/>
          <p:nvPr/>
        </p:nvSpPr>
        <p:spPr>
          <a:xfrm>
            <a:off x="9296400" y="3342319"/>
            <a:ext cx="6962364" cy="211560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D56D15D-5532-4538-8F9C-99D53899C7A3}"/>
              </a:ext>
            </a:extLst>
          </p:cNvPr>
          <p:cNvSpPr txBox="1"/>
          <p:nvPr/>
        </p:nvSpPr>
        <p:spPr>
          <a:xfrm>
            <a:off x="9400765" y="3515997"/>
            <a:ext cx="1724436" cy="5232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【</a:t>
            </a:r>
            <a:r>
              <a:rPr kumimoji="1" lang="ja-JP" altLang="en-US" sz="2800" b="1" dirty="0">
                <a:latin typeface="Source Han Sans JP" panose="020B0600070205080204" charset="-128"/>
                <a:ea typeface="Source Han Sans JP" panose="020B0600070205080204" charset="-128"/>
              </a:rPr>
              <a:t>課題</a:t>
            </a:r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】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2ED28AA-FAD4-E85A-E2F7-9F1CD26D25D1}"/>
              </a:ext>
            </a:extLst>
          </p:cNvPr>
          <p:cNvSpPr txBox="1"/>
          <p:nvPr/>
        </p:nvSpPr>
        <p:spPr>
          <a:xfrm>
            <a:off x="9963660" y="4090833"/>
            <a:ext cx="6611173" cy="95410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ノイズ耐性の評価・精度向上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沸騰開始点の予測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EDC52A7-0175-AB9C-A2D8-2DCB4D73C53B}"/>
              </a:ext>
            </a:extLst>
          </p:cNvPr>
          <p:cNvSpPr txBox="1"/>
          <p:nvPr/>
        </p:nvSpPr>
        <p:spPr>
          <a:xfrm>
            <a:off x="1994309" y="6917715"/>
            <a:ext cx="15163800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ラベル分類における，</a:t>
            </a:r>
            <a:r>
              <a:rPr kumimoji="1" lang="ja-JP" altLang="en-US" sz="3600" u="sng" dirty="0">
                <a:latin typeface="Source Han Sans JP" panose="020B0600070205080204" charset="-128"/>
                <a:ea typeface="Source Han Sans JP" panose="020B0600070205080204" charset="-128"/>
              </a:rPr>
              <a:t>ラベルの付け方に依存しない識別手法の構築</a:t>
            </a:r>
            <a:endParaRPr kumimoji="1" lang="en-US" altLang="ja-JP" sz="3600" u="sng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沸騰熱流束の予測だけではなく，</a:t>
            </a:r>
            <a:r>
              <a:rPr kumimoji="1" lang="ja-JP" altLang="en-US" sz="3600" u="sng" dirty="0">
                <a:latin typeface="Source Han Sans JP" panose="020B0600070205080204" charset="-128"/>
                <a:ea typeface="Source Han Sans JP" panose="020B0600070205080204" charset="-128"/>
              </a:rPr>
              <a:t>沸騰開始点の熱流束予測</a:t>
            </a:r>
            <a:endParaRPr kumimoji="1" lang="en-US" altLang="ja-JP" sz="3600" u="sng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u="sng" dirty="0">
                <a:latin typeface="Source Han Sans JP" panose="020B0600070205080204" charset="-128"/>
                <a:ea typeface="Source Han Sans JP" panose="020B0600070205080204" charset="-128"/>
              </a:rPr>
              <a:t>それぞれのノイズ耐性における評価，精度向上</a:t>
            </a:r>
            <a:endParaRPr kumimoji="1" lang="en-US" altLang="ja-JP" sz="3600" u="sng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849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7159-BD2D-1B77-A366-CFE9DDAF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E3CB94E-30E7-827E-3EE3-5066474427D3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E464605-89B4-128B-5E17-A5BE1588B04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9DB2EE78-A649-FA34-11EB-2F726987CDC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AAC02DC8-8869-FAFF-7A44-F33E3EEB4C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EF8B14C-1433-11CA-2518-20AEC3FA890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8CDDB85-9588-3790-1BEC-7587A154BB2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991E205-D25C-F92F-EE60-48B678DB18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02B7E93-1747-4B3B-D57B-E7F21BD444E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8142AA0-178A-0579-5F2D-89C4CFC0E2A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A3B1D3C-A772-2B13-0125-96C38E9E70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0426126-A139-1536-11D5-10CD49E61AB3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740B8F0-5DCF-32BD-9733-069E0EDBC50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EE8C87BF-31FE-5902-0CC3-C1E76D84E5C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B634E6A-1C8F-081D-A3E0-8A1F04B240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D45F616D-729B-827B-A9F1-5BFA73D7FDE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018417EE-6B8F-6013-DF0A-F0FEE87C1BB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B3D4432A-6CE5-6EF5-4E99-E31CFC786CA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84AF605-EB10-3CED-A1EF-2AF560678A6C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D6CDB935-A2BE-6CB0-A598-FF27FF14621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0D6121C-6FA8-4204-0107-CE0A0E41A8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8779147-5696-A0C0-56DE-14C8BCCE4C9D}"/>
              </a:ext>
            </a:extLst>
          </p:cNvPr>
          <p:cNvGrpSpPr/>
          <p:nvPr/>
        </p:nvGrpSpPr>
        <p:grpSpPr>
          <a:xfrm>
            <a:off x="9131490" y="3788321"/>
            <a:ext cx="8775510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9345A9-19AB-38B7-04E0-65BF9C69A935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背景・先行研究に基づく研究の位置付け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卒業論文の章立て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F7C2389-B24F-B27A-20FA-3BFB8A21F9C1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AE1DE82E-320B-BC1A-4651-99ADA048E0F6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9DAE90F1-2935-B53E-A693-EA17489136D1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348044E-5328-6FC9-8E93-7DAFCA29BA48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D38FC227-C44D-A686-A343-D4B299EF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6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4458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4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目的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02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7</a:t>
            </a:fld>
            <a:endParaRPr lang="en-US" sz="4800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2BA7124C-6886-FB7F-AFC0-B85374B5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47" y="3753412"/>
            <a:ext cx="16391042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+mj-lt"/>
              <a:buAutoNum type="arabicPeriod"/>
              <a:tabLst/>
            </a:pPr>
            <a:r>
              <a:rPr kumimoji="0" lang="ja-JP" altLang="ja-JP" sz="4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異常検知技術開発</a:t>
            </a:r>
            <a:endParaRPr kumimoji="0" lang="en-US" altLang="ja-JP" sz="4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熱流束と沸騰分類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：回帰分析で予測した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熱流束から</a:t>
            </a:r>
            <a:r>
              <a:rPr kumimoji="0" lang="en-US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ROC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曲線を通して，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100%分類可能な沸騰-未沸騰を予測し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，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手法の有効性を評価。 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</a:pP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+mj-lt"/>
              <a:buAutoNum type="arabicPeriod"/>
            </a:pPr>
            <a:r>
              <a:rPr kumimoji="0" lang="ja-JP" altLang="ja-JP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</a:t>
            </a:r>
            <a:r>
              <a:rPr kumimoji="0" lang="ja-JP" altLang="en-US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手法の精度向上評価</a:t>
            </a:r>
            <a:endParaRPr lang="en-US" altLang="ja-JP" sz="40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lang="ja-JP" altLang="en-US" sz="3200" b="1" u="sng" dirty="0">
                <a:latin typeface="Source Han Sans JP" panose="020B0600070205080204" charset="-128"/>
                <a:ea typeface="Source Han Sans JP" panose="020B0600070205080204" charset="-128"/>
              </a:rPr>
              <a:t>背景</a:t>
            </a:r>
            <a:r>
              <a:rPr kumimoji="0" lang="ja-JP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ノイズ耐性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信号対ノイズ比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による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ノイズ耐性を調査。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アンサンブル学習</a:t>
            </a:r>
            <a:r>
              <a:rPr kumimoji="0" lang="ja-JP" altLang="en-US" sz="3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：アンサンブル学習による沸騰開始点の熱流束予測の精度向上</a:t>
            </a:r>
            <a:endParaRPr kumimoji="0" lang="ja-JP" altLang="ja-JP" sz="3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+mj-lt"/>
              <a:buAutoNum type="arabicPeriod"/>
            </a:pPr>
            <a:endParaRPr kumimoji="0" lang="en-US" altLang="ja-JP" sz="4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7459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A871-CB74-F826-0D1F-0F11ED1B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CF8F42-5AE5-103D-BED7-A43A0804CED8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1F6F2FC-47BA-1FAB-5B95-9F0CC21BC76C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99DC57EB-A959-1178-0728-8198DAF0E31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88B69A46-64C4-3B3F-99C9-156A857E436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1FD0E8E-C607-8CD9-68E2-BF88A68B685F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CAECBDE7-CF9E-11BE-E68D-3F4393C524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03A4BDE0-C4BC-D0A5-1B7D-49E62B7D6E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965E811-CA8B-919F-5840-36471A73C32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523D8E6-718D-42E1-60A1-1A30B32675C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8C26944-A7BA-E9D9-921E-F7DDA25C98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5E55B99-EC07-8E16-2573-A9EFAEEA78C2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24A7833-6ED7-EF78-E91D-E4911CBA281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4EC8FF4-0ECF-D0FF-3A0C-9A361FA1FCF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36EE9398-1A46-80B1-4A59-7EC0286685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5BDCFDD2-1821-A000-D0C2-0A8D6E25B621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FEC057B0-2890-15C0-A311-DB48D586A13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247B4CD-DAA2-CDBC-C5ED-F5996492A67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70483DEE-6DDC-8E54-9A1D-EA00FD0F6BEE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B52E9EC5-068D-0C34-4CD6-E5F90E5B1A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2074AB2-AE82-6383-ADF7-E7F779F370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30FA326E-F2B1-7A39-66FE-34344DFCD48F}"/>
              </a:ext>
            </a:extLst>
          </p:cNvPr>
          <p:cNvGrpSpPr/>
          <p:nvPr/>
        </p:nvGrpSpPr>
        <p:grpSpPr>
          <a:xfrm>
            <a:off x="9131490" y="3788321"/>
            <a:ext cx="8775510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9ED6E9F-06BA-26F9-D253-B94488F45BEA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背景・先行研究に基づく研究の位置付け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卒業論文の章立て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6B46389-5F69-DA08-3A07-213B4C2C4B4A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A4C91368-9522-94CA-D4D1-B8D3598A44DC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E501404C-3D1B-143E-1B9C-74053CAAA739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87269434-4D8C-8371-0059-D9BEC99A5534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926C86AB-E9A9-72D8-2697-56A29B4C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8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1454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7260-3803-A0C9-E1C7-236A1814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736808-140D-48D3-8B49-BC8EA0783836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A1ACD8-8A95-8454-8898-FBE4096DB13B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C2AED13-5962-DB75-F512-4A3256BC6977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08318D3-0133-B81B-BE09-A8385380719F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090339F-D974-1865-BEB7-A085D74F1F3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A51CA64-EF45-A7E7-7C08-108D74C1EF14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DFAD748-94C1-7D5B-F578-9264A86093A4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4287F3E-104A-90EF-1700-37C84A327B92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D488087-F117-D4D1-29DD-41F76BDCB19D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D4EE61F-F4F3-21C3-556F-744C0233A99B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6CEB9C1-162C-F453-8EDA-99ED72742572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759CC50-A526-9E59-2D2F-9894DD600D0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8DD76B1-0F6B-651C-3643-757018A4C5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8A52936-8959-0300-AF31-B9F580CB9C4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F276A55-92A3-B52C-30C7-3DD52CAE56B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EF6085A-65F7-B332-C342-FD3F348BD9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FCC7F61-0E29-9DF6-E947-1E66F233FBF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D5C288E-286C-14D4-DEBD-AFC6F28A2FB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CC9963B6-2086-F2A0-75B5-1C0EB3654B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3D865073-7087-9CC2-0A02-2CB3083832A8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8A9F0F3-F073-9B30-0F86-A8245C09FF8C}"/>
              </a:ext>
            </a:extLst>
          </p:cNvPr>
          <p:cNvSpPr txBox="1"/>
          <p:nvPr/>
        </p:nvSpPr>
        <p:spPr>
          <a:xfrm>
            <a:off x="2709919" y="1676416"/>
            <a:ext cx="4466734" cy="74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結論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5E3FA84-41C6-53B5-4821-85952A648DA1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03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0D1A50D4-4F91-7F3B-34FD-77C3AAB8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9</a:t>
            </a:fld>
            <a:endParaRPr lang="en-US" sz="4800" dirty="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4663838-A783-32CA-3402-EE6BB3C4A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479" y="3184058"/>
            <a:ext cx="16391042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+mj-lt"/>
              <a:buAutoNum type="arabicPeriod"/>
              <a:tabLst/>
            </a:pPr>
            <a:r>
              <a:rPr kumimoji="0" lang="ja-JP" altLang="ja-JP" sz="4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異常検知技術開発</a:t>
            </a:r>
            <a:endParaRPr kumimoji="0" lang="en-US" altLang="ja-JP" sz="4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ü"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熱流束と沸騰分類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100%分類可能な沸騰-未沸騰を予測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が可能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en-US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SNR=-20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の時に沸騰熱流束が</a:t>
            </a:r>
            <a:r>
              <a:rPr kumimoji="0" lang="en-US" altLang="ja-JP" sz="3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0.421±0.016 MW/M</a:t>
            </a:r>
            <a:r>
              <a:rPr kumimoji="0" lang="en-US" altLang="ja-JP" sz="3200" b="0" i="0" u="sng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2</a:t>
            </a:r>
            <a:r>
              <a:rPr kumimoji="0" lang="ja-JP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を超える領域で検知</a:t>
            </a:r>
            <a:r>
              <a:rPr kumimoji="0" lang="en-US" altLang="ja-JP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100%</a:t>
            </a: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lang="ja-JP" altLang="en-US" sz="3200" baseline="0" dirty="0">
                <a:latin typeface="Source Han Sans JP" panose="020B0600070205080204" charset="-128"/>
                <a:ea typeface="Source Han Sans JP" panose="020B0600070205080204" charset="-128"/>
              </a:rPr>
              <a:t>有効性という面ではまだ検討の余地あり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</a:pP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+mj-lt"/>
              <a:buAutoNum type="arabicPeriod"/>
            </a:pPr>
            <a:r>
              <a:rPr kumimoji="0" lang="ja-JP" altLang="ja-JP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</a:t>
            </a:r>
            <a:r>
              <a:rPr kumimoji="0" lang="ja-JP" altLang="en-US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手法の精度向上評価</a:t>
            </a:r>
            <a:endParaRPr lang="en-US" altLang="ja-JP" sz="40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ü"/>
            </a:pPr>
            <a:r>
              <a:rPr lang="ja-JP" altLang="en-US" sz="3200" b="1" u="sng" dirty="0">
                <a:latin typeface="Source Han Sans JP" panose="020B0600070205080204" charset="-128"/>
                <a:ea typeface="Source Han Sans JP" panose="020B0600070205080204" charset="-128"/>
              </a:rPr>
              <a:t>背景</a:t>
            </a:r>
            <a:r>
              <a:rPr kumimoji="0" lang="ja-JP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ノイズ耐性・アンサンブル学習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：相対的にノイズ強度の高い</a:t>
            </a:r>
            <a:r>
              <a:rPr lang="en-US" altLang="ja-JP" sz="3200" dirty="0">
                <a:latin typeface="Source Han Sans JP" panose="020B0600070205080204" charset="-128"/>
                <a:ea typeface="Source Han Sans JP" panose="020B0600070205080204" charset="-128"/>
              </a:rPr>
              <a:t>SNR=-20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の時において</a:t>
            </a:r>
            <a:r>
              <a:rPr lang="en-US" altLang="ja-JP" sz="3200" dirty="0">
                <a:latin typeface="Source Han Sans JP" panose="020B0600070205080204" charset="-128"/>
                <a:ea typeface="Source Han Sans JP" panose="020B0600070205080204" charset="-128"/>
              </a:rPr>
              <a:t>,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アンサンブル学習時に最良の決定係数</a:t>
            </a:r>
            <a:r>
              <a:rPr lang="en-US" altLang="ja-JP" sz="3200" u="sng" dirty="0">
                <a:latin typeface="Source Han Sans JP" panose="020B0600070205080204" charset="-128"/>
                <a:ea typeface="Source Han Sans JP" panose="020B0600070205080204" charset="-128"/>
              </a:rPr>
              <a:t>0.911±0.002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より，アンサンブル学習の有効性がで示された</a:t>
            </a: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今のところ</a:t>
            </a:r>
            <a:r>
              <a:rPr lang="en-US" altLang="ja-JP" sz="3200" dirty="0">
                <a:latin typeface="Source Han Sans JP" panose="020B0600070205080204" charset="-128"/>
                <a:ea typeface="Source Han Sans JP" panose="020B0600070205080204" charset="-128"/>
              </a:rPr>
              <a:t>-20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以外のところでも，全てアンサンブルが最良にはなっているが，まだ検討中</a:t>
            </a: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6E9694D-0ADF-DB85-1AC0-D98FB0E5ED44}"/>
              </a:ext>
            </a:extLst>
          </p:cNvPr>
          <p:cNvSpPr/>
          <p:nvPr/>
        </p:nvSpPr>
        <p:spPr>
          <a:xfrm>
            <a:off x="6934200" y="1528801"/>
            <a:ext cx="10467975" cy="1984372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FB6661B-9C2F-DFD4-FE9B-16306D115E0E}"/>
              </a:ext>
            </a:extLst>
          </p:cNvPr>
          <p:cNvSpPr txBox="1"/>
          <p:nvPr/>
        </p:nvSpPr>
        <p:spPr>
          <a:xfrm>
            <a:off x="7092369" y="1864347"/>
            <a:ext cx="10730347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kumimoji="1" lang="ja-JP" altLang="en-US" sz="4400" dirty="0">
                <a:latin typeface="Source Han Sans JP" panose="020B0600070205080204" charset="-128"/>
                <a:ea typeface="Source Han Sans JP" panose="020B0600070205080204" charset="-128"/>
              </a:rPr>
              <a:t>結果がまだ全て得られていないので，今得られているところを書きました．</a:t>
            </a:r>
            <a:endParaRPr kumimoji="1" lang="en-US" altLang="ja-JP" sz="44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249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8BDA-95EA-4A46-6524-48CE0B3C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EA47DD-02FA-E3A1-E87E-C4711B8D1D4F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2EF6200-EC22-F066-2B77-8D39E4E48FE8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85F0744-34EA-A33C-1D77-1B43245EA07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E900F443-7D1D-3B4C-E440-D08B3BD3814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7187F97A-1230-3779-3901-0BEE331BD0C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8FDC18FA-1AFE-B06F-8140-194002FE9D6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1F213FD-6314-6051-09AE-74EE0D71F9B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29E186F-724F-FA49-216F-FDE4BD7FDA3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746EB09-B1D0-9495-0D66-00D912ED7C5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028060A-E8F8-FCB1-B856-CED7D15F232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210C7FE-6DDB-3CB4-5DFD-96E4507E8719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D6E623E6-216F-FF4B-9F9A-C5832BD4D68C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C1DDE2CA-136E-88E5-5FDA-55CEAB2F8ED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0593664A-70DE-2D94-A370-878C4ECF50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CE606F9-45D0-EBFA-4987-78C0ABFD0D3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E1BFD575-34CD-B0F7-3894-E56E87738B8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563513DB-5BDC-BBC9-C9BA-C44F5E4D995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6BE5ACC9-861A-999B-97FD-9D83C2B198D3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13874CFF-E393-305C-367D-039ADC8140B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C0B1BA4-DEED-26D5-50E2-3C09431D56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1398A5B-B89B-4BF2-4761-B1EEA25E1EC5}"/>
              </a:ext>
            </a:extLst>
          </p:cNvPr>
          <p:cNvGrpSpPr/>
          <p:nvPr/>
        </p:nvGrpSpPr>
        <p:grpSpPr>
          <a:xfrm>
            <a:off x="9131490" y="3788321"/>
            <a:ext cx="8775510" cy="2710357"/>
            <a:chOff x="10121433" y="2372121"/>
            <a:chExt cx="6318717" cy="2710357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6835786-3EDC-2498-B5A7-3622497BAE84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26966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背景・先行研究に基づく研究の位置付け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卒業論文の章立て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6E6F543D-63CE-6C67-A867-0AC5B536169C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2710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04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523F6742-FBC9-4FDE-2485-66C54679F416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E6C92597-F43F-1E5D-92CE-02BA6DFDEB45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A3028C41-8675-77F0-8B84-1513DE23CB93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FF9D0DE5-D541-69A1-4624-5860ABCBA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10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498966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5412-D1E9-F157-597B-01C26EF2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E483DA-5592-67C5-CB1D-C1F633F4FB4E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162A03D-4F9F-27BB-673B-4DA30FFB3A3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0CC1FFA-4820-F93E-818E-B09A0E29461B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2A5165B-ED27-53F6-AE5B-E58DD1B8E304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D1AD94-F242-AAF2-92DB-F4DD3A583013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330F76A-8598-FB92-3776-280F18DE0513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DC63AB7-7177-9B9E-0F5B-740E0F2B73FA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F5E2DBA-FF20-2CDF-33F7-17616C08A6BE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6BF2AAF-D416-EB51-A671-446C1FAD34FE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72F7F84-90CD-0FAE-1829-F85D2E23DC82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BF8EE175-4E79-C282-DBC8-0A97BDE7A92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2D0164A-49D2-71E2-827C-A2A45D24C97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1C6D4145-9B63-D763-7629-D8C42E8856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8DBE7BB-2070-8F91-2B2E-A4C97734528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205F7E33-B1D1-05D9-351E-A5721D0702C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742E3FA2-795F-E777-4E19-121B916CB07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A84739EC-F2F9-5F5A-BE55-F81E7E2547E9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DB9886AF-E939-B7F8-11BA-0A3FB3CB3E4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8966283A-BE04-2C0F-2A89-28EE3C88160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7A07771F-6154-B61A-0DCB-045AAA578F7D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8AFFC92-36FF-3AE5-A334-E24A9CDEF82A}"/>
              </a:ext>
            </a:extLst>
          </p:cNvPr>
          <p:cNvSpPr txBox="1"/>
          <p:nvPr/>
        </p:nvSpPr>
        <p:spPr>
          <a:xfrm>
            <a:off x="2709918" y="1676416"/>
            <a:ext cx="5505449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卒業論文の章立て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6BBB007-C3F7-609C-1EDC-C7A80DDC0197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</a:t>
            </a:r>
            <a:r>
              <a:rPr lang="en-US" sz="8000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4</a:t>
            </a:r>
            <a:endParaRPr lang="en-US" sz="8000" u="none" strike="noStrike" dirty="0">
              <a:solidFill>
                <a:srgbClr val="64A4A3"/>
              </a:solidFill>
              <a:latin typeface="Now Medium"/>
              <a:ea typeface="Now Medium"/>
              <a:cs typeface="Now Medium"/>
              <a:sym typeface="Now Medium"/>
            </a:endParaRP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94C5DB77-249B-066F-684E-A3E9CC82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11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8273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16DE-5945-9D0E-6938-105ED8261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B272E9-2FF0-E599-1060-00E6A68738CB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DCF904C-AD8A-BD59-A493-F49835EE40D6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E62718E-C831-49AE-CA83-5ED1B0CEF1C0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3562D91-84ED-1FC3-E4A3-A7430D812CC0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D54B5F8-0340-E4FF-6240-6302102ACF08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29E1F99-B68F-3A41-08EC-18865BAD21C9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0BBA746-3321-ECC9-BBC8-F35C8DEC070E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CEA2F51-3AAB-9D66-C2E2-77EBFF5F354C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CE54E3F-7474-16BE-C8A1-0E8CA0CBA326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620FB44-B196-7788-8F02-B6E7C857E01E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C9D39CEC-7743-AFB0-8685-9EB9F7D1A3D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E459D7E-5513-0484-91A2-AB36DDFBB42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4CA0FD80-AF79-728A-8AD4-6D4926CE609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0DBA7610-28DE-D45C-84A0-66A026CA69D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9FBB8C0-1998-2544-A984-C9C649FFAF5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4F5781E-90AA-C9D4-E455-731402E3B0E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4DFD0978-088F-5B9A-6D06-7CF58E6BD87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ACC28987-1C5E-0BD6-AD6F-7917D68F052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15850152-3BDD-03B0-F6C9-41900383AE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A45E2B02-4299-7484-892B-13D2F61CA030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EC31181-819F-9C07-8A6F-1AA6E5C67B05}"/>
              </a:ext>
            </a:extLst>
          </p:cNvPr>
          <p:cNvSpPr txBox="1"/>
          <p:nvPr/>
        </p:nvSpPr>
        <p:spPr>
          <a:xfrm>
            <a:off x="2709918" y="1676416"/>
            <a:ext cx="5505449" cy="727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卒業論文の章立て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E276D10-DE6E-AD15-A6C7-BABA47A1F3A5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</a:t>
            </a:r>
            <a:r>
              <a:rPr lang="en-US" sz="8000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4</a:t>
            </a:r>
            <a:endParaRPr lang="en-US" sz="8000" u="none" strike="noStrike" dirty="0">
              <a:solidFill>
                <a:srgbClr val="64A4A3"/>
              </a:solidFill>
              <a:latin typeface="Now Medium"/>
              <a:ea typeface="Now Medium"/>
              <a:cs typeface="Now Medium"/>
              <a:sym typeface="Now Medium"/>
            </a:endParaRP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E6D71D9-FBE5-4BB6-682C-32376F43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12</a:t>
            </a:fld>
            <a:endParaRPr lang="en-US" sz="4800" dirty="0"/>
          </a:p>
        </p:txBody>
      </p:sp>
      <p:pic>
        <p:nvPicPr>
          <p:cNvPr id="23" name="図 22" descr="テーブル&#10;&#10;自動的に生成された説明">
            <a:extLst>
              <a:ext uri="{FF2B5EF4-FFF2-40B4-BE49-F238E27FC236}">
                <a16:creationId xmlns:a16="http://schemas.microsoft.com/office/drawing/2014/main" id="{B4EB29F1-74E8-2292-EF83-3E1967210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67" y="232078"/>
            <a:ext cx="8771553" cy="9944100"/>
          </a:xfrm>
          <a:prstGeom prst="rect">
            <a:avLst/>
          </a:prstGeom>
        </p:spPr>
      </p:pic>
      <p:pic>
        <p:nvPicPr>
          <p:cNvPr id="32" name="図 31" descr="テーブル&#10;&#10;自動的に生成された説明">
            <a:extLst>
              <a:ext uri="{FF2B5EF4-FFF2-40B4-BE49-F238E27FC236}">
                <a16:creationId xmlns:a16="http://schemas.microsoft.com/office/drawing/2014/main" id="{602EAA72-F1F2-E7F0-C029-A9FA16963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020" y="345953"/>
            <a:ext cx="9118600" cy="971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0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13175</TotalTime>
  <Words>696</Words>
  <Application>Microsoft Office PowerPoint</Application>
  <PresentationFormat>ユーザー設定</PresentationFormat>
  <Paragraphs>106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3" baseType="lpstr">
      <vt:lpstr>Now</vt:lpstr>
      <vt:lpstr>Source Han Sans JP</vt:lpstr>
      <vt:lpstr>游ゴシック</vt:lpstr>
      <vt:lpstr>Source Han Sans JP Bold</vt:lpstr>
      <vt:lpstr>Century Gothic Paneuropean</vt:lpstr>
      <vt:lpstr>Arial</vt:lpstr>
      <vt:lpstr>Now Medium</vt:lpstr>
      <vt:lpstr>Wingdings</vt:lpstr>
      <vt:lpstr>Calibri</vt:lpstr>
      <vt:lpstr>Source Han Sans JP Medium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3</cp:revision>
  <dcterms:created xsi:type="dcterms:W3CDTF">2006-08-16T00:00:00Z</dcterms:created>
  <dcterms:modified xsi:type="dcterms:W3CDTF">2025-01-10T05:15:09Z</dcterms:modified>
  <dc:identifier>DAGKJCfN4aw</dc:identifier>
</cp:coreProperties>
</file>
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33" r:id="rId4"/>
    <p:sldId id="300" r:id="rId5"/>
    <p:sldId id="334" r:id="rId6"/>
    <p:sldId id="330" r:id="rId7"/>
  </p:sldIdLst>
  <p:sldSz cx="18288000" cy="10287000"/>
  <p:notesSz cx="6858000" cy="9144000"/>
  <p:embeddedFontLst>
    <p:embeddedFont>
      <p:font typeface="Source Han Sans JP" panose="020B0600070205080204" charset="-128"/>
      <p:regular r:id="rId9"/>
    </p:embeddedFont>
    <p:embeddedFont>
      <p:font typeface="Source Han Sans JP Bold" panose="020B0600070205080204" charset="-128"/>
      <p:regular r:id="rId10"/>
    </p:embeddedFont>
    <p:embeddedFont>
      <p:font typeface="Source Han Sans JP Medium" panose="020B0600070205080204" charset="-128"/>
      <p:regular r:id="rId11"/>
    </p:embeddedFont>
    <p:embeddedFont>
      <p:font typeface="Century Gothic Paneuropean" panose="020B0600070205080204" charset="0"/>
      <p:regular r:id="rId12"/>
    </p:embeddedFont>
    <p:embeddedFont>
      <p:font typeface="Now" panose="020B0600070205080204" charset="0"/>
      <p:regular r:id="rId13"/>
    </p:embeddedFont>
    <p:embeddedFont>
      <p:font typeface="Now Medium" panose="020B0600070205080204" charset="0"/>
      <p:regular r:id="rId14"/>
    </p:embeddedFont>
    <p:embeddedFont>
      <p:font typeface="游ゴシック" panose="020B0400000000000000" pitchFamily="50" charset="-128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3E3"/>
    <a:srgbClr val="ABCDCC"/>
    <a:srgbClr val="6AAAA8"/>
    <a:srgbClr val="64A4A3"/>
    <a:srgbClr val="6C8C8B"/>
    <a:srgbClr val="92C1C0"/>
    <a:srgbClr val="406D6C"/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A9C42-DCCB-419A-97F9-92B417D675BF}" v="12" dt="2025-01-17T04:42:52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84428" autoAdjust="0"/>
  </p:normalViewPr>
  <p:slideViewPr>
    <p:cSldViewPr>
      <p:cViewPr varScale="1">
        <p:scale>
          <a:sx n="62" d="100"/>
          <a:sy n="62" d="100"/>
        </p:scale>
        <p:origin x="132" y="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4F6A9C42-DCCB-419A-97F9-92B417D675BF}"/>
    <pc:docChg chg="undo custSel addSld delSld modSld sldOrd">
      <pc:chgData name="shibariku0623@icloud.com" userId="47b6e960b06a1f92" providerId="LiveId" clId="{4F6A9C42-DCCB-419A-97F9-92B417D675BF}" dt="2025-01-22T04:35:28.416" v="493"/>
      <pc:docMkLst>
        <pc:docMk/>
      </pc:docMkLst>
      <pc:sldChg chg="modSp mod">
        <pc:chgData name="shibariku0623@icloud.com" userId="47b6e960b06a1f92" providerId="LiveId" clId="{4F6A9C42-DCCB-419A-97F9-92B417D675BF}" dt="2025-01-17T03:05:22.698" v="1" actId="20577"/>
        <pc:sldMkLst>
          <pc:docMk/>
          <pc:sldMk cId="0" sldId="256"/>
        </pc:sldMkLst>
        <pc:spChg chg="mod">
          <ac:chgData name="shibariku0623@icloud.com" userId="47b6e960b06a1f92" providerId="LiveId" clId="{4F6A9C42-DCCB-419A-97F9-92B417D675BF}" dt="2025-01-17T03:05:22.698" v="1" actId="20577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hibariku0623@icloud.com" userId="47b6e960b06a1f92" providerId="LiveId" clId="{4F6A9C42-DCCB-419A-97F9-92B417D675BF}" dt="2025-01-17T03:05:59.782" v="35" actId="1076"/>
        <pc:sldMkLst>
          <pc:docMk/>
          <pc:sldMk cId="0" sldId="257"/>
        </pc:sldMkLst>
        <pc:spChg chg="mod">
          <ac:chgData name="shibariku0623@icloud.com" userId="47b6e960b06a1f92" providerId="LiveId" clId="{4F6A9C42-DCCB-419A-97F9-92B417D675BF}" dt="2025-01-17T03:05:42.074" v="21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hibariku0623@icloud.com" userId="47b6e960b06a1f92" providerId="LiveId" clId="{4F6A9C42-DCCB-419A-97F9-92B417D675BF}" dt="2025-01-17T03:05:52.691" v="34" actId="20577"/>
          <ac:spMkLst>
            <pc:docMk/>
            <pc:sldMk cId="0" sldId="257"/>
            <ac:spMk id="23" creationId="{00000000-0000-0000-0000-000000000000}"/>
          </ac:spMkLst>
        </pc:spChg>
        <pc:grpChg chg="mod">
          <ac:chgData name="shibariku0623@icloud.com" userId="47b6e960b06a1f92" providerId="LiveId" clId="{4F6A9C42-DCCB-419A-97F9-92B417D675BF}" dt="2025-01-17T03:05:59.782" v="35" actId="1076"/>
          <ac:grpSpMkLst>
            <pc:docMk/>
            <pc:sldMk cId="0" sldId="257"/>
            <ac:grpSpMk id="27" creationId="{CFCC6537-0657-C9F8-D676-784DA51D2742}"/>
          </ac:grpSpMkLst>
        </pc:grpChg>
      </pc:sldChg>
      <pc:sldChg chg="del">
        <pc:chgData name="shibariku0623@icloud.com" userId="47b6e960b06a1f92" providerId="LiveId" clId="{4F6A9C42-DCCB-419A-97F9-92B417D675BF}" dt="2025-01-17T03:06:41.980" v="41" actId="47"/>
        <pc:sldMkLst>
          <pc:docMk/>
          <pc:sldMk cId="1242965381" sldId="299"/>
        </pc:sldMkLst>
      </pc:sldChg>
      <pc:sldChg chg="modSp mod ord">
        <pc:chgData name="shibariku0623@icloud.com" userId="47b6e960b06a1f92" providerId="LiveId" clId="{4F6A9C42-DCCB-419A-97F9-92B417D675BF}" dt="2025-01-22T04:35:28.416" v="493"/>
        <pc:sldMkLst>
          <pc:docMk/>
          <pc:sldMk cId="3577459148" sldId="300"/>
        </pc:sldMkLst>
        <pc:spChg chg="mod">
          <ac:chgData name="shibariku0623@icloud.com" userId="47b6e960b06a1f92" providerId="LiveId" clId="{4F6A9C42-DCCB-419A-97F9-92B417D675BF}" dt="2025-01-17T03:06:56.002" v="47" actId="20577"/>
          <ac:spMkLst>
            <pc:docMk/>
            <pc:sldMk cId="3577459148" sldId="300"/>
            <ac:spMk id="25" creationId="{00000000-0000-0000-0000-000000000000}"/>
          </ac:spMkLst>
        </pc:spChg>
        <pc:spChg chg="mod">
          <ac:chgData name="shibariku0623@icloud.com" userId="47b6e960b06a1f92" providerId="LiveId" clId="{4F6A9C42-DCCB-419A-97F9-92B417D675BF}" dt="2025-01-17T04:35:00.581" v="457" actId="20577"/>
          <ac:spMkLst>
            <pc:docMk/>
            <pc:sldMk cId="3577459148" sldId="300"/>
            <ac:spMk id="26" creationId="{2BA7124C-6886-FB7F-AFC0-B85374B5F07E}"/>
          </ac:spMkLst>
        </pc:spChg>
      </pc:sldChg>
      <pc:sldChg chg="del">
        <pc:chgData name="shibariku0623@icloud.com" userId="47b6e960b06a1f92" providerId="LiveId" clId="{4F6A9C42-DCCB-419A-97F9-92B417D675BF}" dt="2025-01-17T03:06:42.858" v="42" actId="47"/>
        <pc:sldMkLst>
          <pc:docMk/>
          <pc:sldMk cId="2998499187" sldId="316"/>
        </pc:sldMkLst>
      </pc:sldChg>
      <pc:sldChg chg="del">
        <pc:chgData name="shibariku0623@icloud.com" userId="47b6e960b06a1f92" providerId="LiveId" clId="{4F6A9C42-DCCB-419A-97F9-92B417D675BF}" dt="2025-01-17T03:06:03.821" v="36" actId="47"/>
        <pc:sldMkLst>
          <pc:docMk/>
          <pc:sldMk cId="3003660107" sldId="325"/>
        </pc:sldMkLst>
      </pc:sldChg>
      <pc:sldChg chg="del">
        <pc:chgData name="shibariku0623@icloud.com" userId="47b6e960b06a1f92" providerId="LiveId" clId="{4F6A9C42-DCCB-419A-97F9-92B417D675BF}" dt="2025-01-17T03:07:07.085" v="48" actId="47"/>
        <pc:sldMkLst>
          <pc:docMk/>
          <pc:sldMk cId="4014545991" sldId="327"/>
        </pc:sldMkLst>
      </pc:sldChg>
      <pc:sldChg chg="del">
        <pc:chgData name="shibariku0623@icloud.com" userId="47b6e960b06a1f92" providerId="LiveId" clId="{4F6A9C42-DCCB-419A-97F9-92B417D675BF}" dt="2025-01-17T03:06:44.982" v="43" actId="47"/>
        <pc:sldMkLst>
          <pc:docMk/>
          <pc:sldMk cId="244583722" sldId="328"/>
        </pc:sldMkLst>
      </pc:sldChg>
      <pc:sldChg chg="del">
        <pc:chgData name="shibariku0623@icloud.com" userId="47b6e960b06a1f92" providerId="LiveId" clId="{4F6A9C42-DCCB-419A-97F9-92B417D675BF}" dt="2025-01-17T03:07:11.902" v="49" actId="47"/>
        <pc:sldMkLst>
          <pc:docMk/>
          <pc:sldMk cId="1498966764" sldId="329"/>
        </pc:sldMkLst>
      </pc:sldChg>
      <pc:sldChg chg="addSp delSp modSp mod">
        <pc:chgData name="shibariku0623@icloud.com" userId="47b6e960b06a1f92" providerId="LiveId" clId="{4F6A9C42-DCCB-419A-97F9-92B417D675BF}" dt="2025-01-17T04:59:24.533" v="491" actId="20577"/>
        <pc:sldMkLst>
          <pc:docMk/>
          <pc:sldMk cId="882493429" sldId="330"/>
        </pc:sldMkLst>
        <pc:spChg chg="mod">
          <ac:chgData name="shibariku0623@icloud.com" userId="47b6e960b06a1f92" providerId="LiveId" clId="{4F6A9C42-DCCB-419A-97F9-92B417D675BF}" dt="2025-01-17T04:59:24.533" v="491" actId="20577"/>
          <ac:spMkLst>
            <pc:docMk/>
            <pc:sldMk cId="882493429" sldId="330"/>
            <ac:spMk id="23" creationId="{24663838-A783-32CA-3402-EE6BB3C4A69D}"/>
          </ac:spMkLst>
        </pc:spChg>
        <pc:spChg chg="mod">
          <ac:chgData name="shibariku0623@icloud.com" userId="47b6e960b06a1f92" providerId="LiveId" clId="{4F6A9C42-DCCB-419A-97F9-92B417D675BF}" dt="2025-01-17T03:48:40.452" v="319" actId="20577"/>
          <ac:spMkLst>
            <pc:docMk/>
            <pc:sldMk cId="882493429" sldId="330"/>
            <ac:spMk id="25" creationId="{65E3FA84-41C6-53B5-4821-85952A648DA1}"/>
          </ac:spMkLst>
        </pc:spChg>
        <pc:picChg chg="add mod">
          <ac:chgData name="shibariku0623@icloud.com" userId="47b6e960b06a1f92" providerId="LiveId" clId="{4F6A9C42-DCCB-419A-97F9-92B417D675BF}" dt="2025-01-17T04:23:32.909" v="416" actId="1076"/>
          <ac:picMkLst>
            <pc:docMk/>
            <pc:sldMk cId="882493429" sldId="330"/>
            <ac:picMk id="28" creationId="{FD115A61-2C6F-D80E-5F86-7A2333C424B6}"/>
          </ac:picMkLst>
        </pc:picChg>
        <pc:picChg chg="add mod">
          <ac:chgData name="shibariku0623@icloud.com" userId="47b6e960b06a1f92" providerId="LiveId" clId="{4F6A9C42-DCCB-419A-97F9-92B417D675BF}" dt="2025-01-17T04:21:38.030" v="394" actId="1076"/>
          <ac:picMkLst>
            <pc:docMk/>
            <pc:sldMk cId="882493429" sldId="330"/>
            <ac:picMk id="31" creationId="{70C4E5D0-6803-4C4D-3161-326AA08E7DD4}"/>
          </ac:picMkLst>
        </pc:picChg>
      </pc:sldChg>
      <pc:sldChg chg="del">
        <pc:chgData name="shibariku0623@icloud.com" userId="47b6e960b06a1f92" providerId="LiveId" clId="{4F6A9C42-DCCB-419A-97F9-92B417D675BF}" dt="2025-01-17T03:07:14.182" v="50" actId="47"/>
        <pc:sldMkLst>
          <pc:docMk/>
          <pc:sldMk cId="18273641" sldId="331"/>
        </pc:sldMkLst>
      </pc:sldChg>
      <pc:sldChg chg="del">
        <pc:chgData name="shibariku0623@icloud.com" userId="47b6e960b06a1f92" providerId="LiveId" clId="{4F6A9C42-DCCB-419A-97F9-92B417D675BF}" dt="2025-01-17T03:07:15.618" v="51" actId="47"/>
        <pc:sldMkLst>
          <pc:docMk/>
          <pc:sldMk cId="2661109068" sldId="332"/>
        </pc:sldMkLst>
      </pc:sldChg>
      <pc:sldChg chg="modSp add mod setBg">
        <pc:chgData name="shibariku0623@icloud.com" userId="47b6e960b06a1f92" providerId="LiveId" clId="{4F6A9C42-DCCB-419A-97F9-92B417D675BF}" dt="2025-01-17T03:06:13.267" v="39" actId="207"/>
        <pc:sldMkLst>
          <pc:docMk/>
          <pc:sldMk cId="3338858253" sldId="333"/>
        </pc:sldMkLst>
        <pc:spChg chg="mod">
          <ac:chgData name="shibariku0623@icloud.com" userId="47b6e960b06a1f92" providerId="LiveId" clId="{4F6A9C42-DCCB-419A-97F9-92B417D675BF}" dt="2025-01-17T03:06:13.267" v="39" actId="207"/>
          <ac:spMkLst>
            <pc:docMk/>
            <pc:sldMk cId="3338858253" sldId="333"/>
            <ac:spMk id="22" creationId="{3724E751-69FD-7B00-AADD-B680475AE5E5}"/>
          </ac:spMkLst>
        </pc:spChg>
      </pc:sldChg>
      <pc:sldChg chg="modSp add mod setBg">
        <pc:chgData name="shibariku0623@icloud.com" userId="47b6e960b06a1f92" providerId="LiveId" clId="{4F6A9C42-DCCB-419A-97F9-92B417D675BF}" dt="2025-01-17T03:06:17.705" v="40" actId="207"/>
        <pc:sldMkLst>
          <pc:docMk/>
          <pc:sldMk cId="1109806999" sldId="334"/>
        </pc:sldMkLst>
        <pc:spChg chg="mod">
          <ac:chgData name="shibariku0623@icloud.com" userId="47b6e960b06a1f92" providerId="LiveId" clId="{4F6A9C42-DCCB-419A-97F9-92B417D675BF}" dt="2025-01-17T03:06:17.705" v="40" actId="207"/>
          <ac:spMkLst>
            <pc:docMk/>
            <pc:sldMk cId="1109806999" sldId="334"/>
            <ac:spMk id="22" creationId="{B1A3CAC0-EE9E-D2A8-642C-F8B11798DC2C}"/>
          </ac:spMkLst>
        </pc:spChg>
      </pc:sldChg>
      <pc:sldChg chg="addSp delSp modSp add del mod ord">
        <pc:chgData name="shibariku0623@icloud.com" userId="47b6e960b06a1f92" providerId="LiveId" clId="{4F6A9C42-DCCB-419A-97F9-92B417D675BF}" dt="2025-01-17T04:43:50.699" v="474" actId="47"/>
        <pc:sldMkLst>
          <pc:docMk/>
          <pc:sldMk cId="155779623" sldId="3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2025/1/22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A982E-F34B-49B3-8847-8DEA52C902AE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3C4C4-8034-4B74-A3E5-B6287EDC523C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DA07B-C635-4B36-82F6-01978278E64C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20DD-E074-40B5-94EE-0DD91554270F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341EC-65DD-4E77-9338-45F8757CFDC6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B288-6C6B-4AF7-B990-206A31287ED9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D7EA4-E1FB-4006-A78D-42B807D18202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908D4-45AC-4B27-B3E5-4FC9EEA773CB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7A0B9-9DAD-4BB3-A65B-D541739E8686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2C505-3AE9-414B-8F20-1BCEC2AB96A7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35036-8154-489A-9438-6B73A935956A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A76A-8849-43AF-947B-5A98BF2C788A}" type="datetime1">
              <a:rPr lang="en-US" altLang="ja-JP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CNN</a:t>
            </a: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アンサンブル学習に基づく音響識別によるプール沸騰の発生検知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2025年1月17日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FCC6537-0657-C9F8-D676-784DA51D2742}"/>
              </a:ext>
            </a:extLst>
          </p:cNvPr>
          <p:cNvGrpSpPr/>
          <p:nvPr/>
        </p:nvGrpSpPr>
        <p:grpSpPr>
          <a:xfrm>
            <a:off x="9144000" y="4408488"/>
            <a:ext cx="8775510" cy="1325363"/>
            <a:chOff x="10121433" y="2372121"/>
            <a:chExt cx="6318717" cy="1325363"/>
          </a:xfrm>
        </p:grpSpPr>
        <p:sp>
          <p:nvSpPr>
            <p:cNvPr id="22" name="TextBox 22"/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/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FEA42C1-DCAC-B099-7B61-C85F1CAC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2</a:t>
            </a:fld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1DC8-80CE-5C85-90F5-28322F06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1BA64C-3D89-5BDC-8602-7AD864F971DA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C9ED6E6-9A0F-0D8B-34A0-A2F635F3ED3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0C33C172-28DB-F78E-5D10-3FFBD11985A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1FE20896-4ED4-50DC-F61D-50E1991D71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17A0C85-26DC-E048-47F7-A07DF51A475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04F59D7-2119-56F7-FA0F-4BCEF678590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5E94B7E-CA06-5B45-3E89-20A2A09FF1A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7733EC8-B3CE-CB04-5692-516C3AC8F36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401F3AB-9945-952C-D4B6-BEA35A38B3B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D96D748-8BF8-BAA6-0975-2D93DDCF61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9D7D3189-F4F7-CCDB-A85D-74885C0E647C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5C1A3319-9EE2-69FF-CCA2-B1B1BA04AC7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A70D89DB-37EB-3432-B17A-8B9D782D936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8F31D042-BA6E-B62C-0004-B8FA5853EE2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CAB5C4DD-D2AB-CC4F-85B4-CD10400C9ED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37F1070-3836-6521-AEEF-725A71A81D4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07BA5D7E-EDD4-90DA-D46E-CBE1591D66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25B1CD83-8B1A-C015-A259-3DE3A28CF39C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8B81AC33-5141-57DF-488F-0F7AE1B55F6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6C302620-B53C-06DC-C651-C256A133B21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48703BB-944A-0E55-E781-2A1A565CE2DD}"/>
              </a:ext>
            </a:extLst>
          </p:cNvPr>
          <p:cNvGrpSpPr/>
          <p:nvPr/>
        </p:nvGrpSpPr>
        <p:grpSpPr>
          <a:xfrm>
            <a:off x="9144000" y="4408488"/>
            <a:ext cx="8775510" cy="1325363"/>
            <a:chOff x="10121433" y="2372121"/>
            <a:chExt cx="6318717" cy="1325363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724E751-69FD-7B00-AADD-B680475AE5E5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49B38825-7D59-3B2E-C2FB-B1C39BC03998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86D78913-CCAD-0D17-3D6D-AC4EED4389D8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89B61220-3992-1960-E4A7-F5669E7A4F7A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6384B71-214F-3D21-B03B-0E767D48A2D5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AE28642-FA3D-B378-AEC3-E7EEC216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3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3885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/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2709919" y="1676416"/>
            <a:ext cx="4466734" cy="74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目的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01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27224670-9190-F1F6-7A02-DB541444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2BA7124C-6886-FB7F-AFC0-B85374B5F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47" y="3753412"/>
            <a:ext cx="16391042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+mj-lt"/>
              <a:buAutoNum type="arabicPeriod"/>
              <a:tabLst/>
            </a:pPr>
            <a:r>
              <a:rPr kumimoji="0" lang="ja-JP" altLang="ja-JP" sz="4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異常検知技術開発</a:t>
            </a:r>
            <a:endParaRPr kumimoji="0" lang="en-US" altLang="ja-JP" sz="4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熱流束と沸騰分類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：回帰分析で予測した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と沸騰開始点の熱流束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から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，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100%分類可能な沸騰-未沸騰予測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の手法を構築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r>
              <a:rPr kumimoji="0" lang="ja-JP" altLang="ja-JP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</a:t>
            </a:r>
            <a:r>
              <a:rPr kumimoji="0" lang="ja-JP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手法のノイズ耐性の評価精度向上</a:t>
            </a:r>
            <a:endParaRPr lang="en-US" altLang="ja-JP" sz="40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3200" b="1" u="sng" dirty="0">
                <a:latin typeface="Source Han Sans JP" panose="020B0600070205080204" charset="-128"/>
                <a:ea typeface="Source Han Sans JP" panose="020B0600070205080204" charset="-128"/>
              </a:rPr>
              <a:t>背景</a:t>
            </a: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信号対ノイズ比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による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ノイズ耐性を調査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アンサンブル学習</a:t>
            </a:r>
            <a:r>
              <a:rPr kumimoji="0" lang="ja-JP" altLang="en-US" sz="3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：アンサンブル学習による沸騰開始点の熱流束予測の精度向上</a:t>
            </a:r>
            <a:endParaRPr kumimoji="0" lang="ja-JP" altLang="ja-JP" sz="3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endParaRPr kumimoji="0" lang="en-US" altLang="ja-JP" sz="40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745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DE17-31E6-923B-C771-563EC321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35ED72-B3FC-C97B-65EF-BF4753AF6955}"/>
              </a:ext>
            </a:extLst>
          </p:cNvPr>
          <p:cNvGrpSpPr/>
          <p:nvPr/>
        </p:nvGrpSpPr>
        <p:grpSpPr>
          <a:xfrm>
            <a:off x="885825" y="885825"/>
            <a:ext cx="16516350" cy="142875"/>
            <a:chOff x="0" y="0"/>
            <a:chExt cx="22021800" cy="19050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E7A844E-56E5-7C5D-0B98-F8E0496B664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4E0332DF-7C9C-6779-BF29-0230DC966B3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22FBD8A4-6B68-DFD6-B170-2029766394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E792703-FC1D-15AD-3BBE-F185BB77E9C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D10B37E0-5D42-E80A-0FDB-C4D6A310F5C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010C87C2-FBC0-101C-70CC-864B7572BD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E4E8E5B1-D2CD-7FA2-E5FD-FB079EFB604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EDA9239-BF92-DF52-D8A5-811C67F5043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BD31E77-BCAA-E54B-A2C5-6997884BBBF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34FF30F-6EFD-DF5A-D9E4-43A50898DEAE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375EC0FE-C7ED-78BE-9142-8C0EE82EC33F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9CB38969-E770-D8A8-15AA-4C5F774338C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7707FB2-4A49-A01B-55F1-A00B46CB582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020F1DED-1663-BE89-D9CB-C625B5252CDD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51EBF384-E7A5-4AF9-BC81-54441DF1B0E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781659B9-6D85-EB76-D13B-57F0A5CF81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A26506BF-DC99-EEEB-7551-3B368EFD278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4807F66B-5706-B97A-7D41-268B5C302BD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288A347F-6CF4-7556-AD94-4734DFBF16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3AD1B926-6FCA-C606-BC17-C410D9747B4D}"/>
              </a:ext>
            </a:extLst>
          </p:cNvPr>
          <p:cNvGrpSpPr/>
          <p:nvPr/>
        </p:nvGrpSpPr>
        <p:grpSpPr>
          <a:xfrm>
            <a:off x="9144000" y="4408488"/>
            <a:ext cx="8775510" cy="1325363"/>
            <a:chOff x="10121433" y="2372121"/>
            <a:chExt cx="6318717" cy="1325363"/>
          </a:xfrm>
        </p:grpSpPr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B1A3CAC0-EE9E-D2A8-642C-F8B11798DC2C}"/>
                </a:ext>
              </a:extLst>
            </p:cNvPr>
            <p:cNvSpPr txBox="1"/>
            <p:nvPr/>
          </p:nvSpPr>
          <p:spPr>
            <a:xfrm>
              <a:off x="11273049" y="2372121"/>
              <a:ext cx="5167101" cy="13116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75000"/>
                    </a:schemeClr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研究目的</a:t>
              </a:r>
              <a:endParaRPr lang="en-US" sz="2999" dirty="0">
                <a:solidFill>
                  <a:schemeClr val="bg1">
                    <a:lumMod val="7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rgbClr val="292B2B"/>
                  </a:solidFill>
                  <a:latin typeface="Source Han Sans JP" panose="020B0600070205080204" charset="-128"/>
                  <a:ea typeface="Source Han Sans JP" panose="020B0600070205080204" charset="-128"/>
                  <a:cs typeface="Now"/>
                  <a:sym typeface="Now"/>
                </a:rPr>
                <a:t>結論</a:t>
              </a:r>
              <a:endParaRPr lang="en-US" sz="2999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2D3B261-AC5C-31B7-FC4F-C6C71BBCE868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32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914A84D5-F4DC-E866-D7CA-615EAB863164}"/>
              </a:ext>
            </a:extLst>
          </p:cNvPr>
          <p:cNvSpPr txBox="1"/>
          <p:nvPr/>
        </p:nvSpPr>
        <p:spPr>
          <a:xfrm>
            <a:off x="1841746" y="4758756"/>
            <a:ext cx="6489209" cy="71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64A4A3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TABLE OF CONTENTS</a:t>
            </a: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7FFA7134-ABE8-99C9-2A70-8340BD810564}"/>
              </a:ext>
            </a:extLst>
          </p:cNvPr>
          <p:cNvSpPr/>
          <p:nvPr/>
        </p:nvSpPr>
        <p:spPr>
          <a:xfrm>
            <a:off x="1657291" y="4755907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88CBAB5-97CE-A149-5F3E-29C4B24C6813}"/>
              </a:ext>
            </a:extLst>
          </p:cNvPr>
          <p:cNvSpPr/>
          <p:nvPr/>
        </p:nvSpPr>
        <p:spPr>
          <a:xfrm>
            <a:off x="1657291" y="5531093"/>
            <a:ext cx="6858119" cy="0"/>
          </a:xfrm>
          <a:prstGeom prst="line">
            <a:avLst/>
          </a:prstGeom>
          <a:ln w="38100" cap="flat">
            <a:solidFill>
              <a:srgbClr val="64A4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06690DEA-103E-2BF9-09C6-00775C74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5</a:t>
            </a:fld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109806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7260-3803-A0C9-E1C7-236A1814A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736808-140D-48D3-8B49-BC8EA0783836}"/>
              </a:ext>
            </a:extLst>
          </p:cNvPr>
          <p:cNvGrpSpPr/>
          <p:nvPr/>
        </p:nvGrpSpPr>
        <p:grpSpPr>
          <a:xfrm>
            <a:off x="885825" y="885825"/>
            <a:ext cx="5505450" cy="142875"/>
            <a:chOff x="0" y="0"/>
            <a:chExt cx="1449995" cy="376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A1ACD8-8A95-8454-8898-FBE4096DB13B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C2AED13-5962-DB75-F512-4A3256BC6977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08318D3-0133-B81B-BE09-A8385380719F}"/>
              </a:ext>
            </a:extLst>
          </p:cNvPr>
          <p:cNvGrpSpPr/>
          <p:nvPr/>
        </p:nvGrpSpPr>
        <p:grpSpPr>
          <a:xfrm>
            <a:off x="6391275" y="885825"/>
            <a:ext cx="5505450" cy="142875"/>
            <a:chOff x="0" y="0"/>
            <a:chExt cx="1449995" cy="3763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090339F-D974-1865-BEB7-A085D74F1F3A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999F9F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A51CA64-EF45-A7E7-7C08-108D74C1EF14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DFAD748-94C1-7D5B-F578-9264A86093A4}"/>
              </a:ext>
            </a:extLst>
          </p:cNvPr>
          <p:cNvGrpSpPr/>
          <p:nvPr/>
        </p:nvGrpSpPr>
        <p:grpSpPr>
          <a:xfrm>
            <a:off x="11896725" y="885825"/>
            <a:ext cx="5505450" cy="142875"/>
            <a:chOff x="0" y="0"/>
            <a:chExt cx="1449995" cy="37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4287F3E-104A-90EF-1700-37C84A327B92}"/>
                </a:ext>
              </a:extLst>
            </p:cNvPr>
            <p:cNvSpPr/>
            <p:nvPr/>
          </p:nvSpPr>
          <p:spPr>
            <a:xfrm>
              <a:off x="0" y="0"/>
              <a:ext cx="1449995" cy="37630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D488087-F117-D4D1-29DD-41F76BDCB19D}"/>
                </a:ext>
              </a:extLst>
            </p:cNvPr>
            <p:cNvSpPr txBox="1"/>
            <p:nvPr/>
          </p:nvSpPr>
          <p:spPr>
            <a:xfrm>
              <a:off x="0" y="-38100"/>
              <a:ext cx="1449995" cy="75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D4EE61F-F4F3-21C3-556F-744C0233A99B}"/>
              </a:ext>
            </a:extLst>
          </p:cNvPr>
          <p:cNvGrpSpPr/>
          <p:nvPr/>
        </p:nvGrpSpPr>
        <p:grpSpPr>
          <a:xfrm>
            <a:off x="885825" y="9258300"/>
            <a:ext cx="16516350" cy="142875"/>
            <a:chOff x="0" y="0"/>
            <a:chExt cx="22021800" cy="19050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16CEB9C1-162C-F453-8EDA-99ED72742572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D759CC50-A526-9E59-2D2F-9894DD600D0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A8DD76B1-0F6B-651C-3643-757018A4C5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8A52936-8959-0300-AF31-B9F580CB9C4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5F276A55-92A3-B52C-30C7-3DD52CAE56B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0EF6085A-65F7-B332-C342-FD3F348BD9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FCC7F61-0E29-9DF6-E947-1E66F233FBF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D5C288E-286C-14D4-DEBD-AFC6F28A2FB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20">
                <a:extLst>
                  <a:ext uri="{FF2B5EF4-FFF2-40B4-BE49-F238E27FC236}">
                    <a16:creationId xmlns:a16="http://schemas.microsoft.com/office/drawing/2014/main" id="{CC9963B6-2086-F2A0-75B5-1C0EB3654B6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3D865073-7087-9CC2-0A02-2CB3083832A8}"/>
              </a:ext>
            </a:extLst>
          </p:cNvPr>
          <p:cNvSpPr/>
          <p:nvPr/>
        </p:nvSpPr>
        <p:spPr>
          <a:xfrm flipV="1">
            <a:off x="1028700" y="2752725"/>
            <a:ext cx="16230600" cy="0"/>
          </a:xfrm>
          <a:prstGeom prst="line">
            <a:avLst/>
          </a:prstGeom>
          <a:ln w="38100" cap="flat">
            <a:solidFill>
              <a:srgbClr val="999F9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8A9F0F3-F073-9B30-0F86-A8245C09FF8C}"/>
              </a:ext>
            </a:extLst>
          </p:cNvPr>
          <p:cNvSpPr txBox="1"/>
          <p:nvPr/>
        </p:nvSpPr>
        <p:spPr>
          <a:xfrm>
            <a:off x="2709919" y="1676416"/>
            <a:ext cx="4466734" cy="74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結論</a:t>
            </a:r>
            <a:endParaRPr lang="en-US" sz="4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E3FA84-41C6-53B5-4821-85952A648DA1}"/>
              </a:ext>
            </a:extLst>
          </p:cNvPr>
          <p:cNvSpPr txBox="1"/>
          <p:nvPr/>
        </p:nvSpPr>
        <p:spPr>
          <a:xfrm>
            <a:off x="1028700" y="1285965"/>
            <a:ext cx="2660650" cy="139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  <a:spcBef>
                <a:spcPct val="0"/>
              </a:spcBef>
            </a:pPr>
            <a:r>
              <a:rPr lang="en-US" sz="8000" u="none" strike="noStrike" dirty="0">
                <a:solidFill>
                  <a:srgbClr val="64A4A3"/>
                </a:solidFill>
                <a:latin typeface="Now Medium"/>
                <a:ea typeface="Now Medium"/>
                <a:cs typeface="Now Medium"/>
                <a:sym typeface="Now Medium"/>
              </a:rPr>
              <a:t>02</a:t>
            </a:r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0D1A50D4-4F91-7F3B-34FD-77C3AAB8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6</a:t>
            </a:fld>
            <a:endParaRPr lang="en-US" sz="4800" dirty="0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4663838-A783-32CA-3402-EE6BB3C4A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941222"/>
            <a:ext cx="13224721" cy="68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+mj-lt"/>
              <a:buAutoNum type="arabicPeriod"/>
              <a:tabLst/>
            </a:pPr>
            <a:r>
              <a:rPr kumimoji="0" lang="ja-JP" altLang="ja-JP" sz="4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異常検知技術開発</a:t>
            </a:r>
            <a:endParaRPr kumimoji="0" lang="en-US" altLang="ja-JP" sz="4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ü"/>
            </a:pPr>
            <a:r>
              <a:rPr kumimoji="0" lang="ja-JP" altLang="ja-JP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熱流束と沸騰分類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沸騰-未沸騰を100%分類可能な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熱流束の</a:t>
            </a:r>
            <a:r>
              <a:rPr kumimoji="0" lang="ja-JP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予測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が可能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en-US" altLang="ja-JP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SNR=-20</a:t>
            </a:r>
            <a:r>
              <a:rPr kumimoji="0" lang="ja-JP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の時に沸騰熱流束が</a:t>
            </a:r>
            <a:r>
              <a:rPr kumimoji="0" lang="en-US" altLang="ja-JP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0.421±0.016 MW/M</a:t>
            </a:r>
            <a:r>
              <a:rPr kumimoji="0" lang="en-US" altLang="ja-JP" sz="3200" b="0" i="0" u="sng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2</a:t>
            </a:r>
            <a:r>
              <a:rPr kumimoji="0" lang="ja-JP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を超える領域で検知</a:t>
            </a:r>
            <a:r>
              <a:rPr kumimoji="0" lang="en-US" altLang="ja-JP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</a:t>
            </a: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ja-JP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100%</a:t>
            </a:r>
            <a:r>
              <a:rPr kumimoji="0" lang="ja-JP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検知熱流束が</a:t>
            </a:r>
            <a:r>
              <a:rPr kumimoji="0" lang="ja-JP" altLang="en-US" sz="32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沸騰</a:t>
            </a:r>
            <a:r>
              <a:rPr kumimoji="0" lang="ja-JP" alt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曲線のどこに位置するのかを示す</a:t>
            </a: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endParaRPr kumimoji="0" lang="en-US" altLang="ja-JP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742950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+mj-lt"/>
              <a:buAutoNum type="arabicPeriod"/>
            </a:pPr>
            <a:r>
              <a:rPr kumimoji="0" lang="ja-JP" altLang="ja-JP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異常検知</a:t>
            </a:r>
            <a:r>
              <a:rPr kumimoji="0" lang="ja-JP" altLang="en-US" sz="4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技術の精度向上評価</a:t>
            </a:r>
            <a:endParaRPr lang="en-US" altLang="ja-JP" sz="40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200150" lvl="1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ü"/>
            </a:pPr>
            <a:r>
              <a:rPr lang="ja-JP" altLang="en-US" sz="3200" b="1" u="sng" dirty="0">
                <a:latin typeface="Source Han Sans JP" panose="020B0600070205080204" charset="-128"/>
                <a:ea typeface="Source Han Sans JP" panose="020B0600070205080204" charset="-128"/>
              </a:rPr>
              <a:t>背景</a:t>
            </a:r>
            <a:r>
              <a:rPr kumimoji="0" lang="ja-JP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ノイズ耐性・アンサンブル学習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：相対的にノイズ強度の高い</a:t>
            </a:r>
            <a:r>
              <a:rPr lang="en-US" altLang="ja-JP" sz="3200" dirty="0">
                <a:latin typeface="Source Han Sans JP" panose="020B0600070205080204" charset="-128"/>
                <a:ea typeface="Source Han Sans JP" panose="020B0600070205080204" charset="-128"/>
              </a:rPr>
              <a:t>SNR=-20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の時において</a:t>
            </a:r>
            <a:r>
              <a:rPr lang="en-US" altLang="ja-JP" sz="3200" dirty="0">
                <a:latin typeface="Source Han Sans JP" panose="020B0600070205080204" charset="-128"/>
                <a:ea typeface="Source Han Sans JP" panose="020B0600070205080204" charset="-128"/>
              </a:rPr>
              <a:t>,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アンサンブル学習時に最良の決定係数</a:t>
            </a:r>
            <a:r>
              <a:rPr lang="en-US" altLang="ja-JP" sz="3200" u="sng" dirty="0">
                <a:latin typeface="Source Han Sans JP" panose="020B0600070205080204" charset="-128"/>
                <a:ea typeface="Source Han Sans JP" panose="020B0600070205080204" charset="-128"/>
              </a:rPr>
              <a:t>0.911±0.002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より，アンサンブル学習の有効性が示された</a:t>
            </a: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ノイズが大きいときに効果が顕著に表れる</a:t>
            </a: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657350" lvl="2" indent="-74295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endParaRPr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pic>
        <p:nvPicPr>
          <p:cNvPr id="28" name="図 27" descr="ダイアグラム&#10;&#10;中程度の精度で自動的に生成された説明">
            <a:extLst>
              <a:ext uri="{FF2B5EF4-FFF2-40B4-BE49-F238E27FC236}">
                <a16:creationId xmlns:a16="http://schemas.microsoft.com/office/drawing/2014/main" id="{FD115A61-2C6F-D80E-5F86-7A2333C42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4526" y="1730706"/>
            <a:ext cx="5347109" cy="3656047"/>
          </a:xfrm>
          <a:prstGeom prst="rect">
            <a:avLst/>
          </a:prstGeom>
        </p:spPr>
      </p:pic>
      <p:pic>
        <p:nvPicPr>
          <p:cNvPr id="31" name="図 30" descr="ダイアグラム&#10;&#10;自動的に生成された説明">
            <a:extLst>
              <a:ext uri="{FF2B5EF4-FFF2-40B4-BE49-F238E27FC236}">
                <a16:creationId xmlns:a16="http://schemas.microsoft.com/office/drawing/2014/main" id="{70C4E5D0-6803-4C4D-3161-326AA08E7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0891" y="6620916"/>
            <a:ext cx="5347109" cy="36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93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13291</TotalTime>
  <Words>236</Words>
  <Application>Microsoft Office PowerPoint</Application>
  <PresentationFormat>ユーザー設定</PresentationFormat>
  <Paragraphs>41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7" baseType="lpstr">
      <vt:lpstr>Century Gothic Paneuropean</vt:lpstr>
      <vt:lpstr>Arial</vt:lpstr>
      <vt:lpstr>Source Han Sans JP Bold</vt:lpstr>
      <vt:lpstr>Source Han Sans JP Medium</vt:lpstr>
      <vt:lpstr>Now Medium</vt:lpstr>
      <vt:lpstr>Calibri</vt:lpstr>
      <vt:lpstr>游ゴシック</vt:lpstr>
      <vt:lpstr>Source Han Sans JP</vt:lpstr>
      <vt:lpstr>Wingdings</vt:lpstr>
      <vt:lpstr>Now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4</cp:revision>
  <dcterms:created xsi:type="dcterms:W3CDTF">2006-08-16T00:00:00Z</dcterms:created>
  <dcterms:modified xsi:type="dcterms:W3CDTF">2025-01-22T04:35:39Z</dcterms:modified>
  <dc:identifier>DAGKJCfN4aw</dc:identifier>
</cp:coreProperties>
</file>
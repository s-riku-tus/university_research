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311" r:id="rId3"/>
    <p:sldId id="312" r:id="rId4"/>
    <p:sldId id="313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E25B8-B3E3-4DA9-AB9F-6EF65DE434C4}" v="8" dt="2024-11-20T12:34:48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176E25B8-B3E3-4DA9-AB9F-6EF65DE434C4}"/>
    <pc:docChg chg="custSel addSld modSld sldOrd">
      <pc:chgData name="shibariku0623@icloud.com" userId="47b6e960b06a1f92" providerId="LiveId" clId="{176E25B8-B3E3-4DA9-AB9F-6EF65DE434C4}" dt="2024-11-20T12:37:20.970" v="245" actId="478"/>
      <pc:docMkLst>
        <pc:docMk/>
      </pc:docMkLst>
      <pc:sldChg chg="addSp delSp modSp mod">
        <pc:chgData name="shibariku0623@icloud.com" userId="47b6e960b06a1f92" providerId="LiveId" clId="{176E25B8-B3E3-4DA9-AB9F-6EF65DE434C4}" dt="2024-11-20T12:37:20.970" v="245" actId="478"/>
        <pc:sldMkLst>
          <pc:docMk/>
          <pc:sldMk cId="1066903513" sldId="310"/>
        </pc:sldMkLst>
        <pc:spChg chg="mod">
          <ac:chgData name="shibariku0623@icloud.com" userId="47b6e960b06a1f92" providerId="LiveId" clId="{176E25B8-B3E3-4DA9-AB9F-6EF65DE434C4}" dt="2024-11-20T12:31:38.205" v="174"/>
          <ac:spMkLst>
            <pc:docMk/>
            <pc:sldMk cId="1066903513" sldId="310"/>
            <ac:spMk id="24" creationId="{6A97C085-ECFA-253F-B7B1-1EED21C20C1D}"/>
          </ac:spMkLst>
        </pc:spChg>
        <pc:spChg chg="del">
          <ac:chgData name="shibariku0623@icloud.com" userId="47b6e960b06a1f92" providerId="LiveId" clId="{176E25B8-B3E3-4DA9-AB9F-6EF65DE434C4}" dt="2024-11-20T12:37:20.970" v="245" actId="478"/>
          <ac:spMkLst>
            <pc:docMk/>
            <pc:sldMk cId="1066903513" sldId="310"/>
            <ac:spMk id="68" creationId="{2910F2DF-7215-462D-57CB-E7C3578AA962}"/>
          </ac:spMkLst>
        </pc:spChg>
        <pc:picChg chg="del">
          <ac:chgData name="shibariku0623@icloud.com" userId="47b6e960b06a1f92" providerId="LiveId" clId="{176E25B8-B3E3-4DA9-AB9F-6EF65DE434C4}" dt="2024-11-20T12:24:35.810" v="20" actId="478"/>
          <ac:picMkLst>
            <pc:docMk/>
            <pc:sldMk cId="1066903513" sldId="310"/>
            <ac:picMk id="26" creationId="{87C6586E-8437-D147-5887-21D3C2DE2726}"/>
          </ac:picMkLst>
        </pc:picChg>
        <pc:picChg chg="add mod">
          <ac:chgData name="shibariku0623@icloud.com" userId="47b6e960b06a1f92" providerId="LiveId" clId="{176E25B8-B3E3-4DA9-AB9F-6EF65DE434C4}" dt="2024-11-20T12:28:41.566" v="59" actId="1076"/>
          <ac:picMkLst>
            <pc:docMk/>
            <pc:sldMk cId="1066903513" sldId="310"/>
            <ac:picMk id="27" creationId="{9653F0DE-5D7D-E1BE-6112-9DE77BB8B3AA}"/>
          </ac:picMkLst>
        </pc:picChg>
        <pc:picChg chg="del">
          <ac:chgData name="shibariku0623@icloud.com" userId="47b6e960b06a1f92" providerId="LiveId" clId="{176E25B8-B3E3-4DA9-AB9F-6EF65DE434C4}" dt="2024-11-20T12:24:36.983" v="21" actId="478"/>
          <ac:picMkLst>
            <pc:docMk/>
            <pc:sldMk cId="1066903513" sldId="310"/>
            <ac:picMk id="28" creationId="{78713D4C-B52A-9156-C2F6-E5B39944FEC0}"/>
          </ac:picMkLst>
        </pc:picChg>
        <pc:picChg chg="del">
          <ac:chgData name="shibariku0623@icloud.com" userId="47b6e960b06a1f92" providerId="LiveId" clId="{176E25B8-B3E3-4DA9-AB9F-6EF65DE434C4}" dt="2024-11-20T12:24:38.155" v="22" actId="478"/>
          <ac:picMkLst>
            <pc:docMk/>
            <pc:sldMk cId="1066903513" sldId="310"/>
            <ac:picMk id="30" creationId="{1A456306-BC75-5B81-6C8C-4412095C6044}"/>
          </ac:picMkLst>
        </pc:picChg>
        <pc:picChg chg="add mod">
          <ac:chgData name="shibariku0623@icloud.com" userId="47b6e960b06a1f92" providerId="LiveId" clId="{176E25B8-B3E3-4DA9-AB9F-6EF65DE434C4}" dt="2024-11-20T12:28:38.220" v="58" actId="1076"/>
          <ac:picMkLst>
            <pc:docMk/>
            <pc:sldMk cId="1066903513" sldId="310"/>
            <ac:picMk id="31" creationId="{1D0A8067-C77D-FE78-78A8-BB53F309CE41}"/>
          </ac:picMkLst>
        </pc:picChg>
        <pc:picChg chg="del">
          <ac:chgData name="shibariku0623@icloud.com" userId="47b6e960b06a1f92" providerId="LiveId" clId="{176E25B8-B3E3-4DA9-AB9F-6EF65DE434C4}" dt="2024-11-20T12:24:39.030" v="23" actId="478"/>
          <ac:picMkLst>
            <pc:docMk/>
            <pc:sldMk cId="1066903513" sldId="310"/>
            <ac:picMk id="32" creationId="{F863E986-3237-9ECD-C29C-569D27E56D58}"/>
          </ac:picMkLst>
        </pc:picChg>
        <pc:picChg chg="del">
          <ac:chgData name="shibariku0623@icloud.com" userId="47b6e960b06a1f92" providerId="LiveId" clId="{176E25B8-B3E3-4DA9-AB9F-6EF65DE434C4}" dt="2024-11-20T12:25:08.895" v="24" actId="478"/>
          <ac:picMkLst>
            <pc:docMk/>
            <pc:sldMk cId="1066903513" sldId="310"/>
            <ac:picMk id="34" creationId="{5106CE7F-7679-505E-66B3-5087CDDF7E31}"/>
          </ac:picMkLst>
        </pc:picChg>
        <pc:picChg chg="add mod">
          <ac:chgData name="shibariku0623@icloud.com" userId="47b6e960b06a1f92" providerId="LiveId" clId="{176E25B8-B3E3-4DA9-AB9F-6EF65DE434C4}" dt="2024-11-20T12:28:33.892" v="57" actId="1076"/>
          <ac:picMkLst>
            <pc:docMk/>
            <pc:sldMk cId="1066903513" sldId="310"/>
            <ac:picMk id="35" creationId="{DEFBA17D-D90D-4D23-7F33-CD20060B9109}"/>
          </ac:picMkLst>
        </pc:picChg>
        <pc:picChg chg="del">
          <ac:chgData name="shibariku0623@icloud.com" userId="47b6e960b06a1f92" providerId="LiveId" clId="{176E25B8-B3E3-4DA9-AB9F-6EF65DE434C4}" dt="2024-11-20T12:25:10.585" v="25" actId="478"/>
          <ac:picMkLst>
            <pc:docMk/>
            <pc:sldMk cId="1066903513" sldId="310"/>
            <ac:picMk id="36" creationId="{30BA0AE3-FCE5-0B83-A22C-EA29F0D92965}"/>
          </ac:picMkLst>
        </pc:picChg>
        <pc:picChg chg="del">
          <ac:chgData name="shibariku0623@icloud.com" userId="47b6e960b06a1f92" providerId="LiveId" clId="{176E25B8-B3E3-4DA9-AB9F-6EF65DE434C4}" dt="2024-11-20T12:25:11.775" v="26" actId="478"/>
          <ac:picMkLst>
            <pc:docMk/>
            <pc:sldMk cId="1066903513" sldId="310"/>
            <ac:picMk id="38" creationId="{EC374BCB-05B6-582E-DE8B-3FCCE075ED69}"/>
          </ac:picMkLst>
        </pc:picChg>
        <pc:picChg chg="add mod">
          <ac:chgData name="shibariku0623@icloud.com" userId="47b6e960b06a1f92" providerId="LiveId" clId="{176E25B8-B3E3-4DA9-AB9F-6EF65DE434C4}" dt="2024-11-20T12:28:28.343" v="56" actId="1076"/>
          <ac:picMkLst>
            <pc:docMk/>
            <pc:sldMk cId="1066903513" sldId="310"/>
            <ac:picMk id="39" creationId="{5BB73082-0606-5FB6-A895-BBF254F05E1E}"/>
          </ac:picMkLst>
        </pc:picChg>
        <pc:picChg chg="add mod">
          <ac:chgData name="shibariku0623@icloud.com" userId="47b6e960b06a1f92" providerId="LiveId" clId="{176E25B8-B3E3-4DA9-AB9F-6EF65DE434C4}" dt="2024-11-20T12:28:24.967" v="55" actId="1076"/>
          <ac:picMkLst>
            <pc:docMk/>
            <pc:sldMk cId="1066903513" sldId="310"/>
            <ac:picMk id="41" creationId="{832D6C56-8D7E-D1EF-7340-E2E4C1669C3D}"/>
          </ac:picMkLst>
        </pc:picChg>
        <pc:picChg chg="add mod">
          <ac:chgData name="shibariku0623@icloud.com" userId="47b6e960b06a1f92" providerId="LiveId" clId="{176E25B8-B3E3-4DA9-AB9F-6EF65DE434C4}" dt="2024-11-20T12:28:21.012" v="54" actId="1076"/>
          <ac:picMkLst>
            <pc:docMk/>
            <pc:sldMk cId="1066903513" sldId="310"/>
            <ac:picMk id="43" creationId="{18BBE286-27FD-A734-2810-B1ADBCF9B09C}"/>
          </ac:picMkLst>
        </pc:picChg>
        <pc:picChg chg="add mod">
          <ac:chgData name="shibariku0623@icloud.com" userId="47b6e960b06a1f92" providerId="LiveId" clId="{176E25B8-B3E3-4DA9-AB9F-6EF65DE434C4}" dt="2024-11-20T12:28:15.167" v="53" actId="1076"/>
          <ac:picMkLst>
            <pc:docMk/>
            <pc:sldMk cId="1066903513" sldId="310"/>
            <ac:picMk id="45" creationId="{1953FB23-675E-B1BD-DCAA-C0619CF07042}"/>
          </ac:picMkLst>
        </pc:picChg>
      </pc:sldChg>
      <pc:sldChg chg="addSp delSp modSp mod">
        <pc:chgData name="shibariku0623@icloud.com" userId="47b6e960b06a1f92" providerId="LiveId" clId="{176E25B8-B3E3-4DA9-AB9F-6EF65DE434C4}" dt="2024-11-20T12:37:17.837" v="244" actId="478"/>
        <pc:sldMkLst>
          <pc:docMk/>
          <pc:sldMk cId="1889415480" sldId="311"/>
        </pc:sldMkLst>
        <pc:spChg chg="mod">
          <ac:chgData name="shibariku0623@icloud.com" userId="47b6e960b06a1f92" providerId="LiveId" clId="{176E25B8-B3E3-4DA9-AB9F-6EF65DE434C4}" dt="2024-11-20T12:31:18.453" v="171" actId="20577"/>
          <ac:spMkLst>
            <pc:docMk/>
            <pc:sldMk cId="1889415480" sldId="311"/>
            <ac:spMk id="22" creationId="{3F3344B7-7BC0-6F61-7840-2B13FE5AB5C5}"/>
          </ac:spMkLst>
        </pc:spChg>
        <pc:spChg chg="del">
          <ac:chgData name="shibariku0623@icloud.com" userId="47b6e960b06a1f92" providerId="LiveId" clId="{176E25B8-B3E3-4DA9-AB9F-6EF65DE434C4}" dt="2024-11-20T12:37:17.837" v="244" actId="478"/>
          <ac:spMkLst>
            <pc:docMk/>
            <pc:sldMk cId="1889415480" sldId="311"/>
            <ac:spMk id="68" creationId="{3CDEABF5-9DD2-9E2E-F7C1-88F47F9CA21A}"/>
          </ac:spMkLst>
        </pc:spChg>
        <pc:picChg chg="del">
          <ac:chgData name="shibariku0623@icloud.com" userId="47b6e960b06a1f92" providerId="LiveId" clId="{176E25B8-B3E3-4DA9-AB9F-6EF65DE434C4}" dt="2024-11-20T12:26:31.788" v="27" actId="478"/>
          <ac:picMkLst>
            <pc:docMk/>
            <pc:sldMk cId="1889415480" sldId="311"/>
            <ac:picMk id="26" creationId="{A8E06EF1-7027-35BC-3C82-B763256E6EC8}"/>
          </ac:picMkLst>
        </pc:picChg>
        <pc:picChg chg="add mod">
          <ac:chgData name="shibariku0623@icloud.com" userId="47b6e960b06a1f92" providerId="LiveId" clId="{176E25B8-B3E3-4DA9-AB9F-6EF65DE434C4}" dt="2024-11-20T12:29:52.913" v="85" actId="1076"/>
          <ac:picMkLst>
            <pc:docMk/>
            <pc:sldMk cId="1889415480" sldId="311"/>
            <ac:picMk id="27" creationId="{D4FA58AE-60D5-09E0-DF78-98BBE9360ED7}"/>
          </ac:picMkLst>
        </pc:picChg>
        <pc:picChg chg="del">
          <ac:chgData name="shibariku0623@icloud.com" userId="47b6e960b06a1f92" providerId="LiveId" clId="{176E25B8-B3E3-4DA9-AB9F-6EF65DE434C4}" dt="2024-11-20T12:26:32.758" v="28" actId="478"/>
          <ac:picMkLst>
            <pc:docMk/>
            <pc:sldMk cId="1889415480" sldId="311"/>
            <ac:picMk id="28" creationId="{B124EBF6-D662-D74D-99B1-357762AAE5D7}"/>
          </ac:picMkLst>
        </pc:picChg>
        <pc:picChg chg="del">
          <ac:chgData name="shibariku0623@icloud.com" userId="47b6e960b06a1f92" providerId="LiveId" clId="{176E25B8-B3E3-4DA9-AB9F-6EF65DE434C4}" dt="2024-11-20T12:26:33.577" v="29" actId="478"/>
          <ac:picMkLst>
            <pc:docMk/>
            <pc:sldMk cId="1889415480" sldId="311"/>
            <ac:picMk id="30" creationId="{25026EE9-6B1C-FC12-202C-0D8CDA3033DF}"/>
          </ac:picMkLst>
        </pc:picChg>
        <pc:picChg chg="add mod">
          <ac:chgData name="shibariku0623@icloud.com" userId="47b6e960b06a1f92" providerId="LiveId" clId="{176E25B8-B3E3-4DA9-AB9F-6EF65DE434C4}" dt="2024-11-20T12:29:49.319" v="84" actId="1076"/>
          <ac:picMkLst>
            <pc:docMk/>
            <pc:sldMk cId="1889415480" sldId="311"/>
            <ac:picMk id="31" creationId="{0A001A67-B650-541C-1567-7D068504FE2A}"/>
          </ac:picMkLst>
        </pc:picChg>
        <pc:picChg chg="del">
          <ac:chgData name="shibariku0623@icloud.com" userId="47b6e960b06a1f92" providerId="LiveId" clId="{176E25B8-B3E3-4DA9-AB9F-6EF65DE434C4}" dt="2024-11-20T12:26:34.417" v="30" actId="478"/>
          <ac:picMkLst>
            <pc:docMk/>
            <pc:sldMk cId="1889415480" sldId="311"/>
            <ac:picMk id="32" creationId="{3D92CA51-EB4F-20C9-C760-B678F9C3F335}"/>
          </ac:picMkLst>
        </pc:picChg>
        <pc:picChg chg="del">
          <ac:chgData name="shibariku0623@icloud.com" userId="47b6e960b06a1f92" providerId="LiveId" clId="{176E25B8-B3E3-4DA9-AB9F-6EF65DE434C4}" dt="2024-11-20T12:26:38.565" v="33" actId="478"/>
          <ac:picMkLst>
            <pc:docMk/>
            <pc:sldMk cId="1889415480" sldId="311"/>
            <ac:picMk id="34" creationId="{2FF1D994-A28E-B6EA-B67C-B5EF10EE685F}"/>
          </ac:picMkLst>
        </pc:picChg>
        <pc:picChg chg="add mod">
          <ac:chgData name="shibariku0623@icloud.com" userId="47b6e960b06a1f92" providerId="LiveId" clId="{176E25B8-B3E3-4DA9-AB9F-6EF65DE434C4}" dt="2024-11-20T12:29:46.038" v="83" actId="1076"/>
          <ac:picMkLst>
            <pc:docMk/>
            <pc:sldMk cId="1889415480" sldId="311"/>
            <ac:picMk id="35" creationId="{6CDA704F-810D-3C2D-3BCD-4260EE03D8C6}"/>
          </ac:picMkLst>
        </pc:picChg>
        <pc:picChg chg="del">
          <ac:chgData name="shibariku0623@icloud.com" userId="47b6e960b06a1f92" providerId="LiveId" clId="{176E25B8-B3E3-4DA9-AB9F-6EF65DE434C4}" dt="2024-11-20T12:26:36.704" v="32" actId="478"/>
          <ac:picMkLst>
            <pc:docMk/>
            <pc:sldMk cId="1889415480" sldId="311"/>
            <ac:picMk id="36" creationId="{5AFD52DE-84E7-74A2-8007-6220EFA98156}"/>
          </ac:picMkLst>
        </pc:picChg>
        <pc:picChg chg="del">
          <ac:chgData name="shibariku0623@icloud.com" userId="47b6e960b06a1f92" providerId="LiveId" clId="{176E25B8-B3E3-4DA9-AB9F-6EF65DE434C4}" dt="2024-11-20T12:26:35.890" v="31" actId="478"/>
          <ac:picMkLst>
            <pc:docMk/>
            <pc:sldMk cId="1889415480" sldId="311"/>
            <ac:picMk id="38" creationId="{1CC7D780-379A-D87C-0F41-9A2E5538D573}"/>
          </ac:picMkLst>
        </pc:picChg>
        <pc:picChg chg="add mod">
          <ac:chgData name="shibariku0623@icloud.com" userId="47b6e960b06a1f92" providerId="LiveId" clId="{176E25B8-B3E3-4DA9-AB9F-6EF65DE434C4}" dt="2024-11-20T12:29:43.272" v="82" actId="1076"/>
          <ac:picMkLst>
            <pc:docMk/>
            <pc:sldMk cId="1889415480" sldId="311"/>
            <ac:picMk id="39" creationId="{C89FA022-98D2-82FD-4E8C-407855F50A8A}"/>
          </ac:picMkLst>
        </pc:picChg>
        <pc:picChg chg="add mod">
          <ac:chgData name="shibariku0623@icloud.com" userId="47b6e960b06a1f92" providerId="LiveId" clId="{176E25B8-B3E3-4DA9-AB9F-6EF65DE434C4}" dt="2024-11-20T12:29:39.051" v="81" actId="1076"/>
          <ac:picMkLst>
            <pc:docMk/>
            <pc:sldMk cId="1889415480" sldId="311"/>
            <ac:picMk id="41" creationId="{C41F8F3B-3AC2-B587-7C4A-CFE4922FDFD7}"/>
          </ac:picMkLst>
        </pc:picChg>
        <pc:picChg chg="add mod">
          <ac:chgData name="shibariku0623@icloud.com" userId="47b6e960b06a1f92" providerId="LiveId" clId="{176E25B8-B3E3-4DA9-AB9F-6EF65DE434C4}" dt="2024-11-20T12:29:32.501" v="80" actId="1076"/>
          <ac:picMkLst>
            <pc:docMk/>
            <pc:sldMk cId="1889415480" sldId="311"/>
            <ac:picMk id="43" creationId="{15077ACF-CBCF-171E-C4D5-7CD992D86814}"/>
          </ac:picMkLst>
        </pc:picChg>
        <pc:picChg chg="add mod">
          <ac:chgData name="shibariku0623@icloud.com" userId="47b6e960b06a1f92" providerId="LiveId" clId="{176E25B8-B3E3-4DA9-AB9F-6EF65DE434C4}" dt="2024-11-20T12:29:23.893" v="79" actId="1076"/>
          <ac:picMkLst>
            <pc:docMk/>
            <pc:sldMk cId="1889415480" sldId="311"/>
            <ac:picMk id="45" creationId="{E5D52816-1677-F7F9-C74B-5969C07C2241}"/>
          </ac:picMkLst>
        </pc:picChg>
      </pc:sldChg>
      <pc:sldChg chg="addSp delSp modSp add mod ord">
        <pc:chgData name="shibariku0623@icloud.com" userId="47b6e960b06a1f92" providerId="LiveId" clId="{176E25B8-B3E3-4DA9-AB9F-6EF65DE434C4}" dt="2024-11-20T12:34:00.266" v="216" actId="1076"/>
        <pc:sldMkLst>
          <pc:docMk/>
          <pc:sldMk cId="1407551282" sldId="312"/>
        </pc:sldMkLst>
        <pc:spChg chg="mod">
          <ac:chgData name="shibariku0623@icloud.com" userId="47b6e960b06a1f92" providerId="LiveId" clId="{176E25B8-B3E3-4DA9-AB9F-6EF65DE434C4}" dt="2024-11-20T12:32:10.639" v="189" actId="20577"/>
          <ac:spMkLst>
            <pc:docMk/>
            <pc:sldMk cId="1407551282" sldId="312"/>
            <ac:spMk id="24" creationId="{D0F65FC6-78F1-65DC-5B65-ED9055EC85AB}"/>
          </ac:spMkLst>
        </pc:spChg>
        <pc:spChg chg="del">
          <ac:chgData name="shibariku0623@icloud.com" userId="47b6e960b06a1f92" providerId="LiveId" clId="{176E25B8-B3E3-4DA9-AB9F-6EF65DE434C4}" dt="2024-11-20T12:31:46.303" v="175" actId="478"/>
          <ac:spMkLst>
            <pc:docMk/>
            <pc:sldMk cId="1407551282" sldId="312"/>
            <ac:spMk id="68" creationId="{9BF7EB8F-83C7-12A5-9B2A-6E2B6A70E5D8}"/>
          </ac:spMkLst>
        </pc:spChg>
        <pc:picChg chg="del">
          <ac:chgData name="shibariku0623@icloud.com" userId="47b6e960b06a1f92" providerId="LiveId" clId="{176E25B8-B3E3-4DA9-AB9F-6EF65DE434C4}" dt="2024-11-20T12:21:12.144" v="6" actId="478"/>
          <ac:picMkLst>
            <pc:docMk/>
            <pc:sldMk cId="1407551282" sldId="312"/>
            <ac:picMk id="26" creationId="{98EE76E7-7CC6-0509-EAFC-2E47ACE817EB}"/>
          </ac:picMkLst>
        </pc:picChg>
        <pc:picChg chg="add mod">
          <ac:chgData name="shibariku0623@icloud.com" userId="47b6e960b06a1f92" providerId="LiveId" clId="{176E25B8-B3E3-4DA9-AB9F-6EF65DE434C4}" dt="2024-11-20T12:34:00.266" v="216" actId="1076"/>
          <ac:picMkLst>
            <pc:docMk/>
            <pc:sldMk cId="1407551282" sldId="312"/>
            <ac:picMk id="27" creationId="{CD20C98B-017A-F45F-FFDA-8FAD2DD00B43}"/>
          </ac:picMkLst>
        </pc:picChg>
        <pc:picChg chg="del">
          <ac:chgData name="shibariku0623@icloud.com" userId="47b6e960b06a1f92" providerId="LiveId" clId="{176E25B8-B3E3-4DA9-AB9F-6EF65DE434C4}" dt="2024-11-20T12:21:13.553" v="7" actId="478"/>
          <ac:picMkLst>
            <pc:docMk/>
            <pc:sldMk cId="1407551282" sldId="312"/>
            <ac:picMk id="28" creationId="{AF21C3DB-270A-7F77-1848-D26E46129A7E}"/>
          </ac:picMkLst>
        </pc:picChg>
        <pc:picChg chg="del">
          <ac:chgData name="shibariku0623@icloud.com" userId="47b6e960b06a1f92" providerId="LiveId" clId="{176E25B8-B3E3-4DA9-AB9F-6EF65DE434C4}" dt="2024-11-20T12:21:14.701" v="8" actId="478"/>
          <ac:picMkLst>
            <pc:docMk/>
            <pc:sldMk cId="1407551282" sldId="312"/>
            <ac:picMk id="30" creationId="{66622342-924A-4866-97FF-56EC4C359CFC}"/>
          </ac:picMkLst>
        </pc:picChg>
        <pc:picChg chg="add mod">
          <ac:chgData name="shibariku0623@icloud.com" userId="47b6e960b06a1f92" providerId="LiveId" clId="{176E25B8-B3E3-4DA9-AB9F-6EF65DE434C4}" dt="2024-11-20T12:33:56.215" v="215" actId="1076"/>
          <ac:picMkLst>
            <pc:docMk/>
            <pc:sldMk cId="1407551282" sldId="312"/>
            <ac:picMk id="31" creationId="{2199179E-6A18-0A9A-9B96-BC93F21E8C55}"/>
          </ac:picMkLst>
        </pc:picChg>
        <pc:picChg chg="del">
          <ac:chgData name="shibariku0623@icloud.com" userId="47b6e960b06a1f92" providerId="LiveId" clId="{176E25B8-B3E3-4DA9-AB9F-6EF65DE434C4}" dt="2024-11-20T12:21:16.345" v="9" actId="478"/>
          <ac:picMkLst>
            <pc:docMk/>
            <pc:sldMk cId="1407551282" sldId="312"/>
            <ac:picMk id="32" creationId="{DE5A8071-D488-8C86-5EFD-196890377532}"/>
          </ac:picMkLst>
        </pc:picChg>
        <pc:picChg chg="del">
          <ac:chgData name="shibariku0623@icloud.com" userId="47b6e960b06a1f92" providerId="LiveId" clId="{176E25B8-B3E3-4DA9-AB9F-6EF65DE434C4}" dt="2024-11-20T12:21:20.398" v="12" actId="478"/>
          <ac:picMkLst>
            <pc:docMk/>
            <pc:sldMk cId="1407551282" sldId="312"/>
            <ac:picMk id="34" creationId="{F5BB13E8-72D9-0941-CB08-EABD62C9F44C}"/>
          </ac:picMkLst>
        </pc:picChg>
        <pc:picChg chg="add mod">
          <ac:chgData name="shibariku0623@icloud.com" userId="47b6e960b06a1f92" providerId="LiveId" clId="{176E25B8-B3E3-4DA9-AB9F-6EF65DE434C4}" dt="2024-11-20T12:33:53.885" v="214" actId="1076"/>
          <ac:picMkLst>
            <pc:docMk/>
            <pc:sldMk cId="1407551282" sldId="312"/>
            <ac:picMk id="35" creationId="{228F1361-281E-0A5F-5B80-9196C3FD95B4}"/>
          </ac:picMkLst>
        </pc:picChg>
        <pc:picChg chg="del">
          <ac:chgData name="shibariku0623@icloud.com" userId="47b6e960b06a1f92" providerId="LiveId" clId="{176E25B8-B3E3-4DA9-AB9F-6EF65DE434C4}" dt="2024-11-20T12:21:19.341" v="11" actId="478"/>
          <ac:picMkLst>
            <pc:docMk/>
            <pc:sldMk cId="1407551282" sldId="312"/>
            <ac:picMk id="36" creationId="{EAC7776E-ED86-D1C0-B6C6-68A446910E6A}"/>
          </ac:picMkLst>
        </pc:picChg>
        <pc:picChg chg="del">
          <ac:chgData name="shibariku0623@icloud.com" userId="47b6e960b06a1f92" providerId="LiveId" clId="{176E25B8-B3E3-4DA9-AB9F-6EF65DE434C4}" dt="2024-11-20T12:21:18.359" v="10" actId="478"/>
          <ac:picMkLst>
            <pc:docMk/>
            <pc:sldMk cId="1407551282" sldId="312"/>
            <ac:picMk id="38" creationId="{B2B69910-D301-019A-573B-83C6B3C42015}"/>
          </ac:picMkLst>
        </pc:picChg>
        <pc:picChg chg="add mod">
          <ac:chgData name="shibariku0623@icloud.com" userId="47b6e960b06a1f92" providerId="LiveId" clId="{176E25B8-B3E3-4DA9-AB9F-6EF65DE434C4}" dt="2024-11-20T12:33:51.055" v="213" actId="1076"/>
          <ac:picMkLst>
            <pc:docMk/>
            <pc:sldMk cId="1407551282" sldId="312"/>
            <ac:picMk id="39" creationId="{A19FDCF5-B56B-E7CE-6AB4-C179F05C8CFB}"/>
          </ac:picMkLst>
        </pc:picChg>
        <pc:picChg chg="add mod">
          <ac:chgData name="shibariku0623@icloud.com" userId="47b6e960b06a1f92" providerId="LiveId" clId="{176E25B8-B3E3-4DA9-AB9F-6EF65DE434C4}" dt="2024-11-20T12:33:48.114" v="212" actId="1076"/>
          <ac:picMkLst>
            <pc:docMk/>
            <pc:sldMk cId="1407551282" sldId="312"/>
            <ac:picMk id="41" creationId="{30D26815-BDB8-87AF-8DE8-1E34E3167B7D}"/>
          </ac:picMkLst>
        </pc:picChg>
        <pc:picChg chg="add mod">
          <ac:chgData name="shibariku0623@icloud.com" userId="47b6e960b06a1f92" providerId="LiveId" clId="{176E25B8-B3E3-4DA9-AB9F-6EF65DE434C4}" dt="2024-11-20T12:33:44.532" v="211" actId="1076"/>
          <ac:picMkLst>
            <pc:docMk/>
            <pc:sldMk cId="1407551282" sldId="312"/>
            <ac:picMk id="43" creationId="{BF4B8194-6674-8886-8739-969294868867}"/>
          </ac:picMkLst>
        </pc:picChg>
        <pc:picChg chg="add mod">
          <ac:chgData name="shibariku0623@icloud.com" userId="47b6e960b06a1f92" providerId="LiveId" clId="{176E25B8-B3E3-4DA9-AB9F-6EF65DE434C4}" dt="2024-11-20T12:33:32.106" v="210" actId="1076"/>
          <ac:picMkLst>
            <pc:docMk/>
            <pc:sldMk cId="1407551282" sldId="312"/>
            <ac:picMk id="45" creationId="{8F8114BD-A4EA-570E-955D-3F0A71F88B92}"/>
          </ac:picMkLst>
        </pc:picChg>
      </pc:sldChg>
      <pc:sldChg chg="addSp delSp modSp add mod ord">
        <pc:chgData name="shibariku0623@icloud.com" userId="47b6e960b06a1f92" providerId="LiveId" clId="{176E25B8-B3E3-4DA9-AB9F-6EF65DE434C4}" dt="2024-11-20T12:36:35.220" v="243" actId="1076"/>
        <pc:sldMkLst>
          <pc:docMk/>
          <pc:sldMk cId="340310895" sldId="313"/>
        </pc:sldMkLst>
        <pc:spChg chg="del">
          <ac:chgData name="shibariku0623@icloud.com" userId="47b6e960b06a1f92" providerId="LiveId" clId="{176E25B8-B3E3-4DA9-AB9F-6EF65DE434C4}" dt="2024-11-20T12:30:23.606" v="109" actId="478"/>
          <ac:spMkLst>
            <pc:docMk/>
            <pc:sldMk cId="340310895" sldId="313"/>
            <ac:spMk id="22" creationId="{9BA03A7D-93BD-89A4-E49D-63D6E8DDD806}"/>
          </ac:spMkLst>
        </pc:spChg>
        <pc:spChg chg="add del mod">
          <ac:chgData name="shibariku0623@icloud.com" userId="47b6e960b06a1f92" providerId="LiveId" clId="{176E25B8-B3E3-4DA9-AB9F-6EF65DE434C4}" dt="2024-11-20T12:30:21.324" v="108" actId="478"/>
          <ac:spMkLst>
            <pc:docMk/>
            <pc:sldMk cId="340310895" sldId="313"/>
            <ac:spMk id="24" creationId="{3019324E-0503-6313-AE05-78D8EA461A1F}"/>
          </ac:spMkLst>
        </pc:spChg>
        <pc:spChg chg="add mod">
          <ac:chgData name="shibariku0623@icloud.com" userId="47b6e960b06a1f92" providerId="LiveId" clId="{176E25B8-B3E3-4DA9-AB9F-6EF65DE434C4}" dt="2024-11-20T12:32:24.704" v="190"/>
          <ac:spMkLst>
            <pc:docMk/>
            <pc:sldMk cId="340310895" sldId="313"/>
            <ac:spMk id="27" creationId="{B1176F6F-54C0-76EF-34FF-C7D617996B04}"/>
          </ac:spMkLst>
        </pc:spChg>
        <pc:spChg chg="del">
          <ac:chgData name="shibariku0623@icloud.com" userId="47b6e960b06a1f92" providerId="LiveId" clId="{176E25B8-B3E3-4DA9-AB9F-6EF65DE434C4}" dt="2024-11-20T12:34:04.284" v="217" actId="478"/>
          <ac:spMkLst>
            <pc:docMk/>
            <pc:sldMk cId="340310895" sldId="313"/>
            <ac:spMk id="68" creationId="{1815F95E-B4F6-C2C1-A8C8-87342C25D7C1}"/>
          </ac:spMkLst>
        </pc:spChg>
        <pc:picChg chg="del">
          <ac:chgData name="shibariku0623@icloud.com" userId="47b6e960b06a1f92" providerId="LiveId" clId="{176E25B8-B3E3-4DA9-AB9F-6EF65DE434C4}" dt="2024-11-20T12:21:22.797" v="13" actId="478"/>
          <ac:picMkLst>
            <pc:docMk/>
            <pc:sldMk cId="340310895" sldId="313"/>
            <ac:picMk id="26" creationId="{AF67AE77-212E-992D-5B87-9A59B1E5BE71}"/>
          </ac:picMkLst>
        </pc:picChg>
        <pc:picChg chg="del">
          <ac:chgData name="shibariku0623@icloud.com" userId="47b6e960b06a1f92" providerId="LiveId" clId="{176E25B8-B3E3-4DA9-AB9F-6EF65DE434C4}" dt="2024-11-20T12:21:23.791" v="14" actId="478"/>
          <ac:picMkLst>
            <pc:docMk/>
            <pc:sldMk cId="340310895" sldId="313"/>
            <ac:picMk id="28" creationId="{02AEAB8D-1721-038E-D2B0-08316AEC3E16}"/>
          </ac:picMkLst>
        </pc:picChg>
        <pc:picChg chg="del">
          <ac:chgData name="shibariku0623@icloud.com" userId="47b6e960b06a1f92" providerId="LiveId" clId="{176E25B8-B3E3-4DA9-AB9F-6EF65DE434C4}" dt="2024-11-20T12:21:24.851" v="15" actId="478"/>
          <ac:picMkLst>
            <pc:docMk/>
            <pc:sldMk cId="340310895" sldId="313"/>
            <ac:picMk id="30" creationId="{8B01E4C7-0422-9022-BFDE-61CC3378B9A7}"/>
          </ac:picMkLst>
        </pc:picChg>
        <pc:picChg chg="add mod">
          <ac:chgData name="shibariku0623@icloud.com" userId="47b6e960b06a1f92" providerId="LiveId" clId="{176E25B8-B3E3-4DA9-AB9F-6EF65DE434C4}" dt="2024-11-20T12:36:35.220" v="243" actId="1076"/>
          <ac:picMkLst>
            <pc:docMk/>
            <pc:sldMk cId="340310895" sldId="313"/>
            <ac:picMk id="31" creationId="{E12B9F8E-1FB5-5619-71CC-64925D7849C7}"/>
          </ac:picMkLst>
        </pc:picChg>
        <pc:picChg chg="del">
          <ac:chgData name="shibariku0623@icloud.com" userId="47b6e960b06a1f92" providerId="LiveId" clId="{176E25B8-B3E3-4DA9-AB9F-6EF65DE434C4}" dt="2024-11-20T12:21:25.874" v="16" actId="478"/>
          <ac:picMkLst>
            <pc:docMk/>
            <pc:sldMk cId="340310895" sldId="313"/>
            <ac:picMk id="32" creationId="{457AFDB1-DD8E-3A43-D03C-CD861EFC7273}"/>
          </ac:picMkLst>
        </pc:picChg>
        <pc:picChg chg="del">
          <ac:chgData name="shibariku0623@icloud.com" userId="47b6e960b06a1f92" providerId="LiveId" clId="{176E25B8-B3E3-4DA9-AB9F-6EF65DE434C4}" dt="2024-11-20T12:21:29.200" v="19" actId="478"/>
          <ac:picMkLst>
            <pc:docMk/>
            <pc:sldMk cId="340310895" sldId="313"/>
            <ac:picMk id="34" creationId="{D152D0F1-7272-BBD8-F865-FB532C3D71F1}"/>
          </ac:picMkLst>
        </pc:picChg>
        <pc:picChg chg="add mod">
          <ac:chgData name="shibariku0623@icloud.com" userId="47b6e960b06a1f92" providerId="LiveId" clId="{176E25B8-B3E3-4DA9-AB9F-6EF65DE434C4}" dt="2024-11-20T12:36:31.078" v="242" actId="1076"/>
          <ac:picMkLst>
            <pc:docMk/>
            <pc:sldMk cId="340310895" sldId="313"/>
            <ac:picMk id="35" creationId="{E691AC17-5748-BC4A-CAEC-06267B42FE8B}"/>
          </ac:picMkLst>
        </pc:picChg>
        <pc:picChg chg="del">
          <ac:chgData name="shibariku0623@icloud.com" userId="47b6e960b06a1f92" providerId="LiveId" clId="{176E25B8-B3E3-4DA9-AB9F-6EF65DE434C4}" dt="2024-11-20T12:21:28.083" v="18" actId="478"/>
          <ac:picMkLst>
            <pc:docMk/>
            <pc:sldMk cId="340310895" sldId="313"/>
            <ac:picMk id="36" creationId="{C624F705-0532-6171-BD96-9696D1BFD0A8}"/>
          </ac:picMkLst>
        </pc:picChg>
        <pc:picChg chg="del">
          <ac:chgData name="shibariku0623@icloud.com" userId="47b6e960b06a1f92" providerId="LiveId" clId="{176E25B8-B3E3-4DA9-AB9F-6EF65DE434C4}" dt="2024-11-20T12:21:27.026" v="17" actId="478"/>
          <ac:picMkLst>
            <pc:docMk/>
            <pc:sldMk cId="340310895" sldId="313"/>
            <ac:picMk id="38" creationId="{9E8D13A8-1CD0-8BD6-19A1-D7C7CE237FA6}"/>
          </ac:picMkLst>
        </pc:picChg>
        <pc:picChg chg="add mod">
          <ac:chgData name="shibariku0623@icloud.com" userId="47b6e960b06a1f92" providerId="LiveId" clId="{176E25B8-B3E3-4DA9-AB9F-6EF65DE434C4}" dt="2024-11-20T12:36:26.697" v="241" actId="1076"/>
          <ac:picMkLst>
            <pc:docMk/>
            <pc:sldMk cId="340310895" sldId="313"/>
            <ac:picMk id="39" creationId="{3652CBDF-E601-9F0D-A524-33E979CA7557}"/>
          </ac:picMkLst>
        </pc:picChg>
        <pc:picChg chg="add mod">
          <ac:chgData name="shibariku0623@icloud.com" userId="47b6e960b06a1f92" providerId="LiveId" clId="{176E25B8-B3E3-4DA9-AB9F-6EF65DE434C4}" dt="2024-11-20T12:36:24.039" v="240" actId="1076"/>
          <ac:picMkLst>
            <pc:docMk/>
            <pc:sldMk cId="340310895" sldId="313"/>
            <ac:picMk id="41" creationId="{08D610EE-3F78-A5EE-CBFC-7AAA07E48D7E}"/>
          </ac:picMkLst>
        </pc:picChg>
        <pc:picChg chg="add mod">
          <ac:chgData name="shibariku0623@icloud.com" userId="47b6e960b06a1f92" providerId="LiveId" clId="{176E25B8-B3E3-4DA9-AB9F-6EF65DE434C4}" dt="2024-11-20T12:36:10.517" v="239" actId="1076"/>
          <ac:picMkLst>
            <pc:docMk/>
            <pc:sldMk cId="340310895" sldId="313"/>
            <ac:picMk id="43" creationId="{D7C3544F-0314-88A2-9120-556A166096DF}"/>
          </ac:picMkLst>
        </pc:picChg>
        <pc:picChg chg="add mod">
          <ac:chgData name="shibariku0623@icloud.com" userId="47b6e960b06a1f92" providerId="LiveId" clId="{176E25B8-B3E3-4DA9-AB9F-6EF65DE434C4}" dt="2024-11-20T12:36:06.644" v="238" actId="1076"/>
          <ac:picMkLst>
            <pc:docMk/>
            <pc:sldMk cId="340310895" sldId="313"/>
            <ac:picMk id="45" creationId="{FB7E50AC-6980-7C21-A484-3121328FC6F2}"/>
          </ac:picMkLst>
        </pc:picChg>
        <pc:picChg chg="add mod">
          <ac:chgData name="shibariku0623@icloud.com" userId="47b6e960b06a1f92" providerId="LiveId" clId="{176E25B8-B3E3-4DA9-AB9F-6EF65DE434C4}" dt="2024-11-20T12:36:00.466" v="236" actId="1076"/>
          <ac:picMkLst>
            <pc:docMk/>
            <pc:sldMk cId="340310895" sldId="313"/>
            <ac:picMk id="47" creationId="{8D40F96F-3A87-CDE7-2AE5-AE11A491DFC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16846-078A-CCE7-4DF4-CB8BE7AE9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9DDBAC-027F-64F7-735B-27325AFF2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988CCE-F079-4903-A5D2-2F90D237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FE3581-05E0-776D-4A2D-AA0AADC5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F13485-94AE-1710-BDD7-A98A3819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682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94A25A-7875-943A-B0E8-02ECF1CF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ECDA1A-DA8A-7FF9-4A0C-BB94EA95E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3ED6CA-9A47-65DF-D51B-93A066580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DFC88F-17E5-7BA9-03DB-149015F4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F9A1DA-E6AF-D4FE-3FE2-291A9F63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648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59B996-2AA7-9287-8AD6-1D6688916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3AA3BE-5DAB-A25D-AA27-4756881F5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C9CB61-8743-7A0F-91F0-B76EAA5ED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4765D2-A69A-D3E4-8151-48A82C99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A557C9-7315-455C-F068-72E551D1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7066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DC6706-3B03-2E69-9FC5-EFD61E42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77EFE2-62D6-6F87-356D-3C12FF508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CEDA5D-B789-E054-DB85-599457C7C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9BEB27-1BFC-5785-B0C9-EE72D296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72BA50-0EF0-42F9-2FC7-6DA34280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051309-73E3-CE92-60AA-ADA486BC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73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38BC7D-DF6C-FF80-360A-18652A5A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854E40-9B25-818E-ED7F-DB1C4B370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20A227-4D5D-F2F0-1D7E-3C5F8FB1F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D94028-082A-1753-D516-6408ACF19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5932B78-891C-D288-435A-4360F3C34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0D6C6AA-CC63-0A3E-ED8F-5DF47902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9FEAAC6-E5E6-A429-D17E-FA6A137A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063F70-A9F8-88E6-75AB-6AFD7642B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27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934485-7809-B2A4-7A72-D0776E0CB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601359-7DC4-B12F-7BF8-A256D9302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1BC73CB-7326-A194-9B20-83B7C7356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9A8A9EC-FDD7-05DD-DC06-3909D1D1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39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FCFFA30-D422-B1BA-C78E-53224C94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4CC2B0F-4253-00A1-2015-EE96C5F7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BD97FE-B23D-B87B-A01C-053E293F4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85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7BCCB4-8B47-ACC0-780C-17721749C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C8EC10-5FD5-3218-2129-5CC5BD65C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3A717B-52A5-CC81-4B1E-74F643C35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22A2CB-88AF-5E2B-08BD-3F827079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32B45A-0309-2B30-5922-FD0A74EE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7B580D-31C5-3AED-6B96-4899212A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662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2E5803-0485-DB38-9EF0-BAB7AB5C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7184D6F-D4DD-BB56-3BF5-C5280D59E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81DE14-70FE-AD6B-52E1-8E9B3ABDC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D463C2-FE34-B880-F7FD-DC60534C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5AF2A8-93BF-0C07-1D3A-33A31D8C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9B2C14-AB6E-49D4-4B5C-7CE9E8A6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55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30C8B-14EA-6062-E1CE-2F6B4746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5C7FA8-3E90-3F88-98CE-4EC68B999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FEF239-0894-BD38-9E82-12000610A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9C7394-F3F8-2024-FE13-507D3D01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36EEE4-75D2-52E0-F98A-B2406FE1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74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524796B-DEBE-BD8C-68DC-4D4F490A8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B6B00E-FDBD-BF29-0CDE-37ABBA379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204DA8-0519-FA9F-3AA2-F1DE6936E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A1BF02-8555-680A-E4D6-C61DC7C4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195754-2209-90A0-EEF9-BC0FF804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84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EF1C7F-45BB-BAD8-7206-0E404CB7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F01359-3251-7642-8C26-B40B9428E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C72093-4303-65B3-0A77-C3E3CD83F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FF6E4-C3D0-4012-AC58-63EDDFA6575A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A15287-2679-0FEE-2530-4D677C4D6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92A492-816C-57E4-1AFB-C53AEDC47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06815C-7CFF-4C8E-97DC-3F5F076B67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228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2763-4ABF-D96D-EF41-C26192AD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1C44755-228D-89A1-A784-9CCFDA43E9D6}"/>
              </a:ext>
            </a:extLst>
          </p:cNvPr>
          <p:cNvGrpSpPr/>
          <p:nvPr/>
        </p:nvGrpSpPr>
        <p:grpSpPr>
          <a:xfrm>
            <a:off x="590550" y="590550"/>
            <a:ext cx="3670300" cy="95250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6D44E1-698B-BAAF-A182-4AE37894F5FD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EA9B08-C99B-6F0D-EAD3-D0C9F624447E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12287B0-A555-EAE5-DA74-3A705C5139F3}"/>
              </a:ext>
            </a:extLst>
          </p:cNvPr>
          <p:cNvGrpSpPr/>
          <p:nvPr/>
        </p:nvGrpSpPr>
        <p:grpSpPr>
          <a:xfrm>
            <a:off x="4260850" y="590550"/>
            <a:ext cx="3670300" cy="95250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D7156D4-EA3A-2E4F-E47D-BDF48D1E74E4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B9B706E-09AF-71AD-F204-EC17F1E367AC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93502C4-70E9-E147-7A9A-F149716E4E6C}"/>
              </a:ext>
            </a:extLst>
          </p:cNvPr>
          <p:cNvGrpSpPr/>
          <p:nvPr/>
        </p:nvGrpSpPr>
        <p:grpSpPr>
          <a:xfrm>
            <a:off x="7931150" y="590550"/>
            <a:ext cx="3670300" cy="95250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A24E95F-3256-B3D5-D0E8-BCA1AFD57A6A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1090E9A-8C4B-96C7-D8CC-88A32165C175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95189F3-787D-DF32-252D-1B146F548D61}"/>
              </a:ext>
            </a:extLst>
          </p:cNvPr>
          <p:cNvGrpSpPr/>
          <p:nvPr/>
        </p:nvGrpSpPr>
        <p:grpSpPr>
          <a:xfrm>
            <a:off x="590550" y="6172200"/>
            <a:ext cx="11010900" cy="95250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1548257-E134-5689-AC2C-375E9FF3B9BC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7F0645F-0E24-6CB6-989A-AB70C173CCA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4FC29E4-7651-84AB-E839-EEABB81372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6FCB220B-72B0-5972-CDE7-D18D984F02CF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CB6E46F7-83D8-2853-AE37-6C21E2E2464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F6811AFD-4A5D-7C5A-7BD3-93F79A99F64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0D80DC9A-34CB-C799-53B9-ABE7932903C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00FD30DD-8C61-C3E2-2AAA-EF488DDC91E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66A0BD0C-3527-4315-3FE0-0F2A4F9ADB8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A60B7E72-C9EC-F3E8-2833-9159C38704B0}"/>
              </a:ext>
            </a:extLst>
          </p:cNvPr>
          <p:cNvSpPr/>
          <p:nvPr/>
        </p:nvSpPr>
        <p:spPr>
          <a:xfrm flipV="1">
            <a:off x="685800" y="1835150"/>
            <a:ext cx="108204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A97C085-ECFA-253F-B7B1-1EED21C20C1D}"/>
              </a:ext>
            </a:extLst>
          </p:cNvPr>
          <p:cNvSpPr txBox="1"/>
          <p:nvPr/>
        </p:nvSpPr>
        <p:spPr>
          <a:xfrm>
            <a:off x="1806612" y="1117611"/>
            <a:ext cx="10740988" cy="458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ホワイトノイズ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</a:t>
            </a: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沸騰領域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)</a:t>
            </a: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　・・　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5.589E+05</a:t>
            </a:r>
            <a:endParaRPr lang="en-US" sz="2667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91F730B-86E4-DC31-37E7-7E0F526420CE}"/>
              </a:ext>
            </a:extLst>
          </p:cNvPr>
          <p:cNvSpPr txBox="1"/>
          <p:nvPr/>
        </p:nvSpPr>
        <p:spPr>
          <a:xfrm>
            <a:off x="685800" y="857310"/>
            <a:ext cx="1773767" cy="83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67"/>
              </a:lnSpc>
              <a:spcBef>
                <a:spcPct val="0"/>
              </a:spcBef>
            </a:pPr>
            <a:r>
              <a:rPr lang="en-US" sz="5334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03</a:t>
            </a:r>
          </a:p>
        </p:txBody>
      </p:sp>
      <p:sp>
        <p:nvSpPr>
          <p:cNvPr id="23" name="スライド番号プレースホルダー 28">
            <a:extLst>
              <a:ext uri="{FF2B5EF4-FFF2-40B4-BE49-F238E27FC236}">
                <a16:creationId xmlns:a16="http://schemas.microsoft.com/office/drawing/2014/main" id="{D7E4E5CE-4796-2845-B7D8-6804F577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16339" y="202474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z="3200"/>
              <a:pPr/>
              <a:t>1</a:t>
            </a:fld>
            <a:endParaRPr lang="en-US" sz="3200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B0EC0E6-0D20-97B4-31DA-D30371C2F2DC}"/>
              </a:ext>
            </a:extLst>
          </p:cNvPr>
          <p:cNvSpPr txBox="1"/>
          <p:nvPr/>
        </p:nvSpPr>
        <p:spPr>
          <a:xfrm>
            <a:off x="695732" y="3818786"/>
            <a:ext cx="1262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</a:t>
            </a:r>
            <a:r>
              <a:rPr lang="en-US" altLang="ja-JP" sz="1200" dirty="0" err="1"/>
              <a:t>no_noise</a:t>
            </a:r>
            <a:endParaRPr lang="ja-JP" altLang="en-US" sz="1200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60BBFE65-D6D6-6BB5-3C01-017D1D56D811}"/>
              </a:ext>
            </a:extLst>
          </p:cNvPr>
          <p:cNvSpPr txBox="1"/>
          <p:nvPr/>
        </p:nvSpPr>
        <p:spPr>
          <a:xfrm>
            <a:off x="3280730" y="3839644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0</a:t>
            </a:r>
            <a:endParaRPr lang="ja-JP" altLang="en-US" sz="12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6C0FE07A-26A0-BB6A-7AB3-77431D2B5520}"/>
              </a:ext>
            </a:extLst>
          </p:cNvPr>
          <p:cNvSpPr txBox="1"/>
          <p:nvPr/>
        </p:nvSpPr>
        <p:spPr>
          <a:xfrm>
            <a:off x="5621401" y="3850895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-4</a:t>
            </a:r>
            <a:endParaRPr lang="ja-JP" altLang="en-US" sz="1200" dirty="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012E3ED0-C399-3CBB-9A9A-A14A3752758C}"/>
              </a:ext>
            </a:extLst>
          </p:cNvPr>
          <p:cNvSpPr txBox="1"/>
          <p:nvPr/>
        </p:nvSpPr>
        <p:spPr>
          <a:xfrm>
            <a:off x="7931379" y="3850895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-8</a:t>
            </a:r>
            <a:endParaRPr lang="ja-JP" altLang="en-US" sz="1200" dirty="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F54A6E7-C3EB-35D8-38C2-B08175967B8E}"/>
              </a:ext>
            </a:extLst>
          </p:cNvPr>
          <p:cNvSpPr txBox="1"/>
          <p:nvPr/>
        </p:nvSpPr>
        <p:spPr>
          <a:xfrm>
            <a:off x="2649264" y="5973508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-12</a:t>
            </a:r>
            <a:endParaRPr lang="ja-JP" altLang="en-US" sz="12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75E5F4EE-E1AE-3063-2160-7AB9B014FA7F}"/>
              </a:ext>
            </a:extLst>
          </p:cNvPr>
          <p:cNvSpPr txBox="1"/>
          <p:nvPr/>
        </p:nvSpPr>
        <p:spPr>
          <a:xfrm>
            <a:off x="4959896" y="5948522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-16</a:t>
            </a:r>
            <a:endParaRPr lang="ja-JP" altLang="en-US" sz="12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8C316AF5-D20C-5030-8146-13A4EDFBD848}"/>
              </a:ext>
            </a:extLst>
          </p:cNvPr>
          <p:cNvSpPr txBox="1"/>
          <p:nvPr/>
        </p:nvSpPr>
        <p:spPr>
          <a:xfrm>
            <a:off x="7368147" y="5948522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-20</a:t>
            </a:r>
            <a:endParaRPr lang="ja-JP" altLang="en-US" sz="1200" dirty="0"/>
          </a:p>
        </p:txBody>
      </p:sp>
      <p:pic>
        <p:nvPicPr>
          <p:cNvPr id="27" name="図 26" descr="グラフ&#10;&#10;自動的に生成された説明">
            <a:extLst>
              <a:ext uri="{FF2B5EF4-FFF2-40B4-BE49-F238E27FC236}">
                <a16:creationId xmlns:a16="http://schemas.microsoft.com/office/drawing/2014/main" id="{9653F0DE-5D7D-E1BE-6112-9DE77BB8B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73" y="1895236"/>
            <a:ext cx="2012500" cy="1944408"/>
          </a:xfrm>
          <a:prstGeom prst="rect">
            <a:avLst/>
          </a:prstGeom>
        </p:spPr>
      </p:pic>
      <p:pic>
        <p:nvPicPr>
          <p:cNvPr id="31" name="図 30" descr="グラフ&#10;&#10;自動的に生成された説明">
            <a:extLst>
              <a:ext uri="{FF2B5EF4-FFF2-40B4-BE49-F238E27FC236}">
                <a16:creationId xmlns:a16="http://schemas.microsoft.com/office/drawing/2014/main" id="{1D0A8067-C77D-FE78-78A8-BB53F309C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292" y="1940703"/>
            <a:ext cx="2012500" cy="1944408"/>
          </a:xfrm>
          <a:prstGeom prst="rect">
            <a:avLst/>
          </a:prstGeom>
        </p:spPr>
      </p:pic>
      <p:pic>
        <p:nvPicPr>
          <p:cNvPr id="35" name="図 34" descr="グラフ&#10;&#10;自動的に生成された説明">
            <a:extLst>
              <a:ext uri="{FF2B5EF4-FFF2-40B4-BE49-F238E27FC236}">
                <a16:creationId xmlns:a16="http://schemas.microsoft.com/office/drawing/2014/main" id="{DEFBA17D-D90D-4D23-7F33-CD20060B9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932" y="1910893"/>
            <a:ext cx="2012500" cy="1944408"/>
          </a:xfrm>
          <a:prstGeom prst="rect">
            <a:avLst/>
          </a:prstGeom>
        </p:spPr>
      </p:pic>
      <p:pic>
        <p:nvPicPr>
          <p:cNvPr id="39" name="図 38" descr="グラフ&#10;&#10;自動的に生成された説明">
            <a:extLst>
              <a:ext uri="{FF2B5EF4-FFF2-40B4-BE49-F238E27FC236}">
                <a16:creationId xmlns:a16="http://schemas.microsoft.com/office/drawing/2014/main" id="{5BB73082-0606-5FB6-A895-BBF254F05E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534" y="1933457"/>
            <a:ext cx="2012500" cy="1944408"/>
          </a:xfrm>
          <a:prstGeom prst="rect">
            <a:avLst/>
          </a:prstGeom>
        </p:spPr>
      </p:pic>
      <p:pic>
        <p:nvPicPr>
          <p:cNvPr id="41" name="図 40" descr="グラフ が含まれている画像&#10;&#10;自動的に生成された説明">
            <a:extLst>
              <a:ext uri="{FF2B5EF4-FFF2-40B4-BE49-F238E27FC236}">
                <a16:creationId xmlns:a16="http://schemas.microsoft.com/office/drawing/2014/main" id="{832D6C56-8D7E-D1EF-7340-E2E4C1669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447" y="4068465"/>
            <a:ext cx="2012500" cy="1944408"/>
          </a:xfrm>
          <a:prstGeom prst="rect">
            <a:avLst/>
          </a:prstGeom>
        </p:spPr>
      </p:pic>
      <p:pic>
        <p:nvPicPr>
          <p:cNvPr id="43" name="図 42" descr="グラフ&#10;&#10;低い精度で自動的に生成された説明">
            <a:extLst>
              <a:ext uri="{FF2B5EF4-FFF2-40B4-BE49-F238E27FC236}">
                <a16:creationId xmlns:a16="http://schemas.microsoft.com/office/drawing/2014/main" id="{18BBE286-27FD-A734-2810-B1ADBCF9B0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219" y="4051654"/>
            <a:ext cx="2012500" cy="1944408"/>
          </a:xfrm>
          <a:prstGeom prst="rect">
            <a:avLst/>
          </a:prstGeom>
        </p:spPr>
      </p:pic>
      <p:pic>
        <p:nvPicPr>
          <p:cNvPr id="45" name="図 44" descr="グラフ&#10;&#10;低い精度で自動的に生成された説明">
            <a:extLst>
              <a:ext uri="{FF2B5EF4-FFF2-40B4-BE49-F238E27FC236}">
                <a16:creationId xmlns:a16="http://schemas.microsoft.com/office/drawing/2014/main" id="{1953FB23-675E-B1BD-DCAA-C0619CF070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628" y="4050646"/>
            <a:ext cx="2012500" cy="194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03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5703-E429-8449-A43B-B2B9F0DF3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525BAF-AFF8-4D84-F591-722176CA9525}"/>
              </a:ext>
            </a:extLst>
          </p:cNvPr>
          <p:cNvGrpSpPr/>
          <p:nvPr/>
        </p:nvGrpSpPr>
        <p:grpSpPr>
          <a:xfrm>
            <a:off x="590550" y="590550"/>
            <a:ext cx="3670300" cy="95250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4E62D1-3C67-A9BE-8E89-9F08D2B1AB19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76426C6-6C04-1E43-7073-165255259687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D78812A-DB88-899D-D697-7BA96D671C09}"/>
              </a:ext>
            </a:extLst>
          </p:cNvPr>
          <p:cNvGrpSpPr/>
          <p:nvPr/>
        </p:nvGrpSpPr>
        <p:grpSpPr>
          <a:xfrm>
            <a:off x="4260850" y="590550"/>
            <a:ext cx="3670300" cy="95250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435E4F9-A2A1-DB19-A5A9-BBC0C7416B09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A2C36F8-BD17-3D58-9C48-545F023E1F06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4FE1FE2-99ED-C9AB-6021-E58D62282E24}"/>
              </a:ext>
            </a:extLst>
          </p:cNvPr>
          <p:cNvGrpSpPr/>
          <p:nvPr/>
        </p:nvGrpSpPr>
        <p:grpSpPr>
          <a:xfrm>
            <a:off x="7931150" y="590550"/>
            <a:ext cx="3670300" cy="95250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439F0EA-3E39-7802-79F3-52409280527E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E674C7C-B4E8-6610-3421-635A3EF00D8F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82C679B-A772-4EEB-56BA-289EA6D26A55}"/>
              </a:ext>
            </a:extLst>
          </p:cNvPr>
          <p:cNvGrpSpPr/>
          <p:nvPr/>
        </p:nvGrpSpPr>
        <p:grpSpPr>
          <a:xfrm>
            <a:off x="590550" y="6172200"/>
            <a:ext cx="11010900" cy="95250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8D4FFB2-E979-B4D4-8887-C9B5A36E274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176BAD3-CA86-5FA0-F2FC-3FA161AEADA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B64428-0B42-3776-D01B-C6DA9FE4050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B60376FB-3243-0234-843E-1350FA703C8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F762C590-48CA-C7A9-D3A7-AFE81C29EF9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FAA94E93-FE14-404F-AF75-CC4D7A0886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BAD80B3C-2F3C-DE78-A95D-7A3BF7BF9ED0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61C4313B-91AF-1195-CE68-4D4FB6AFD56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76EF3520-F514-961B-C929-E2417EAD72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319D3ABC-297A-8EFE-7CA1-D4CED1846A09}"/>
              </a:ext>
            </a:extLst>
          </p:cNvPr>
          <p:cNvSpPr/>
          <p:nvPr/>
        </p:nvSpPr>
        <p:spPr>
          <a:xfrm flipV="1">
            <a:off x="685800" y="1835150"/>
            <a:ext cx="108204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14743A9-4335-D27C-FBD2-D8098BF55281}"/>
              </a:ext>
            </a:extLst>
          </p:cNvPr>
          <p:cNvSpPr txBox="1"/>
          <p:nvPr/>
        </p:nvSpPr>
        <p:spPr>
          <a:xfrm>
            <a:off x="685800" y="857310"/>
            <a:ext cx="1773767" cy="83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67"/>
              </a:lnSpc>
              <a:spcBef>
                <a:spcPct val="0"/>
              </a:spcBef>
            </a:pPr>
            <a:r>
              <a:rPr lang="en-US" sz="5334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03</a:t>
            </a:r>
          </a:p>
        </p:txBody>
      </p:sp>
      <p:sp>
        <p:nvSpPr>
          <p:cNvPr id="23" name="スライド番号プレースホルダー 28">
            <a:extLst>
              <a:ext uri="{FF2B5EF4-FFF2-40B4-BE49-F238E27FC236}">
                <a16:creationId xmlns:a16="http://schemas.microsoft.com/office/drawing/2014/main" id="{E205D71B-04A6-7B07-F176-3B25176B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16339" y="202474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z="3200"/>
              <a:pPr/>
              <a:t>2</a:t>
            </a:fld>
            <a:endParaRPr lang="en-US" sz="3200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39872EEA-C2F9-83CD-DB7E-4E90A8E11865}"/>
              </a:ext>
            </a:extLst>
          </p:cNvPr>
          <p:cNvSpPr txBox="1"/>
          <p:nvPr/>
        </p:nvSpPr>
        <p:spPr>
          <a:xfrm>
            <a:off x="695732" y="3818786"/>
            <a:ext cx="1262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</a:t>
            </a:r>
            <a:r>
              <a:rPr lang="en-US" altLang="ja-JP" sz="1200" dirty="0" err="1"/>
              <a:t>no_noise</a:t>
            </a:r>
            <a:endParaRPr lang="ja-JP" altLang="en-US" sz="1200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3857FA3A-24B4-6956-CDD8-1D285FC45A55}"/>
              </a:ext>
            </a:extLst>
          </p:cNvPr>
          <p:cNvSpPr txBox="1"/>
          <p:nvPr/>
        </p:nvSpPr>
        <p:spPr>
          <a:xfrm>
            <a:off x="3280730" y="3839644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0</a:t>
            </a:r>
            <a:endParaRPr lang="ja-JP" altLang="en-US" sz="12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1436A91D-4BBB-11C3-6BE3-960A5DC1444E}"/>
              </a:ext>
            </a:extLst>
          </p:cNvPr>
          <p:cNvSpPr txBox="1"/>
          <p:nvPr/>
        </p:nvSpPr>
        <p:spPr>
          <a:xfrm>
            <a:off x="5621401" y="3850895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-4</a:t>
            </a:r>
            <a:endParaRPr lang="ja-JP" altLang="en-US" sz="1200" dirty="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2FF8B3C-0EB1-BB0B-A80C-713C0F3E05D3}"/>
              </a:ext>
            </a:extLst>
          </p:cNvPr>
          <p:cNvSpPr txBox="1"/>
          <p:nvPr/>
        </p:nvSpPr>
        <p:spPr>
          <a:xfrm>
            <a:off x="7931379" y="3850895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-8</a:t>
            </a:r>
            <a:endParaRPr lang="ja-JP" altLang="en-US" sz="1200" dirty="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D0FD1E9D-7F19-CE7C-43C6-FA377CC674C2}"/>
              </a:ext>
            </a:extLst>
          </p:cNvPr>
          <p:cNvSpPr txBox="1"/>
          <p:nvPr/>
        </p:nvSpPr>
        <p:spPr>
          <a:xfrm>
            <a:off x="2649264" y="5973508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-12</a:t>
            </a:r>
            <a:endParaRPr lang="ja-JP" altLang="en-US" sz="12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106ECCA-1857-C7D3-EE4E-2B78A15BA886}"/>
              </a:ext>
            </a:extLst>
          </p:cNvPr>
          <p:cNvSpPr txBox="1"/>
          <p:nvPr/>
        </p:nvSpPr>
        <p:spPr>
          <a:xfrm>
            <a:off x="4959896" y="5948522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-16</a:t>
            </a:r>
            <a:endParaRPr lang="ja-JP" altLang="en-US" sz="12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19061D06-7D20-9B7E-DC32-9457021E4246}"/>
              </a:ext>
            </a:extLst>
          </p:cNvPr>
          <p:cNvSpPr txBox="1"/>
          <p:nvPr/>
        </p:nvSpPr>
        <p:spPr>
          <a:xfrm>
            <a:off x="7368147" y="5948522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-20</a:t>
            </a:r>
            <a:endParaRPr lang="ja-JP" altLang="en-US" sz="1200" dirty="0"/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3F3344B7-7BC0-6F61-7840-2B13FE5AB5C5}"/>
              </a:ext>
            </a:extLst>
          </p:cNvPr>
          <p:cNvSpPr txBox="1"/>
          <p:nvPr/>
        </p:nvSpPr>
        <p:spPr>
          <a:xfrm>
            <a:off x="1806612" y="1117611"/>
            <a:ext cx="10740988" cy="466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水流動音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</a:t>
            </a: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沸騰領域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)</a:t>
            </a: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　・・　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5.589E+05</a:t>
            </a:r>
            <a:endParaRPr lang="en-US" altLang="ja-JP" sz="28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27" name="図 26" descr="グラフ&#10;&#10;自動的に生成された説明">
            <a:extLst>
              <a:ext uri="{FF2B5EF4-FFF2-40B4-BE49-F238E27FC236}">
                <a16:creationId xmlns:a16="http://schemas.microsoft.com/office/drawing/2014/main" id="{D4FA58AE-60D5-09E0-DF78-98BBE9360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30" y="1903953"/>
            <a:ext cx="2003478" cy="1935691"/>
          </a:xfrm>
          <a:prstGeom prst="rect">
            <a:avLst/>
          </a:prstGeom>
        </p:spPr>
      </p:pic>
      <p:pic>
        <p:nvPicPr>
          <p:cNvPr id="31" name="図 30" descr="グラフ&#10;&#10;自動的に生成された説明">
            <a:extLst>
              <a:ext uri="{FF2B5EF4-FFF2-40B4-BE49-F238E27FC236}">
                <a16:creationId xmlns:a16="http://schemas.microsoft.com/office/drawing/2014/main" id="{0A001A67-B650-541C-1567-7D068504F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947" y="1925683"/>
            <a:ext cx="2003478" cy="1935691"/>
          </a:xfrm>
          <a:prstGeom prst="rect">
            <a:avLst/>
          </a:prstGeom>
        </p:spPr>
      </p:pic>
      <p:pic>
        <p:nvPicPr>
          <p:cNvPr id="35" name="図 34" descr="グラフ&#10;&#10;自動的に生成された説明">
            <a:extLst>
              <a:ext uri="{FF2B5EF4-FFF2-40B4-BE49-F238E27FC236}">
                <a16:creationId xmlns:a16="http://schemas.microsoft.com/office/drawing/2014/main" id="{6CDA704F-810D-3C2D-3BCD-4260EE03D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635" y="1938345"/>
            <a:ext cx="2003478" cy="1935691"/>
          </a:xfrm>
          <a:prstGeom prst="rect">
            <a:avLst/>
          </a:prstGeom>
        </p:spPr>
      </p:pic>
      <p:pic>
        <p:nvPicPr>
          <p:cNvPr id="39" name="図 38" descr="グラフ&#10;&#10;自動的に生成された説明">
            <a:extLst>
              <a:ext uri="{FF2B5EF4-FFF2-40B4-BE49-F238E27FC236}">
                <a16:creationId xmlns:a16="http://schemas.microsoft.com/office/drawing/2014/main" id="{C89FA022-98D2-82FD-4E8C-407855F50A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697" y="1903953"/>
            <a:ext cx="2003478" cy="1935691"/>
          </a:xfrm>
          <a:prstGeom prst="rect">
            <a:avLst/>
          </a:prstGeom>
        </p:spPr>
      </p:pic>
      <p:pic>
        <p:nvPicPr>
          <p:cNvPr id="41" name="図 40" descr="グラフ&#10;&#10;自動的に生成された説明">
            <a:extLst>
              <a:ext uri="{FF2B5EF4-FFF2-40B4-BE49-F238E27FC236}">
                <a16:creationId xmlns:a16="http://schemas.microsoft.com/office/drawing/2014/main" id="{C41F8F3B-3AC2-B587-7C4A-CFE4922FDF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259" y="4049618"/>
            <a:ext cx="2003478" cy="1935691"/>
          </a:xfrm>
          <a:prstGeom prst="rect">
            <a:avLst/>
          </a:prstGeom>
        </p:spPr>
      </p:pic>
      <p:pic>
        <p:nvPicPr>
          <p:cNvPr id="43" name="図 42" descr="グラフ&#10;&#10;自動的に生成された説明">
            <a:extLst>
              <a:ext uri="{FF2B5EF4-FFF2-40B4-BE49-F238E27FC236}">
                <a16:creationId xmlns:a16="http://schemas.microsoft.com/office/drawing/2014/main" id="{15077ACF-CBCF-171E-C4D5-7CD992D868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928" y="4059112"/>
            <a:ext cx="2003478" cy="1935691"/>
          </a:xfrm>
          <a:prstGeom prst="rect">
            <a:avLst/>
          </a:prstGeom>
        </p:spPr>
      </p:pic>
      <p:pic>
        <p:nvPicPr>
          <p:cNvPr id="45" name="図 44" descr="グラフ&#10;&#10;自動的に生成された説明">
            <a:extLst>
              <a:ext uri="{FF2B5EF4-FFF2-40B4-BE49-F238E27FC236}">
                <a16:creationId xmlns:a16="http://schemas.microsoft.com/office/drawing/2014/main" id="{E5D52816-1677-F7F9-C74B-5969C07C22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111" y="4055004"/>
            <a:ext cx="2003478" cy="193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15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16669-38BE-35A5-5A8C-6CE93B0B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E7AEF45-9578-2A00-B548-05113284608F}"/>
              </a:ext>
            </a:extLst>
          </p:cNvPr>
          <p:cNvGrpSpPr/>
          <p:nvPr/>
        </p:nvGrpSpPr>
        <p:grpSpPr>
          <a:xfrm>
            <a:off x="590550" y="590550"/>
            <a:ext cx="3670300" cy="95250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AC24C1-5A16-BD29-F604-FDA722634701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1AF40AE-CF5F-9111-E42B-018F0A4EF458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3FEC2DB-98E4-F8A8-FCF4-66199DCD8789}"/>
              </a:ext>
            </a:extLst>
          </p:cNvPr>
          <p:cNvGrpSpPr/>
          <p:nvPr/>
        </p:nvGrpSpPr>
        <p:grpSpPr>
          <a:xfrm>
            <a:off x="4260850" y="590550"/>
            <a:ext cx="3670300" cy="95250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3E6FF03-CFC6-F3E3-0D67-8D6AD9310D0C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CE213C1-9A91-455F-8706-1D14A71974B2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B31D5BC-18A3-D015-4749-59B169B4F6EF}"/>
              </a:ext>
            </a:extLst>
          </p:cNvPr>
          <p:cNvGrpSpPr/>
          <p:nvPr/>
        </p:nvGrpSpPr>
        <p:grpSpPr>
          <a:xfrm>
            <a:off x="7931150" y="590550"/>
            <a:ext cx="3670300" cy="95250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A4CF8D5-BF41-195C-0027-207D22F5B34A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4609D69-99A7-347B-748D-4AE693C33FDA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24BBB33-67A8-013E-0BD6-8B94055B35C7}"/>
              </a:ext>
            </a:extLst>
          </p:cNvPr>
          <p:cNvGrpSpPr/>
          <p:nvPr/>
        </p:nvGrpSpPr>
        <p:grpSpPr>
          <a:xfrm>
            <a:off x="590550" y="6172200"/>
            <a:ext cx="11010900" cy="95250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9C714CC-ECCD-B96B-5699-648678FF344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1A5FDF1-363E-4218-BDBC-6896948DDB3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7895379-7FFF-9CE3-8D4F-6FF712F323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818D0049-E867-9E13-D457-6064A7673B1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4ECEC91-3A2B-BA9C-3773-AE60A4E7A51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3C27FAE6-7755-99C9-6919-7B7FEB4392C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7FDF0BD1-26CC-8206-D4B8-96514543911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9E527EE7-C9A8-3FD2-5D53-106E6CBDB66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2140FD0-5F74-030D-E00B-316800AB98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B59773DC-F6E2-2F87-6F1B-BC8BC5716D7C}"/>
              </a:ext>
            </a:extLst>
          </p:cNvPr>
          <p:cNvSpPr/>
          <p:nvPr/>
        </p:nvSpPr>
        <p:spPr>
          <a:xfrm flipV="1">
            <a:off x="685800" y="1835150"/>
            <a:ext cx="108204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0F65FC6-78F1-65DC-5B65-ED9055EC85AB}"/>
              </a:ext>
            </a:extLst>
          </p:cNvPr>
          <p:cNvSpPr txBox="1"/>
          <p:nvPr/>
        </p:nvSpPr>
        <p:spPr>
          <a:xfrm>
            <a:off x="1806611" y="1117611"/>
            <a:ext cx="8209727" cy="458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ホワイトノイズ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</a:t>
            </a: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非沸騰領域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)</a:t>
            </a: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　・・　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2.210E+05</a:t>
            </a:r>
            <a:endParaRPr lang="en-US" sz="2667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1FBFA71-61AB-4249-EE86-F0945457A43C}"/>
              </a:ext>
            </a:extLst>
          </p:cNvPr>
          <p:cNvSpPr txBox="1"/>
          <p:nvPr/>
        </p:nvSpPr>
        <p:spPr>
          <a:xfrm>
            <a:off x="685800" y="857310"/>
            <a:ext cx="1773767" cy="83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67"/>
              </a:lnSpc>
              <a:spcBef>
                <a:spcPct val="0"/>
              </a:spcBef>
            </a:pPr>
            <a:r>
              <a:rPr lang="en-US" sz="5334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03</a:t>
            </a:r>
          </a:p>
        </p:txBody>
      </p:sp>
      <p:sp>
        <p:nvSpPr>
          <p:cNvPr id="23" name="スライド番号プレースホルダー 28">
            <a:extLst>
              <a:ext uri="{FF2B5EF4-FFF2-40B4-BE49-F238E27FC236}">
                <a16:creationId xmlns:a16="http://schemas.microsoft.com/office/drawing/2014/main" id="{8FBBC489-775D-9F86-C941-5EB31AAC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16339" y="202474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z="3200"/>
              <a:pPr/>
              <a:t>3</a:t>
            </a:fld>
            <a:endParaRPr lang="en-US" sz="3200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3AB72B4-BEC7-D653-75F6-7E54D747B3CF}"/>
              </a:ext>
            </a:extLst>
          </p:cNvPr>
          <p:cNvSpPr txBox="1"/>
          <p:nvPr/>
        </p:nvSpPr>
        <p:spPr>
          <a:xfrm>
            <a:off x="695732" y="3818786"/>
            <a:ext cx="1262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</a:t>
            </a:r>
            <a:r>
              <a:rPr lang="en-US" altLang="ja-JP" sz="1200" dirty="0" err="1"/>
              <a:t>no_noise</a:t>
            </a:r>
            <a:endParaRPr lang="ja-JP" altLang="en-US" sz="1200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C59A2B49-7B6B-768D-60F3-C164CA1EB723}"/>
              </a:ext>
            </a:extLst>
          </p:cNvPr>
          <p:cNvSpPr txBox="1"/>
          <p:nvPr/>
        </p:nvSpPr>
        <p:spPr>
          <a:xfrm>
            <a:off x="3280730" y="3839644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0</a:t>
            </a:r>
            <a:endParaRPr lang="ja-JP" altLang="en-US" sz="12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F2E13172-04E3-669A-8300-29DA7B24E620}"/>
              </a:ext>
            </a:extLst>
          </p:cNvPr>
          <p:cNvSpPr txBox="1"/>
          <p:nvPr/>
        </p:nvSpPr>
        <p:spPr>
          <a:xfrm>
            <a:off x="5621401" y="3850895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-4</a:t>
            </a:r>
            <a:endParaRPr lang="ja-JP" altLang="en-US" sz="1200" dirty="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AE11AF53-B4CD-6084-E412-7967B52E1648}"/>
              </a:ext>
            </a:extLst>
          </p:cNvPr>
          <p:cNvSpPr txBox="1"/>
          <p:nvPr/>
        </p:nvSpPr>
        <p:spPr>
          <a:xfrm>
            <a:off x="7931379" y="3850895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-8</a:t>
            </a:r>
            <a:endParaRPr lang="ja-JP" altLang="en-US" sz="1200" dirty="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C49C5E09-F997-205B-2BDB-521BEBEFF3D2}"/>
              </a:ext>
            </a:extLst>
          </p:cNvPr>
          <p:cNvSpPr txBox="1"/>
          <p:nvPr/>
        </p:nvSpPr>
        <p:spPr>
          <a:xfrm>
            <a:off x="2649264" y="5973508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-12</a:t>
            </a:r>
            <a:endParaRPr lang="ja-JP" altLang="en-US" sz="12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34645211-8833-FE5E-6DC0-5E0823BE8AA2}"/>
              </a:ext>
            </a:extLst>
          </p:cNvPr>
          <p:cNvSpPr txBox="1"/>
          <p:nvPr/>
        </p:nvSpPr>
        <p:spPr>
          <a:xfrm>
            <a:off x="4959896" y="5948522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-16</a:t>
            </a:r>
            <a:endParaRPr lang="ja-JP" altLang="en-US" sz="12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80371A93-CAEB-83E1-7CCE-3E0560C61AD2}"/>
              </a:ext>
            </a:extLst>
          </p:cNvPr>
          <p:cNvSpPr txBox="1"/>
          <p:nvPr/>
        </p:nvSpPr>
        <p:spPr>
          <a:xfrm>
            <a:off x="7368147" y="5948522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-20</a:t>
            </a:r>
            <a:endParaRPr lang="ja-JP" altLang="en-US" sz="1200" dirty="0"/>
          </a:p>
        </p:txBody>
      </p:sp>
      <p:pic>
        <p:nvPicPr>
          <p:cNvPr id="27" name="図 26" descr="グラフ&#10;&#10;自動的に生成された説明">
            <a:extLst>
              <a:ext uri="{FF2B5EF4-FFF2-40B4-BE49-F238E27FC236}">
                <a16:creationId xmlns:a16="http://schemas.microsoft.com/office/drawing/2014/main" id="{CD20C98B-017A-F45F-FFDA-8FAD2DD00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0" y="1924831"/>
            <a:ext cx="1995879" cy="1928349"/>
          </a:xfrm>
          <a:prstGeom prst="rect">
            <a:avLst/>
          </a:prstGeom>
        </p:spPr>
      </p:pic>
      <p:pic>
        <p:nvPicPr>
          <p:cNvPr id="31" name="図 30" descr="グラフ, ヒストグラム&#10;&#10;自動的に生成された説明">
            <a:extLst>
              <a:ext uri="{FF2B5EF4-FFF2-40B4-BE49-F238E27FC236}">
                <a16:creationId xmlns:a16="http://schemas.microsoft.com/office/drawing/2014/main" id="{2199179E-6A18-0A9A-9B96-BC93F21E8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264" y="1931591"/>
            <a:ext cx="1995879" cy="1928349"/>
          </a:xfrm>
          <a:prstGeom prst="rect">
            <a:avLst/>
          </a:prstGeom>
        </p:spPr>
      </p:pic>
      <p:pic>
        <p:nvPicPr>
          <p:cNvPr id="35" name="図 34" descr="グラフ&#10;&#10;自動的に生成された説明">
            <a:extLst>
              <a:ext uri="{FF2B5EF4-FFF2-40B4-BE49-F238E27FC236}">
                <a16:creationId xmlns:a16="http://schemas.microsoft.com/office/drawing/2014/main" id="{228F1361-281E-0A5F-5B80-9196C3FD9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008" y="1933665"/>
            <a:ext cx="1995879" cy="1928349"/>
          </a:xfrm>
          <a:prstGeom prst="rect">
            <a:avLst/>
          </a:prstGeom>
        </p:spPr>
      </p:pic>
      <p:pic>
        <p:nvPicPr>
          <p:cNvPr id="39" name="図 38" descr="グラフ&#10;&#10;自動的に生成された説明">
            <a:extLst>
              <a:ext uri="{FF2B5EF4-FFF2-40B4-BE49-F238E27FC236}">
                <a16:creationId xmlns:a16="http://schemas.microsoft.com/office/drawing/2014/main" id="{A19FDCF5-B56B-E7CE-6AB4-C179F05C8C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903" y="1945149"/>
            <a:ext cx="1995879" cy="1928349"/>
          </a:xfrm>
          <a:prstGeom prst="rect">
            <a:avLst/>
          </a:prstGeom>
        </p:spPr>
      </p:pic>
      <p:pic>
        <p:nvPicPr>
          <p:cNvPr id="41" name="図 40" descr="グラフ が含まれている画像&#10;&#10;自動的に生成された説明">
            <a:extLst>
              <a:ext uri="{FF2B5EF4-FFF2-40B4-BE49-F238E27FC236}">
                <a16:creationId xmlns:a16="http://schemas.microsoft.com/office/drawing/2014/main" id="{30D26815-BDB8-87AF-8DE8-1E34E3167B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618" y="4102923"/>
            <a:ext cx="1995879" cy="1928349"/>
          </a:xfrm>
          <a:prstGeom prst="rect">
            <a:avLst/>
          </a:prstGeom>
        </p:spPr>
      </p:pic>
      <p:pic>
        <p:nvPicPr>
          <p:cNvPr id="43" name="図 42" descr="グラフ&#10;&#10;低い精度で自動的に生成された説明">
            <a:extLst>
              <a:ext uri="{FF2B5EF4-FFF2-40B4-BE49-F238E27FC236}">
                <a16:creationId xmlns:a16="http://schemas.microsoft.com/office/drawing/2014/main" id="{BF4B8194-6674-8886-8739-9692948688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893" y="4058674"/>
            <a:ext cx="1995879" cy="1928349"/>
          </a:xfrm>
          <a:prstGeom prst="rect">
            <a:avLst/>
          </a:prstGeom>
        </p:spPr>
      </p:pic>
      <p:pic>
        <p:nvPicPr>
          <p:cNvPr id="45" name="図 44" descr="グラフ が含まれている画像&#10;&#10;自動的に生成された説明">
            <a:extLst>
              <a:ext uri="{FF2B5EF4-FFF2-40B4-BE49-F238E27FC236}">
                <a16:creationId xmlns:a16="http://schemas.microsoft.com/office/drawing/2014/main" id="{8F8114BD-A4EA-570E-955D-3F0A71F88B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680" y="4058675"/>
            <a:ext cx="1995879" cy="192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51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1857D-C322-28EC-0D06-313111A7E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75226C-BBAA-77A2-8A8B-23356F63A0F8}"/>
              </a:ext>
            </a:extLst>
          </p:cNvPr>
          <p:cNvGrpSpPr/>
          <p:nvPr/>
        </p:nvGrpSpPr>
        <p:grpSpPr>
          <a:xfrm>
            <a:off x="590550" y="590550"/>
            <a:ext cx="3670300" cy="95250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6CFDD2-3579-449A-8075-646D849529A3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BE0BDE8-1252-4241-1443-B42772D55859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B10EDE1-F766-DABE-CE4E-9376CFAD94E2}"/>
              </a:ext>
            </a:extLst>
          </p:cNvPr>
          <p:cNvGrpSpPr/>
          <p:nvPr/>
        </p:nvGrpSpPr>
        <p:grpSpPr>
          <a:xfrm>
            <a:off x="4260850" y="590550"/>
            <a:ext cx="3670300" cy="95250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77E79A-1FC2-7CCB-EDB0-78762B84ABEB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CD97F8C-212E-6E59-CD82-0011AB4F48D3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11937CB-BB7A-01F3-D296-EB2162715E39}"/>
              </a:ext>
            </a:extLst>
          </p:cNvPr>
          <p:cNvGrpSpPr/>
          <p:nvPr/>
        </p:nvGrpSpPr>
        <p:grpSpPr>
          <a:xfrm>
            <a:off x="7931150" y="590550"/>
            <a:ext cx="3670300" cy="95250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FE923C2-AF16-ECC9-84B6-DA2DA3235FC6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1F53FAF-FDA1-EB89-50F1-107AEF3CD738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endParaRPr sz="12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13C77AF-66BF-631C-5F8E-F3F9B4BC1103}"/>
              </a:ext>
            </a:extLst>
          </p:cNvPr>
          <p:cNvGrpSpPr/>
          <p:nvPr/>
        </p:nvGrpSpPr>
        <p:grpSpPr>
          <a:xfrm>
            <a:off x="590550" y="6172200"/>
            <a:ext cx="11010900" cy="95250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AE2934C-E228-F983-52E7-A69B0A84919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1AFD76B-A53D-FB10-7623-436CF0DFDCF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E9CD396-C2EF-1492-7566-FFF30BD5E0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6D94959-FDC7-D0C2-BC8D-3D084B720E4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7A0D7417-CF94-1410-BF6F-34FC03CFF29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2E738DB-B509-046F-D3E8-333DE99F077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E0B44106-82F3-9F25-021C-A8BD1BFCB52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AF158855-9C8C-F7B7-B617-B74FCBA35EF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sz="1200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39DEC890-AA0C-90EA-9DD3-20F7ACC42D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endParaRPr sz="1200"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EECDBE1B-B289-499A-DACE-8ADFF1F02221}"/>
              </a:ext>
            </a:extLst>
          </p:cNvPr>
          <p:cNvSpPr/>
          <p:nvPr/>
        </p:nvSpPr>
        <p:spPr>
          <a:xfrm flipV="1">
            <a:off x="685800" y="1835150"/>
            <a:ext cx="108204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3FE44DF-1CDF-ECA8-F784-70B8F50F6262}"/>
              </a:ext>
            </a:extLst>
          </p:cNvPr>
          <p:cNvSpPr txBox="1"/>
          <p:nvPr/>
        </p:nvSpPr>
        <p:spPr>
          <a:xfrm>
            <a:off x="685800" y="857310"/>
            <a:ext cx="1773767" cy="83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67"/>
              </a:lnSpc>
              <a:spcBef>
                <a:spcPct val="0"/>
              </a:spcBef>
            </a:pPr>
            <a:r>
              <a:rPr lang="en-US" sz="5334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03</a:t>
            </a:r>
          </a:p>
        </p:txBody>
      </p:sp>
      <p:sp>
        <p:nvSpPr>
          <p:cNvPr id="23" name="スライド番号プレースホルダー 28">
            <a:extLst>
              <a:ext uri="{FF2B5EF4-FFF2-40B4-BE49-F238E27FC236}">
                <a16:creationId xmlns:a16="http://schemas.microsoft.com/office/drawing/2014/main" id="{0BFCFD1E-BCB2-A8ED-FA37-474ABF87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16339" y="202474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z="3200"/>
              <a:pPr/>
              <a:t>4</a:t>
            </a:fld>
            <a:endParaRPr lang="en-US" sz="3200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2A1CB2FA-61BC-3709-831B-88C4FBEB3E5F}"/>
              </a:ext>
            </a:extLst>
          </p:cNvPr>
          <p:cNvSpPr txBox="1"/>
          <p:nvPr/>
        </p:nvSpPr>
        <p:spPr>
          <a:xfrm>
            <a:off x="695732" y="3818786"/>
            <a:ext cx="1262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</a:t>
            </a:r>
            <a:r>
              <a:rPr lang="en-US" altLang="ja-JP" sz="1200" dirty="0" err="1"/>
              <a:t>no_noise</a:t>
            </a:r>
            <a:endParaRPr lang="ja-JP" altLang="en-US" sz="1200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A9CF917-9813-B823-3032-D7A68081876E}"/>
              </a:ext>
            </a:extLst>
          </p:cNvPr>
          <p:cNvSpPr txBox="1"/>
          <p:nvPr/>
        </p:nvSpPr>
        <p:spPr>
          <a:xfrm>
            <a:off x="3280730" y="3839644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0</a:t>
            </a:r>
            <a:endParaRPr lang="ja-JP" altLang="en-US" sz="12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5F0AC134-5123-ACF5-55A5-1EABAF3FF1E4}"/>
              </a:ext>
            </a:extLst>
          </p:cNvPr>
          <p:cNvSpPr txBox="1"/>
          <p:nvPr/>
        </p:nvSpPr>
        <p:spPr>
          <a:xfrm>
            <a:off x="5621401" y="3850895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-4</a:t>
            </a:r>
            <a:endParaRPr lang="ja-JP" altLang="en-US" sz="1200" dirty="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5922D28-0750-EC2E-3186-2865D4B1A90C}"/>
              </a:ext>
            </a:extLst>
          </p:cNvPr>
          <p:cNvSpPr txBox="1"/>
          <p:nvPr/>
        </p:nvSpPr>
        <p:spPr>
          <a:xfrm>
            <a:off x="7931379" y="3850895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-8</a:t>
            </a:r>
            <a:endParaRPr lang="ja-JP" altLang="en-US" sz="1200" dirty="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24AAE3A-F169-AD70-419C-73E2743AAE33}"/>
              </a:ext>
            </a:extLst>
          </p:cNvPr>
          <p:cNvSpPr txBox="1"/>
          <p:nvPr/>
        </p:nvSpPr>
        <p:spPr>
          <a:xfrm>
            <a:off x="2649264" y="5973508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-12</a:t>
            </a:r>
            <a:endParaRPr lang="ja-JP" altLang="en-US" sz="12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3A3102C0-4392-B02C-1E4B-3713751BE4D7}"/>
              </a:ext>
            </a:extLst>
          </p:cNvPr>
          <p:cNvSpPr txBox="1"/>
          <p:nvPr/>
        </p:nvSpPr>
        <p:spPr>
          <a:xfrm>
            <a:off x="4959896" y="5948522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-16</a:t>
            </a:r>
            <a:endParaRPr lang="ja-JP" altLang="en-US" sz="12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CF7D9BF1-A2D9-32AE-56E3-5787451EFB19}"/>
              </a:ext>
            </a:extLst>
          </p:cNvPr>
          <p:cNvSpPr txBox="1"/>
          <p:nvPr/>
        </p:nvSpPr>
        <p:spPr>
          <a:xfrm>
            <a:off x="7368147" y="5948522"/>
            <a:ext cx="126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SNR = -20</a:t>
            </a:r>
            <a:endParaRPr lang="ja-JP" altLang="en-US" sz="1200" dirty="0"/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B1176F6F-54C0-76EF-34FF-C7D617996B04}"/>
              </a:ext>
            </a:extLst>
          </p:cNvPr>
          <p:cNvSpPr txBox="1"/>
          <p:nvPr/>
        </p:nvSpPr>
        <p:spPr>
          <a:xfrm>
            <a:off x="1806612" y="1117611"/>
            <a:ext cx="7053924" cy="458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水流動音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</a:t>
            </a: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非沸騰領域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)</a:t>
            </a:r>
            <a:r>
              <a:rPr lang="ja-JP" altLang="en-US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　・・　</a:t>
            </a:r>
            <a:r>
              <a:rPr lang="en-US" altLang="ja-JP" sz="2667" b="1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2.210E+05</a:t>
            </a:r>
            <a:endParaRPr lang="en-US" sz="2667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31" name="図 30" descr="グラフ&#10;&#10;自動的に生成された説明">
            <a:extLst>
              <a:ext uri="{FF2B5EF4-FFF2-40B4-BE49-F238E27FC236}">
                <a16:creationId xmlns:a16="http://schemas.microsoft.com/office/drawing/2014/main" id="{E12B9F8E-1FB5-5619-71CC-64925D784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04" y="1931590"/>
            <a:ext cx="1997519" cy="1929933"/>
          </a:xfrm>
          <a:prstGeom prst="rect">
            <a:avLst/>
          </a:prstGeom>
        </p:spPr>
      </p:pic>
      <p:pic>
        <p:nvPicPr>
          <p:cNvPr id="35" name="図 34" descr="グラフ&#10;&#10;自動的に生成された説明">
            <a:extLst>
              <a:ext uri="{FF2B5EF4-FFF2-40B4-BE49-F238E27FC236}">
                <a16:creationId xmlns:a16="http://schemas.microsoft.com/office/drawing/2014/main" id="{E691AC17-5748-BC4A-CAEC-06267B42F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746" y="1923270"/>
            <a:ext cx="1997519" cy="1929933"/>
          </a:xfrm>
          <a:prstGeom prst="rect">
            <a:avLst/>
          </a:prstGeom>
        </p:spPr>
      </p:pic>
      <p:pic>
        <p:nvPicPr>
          <p:cNvPr id="39" name="図 38" descr="グラフ&#10;&#10;自動的に生成された説明">
            <a:extLst>
              <a:ext uri="{FF2B5EF4-FFF2-40B4-BE49-F238E27FC236}">
                <a16:creationId xmlns:a16="http://schemas.microsoft.com/office/drawing/2014/main" id="{3652CBDF-E601-9F0D-A524-33E979CA75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638" y="1931591"/>
            <a:ext cx="1997519" cy="1929933"/>
          </a:xfrm>
          <a:prstGeom prst="rect">
            <a:avLst/>
          </a:prstGeom>
        </p:spPr>
      </p:pic>
      <p:pic>
        <p:nvPicPr>
          <p:cNvPr id="41" name="図 40" descr="グラフ&#10;&#10;自動的に生成された説明">
            <a:extLst>
              <a:ext uri="{FF2B5EF4-FFF2-40B4-BE49-F238E27FC236}">
                <a16:creationId xmlns:a16="http://schemas.microsoft.com/office/drawing/2014/main" id="{08D610EE-3F78-A5EE-CBFC-7AAA07E48D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414" y="1931591"/>
            <a:ext cx="1997519" cy="1929933"/>
          </a:xfrm>
          <a:prstGeom prst="rect">
            <a:avLst/>
          </a:prstGeom>
        </p:spPr>
      </p:pic>
      <p:pic>
        <p:nvPicPr>
          <p:cNvPr id="43" name="図 42" descr="グラフ&#10;&#10;自動的に生成された説明">
            <a:extLst>
              <a:ext uri="{FF2B5EF4-FFF2-40B4-BE49-F238E27FC236}">
                <a16:creationId xmlns:a16="http://schemas.microsoft.com/office/drawing/2014/main" id="{D7C3544F-0314-88A2-9120-556A16609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636" y="4086742"/>
            <a:ext cx="1997519" cy="1929933"/>
          </a:xfrm>
          <a:prstGeom prst="rect">
            <a:avLst/>
          </a:prstGeom>
        </p:spPr>
      </p:pic>
      <p:pic>
        <p:nvPicPr>
          <p:cNvPr id="45" name="図 44" descr="グラフ&#10;&#10;自動的に生成された説明">
            <a:extLst>
              <a:ext uri="{FF2B5EF4-FFF2-40B4-BE49-F238E27FC236}">
                <a16:creationId xmlns:a16="http://schemas.microsoft.com/office/drawing/2014/main" id="{FB7E50AC-6980-7C21-A484-3121328FC6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402" y="4043575"/>
            <a:ext cx="1997519" cy="1929933"/>
          </a:xfrm>
          <a:prstGeom prst="rect">
            <a:avLst/>
          </a:prstGeom>
        </p:spPr>
      </p:pic>
      <p:pic>
        <p:nvPicPr>
          <p:cNvPr id="47" name="図 46" descr="グラフ&#10;&#10;自動的に生成された説明">
            <a:extLst>
              <a:ext uri="{FF2B5EF4-FFF2-40B4-BE49-F238E27FC236}">
                <a16:creationId xmlns:a16="http://schemas.microsoft.com/office/drawing/2014/main" id="{8D40F96F-3A87-CDE7-2AE5-AE11A491DF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415" y="4069556"/>
            <a:ext cx="1997519" cy="192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10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162</Words>
  <Application>Microsoft Office PowerPoint</Application>
  <PresentationFormat>ワイド画面</PresentationFormat>
  <Paragraphs>40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Now Medium</vt:lpstr>
      <vt:lpstr>Source Han Sans JP</vt:lpstr>
      <vt:lpstr>Source Han Sans JP Medium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shibariku0623@icloud.com</dc:creator>
  <cp:lastModifiedBy>shibariku0623@icloud.com</cp:lastModifiedBy>
  <cp:revision>1</cp:revision>
  <dcterms:created xsi:type="dcterms:W3CDTF">2024-11-20T10:26:21Z</dcterms:created>
  <dcterms:modified xsi:type="dcterms:W3CDTF">2024-11-20T12:37:27Z</dcterms:modified>
</cp:coreProperties>
</file>
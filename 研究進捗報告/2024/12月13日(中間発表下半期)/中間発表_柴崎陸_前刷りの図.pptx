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4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F883A-F990-4F80-B599-95F0A273544F}" v="2" dt="2025-03-13T13:27:34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0667" autoAdjust="0"/>
  </p:normalViewPr>
  <p:slideViewPr>
    <p:cSldViewPr snapToGrid="0">
      <p:cViewPr>
        <p:scale>
          <a:sx n="50" d="100"/>
          <a:sy n="50" d="100"/>
        </p:scale>
        <p:origin x="65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184F883A-F990-4F80-B599-95F0A273544F}"/>
    <pc:docChg chg="modSld">
      <pc:chgData name="shibariku0623@icloud.com" userId="47b6e960b06a1f92" providerId="LiveId" clId="{184F883A-F990-4F80-B599-95F0A273544F}" dt="2025-03-13T13:27:34.547" v="16" actId="164"/>
      <pc:docMkLst>
        <pc:docMk/>
      </pc:docMkLst>
      <pc:sldChg chg="addSp delSp modSp mod">
        <pc:chgData name="shibariku0623@icloud.com" userId="47b6e960b06a1f92" providerId="LiveId" clId="{184F883A-F990-4F80-B599-95F0A273544F}" dt="2025-03-13T13:27:34.547" v="16" actId="164"/>
        <pc:sldMkLst>
          <pc:docMk/>
          <pc:sldMk cId="3957665963" sldId="259"/>
        </pc:sldMkLst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3" creationId="{79DE12E2-9DAE-03BC-1D41-425DE6BFC334}"/>
          </ac:spMkLst>
        </pc:spChg>
        <pc:spChg chg="mod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7" creationId="{CB87074A-2CD9-F6F2-9522-D3E6F8B49703}"/>
          </ac:spMkLst>
        </pc:spChg>
        <pc:spChg chg="mod">
          <ac:chgData name="shibariku0623@icloud.com" userId="47b6e960b06a1f92" providerId="LiveId" clId="{184F883A-F990-4F80-B599-95F0A273544F}" dt="2025-03-13T13:27:14.085" v="15" actId="1076"/>
          <ac:spMkLst>
            <pc:docMk/>
            <pc:sldMk cId="3957665963" sldId="259"/>
            <ac:spMk id="11" creationId="{123FBB9E-7C3E-02C2-F64E-BFE09673797D}"/>
          </ac:spMkLst>
        </pc:spChg>
        <pc:spChg chg="mod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12" creationId="{D950B9BB-CA15-8D4D-074C-6E2B2A25A041}"/>
          </ac:spMkLst>
        </pc:spChg>
        <pc:spChg chg="mod">
          <ac:chgData name="shibariku0623@icloud.com" userId="47b6e960b06a1f92" providerId="LiveId" clId="{184F883A-F990-4F80-B599-95F0A273544F}" dt="2025-03-13T13:25:35.345" v="0" actId="165"/>
          <ac:spMkLst>
            <pc:docMk/>
            <pc:sldMk cId="3957665963" sldId="259"/>
            <ac:spMk id="16" creationId="{FA33E16C-2028-6AA1-06DC-AC323D74C081}"/>
          </ac:spMkLst>
        </pc:spChg>
        <pc:spChg chg="mod">
          <ac:chgData name="shibariku0623@icloud.com" userId="47b6e960b06a1f92" providerId="LiveId" clId="{184F883A-F990-4F80-B599-95F0A273544F}" dt="2025-03-13T13:26:59.730" v="12" actId="14100"/>
          <ac:spMkLst>
            <pc:docMk/>
            <pc:sldMk cId="3957665963" sldId="259"/>
            <ac:spMk id="20" creationId="{FFE3E09D-EDE4-5DAB-1AFE-79914CAA977C}"/>
          </ac:spMkLst>
        </pc:spChg>
        <pc:spChg chg="mod">
          <ac:chgData name="shibariku0623@icloud.com" userId="47b6e960b06a1f92" providerId="LiveId" clId="{184F883A-F990-4F80-B599-95F0A273544F}" dt="2025-03-13T13:26:43.161" v="8" actId="14100"/>
          <ac:spMkLst>
            <pc:docMk/>
            <pc:sldMk cId="3957665963" sldId="259"/>
            <ac:spMk id="25" creationId="{04973149-8FF0-EDFF-1BD7-91DE0DB79531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47" creationId="{85E90A2F-F11D-0338-5A65-F21629BDECBB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48" creationId="{2D5CB716-0D6D-93D8-C714-F9D7E77033BA}"/>
          </ac:spMkLst>
        </pc:spChg>
        <pc:spChg chg="mod">
          <ac:chgData name="shibariku0623@icloud.com" userId="47b6e960b06a1f92" providerId="LiveId" clId="{184F883A-F990-4F80-B599-95F0A273544F}" dt="2025-03-13T13:26:24.884" v="5" actId="1076"/>
          <ac:spMkLst>
            <pc:docMk/>
            <pc:sldMk cId="3957665963" sldId="259"/>
            <ac:spMk id="49" creationId="{D78EDC6C-1299-F381-D6B9-50AEA58B8A31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152" creationId="{E6F9EB39-2B19-44FB-9673-F7FFF0B43005}"/>
          </ac:spMkLst>
        </pc:spChg>
        <pc:spChg chg="mod">
          <ac:chgData name="shibariku0623@icloud.com" userId="47b6e960b06a1f92" providerId="LiveId" clId="{184F883A-F990-4F80-B599-95F0A273544F}" dt="2025-03-13T13:25:35.345" v="0" actId="165"/>
          <ac:spMkLst>
            <pc:docMk/>
            <pc:sldMk cId="3957665963" sldId="259"/>
            <ac:spMk id="154" creationId="{27B3EEE2-E177-D03F-5247-0FD57A3218BA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172" creationId="{237D0B9E-15BB-F3D3-DABE-590B365C93EF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174" creationId="{85A33A5A-8B55-1C28-0C9D-93329DF8349D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211" creationId="{8F101840-C925-7F8A-9475-0B7AAC2801B0}"/>
          </ac:spMkLst>
        </pc:spChg>
        <pc:spChg chg="mod topLvl">
          <ac:chgData name="shibariku0623@icloud.com" userId="47b6e960b06a1f92" providerId="LiveId" clId="{184F883A-F990-4F80-B599-95F0A273544F}" dt="2025-03-13T13:27:34.547" v="16" actId="164"/>
          <ac:spMkLst>
            <pc:docMk/>
            <pc:sldMk cId="3957665963" sldId="259"/>
            <ac:spMk id="213" creationId="{90541AA6-3214-B10F-6100-E3BEAD661F53}"/>
          </ac:spMkLst>
        </pc:spChg>
      </pc:sldChg>
    </pc:docChg>
  </pc:docChgLst>
  <pc:docChgLst>
    <pc:chgData name="shibariku0623@icloud.com" userId="47b6e960b06a1f92" providerId="LiveId" clId="{2E8549FD-4625-4B0A-8F9F-FE82108BFDB6}"/>
    <pc:docChg chg="undo custSel addSld modSld sldOrd">
      <pc:chgData name="shibariku0623@icloud.com" userId="47b6e960b06a1f92" providerId="LiveId" clId="{2E8549FD-4625-4B0A-8F9F-FE82108BFDB6}" dt="2025-01-02T18:08:57.889" v="2696" actId="164"/>
      <pc:docMkLst>
        <pc:docMk/>
      </pc:docMkLst>
      <pc:sldChg chg="modSp mod">
        <pc:chgData name="shibariku0623@icloud.com" userId="47b6e960b06a1f92" providerId="LiveId" clId="{2E8549FD-4625-4B0A-8F9F-FE82108BFDB6}" dt="2024-12-12T03:31:46.079" v="328" actId="207"/>
        <pc:sldMkLst>
          <pc:docMk/>
          <pc:sldMk cId="2262769282" sldId="258"/>
        </pc:sldMkLst>
      </pc:sldChg>
      <pc:sldChg chg="addSp delSp modSp mod">
        <pc:chgData name="shibariku0623@icloud.com" userId="47b6e960b06a1f92" providerId="LiveId" clId="{2E8549FD-4625-4B0A-8F9F-FE82108BFDB6}" dt="2025-01-02T18:08:57.889" v="2696" actId="164"/>
        <pc:sldMkLst>
          <pc:docMk/>
          <pc:sldMk cId="3957665963" sldId="259"/>
        </pc:sldMkLst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" creationId="{DAA81232-38E6-23BE-42C4-E39F551ABBC4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3" creationId="{79DE12E2-9DAE-03BC-1D41-425DE6BFC334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6" creationId="{D3121693-A763-73B8-B281-4EA86167B60E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7" creationId="{CB87074A-2CD9-F6F2-9522-D3E6F8B49703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8" creationId="{63607014-A4D8-F612-9F7D-42B1F519442A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1" creationId="{123FBB9E-7C3E-02C2-F64E-BFE09673797D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2" creationId="{D950B9BB-CA15-8D4D-074C-6E2B2A25A041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5" creationId="{A76D298A-CC77-A204-1187-4CB9AF9DBB30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6" creationId="{FA33E16C-2028-6AA1-06DC-AC323D74C081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7" creationId="{629A58A9-D70F-CEA2-D7D6-768C6263C4E8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9" creationId="{ED9A55A3-351C-634E-C1ED-690F5854A312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0" creationId="{FFE3E09D-EDE4-5DAB-1AFE-79914CAA977C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5" creationId="{04973149-8FF0-EDFF-1BD7-91DE0DB79531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47" creationId="{85E90A2F-F11D-0338-5A65-F21629BDECBB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48" creationId="{2D5CB716-0D6D-93D8-C714-F9D7E77033BA}"/>
          </ac:spMkLst>
        </pc:spChg>
        <pc:spChg chg="add 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49" creationId="{D78EDC6C-1299-F381-D6B9-50AEA58B8A31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52" creationId="{E6F9EB39-2B19-44FB-9673-F7FFF0B43005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54" creationId="{27B3EEE2-E177-D03F-5247-0FD57A3218BA}"/>
          </ac:spMkLst>
        </pc:spChg>
        <pc:spChg chg="mod">
          <ac:chgData name="shibariku0623@icloud.com" userId="47b6e960b06a1f92" providerId="LiveId" clId="{2E8549FD-4625-4B0A-8F9F-FE82108BFDB6}" dt="2025-01-02T18:08:06.018" v="2693" actId="165"/>
          <ac:spMkLst>
            <pc:docMk/>
            <pc:sldMk cId="3957665963" sldId="259"/>
            <ac:spMk id="155" creationId="{C3CF75C1-EDB1-20EE-F282-AA7BE24930F3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72" creationId="{237D0B9E-15BB-F3D3-DABE-590B365C93EF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74" creationId="{85A33A5A-8B55-1C28-0C9D-93329DF8349D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175" creationId="{72405FE9-8132-89AB-35B5-C151FE2FF60A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0" creationId="{9FA6E4C3-0D6C-BAE4-115B-5FF6CCDB5C71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1" creationId="{8F101840-C925-7F8A-9475-0B7AAC2801B0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2" creationId="{E1EA5E2A-BB69-1B2D-66B9-0F1454137EEE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3" creationId="{90541AA6-3214-B10F-6100-E3BEAD661F53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5" creationId="{F881D593-C2A5-3083-01F9-0750E68D1562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16" creationId="{BC80C4A5-B215-BB7F-1EFB-E76914642768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50" creationId="{8FED9F3A-6DF3-B62E-D37E-8E6212C932C9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55" creationId="{19452D4D-DC61-F1A5-FE0D-2B2435960CCB}"/>
          </ac:spMkLst>
        </pc:spChg>
        <pc:spChg chg="mod topLvl">
          <ac:chgData name="shibariku0623@icloud.com" userId="47b6e960b06a1f92" providerId="LiveId" clId="{2E8549FD-4625-4B0A-8F9F-FE82108BFDB6}" dt="2025-01-02T18:08:57.889" v="2696" actId="164"/>
          <ac:spMkLst>
            <pc:docMk/>
            <pc:sldMk cId="3957665963" sldId="259"/>
            <ac:spMk id="256" creationId="{BE2D7266-AE32-BC52-C547-5C0DB9E5E57C}"/>
          </ac:spMkLst>
        </pc:spChg>
        <pc:grpChg chg="add 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18" creationId="{E82C6E87-633F-B24C-118B-DCB2F46F9687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24" creationId="{7ACA518C-DACF-805A-6DC8-BF43483B008A}"/>
          </ac:grpSpMkLst>
        </pc:grpChg>
        <pc:grpChg chg="add 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31" creationId="{F5FC8B77-0118-A1F7-8DE6-F71518F19F76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145" creationId="{20908BC5-A654-0CA8-12DB-44C8D7BD326D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146" creationId="{B3124257-23F7-C86D-1D4D-6E2505A04E33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149" creationId="{00EB44B8-22EE-8FE5-43FD-FAEFD3D47AC7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157" creationId="{EBF99F25-6429-900A-5F4D-3D9A49325348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199" creationId="{DFE92A7E-F0CF-546E-66A5-79BF23702AF3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200" creationId="{788A41C1-AAD9-3549-BD6C-8EB59B096FF4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206" creationId="{9E2BAE32-59A8-6659-AF4A-63CD3183A454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207" creationId="{AB374018-BC67-3E38-C44C-27D1E3294778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230" creationId="{8C42EC00-91C7-A37F-47BD-E80669CAC46A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252" creationId="{7AE36199-E761-1028-AFEB-FB676C264180}"/>
          </ac:grpSpMkLst>
        </pc:grpChg>
        <pc:grpChg chg="mod">
          <ac:chgData name="shibariku0623@icloud.com" userId="47b6e960b06a1f92" providerId="LiveId" clId="{2E8549FD-4625-4B0A-8F9F-FE82108BFDB6}" dt="2025-01-02T18:08:06.018" v="2693" actId="165"/>
          <ac:grpSpMkLst>
            <pc:docMk/>
            <pc:sldMk cId="3957665963" sldId="259"/>
            <ac:grpSpMk id="253" creationId="{2F5D0F1B-5ED1-977E-8BF3-9D8626FAAC75}"/>
          </ac:grpSpMkLst>
        </pc:grpChg>
        <pc:grpChg chg="mod topLvl">
          <ac:chgData name="shibariku0623@icloud.com" userId="47b6e960b06a1f92" providerId="LiveId" clId="{2E8549FD-4625-4B0A-8F9F-FE82108BFDB6}" dt="2025-01-02T18:08:57.889" v="2696" actId="164"/>
          <ac:grpSpMkLst>
            <pc:docMk/>
            <pc:sldMk cId="3957665963" sldId="259"/>
            <ac:grpSpMk id="254" creationId="{3A82B4E7-A4E0-4E68-E9A3-DAB5138326F9}"/>
          </ac:grpSpMkLst>
        </pc:grpChg>
        <pc:cxnChg chg="add 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5" creationId="{09136354-D11F-18C9-0EE2-F437C4EAB705}"/>
          </ac:cxnSpMkLst>
        </pc:cxnChg>
        <pc:cxnChg chg="add 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9" creationId="{DE515DDA-3D4C-411F-5D25-9F515240A6F4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10" creationId="{7911DB6A-41BE-D15E-CBF9-700DDEF29942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1" creationId="{E8330080-7F73-8FE7-0976-BB38D24AE785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3" creationId="{71CD0D88-19BA-F98F-50EA-A98BCCB50EE1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6" creationId="{8FB14408-7AFE-BDAD-1BBE-BE1D3F301D36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8" creationId="{2CC67F17-2755-503D-1A5E-59B750844424}"/>
          </ac:cxnSpMkLst>
        </pc:cxnChg>
        <pc:cxnChg chg="add 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9" creationId="{75664DB9-F3F5-E436-18F1-E0494AADE962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0" creationId="{A42B8C04-5385-1428-B2CB-1BEF9F85FBAB}"/>
          </ac:cxnSpMkLst>
        </pc:cxnChg>
        <pc:cxnChg chg="add mod topLvl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2" creationId="{2FDD861A-8609-01AF-59B2-1D41EF8EEF12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3" creationId="{C4A75D00-A16D-78D7-1D58-25F8C79028D5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35" creationId="{DDEAF853-AF3A-A237-0D4E-56EC6CCCA65B}"/>
          </ac:cxnSpMkLst>
        </pc:cxnChg>
        <pc:cxnChg chg="add mod topLvl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6" creationId="{BA4E84C4-DCD1-9C85-37A0-203103327C4E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8" creationId="{39E57C23-E168-1807-B12A-0316B6F15EE2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39" creationId="{217C23F5-448A-C023-14F0-2A88864CE911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40" creationId="{23067613-42F9-F545-07E7-7502D9591A0B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41" creationId="{F684A3AF-4D1A-8A76-1255-53447948B106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44" creationId="{A57EFF0B-AA27-BF30-088F-8EE4392236F0}"/>
          </ac:cxnSpMkLst>
        </pc:cxnChg>
        <pc:cxnChg chg="add mod topLvl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45" creationId="{48330C58-D353-9341-0E61-1BEA4FBA6006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50" creationId="{4DB4F8EF-07C1-B8F1-90AC-7B90988AE3A7}"/>
          </ac:cxnSpMkLst>
        </pc:cxnChg>
        <pc:cxnChg chg="add 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53" creationId="{C8DA2A91-FC69-38BE-CAA5-3ECAFE6CA33E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05" creationId="{1F329EB4-B9EC-2983-3C0D-0932D39EA28F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06" creationId="{FD06AAA4-9C9C-0EFD-EA28-A7B3B59B383D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07" creationId="{6D163BB4-3E69-F2E8-80FD-0B451B5583CE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08" creationId="{E2E4652D-4A3E-E6AD-C5FF-5ED0AEF63936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09" creationId="{7722B546-BD2C-D43E-562C-96F93A3909FC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17" creationId="{47A89358-0D1E-D6B7-0A64-97AEEB3798C0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18" creationId="{FCE77D45-9172-7CAF-A78B-58B75D8380B7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19" creationId="{B8E31919-7ACD-ADB0-DAD4-44E5F9B6EE88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0" creationId="{DAF80204-7EAB-EEDE-DED4-1A08C5FFA653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1" creationId="{EF140906-A841-A3D4-7740-5471AEC96AEA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2" creationId="{17BBA4B2-E7B1-0DFE-C5F8-D196559FC3F5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3" creationId="{887813B1-1BC5-25E6-0D11-27AA93149778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4" creationId="{80CA8743-BFE5-AD6E-3679-50A86FC354B8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5" creationId="{014AF11C-083A-D800-B004-7CBB3505528F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6" creationId="{66D3F481-DEB3-0F70-BC76-128EEDCFA636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7" creationId="{341CC321-3AB7-AA95-299C-B557F663EE4C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28" creationId="{7E0D797D-5DB9-F812-56DB-2283EB0102D3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159" creationId="{0F4A30A8-CFE5-05D5-FE4C-05C732144DD2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81" creationId="{697A502A-80EC-564A-1767-B6C0FEF27953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82" creationId="{9ACE297E-96B3-DAF5-AD06-1AB7CBAA7517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184" creationId="{DE0ADB53-482C-FB84-8A00-E5FEB1495F94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01" creationId="{CE16C5E0-A420-3E4B-51FD-12467A03F459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02" creationId="{9B61C2C0-78CD-2D19-9ACC-FF03CEF34389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03" creationId="{CBBE7E46-6085-0EDC-5F1A-722E0EC6DED8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08" creationId="{0FA88E7B-0E86-F7B8-EB20-A07E6DAB7080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09" creationId="{8AB45361-19FF-4515-59B4-01E0E4F0697B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17" creationId="{9E7ACD9D-4C24-ADC7-5D17-6CB7FDE41176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20" creationId="{297FCE92-E1FB-C491-8FEE-FE2916A1469E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21" creationId="{BD5A0AE8-A3BE-E579-4C2B-79DF8DBA6459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22" creationId="{D22313A9-7410-3D91-9C61-213911DC8369}"/>
          </ac:cxnSpMkLst>
        </pc:cxnChg>
        <pc:cxnChg chg="mod">
          <ac:chgData name="shibariku0623@icloud.com" userId="47b6e960b06a1f92" providerId="LiveId" clId="{2E8549FD-4625-4B0A-8F9F-FE82108BFDB6}" dt="2025-01-02T18:08:06.018" v="2693" actId="165"/>
          <ac:cxnSpMkLst>
            <pc:docMk/>
            <pc:sldMk cId="3957665963" sldId="259"/>
            <ac:cxnSpMk id="224" creationId="{AA6C6A1D-2472-4563-5031-930BE7F9D266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31" creationId="{D557F4F6-3E91-BE2B-7CDB-2A08125FB3F9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32" creationId="{9ACB7B45-D646-E2A7-5551-74D1D26E5A82}"/>
          </ac:cxnSpMkLst>
        </pc:cxnChg>
        <pc:cxnChg chg="mod topLvl">
          <ac:chgData name="shibariku0623@icloud.com" userId="47b6e960b06a1f92" providerId="LiveId" clId="{2E8549FD-4625-4B0A-8F9F-FE82108BFDB6}" dt="2025-01-02T18:08:57.889" v="2696" actId="164"/>
          <ac:cxnSpMkLst>
            <pc:docMk/>
            <pc:sldMk cId="3957665963" sldId="259"/>
            <ac:cxnSpMk id="239" creationId="{3D679DE8-F6F8-4E33-2C70-104B87EA4BB1}"/>
          </ac:cxnSpMkLst>
        </pc:cxnChg>
      </pc:sldChg>
      <pc:sldChg chg="addSp delSp modSp new mod ord">
        <pc:chgData name="shibariku0623@icloud.com" userId="47b6e960b06a1f92" providerId="LiveId" clId="{2E8549FD-4625-4B0A-8F9F-FE82108BFDB6}" dt="2024-12-12T07:06:40.036" v="2007"/>
        <pc:sldMkLst>
          <pc:docMk/>
          <pc:sldMk cId="2816897134" sldId="260"/>
        </pc:sldMkLst>
      </pc:sldChg>
      <pc:sldChg chg="add">
        <pc:chgData name="shibariku0623@icloud.com" userId="47b6e960b06a1f92" providerId="LiveId" clId="{2E8549FD-4625-4B0A-8F9F-FE82108BFDB6}" dt="2024-12-12T06:34:04.435" v="1676"/>
        <pc:sldMkLst>
          <pc:docMk/>
          <pc:sldMk cId="4243358875" sldId="261"/>
        </pc:sldMkLst>
      </pc:sldChg>
      <pc:sldChg chg="addSp delSp modSp add mod">
        <pc:chgData name="shibariku0623@icloud.com" userId="47b6e960b06a1f92" providerId="LiveId" clId="{2E8549FD-4625-4B0A-8F9F-FE82108BFDB6}" dt="2024-12-12T10:10:48.209" v="2651" actId="20577"/>
        <pc:sldMkLst>
          <pc:docMk/>
          <pc:sldMk cId="4162553913" sldId="262"/>
        </pc:sldMkLst>
      </pc:sldChg>
      <pc:sldChg chg="add">
        <pc:chgData name="shibariku0623@icloud.com" userId="47b6e960b06a1f92" providerId="LiveId" clId="{2E8549FD-4625-4B0A-8F9F-FE82108BFDB6}" dt="2024-12-12T07:06:42.483" v="2008"/>
        <pc:sldMkLst>
          <pc:docMk/>
          <pc:sldMk cId="505076440" sldId="263"/>
        </pc:sldMkLst>
      </pc:sldChg>
      <pc:sldChg chg="addSp delSp modSp add mod">
        <pc:chgData name="shibariku0623@icloud.com" userId="47b6e960b06a1f92" providerId="LiveId" clId="{2E8549FD-4625-4B0A-8F9F-FE82108BFDB6}" dt="2024-12-13T03:56:41.641" v="2691" actId="164"/>
        <pc:sldMkLst>
          <pc:docMk/>
          <pc:sldMk cId="2161894100" sldId="264"/>
        </pc:sldMkLst>
        <pc:spChg chg="add mod">
          <ac:chgData name="shibariku0623@icloud.com" userId="47b6e960b06a1f92" providerId="LiveId" clId="{2E8549FD-4625-4B0A-8F9F-FE82108BFDB6}" dt="2024-12-13T03:56:41.641" v="2691" actId="164"/>
          <ac:spMkLst>
            <pc:docMk/>
            <pc:sldMk cId="2161894100" sldId="264"/>
            <ac:spMk id="6" creationId="{21DEED12-5A49-FFF4-EA13-71CBA2A399B7}"/>
          </ac:spMkLst>
        </pc:spChg>
        <pc:spChg chg="add mod">
          <ac:chgData name="shibariku0623@icloud.com" userId="47b6e960b06a1f92" providerId="LiveId" clId="{2E8549FD-4625-4B0A-8F9F-FE82108BFDB6}" dt="2024-12-13T03:56:41.641" v="2691" actId="164"/>
          <ac:spMkLst>
            <pc:docMk/>
            <pc:sldMk cId="2161894100" sldId="264"/>
            <ac:spMk id="7" creationId="{B3EC9270-C282-BF33-FCB9-77405DB74BE0}"/>
          </ac:spMkLst>
        </pc:spChg>
        <pc:grpChg chg="add mod">
          <ac:chgData name="shibariku0623@icloud.com" userId="47b6e960b06a1f92" providerId="LiveId" clId="{2E8549FD-4625-4B0A-8F9F-FE82108BFDB6}" dt="2024-12-13T03:56:41.641" v="2691" actId="164"/>
          <ac:grpSpMkLst>
            <pc:docMk/>
            <pc:sldMk cId="2161894100" sldId="264"/>
            <ac:grpSpMk id="5" creationId="{62F3E02D-9706-F75F-69ED-46C12EB252F9}"/>
          </ac:grpSpMkLst>
        </pc:grpChg>
        <pc:grpChg chg="add mod">
          <ac:chgData name="shibariku0623@icloud.com" userId="47b6e960b06a1f92" providerId="LiveId" clId="{2E8549FD-4625-4B0A-8F9F-FE82108BFDB6}" dt="2024-12-13T03:56:41.641" v="2691" actId="164"/>
          <ac:grpSpMkLst>
            <pc:docMk/>
            <pc:sldMk cId="2161894100" sldId="264"/>
            <ac:grpSpMk id="9" creationId="{ADDB1C76-BA79-063C-7B4F-1E5CCB0A00CE}"/>
          </ac:grpSpMkLst>
        </pc:grpChg>
        <pc:picChg chg="add mod">
          <ac:chgData name="shibariku0623@icloud.com" userId="47b6e960b06a1f92" providerId="LiveId" clId="{2E8549FD-4625-4B0A-8F9F-FE82108BFDB6}" dt="2024-12-13T03:53:43.782" v="2659" actId="164"/>
          <ac:picMkLst>
            <pc:docMk/>
            <pc:sldMk cId="2161894100" sldId="264"/>
            <ac:picMk id="2" creationId="{9ADA1647-67DC-2D3D-6D98-9C664466D5E5}"/>
          </ac:picMkLst>
        </pc:picChg>
        <pc:picChg chg="add mod">
          <ac:chgData name="shibariku0623@icloud.com" userId="47b6e960b06a1f92" providerId="LiveId" clId="{2E8549FD-4625-4B0A-8F9F-FE82108BFDB6}" dt="2024-12-13T03:53:43.782" v="2659" actId="164"/>
          <ac:picMkLst>
            <pc:docMk/>
            <pc:sldMk cId="2161894100" sldId="264"/>
            <ac:picMk id="3" creationId="{D7075F1B-ADC5-C370-F42A-982CED8FA8FD}"/>
          </ac:picMkLst>
        </pc:picChg>
      </pc:sldChg>
    </pc:docChg>
  </pc:docChgLst>
  <pc:docChgLst>
    <pc:chgData name="shibariku0623@icloud.com" userId="47b6e960b06a1f92" providerId="LiveId" clId="{EAE66E06-4991-47EE-A0A1-AA21DC25E1CD}"/>
    <pc:docChg chg="undo redo custSel addSld modSld">
      <pc:chgData name="shibariku0623@icloud.com" userId="47b6e960b06a1f92" providerId="LiveId" clId="{EAE66E06-4991-47EE-A0A1-AA21DC25E1CD}" dt="2024-07-19T04:01:37.962" v="1504" actId="14100"/>
      <pc:docMkLst>
        <pc:docMk/>
      </pc:docMkLst>
      <pc:sldChg chg="delSp modSp mod">
        <pc:chgData name="shibariku0623@icloud.com" userId="47b6e960b06a1f92" providerId="LiveId" clId="{EAE66E06-4991-47EE-A0A1-AA21DC25E1CD}" dt="2024-07-18T03:17:11.199" v="29" actId="165"/>
        <pc:sldMkLst>
          <pc:docMk/>
          <pc:sldMk cId="352006747" sldId="257"/>
        </pc:sldMkLst>
      </pc:sldChg>
      <pc:sldChg chg="addSp delSp modSp add mod">
        <pc:chgData name="shibariku0623@icloud.com" userId="47b6e960b06a1f92" providerId="LiveId" clId="{EAE66E06-4991-47EE-A0A1-AA21DC25E1CD}" dt="2024-07-18T03:24:49.906" v="137" actId="20577"/>
        <pc:sldMkLst>
          <pc:docMk/>
          <pc:sldMk cId="2262769282" sldId="258"/>
        </pc:sldMkLst>
      </pc:sldChg>
      <pc:sldChg chg="addSp delSp modSp new mod">
        <pc:chgData name="shibariku0623@icloud.com" userId="47b6e960b06a1f92" providerId="LiveId" clId="{EAE66E06-4991-47EE-A0A1-AA21DC25E1CD}" dt="2024-07-19T04:01:37.962" v="1504" actId="14100"/>
        <pc:sldMkLst>
          <pc:docMk/>
          <pc:sldMk cId="3957665963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9E0CF-F2B3-4D6F-AF36-3259C706B2B5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23185-2E6A-44C1-BB3A-D29B66DC93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092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850C-C630-5918-D3F6-4F2425633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F93AA2-D27D-9303-5ED6-3590DEB6E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A9527E-ED09-992A-6878-6859F178BF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3346393-338D-A70D-9261-F960CA051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23185-2E6A-44C1-BB3A-D29B66DC935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405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CF3F-6A2E-50D4-5D20-ED6F1D26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BB16A6E-C293-9C38-E218-413D967A4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399362-FCE0-7B24-0CED-3CCCF93EB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B0154D1-EEB0-A4F8-FFD9-1A08D4285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23185-2E6A-44C1-BB3A-D29B66DC935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322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23185-2E6A-44C1-BB3A-D29B66DC935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9167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0E81-1F7B-59E1-5992-FAB80646D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194981-1950-8544-8B5C-651CCECEE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7F75F87-6363-C391-C81C-FD2B41322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CBE897-C902-5A2C-026C-71046C88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223185-2E6A-44C1-BB3A-D29B66DC935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1581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605F3-AAFA-0EB7-1C22-25054D10C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5A914C-F3E4-F26C-8B60-2BA0EC225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00758E-F383-1DA9-53B7-742036592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3277ED-BC6C-7DAE-C031-93AA7140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8FA0DA-F490-FE31-0E75-2377BC20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755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BA078-412D-352F-8B42-4B01694B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39554D-1247-0EB3-81DA-EA5880EA2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A3F0F9-0F1B-A143-A662-6323C105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5FEB9F-5CDF-3487-1C17-060D1806E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A155A1-ECAA-7603-D598-E32B60A9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360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A0D97-DF78-C95F-A3A9-DB1101A58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243A34-A833-C9FE-AA80-E47FDFE8A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6FEDC-A8EB-CD9E-3B32-E32FDE464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4626CE-466B-0244-3087-DD319B4C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9889FD-FFC6-506E-D99C-FAEF0EA2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1361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FFC64-B1FA-4D2C-A654-1B03DCCC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CB1BD5-E0FB-3A6A-673D-E9C8D1F54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CD2ACE-CB3B-C403-BE20-4F1BD6016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D2971F-1CA8-3207-11B4-DDC8AC3F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B5A55F-49E5-2B4A-25D7-7D8748682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B00A1B-740F-FC74-6830-E0037B14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563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EC0D5E-5675-01E1-4751-A2CD2D32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9DF678-6A31-E002-DEDC-B2FB41926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0E2C2D4-0C53-6C18-B9A2-3419B0813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39AFCA-BBD7-A8E9-12CE-C99B9ACE9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86667F-17D2-3734-A91E-4B13AB2CA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6050F95-D69D-F8B7-7976-0B7F9235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23DC8D6-7A8F-B30A-BE9A-537D8E6CB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D944594-E84D-70E0-87EE-D1DD070B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9292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4FACE0-03B0-3D2E-BF9C-BB67ACFB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3AED4C-A97D-CB47-A5BE-37D48797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C42745-C62A-ADB5-B4AB-0D084460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68EAD2-19FD-0FE5-A8A5-F975F1F0A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61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682291D-4C47-B6CE-502B-970A89A7C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C6237FC-624D-309F-161E-5E4213341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BE4F93-1F20-56CB-4D21-3DABC8B0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010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94CAD9-4F71-9CB1-2F04-CC1D48D8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E5D237-4220-70D7-6C7C-2E732EE9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E902D5-BF97-7AA1-561B-E13BD387D3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32A2E0-B55C-6C73-4138-EA7B6600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1DCD17-8CB1-C077-79CD-731635C7A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338605-0A5B-A575-0705-7ED8E7C6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768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850457-E3D8-CFE3-79FE-0C1B80F3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2AD00E3-CF94-3613-6409-C62351E43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C57D62-6FF4-B972-E63D-04BC4671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E88BA5-3308-D320-BD40-7499B5FF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8F37B8-307C-46FC-1292-963F76CF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DE5457-F0CE-11F1-C941-DCD22567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3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315664-6390-B0E3-2565-6D7D3CE9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901E80-AE3A-E6A9-E49A-A4570077C0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635FD-3A11-FE5B-0605-EA539D2D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131934-0C9F-3595-88C9-610F14BFD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4FD692-28B3-D4E8-538A-12F994AF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43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0937DD5-3912-7504-2EEF-DE1263EF5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317222-D62C-0E19-A60F-63B5B1754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D87A37-8136-01A8-AA11-9EEEFF4D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A7E02F-14E2-EC2A-90AA-EFDDEEA3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E8A938-A028-BCFC-2476-BB66A052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12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AD0A6A7-1E0B-9F7B-7996-3C199198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FC9D1C-3D7D-4540-8ECD-4E238B499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24E8F7-B87A-257C-A02E-0C5E0CAE3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0B0C4-64F6-4CD1-9850-276CBCF387FE}" type="datetimeFigureOut">
              <a:rPr kumimoji="1" lang="ja-JP" altLang="en-US" smtClean="0"/>
              <a:t>2025/3/13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EBE0F-B8AE-19C5-0188-98E79FBC3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C21E1D-87C0-76B9-D4EE-77A2BF442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A5F638-40D6-4430-9AF6-B458A7CAEF5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49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光 が含まれている画像&#10;&#10;自動的に生成された説明">
            <a:extLst>
              <a:ext uri="{FF2B5EF4-FFF2-40B4-BE49-F238E27FC236}">
                <a16:creationId xmlns:a16="http://schemas.microsoft.com/office/drawing/2014/main" id="{0DA2A660-D5FF-CB5D-2FD4-69993AE8F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92" y="757266"/>
            <a:ext cx="2356068" cy="2340868"/>
          </a:xfrm>
          <a:prstGeom prst="rect">
            <a:avLst/>
          </a:prstGeom>
        </p:spPr>
      </p:pic>
      <p:pic>
        <p:nvPicPr>
          <p:cNvPr id="5" name="図 4" descr="背景パターン が含まれている画像&#10;&#10;自動的に生成された説明">
            <a:extLst>
              <a:ext uri="{FF2B5EF4-FFF2-40B4-BE49-F238E27FC236}">
                <a16:creationId xmlns:a16="http://schemas.microsoft.com/office/drawing/2014/main" id="{9E37C8CA-DD01-87A9-0D07-CF63148F9C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039" y="757266"/>
            <a:ext cx="2356068" cy="2340868"/>
          </a:xfrm>
          <a:prstGeom prst="rect">
            <a:avLst/>
          </a:prstGeom>
        </p:spPr>
      </p:pic>
      <p:pic>
        <p:nvPicPr>
          <p:cNvPr id="7" name="図 6" descr="水の画面&#10;&#10;中程度の精度で自動的に生成された説明">
            <a:extLst>
              <a:ext uri="{FF2B5EF4-FFF2-40B4-BE49-F238E27FC236}">
                <a16:creationId xmlns:a16="http://schemas.microsoft.com/office/drawing/2014/main" id="{7702B99E-B460-1630-8015-8110A8CAF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857" y="3642421"/>
            <a:ext cx="2334156" cy="2319097"/>
          </a:xfrm>
          <a:prstGeom prst="rect">
            <a:avLst/>
          </a:prstGeom>
        </p:spPr>
      </p:pic>
      <p:pic>
        <p:nvPicPr>
          <p:cNvPr id="9" name="図 8" descr="水, テレビ, モニター, 画面 が含まれている画像&#10;&#10;自動的に生成された説明">
            <a:extLst>
              <a:ext uri="{FF2B5EF4-FFF2-40B4-BE49-F238E27FC236}">
                <a16:creationId xmlns:a16="http://schemas.microsoft.com/office/drawing/2014/main" id="{075C9A08-092D-4FD7-C633-F51A2B8123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92" y="3642421"/>
            <a:ext cx="2356068" cy="2340868"/>
          </a:xfrm>
          <a:prstGeom prst="rect">
            <a:avLst/>
          </a:prstGeom>
        </p:spPr>
      </p:pic>
      <p:pic>
        <p:nvPicPr>
          <p:cNvPr id="11" name="図 10" descr="水, テレビ, モニター, ブルー が含まれている画像&#10;&#10;自動的に生成された説明">
            <a:extLst>
              <a:ext uri="{FF2B5EF4-FFF2-40B4-BE49-F238E27FC236}">
                <a16:creationId xmlns:a16="http://schemas.microsoft.com/office/drawing/2014/main" id="{A26DD772-FDDA-6D3F-79F7-0F1DCEFC31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039" y="3640947"/>
            <a:ext cx="2334157" cy="2319098"/>
          </a:xfrm>
          <a:prstGeom prst="rect">
            <a:avLst/>
          </a:prstGeom>
        </p:spPr>
      </p:pic>
      <p:pic>
        <p:nvPicPr>
          <p:cNvPr id="13" name="図 12" descr="水, モニター, テレビ, 画面 が含まれている画像&#10;&#10;自動的に生成された説明">
            <a:extLst>
              <a:ext uri="{FF2B5EF4-FFF2-40B4-BE49-F238E27FC236}">
                <a16:creationId xmlns:a16="http://schemas.microsoft.com/office/drawing/2014/main" id="{DD4D2679-EE2A-0A47-AD2F-896E7B89216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45" y="757266"/>
            <a:ext cx="2356068" cy="234086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5AD74E-DC2F-6643-E54C-A2590CFBBA9C}"/>
              </a:ext>
            </a:extLst>
          </p:cNvPr>
          <p:cNvSpPr txBox="1"/>
          <p:nvPr/>
        </p:nvSpPr>
        <p:spPr>
          <a:xfrm>
            <a:off x="1529860" y="3124783"/>
            <a:ext cx="1777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(a) </a:t>
            </a:r>
            <a:r>
              <a:rPr kumimoji="1" lang="en-US" altLang="ja-JP" dirty="0" err="1">
                <a:latin typeface="游明朝" panose="02020400000000000000" pitchFamily="18" charset="-128"/>
                <a:ea typeface="游明朝" panose="02020400000000000000" pitchFamily="18" charset="-128"/>
              </a:rPr>
              <a:t>not_boiling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91677F7-3DBF-50CE-96AF-34DA2FA98941}"/>
              </a:ext>
            </a:extLst>
          </p:cNvPr>
          <p:cNvSpPr txBox="1"/>
          <p:nvPr/>
        </p:nvSpPr>
        <p:spPr>
          <a:xfrm>
            <a:off x="4538946" y="3124783"/>
            <a:ext cx="1777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(b) boiling1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DA5155F-2777-22F0-0EC8-09524EA396F7}"/>
              </a:ext>
            </a:extLst>
          </p:cNvPr>
          <p:cNvSpPr txBox="1"/>
          <p:nvPr/>
        </p:nvSpPr>
        <p:spPr>
          <a:xfrm>
            <a:off x="7362977" y="3124783"/>
            <a:ext cx="141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(c) boiling2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AFAD89-3B72-A1E5-F481-6E1284749A7D}"/>
              </a:ext>
            </a:extLst>
          </p:cNvPr>
          <p:cNvSpPr txBox="1"/>
          <p:nvPr/>
        </p:nvSpPr>
        <p:spPr>
          <a:xfrm>
            <a:off x="4538946" y="5983288"/>
            <a:ext cx="141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(e) boiling4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8EAA634-2921-AF51-5FF8-C01321F14B92}"/>
              </a:ext>
            </a:extLst>
          </p:cNvPr>
          <p:cNvSpPr txBox="1"/>
          <p:nvPr/>
        </p:nvSpPr>
        <p:spPr>
          <a:xfrm>
            <a:off x="1714986" y="5983288"/>
            <a:ext cx="141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(d) boiling3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E9EA85-45E0-11D7-D209-3C1AC7DE0310}"/>
              </a:ext>
            </a:extLst>
          </p:cNvPr>
          <p:cNvSpPr txBox="1"/>
          <p:nvPr/>
        </p:nvSpPr>
        <p:spPr>
          <a:xfrm>
            <a:off x="7362906" y="5998269"/>
            <a:ext cx="1419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(f) boiling5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00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A6B7C0C-9BF7-79EB-5AC3-6CC69C30C7C3}"/>
              </a:ext>
            </a:extLst>
          </p:cNvPr>
          <p:cNvGrpSpPr/>
          <p:nvPr/>
        </p:nvGrpSpPr>
        <p:grpSpPr>
          <a:xfrm>
            <a:off x="1092425" y="566716"/>
            <a:ext cx="7408346" cy="5847641"/>
            <a:chOff x="1092425" y="566716"/>
            <a:chExt cx="7408346" cy="5847641"/>
          </a:xfrm>
        </p:grpSpPr>
        <p:pic>
          <p:nvPicPr>
            <p:cNvPr id="4" name="図 3" descr="グラフ, 棒グラフ&#10;&#10;自動的に生成された説明">
              <a:extLst>
                <a:ext uri="{FF2B5EF4-FFF2-40B4-BE49-F238E27FC236}">
                  <a16:creationId xmlns:a16="http://schemas.microsoft.com/office/drawing/2014/main" id="{01F80FD2-1E68-7102-E08A-FD3E00D10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4393" y="566716"/>
              <a:ext cx="3816378" cy="2862283"/>
            </a:xfrm>
            <a:prstGeom prst="rect">
              <a:avLst/>
            </a:prstGeom>
          </p:spPr>
        </p:pic>
        <p:pic>
          <p:nvPicPr>
            <p:cNvPr id="8" name="図 7" descr="グラフ, 棒グラフ&#10;&#10;自動的に生成された説明">
              <a:extLst>
                <a:ext uri="{FF2B5EF4-FFF2-40B4-BE49-F238E27FC236}">
                  <a16:creationId xmlns:a16="http://schemas.microsoft.com/office/drawing/2014/main" id="{EEB2761D-B05F-6F24-12CC-1C1090DD8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425" y="3353168"/>
              <a:ext cx="3816378" cy="2862283"/>
            </a:xfrm>
            <a:prstGeom prst="rect">
              <a:avLst/>
            </a:prstGeom>
          </p:spPr>
        </p:pic>
        <p:pic>
          <p:nvPicPr>
            <p:cNvPr id="12" name="図 11" descr="グラフ, 棒グラフ&#10;&#10;自動的に生成された説明">
              <a:extLst>
                <a:ext uri="{FF2B5EF4-FFF2-40B4-BE49-F238E27FC236}">
                  <a16:creationId xmlns:a16="http://schemas.microsoft.com/office/drawing/2014/main" id="{55B20972-0A1D-2723-7480-9E154CBAF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425" y="566716"/>
              <a:ext cx="3816378" cy="2862283"/>
            </a:xfrm>
            <a:prstGeom prst="rect">
              <a:avLst/>
            </a:prstGeom>
          </p:spPr>
        </p:pic>
        <p:pic>
          <p:nvPicPr>
            <p:cNvPr id="22" name="図 21" descr="グラフ, 棒グラフ&#10;&#10;自動的に生成された説明">
              <a:extLst>
                <a:ext uri="{FF2B5EF4-FFF2-40B4-BE49-F238E27FC236}">
                  <a16:creationId xmlns:a16="http://schemas.microsoft.com/office/drawing/2014/main" id="{04E068BC-ADA6-1E3D-A2D4-2D90A30CB0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3208" y="3351722"/>
              <a:ext cx="3816378" cy="2862284"/>
            </a:xfrm>
            <a:prstGeom prst="rect">
              <a:avLst/>
            </a:prstGeom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F13EA19-2DA0-4A6A-5FEC-F1B24FDEB65F}"/>
                </a:ext>
              </a:extLst>
            </p:cNvPr>
            <p:cNvSpPr txBox="1"/>
            <p:nvPr/>
          </p:nvSpPr>
          <p:spPr>
            <a:xfrm>
              <a:off x="5045130" y="3182445"/>
              <a:ext cx="308371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(b) 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Epoch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200, Batch Size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96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BD9B6B8-6948-57B7-B932-8139228FC9E7}"/>
                </a:ext>
              </a:extLst>
            </p:cNvPr>
            <p:cNvSpPr txBox="1"/>
            <p:nvPr/>
          </p:nvSpPr>
          <p:spPr>
            <a:xfrm>
              <a:off x="1376179" y="6075803"/>
              <a:ext cx="32488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(c) 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Epoch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200, Batch Size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128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5891982-36F6-0681-6F3F-F70FA4765F58}"/>
                </a:ext>
              </a:extLst>
            </p:cNvPr>
            <p:cNvSpPr txBox="1"/>
            <p:nvPr/>
          </p:nvSpPr>
          <p:spPr>
            <a:xfrm>
              <a:off x="1464345" y="3207768"/>
              <a:ext cx="30725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(a) 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Epoch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200, Batch Size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64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615B39B8-2DE1-1922-1403-458344AF1E84}"/>
                </a:ext>
              </a:extLst>
            </p:cNvPr>
            <p:cNvSpPr txBox="1"/>
            <p:nvPr/>
          </p:nvSpPr>
          <p:spPr>
            <a:xfrm>
              <a:off x="4968149" y="6046173"/>
              <a:ext cx="32488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>
                  <a:latin typeface="游明朝" panose="02020400000000000000" pitchFamily="18" charset="-128"/>
                  <a:ea typeface="游明朝" panose="02020400000000000000" pitchFamily="18" charset="-128"/>
                </a:rPr>
                <a:t>(d) 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Epoch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100, Batch Size</a:t>
              </a:r>
              <a:r>
                <a:rPr lang="ja-JP" altLang="en-US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：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128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276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BC24-A1F5-5A51-232A-F1570678D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DDB1C76-BA79-063C-7B4F-1E5CCB0A00CE}"/>
              </a:ext>
            </a:extLst>
          </p:cNvPr>
          <p:cNvGrpSpPr/>
          <p:nvPr/>
        </p:nvGrpSpPr>
        <p:grpSpPr>
          <a:xfrm>
            <a:off x="1608955" y="1761599"/>
            <a:ext cx="8974089" cy="3485992"/>
            <a:chOff x="1608955" y="1761599"/>
            <a:chExt cx="8974089" cy="3485992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62F3E02D-9706-F75F-69ED-46C12EB252F9}"/>
                </a:ext>
              </a:extLst>
            </p:cNvPr>
            <p:cNvGrpSpPr/>
            <p:nvPr/>
          </p:nvGrpSpPr>
          <p:grpSpPr>
            <a:xfrm>
              <a:off x="1608955" y="1761599"/>
              <a:ext cx="8974089" cy="3334801"/>
              <a:chOff x="1830787" y="1761598"/>
              <a:chExt cx="8974089" cy="3334801"/>
            </a:xfrm>
          </p:grpSpPr>
          <p:pic>
            <p:nvPicPr>
              <p:cNvPr id="2" name="図 1">
                <a:extLst>
                  <a:ext uri="{FF2B5EF4-FFF2-40B4-BE49-F238E27FC236}">
                    <a16:creationId xmlns:a16="http://schemas.microsoft.com/office/drawing/2014/main" id="{9ADA1647-67DC-2D3D-6D98-9C664466D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0787" y="1782937"/>
                <a:ext cx="4596782" cy="3292125"/>
              </a:xfrm>
              <a:prstGeom prst="rect">
                <a:avLst/>
              </a:prstGeom>
            </p:spPr>
          </p:pic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D7075F1B-ADC5-C370-F42A-982CED8FA8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7569" y="1761598"/>
                <a:ext cx="4377307" cy="3334801"/>
              </a:xfrm>
              <a:prstGeom prst="rect">
                <a:avLst/>
              </a:prstGeom>
            </p:spPr>
          </p:pic>
        </p:grp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1DEED12-5A49-FFF4-EA13-71CBA2A399B7}"/>
                </a:ext>
              </a:extLst>
            </p:cNvPr>
            <p:cNvSpPr txBox="1"/>
            <p:nvPr/>
          </p:nvSpPr>
          <p:spPr>
            <a:xfrm>
              <a:off x="3578896" y="4902534"/>
              <a:ext cx="1288380" cy="345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(a)R</a:t>
              </a:r>
              <a:r>
                <a:rPr kumimoji="1" lang="en-US" altLang="ja-JP" sz="1600" baseline="300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2</a:t>
              </a:r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 score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B3EC9270-C282-BF33-FCB9-77405DB74BE0}"/>
                </a:ext>
              </a:extLst>
            </p:cNvPr>
            <p:cNvSpPr txBox="1"/>
            <p:nvPr/>
          </p:nvSpPr>
          <p:spPr>
            <a:xfrm>
              <a:off x="8017546" y="4902533"/>
              <a:ext cx="1288380" cy="345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(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b</a:t>
              </a:r>
              <a:r>
                <a:rPr kumimoji="1"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)</a:t>
              </a:r>
              <a:r>
                <a:rPr lang="en-US" altLang="ja-JP" sz="16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AUC</a:t>
              </a:r>
              <a:endParaRPr kumimoji="1" lang="ja-JP" altLang="en-US" sz="16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89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3166E5C-9670-4210-57DB-258C980927DC}"/>
              </a:ext>
            </a:extLst>
          </p:cNvPr>
          <p:cNvGrpSpPr/>
          <p:nvPr/>
        </p:nvGrpSpPr>
        <p:grpSpPr>
          <a:xfrm>
            <a:off x="-61274" y="-1155158"/>
            <a:ext cx="10858948" cy="7711032"/>
            <a:chOff x="-61274" y="-1155158"/>
            <a:chExt cx="10858948" cy="7711032"/>
          </a:xfrm>
        </p:grpSpPr>
        <p:sp>
          <p:nvSpPr>
            <p:cNvPr id="250" name="四角形: 上の 2 つの角を丸める 249">
              <a:extLst>
                <a:ext uri="{FF2B5EF4-FFF2-40B4-BE49-F238E27FC236}">
                  <a16:creationId xmlns:a16="http://schemas.microsoft.com/office/drawing/2014/main" id="{8FED9F3A-6DF3-B62E-D37E-8E6212C932C9}"/>
                </a:ext>
              </a:extLst>
            </p:cNvPr>
            <p:cNvSpPr/>
            <p:nvPr/>
          </p:nvSpPr>
          <p:spPr>
            <a:xfrm rot="10800000">
              <a:off x="2241259" y="3805686"/>
              <a:ext cx="2376000" cy="2404800"/>
            </a:xfrm>
            <a:prstGeom prst="round2Same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D950B9BB-CA15-8D4D-074C-6E2B2A25A041}"/>
                </a:ext>
              </a:extLst>
            </p:cNvPr>
            <p:cNvSpPr/>
            <p:nvPr/>
          </p:nvSpPr>
          <p:spPr>
            <a:xfrm>
              <a:off x="4352745" y="-8982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" name="四角形: 上の 2 つの角を丸める 1">
              <a:extLst>
                <a:ext uri="{FF2B5EF4-FFF2-40B4-BE49-F238E27FC236}">
                  <a16:creationId xmlns:a16="http://schemas.microsoft.com/office/drawing/2014/main" id="{DAA81232-38E6-23BE-42C4-E39F551ABBC4}"/>
                </a:ext>
              </a:extLst>
            </p:cNvPr>
            <p:cNvSpPr/>
            <p:nvPr/>
          </p:nvSpPr>
          <p:spPr>
            <a:xfrm rot="10800000">
              <a:off x="2217945" y="3096094"/>
              <a:ext cx="2403873" cy="3114393"/>
            </a:xfrm>
            <a:prstGeom prst="round2Same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台形 5">
              <a:extLst>
                <a:ext uri="{FF2B5EF4-FFF2-40B4-BE49-F238E27FC236}">
                  <a16:creationId xmlns:a16="http://schemas.microsoft.com/office/drawing/2014/main" id="{D3121693-A763-73B8-B281-4EA86167B60E}"/>
                </a:ext>
              </a:extLst>
            </p:cNvPr>
            <p:cNvSpPr/>
            <p:nvPr/>
          </p:nvSpPr>
          <p:spPr>
            <a:xfrm>
              <a:off x="1473199" y="6210487"/>
              <a:ext cx="3889071" cy="345387"/>
            </a:xfrm>
            <a:prstGeom prst="trapezoid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Hot Plate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CB87074A-2CD9-F6F2-9522-D3E6F8B49703}"/>
                </a:ext>
              </a:extLst>
            </p:cNvPr>
            <p:cNvSpPr/>
            <p:nvPr/>
          </p:nvSpPr>
          <p:spPr>
            <a:xfrm>
              <a:off x="2803279" y="1803400"/>
              <a:ext cx="173295" cy="336398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63607014-A4D8-F612-9F7D-42B1F519442A}"/>
                </a:ext>
              </a:extLst>
            </p:cNvPr>
            <p:cNvSpPr/>
            <p:nvPr/>
          </p:nvSpPr>
          <p:spPr>
            <a:xfrm>
              <a:off x="3889261" y="1803400"/>
              <a:ext cx="173295" cy="336398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7911DB6A-41BE-D15E-CBF9-700DDEF29942}"/>
                </a:ext>
              </a:extLst>
            </p:cNvPr>
            <p:cNvCxnSpPr>
              <a:cxnSpLocks/>
            </p:cNvCxnSpPr>
            <p:nvPr/>
          </p:nvCxnSpPr>
          <p:spPr>
            <a:xfrm>
              <a:off x="2976575" y="4822617"/>
              <a:ext cx="912687" cy="0"/>
            </a:xfrm>
            <a:prstGeom prst="line">
              <a:avLst/>
            </a:prstGeom>
            <a:ln w="476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23FBB9E-7C3E-02C2-F64E-BFE09673797D}"/>
                </a:ext>
              </a:extLst>
            </p:cNvPr>
            <p:cNvSpPr txBox="1"/>
            <p:nvPr/>
          </p:nvSpPr>
          <p:spPr>
            <a:xfrm>
              <a:off x="3191271" y="4793953"/>
              <a:ext cx="80084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solidFill>
                    <a:srgbClr val="FF0000"/>
                  </a:solidFill>
                  <a:latin typeface="游明朝" panose="02020400000000000000" pitchFamily="18" charset="-128"/>
                  <a:ea typeface="游明朝" panose="02020400000000000000" pitchFamily="18" charset="-128"/>
                </a:rPr>
                <a:t>Pt</a:t>
              </a:r>
              <a:endParaRPr kumimoji="1" lang="ja-JP" altLang="en-US" sz="3200" dirty="0">
                <a:solidFill>
                  <a:srgbClr val="FF0000"/>
                </a:solidFill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grpSp>
          <p:nvGrpSpPr>
            <p:cNvPr id="254" name="グループ化 253">
              <a:extLst>
                <a:ext uri="{FF2B5EF4-FFF2-40B4-BE49-F238E27FC236}">
                  <a16:creationId xmlns:a16="http://schemas.microsoft.com/office/drawing/2014/main" id="{3A82B4E7-A4E0-4E68-E9A3-DAB5138326F9}"/>
                </a:ext>
              </a:extLst>
            </p:cNvPr>
            <p:cNvGrpSpPr/>
            <p:nvPr/>
          </p:nvGrpSpPr>
          <p:grpSpPr>
            <a:xfrm>
              <a:off x="3222158" y="3357397"/>
              <a:ext cx="436964" cy="980254"/>
              <a:chOff x="3205142" y="3337802"/>
              <a:chExt cx="436964" cy="980254"/>
            </a:xfrm>
          </p:grpSpPr>
          <p:grpSp>
            <p:nvGrpSpPr>
              <p:cNvPr id="253" name="グループ化 252">
                <a:extLst>
                  <a:ext uri="{FF2B5EF4-FFF2-40B4-BE49-F238E27FC236}">
                    <a16:creationId xmlns:a16="http://schemas.microsoft.com/office/drawing/2014/main" id="{2F5D0F1B-5ED1-977E-8BF3-9D8626FAAC75}"/>
                  </a:ext>
                </a:extLst>
              </p:cNvPr>
              <p:cNvGrpSpPr/>
              <p:nvPr/>
            </p:nvGrpSpPr>
            <p:grpSpPr>
              <a:xfrm>
                <a:off x="3205142" y="3940056"/>
                <a:ext cx="436964" cy="378000"/>
                <a:chOff x="3186993" y="3890286"/>
                <a:chExt cx="436964" cy="378000"/>
              </a:xfrm>
            </p:grpSpPr>
            <p:grpSp>
              <p:nvGrpSpPr>
                <p:cNvPr id="252" name="グループ化 251">
                  <a:extLst>
                    <a:ext uri="{FF2B5EF4-FFF2-40B4-BE49-F238E27FC236}">
                      <a16:creationId xmlns:a16="http://schemas.microsoft.com/office/drawing/2014/main" id="{7AE36199-E761-1028-AFEB-FB676C264180}"/>
                    </a:ext>
                  </a:extLst>
                </p:cNvPr>
                <p:cNvGrpSpPr/>
                <p:nvPr/>
              </p:nvGrpSpPr>
              <p:grpSpPr>
                <a:xfrm>
                  <a:off x="3218817" y="3890286"/>
                  <a:ext cx="378000" cy="378000"/>
                  <a:chOff x="3218817" y="3890286"/>
                  <a:chExt cx="468000" cy="468000"/>
                </a:xfrm>
              </p:grpSpPr>
              <p:sp>
                <p:nvSpPr>
                  <p:cNvPr id="17" name="楕円 16">
                    <a:extLst>
                      <a:ext uri="{FF2B5EF4-FFF2-40B4-BE49-F238E27FC236}">
                        <a16:creationId xmlns:a16="http://schemas.microsoft.com/office/drawing/2014/main" id="{629A58A9-D70F-CEA2-D7D6-768C6263C4E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3233043" y="3900886"/>
                    <a:ext cx="443937" cy="443937"/>
                  </a:xfrm>
                  <a:prstGeom prst="ellipse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810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 dirty="0"/>
                  </a:p>
                </p:txBody>
              </p:sp>
              <p:grpSp>
                <p:nvGrpSpPr>
                  <p:cNvPr id="146" name="グループ化 145">
                    <a:extLst>
                      <a:ext uri="{FF2B5EF4-FFF2-40B4-BE49-F238E27FC236}">
                        <a16:creationId xmlns:a16="http://schemas.microsoft.com/office/drawing/2014/main" id="{B3124257-23F7-C86D-1D4D-6E2505A04E33}"/>
                      </a:ext>
                    </a:extLst>
                  </p:cNvPr>
                  <p:cNvGrpSpPr/>
                  <p:nvPr/>
                </p:nvGrpSpPr>
                <p:grpSpPr>
                  <a:xfrm>
                    <a:off x="3218817" y="3910334"/>
                    <a:ext cx="468000" cy="447952"/>
                    <a:chOff x="590755" y="4857431"/>
                    <a:chExt cx="1152000" cy="1102651"/>
                  </a:xfrm>
                </p:grpSpPr>
                <p:cxnSp>
                  <p:nvCxnSpPr>
                    <p:cNvPr id="39" name="直線コネクタ 38">
                      <a:extLst>
                        <a:ext uri="{FF2B5EF4-FFF2-40B4-BE49-F238E27FC236}">
                          <a16:creationId xmlns:a16="http://schemas.microsoft.com/office/drawing/2014/main" id="{217C23F5-448A-C023-14F0-2A88864CE91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66755" y="4780806"/>
                      <a:ext cx="0" cy="115200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線コネクタ 39">
                      <a:extLst>
                        <a:ext uri="{FF2B5EF4-FFF2-40B4-BE49-F238E27FC236}">
                          <a16:creationId xmlns:a16="http://schemas.microsoft.com/office/drawing/2014/main" id="{23067613-42F9-F545-07E7-7502D9591A0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66755" y="4883608"/>
                      <a:ext cx="0" cy="115200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直線コネクタ 32">
                      <a:extLst>
                        <a:ext uri="{FF2B5EF4-FFF2-40B4-BE49-F238E27FC236}">
                          <a16:creationId xmlns:a16="http://schemas.microsoft.com/office/drawing/2014/main" id="{C4A75D00-A16D-78D7-1D58-25F8C79028D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66032" y="4694998"/>
                      <a:ext cx="0" cy="1123004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直線コネクタ 29">
                      <a:extLst>
                        <a:ext uri="{FF2B5EF4-FFF2-40B4-BE49-F238E27FC236}">
                          <a16:creationId xmlns:a16="http://schemas.microsoft.com/office/drawing/2014/main" id="{A42B8C04-5385-1428-B2CB-1BEF9F85FBA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65322" y="4624799"/>
                      <a:ext cx="0" cy="106067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直線コネクタ 37">
                      <a:extLst>
                        <a:ext uri="{FF2B5EF4-FFF2-40B4-BE49-F238E27FC236}">
                          <a16:creationId xmlns:a16="http://schemas.microsoft.com/office/drawing/2014/main" id="{39E57C23-E168-1807-B12A-0316B6F15E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59616" y="4573915"/>
                      <a:ext cx="0" cy="956836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線コネクタ 40">
                      <a:extLst>
                        <a:ext uri="{FF2B5EF4-FFF2-40B4-BE49-F238E27FC236}">
                          <a16:creationId xmlns:a16="http://schemas.microsoft.com/office/drawing/2014/main" id="{F684A3AF-4D1A-8A76-1255-53447948B10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70840" y="4565864"/>
                      <a:ext cx="0" cy="780185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線コネクタ 43">
                      <a:extLst>
                        <a:ext uri="{FF2B5EF4-FFF2-40B4-BE49-F238E27FC236}">
                          <a16:creationId xmlns:a16="http://schemas.microsoft.com/office/drawing/2014/main" id="{A57EFF0B-AA27-BF30-088F-8EE4392236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168892" y="4616491"/>
                      <a:ext cx="0" cy="48188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直線コネクタ 104">
                      <a:extLst>
                        <a:ext uri="{FF2B5EF4-FFF2-40B4-BE49-F238E27FC236}">
                          <a16:creationId xmlns:a16="http://schemas.microsoft.com/office/drawing/2014/main" id="{1F329EB4-B9EC-2983-3C0D-0932D39EA2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166136" y="5014627"/>
                      <a:ext cx="0" cy="109277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" name="直線コネクタ 105">
                      <a:extLst>
                        <a:ext uri="{FF2B5EF4-FFF2-40B4-BE49-F238E27FC236}">
                          <a16:creationId xmlns:a16="http://schemas.microsoft.com/office/drawing/2014/main" id="{FD06AAA4-9C9C-0EFD-EA28-A7B3B59B383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166827" y="5146321"/>
                      <a:ext cx="0" cy="1032114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" name="直線コネクタ 106">
                      <a:extLst>
                        <a:ext uri="{FF2B5EF4-FFF2-40B4-BE49-F238E27FC236}">
                          <a16:creationId xmlns:a16="http://schemas.microsoft.com/office/drawing/2014/main" id="{6D163BB4-3E69-F2E8-80FD-0B451B5583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163234" y="5314768"/>
                      <a:ext cx="0" cy="900822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直線コネクタ 107">
                      <a:extLst>
                        <a:ext uri="{FF2B5EF4-FFF2-40B4-BE49-F238E27FC236}">
                          <a16:creationId xmlns:a16="http://schemas.microsoft.com/office/drawing/2014/main" id="{E2E4652D-4A3E-E6AD-C5FF-5ED0AEF639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167931" y="5509247"/>
                      <a:ext cx="0" cy="704616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" name="直線コネクタ 108">
                      <a:extLst>
                        <a:ext uri="{FF2B5EF4-FFF2-40B4-BE49-F238E27FC236}">
                          <a16:creationId xmlns:a16="http://schemas.microsoft.com/office/drawing/2014/main" id="{7722B546-BD2C-D43E-562C-96F93A3909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V="1">
                      <a:off x="1161508" y="5809092"/>
                      <a:ext cx="0" cy="301979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5" name="グループ化 144">
                    <a:extLst>
                      <a:ext uri="{FF2B5EF4-FFF2-40B4-BE49-F238E27FC236}">
                        <a16:creationId xmlns:a16="http://schemas.microsoft.com/office/drawing/2014/main" id="{20908BC5-A654-0CA8-12DB-44C8D7BD326D}"/>
                      </a:ext>
                    </a:extLst>
                  </p:cNvPr>
                  <p:cNvGrpSpPr/>
                  <p:nvPr/>
                </p:nvGrpSpPr>
                <p:grpSpPr>
                  <a:xfrm>
                    <a:off x="3225941" y="3890286"/>
                    <a:ext cx="447952" cy="468000"/>
                    <a:chOff x="610547" y="4802914"/>
                    <a:chExt cx="1102651" cy="1152000"/>
                  </a:xfrm>
                </p:grpSpPr>
                <p:cxnSp>
                  <p:nvCxnSpPr>
                    <p:cNvPr id="117" name="直線コネクタ 116">
                      <a:extLst>
                        <a:ext uri="{FF2B5EF4-FFF2-40B4-BE49-F238E27FC236}">
                          <a16:creationId xmlns:a16="http://schemas.microsoft.com/office/drawing/2014/main" id="{47A89358-0D1E-D6B7-0A64-97AEEB3798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213822" y="4802914"/>
                      <a:ext cx="0" cy="115200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" name="直線コネクタ 117">
                      <a:extLst>
                        <a:ext uri="{FF2B5EF4-FFF2-40B4-BE49-F238E27FC236}">
                          <a16:creationId xmlns:a16="http://schemas.microsoft.com/office/drawing/2014/main" id="{FCE77D45-9172-7CAF-A78B-58B75D8380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11021" y="4802914"/>
                      <a:ext cx="0" cy="115200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" name="直線コネクタ 118">
                      <a:extLst>
                        <a:ext uri="{FF2B5EF4-FFF2-40B4-BE49-F238E27FC236}">
                          <a16:creationId xmlns:a16="http://schemas.microsoft.com/office/drawing/2014/main" id="{B8E31919-7ACD-ADB0-DAD4-44E5F9B6EE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314128" y="4816689"/>
                      <a:ext cx="0" cy="1123004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" name="直線コネクタ 119">
                      <a:extLst>
                        <a:ext uri="{FF2B5EF4-FFF2-40B4-BE49-F238E27FC236}">
                          <a16:creationId xmlns:a16="http://schemas.microsoft.com/office/drawing/2014/main" id="{DAF80204-7EAB-EEDE-DED4-1A08C5FFA65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415494" y="4847147"/>
                      <a:ext cx="0" cy="106067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直線コネクタ 120">
                      <a:extLst>
                        <a:ext uri="{FF2B5EF4-FFF2-40B4-BE49-F238E27FC236}">
                          <a16:creationId xmlns:a16="http://schemas.microsoft.com/office/drawing/2014/main" id="{EF140906-A841-A3D4-7740-5471AEC96A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518295" y="4893358"/>
                      <a:ext cx="0" cy="956835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直線コネクタ 121">
                      <a:extLst>
                        <a:ext uri="{FF2B5EF4-FFF2-40B4-BE49-F238E27FC236}">
                          <a16:creationId xmlns:a16="http://schemas.microsoft.com/office/drawing/2014/main" id="{17BBA4B2-E7B1-0DFE-C5F8-D196559FC3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614672" y="4992907"/>
                      <a:ext cx="0" cy="780185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線コネクタ 122">
                      <a:extLst>
                        <a:ext uri="{FF2B5EF4-FFF2-40B4-BE49-F238E27FC236}">
                          <a16:creationId xmlns:a16="http://schemas.microsoft.com/office/drawing/2014/main" id="{887813B1-1BC5-25E6-0D11-27AA931497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13198" y="5140112"/>
                      <a:ext cx="0" cy="48188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線コネクタ 123">
                      <a:extLst>
                        <a:ext uri="{FF2B5EF4-FFF2-40B4-BE49-F238E27FC236}">
                          <a16:creationId xmlns:a16="http://schemas.microsoft.com/office/drawing/2014/main" id="{80CA8743-BFE5-AD6E-3679-50A86FC354B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1009617" y="4831911"/>
                      <a:ext cx="0" cy="1092770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線コネクタ 124">
                      <a:extLst>
                        <a:ext uri="{FF2B5EF4-FFF2-40B4-BE49-F238E27FC236}">
                          <a16:creationId xmlns:a16="http://schemas.microsoft.com/office/drawing/2014/main" id="{014AF11C-083A-D800-B004-7CBB350552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908251" y="4862929"/>
                      <a:ext cx="0" cy="1032114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直線コネクタ 125">
                      <a:extLst>
                        <a:ext uri="{FF2B5EF4-FFF2-40B4-BE49-F238E27FC236}">
                          <a16:creationId xmlns:a16="http://schemas.microsoft.com/office/drawing/2014/main" id="{66D3F481-DEB3-0F70-BC76-128EEDCFA63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805449" y="4924982"/>
                      <a:ext cx="0" cy="900822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直線コネクタ 126">
                      <a:extLst>
                        <a:ext uri="{FF2B5EF4-FFF2-40B4-BE49-F238E27FC236}">
                          <a16:creationId xmlns:a16="http://schemas.microsoft.com/office/drawing/2014/main" id="{341CC321-3AB7-AA95-299C-B557F663EE4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>
                      <a:off x="709073" y="5027783"/>
                      <a:ext cx="0" cy="704616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" name="直線コネクタ 127">
                      <a:extLst>
                        <a:ext uri="{FF2B5EF4-FFF2-40B4-BE49-F238E27FC236}">
                          <a16:creationId xmlns:a16="http://schemas.microsoft.com/office/drawing/2014/main" id="{7E0D797D-5DB9-F812-56DB-2283EB0102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0547" y="5222678"/>
                      <a:ext cx="0" cy="301979"/>
                    </a:xfrm>
                    <a:prstGeom prst="line">
                      <a:avLst/>
                    </a:prstGeom>
                    <a:ln w="9525">
                      <a:solidFill>
                        <a:schemeClr val="bg2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7ACA518C-DACF-805A-6DC8-BF43483B008A}"/>
                    </a:ext>
                  </a:extLst>
                </p:cNvPr>
                <p:cNvGrpSpPr/>
                <p:nvPr/>
              </p:nvGrpSpPr>
              <p:grpSpPr>
                <a:xfrm rot="10800000">
                  <a:off x="3186993" y="4046453"/>
                  <a:ext cx="436964" cy="72334"/>
                  <a:chOff x="5046133" y="1989667"/>
                  <a:chExt cx="1255042" cy="194733"/>
                </a:xfrm>
              </p:grpSpPr>
              <p:sp>
                <p:nvSpPr>
                  <p:cNvPr id="19" name="フローチャート: 端子 18">
                    <a:extLst>
                      <a:ext uri="{FF2B5EF4-FFF2-40B4-BE49-F238E27FC236}">
                        <a16:creationId xmlns:a16="http://schemas.microsoft.com/office/drawing/2014/main" id="{ED9A55A3-351C-634E-C1ED-690F5854A312}"/>
                      </a:ext>
                    </a:extLst>
                  </p:cNvPr>
                  <p:cNvSpPr/>
                  <p:nvPr/>
                </p:nvSpPr>
                <p:spPr>
                  <a:xfrm>
                    <a:off x="5046133" y="1989667"/>
                    <a:ext cx="1255042" cy="194733"/>
                  </a:xfrm>
                  <a:prstGeom prst="flowChartTerminator">
                    <a:avLst/>
                  </a:prstGeom>
                  <a:solidFill>
                    <a:schemeClr val="bg2"/>
                  </a:solidFill>
                  <a:ln w="95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21" name="直線コネクタ 20">
                    <a:extLst>
                      <a:ext uri="{FF2B5EF4-FFF2-40B4-BE49-F238E27FC236}">
                        <a16:creationId xmlns:a16="http://schemas.microsoft.com/office/drawing/2014/main" id="{E8330080-7F73-8FE7-0976-BB38D24AE785}"/>
                      </a:ext>
                    </a:extLst>
                  </p:cNvPr>
                  <p:cNvCxnSpPr>
                    <a:cxnSpLocks/>
                    <a:endCxn id="19" idx="3"/>
                  </p:cNvCxnSpPr>
                  <p:nvPr/>
                </p:nvCxnSpPr>
                <p:spPr>
                  <a:xfrm>
                    <a:off x="5052705" y="2087033"/>
                    <a:ext cx="1248470" cy="1"/>
                  </a:xfrm>
                  <a:prstGeom prst="line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49" name="グループ化 148">
                <a:extLst>
                  <a:ext uri="{FF2B5EF4-FFF2-40B4-BE49-F238E27FC236}">
                    <a16:creationId xmlns:a16="http://schemas.microsoft.com/office/drawing/2014/main" id="{00EB44B8-22EE-8FE5-43FD-FAEFD3D47AC7}"/>
                  </a:ext>
                </a:extLst>
              </p:cNvPr>
              <p:cNvGrpSpPr/>
              <p:nvPr/>
            </p:nvGrpSpPr>
            <p:grpSpPr>
              <a:xfrm>
                <a:off x="3265806" y="3337802"/>
                <a:ext cx="321557" cy="669897"/>
                <a:chOff x="1125699" y="3657552"/>
                <a:chExt cx="321557" cy="669897"/>
              </a:xfrm>
            </p:grpSpPr>
            <p:sp>
              <p:nvSpPr>
                <p:cNvPr id="15" name="台形 14">
                  <a:extLst>
                    <a:ext uri="{FF2B5EF4-FFF2-40B4-BE49-F238E27FC236}">
                      <a16:creationId xmlns:a16="http://schemas.microsoft.com/office/drawing/2014/main" id="{A76D298A-CC77-A204-1187-4CB9AF9DBB30}"/>
                    </a:ext>
                  </a:extLst>
                </p:cNvPr>
                <p:cNvSpPr/>
                <p:nvPr/>
              </p:nvSpPr>
              <p:spPr>
                <a:xfrm>
                  <a:off x="1155969" y="3657552"/>
                  <a:ext cx="261017" cy="645673"/>
                </a:xfrm>
                <a:prstGeom prst="trapezoid">
                  <a:avLst/>
                </a:prstGeom>
                <a:solidFill>
                  <a:schemeClr val="tx1">
                    <a:lumMod val="85000"/>
                    <a:lumOff val="15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6" name="四角形: 角を丸くする 15">
                  <a:extLst>
                    <a:ext uri="{FF2B5EF4-FFF2-40B4-BE49-F238E27FC236}">
                      <a16:creationId xmlns:a16="http://schemas.microsoft.com/office/drawing/2014/main" id="{FA33E16C-2028-6AA1-06DC-AC323D74C081}"/>
                    </a:ext>
                  </a:extLst>
                </p:cNvPr>
                <p:cNvSpPr/>
                <p:nvPr/>
              </p:nvSpPr>
              <p:spPr>
                <a:xfrm rot="10800000">
                  <a:off x="1125699" y="4291150"/>
                  <a:ext cx="321557" cy="36299"/>
                </a:xfrm>
                <a:prstGeom prst="roundRect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152" name="フローチャート: 端子 151">
              <a:extLst>
                <a:ext uri="{FF2B5EF4-FFF2-40B4-BE49-F238E27FC236}">
                  <a16:creationId xmlns:a16="http://schemas.microsoft.com/office/drawing/2014/main" id="{E6F9EB39-2B19-44FB-9673-F7FFF0B43005}"/>
                </a:ext>
              </a:extLst>
            </p:cNvPr>
            <p:cNvSpPr/>
            <p:nvPr/>
          </p:nvSpPr>
          <p:spPr>
            <a:xfrm>
              <a:off x="2417622" y="5750542"/>
              <a:ext cx="2023274" cy="344292"/>
            </a:xfrm>
            <a:prstGeom prst="flowChartTermina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Auxiliary heater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EBF99F25-6429-900A-5F4D-3D9A49325348}"/>
                </a:ext>
              </a:extLst>
            </p:cNvPr>
            <p:cNvGrpSpPr/>
            <p:nvPr/>
          </p:nvGrpSpPr>
          <p:grpSpPr>
            <a:xfrm>
              <a:off x="2443856" y="5396014"/>
              <a:ext cx="1076665" cy="125898"/>
              <a:chOff x="1017572" y="5150585"/>
              <a:chExt cx="1076665" cy="125898"/>
            </a:xfrm>
          </p:grpSpPr>
          <p:sp>
            <p:nvSpPr>
              <p:cNvPr id="154" name="楕円 153">
                <a:extLst>
                  <a:ext uri="{FF2B5EF4-FFF2-40B4-BE49-F238E27FC236}">
                    <a16:creationId xmlns:a16="http://schemas.microsoft.com/office/drawing/2014/main" id="{27B3EEE2-E177-D03F-5247-0FD57A3218BA}"/>
                  </a:ext>
                </a:extLst>
              </p:cNvPr>
              <p:cNvSpPr/>
              <p:nvPr/>
            </p:nvSpPr>
            <p:spPr>
              <a:xfrm flipH="1">
                <a:off x="1017572" y="5150585"/>
                <a:ext cx="134160" cy="12589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55" name="フローチャート: 端子 154">
                <a:extLst>
                  <a:ext uri="{FF2B5EF4-FFF2-40B4-BE49-F238E27FC236}">
                    <a16:creationId xmlns:a16="http://schemas.microsoft.com/office/drawing/2014/main" id="{C3CF75C1-EDB1-20EE-F282-AA7BE24930F3}"/>
                  </a:ext>
                </a:extLst>
              </p:cNvPr>
              <p:cNvSpPr/>
              <p:nvPr/>
            </p:nvSpPr>
            <p:spPr>
              <a:xfrm>
                <a:off x="1151732" y="5173339"/>
                <a:ext cx="942505" cy="79440"/>
              </a:xfrm>
              <a:prstGeom prst="flowChartTerminator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0F4A30A8-CFE5-05D5-FE4C-05C732144DD2}"/>
                </a:ext>
              </a:extLst>
            </p:cNvPr>
            <p:cNvCxnSpPr>
              <a:cxnSpLocks/>
            </p:cNvCxnSpPr>
            <p:nvPr/>
          </p:nvCxnSpPr>
          <p:spPr>
            <a:xfrm>
              <a:off x="2510936" y="2721909"/>
              <a:ext cx="0" cy="267410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テキスト ボックス 171">
              <a:extLst>
                <a:ext uri="{FF2B5EF4-FFF2-40B4-BE49-F238E27FC236}">
                  <a16:creationId xmlns:a16="http://schemas.microsoft.com/office/drawing/2014/main" id="{237D0B9E-15BB-F3D3-DABE-590B365C93EF}"/>
                </a:ext>
              </a:extLst>
            </p:cNvPr>
            <p:cNvSpPr txBox="1"/>
            <p:nvPr/>
          </p:nvSpPr>
          <p:spPr>
            <a:xfrm>
              <a:off x="-61274" y="4506106"/>
              <a:ext cx="26259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Stirring rod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174" name="テキスト ボックス 173">
              <a:extLst>
                <a:ext uri="{FF2B5EF4-FFF2-40B4-BE49-F238E27FC236}">
                  <a16:creationId xmlns:a16="http://schemas.microsoft.com/office/drawing/2014/main" id="{85A33A5A-8B55-1C28-0C9D-93329DF8349D}"/>
                </a:ext>
              </a:extLst>
            </p:cNvPr>
            <p:cNvSpPr txBox="1"/>
            <p:nvPr/>
          </p:nvSpPr>
          <p:spPr>
            <a:xfrm>
              <a:off x="7149227" y="-1155158"/>
              <a:ext cx="1460634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Shunt</a:t>
              </a:r>
            </a:p>
            <a:p>
              <a:pPr algn="ctr"/>
              <a:r>
                <a:rPr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Resist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175" name="テキスト ボックス 174">
              <a:extLst>
                <a:ext uri="{FF2B5EF4-FFF2-40B4-BE49-F238E27FC236}">
                  <a16:creationId xmlns:a16="http://schemas.microsoft.com/office/drawing/2014/main" id="{72405FE9-8132-89AB-35B5-C151FE2FF60A}"/>
                </a:ext>
              </a:extLst>
            </p:cNvPr>
            <p:cNvSpPr txBox="1"/>
            <p:nvPr/>
          </p:nvSpPr>
          <p:spPr>
            <a:xfrm>
              <a:off x="9472596" y="118139"/>
              <a:ext cx="1325078" cy="646331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DC </a:t>
              </a:r>
            </a:p>
            <a:p>
              <a:pPr algn="ctr"/>
              <a:r>
                <a:rPr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power</a:t>
              </a:r>
              <a:endParaRPr kumimoji="1" lang="en-US" altLang="ja-JP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grpSp>
          <p:nvGrpSpPr>
            <p:cNvPr id="199" name="グループ化 198">
              <a:extLst>
                <a:ext uri="{FF2B5EF4-FFF2-40B4-BE49-F238E27FC236}">
                  <a16:creationId xmlns:a16="http://schemas.microsoft.com/office/drawing/2014/main" id="{DFE92A7E-F0CF-546E-66A5-79BF23702AF3}"/>
                </a:ext>
              </a:extLst>
            </p:cNvPr>
            <p:cNvGrpSpPr/>
            <p:nvPr/>
          </p:nvGrpSpPr>
          <p:grpSpPr>
            <a:xfrm>
              <a:off x="2872857" y="-849259"/>
              <a:ext cx="4276370" cy="2652659"/>
              <a:chOff x="2872857" y="-849259"/>
              <a:chExt cx="4276370" cy="2652659"/>
            </a:xfrm>
          </p:grpSpPr>
          <p:cxnSp>
            <p:nvCxnSpPr>
              <p:cNvPr id="182" name="直線コネクタ 181">
                <a:extLst>
                  <a:ext uri="{FF2B5EF4-FFF2-40B4-BE49-F238E27FC236}">
                    <a16:creationId xmlns:a16="http://schemas.microsoft.com/office/drawing/2014/main" id="{9ACE297E-96B3-DAF5-AD06-1AB7CBAA7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907" y="-849259"/>
                <a:ext cx="0" cy="26526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4" name="直線コネクタ 183">
                <a:extLst>
                  <a:ext uri="{FF2B5EF4-FFF2-40B4-BE49-F238E27FC236}">
                    <a16:creationId xmlns:a16="http://schemas.microsoft.com/office/drawing/2014/main" id="{DE0ADB53-482C-FB84-8A00-E5FEB1495F94}"/>
                  </a:ext>
                </a:extLst>
              </p:cNvPr>
              <p:cNvCxnSpPr>
                <a:cxnSpLocks/>
                <a:stCxn id="174" idx="1"/>
              </p:cNvCxnSpPr>
              <p:nvPr/>
            </p:nvCxnSpPr>
            <p:spPr>
              <a:xfrm flipH="1" flipV="1">
                <a:off x="2872857" y="-833384"/>
                <a:ext cx="4276370" cy="139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6" name="グループ化 205">
              <a:extLst>
                <a:ext uri="{FF2B5EF4-FFF2-40B4-BE49-F238E27FC236}">
                  <a16:creationId xmlns:a16="http://schemas.microsoft.com/office/drawing/2014/main" id="{9E2BAE32-59A8-6659-AF4A-63CD3183A454}"/>
                </a:ext>
              </a:extLst>
            </p:cNvPr>
            <p:cNvGrpSpPr/>
            <p:nvPr/>
          </p:nvGrpSpPr>
          <p:grpSpPr>
            <a:xfrm>
              <a:off x="3964402" y="762719"/>
              <a:ext cx="6220993" cy="1040680"/>
              <a:chOff x="3964402" y="762719"/>
              <a:chExt cx="6220993" cy="1040680"/>
            </a:xfrm>
          </p:grpSpPr>
          <p:grpSp>
            <p:nvGrpSpPr>
              <p:cNvPr id="200" name="グループ化 199">
                <a:extLst>
                  <a:ext uri="{FF2B5EF4-FFF2-40B4-BE49-F238E27FC236}">
                    <a16:creationId xmlns:a16="http://schemas.microsoft.com/office/drawing/2014/main" id="{788A41C1-AAD9-3549-BD6C-8EB59B096FF4}"/>
                  </a:ext>
                </a:extLst>
              </p:cNvPr>
              <p:cNvGrpSpPr/>
              <p:nvPr/>
            </p:nvGrpSpPr>
            <p:grpSpPr>
              <a:xfrm>
                <a:off x="3964402" y="1434066"/>
                <a:ext cx="6220993" cy="369333"/>
                <a:chOff x="2872857" y="-849259"/>
                <a:chExt cx="4276370" cy="2652659"/>
              </a:xfrm>
            </p:grpSpPr>
            <p:cxnSp>
              <p:nvCxnSpPr>
                <p:cNvPr id="201" name="直線コネクタ 200">
                  <a:extLst>
                    <a:ext uri="{FF2B5EF4-FFF2-40B4-BE49-F238E27FC236}">
                      <a16:creationId xmlns:a16="http://schemas.microsoft.com/office/drawing/2014/main" id="{CE16C5E0-A420-3E4B-51FD-12467A03F4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91907" y="-849259"/>
                  <a:ext cx="0" cy="2652659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直線コネクタ 201">
                  <a:extLst>
                    <a:ext uri="{FF2B5EF4-FFF2-40B4-BE49-F238E27FC236}">
                      <a16:creationId xmlns:a16="http://schemas.microsoft.com/office/drawing/2014/main" id="{9B61C2C0-78CD-2D19-9ACC-FF03CEF34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2872857" y="-833384"/>
                  <a:ext cx="4276370" cy="139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3" name="直線コネクタ 202">
                <a:extLst>
                  <a:ext uri="{FF2B5EF4-FFF2-40B4-BE49-F238E27FC236}">
                    <a16:creationId xmlns:a16="http://schemas.microsoft.com/office/drawing/2014/main" id="{CBBE7E46-6085-0EDC-5F1A-722E0EC6DE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68457" y="762719"/>
                <a:ext cx="0" cy="68931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グループ化 206">
              <a:extLst>
                <a:ext uri="{FF2B5EF4-FFF2-40B4-BE49-F238E27FC236}">
                  <a16:creationId xmlns:a16="http://schemas.microsoft.com/office/drawing/2014/main" id="{AB374018-BC67-3E38-C44C-27D1E3294778}"/>
                </a:ext>
              </a:extLst>
            </p:cNvPr>
            <p:cNvGrpSpPr/>
            <p:nvPr/>
          </p:nvGrpSpPr>
          <p:grpSpPr>
            <a:xfrm rot="5400000">
              <a:off x="8905748" y="-1145146"/>
              <a:ext cx="966824" cy="1558598"/>
              <a:chOff x="2872857" y="-849259"/>
              <a:chExt cx="4276370" cy="2652659"/>
            </a:xfrm>
          </p:grpSpPr>
          <p:cxnSp>
            <p:nvCxnSpPr>
              <p:cNvPr id="208" name="直線コネクタ 207">
                <a:extLst>
                  <a:ext uri="{FF2B5EF4-FFF2-40B4-BE49-F238E27FC236}">
                    <a16:creationId xmlns:a16="http://schemas.microsoft.com/office/drawing/2014/main" id="{0FA88E7B-0E86-F7B8-EB20-A07E6DAB7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1907" y="-849259"/>
                <a:ext cx="0" cy="265265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9" name="直線コネクタ 208">
                <a:extLst>
                  <a:ext uri="{FF2B5EF4-FFF2-40B4-BE49-F238E27FC236}">
                    <a16:creationId xmlns:a16="http://schemas.microsoft.com/office/drawing/2014/main" id="{8AB45361-19FF-4515-59B4-01E0E4F069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872857" y="-833384"/>
                <a:ext cx="4276370" cy="1392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0" name="テキスト ボックス 209">
              <a:extLst>
                <a:ext uri="{FF2B5EF4-FFF2-40B4-BE49-F238E27FC236}">
                  <a16:creationId xmlns:a16="http://schemas.microsoft.com/office/drawing/2014/main" id="{9FA6E4C3-0D6C-BAE4-115B-5FF6CCDB5C71}"/>
                </a:ext>
              </a:extLst>
            </p:cNvPr>
            <p:cNvSpPr txBox="1"/>
            <p:nvPr/>
          </p:nvSpPr>
          <p:spPr>
            <a:xfrm>
              <a:off x="4510712" y="182871"/>
              <a:ext cx="529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Tl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211" name="楕円 210">
              <a:extLst>
                <a:ext uri="{FF2B5EF4-FFF2-40B4-BE49-F238E27FC236}">
                  <a16:creationId xmlns:a16="http://schemas.microsoft.com/office/drawing/2014/main" id="{8F101840-C925-7F8A-9475-0B7AAC2801B0}"/>
                </a:ext>
              </a:extLst>
            </p:cNvPr>
            <p:cNvSpPr/>
            <p:nvPr/>
          </p:nvSpPr>
          <p:spPr>
            <a:xfrm>
              <a:off x="5351287" y="-8982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12" name="楕円 211">
              <a:extLst>
                <a:ext uri="{FF2B5EF4-FFF2-40B4-BE49-F238E27FC236}">
                  <a16:creationId xmlns:a16="http://schemas.microsoft.com/office/drawing/2014/main" id="{E1EA5E2A-BB69-1B2D-66B9-0F1454137EEE}"/>
                </a:ext>
              </a:extLst>
            </p:cNvPr>
            <p:cNvSpPr/>
            <p:nvPr/>
          </p:nvSpPr>
          <p:spPr>
            <a:xfrm>
              <a:off x="6354898" y="-8982"/>
              <a:ext cx="720000" cy="720000"/>
            </a:xfrm>
            <a:prstGeom prst="ellipse">
              <a:avLst/>
            </a:prstGeom>
            <a:solidFill>
              <a:schemeClr val="bg1"/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13" name="楕円 212">
              <a:extLst>
                <a:ext uri="{FF2B5EF4-FFF2-40B4-BE49-F238E27FC236}">
                  <a16:creationId xmlns:a16="http://schemas.microsoft.com/office/drawing/2014/main" id="{90541AA6-3214-B10F-6100-E3BEAD661F53}"/>
                </a:ext>
              </a:extLst>
            </p:cNvPr>
            <p:cNvSpPr/>
            <p:nvPr/>
          </p:nvSpPr>
          <p:spPr>
            <a:xfrm>
              <a:off x="3291607" y="4683038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15" name="テキスト ボックス 214">
              <a:extLst>
                <a:ext uri="{FF2B5EF4-FFF2-40B4-BE49-F238E27FC236}">
                  <a16:creationId xmlns:a16="http://schemas.microsoft.com/office/drawing/2014/main" id="{F881D593-C2A5-3083-01F9-0750E68D1562}"/>
                </a:ext>
              </a:extLst>
            </p:cNvPr>
            <p:cNvSpPr txBox="1"/>
            <p:nvPr/>
          </p:nvSpPr>
          <p:spPr>
            <a:xfrm>
              <a:off x="6492800" y="182871"/>
              <a:ext cx="529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V</a:t>
              </a:r>
              <a:r>
                <a:rPr kumimoji="1" lang="en-US" altLang="ja-JP" sz="14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2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216" name="テキスト ボックス 215">
              <a:extLst>
                <a:ext uri="{FF2B5EF4-FFF2-40B4-BE49-F238E27FC236}">
                  <a16:creationId xmlns:a16="http://schemas.microsoft.com/office/drawing/2014/main" id="{BC80C4A5-B215-BB7F-1EFB-E76914642768}"/>
                </a:ext>
              </a:extLst>
            </p:cNvPr>
            <p:cNvSpPr txBox="1"/>
            <p:nvPr/>
          </p:nvSpPr>
          <p:spPr>
            <a:xfrm>
              <a:off x="5514323" y="182871"/>
              <a:ext cx="5293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V</a:t>
              </a:r>
              <a:r>
                <a:rPr lang="en-US" altLang="ja-JP" sz="14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1</a:t>
              </a:r>
              <a:endParaRPr kumimoji="1" lang="ja-JP" altLang="en-US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cxnSp>
          <p:nvCxnSpPr>
            <p:cNvPr id="217" name="直線コネクタ 216">
              <a:extLst>
                <a:ext uri="{FF2B5EF4-FFF2-40B4-BE49-F238E27FC236}">
                  <a16:creationId xmlns:a16="http://schemas.microsoft.com/office/drawing/2014/main" id="{9E7ACD9D-4C24-ADC7-5D17-6CB7FDE41176}"/>
                </a:ext>
              </a:extLst>
            </p:cNvPr>
            <p:cNvCxnSpPr>
              <a:cxnSpLocks/>
            </p:cNvCxnSpPr>
            <p:nvPr/>
          </p:nvCxnSpPr>
          <p:spPr>
            <a:xfrm>
              <a:off x="4712745" y="-849259"/>
              <a:ext cx="0" cy="8402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0" name="直線コネクタ 219">
              <a:extLst>
                <a:ext uri="{FF2B5EF4-FFF2-40B4-BE49-F238E27FC236}">
                  <a16:creationId xmlns:a16="http://schemas.microsoft.com/office/drawing/2014/main" id="{297FCE92-E1FB-C491-8FEE-FE2916A1469E}"/>
                </a:ext>
              </a:extLst>
            </p:cNvPr>
            <p:cNvCxnSpPr>
              <a:cxnSpLocks/>
            </p:cNvCxnSpPr>
            <p:nvPr/>
          </p:nvCxnSpPr>
          <p:spPr>
            <a:xfrm>
              <a:off x="5711287" y="-849259"/>
              <a:ext cx="0" cy="8402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1" name="直線コネクタ 220">
              <a:extLst>
                <a:ext uri="{FF2B5EF4-FFF2-40B4-BE49-F238E27FC236}">
                  <a16:creationId xmlns:a16="http://schemas.microsoft.com/office/drawing/2014/main" id="{BD5A0AE8-A3BE-E579-4C2B-79DF8DBA6459}"/>
                </a:ext>
              </a:extLst>
            </p:cNvPr>
            <p:cNvCxnSpPr>
              <a:cxnSpLocks/>
            </p:cNvCxnSpPr>
            <p:nvPr/>
          </p:nvCxnSpPr>
          <p:spPr>
            <a:xfrm>
              <a:off x="6714898" y="-849259"/>
              <a:ext cx="0" cy="8402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直線コネクタ 221">
              <a:extLst>
                <a:ext uri="{FF2B5EF4-FFF2-40B4-BE49-F238E27FC236}">
                  <a16:creationId xmlns:a16="http://schemas.microsoft.com/office/drawing/2014/main" id="{D22313A9-7410-3D91-9C61-213911DC8369}"/>
                </a:ext>
              </a:extLst>
            </p:cNvPr>
            <p:cNvCxnSpPr>
              <a:cxnSpLocks/>
              <a:stCxn id="211" idx="4"/>
            </p:cNvCxnSpPr>
            <p:nvPr/>
          </p:nvCxnSpPr>
          <p:spPr>
            <a:xfrm>
              <a:off x="5711287" y="711018"/>
              <a:ext cx="0" cy="74101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30" name="グループ化 229">
              <a:extLst>
                <a:ext uri="{FF2B5EF4-FFF2-40B4-BE49-F238E27FC236}">
                  <a16:creationId xmlns:a16="http://schemas.microsoft.com/office/drawing/2014/main" id="{8C42EC00-91C7-A37F-47BD-E80669CAC46A}"/>
                </a:ext>
              </a:extLst>
            </p:cNvPr>
            <p:cNvGrpSpPr/>
            <p:nvPr/>
          </p:nvGrpSpPr>
          <p:grpSpPr>
            <a:xfrm>
              <a:off x="3431986" y="328848"/>
              <a:ext cx="903973" cy="3036853"/>
              <a:chOff x="3448772" y="328613"/>
              <a:chExt cx="903973" cy="2795763"/>
            </a:xfrm>
          </p:grpSpPr>
          <p:cxnSp>
            <p:nvCxnSpPr>
              <p:cNvPr id="181" name="直線コネクタ 180">
                <a:extLst>
                  <a:ext uri="{FF2B5EF4-FFF2-40B4-BE49-F238E27FC236}">
                    <a16:creationId xmlns:a16="http://schemas.microsoft.com/office/drawing/2014/main" id="{697A502A-80EC-564A-1767-B6C0FEF279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8772" y="328613"/>
                <a:ext cx="1886" cy="279576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直線コネクタ 223">
                <a:extLst>
                  <a:ext uri="{FF2B5EF4-FFF2-40B4-BE49-F238E27FC236}">
                    <a16:creationId xmlns:a16="http://schemas.microsoft.com/office/drawing/2014/main" id="{AA6C6A1D-2472-4563-5031-930BE7F9D2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48772" y="351018"/>
                <a:ext cx="903973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31" name="直線コネクタ 230">
              <a:extLst>
                <a:ext uri="{FF2B5EF4-FFF2-40B4-BE49-F238E27FC236}">
                  <a16:creationId xmlns:a16="http://schemas.microsoft.com/office/drawing/2014/main" id="{D557F4F6-3E91-BE2B-7CDB-2A08125FB3F9}"/>
                </a:ext>
              </a:extLst>
            </p:cNvPr>
            <p:cNvCxnSpPr>
              <a:cxnSpLocks/>
            </p:cNvCxnSpPr>
            <p:nvPr/>
          </p:nvCxnSpPr>
          <p:spPr>
            <a:xfrm>
              <a:off x="9081331" y="-849259"/>
              <a:ext cx="0" cy="121679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直線コネクタ 231">
              <a:extLst>
                <a:ext uri="{FF2B5EF4-FFF2-40B4-BE49-F238E27FC236}">
                  <a16:creationId xmlns:a16="http://schemas.microsoft.com/office/drawing/2014/main" id="{9ACB7B45-D646-E2A7-5551-74D1D26E5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4898" y="351018"/>
              <a:ext cx="2006433" cy="29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直線コネクタ 238">
              <a:extLst>
                <a:ext uri="{FF2B5EF4-FFF2-40B4-BE49-F238E27FC236}">
                  <a16:creationId xmlns:a16="http://schemas.microsoft.com/office/drawing/2014/main" id="{3D679DE8-F6F8-4E33-2C70-104B87EA4BB1}"/>
                </a:ext>
              </a:extLst>
            </p:cNvPr>
            <p:cNvCxnSpPr>
              <a:cxnSpLocks/>
            </p:cNvCxnSpPr>
            <p:nvPr/>
          </p:nvCxnSpPr>
          <p:spPr>
            <a:xfrm>
              <a:off x="4301191" y="2721909"/>
              <a:ext cx="3379" cy="31143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5" name="楕円 254">
              <a:extLst>
                <a:ext uri="{FF2B5EF4-FFF2-40B4-BE49-F238E27FC236}">
                  <a16:creationId xmlns:a16="http://schemas.microsoft.com/office/drawing/2014/main" id="{19452D4D-DC61-F1A5-FE0D-2B2435960CCB}"/>
                </a:ext>
              </a:extLst>
            </p:cNvPr>
            <p:cNvSpPr/>
            <p:nvPr/>
          </p:nvSpPr>
          <p:spPr>
            <a:xfrm>
              <a:off x="3367604" y="4581290"/>
              <a:ext cx="90000" cy="90000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6" name="楕円 255">
              <a:extLst>
                <a:ext uri="{FF2B5EF4-FFF2-40B4-BE49-F238E27FC236}">
                  <a16:creationId xmlns:a16="http://schemas.microsoft.com/office/drawing/2014/main" id="{BE2D7266-AE32-BC52-C547-5C0DB9E5E57C}"/>
                </a:ext>
              </a:extLst>
            </p:cNvPr>
            <p:cNvSpPr/>
            <p:nvPr/>
          </p:nvSpPr>
          <p:spPr>
            <a:xfrm>
              <a:off x="3378624" y="4434542"/>
              <a:ext cx="108000" cy="108000"/>
            </a:xfrm>
            <a:prstGeom prst="ellipse">
              <a:avLst/>
            </a:prstGeom>
            <a:solidFill>
              <a:schemeClr val="bg1"/>
            </a:solidFill>
            <a:ln w="31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79DE12E2-9DAE-03BC-1D41-425DE6BFC334}"/>
                </a:ext>
              </a:extLst>
            </p:cNvPr>
            <p:cNvSpPr txBox="1"/>
            <p:nvPr/>
          </p:nvSpPr>
          <p:spPr>
            <a:xfrm>
              <a:off x="203095" y="1179619"/>
              <a:ext cx="21473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E</a:t>
              </a:r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lectrode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E82C6E87-633F-B24C-118B-DCB2F46F9687}"/>
                </a:ext>
              </a:extLst>
            </p:cNvPr>
            <p:cNvGrpSpPr/>
            <p:nvPr/>
          </p:nvGrpSpPr>
          <p:grpSpPr>
            <a:xfrm>
              <a:off x="2148839" y="1548950"/>
              <a:ext cx="1643004" cy="380434"/>
              <a:chOff x="2148839" y="1548950"/>
              <a:chExt cx="1643004" cy="380434"/>
            </a:xfrm>
          </p:grpSpPr>
          <p:cxnSp>
            <p:nvCxnSpPr>
              <p:cNvPr id="5" name="直線矢印コネクタ 4">
                <a:extLst>
                  <a:ext uri="{FF2B5EF4-FFF2-40B4-BE49-F238E27FC236}">
                    <a16:creationId xmlns:a16="http://schemas.microsoft.com/office/drawing/2014/main" id="{09136354-D11F-18C9-0EE2-F437C4EAB705}"/>
                  </a:ext>
                </a:extLst>
              </p:cNvPr>
              <p:cNvCxnSpPr/>
              <p:nvPr/>
            </p:nvCxnSpPr>
            <p:spPr>
              <a:xfrm>
                <a:off x="2148840" y="1548951"/>
                <a:ext cx="548640" cy="38043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E515DDA-3D4C-411F-5D25-9F515240A6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8839" y="1548950"/>
                <a:ext cx="1643004" cy="32546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FFE3E09D-EDE4-5DAB-1AFE-79914CAA977C}"/>
                </a:ext>
              </a:extLst>
            </p:cNvPr>
            <p:cNvSpPr txBox="1"/>
            <p:nvPr/>
          </p:nvSpPr>
          <p:spPr>
            <a:xfrm>
              <a:off x="8910" y="2173109"/>
              <a:ext cx="26819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Hydrophone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71CD0D88-19BA-F98F-50EA-A98BCCB50EE1}"/>
                </a:ext>
              </a:extLst>
            </p:cNvPr>
            <p:cNvCxnSpPr>
              <a:cxnSpLocks/>
            </p:cNvCxnSpPr>
            <p:nvPr/>
          </p:nvCxnSpPr>
          <p:spPr>
            <a:xfrm>
              <a:off x="2510935" y="2483717"/>
              <a:ext cx="729371" cy="11653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04973149-8FF0-EDFF-1BD7-91DE0DB79531}"/>
                </a:ext>
              </a:extLst>
            </p:cNvPr>
            <p:cNvSpPr txBox="1"/>
            <p:nvPr/>
          </p:nvSpPr>
          <p:spPr>
            <a:xfrm>
              <a:off x="4909601" y="4943558"/>
              <a:ext cx="3216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Ultrapure water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8FB14408-7AFE-BDAD-1BBE-BE1D3F301D36}"/>
                </a:ext>
              </a:extLst>
            </p:cNvPr>
            <p:cNvCxnSpPr>
              <a:cxnSpLocks/>
            </p:cNvCxnSpPr>
            <p:nvPr/>
          </p:nvCxnSpPr>
          <p:spPr>
            <a:xfrm>
              <a:off x="1690782" y="5030075"/>
              <a:ext cx="726840" cy="2789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2CC67F17-2755-503D-1A5E-59B7508444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7291" y="4718513"/>
              <a:ext cx="502605" cy="2250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F5FC8B77-0118-A1F7-8DE6-F71518F19F76}"/>
                </a:ext>
              </a:extLst>
            </p:cNvPr>
            <p:cNvGrpSpPr/>
            <p:nvPr/>
          </p:nvGrpSpPr>
          <p:grpSpPr>
            <a:xfrm>
              <a:off x="3716280" y="2720351"/>
              <a:ext cx="92302" cy="1742280"/>
              <a:chOff x="6584723" y="2688542"/>
              <a:chExt cx="92302" cy="1800000"/>
            </a:xfrm>
          </p:grpSpPr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2FDD861A-8609-01AF-59B2-1D41EF8EEF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03320" y="2688542"/>
                <a:ext cx="0" cy="180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BA4E84C4-DCD1-9C85-37A0-203103327C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4703" y="2688542"/>
                <a:ext cx="0" cy="180000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48330C58-D353-9341-0E61-1BEA4FBA60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4723" y="2708755"/>
                <a:ext cx="9230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75664DB9-F3F5-E436-18F1-E0494AADE9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84723" y="4470208"/>
                <a:ext cx="92302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DDEAF853-AF3A-A237-0D4E-56EC6CCCA6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8300" y="2668331"/>
              <a:ext cx="842617" cy="645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85E90A2F-F11D-0338-5A65-F21629BDECBB}"/>
                </a:ext>
              </a:extLst>
            </p:cNvPr>
            <p:cNvSpPr txBox="1"/>
            <p:nvPr/>
          </p:nvSpPr>
          <p:spPr>
            <a:xfrm>
              <a:off x="4467708" y="2357430"/>
              <a:ext cx="298757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Thermocouple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2D5CB716-0D6D-93D8-C714-F9D7E77033BA}"/>
                </a:ext>
              </a:extLst>
            </p:cNvPr>
            <p:cNvSpPr txBox="1"/>
            <p:nvPr/>
          </p:nvSpPr>
          <p:spPr>
            <a:xfrm>
              <a:off x="4141347" y="1601081"/>
              <a:ext cx="24243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Voltmeter 1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sp>
          <p:nvSpPr>
            <p:cNvPr id="49" name="テキスト ボックス 48">
              <a:extLst>
                <a:ext uri="{FF2B5EF4-FFF2-40B4-BE49-F238E27FC236}">
                  <a16:creationId xmlns:a16="http://schemas.microsoft.com/office/drawing/2014/main" id="{D78EDC6C-1299-F381-D6B9-50AEA58B8A31}"/>
                </a:ext>
              </a:extLst>
            </p:cNvPr>
            <p:cNvSpPr txBox="1"/>
            <p:nvPr/>
          </p:nvSpPr>
          <p:spPr>
            <a:xfrm>
              <a:off x="6492800" y="1618732"/>
              <a:ext cx="29875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3200" dirty="0">
                  <a:latin typeface="游明朝" panose="02020400000000000000" pitchFamily="18" charset="-128"/>
                  <a:ea typeface="游明朝" panose="02020400000000000000" pitchFamily="18" charset="-128"/>
                </a:rPr>
                <a:t>Voltmeter 2</a:t>
              </a:r>
              <a:endParaRPr kumimoji="1" lang="ja-JP" altLang="en-US" sz="3200" dirty="0">
                <a:latin typeface="游明朝" panose="02020400000000000000" pitchFamily="18" charset="-128"/>
                <a:ea typeface="游明朝" panose="02020400000000000000" pitchFamily="18" charset="-128"/>
              </a:endParaRPr>
            </a:p>
          </p:txBody>
        </p:sp>
        <p:cxnSp>
          <p:nvCxnSpPr>
            <p:cNvPr id="50" name="直線矢印コネクタ 49">
              <a:extLst>
                <a:ext uri="{FF2B5EF4-FFF2-40B4-BE49-F238E27FC236}">
                  <a16:creationId xmlns:a16="http://schemas.microsoft.com/office/drawing/2014/main" id="{4DB4F8EF-07C1-B8F1-90AC-7B90988AE3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7619" y="806309"/>
              <a:ext cx="192350" cy="8124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C8DA2A91-FC69-38BE-CAA5-3ECAFE6CA3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2062" y="762719"/>
              <a:ext cx="115275" cy="8272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7665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34CB-A395-12E1-CCA0-D16CAE043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グループ化 198">
            <a:extLst>
              <a:ext uri="{FF2B5EF4-FFF2-40B4-BE49-F238E27FC236}">
                <a16:creationId xmlns:a16="http://schemas.microsoft.com/office/drawing/2014/main" id="{73BE5C56-9C32-AD89-D253-A055E6FD06D9}"/>
              </a:ext>
            </a:extLst>
          </p:cNvPr>
          <p:cNvGrpSpPr/>
          <p:nvPr/>
        </p:nvGrpSpPr>
        <p:grpSpPr>
          <a:xfrm>
            <a:off x="620452" y="207044"/>
            <a:ext cx="9778969" cy="7021749"/>
            <a:chOff x="-134291" y="250587"/>
            <a:chExt cx="9778969" cy="7021749"/>
          </a:xfrm>
        </p:grpSpPr>
        <p:sp>
          <p:nvSpPr>
            <p:cNvPr id="2" name="フローチャート: 論理積ゲート 1">
              <a:extLst>
                <a:ext uri="{FF2B5EF4-FFF2-40B4-BE49-F238E27FC236}">
                  <a16:creationId xmlns:a16="http://schemas.microsoft.com/office/drawing/2014/main" id="{D32988B1-DF79-DC16-E40B-D3E3A7E2C0B1}"/>
                </a:ext>
              </a:extLst>
            </p:cNvPr>
            <p:cNvSpPr/>
            <p:nvPr/>
          </p:nvSpPr>
          <p:spPr>
            <a:xfrm rot="5400000">
              <a:off x="1165955" y="2996973"/>
              <a:ext cx="3186001" cy="4066292"/>
            </a:xfrm>
            <a:prstGeom prst="flowChartDelay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1A65884D-3EDA-18CF-6D6C-813DAB23948A}"/>
                </a:ext>
              </a:extLst>
            </p:cNvPr>
            <p:cNvSpPr/>
            <p:nvPr/>
          </p:nvSpPr>
          <p:spPr>
            <a:xfrm>
              <a:off x="1089255" y="3440499"/>
              <a:ext cx="3347268" cy="213621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24A00C27-21FA-6608-6141-6E2FC9FD5339}"/>
                </a:ext>
              </a:extLst>
            </p:cNvPr>
            <p:cNvSpPr/>
            <p:nvPr/>
          </p:nvSpPr>
          <p:spPr>
            <a:xfrm>
              <a:off x="725807" y="3443898"/>
              <a:ext cx="4066293" cy="4412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F23406CC-F074-4350-E2F3-AE332B631BC6}"/>
                </a:ext>
              </a:extLst>
            </p:cNvPr>
            <p:cNvCxnSpPr>
              <a:cxnSpLocks/>
            </p:cNvCxnSpPr>
            <p:nvPr/>
          </p:nvCxnSpPr>
          <p:spPr>
            <a:xfrm>
              <a:off x="725809" y="3894681"/>
              <a:ext cx="4066291" cy="0"/>
            </a:xfrm>
            <a:prstGeom prst="lin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円弧 14">
              <a:extLst>
                <a:ext uri="{FF2B5EF4-FFF2-40B4-BE49-F238E27FC236}">
                  <a16:creationId xmlns:a16="http://schemas.microsoft.com/office/drawing/2014/main" id="{9831F3F3-BDC3-9E3D-A65B-9A82FF5937E6}"/>
                </a:ext>
              </a:extLst>
            </p:cNvPr>
            <p:cNvSpPr/>
            <p:nvPr/>
          </p:nvSpPr>
          <p:spPr>
            <a:xfrm>
              <a:off x="-134291" y="4565409"/>
              <a:ext cx="2427177" cy="2706927"/>
            </a:xfrm>
            <a:prstGeom prst="arc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1E977564-5719-EEFF-3BDC-61A09E8EF4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4891" y="6135162"/>
              <a:ext cx="108551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円弧 25">
              <a:extLst>
                <a:ext uri="{FF2B5EF4-FFF2-40B4-BE49-F238E27FC236}">
                  <a16:creationId xmlns:a16="http://schemas.microsoft.com/office/drawing/2014/main" id="{5B0BB43F-98AB-DCE9-1566-790C1EB4100B}"/>
                </a:ext>
              </a:extLst>
            </p:cNvPr>
            <p:cNvSpPr/>
            <p:nvPr/>
          </p:nvSpPr>
          <p:spPr>
            <a:xfrm rot="10800000">
              <a:off x="1668305" y="5201711"/>
              <a:ext cx="847341" cy="933451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EC3C172F-7234-30A1-7ABD-C5AB247C8EE9}"/>
                </a:ext>
              </a:extLst>
            </p:cNvPr>
            <p:cNvGrpSpPr/>
            <p:nvPr/>
          </p:nvGrpSpPr>
          <p:grpSpPr>
            <a:xfrm>
              <a:off x="1733871" y="5524436"/>
              <a:ext cx="285559" cy="288000"/>
              <a:chOff x="1778685" y="5666298"/>
              <a:chExt cx="288000" cy="288000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37201D4E-8324-5AA5-D277-0CD8075DB433}"/>
                  </a:ext>
                </a:extLst>
              </p:cNvPr>
              <p:cNvSpPr/>
              <p:nvPr/>
            </p:nvSpPr>
            <p:spPr>
              <a:xfrm>
                <a:off x="1778685" y="5666298"/>
                <a:ext cx="288000" cy="28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楕円 28">
                <a:extLst>
                  <a:ext uri="{FF2B5EF4-FFF2-40B4-BE49-F238E27FC236}">
                    <a16:creationId xmlns:a16="http://schemas.microsoft.com/office/drawing/2014/main" id="{35737A2F-24CC-DCB7-7265-10A3EAC11EE0}"/>
                  </a:ext>
                </a:extLst>
              </p:cNvPr>
              <p:cNvSpPr/>
              <p:nvPr/>
            </p:nvSpPr>
            <p:spPr>
              <a:xfrm>
                <a:off x="1868685" y="5756298"/>
                <a:ext cx="108000" cy="10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1" name="円弧 30">
              <a:extLst>
                <a:ext uri="{FF2B5EF4-FFF2-40B4-BE49-F238E27FC236}">
                  <a16:creationId xmlns:a16="http://schemas.microsoft.com/office/drawing/2014/main" id="{5CB063E5-EF0C-5C0C-0827-51D0AE22C8A6}"/>
                </a:ext>
              </a:extLst>
            </p:cNvPr>
            <p:cNvSpPr/>
            <p:nvPr/>
          </p:nvSpPr>
          <p:spPr>
            <a:xfrm rot="10800000">
              <a:off x="1888730" y="5722436"/>
              <a:ext cx="999718" cy="247769"/>
            </a:xfrm>
            <a:prstGeom prst="arc">
              <a:avLst>
                <a:gd name="adj1" fmla="val 16236377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弧 31">
              <a:extLst>
                <a:ext uri="{FF2B5EF4-FFF2-40B4-BE49-F238E27FC236}">
                  <a16:creationId xmlns:a16="http://schemas.microsoft.com/office/drawing/2014/main" id="{0E53C882-26E5-880F-B0F4-A6DDDADA7099}"/>
                </a:ext>
              </a:extLst>
            </p:cNvPr>
            <p:cNvSpPr/>
            <p:nvPr/>
          </p:nvSpPr>
          <p:spPr>
            <a:xfrm rot="5167115">
              <a:off x="1675068" y="5461883"/>
              <a:ext cx="396000" cy="392643"/>
            </a:xfrm>
            <a:prstGeom prst="arc">
              <a:avLst>
                <a:gd name="adj1" fmla="val 15170604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円弧 32">
              <a:extLst>
                <a:ext uri="{FF2B5EF4-FFF2-40B4-BE49-F238E27FC236}">
                  <a16:creationId xmlns:a16="http://schemas.microsoft.com/office/drawing/2014/main" id="{1BA68C0F-BC97-D805-B802-17C69A9F63A6}"/>
                </a:ext>
              </a:extLst>
            </p:cNvPr>
            <p:cNvSpPr/>
            <p:nvPr/>
          </p:nvSpPr>
          <p:spPr>
            <a:xfrm rot="2777090">
              <a:off x="1829253" y="5503863"/>
              <a:ext cx="120046" cy="233616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円弧 33">
              <a:extLst>
                <a:ext uri="{FF2B5EF4-FFF2-40B4-BE49-F238E27FC236}">
                  <a16:creationId xmlns:a16="http://schemas.microsoft.com/office/drawing/2014/main" id="{6E57B749-6845-B71E-B959-E3563E67986E}"/>
                </a:ext>
              </a:extLst>
            </p:cNvPr>
            <p:cNvSpPr/>
            <p:nvPr/>
          </p:nvSpPr>
          <p:spPr>
            <a:xfrm>
              <a:off x="1780886" y="5510820"/>
              <a:ext cx="119028" cy="227490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弧 34">
              <a:extLst>
                <a:ext uri="{FF2B5EF4-FFF2-40B4-BE49-F238E27FC236}">
                  <a16:creationId xmlns:a16="http://schemas.microsoft.com/office/drawing/2014/main" id="{DC99157C-2D6F-1377-ADD9-283FA9EE7F18}"/>
                </a:ext>
              </a:extLst>
            </p:cNvPr>
            <p:cNvSpPr/>
            <p:nvPr/>
          </p:nvSpPr>
          <p:spPr>
            <a:xfrm rot="18697829">
              <a:off x="1761043" y="5551241"/>
              <a:ext cx="120046" cy="231808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弧 35">
              <a:extLst>
                <a:ext uri="{FF2B5EF4-FFF2-40B4-BE49-F238E27FC236}">
                  <a16:creationId xmlns:a16="http://schemas.microsoft.com/office/drawing/2014/main" id="{4AA6229D-76B4-65BE-17BE-6E138BFF7EE2}"/>
                </a:ext>
              </a:extLst>
            </p:cNvPr>
            <p:cNvSpPr/>
            <p:nvPr/>
          </p:nvSpPr>
          <p:spPr>
            <a:xfrm rot="14977061">
              <a:off x="1786760" y="5591666"/>
              <a:ext cx="120046" cy="235751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弧 36">
              <a:extLst>
                <a:ext uri="{FF2B5EF4-FFF2-40B4-BE49-F238E27FC236}">
                  <a16:creationId xmlns:a16="http://schemas.microsoft.com/office/drawing/2014/main" id="{DA1EB59C-BBA4-BC29-E547-8CDE7EFC8869}"/>
                </a:ext>
              </a:extLst>
            </p:cNvPr>
            <p:cNvSpPr/>
            <p:nvPr/>
          </p:nvSpPr>
          <p:spPr>
            <a:xfrm rot="10800000">
              <a:off x="1851086" y="5590130"/>
              <a:ext cx="119028" cy="237767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弧 37">
              <a:extLst>
                <a:ext uri="{FF2B5EF4-FFF2-40B4-BE49-F238E27FC236}">
                  <a16:creationId xmlns:a16="http://schemas.microsoft.com/office/drawing/2014/main" id="{6E0EFEED-2A1F-208F-2C3A-0FB91FEE2A81}"/>
                </a:ext>
              </a:extLst>
            </p:cNvPr>
            <p:cNvSpPr/>
            <p:nvPr/>
          </p:nvSpPr>
          <p:spPr>
            <a:xfrm rot="7208585">
              <a:off x="1886437" y="5540041"/>
              <a:ext cx="120046" cy="207745"/>
            </a:xfrm>
            <a:prstGeom prst="arc">
              <a:avLst>
                <a:gd name="adj1" fmla="val 17115308"/>
                <a:gd name="adj2" fmla="val 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1096E244-D868-4201-9FB1-37ABB2BAEA5E}"/>
                </a:ext>
              </a:extLst>
            </p:cNvPr>
            <p:cNvSpPr/>
            <p:nvPr/>
          </p:nvSpPr>
          <p:spPr>
            <a:xfrm>
              <a:off x="2291387" y="4949574"/>
              <a:ext cx="869012" cy="21880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400" dirty="0">
                  <a:latin typeface="Century" panose="02040604050505020304" pitchFamily="18" charset="0"/>
                </a:rPr>
                <a:t>Core</a:t>
              </a:r>
              <a:endParaRPr kumimoji="1" lang="ja-JP" altLang="en-US" sz="1400" dirty="0">
                <a:latin typeface="Century" panose="02040604050505020304" pitchFamily="18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2A004A18-7819-DB46-35DD-07D033ADC82E}"/>
                </a:ext>
              </a:extLst>
            </p:cNvPr>
            <p:cNvSpPr txBox="1"/>
            <p:nvPr/>
          </p:nvSpPr>
          <p:spPr>
            <a:xfrm>
              <a:off x="2295266" y="5176080"/>
              <a:ext cx="858813" cy="5232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Cold</a:t>
              </a: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Sodium</a:t>
              </a:r>
              <a:endParaRPr kumimoji="1" lang="ja-JP" altLang="en-US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6" name="円弧 15">
              <a:extLst>
                <a:ext uri="{FF2B5EF4-FFF2-40B4-BE49-F238E27FC236}">
                  <a16:creationId xmlns:a16="http://schemas.microsoft.com/office/drawing/2014/main" id="{4F1C157F-233F-7400-712F-CDFD69FDDE73}"/>
                </a:ext>
              </a:extLst>
            </p:cNvPr>
            <p:cNvSpPr/>
            <p:nvPr/>
          </p:nvSpPr>
          <p:spPr>
            <a:xfrm rot="16200000">
              <a:off x="3124357" y="4601576"/>
              <a:ext cx="2627530" cy="2548594"/>
            </a:xfrm>
            <a:prstGeom prst="arc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DF51CC35-AF88-51A0-82C6-E329403BBD0F}"/>
                </a:ext>
              </a:extLst>
            </p:cNvPr>
            <p:cNvSpPr/>
            <p:nvPr/>
          </p:nvSpPr>
          <p:spPr>
            <a:xfrm>
              <a:off x="2295497" y="5699300"/>
              <a:ext cx="860800" cy="18185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150B88A7-C1AC-2E65-C916-42AFC9CA5284}"/>
                </a:ext>
              </a:extLst>
            </p:cNvPr>
            <p:cNvCxnSpPr>
              <a:cxnSpLocks/>
            </p:cNvCxnSpPr>
            <p:nvPr/>
          </p:nvCxnSpPr>
          <p:spPr>
            <a:xfrm>
              <a:off x="3160408" y="4382561"/>
              <a:ext cx="0" cy="176212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43EEF526-6D46-0A55-84DB-F6A737A33250}"/>
                </a:ext>
              </a:extLst>
            </p:cNvPr>
            <p:cNvCxnSpPr>
              <a:cxnSpLocks/>
            </p:cNvCxnSpPr>
            <p:nvPr/>
          </p:nvCxnSpPr>
          <p:spPr>
            <a:xfrm>
              <a:off x="2291388" y="4382561"/>
              <a:ext cx="0" cy="158764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FBA02ECD-E552-3F42-0A19-FC6EE40722D0}"/>
                </a:ext>
              </a:extLst>
            </p:cNvPr>
            <p:cNvSpPr/>
            <p:nvPr/>
          </p:nvSpPr>
          <p:spPr>
            <a:xfrm>
              <a:off x="1093541" y="3718855"/>
              <a:ext cx="3336325" cy="16630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557CE19C-96FA-1FDF-D724-8DEDA9A48E4E}"/>
                </a:ext>
              </a:extLst>
            </p:cNvPr>
            <p:cNvCxnSpPr/>
            <p:nvPr/>
          </p:nvCxnSpPr>
          <p:spPr>
            <a:xfrm>
              <a:off x="4429866" y="3623302"/>
              <a:ext cx="0" cy="94210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15BE7858-3D3F-5F51-E4A5-29ED4D941EB1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00" y="3713417"/>
              <a:ext cx="33407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813E39-05D5-F961-BF87-741F217890B5}"/>
                </a:ext>
              </a:extLst>
            </p:cNvPr>
            <p:cNvCxnSpPr/>
            <p:nvPr/>
          </p:nvCxnSpPr>
          <p:spPr>
            <a:xfrm>
              <a:off x="1084813" y="3623302"/>
              <a:ext cx="0" cy="94210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77C2F127-D893-0A37-68A6-ADAD89170979}"/>
                </a:ext>
              </a:extLst>
            </p:cNvPr>
            <p:cNvCxnSpPr>
              <a:cxnSpLocks/>
            </p:cNvCxnSpPr>
            <p:nvPr/>
          </p:nvCxnSpPr>
          <p:spPr>
            <a:xfrm>
              <a:off x="725807" y="3429000"/>
              <a:ext cx="0" cy="47105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B4E7E0A5-D043-23D8-F6DC-9D3FC5403B02}"/>
                </a:ext>
              </a:extLst>
            </p:cNvPr>
            <p:cNvCxnSpPr>
              <a:cxnSpLocks/>
            </p:cNvCxnSpPr>
            <p:nvPr/>
          </p:nvCxnSpPr>
          <p:spPr>
            <a:xfrm>
              <a:off x="725807" y="3442198"/>
              <a:ext cx="4066291" cy="0"/>
            </a:xfrm>
            <a:prstGeom prst="line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テキスト ボックス 100">
              <a:extLst>
                <a:ext uri="{FF2B5EF4-FFF2-40B4-BE49-F238E27FC236}">
                  <a16:creationId xmlns:a16="http://schemas.microsoft.com/office/drawing/2014/main" id="{49214A75-2968-6F84-770E-E700489EC852}"/>
                </a:ext>
              </a:extLst>
            </p:cNvPr>
            <p:cNvSpPr txBox="1"/>
            <p:nvPr/>
          </p:nvSpPr>
          <p:spPr>
            <a:xfrm>
              <a:off x="1119371" y="3966784"/>
              <a:ext cx="8588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Hot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Sodium</a:t>
              </a:r>
              <a:endParaRPr kumimoji="1" lang="ja-JP" altLang="en-US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02" name="テキスト ボックス 101">
              <a:extLst>
                <a:ext uri="{FF2B5EF4-FFF2-40B4-BE49-F238E27FC236}">
                  <a16:creationId xmlns:a16="http://schemas.microsoft.com/office/drawing/2014/main" id="{A09B416B-0D18-0D57-51F4-2214C6CD2AAF}"/>
                </a:ext>
              </a:extLst>
            </p:cNvPr>
            <p:cNvSpPr txBox="1"/>
            <p:nvPr/>
          </p:nvSpPr>
          <p:spPr>
            <a:xfrm>
              <a:off x="2332743" y="1789508"/>
              <a:ext cx="8588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Control</a:t>
              </a: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Rods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12" name="フローチャート: 論理積ゲート 111">
              <a:extLst>
                <a:ext uri="{FF2B5EF4-FFF2-40B4-BE49-F238E27FC236}">
                  <a16:creationId xmlns:a16="http://schemas.microsoft.com/office/drawing/2014/main" id="{4FE6758B-8F1C-F422-6C82-9830856CB15E}"/>
                </a:ext>
              </a:extLst>
            </p:cNvPr>
            <p:cNvSpPr/>
            <p:nvPr/>
          </p:nvSpPr>
          <p:spPr>
            <a:xfrm rot="5400000">
              <a:off x="2577115" y="4275230"/>
              <a:ext cx="2666900" cy="589703"/>
            </a:xfrm>
            <a:custGeom>
              <a:avLst/>
              <a:gdLst>
                <a:gd name="connsiteX0" fmla="*/ 0 w 3376583"/>
                <a:gd name="connsiteY0" fmla="*/ 0 h 1302630"/>
                <a:gd name="connsiteX1" fmla="*/ 1688292 w 3376583"/>
                <a:gd name="connsiteY1" fmla="*/ 0 h 1302630"/>
                <a:gd name="connsiteX2" fmla="*/ 3376584 w 3376583"/>
                <a:gd name="connsiteY2" fmla="*/ 651315 h 1302630"/>
                <a:gd name="connsiteX3" fmla="*/ 1688292 w 3376583"/>
                <a:gd name="connsiteY3" fmla="*/ 1302630 h 1302630"/>
                <a:gd name="connsiteX4" fmla="*/ 0 w 3376583"/>
                <a:gd name="connsiteY4" fmla="*/ 1302630 h 1302630"/>
                <a:gd name="connsiteX5" fmla="*/ 0 w 3376583"/>
                <a:gd name="connsiteY5" fmla="*/ 0 h 1302630"/>
                <a:gd name="connsiteX0" fmla="*/ 0 w 3388041"/>
                <a:gd name="connsiteY0" fmla="*/ 0 h 1302630"/>
                <a:gd name="connsiteX1" fmla="*/ 2177245 w 3388041"/>
                <a:gd name="connsiteY1" fmla="*/ 25400 h 1302630"/>
                <a:gd name="connsiteX2" fmla="*/ 3376584 w 3388041"/>
                <a:gd name="connsiteY2" fmla="*/ 651315 h 1302630"/>
                <a:gd name="connsiteX3" fmla="*/ 1688292 w 3388041"/>
                <a:gd name="connsiteY3" fmla="*/ 1302630 h 1302630"/>
                <a:gd name="connsiteX4" fmla="*/ 0 w 3388041"/>
                <a:gd name="connsiteY4" fmla="*/ 1302630 h 1302630"/>
                <a:gd name="connsiteX5" fmla="*/ 0 w 3388041"/>
                <a:gd name="connsiteY5" fmla="*/ 0 h 1302630"/>
                <a:gd name="connsiteX0" fmla="*/ 0 w 3376596"/>
                <a:gd name="connsiteY0" fmla="*/ 0 h 1308980"/>
                <a:gd name="connsiteX1" fmla="*/ 2177245 w 3376596"/>
                <a:gd name="connsiteY1" fmla="*/ 25400 h 1308980"/>
                <a:gd name="connsiteX2" fmla="*/ 3376584 w 3376596"/>
                <a:gd name="connsiteY2" fmla="*/ 651315 h 1308980"/>
                <a:gd name="connsiteX3" fmla="*/ 2164545 w 3376596"/>
                <a:gd name="connsiteY3" fmla="*/ 1308980 h 1308980"/>
                <a:gd name="connsiteX4" fmla="*/ 0 w 3376596"/>
                <a:gd name="connsiteY4" fmla="*/ 1302630 h 1308980"/>
                <a:gd name="connsiteX5" fmla="*/ 0 w 3376596"/>
                <a:gd name="connsiteY5" fmla="*/ 0 h 1308980"/>
                <a:gd name="connsiteX0" fmla="*/ 0 w 3376596"/>
                <a:gd name="connsiteY0" fmla="*/ 0 h 1308980"/>
                <a:gd name="connsiteX1" fmla="*/ 2177245 w 3376596"/>
                <a:gd name="connsiteY1" fmla="*/ 25400 h 1308980"/>
                <a:gd name="connsiteX2" fmla="*/ 3376584 w 3376596"/>
                <a:gd name="connsiteY2" fmla="*/ 651315 h 1308980"/>
                <a:gd name="connsiteX3" fmla="*/ 2164545 w 3376596"/>
                <a:gd name="connsiteY3" fmla="*/ 1308980 h 1308980"/>
                <a:gd name="connsiteX4" fmla="*/ 0 w 3376596"/>
                <a:gd name="connsiteY4" fmla="*/ 1302630 h 1308980"/>
                <a:gd name="connsiteX5" fmla="*/ 0 w 3376596"/>
                <a:gd name="connsiteY5" fmla="*/ 0 h 1308980"/>
                <a:gd name="connsiteX0" fmla="*/ 0 w 3550051"/>
                <a:gd name="connsiteY0" fmla="*/ 0 h 1302630"/>
                <a:gd name="connsiteX1" fmla="*/ 2177245 w 3550051"/>
                <a:gd name="connsiteY1" fmla="*/ 25400 h 1302630"/>
                <a:gd name="connsiteX2" fmla="*/ 3376584 w 3550051"/>
                <a:gd name="connsiteY2" fmla="*/ 651315 h 1302630"/>
                <a:gd name="connsiteX3" fmla="*/ 2907495 w 3550051"/>
                <a:gd name="connsiteY3" fmla="*/ 1302630 h 1302630"/>
                <a:gd name="connsiteX4" fmla="*/ 0 w 3550051"/>
                <a:gd name="connsiteY4" fmla="*/ 1302630 h 1302630"/>
                <a:gd name="connsiteX5" fmla="*/ 0 w 3550051"/>
                <a:gd name="connsiteY5" fmla="*/ 0 h 1302630"/>
                <a:gd name="connsiteX0" fmla="*/ 0 w 3405220"/>
                <a:gd name="connsiteY0" fmla="*/ 0 h 1302630"/>
                <a:gd name="connsiteX1" fmla="*/ 2177245 w 3405220"/>
                <a:gd name="connsiteY1" fmla="*/ 25400 h 1302630"/>
                <a:gd name="connsiteX2" fmla="*/ 3376584 w 3405220"/>
                <a:gd name="connsiteY2" fmla="*/ 651315 h 1302630"/>
                <a:gd name="connsiteX3" fmla="*/ 2907495 w 3405220"/>
                <a:gd name="connsiteY3" fmla="*/ 1302630 h 1302630"/>
                <a:gd name="connsiteX4" fmla="*/ 0 w 3405220"/>
                <a:gd name="connsiteY4" fmla="*/ 1302630 h 1302630"/>
                <a:gd name="connsiteX5" fmla="*/ 0 w 3405220"/>
                <a:gd name="connsiteY5" fmla="*/ 0 h 1302630"/>
                <a:gd name="connsiteX0" fmla="*/ 0 w 3402901"/>
                <a:gd name="connsiteY0" fmla="*/ 0 h 1302630"/>
                <a:gd name="connsiteX1" fmla="*/ 2177245 w 3402901"/>
                <a:gd name="connsiteY1" fmla="*/ 25400 h 1302630"/>
                <a:gd name="connsiteX2" fmla="*/ 3376584 w 3402901"/>
                <a:gd name="connsiteY2" fmla="*/ 651315 h 1302630"/>
                <a:gd name="connsiteX3" fmla="*/ 2907495 w 3402901"/>
                <a:gd name="connsiteY3" fmla="*/ 1302630 h 1302630"/>
                <a:gd name="connsiteX4" fmla="*/ 0 w 3402901"/>
                <a:gd name="connsiteY4" fmla="*/ 1302630 h 1302630"/>
                <a:gd name="connsiteX5" fmla="*/ 0 w 3402901"/>
                <a:gd name="connsiteY5" fmla="*/ 0 h 1302630"/>
                <a:gd name="connsiteX0" fmla="*/ 0 w 3432879"/>
                <a:gd name="connsiteY0" fmla="*/ 0 h 1302630"/>
                <a:gd name="connsiteX1" fmla="*/ 2177245 w 3432879"/>
                <a:gd name="connsiteY1" fmla="*/ 25400 h 1302630"/>
                <a:gd name="connsiteX2" fmla="*/ 3408337 w 3432879"/>
                <a:gd name="connsiteY2" fmla="*/ 638615 h 1302630"/>
                <a:gd name="connsiteX3" fmla="*/ 2907495 w 3432879"/>
                <a:gd name="connsiteY3" fmla="*/ 1302630 h 1302630"/>
                <a:gd name="connsiteX4" fmla="*/ 0 w 3432879"/>
                <a:gd name="connsiteY4" fmla="*/ 1302630 h 1302630"/>
                <a:gd name="connsiteX5" fmla="*/ 0 w 3432879"/>
                <a:gd name="connsiteY5" fmla="*/ 0 h 1302630"/>
                <a:gd name="connsiteX0" fmla="*/ 0 w 3408404"/>
                <a:gd name="connsiteY0" fmla="*/ 0 h 1302630"/>
                <a:gd name="connsiteX1" fmla="*/ 2177245 w 3408404"/>
                <a:gd name="connsiteY1" fmla="*/ 25400 h 1302630"/>
                <a:gd name="connsiteX2" fmla="*/ 3408337 w 3408404"/>
                <a:gd name="connsiteY2" fmla="*/ 638615 h 1302630"/>
                <a:gd name="connsiteX3" fmla="*/ 2907495 w 3408404"/>
                <a:gd name="connsiteY3" fmla="*/ 1302630 h 1302630"/>
                <a:gd name="connsiteX4" fmla="*/ 0 w 3408404"/>
                <a:gd name="connsiteY4" fmla="*/ 1302630 h 1302630"/>
                <a:gd name="connsiteX5" fmla="*/ 0 w 3408404"/>
                <a:gd name="connsiteY5" fmla="*/ 0 h 1302630"/>
                <a:gd name="connsiteX0" fmla="*/ 0 w 3402056"/>
                <a:gd name="connsiteY0" fmla="*/ 0 h 1302630"/>
                <a:gd name="connsiteX1" fmla="*/ 2177245 w 3402056"/>
                <a:gd name="connsiteY1" fmla="*/ 25400 h 1302630"/>
                <a:gd name="connsiteX2" fmla="*/ 3401987 w 3402056"/>
                <a:gd name="connsiteY2" fmla="*/ 657665 h 1302630"/>
                <a:gd name="connsiteX3" fmla="*/ 2907495 w 3402056"/>
                <a:gd name="connsiteY3" fmla="*/ 1302630 h 1302630"/>
                <a:gd name="connsiteX4" fmla="*/ 0 w 3402056"/>
                <a:gd name="connsiteY4" fmla="*/ 1302630 h 1302630"/>
                <a:gd name="connsiteX5" fmla="*/ 0 w 3402056"/>
                <a:gd name="connsiteY5" fmla="*/ 0 h 1302630"/>
                <a:gd name="connsiteX0" fmla="*/ 0 w 3501305"/>
                <a:gd name="connsiteY0" fmla="*/ 0 h 1302630"/>
                <a:gd name="connsiteX1" fmla="*/ 2901145 w 3501305"/>
                <a:gd name="connsiteY1" fmla="*/ 25400 h 1302630"/>
                <a:gd name="connsiteX2" fmla="*/ 3401987 w 3501305"/>
                <a:gd name="connsiteY2" fmla="*/ 657665 h 1302630"/>
                <a:gd name="connsiteX3" fmla="*/ 2907495 w 3501305"/>
                <a:gd name="connsiteY3" fmla="*/ 1302630 h 1302630"/>
                <a:gd name="connsiteX4" fmla="*/ 0 w 3501305"/>
                <a:gd name="connsiteY4" fmla="*/ 1302630 h 1302630"/>
                <a:gd name="connsiteX5" fmla="*/ 0 w 3501305"/>
                <a:gd name="connsiteY5" fmla="*/ 0 h 1302630"/>
                <a:gd name="connsiteX0" fmla="*/ 0 w 3401990"/>
                <a:gd name="connsiteY0" fmla="*/ 0 h 1302630"/>
                <a:gd name="connsiteX1" fmla="*/ 2901145 w 3401990"/>
                <a:gd name="connsiteY1" fmla="*/ 25400 h 1302630"/>
                <a:gd name="connsiteX2" fmla="*/ 3401987 w 3401990"/>
                <a:gd name="connsiteY2" fmla="*/ 657665 h 1302630"/>
                <a:gd name="connsiteX3" fmla="*/ 2907495 w 3401990"/>
                <a:gd name="connsiteY3" fmla="*/ 1302630 h 1302630"/>
                <a:gd name="connsiteX4" fmla="*/ 0 w 3401990"/>
                <a:gd name="connsiteY4" fmla="*/ 1302630 h 1302630"/>
                <a:gd name="connsiteX5" fmla="*/ 0 w 3401990"/>
                <a:gd name="connsiteY5" fmla="*/ 0 h 1302630"/>
                <a:gd name="connsiteX0" fmla="*/ 0 w 3402222"/>
                <a:gd name="connsiteY0" fmla="*/ 0 h 1302630"/>
                <a:gd name="connsiteX1" fmla="*/ 2932895 w 3402222"/>
                <a:gd name="connsiteY1" fmla="*/ 31750 h 1302630"/>
                <a:gd name="connsiteX2" fmla="*/ 3401987 w 3402222"/>
                <a:gd name="connsiteY2" fmla="*/ 657665 h 1302630"/>
                <a:gd name="connsiteX3" fmla="*/ 2907495 w 3402222"/>
                <a:gd name="connsiteY3" fmla="*/ 1302630 h 1302630"/>
                <a:gd name="connsiteX4" fmla="*/ 0 w 3402222"/>
                <a:gd name="connsiteY4" fmla="*/ 1302630 h 1302630"/>
                <a:gd name="connsiteX5" fmla="*/ 0 w 3402222"/>
                <a:gd name="connsiteY5" fmla="*/ 0 h 1302630"/>
                <a:gd name="connsiteX0" fmla="*/ 0 w 3402367"/>
                <a:gd name="connsiteY0" fmla="*/ 0 h 1302630"/>
                <a:gd name="connsiteX1" fmla="*/ 2932895 w 3402367"/>
                <a:gd name="connsiteY1" fmla="*/ 31750 h 1302630"/>
                <a:gd name="connsiteX2" fmla="*/ 3401987 w 3402367"/>
                <a:gd name="connsiteY2" fmla="*/ 657665 h 1302630"/>
                <a:gd name="connsiteX3" fmla="*/ 2907495 w 3402367"/>
                <a:gd name="connsiteY3" fmla="*/ 1302630 h 1302630"/>
                <a:gd name="connsiteX4" fmla="*/ 0 w 3402367"/>
                <a:gd name="connsiteY4" fmla="*/ 1302630 h 1302630"/>
                <a:gd name="connsiteX5" fmla="*/ 0 w 3402367"/>
                <a:gd name="connsiteY5" fmla="*/ 0 h 1302630"/>
                <a:gd name="connsiteX0" fmla="*/ 0 w 3402367"/>
                <a:gd name="connsiteY0" fmla="*/ 0 h 1302630"/>
                <a:gd name="connsiteX1" fmla="*/ 2932895 w 3402367"/>
                <a:gd name="connsiteY1" fmla="*/ 31750 h 1302630"/>
                <a:gd name="connsiteX2" fmla="*/ 3401987 w 3402367"/>
                <a:gd name="connsiteY2" fmla="*/ 657665 h 1302630"/>
                <a:gd name="connsiteX3" fmla="*/ 2907495 w 3402367"/>
                <a:gd name="connsiteY3" fmla="*/ 1302630 h 1302630"/>
                <a:gd name="connsiteX4" fmla="*/ 0 w 3402367"/>
                <a:gd name="connsiteY4" fmla="*/ 1302630 h 1302630"/>
                <a:gd name="connsiteX5" fmla="*/ 0 w 3402367"/>
                <a:gd name="connsiteY5" fmla="*/ 0 h 1302630"/>
                <a:gd name="connsiteX0" fmla="*/ 0 w 3402367"/>
                <a:gd name="connsiteY0" fmla="*/ 0 h 1302630"/>
                <a:gd name="connsiteX1" fmla="*/ 2932895 w 3402367"/>
                <a:gd name="connsiteY1" fmla="*/ 31750 h 1302630"/>
                <a:gd name="connsiteX2" fmla="*/ 3401987 w 3402367"/>
                <a:gd name="connsiteY2" fmla="*/ 657665 h 1302630"/>
                <a:gd name="connsiteX3" fmla="*/ 2907495 w 3402367"/>
                <a:gd name="connsiteY3" fmla="*/ 1302630 h 1302630"/>
                <a:gd name="connsiteX4" fmla="*/ 0 w 3402367"/>
                <a:gd name="connsiteY4" fmla="*/ 1302630 h 1302630"/>
                <a:gd name="connsiteX5" fmla="*/ 0 w 3402367"/>
                <a:gd name="connsiteY5" fmla="*/ 0 h 1302630"/>
                <a:gd name="connsiteX0" fmla="*/ 0 w 3402166"/>
                <a:gd name="connsiteY0" fmla="*/ 0 h 1302630"/>
                <a:gd name="connsiteX1" fmla="*/ 2932895 w 3402166"/>
                <a:gd name="connsiteY1" fmla="*/ 31750 h 1302630"/>
                <a:gd name="connsiteX2" fmla="*/ 3401987 w 3402166"/>
                <a:gd name="connsiteY2" fmla="*/ 657665 h 1302630"/>
                <a:gd name="connsiteX3" fmla="*/ 2907495 w 3402166"/>
                <a:gd name="connsiteY3" fmla="*/ 1302630 h 1302630"/>
                <a:gd name="connsiteX4" fmla="*/ 0 w 3402166"/>
                <a:gd name="connsiteY4" fmla="*/ 1302630 h 1302630"/>
                <a:gd name="connsiteX5" fmla="*/ 0 w 3402166"/>
                <a:gd name="connsiteY5" fmla="*/ 0 h 1302630"/>
                <a:gd name="connsiteX0" fmla="*/ 0 w 3401999"/>
                <a:gd name="connsiteY0" fmla="*/ 0 h 1302630"/>
                <a:gd name="connsiteX1" fmla="*/ 2932895 w 3401999"/>
                <a:gd name="connsiteY1" fmla="*/ 31750 h 1302630"/>
                <a:gd name="connsiteX2" fmla="*/ 3401987 w 3401999"/>
                <a:gd name="connsiteY2" fmla="*/ 657665 h 1302630"/>
                <a:gd name="connsiteX3" fmla="*/ 2926545 w 3401999"/>
                <a:gd name="connsiteY3" fmla="*/ 1289930 h 1302630"/>
                <a:gd name="connsiteX4" fmla="*/ 0 w 3401999"/>
                <a:gd name="connsiteY4" fmla="*/ 1302630 h 1302630"/>
                <a:gd name="connsiteX5" fmla="*/ 0 w 3401999"/>
                <a:gd name="connsiteY5" fmla="*/ 0 h 1302630"/>
                <a:gd name="connsiteX0" fmla="*/ 0 w 3401999"/>
                <a:gd name="connsiteY0" fmla="*/ 0 h 1302630"/>
                <a:gd name="connsiteX1" fmla="*/ 2932895 w 3401999"/>
                <a:gd name="connsiteY1" fmla="*/ 31750 h 1302630"/>
                <a:gd name="connsiteX2" fmla="*/ 3401987 w 3401999"/>
                <a:gd name="connsiteY2" fmla="*/ 657665 h 1302630"/>
                <a:gd name="connsiteX3" fmla="*/ 2926545 w 3401999"/>
                <a:gd name="connsiteY3" fmla="*/ 1289930 h 1302630"/>
                <a:gd name="connsiteX4" fmla="*/ 0 w 3401999"/>
                <a:gd name="connsiteY4" fmla="*/ 1302630 h 1302630"/>
                <a:gd name="connsiteX5" fmla="*/ 0 w 3401999"/>
                <a:gd name="connsiteY5" fmla="*/ 0 h 1302630"/>
                <a:gd name="connsiteX0" fmla="*/ 0 w 3402000"/>
                <a:gd name="connsiteY0" fmla="*/ 0 h 1302630"/>
                <a:gd name="connsiteX1" fmla="*/ 2932895 w 3402000"/>
                <a:gd name="connsiteY1" fmla="*/ 31750 h 1302630"/>
                <a:gd name="connsiteX2" fmla="*/ 3401987 w 3402000"/>
                <a:gd name="connsiteY2" fmla="*/ 657665 h 1302630"/>
                <a:gd name="connsiteX3" fmla="*/ 2926545 w 3402000"/>
                <a:gd name="connsiteY3" fmla="*/ 1289930 h 1302630"/>
                <a:gd name="connsiteX4" fmla="*/ 0 w 3402000"/>
                <a:gd name="connsiteY4" fmla="*/ 1302630 h 1302630"/>
                <a:gd name="connsiteX5" fmla="*/ 0 w 3402000"/>
                <a:gd name="connsiteY5" fmla="*/ 0 h 1302630"/>
                <a:gd name="connsiteX0" fmla="*/ 0 w 3484542"/>
                <a:gd name="connsiteY0" fmla="*/ 0 h 1302630"/>
                <a:gd name="connsiteX1" fmla="*/ 2932895 w 3484542"/>
                <a:gd name="connsiteY1" fmla="*/ 31750 h 1302630"/>
                <a:gd name="connsiteX2" fmla="*/ 3484537 w 3484542"/>
                <a:gd name="connsiteY2" fmla="*/ 644965 h 1302630"/>
                <a:gd name="connsiteX3" fmla="*/ 2926545 w 3484542"/>
                <a:gd name="connsiteY3" fmla="*/ 1289930 h 1302630"/>
                <a:gd name="connsiteX4" fmla="*/ 0 w 3484542"/>
                <a:gd name="connsiteY4" fmla="*/ 1302630 h 1302630"/>
                <a:gd name="connsiteX5" fmla="*/ 0 w 3484542"/>
                <a:gd name="connsiteY5" fmla="*/ 0 h 1302630"/>
                <a:gd name="connsiteX0" fmla="*/ 0 w 3484543"/>
                <a:gd name="connsiteY0" fmla="*/ 0 h 1302630"/>
                <a:gd name="connsiteX1" fmla="*/ 2932895 w 3484543"/>
                <a:gd name="connsiteY1" fmla="*/ 31750 h 1302630"/>
                <a:gd name="connsiteX2" fmla="*/ 3484537 w 3484543"/>
                <a:gd name="connsiteY2" fmla="*/ 644965 h 1302630"/>
                <a:gd name="connsiteX3" fmla="*/ 2926545 w 3484543"/>
                <a:gd name="connsiteY3" fmla="*/ 1289930 h 1302630"/>
                <a:gd name="connsiteX4" fmla="*/ 0 w 3484543"/>
                <a:gd name="connsiteY4" fmla="*/ 1302630 h 1302630"/>
                <a:gd name="connsiteX5" fmla="*/ 0 w 3484543"/>
                <a:gd name="connsiteY5" fmla="*/ 0 h 1302630"/>
                <a:gd name="connsiteX0" fmla="*/ 0 w 3598842"/>
                <a:gd name="connsiteY0" fmla="*/ 0 h 1302630"/>
                <a:gd name="connsiteX1" fmla="*/ 2932895 w 3598842"/>
                <a:gd name="connsiteY1" fmla="*/ 31750 h 1302630"/>
                <a:gd name="connsiteX2" fmla="*/ 3598839 w 3598842"/>
                <a:gd name="connsiteY2" fmla="*/ 651315 h 1302630"/>
                <a:gd name="connsiteX3" fmla="*/ 2926545 w 3598842"/>
                <a:gd name="connsiteY3" fmla="*/ 1289930 h 1302630"/>
                <a:gd name="connsiteX4" fmla="*/ 0 w 3598842"/>
                <a:gd name="connsiteY4" fmla="*/ 1302630 h 1302630"/>
                <a:gd name="connsiteX5" fmla="*/ 0 w 3598842"/>
                <a:gd name="connsiteY5" fmla="*/ 0 h 1302630"/>
                <a:gd name="connsiteX0" fmla="*/ 0 w 3598842"/>
                <a:gd name="connsiteY0" fmla="*/ 0 h 1302630"/>
                <a:gd name="connsiteX1" fmla="*/ 2932895 w 3598842"/>
                <a:gd name="connsiteY1" fmla="*/ 31750 h 1302630"/>
                <a:gd name="connsiteX2" fmla="*/ 3598839 w 3598842"/>
                <a:gd name="connsiteY2" fmla="*/ 651315 h 1302630"/>
                <a:gd name="connsiteX3" fmla="*/ 2926545 w 3598842"/>
                <a:gd name="connsiteY3" fmla="*/ 1289930 h 1302630"/>
                <a:gd name="connsiteX4" fmla="*/ 0 w 3598842"/>
                <a:gd name="connsiteY4" fmla="*/ 1302630 h 1302630"/>
                <a:gd name="connsiteX5" fmla="*/ 0 w 3598842"/>
                <a:gd name="connsiteY5" fmla="*/ 0 h 1302630"/>
                <a:gd name="connsiteX0" fmla="*/ 34790 w 3633632"/>
                <a:gd name="connsiteY0" fmla="*/ 0 h 1302630"/>
                <a:gd name="connsiteX1" fmla="*/ 2967685 w 3633632"/>
                <a:gd name="connsiteY1" fmla="*/ 31750 h 1302630"/>
                <a:gd name="connsiteX2" fmla="*/ 3633629 w 3633632"/>
                <a:gd name="connsiteY2" fmla="*/ 651315 h 1302630"/>
                <a:gd name="connsiteX3" fmla="*/ 2961335 w 3633632"/>
                <a:gd name="connsiteY3" fmla="*/ 1289930 h 1302630"/>
                <a:gd name="connsiteX4" fmla="*/ 34790 w 3633632"/>
                <a:gd name="connsiteY4" fmla="*/ 1302630 h 1302630"/>
                <a:gd name="connsiteX5" fmla="*/ 34790 w 3633632"/>
                <a:gd name="connsiteY5" fmla="*/ 0 h 1302630"/>
                <a:gd name="connsiteX0" fmla="*/ 34790 w 3633632"/>
                <a:gd name="connsiteY0" fmla="*/ 0 h 1324016"/>
                <a:gd name="connsiteX1" fmla="*/ 2967685 w 3633632"/>
                <a:gd name="connsiteY1" fmla="*/ 53136 h 1324016"/>
                <a:gd name="connsiteX2" fmla="*/ 3633629 w 3633632"/>
                <a:gd name="connsiteY2" fmla="*/ 672701 h 1324016"/>
                <a:gd name="connsiteX3" fmla="*/ 2961335 w 3633632"/>
                <a:gd name="connsiteY3" fmla="*/ 1311316 h 1324016"/>
                <a:gd name="connsiteX4" fmla="*/ 34790 w 3633632"/>
                <a:gd name="connsiteY4" fmla="*/ 1324016 h 1324016"/>
                <a:gd name="connsiteX5" fmla="*/ 34790 w 3633632"/>
                <a:gd name="connsiteY5" fmla="*/ 0 h 1324016"/>
                <a:gd name="connsiteX0" fmla="*/ 53924 w 3652766"/>
                <a:gd name="connsiteY0" fmla="*/ 0 h 1324016"/>
                <a:gd name="connsiteX1" fmla="*/ 2986819 w 3652766"/>
                <a:gd name="connsiteY1" fmla="*/ 53136 h 1324016"/>
                <a:gd name="connsiteX2" fmla="*/ 3652763 w 3652766"/>
                <a:gd name="connsiteY2" fmla="*/ 672701 h 1324016"/>
                <a:gd name="connsiteX3" fmla="*/ 2980469 w 3652766"/>
                <a:gd name="connsiteY3" fmla="*/ 1311316 h 1324016"/>
                <a:gd name="connsiteX4" fmla="*/ 53924 w 3652766"/>
                <a:gd name="connsiteY4" fmla="*/ 1324016 h 1324016"/>
                <a:gd name="connsiteX5" fmla="*/ 53924 w 3652766"/>
                <a:gd name="connsiteY5" fmla="*/ 0 h 1324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52766" h="1324016">
                  <a:moveTo>
                    <a:pt x="53924" y="0"/>
                  </a:moveTo>
                  <a:lnTo>
                    <a:pt x="2986819" y="53136"/>
                  </a:lnTo>
                  <a:cubicBezTo>
                    <a:pt x="3404896" y="59486"/>
                    <a:pt x="3653821" y="336004"/>
                    <a:pt x="3652763" y="672701"/>
                  </a:cubicBezTo>
                  <a:cubicBezTo>
                    <a:pt x="3651705" y="1009398"/>
                    <a:pt x="3417596" y="1292266"/>
                    <a:pt x="2980469" y="1311316"/>
                  </a:cubicBezTo>
                  <a:lnTo>
                    <a:pt x="53924" y="1324016"/>
                  </a:lnTo>
                  <a:cubicBezTo>
                    <a:pt x="-24352" y="1178514"/>
                    <a:pt x="-11303" y="113423"/>
                    <a:pt x="5392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53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1"/>
              <a:tileRect/>
            </a:gradFill>
            <a:ln cap="rnd">
              <a:beve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76327333-6965-3F4A-96D7-37E47A0D6D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2713" y="5789007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939BC7C7-EC6A-C318-8F60-FDBB61748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0338" y="5846320"/>
              <a:ext cx="56534" cy="5612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9DD2E537-49A0-1F65-4A3B-C8DB8C33EF91}"/>
                </a:ext>
              </a:extLst>
            </p:cNvPr>
            <p:cNvSpPr/>
            <p:nvPr/>
          </p:nvSpPr>
          <p:spPr>
            <a:xfrm rot="2491219">
              <a:off x="3705745" y="5799244"/>
              <a:ext cx="45719" cy="5612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68" name="グループ化 167">
              <a:extLst>
                <a:ext uri="{FF2B5EF4-FFF2-40B4-BE49-F238E27FC236}">
                  <a16:creationId xmlns:a16="http://schemas.microsoft.com/office/drawing/2014/main" id="{80145D35-67CB-CA4E-686E-166C5514FA75}"/>
                </a:ext>
              </a:extLst>
            </p:cNvPr>
            <p:cNvGrpSpPr/>
            <p:nvPr/>
          </p:nvGrpSpPr>
          <p:grpSpPr>
            <a:xfrm>
              <a:off x="3534262" y="4156093"/>
              <a:ext cx="95393" cy="98511"/>
              <a:chOff x="3534262" y="4156093"/>
              <a:chExt cx="95393" cy="98511"/>
            </a:xfrm>
          </p:grpSpPr>
          <p:sp>
            <p:nvSpPr>
              <p:cNvPr id="166" name="正方形/長方形 165">
                <a:extLst>
                  <a:ext uri="{FF2B5EF4-FFF2-40B4-BE49-F238E27FC236}">
                    <a16:creationId xmlns:a16="http://schemas.microsoft.com/office/drawing/2014/main" id="{40808281-6A5D-A5EB-8700-79410E76B2B2}"/>
                  </a:ext>
                </a:extLst>
              </p:cNvPr>
              <p:cNvSpPr/>
              <p:nvPr/>
            </p:nvSpPr>
            <p:spPr>
              <a:xfrm rot="5400000">
                <a:off x="3561573" y="4176810"/>
                <a:ext cx="56556" cy="7960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37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64" name="直線コネクタ 163">
                <a:extLst>
                  <a:ext uri="{FF2B5EF4-FFF2-40B4-BE49-F238E27FC236}">
                    <a16:creationId xmlns:a16="http://schemas.microsoft.com/office/drawing/2014/main" id="{1075DC84-F7BE-BC27-3679-AA04021835CE}"/>
                  </a:ext>
                </a:extLst>
              </p:cNvPr>
              <p:cNvCxnSpPr>
                <a:cxnSpLocks/>
              </p:cNvCxnSpPr>
              <p:nvPr/>
            </p:nvCxnSpPr>
            <p:spPr>
              <a:xfrm rot="2560049" flipH="1">
                <a:off x="3545385" y="4156093"/>
                <a:ext cx="67159" cy="64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直線コネクタ 164">
                <a:extLst>
                  <a:ext uri="{FF2B5EF4-FFF2-40B4-BE49-F238E27FC236}">
                    <a16:creationId xmlns:a16="http://schemas.microsoft.com/office/drawing/2014/main" id="{25E0DEFB-D2BE-A8E6-E221-1B38CD3FCB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262" y="4254604"/>
                <a:ext cx="7960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9" name="グループ化 168">
              <a:extLst>
                <a:ext uri="{FF2B5EF4-FFF2-40B4-BE49-F238E27FC236}">
                  <a16:creationId xmlns:a16="http://schemas.microsoft.com/office/drawing/2014/main" id="{2F044E91-4A5C-291E-E6E0-919C9C617E7D}"/>
                </a:ext>
              </a:extLst>
            </p:cNvPr>
            <p:cNvGrpSpPr/>
            <p:nvPr/>
          </p:nvGrpSpPr>
          <p:grpSpPr>
            <a:xfrm rot="10800000">
              <a:off x="4183076" y="4179138"/>
              <a:ext cx="95393" cy="98511"/>
              <a:chOff x="3534262" y="4156093"/>
              <a:chExt cx="95393" cy="98511"/>
            </a:xfrm>
          </p:grpSpPr>
          <p:sp>
            <p:nvSpPr>
              <p:cNvPr id="170" name="正方形/長方形 169">
                <a:extLst>
                  <a:ext uri="{FF2B5EF4-FFF2-40B4-BE49-F238E27FC236}">
                    <a16:creationId xmlns:a16="http://schemas.microsoft.com/office/drawing/2014/main" id="{1C421169-664D-D344-5574-E18D65438E2F}"/>
                  </a:ext>
                </a:extLst>
              </p:cNvPr>
              <p:cNvSpPr/>
              <p:nvPr/>
            </p:nvSpPr>
            <p:spPr>
              <a:xfrm rot="5400000">
                <a:off x="3561573" y="4176810"/>
                <a:ext cx="56556" cy="7960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37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71" name="直線コネクタ 170">
                <a:extLst>
                  <a:ext uri="{FF2B5EF4-FFF2-40B4-BE49-F238E27FC236}">
                    <a16:creationId xmlns:a16="http://schemas.microsoft.com/office/drawing/2014/main" id="{93D667B4-67E7-9D5E-1157-65F7E8C3E7D2}"/>
                  </a:ext>
                </a:extLst>
              </p:cNvPr>
              <p:cNvCxnSpPr>
                <a:cxnSpLocks/>
              </p:cNvCxnSpPr>
              <p:nvPr/>
            </p:nvCxnSpPr>
            <p:spPr>
              <a:xfrm rot="2560049" flipH="1">
                <a:off x="3545385" y="4156093"/>
                <a:ext cx="67159" cy="64481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2" name="直線コネクタ 171">
                <a:extLst>
                  <a:ext uri="{FF2B5EF4-FFF2-40B4-BE49-F238E27FC236}">
                    <a16:creationId xmlns:a16="http://schemas.microsoft.com/office/drawing/2014/main" id="{7E691EE8-7136-E217-FE1A-14A78F89BD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34262" y="4254604"/>
                <a:ext cx="79608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8" name="フリーフォーム: 図形 217">
              <a:extLst>
                <a:ext uri="{FF2B5EF4-FFF2-40B4-BE49-F238E27FC236}">
                  <a16:creationId xmlns:a16="http://schemas.microsoft.com/office/drawing/2014/main" id="{7BE13511-8B53-7C7E-350F-ECB98BFE529C}"/>
                </a:ext>
              </a:extLst>
            </p:cNvPr>
            <p:cNvSpPr/>
            <p:nvPr/>
          </p:nvSpPr>
          <p:spPr>
            <a:xfrm>
              <a:off x="5579054" y="1111149"/>
              <a:ext cx="813605" cy="3313169"/>
            </a:xfrm>
            <a:custGeom>
              <a:avLst/>
              <a:gdLst>
                <a:gd name="connsiteX0" fmla="*/ 504824 w 1009647"/>
                <a:gd name="connsiteY0" fmla="*/ 0 h 3676650"/>
                <a:gd name="connsiteX1" fmla="*/ 1009647 w 1009647"/>
                <a:gd name="connsiteY1" fmla="*/ 612898 h 3676650"/>
                <a:gd name="connsiteX2" fmla="*/ 1009647 w 1009647"/>
                <a:gd name="connsiteY2" fmla="*/ 612898 h 3676650"/>
                <a:gd name="connsiteX3" fmla="*/ 1009647 w 1009647"/>
                <a:gd name="connsiteY3" fmla="*/ 3063753 h 3676650"/>
                <a:gd name="connsiteX4" fmla="*/ 504824 w 1009647"/>
                <a:gd name="connsiteY4" fmla="*/ 3676650 h 3676650"/>
                <a:gd name="connsiteX5" fmla="*/ 0 w 1009647"/>
                <a:gd name="connsiteY5" fmla="*/ 3063753 h 3676650"/>
                <a:gd name="connsiteX6" fmla="*/ 0 w 1009647"/>
                <a:gd name="connsiteY6" fmla="*/ 612898 h 3676650"/>
                <a:gd name="connsiteX7" fmla="*/ 504824 w 1009647"/>
                <a:gd name="connsiteY7" fmla="*/ 0 h 3676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9647" h="3676650">
                  <a:moveTo>
                    <a:pt x="504824" y="0"/>
                  </a:moveTo>
                  <a:cubicBezTo>
                    <a:pt x="783587" y="0"/>
                    <a:pt x="1009647" y="274278"/>
                    <a:pt x="1009647" y="612898"/>
                  </a:cubicBezTo>
                  <a:lnTo>
                    <a:pt x="1009647" y="612898"/>
                  </a:lnTo>
                  <a:lnTo>
                    <a:pt x="1009647" y="3063753"/>
                  </a:lnTo>
                  <a:cubicBezTo>
                    <a:pt x="1009647" y="3402372"/>
                    <a:pt x="783587" y="3676650"/>
                    <a:pt x="504824" y="3676650"/>
                  </a:cubicBezTo>
                  <a:cubicBezTo>
                    <a:pt x="226060" y="3676650"/>
                    <a:pt x="0" y="3402372"/>
                    <a:pt x="0" y="3063753"/>
                  </a:cubicBezTo>
                  <a:lnTo>
                    <a:pt x="0" y="612898"/>
                  </a:lnTo>
                  <a:cubicBezTo>
                    <a:pt x="0" y="274278"/>
                    <a:pt x="226060" y="0"/>
                    <a:pt x="50482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28000">
                  <a:schemeClr val="accent1">
                    <a:tint val="44500"/>
                    <a:satMod val="1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266" name="直線コネクタ 265">
              <a:extLst>
                <a:ext uri="{FF2B5EF4-FFF2-40B4-BE49-F238E27FC236}">
                  <a16:creationId xmlns:a16="http://schemas.microsoft.com/office/drawing/2014/main" id="{E4EEA0DC-5A40-B610-E5FA-E41480FF47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9041" y="3934729"/>
              <a:ext cx="2924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7" name="直線コネクタ 266">
              <a:extLst>
                <a:ext uri="{FF2B5EF4-FFF2-40B4-BE49-F238E27FC236}">
                  <a16:creationId xmlns:a16="http://schemas.microsoft.com/office/drawing/2014/main" id="{11BA9ECF-B6C6-081A-8BC9-049563F3F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758" y="1587171"/>
              <a:ext cx="0" cy="5914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2" name="グループ化 41">
              <a:extLst>
                <a:ext uri="{FF2B5EF4-FFF2-40B4-BE49-F238E27FC236}">
                  <a16:creationId xmlns:a16="http://schemas.microsoft.com/office/drawing/2014/main" id="{B0BF20B2-A73B-B504-9E01-76D5CAD9C71B}"/>
                </a:ext>
              </a:extLst>
            </p:cNvPr>
            <p:cNvGrpSpPr/>
            <p:nvPr/>
          </p:nvGrpSpPr>
          <p:grpSpPr>
            <a:xfrm>
              <a:off x="8392431" y="2034786"/>
              <a:ext cx="1252247" cy="672330"/>
              <a:chOff x="10611141" y="1939177"/>
              <a:chExt cx="1252247" cy="672330"/>
            </a:xfrm>
          </p:grpSpPr>
          <p:sp>
            <p:nvSpPr>
              <p:cNvPr id="3" name="四角形: 角を丸くする 2">
                <a:extLst>
                  <a:ext uri="{FF2B5EF4-FFF2-40B4-BE49-F238E27FC236}">
                    <a16:creationId xmlns:a16="http://schemas.microsoft.com/office/drawing/2014/main" id="{A415B726-F680-B3C7-328E-E870E37B7F56}"/>
                  </a:ext>
                </a:extLst>
              </p:cNvPr>
              <p:cNvSpPr/>
              <p:nvPr/>
            </p:nvSpPr>
            <p:spPr>
              <a:xfrm>
                <a:off x="10611141" y="1939177"/>
                <a:ext cx="1252247" cy="67233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40" name="グループ化 39">
                <a:extLst>
                  <a:ext uri="{FF2B5EF4-FFF2-40B4-BE49-F238E27FC236}">
                    <a16:creationId xmlns:a16="http://schemas.microsoft.com/office/drawing/2014/main" id="{0B5D92F2-F35F-1DDA-3D9E-A5D920A73396}"/>
                  </a:ext>
                </a:extLst>
              </p:cNvPr>
              <p:cNvGrpSpPr/>
              <p:nvPr/>
            </p:nvGrpSpPr>
            <p:grpSpPr>
              <a:xfrm>
                <a:off x="10765997" y="2025128"/>
                <a:ext cx="942533" cy="500427"/>
                <a:chOff x="10146946" y="925395"/>
                <a:chExt cx="942533" cy="500427"/>
              </a:xfrm>
            </p:grpSpPr>
            <p:grpSp>
              <p:nvGrpSpPr>
                <p:cNvPr id="18" name="グループ化 17">
                  <a:extLst>
                    <a:ext uri="{FF2B5EF4-FFF2-40B4-BE49-F238E27FC236}">
                      <a16:creationId xmlns:a16="http://schemas.microsoft.com/office/drawing/2014/main" id="{3E55482C-426D-273E-E5AC-BC64630C3289}"/>
                    </a:ext>
                  </a:extLst>
                </p:cNvPr>
                <p:cNvGrpSpPr/>
                <p:nvPr/>
              </p:nvGrpSpPr>
              <p:grpSpPr>
                <a:xfrm>
                  <a:off x="10146946" y="925395"/>
                  <a:ext cx="873854" cy="500427"/>
                  <a:chOff x="10496990" y="1104143"/>
                  <a:chExt cx="873854" cy="500427"/>
                </a:xfrm>
              </p:grpSpPr>
              <p:sp>
                <p:nvSpPr>
                  <p:cNvPr id="4" name="四角形: 角を丸くする 3">
                    <a:extLst>
                      <a:ext uri="{FF2B5EF4-FFF2-40B4-BE49-F238E27FC236}">
                        <a16:creationId xmlns:a16="http://schemas.microsoft.com/office/drawing/2014/main" id="{77022C1A-7CFA-2A3C-9E1F-7845F29E4972}"/>
                      </a:ext>
                    </a:extLst>
                  </p:cNvPr>
                  <p:cNvSpPr/>
                  <p:nvPr/>
                </p:nvSpPr>
                <p:spPr>
                  <a:xfrm>
                    <a:off x="10584591" y="1104143"/>
                    <a:ext cx="698653" cy="500427"/>
                  </a:xfrm>
                  <a:prstGeom prst="round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6" name="円弧 5">
                    <a:extLst>
                      <a:ext uri="{FF2B5EF4-FFF2-40B4-BE49-F238E27FC236}">
                        <a16:creationId xmlns:a16="http://schemas.microsoft.com/office/drawing/2014/main" id="{7B10989F-19E5-4601-D542-9499EBD16764}"/>
                      </a:ext>
                    </a:extLst>
                  </p:cNvPr>
                  <p:cNvSpPr/>
                  <p:nvPr/>
                </p:nvSpPr>
                <p:spPr>
                  <a:xfrm>
                    <a:off x="11195644" y="1198893"/>
                    <a:ext cx="175200" cy="310820"/>
                  </a:xfrm>
                  <a:prstGeom prst="arc">
                    <a:avLst>
                      <a:gd name="adj1" fmla="val 16111059"/>
                      <a:gd name="adj2" fmla="val 5440094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8" name="直線コネクタ 7">
                    <a:extLst>
                      <a:ext uri="{FF2B5EF4-FFF2-40B4-BE49-F238E27FC236}">
                        <a16:creationId xmlns:a16="http://schemas.microsoft.com/office/drawing/2014/main" id="{7EC6BD45-2936-FE2D-E94E-8C5807A0D9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283244" y="1198893"/>
                    <a:ext cx="0" cy="31082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円弧 9">
                    <a:extLst>
                      <a:ext uri="{FF2B5EF4-FFF2-40B4-BE49-F238E27FC236}">
                        <a16:creationId xmlns:a16="http://schemas.microsoft.com/office/drawing/2014/main" id="{FFFA1CDC-82FF-5C49-4FA4-C19A3AA6AB6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496990" y="1198893"/>
                    <a:ext cx="175200" cy="310820"/>
                  </a:xfrm>
                  <a:prstGeom prst="arc">
                    <a:avLst>
                      <a:gd name="adj1" fmla="val 16111059"/>
                      <a:gd name="adj2" fmla="val 5440094"/>
                    </a:avLst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cxnSp>
                <p:nvCxnSpPr>
                  <p:cNvPr id="11" name="直線コネクタ 10">
                    <a:extLst>
                      <a:ext uri="{FF2B5EF4-FFF2-40B4-BE49-F238E27FC236}">
                        <a16:creationId xmlns:a16="http://schemas.microsoft.com/office/drawing/2014/main" id="{3495EB65-ED9A-0550-31F1-614F8C87FE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0800000">
                    <a:off x="10584590" y="1198893"/>
                    <a:ext cx="0" cy="310820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9" name="正方形/長方形 38">
                  <a:extLst>
                    <a:ext uri="{FF2B5EF4-FFF2-40B4-BE49-F238E27FC236}">
                      <a16:creationId xmlns:a16="http://schemas.microsoft.com/office/drawing/2014/main" id="{2ABC376C-BCBB-59A6-8E05-0FB5BF980C10}"/>
                    </a:ext>
                  </a:extLst>
                </p:cNvPr>
                <p:cNvSpPr/>
                <p:nvPr/>
              </p:nvSpPr>
              <p:spPr>
                <a:xfrm>
                  <a:off x="11015663" y="1128713"/>
                  <a:ext cx="73816" cy="100012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22795E6A-6D17-87B0-DCD4-4BFD21DE019B}"/>
                </a:ext>
              </a:extLst>
            </p:cNvPr>
            <p:cNvSpPr/>
            <p:nvPr/>
          </p:nvSpPr>
          <p:spPr>
            <a:xfrm>
              <a:off x="6727107" y="2901094"/>
              <a:ext cx="1033749" cy="638413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BE3EA5AE-D3B5-161B-B5E8-A81FD0FAEEB0}"/>
                </a:ext>
              </a:extLst>
            </p:cNvPr>
            <p:cNvSpPr/>
            <p:nvPr/>
          </p:nvSpPr>
          <p:spPr>
            <a:xfrm rot="16200000">
              <a:off x="6579880" y="879420"/>
              <a:ext cx="75092" cy="13347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DC3D76C8-0F26-4581-D969-ABD54B4089CE}"/>
                </a:ext>
              </a:extLst>
            </p:cNvPr>
            <p:cNvSpPr/>
            <p:nvPr/>
          </p:nvSpPr>
          <p:spPr>
            <a:xfrm rot="16200000">
              <a:off x="4827924" y="-641134"/>
              <a:ext cx="76798" cy="23280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D50D3C15-1033-D81D-8811-3CC3088FB4C8}"/>
                </a:ext>
              </a:extLst>
            </p:cNvPr>
            <p:cNvSpPr/>
            <p:nvPr/>
          </p:nvSpPr>
          <p:spPr>
            <a:xfrm rot="16200000">
              <a:off x="4554005" y="228121"/>
              <a:ext cx="83313" cy="111621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40D84C2F-4DE6-ADD5-20FF-FA19C9BB4D28}"/>
                </a:ext>
              </a:extLst>
            </p:cNvPr>
            <p:cNvSpPr/>
            <p:nvPr/>
          </p:nvSpPr>
          <p:spPr>
            <a:xfrm rot="10800000">
              <a:off x="5941412" y="478740"/>
              <a:ext cx="88945" cy="6927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D6816E91-748D-21FE-23EE-27A3C88F02D3}"/>
                </a:ext>
              </a:extLst>
            </p:cNvPr>
            <p:cNvSpPr/>
            <p:nvPr/>
          </p:nvSpPr>
          <p:spPr>
            <a:xfrm rot="10800000">
              <a:off x="3707326" y="490782"/>
              <a:ext cx="91599" cy="51508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0E0B3A83-39B7-CB38-7C91-B40D17A11182}"/>
                </a:ext>
              </a:extLst>
            </p:cNvPr>
            <p:cNvSpPr/>
            <p:nvPr/>
          </p:nvSpPr>
          <p:spPr>
            <a:xfrm rot="10800000">
              <a:off x="4030098" y="743433"/>
              <a:ext cx="84723" cy="489672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43AB80A7-63FB-A902-CF35-E970A22086DE}"/>
                </a:ext>
              </a:extLst>
            </p:cNvPr>
            <p:cNvSpPr/>
            <p:nvPr/>
          </p:nvSpPr>
          <p:spPr>
            <a:xfrm rot="5400000">
              <a:off x="3846806" y="5460511"/>
              <a:ext cx="94102" cy="272479"/>
            </a:xfrm>
            <a:prstGeom prst="rect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46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A6CD369A-79E3-CB95-1045-0EC618DDAD7C}"/>
                </a:ext>
              </a:extLst>
            </p:cNvPr>
            <p:cNvSpPr/>
            <p:nvPr/>
          </p:nvSpPr>
          <p:spPr>
            <a:xfrm rot="10800000">
              <a:off x="5055097" y="788157"/>
              <a:ext cx="96541" cy="416478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AC26A5E7-AEDA-0684-8832-1C94F24ECA0C}"/>
                </a:ext>
              </a:extLst>
            </p:cNvPr>
            <p:cNvSpPr/>
            <p:nvPr/>
          </p:nvSpPr>
          <p:spPr>
            <a:xfrm rot="16200000">
              <a:off x="5495019" y="4421119"/>
              <a:ext cx="91707" cy="97898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74BE7FDD-5B28-D04A-0B4C-666D0031D90E}"/>
                </a:ext>
              </a:extLst>
            </p:cNvPr>
            <p:cNvSpPr/>
            <p:nvPr/>
          </p:nvSpPr>
          <p:spPr>
            <a:xfrm rot="10800000">
              <a:off x="5934999" y="4238504"/>
              <a:ext cx="83411" cy="719457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4420CFFD-492B-5C7C-4F5B-268590041757}"/>
                </a:ext>
              </a:extLst>
            </p:cNvPr>
            <p:cNvSpPr/>
            <p:nvPr/>
          </p:nvSpPr>
          <p:spPr>
            <a:xfrm rot="16200000">
              <a:off x="6758991" y="3467462"/>
              <a:ext cx="84195" cy="1033749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ACD69522-8F93-33AE-BA02-8FCB20A5C68D}"/>
                </a:ext>
              </a:extLst>
            </p:cNvPr>
            <p:cNvSpPr/>
            <p:nvPr/>
          </p:nvSpPr>
          <p:spPr>
            <a:xfrm rot="10800000">
              <a:off x="7201489" y="3514340"/>
              <a:ext cx="113113" cy="46641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7" name="直線コネクタ 116">
              <a:extLst>
                <a:ext uri="{FF2B5EF4-FFF2-40B4-BE49-F238E27FC236}">
                  <a16:creationId xmlns:a16="http://schemas.microsoft.com/office/drawing/2014/main" id="{78213C02-8DEE-3B1B-3DAF-45D24FBB5856}"/>
                </a:ext>
              </a:extLst>
            </p:cNvPr>
            <p:cNvCxnSpPr>
              <a:cxnSpLocks/>
            </p:cNvCxnSpPr>
            <p:nvPr/>
          </p:nvCxnSpPr>
          <p:spPr>
            <a:xfrm>
              <a:off x="3702284" y="478740"/>
              <a:ext cx="0" cy="517182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6C847908-F278-8B60-4B0B-FA715FCE5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02284" y="5641595"/>
              <a:ext cx="416968" cy="20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A4FE8CBC-CE7F-D508-AB3E-5C08B9BC3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6910" y="561476"/>
              <a:ext cx="10624" cy="499829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1B8F17FF-12BC-2DA3-1550-524DFC9EE9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6910" y="5549700"/>
              <a:ext cx="243772" cy="29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58C1EAF5-D716-51C8-598F-305F592AEE68}"/>
                </a:ext>
              </a:extLst>
            </p:cNvPr>
            <p:cNvCxnSpPr>
              <a:cxnSpLocks/>
            </p:cNvCxnSpPr>
            <p:nvPr/>
          </p:nvCxnSpPr>
          <p:spPr>
            <a:xfrm>
              <a:off x="4119252" y="821032"/>
              <a:ext cx="0" cy="483097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8F76D546-E5B6-2C01-B38B-EDA5B27096FD}"/>
                </a:ext>
              </a:extLst>
            </p:cNvPr>
            <p:cNvCxnSpPr>
              <a:cxnSpLocks/>
            </p:cNvCxnSpPr>
            <p:nvPr/>
          </p:nvCxnSpPr>
          <p:spPr>
            <a:xfrm>
              <a:off x="4030682" y="748007"/>
              <a:ext cx="0" cy="481176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86" name="グループ化 185">
              <a:extLst>
                <a:ext uri="{FF2B5EF4-FFF2-40B4-BE49-F238E27FC236}">
                  <a16:creationId xmlns:a16="http://schemas.microsoft.com/office/drawing/2014/main" id="{AB1C51CD-5318-1461-5C7E-B03301893568}"/>
                </a:ext>
              </a:extLst>
            </p:cNvPr>
            <p:cNvGrpSpPr/>
            <p:nvPr/>
          </p:nvGrpSpPr>
          <p:grpSpPr>
            <a:xfrm>
              <a:off x="5401609" y="4768320"/>
              <a:ext cx="285559" cy="288000"/>
              <a:chOff x="1778685" y="5666298"/>
              <a:chExt cx="288000" cy="288000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87" name="楕円 186">
                <a:extLst>
                  <a:ext uri="{FF2B5EF4-FFF2-40B4-BE49-F238E27FC236}">
                    <a16:creationId xmlns:a16="http://schemas.microsoft.com/office/drawing/2014/main" id="{94982233-7648-1840-11D5-CA07971F3691}"/>
                  </a:ext>
                </a:extLst>
              </p:cNvPr>
              <p:cNvSpPr/>
              <p:nvPr/>
            </p:nvSpPr>
            <p:spPr>
              <a:xfrm>
                <a:off x="1778685" y="5666298"/>
                <a:ext cx="288000" cy="28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8" name="楕円 187">
                <a:extLst>
                  <a:ext uri="{FF2B5EF4-FFF2-40B4-BE49-F238E27FC236}">
                    <a16:creationId xmlns:a16="http://schemas.microsoft.com/office/drawing/2014/main" id="{57E4E0A6-0DB3-2B88-B5FD-6629C4771E51}"/>
                  </a:ext>
                </a:extLst>
              </p:cNvPr>
              <p:cNvSpPr/>
              <p:nvPr/>
            </p:nvSpPr>
            <p:spPr>
              <a:xfrm>
                <a:off x="1868685" y="5756298"/>
                <a:ext cx="108000" cy="10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189" name="直線コネクタ 188">
              <a:extLst>
                <a:ext uri="{FF2B5EF4-FFF2-40B4-BE49-F238E27FC236}">
                  <a16:creationId xmlns:a16="http://schemas.microsoft.com/office/drawing/2014/main" id="{E0EA534C-1FBA-F618-FBC6-6E1F71E4B9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44967" y="4955347"/>
              <a:ext cx="356810" cy="18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0" name="直線コネクタ 189">
              <a:extLst>
                <a:ext uri="{FF2B5EF4-FFF2-40B4-BE49-F238E27FC236}">
                  <a16:creationId xmlns:a16="http://schemas.microsoft.com/office/drawing/2014/main" id="{516AFE5E-AC99-DC44-E662-0D6A193B85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3771" y="4867664"/>
              <a:ext cx="248006" cy="467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線コネクタ 194">
              <a:extLst>
                <a:ext uri="{FF2B5EF4-FFF2-40B4-BE49-F238E27FC236}">
                  <a16:creationId xmlns:a16="http://schemas.microsoft.com/office/drawing/2014/main" id="{F8E30952-C183-A9B7-17F4-D954CF938F52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37" y="4418591"/>
              <a:ext cx="3973" cy="5447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直線コネクタ 193">
              <a:extLst>
                <a:ext uri="{FF2B5EF4-FFF2-40B4-BE49-F238E27FC236}">
                  <a16:creationId xmlns:a16="http://schemas.microsoft.com/office/drawing/2014/main" id="{B957D88E-6C49-8281-E42E-4301395406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4344" y="4420992"/>
              <a:ext cx="1119" cy="4456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3" name="直線コネクタ 222">
              <a:extLst>
                <a:ext uri="{FF2B5EF4-FFF2-40B4-BE49-F238E27FC236}">
                  <a16:creationId xmlns:a16="http://schemas.microsoft.com/office/drawing/2014/main" id="{CC3A345E-6CD9-A465-3AB1-83C125D015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0589" y="4864761"/>
              <a:ext cx="248006" cy="467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2" name="直線コネクタ 221">
              <a:extLst>
                <a:ext uri="{FF2B5EF4-FFF2-40B4-BE49-F238E27FC236}">
                  <a16:creationId xmlns:a16="http://schemas.microsoft.com/office/drawing/2014/main" id="{EC675C15-6E82-66B0-707E-8369867747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0589" y="4954384"/>
              <a:ext cx="356810" cy="187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7C3EA95D-7EEA-E657-7095-1162D917A3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2284" y="480246"/>
              <a:ext cx="2332513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2865F106-51E0-264D-5877-7E587BE312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6910" y="561476"/>
              <a:ext cx="214809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5386FABD-2799-D0E0-6F6F-2AE3FA1CEC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0735" y="743436"/>
              <a:ext cx="1135417" cy="144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620B5000-4B0C-19B2-169C-EC2CA4412A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9305" y="825260"/>
              <a:ext cx="94207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線コネクタ 184">
              <a:extLst>
                <a:ext uri="{FF2B5EF4-FFF2-40B4-BE49-F238E27FC236}">
                  <a16:creationId xmlns:a16="http://schemas.microsoft.com/office/drawing/2014/main" id="{EB5FBEBD-3D5A-A059-8569-C29E7233A6B0}"/>
                </a:ext>
              </a:extLst>
            </p:cNvPr>
            <p:cNvCxnSpPr>
              <a:cxnSpLocks/>
            </p:cNvCxnSpPr>
            <p:nvPr/>
          </p:nvCxnSpPr>
          <p:spPr>
            <a:xfrm>
              <a:off x="5153771" y="736517"/>
              <a:ext cx="0" cy="41358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直線コネクタ 183">
              <a:extLst>
                <a:ext uri="{FF2B5EF4-FFF2-40B4-BE49-F238E27FC236}">
                  <a16:creationId xmlns:a16="http://schemas.microsoft.com/office/drawing/2014/main" id="{0207A92B-E4A9-1EE6-1EC2-BA7994C4C15A}"/>
                </a:ext>
              </a:extLst>
            </p:cNvPr>
            <p:cNvCxnSpPr>
              <a:cxnSpLocks/>
            </p:cNvCxnSpPr>
            <p:nvPr/>
          </p:nvCxnSpPr>
          <p:spPr>
            <a:xfrm>
              <a:off x="5051377" y="821032"/>
              <a:ext cx="0" cy="41452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4" name="直線コネクタ 233">
              <a:extLst>
                <a:ext uri="{FF2B5EF4-FFF2-40B4-BE49-F238E27FC236}">
                  <a16:creationId xmlns:a16="http://schemas.microsoft.com/office/drawing/2014/main" id="{4C219790-C2D8-B271-C9D9-BA8463508CB9}"/>
                </a:ext>
              </a:extLst>
            </p:cNvPr>
            <p:cNvCxnSpPr>
              <a:cxnSpLocks/>
            </p:cNvCxnSpPr>
            <p:nvPr/>
          </p:nvCxnSpPr>
          <p:spPr>
            <a:xfrm>
              <a:off x="6027783" y="490783"/>
              <a:ext cx="0" cy="63542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3" name="直線コネクタ 232">
              <a:extLst>
                <a:ext uri="{FF2B5EF4-FFF2-40B4-BE49-F238E27FC236}">
                  <a16:creationId xmlns:a16="http://schemas.microsoft.com/office/drawing/2014/main" id="{43CEEECB-B05D-87FA-7411-B6E203238A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3653" y="561476"/>
              <a:ext cx="6410" cy="5640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直線コネクタ 255">
              <a:extLst>
                <a:ext uri="{FF2B5EF4-FFF2-40B4-BE49-F238E27FC236}">
                  <a16:creationId xmlns:a16="http://schemas.microsoft.com/office/drawing/2014/main" id="{93CA2FB6-F00F-F6B0-EE85-A183A6CB2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5005" y="1505347"/>
              <a:ext cx="15058" cy="25236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7" name="直線コネクタ 256">
              <a:extLst>
                <a:ext uri="{FF2B5EF4-FFF2-40B4-BE49-F238E27FC236}">
                  <a16:creationId xmlns:a16="http://schemas.microsoft.com/office/drawing/2014/main" id="{B33D1843-F5FA-A544-8D06-8BBBF9371F4A}"/>
                </a:ext>
              </a:extLst>
            </p:cNvPr>
            <p:cNvCxnSpPr>
              <a:cxnSpLocks/>
            </p:cNvCxnSpPr>
            <p:nvPr/>
          </p:nvCxnSpPr>
          <p:spPr>
            <a:xfrm>
              <a:off x="6052457" y="1587171"/>
              <a:ext cx="0" cy="235223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線コネクタ 253">
              <a:extLst>
                <a:ext uri="{FF2B5EF4-FFF2-40B4-BE49-F238E27FC236}">
                  <a16:creationId xmlns:a16="http://schemas.microsoft.com/office/drawing/2014/main" id="{6265256F-2371-1FEB-AB26-7789A9AEC9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39194" y="1587171"/>
              <a:ext cx="113556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直線コネクタ 267">
              <a:extLst>
                <a:ext uri="{FF2B5EF4-FFF2-40B4-BE49-F238E27FC236}">
                  <a16:creationId xmlns:a16="http://schemas.microsoft.com/office/drawing/2014/main" id="{C70EB8B8-7117-6D8F-473D-B65D37F7AB9A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89" y="1504435"/>
              <a:ext cx="0" cy="67420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8" name="グループ化 257">
              <a:extLst>
                <a:ext uri="{FF2B5EF4-FFF2-40B4-BE49-F238E27FC236}">
                  <a16:creationId xmlns:a16="http://schemas.microsoft.com/office/drawing/2014/main" id="{0F4EB02E-F311-4F1C-F33F-C5FEB5643A0E}"/>
                </a:ext>
              </a:extLst>
            </p:cNvPr>
            <p:cNvGrpSpPr/>
            <p:nvPr/>
          </p:nvGrpSpPr>
          <p:grpSpPr>
            <a:xfrm>
              <a:off x="6635432" y="3828479"/>
              <a:ext cx="285559" cy="288000"/>
              <a:chOff x="1778685" y="5666298"/>
              <a:chExt cx="288000" cy="288000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59" name="楕円 258">
                <a:extLst>
                  <a:ext uri="{FF2B5EF4-FFF2-40B4-BE49-F238E27FC236}">
                    <a16:creationId xmlns:a16="http://schemas.microsoft.com/office/drawing/2014/main" id="{0282E4BB-D6F3-93E4-082B-5CE42EE91C5C}"/>
                  </a:ext>
                </a:extLst>
              </p:cNvPr>
              <p:cNvSpPr/>
              <p:nvPr/>
            </p:nvSpPr>
            <p:spPr>
              <a:xfrm>
                <a:off x="1778685" y="5666298"/>
                <a:ext cx="288000" cy="28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0" name="楕円 259">
                <a:extLst>
                  <a:ext uri="{FF2B5EF4-FFF2-40B4-BE49-F238E27FC236}">
                    <a16:creationId xmlns:a16="http://schemas.microsoft.com/office/drawing/2014/main" id="{B7DA5991-CE50-5E67-0756-4C4059F59A86}"/>
                  </a:ext>
                </a:extLst>
              </p:cNvPr>
              <p:cNvSpPr/>
              <p:nvPr/>
            </p:nvSpPr>
            <p:spPr>
              <a:xfrm>
                <a:off x="1868685" y="5756298"/>
                <a:ext cx="108000" cy="108000"/>
              </a:xfrm>
              <a:prstGeom prst="ellips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cxnSp>
          <p:nvCxnSpPr>
            <p:cNvPr id="265" name="直線コネクタ 264">
              <a:extLst>
                <a:ext uri="{FF2B5EF4-FFF2-40B4-BE49-F238E27FC236}">
                  <a16:creationId xmlns:a16="http://schemas.microsoft.com/office/drawing/2014/main" id="{95672E93-43DA-3E59-50F7-2DF1D5B19A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6384" y="4029024"/>
              <a:ext cx="41157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4" name="直線コネクタ 263">
              <a:extLst>
                <a:ext uri="{FF2B5EF4-FFF2-40B4-BE49-F238E27FC236}">
                  <a16:creationId xmlns:a16="http://schemas.microsoft.com/office/drawing/2014/main" id="{443AAB84-682C-63B9-E86C-5FF6EB8E1E48}"/>
                </a:ext>
              </a:extLst>
            </p:cNvPr>
            <p:cNvCxnSpPr>
              <a:cxnSpLocks/>
            </p:cNvCxnSpPr>
            <p:nvPr/>
          </p:nvCxnSpPr>
          <p:spPr>
            <a:xfrm>
              <a:off x="7317963" y="3516930"/>
              <a:ext cx="0" cy="51209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3" name="直線コネクタ 262">
              <a:extLst>
                <a:ext uri="{FF2B5EF4-FFF2-40B4-BE49-F238E27FC236}">
                  <a16:creationId xmlns:a16="http://schemas.microsoft.com/office/drawing/2014/main" id="{0B642771-5C2C-B7B0-4DA0-BA7F208A9B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1491" y="3489082"/>
              <a:ext cx="1119" cy="44564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2" name="直線コネクタ 261">
              <a:extLst>
                <a:ext uri="{FF2B5EF4-FFF2-40B4-BE49-F238E27FC236}">
                  <a16:creationId xmlns:a16="http://schemas.microsoft.com/office/drawing/2014/main" id="{CA0BD211-9CD9-EC7B-2F12-DF1654A6DE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45604" y="3939401"/>
              <a:ext cx="59624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1" name="直線コネクタ 260">
              <a:extLst>
                <a:ext uri="{FF2B5EF4-FFF2-40B4-BE49-F238E27FC236}">
                  <a16:creationId xmlns:a16="http://schemas.microsoft.com/office/drawing/2014/main" id="{994867E6-1415-B1D6-D25E-F72E14AD48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8595" y="4031863"/>
              <a:ext cx="71325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7" name="四角形: 角を丸くする 286">
              <a:extLst>
                <a:ext uri="{FF2B5EF4-FFF2-40B4-BE49-F238E27FC236}">
                  <a16:creationId xmlns:a16="http://schemas.microsoft.com/office/drawing/2014/main" id="{E52E7A5B-47E2-7BAD-9070-C20C3632F9E9}"/>
                </a:ext>
              </a:extLst>
            </p:cNvPr>
            <p:cNvSpPr/>
            <p:nvPr/>
          </p:nvSpPr>
          <p:spPr>
            <a:xfrm>
              <a:off x="6510009" y="2034786"/>
              <a:ext cx="1458343" cy="672330"/>
            </a:xfrm>
            <a:prstGeom prst="roundRect">
              <a:avLst/>
            </a:prstGeom>
            <a:gradFill flip="none" rotWithShape="1">
              <a:gsLst>
                <a:gs pos="0">
                  <a:schemeClr val="tx2">
                    <a:lumMod val="25000"/>
                    <a:lumOff val="75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6F6DFBF7-BB1A-9502-A14E-994B669BA55D}"/>
                </a:ext>
              </a:extLst>
            </p:cNvPr>
            <p:cNvSpPr/>
            <p:nvPr/>
          </p:nvSpPr>
          <p:spPr>
            <a:xfrm>
              <a:off x="6701453" y="2351526"/>
              <a:ext cx="1847850" cy="4571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4205472C-449D-7B7C-FDFA-FB26433B5773}"/>
                </a:ext>
              </a:extLst>
            </p:cNvPr>
            <p:cNvSpPr/>
            <p:nvPr/>
          </p:nvSpPr>
          <p:spPr>
            <a:xfrm>
              <a:off x="7174758" y="1504434"/>
              <a:ext cx="102390" cy="59147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5FFAEB9F-A1EB-E0ED-5DDA-11DA5A594F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758" y="1584329"/>
              <a:ext cx="0" cy="45045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直線コネクタ 252">
              <a:extLst>
                <a:ext uri="{FF2B5EF4-FFF2-40B4-BE49-F238E27FC236}">
                  <a16:creationId xmlns:a16="http://schemas.microsoft.com/office/drawing/2014/main" id="{B31D5C36-AB8A-CC13-7499-1FC4EB94FE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3653" y="1506787"/>
              <a:ext cx="134113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95F1369B-8342-BAA6-F1B9-1A3C590733B6}"/>
                </a:ext>
              </a:extLst>
            </p:cNvPr>
            <p:cNvSpPr/>
            <p:nvPr/>
          </p:nvSpPr>
          <p:spPr>
            <a:xfrm>
              <a:off x="7434515" y="2669546"/>
              <a:ext cx="133675" cy="308906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46BEFC23-C6F2-2A10-CED6-2D13DAC7CE7E}"/>
                </a:ext>
              </a:extLst>
            </p:cNvPr>
            <p:cNvSpPr/>
            <p:nvPr/>
          </p:nvSpPr>
          <p:spPr>
            <a:xfrm>
              <a:off x="6900678" y="2669546"/>
              <a:ext cx="133675" cy="283563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2B15F275-EAEB-F586-2234-4ABEA139E3AF}"/>
                </a:ext>
              </a:extLst>
            </p:cNvPr>
            <p:cNvCxnSpPr>
              <a:cxnSpLocks/>
            </p:cNvCxnSpPr>
            <p:nvPr/>
          </p:nvCxnSpPr>
          <p:spPr>
            <a:xfrm>
              <a:off x="6900678" y="2705717"/>
              <a:ext cx="0" cy="1953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E76D988A-4158-9DC5-1CDF-77818CE1210C}"/>
                </a:ext>
              </a:extLst>
            </p:cNvPr>
            <p:cNvCxnSpPr>
              <a:cxnSpLocks/>
            </p:cNvCxnSpPr>
            <p:nvPr/>
          </p:nvCxnSpPr>
          <p:spPr>
            <a:xfrm>
              <a:off x="7028752" y="2705717"/>
              <a:ext cx="0" cy="1953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3B87E730-8140-9C1F-9DAA-56732C602A1D}"/>
                </a:ext>
              </a:extLst>
            </p:cNvPr>
            <p:cNvCxnSpPr>
              <a:cxnSpLocks/>
            </p:cNvCxnSpPr>
            <p:nvPr/>
          </p:nvCxnSpPr>
          <p:spPr>
            <a:xfrm>
              <a:off x="7434515" y="2705717"/>
              <a:ext cx="0" cy="1953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BE1417C9-2DBE-F301-0A83-FEE5175792F8}"/>
                </a:ext>
              </a:extLst>
            </p:cNvPr>
            <p:cNvCxnSpPr>
              <a:cxnSpLocks/>
            </p:cNvCxnSpPr>
            <p:nvPr/>
          </p:nvCxnSpPr>
          <p:spPr>
            <a:xfrm>
              <a:off x="7572152" y="2707116"/>
              <a:ext cx="0" cy="19537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8AB43F2A-32B8-DDFE-FD1F-CFF6FF8D6354}"/>
                </a:ext>
              </a:extLst>
            </p:cNvPr>
            <p:cNvSpPr/>
            <p:nvPr/>
          </p:nvSpPr>
          <p:spPr>
            <a:xfrm rot="5400000">
              <a:off x="7187424" y="3235455"/>
              <a:ext cx="113113" cy="466418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6" name="グループ化 105">
              <a:extLst>
                <a:ext uri="{FF2B5EF4-FFF2-40B4-BE49-F238E27FC236}">
                  <a16:creationId xmlns:a16="http://schemas.microsoft.com/office/drawing/2014/main" id="{14493CEF-126C-8367-3C2D-3EDFF506BDF9}"/>
                </a:ext>
              </a:extLst>
            </p:cNvPr>
            <p:cNvGrpSpPr/>
            <p:nvPr/>
          </p:nvGrpSpPr>
          <p:grpSpPr>
            <a:xfrm>
              <a:off x="2417317" y="2347061"/>
              <a:ext cx="153926" cy="2602513"/>
              <a:chOff x="2417317" y="2347061"/>
              <a:chExt cx="153926" cy="2602513"/>
            </a:xfrm>
          </p:grpSpPr>
          <p:sp>
            <p:nvSpPr>
              <p:cNvPr id="103" name="正方形/長方形 102">
                <a:extLst>
                  <a:ext uri="{FF2B5EF4-FFF2-40B4-BE49-F238E27FC236}">
                    <a16:creationId xmlns:a16="http://schemas.microsoft.com/office/drawing/2014/main" id="{EE70A3E5-54CB-2CE4-DF72-63A367FAF6AE}"/>
                  </a:ext>
                </a:extLst>
              </p:cNvPr>
              <p:cNvSpPr/>
              <p:nvPr/>
            </p:nvSpPr>
            <p:spPr>
              <a:xfrm>
                <a:off x="2471311" y="2567644"/>
                <a:ext cx="45719" cy="2381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4" name="四角形: 角を丸くする 103">
                <a:extLst>
                  <a:ext uri="{FF2B5EF4-FFF2-40B4-BE49-F238E27FC236}">
                    <a16:creationId xmlns:a16="http://schemas.microsoft.com/office/drawing/2014/main" id="{4E24E741-F96E-A126-A18D-165008454B5C}"/>
                  </a:ext>
                </a:extLst>
              </p:cNvPr>
              <p:cNvSpPr/>
              <p:nvPr/>
            </p:nvSpPr>
            <p:spPr>
              <a:xfrm>
                <a:off x="2417317" y="2347061"/>
                <a:ext cx="153926" cy="2205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四角形: 角を丸くする 104">
                <a:extLst>
                  <a:ext uri="{FF2B5EF4-FFF2-40B4-BE49-F238E27FC236}">
                    <a16:creationId xmlns:a16="http://schemas.microsoft.com/office/drawing/2014/main" id="{0490585B-43BC-6091-B8DD-D257DD7C2718}"/>
                  </a:ext>
                </a:extLst>
              </p:cNvPr>
              <p:cNvSpPr/>
              <p:nvPr/>
            </p:nvSpPr>
            <p:spPr>
              <a:xfrm>
                <a:off x="2440781" y="3364438"/>
                <a:ext cx="112189" cy="681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07" name="グループ化 106">
              <a:extLst>
                <a:ext uri="{FF2B5EF4-FFF2-40B4-BE49-F238E27FC236}">
                  <a16:creationId xmlns:a16="http://schemas.microsoft.com/office/drawing/2014/main" id="{87ED4482-A15E-D635-D7E4-4763E0154DC6}"/>
                </a:ext>
              </a:extLst>
            </p:cNvPr>
            <p:cNvGrpSpPr/>
            <p:nvPr/>
          </p:nvGrpSpPr>
          <p:grpSpPr>
            <a:xfrm>
              <a:off x="2583578" y="2343002"/>
              <a:ext cx="153926" cy="2602513"/>
              <a:chOff x="2417317" y="2347061"/>
              <a:chExt cx="153926" cy="2602513"/>
            </a:xfrm>
          </p:grpSpPr>
          <p:sp>
            <p:nvSpPr>
              <p:cNvPr id="108" name="正方形/長方形 107">
                <a:extLst>
                  <a:ext uri="{FF2B5EF4-FFF2-40B4-BE49-F238E27FC236}">
                    <a16:creationId xmlns:a16="http://schemas.microsoft.com/office/drawing/2014/main" id="{533E103E-F8F8-539E-9387-7E98D5E11230}"/>
                  </a:ext>
                </a:extLst>
              </p:cNvPr>
              <p:cNvSpPr/>
              <p:nvPr/>
            </p:nvSpPr>
            <p:spPr>
              <a:xfrm>
                <a:off x="2471311" y="2567644"/>
                <a:ext cx="45719" cy="2381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9" name="四角形: 角を丸くする 108">
                <a:extLst>
                  <a:ext uri="{FF2B5EF4-FFF2-40B4-BE49-F238E27FC236}">
                    <a16:creationId xmlns:a16="http://schemas.microsoft.com/office/drawing/2014/main" id="{77E68E3D-D1EC-34F8-A269-BEF6DA3E18B0}"/>
                  </a:ext>
                </a:extLst>
              </p:cNvPr>
              <p:cNvSpPr/>
              <p:nvPr/>
            </p:nvSpPr>
            <p:spPr>
              <a:xfrm>
                <a:off x="2417317" y="2347061"/>
                <a:ext cx="153926" cy="2205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0" name="四角形: 角を丸くする 109">
                <a:extLst>
                  <a:ext uri="{FF2B5EF4-FFF2-40B4-BE49-F238E27FC236}">
                    <a16:creationId xmlns:a16="http://schemas.microsoft.com/office/drawing/2014/main" id="{99AFDC99-5481-E1D2-0156-F66F8DC0F5E9}"/>
                  </a:ext>
                </a:extLst>
              </p:cNvPr>
              <p:cNvSpPr/>
              <p:nvPr/>
            </p:nvSpPr>
            <p:spPr>
              <a:xfrm>
                <a:off x="2440781" y="3364438"/>
                <a:ext cx="112189" cy="681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11" name="グループ化 110">
              <a:extLst>
                <a:ext uri="{FF2B5EF4-FFF2-40B4-BE49-F238E27FC236}">
                  <a16:creationId xmlns:a16="http://schemas.microsoft.com/office/drawing/2014/main" id="{6B569CE5-F968-8AC2-B4FD-01C3C9B23C38}"/>
                </a:ext>
              </a:extLst>
            </p:cNvPr>
            <p:cNvGrpSpPr/>
            <p:nvPr/>
          </p:nvGrpSpPr>
          <p:grpSpPr>
            <a:xfrm>
              <a:off x="2750082" y="2347061"/>
              <a:ext cx="153926" cy="2602513"/>
              <a:chOff x="2417317" y="2347061"/>
              <a:chExt cx="153926" cy="2602513"/>
            </a:xfrm>
          </p:grpSpPr>
          <p:sp>
            <p:nvSpPr>
              <p:cNvPr id="113" name="正方形/長方形 112">
                <a:extLst>
                  <a:ext uri="{FF2B5EF4-FFF2-40B4-BE49-F238E27FC236}">
                    <a16:creationId xmlns:a16="http://schemas.microsoft.com/office/drawing/2014/main" id="{639F29FB-23B2-798E-E4FB-9F3A86E68049}"/>
                  </a:ext>
                </a:extLst>
              </p:cNvPr>
              <p:cNvSpPr/>
              <p:nvPr/>
            </p:nvSpPr>
            <p:spPr>
              <a:xfrm>
                <a:off x="2471311" y="2567644"/>
                <a:ext cx="45719" cy="2381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6" name="四角形: 角を丸くする 115">
                <a:extLst>
                  <a:ext uri="{FF2B5EF4-FFF2-40B4-BE49-F238E27FC236}">
                    <a16:creationId xmlns:a16="http://schemas.microsoft.com/office/drawing/2014/main" id="{2156B85A-0997-9CEB-3629-166A4051174F}"/>
                  </a:ext>
                </a:extLst>
              </p:cNvPr>
              <p:cNvSpPr/>
              <p:nvPr/>
            </p:nvSpPr>
            <p:spPr>
              <a:xfrm>
                <a:off x="2417317" y="2347061"/>
                <a:ext cx="153926" cy="2205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2" name="四角形: 角を丸くする 121">
                <a:extLst>
                  <a:ext uri="{FF2B5EF4-FFF2-40B4-BE49-F238E27FC236}">
                    <a16:creationId xmlns:a16="http://schemas.microsoft.com/office/drawing/2014/main" id="{CB822A4B-2C6F-D31B-1CF4-719C02D1291E}"/>
                  </a:ext>
                </a:extLst>
              </p:cNvPr>
              <p:cNvSpPr/>
              <p:nvPr/>
            </p:nvSpPr>
            <p:spPr>
              <a:xfrm>
                <a:off x="2440781" y="3364438"/>
                <a:ext cx="112189" cy="681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3" name="グループ化 122">
              <a:extLst>
                <a:ext uri="{FF2B5EF4-FFF2-40B4-BE49-F238E27FC236}">
                  <a16:creationId xmlns:a16="http://schemas.microsoft.com/office/drawing/2014/main" id="{60545284-C9DC-5AA4-739A-E7A55703C9E6}"/>
                </a:ext>
              </a:extLst>
            </p:cNvPr>
            <p:cNvGrpSpPr/>
            <p:nvPr/>
          </p:nvGrpSpPr>
          <p:grpSpPr>
            <a:xfrm>
              <a:off x="2915080" y="2347061"/>
              <a:ext cx="153926" cy="2602513"/>
              <a:chOff x="2417317" y="2347061"/>
              <a:chExt cx="153926" cy="2602513"/>
            </a:xfrm>
          </p:grpSpPr>
          <p:sp>
            <p:nvSpPr>
              <p:cNvPr id="124" name="正方形/長方形 123">
                <a:extLst>
                  <a:ext uri="{FF2B5EF4-FFF2-40B4-BE49-F238E27FC236}">
                    <a16:creationId xmlns:a16="http://schemas.microsoft.com/office/drawing/2014/main" id="{0E621510-C9E5-3691-DE06-7C76908386C5}"/>
                  </a:ext>
                </a:extLst>
              </p:cNvPr>
              <p:cNvSpPr/>
              <p:nvPr/>
            </p:nvSpPr>
            <p:spPr>
              <a:xfrm>
                <a:off x="2471311" y="2567644"/>
                <a:ext cx="45719" cy="238193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5" name="四角形: 角を丸くする 124">
                <a:extLst>
                  <a:ext uri="{FF2B5EF4-FFF2-40B4-BE49-F238E27FC236}">
                    <a16:creationId xmlns:a16="http://schemas.microsoft.com/office/drawing/2014/main" id="{132F7FD4-4073-749F-D2F0-15D167C46FFB}"/>
                  </a:ext>
                </a:extLst>
              </p:cNvPr>
              <p:cNvSpPr/>
              <p:nvPr/>
            </p:nvSpPr>
            <p:spPr>
              <a:xfrm>
                <a:off x="2417317" y="2347061"/>
                <a:ext cx="153926" cy="2205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6" name="四角形: 角を丸くする 125">
                <a:extLst>
                  <a:ext uri="{FF2B5EF4-FFF2-40B4-BE49-F238E27FC236}">
                    <a16:creationId xmlns:a16="http://schemas.microsoft.com/office/drawing/2014/main" id="{1B5A29D9-E37C-72DF-2E07-0175B13B2FF8}"/>
                  </a:ext>
                </a:extLst>
              </p:cNvPr>
              <p:cNvSpPr/>
              <p:nvPr/>
            </p:nvSpPr>
            <p:spPr>
              <a:xfrm>
                <a:off x="2440781" y="3364438"/>
                <a:ext cx="112189" cy="68183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27" name="テキスト ボックス 126">
              <a:extLst>
                <a:ext uri="{FF2B5EF4-FFF2-40B4-BE49-F238E27FC236}">
                  <a16:creationId xmlns:a16="http://schemas.microsoft.com/office/drawing/2014/main" id="{4CCB8752-074B-ABCF-57FC-EABF53DE6C4E}"/>
                </a:ext>
              </a:extLst>
            </p:cNvPr>
            <p:cNvSpPr txBox="1"/>
            <p:nvPr/>
          </p:nvSpPr>
          <p:spPr>
            <a:xfrm>
              <a:off x="5950063" y="4386955"/>
              <a:ext cx="11823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 err="1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Secoudary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Sodium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28" name="テキスト ボックス 127">
              <a:extLst>
                <a:ext uri="{FF2B5EF4-FFF2-40B4-BE49-F238E27FC236}">
                  <a16:creationId xmlns:a16="http://schemas.microsoft.com/office/drawing/2014/main" id="{CB0B6693-83E9-C10F-94F2-44533437F8E2}"/>
                </a:ext>
              </a:extLst>
            </p:cNvPr>
            <p:cNvSpPr txBox="1"/>
            <p:nvPr/>
          </p:nvSpPr>
          <p:spPr>
            <a:xfrm>
              <a:off x="6039194" y="625917"/>
              <a:ext cx="11823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Steam</a:t>
              </a: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Generator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30" name="テキスト ボックス 129">
              <a:extLst>
                <a:ext uri="{FF2B5EF4-FFF2-40B4-BE49-F238E27FC236}">
                  <a16:creationId xmlns:a16="http://schemas.microsoft.com/office/drawing/2014/main" id="{AEF4685A-B949-3F5F-93E3-EC4E3092ECBF}"/>
                </a:ext>
              </a:extLst>
            </p:cNvPr>
            <p:cNvSpPr txBox="1"/>
            <p:nvPr/>
          </p:nvSpPr>
          <p:spPr>
            <a:xfrm>
              <a:off x="7055266" y="1643206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Turbine</a:t>
              </a:r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2FC9A29B-0A4E-095C-A459-42714ABD3D76}"/>
                </a:ext>
              </a:extLst>
            </p:cNvPr>
            <p:cNvSpPr txBox="1"/>
            <p:nvPr/>
          </p:nvSpPr>
          <p:spPr>
            <a:xfrm>
              <a:off x="8404168" y="1743341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Generator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32" name="テキスト ボックス 131">
              <a:extLst>
                <a:ext uri="{FF2B5EF4-FFF2-40B4-BE49-F238E27FC236}">
                  <a16:creationId xmlns:a16="http://schemas.microsoft.com/office/drawing/2014/main" id="{750798E1-AA53-E0B1-2CCC-736FCD327EED}"/>
                </a:ext>
              </a:extLst>
            </p:cNvPr>
            <p:cNvSpPr txBox="1"/>
            <p:nvPr/>
          </p:nvSpPr>
          <p:spPr>
            <a:xfrm>
              <a:off x="7760856" y="3037904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Condenser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33" name="矢印: 右 132">
              <a:extLst>
                <a:ext uri="{FF2B5EF4-FFF2-40B4-BE49-F238E27FC236}">
                  <a16:creationId xmlns:a16="http://schemas.microsoft.com/office/drawing/2014/main" id="{CB050A1C-02B2-51B3-C810-5D5A25A5BE7B}"/>
                </a:ext>
              </a:extLst>
            </p:cNvPr>
            <p:cNvSpPr/>
            <p:nvPr/>
          </p:nvSpPr>
          <p:spPr>
            <a:xfrm rot="2716102">
              <a:off x="1387611" y="5122994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矢印: 右 133">
              <a:extLst>
                <a:ext uri="{FF2B5EF4-FFF2-40B4-BE49-F238E27FC236}">
                  <a16:creationId xmlns:a16="http://schemas.microsoft.com/office/drawing/2014/main" id="{96FD54D9-4353-F58A-DC88-B09585264E7A}"/>
                </a:ext>
              </a:extLst>
            </p:cNvPr>
            <p:cNvSpPr/>
            <p:nvPr/>
          </p:nvSpPr>
          <p:spPr>
            <a:xfrm rot="16200000">
              <a:off x="3328095" y="2059112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矢印: 右 134">
              <a:extLst>
                <a:ext uri="{FF2B5EF4-FFF2-40B4-BE49-F238E27FC236}">
                  <a16:creationId xmlns:a16="http://schemas.microsoft.com/office/drawing/2014/main" id="{D62366D8-5058-1122-A6E7-BDD0FD033992}"/>
                </a:ext>
              </a:extLst>
            </p:cNvPr>
            <p:cNvSpPr/>
            <p:nvPr/>
          </p:nvSpPr>
          <p:spPr>
            <a:xfrm rot="16200000">
              <a:off x="5079491" y="2604952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6" name="矢印: 右 135">
              <a:extLst>
                <a:ext uri="{FF2B5EF4-FFF2-40B4-BE49-F238E27FC236}">
                  <a16:creationId xmlns:a16="http://schemas.microsoft.com/office/drawing/2014/main" id="{A34E7B5F-1D66-4D1B-8DB6-6E3FF29AC7FA}"/>
                </a:ext>
              </a:extLst>
            </p:cNvPr>
            <p:cNvSpPr/>
            <p:nvPr/>
          </p:nvSpPr>
          <p:spPr>
            <a:xfrm rot="10800000">
              <a:off x="5313906" y="4545015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7" name="矢印: 右 136">
              <a:extLst>
                <a:ext uri="{FF2B5EF4-FFF2-40B4-BE49-F238E27FC236}">
                  <a16:creationId xmlns:a16="http://schemas.microsoft.com/office/drawing/2014/main" id="{4DAE3C75-DA73-F536-9AF2-E40834CEB5FF}"/>
                </a:ext>
              </a:extLst>
            </p:cNvPr>
            <p:cNvSpPr/>
            <p:nvPr/>
          </p:nvSpPr>
          <p:spPr>
            <a:xfrm rot="10800000">
              <a:off x="6559291" y="3634646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1" name="矢印: 右 140">
              <a:extLst>
                <a:ext uri="{FF2B5EF4-FFF2-40B4-BE49-F238E27FC236}">
                  <a16:creationId xmlns:a16="http://schemas.microsoft.com/office/drawing/2014/main" id="{42F8A7E0-BB4E-1C32-2167-8DEB9E2FDB60}"/>
                </a:ext>
              </a:extLst>
            </p:cNvPr>
            <p:cNvSpPr/>
            <p:nvPr/>
          </p:nvSpPr>
          <p:spPr>
            <a:xfrm rot="10800000">
              <a:off x="4339009" y="900542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矢印: 右 141">
              <a:extLst>
                <a:ext uri="{FF2B5EF4-FFF2-40B4-BE49-F238E27FC236}">
                  <a16:creationId xmlns:a16="http://schemas.microsoft.com/office/drawing/2014/main" id="{57102849-119D-D6A4-74C5-0CF5BDAA51AA}"/>
                </a:ext>
              </a:extLst>
            </p:cNvPr>
            <p:cNvSpPr/>
            <p:nvPr/>
          </p:nvSpPr>
          <p:spPr>
            <a:xfrm rot="8323918">
              <a:off x="3266654" y="5992965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矢印: 右 142">
              <a:extLst>
                <a:ext uri="{FF2B5EF4-FFF2-40B4-BE49-F238E27FC236}">
                  <a16:creationId xmlns:a16="http://schemas.microsoft.com/office/drawing/2014/main" id="{C3C60C29-ED62-BCEA-9600-0B801E243F4D}"/>
                </a:ext>
              </a:extLst>
            </p:cNvPr>
            <p:cNvSpPr/>
            <p:nvPr/>
          </p:nvSpPr>
          <p:spPr>
            <a:xfrm>
              <a:off x="3095469" y="4132757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4" name="矢印: 右 143">
              <a:extLst>
                <a:ext uri="{FF2B5EF4-FFF2-40B4-BE49-F238E27FC236}">
                  <a16:creationId xmlns:a16="http://schemas.microsoft.com/office/drawing/2014/main" id="{4CF164AE-453A-E4EE-E82D-AF3F81826DBD}"/>
                </a:ext>
              </a:extLst>
            </p:cNvPr>
            <p:cNvSpPr/>
            <p:nvPr/>
          </p:nvSpPr>
          <p:spPr>
            <a:xfrm>
              <a:off x="4713363" y="250587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5" name="矢印: 右 144">
              <a:extLst>
                <a:ext uri="{FF2B5EF4-FFF2-40B4-BE49-F238E27FC236}">
                  <a16:creationId xmlns:a16="http://schemas.microsoft.com/office/drawing/2014/main" id="{45865055-67B2-3293-129B-E3BACBE9F75F}"/>
                </a:ext>
              </a:extLst>
            </p:cNvPr>
            <p:cNvSpPr/>
            <p:nvPr/>
          </p:nvSpPr>
          <p:spPr>
            <a:xfrm>
              <a:off x="6479530" y="1297500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矢印: 右 145">
              <a:extLst>
                <a:ext uri="{FF2B5EF4-FFF2-40B4-BE49-F238E27FC236}">
                  <a16:creationId xmlns:a16="http://schemas.microsoft.com/office/drawing/2014/main" id="{3BBBDC14-6006-D8D0-914C-8D6B13618A1A}"/>
                </a:ext>
              </a:extLst>
            </p:cNvPr>
            <p:cNvSpPr/>
            <p:nvPr/>
          </p:nvSpPr>
          <p:spPr>
            <a:xfrm rot="5400000">
              <a:off x="6495133" y="2809931"/>
              <a:ext cx="223685" cy="13039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矢印: 右 146">
              <a:extLst>
                <a:ext uri="{FF2B5EF4-FFF2-40B4-BE49-F238E27FC236}">
                  <a16:creationId xmlns:a16="http://schemas.microsoft.com/office/drawing/2014/main" id="{5F541F55-5C2C-82D3-935C-A61165D33AB4}"/>
                </a:ext>
              </a:extLst>
            </p:cNvPr>
            <p:cNvSpPr/>
            <p:nvPr/>
          </p:nvSpPr>
          <p:spPr>
            <a:xfrm rot="5400000">
              <a:off x="7714211" y="2805353"/>
              <a:ext cx="223685" cy="130395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0" name="矢印: 右 149">
              <a:extLst>
                <a:ext uri="{FF2B5EF4-FFF2-40B4-BE49-F238E27FC236}">
                  <a16:creationId xmlns:a16="http://schemas.microsoft.com/office/drawing/2014/main" id="{177C7C0E-4982-5476-2402-FAF59BD3CEB6}"/>
                </a:ext>
              </a:extLst>
            </p:cNvPr>
            <p:cNvSpPr/>
            <p:nvPr/>
          </p:nvSpPr>
          <p:spPr>
            <a:xfrm rot="5400000">
              <a:off x="4078227" y="2070196"/>
              <a:ext cx="418471" cy="168418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フローチャート: 照合 150">
              <a:extLst>
                <a:ext uri="{FF2B5EF4-FFF2-40B4-BE49-F238E27FC236}">
                  <a16:creationId xmlns:a16="http://schemas.microsoft.com/office/drawing/2014/main" id="{EAAD6551-99DA-AB41-995F-7E24D92709A1}"/>
                </a:ext>
              </a:extLst>
            </p:cNvPr>
            <p:cNvSpPr/>
            <p:nvPr/>
          </p:nvSpPr>
          <p:spPr>
            <a:xfrm rot="16200000">
              <a:off x="7055073" y="1977080"/>
              <a:ext cx="459431" cy="777733"/>
            </a:xfrm>
            <a:prstGeom prst="flowChartCollate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C8A68597-6A55-42DE-F0F0-E6C2A75A4027}"/>
                </a:ext>
              </a:extLst>
            </p:cNvPr>
            <p:cNvSpPr/>
            <p:nvPr/>
          </p:nvSpPr>
          <p:spPr>
            <a:xfrm>
              <a:off x="7119777" y="2271878"/>
              <a:ext cx="330023" cy="1992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4" name="直線コネクタ 153">
              <a:extLst>
                <a:ext uri="{FF2B5EF4-FFF2-40B4-BE49-F238E27FC236}">
                  <a16:creationId xmlns:a16="http://schemas.microsoft.com/office/drawing/2014/main" id="{504A4C88-A51C-C1D4-9114-D433E6842F49}"/>
                </a:ext>
              </a:extLst>
            </p:cNvPr>
            <p:cNvCxnSpPr>
              <a:cxnSpLocks/>
            </p:cNvCxnSpPr>
            <p:nvPr/>
          </p:nvCxnSpPr>
          <p:spPr>
            <a:xfrm>
              <a:off x="7112173" y="2268436"/>
              <a:ext cx="33875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直線コネクタ 156">
              <a:extLst>
                <a:ext uri="{FF2B5EF4-FFF2-40B4-BE49-F238E27FC236}">
                  <a16:creationId xmlns:a16="http://schemas.microsoft.com/office/drawing/2014/main" id="{A403BFDB-178D-6A7E-FBFA-7E6A4B7B7D99}"/>
                </a:ext>
              </a:extLst>
            </p:cNvPr>
            <p:cNvCxnSpPr>
              <a:cxnSpLocks/>
            </p:cNvCxnSpPr>
            <p:nvPr/>
          </p:nvCxnSpPr>
          <p:spPr>
            <a:xfrm>
              <a:off x="7112173" y="2461318"/>
              <a:ext cx="33875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03CA4408-F5DA-9F71-29FF-83C88A65C31D}"/>
                </a:ext>
              </a:extLst>
            </p:cNvPr>
            <p:cNvCxnSpPr>
              <a:cxnSpLocks/>
            </p:cNvCxnSpPr>
            <p:nvPr/>
          </p:nvCxnSpPr>
          <p:spPr>
            <a:xfrm>
              <a:off x="6977061" y="2178642"/>
              <a:ext cx="0" cy="3692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線コネクタ 166">
              <a:extLst>
                <a:ext uri="{FF2B5EF4-FFF2-40B4-BE49-F238E27FC236}">
                  <a16:creationId xmlns:a16="http://schemas.microsoft.com/office/drawing/2014/main" id="{E84F6742-F578-F9AE-0674-089F01B0AFD8}"/>
                </a:ext>
              </a:extLst>
            </p:cNvPr>
            <p:cNvCxnSpPr>
              <a:cxnSpLocks/>
            </p:cNvCxnSpPr>
            <p:nvPr/>
          </p:nvCxnSpPr>
          <p:spPr>
            <a:xfrm>
              <a:off x="7593804" y="2178642"/>
              <a:ext cx="0" cy="36929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線コネクタ 172">
              <a:extLst>
                <a:ext uri="{FF2B5EF4-FFF2-40B4-BE49-F238E27FC236}">
                  <a16:creationId xmlns:a16="http://schemas.microsoft.com/office/drawing/2014/main" id="{27CB8C0D-4CEA-C2EB-02DE-046E2E297A2A}"/>
                </a:ext>
              </a:extLst>
            </p:cNvPr>
            <p:cNvCxnSpPr>
              <a:cxnSpLocks/>
            </p:cNvCxnSpPr>
            <p:nvPr/>
          </p:nvCxnSpPr>
          <p:spPr>
            <a:xfrm>
              <a:off x="7055266" y="2233613"/>
              <a:ext cx="0" cy="27384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線コネクタ 175">
              <a:extLst>
                <a:ext uri="{FF2B5EF4-FFF2-40B4-BE49-F238E27FC236}">
                  <a16:creationId xmlns:a16="http://schemas.microsoft.com/office/drawing/2014/main" id="{79DB749B-1403-6977-8300-48AB2EE5E9A4}"/>
                </a:ext>
              </a:extLst>
            </p:cNvPr>
            <p:cNvCxnSpPr>
              <a:cxnSpLocks/>
            </p:cNvCxnSpPr>
            <p:nvPr/>
          </p:nvCxnSpPr>
          <p:spPr>
            <a:xfrm>
              <a:off x="7507704" y="2233613"/>
              <a:ext cx="0" cy="27384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線コネクタ 176">
              <a:extLst>
                <a:ext uri="{FF2B5EF4-FFF2-40B4-BE49-F238E27FC236}">
                  <a16:creationId xmlns:a16="http://schemas.microsoft.com/office/drawing/2014/main" id="{42B1645E-48DE-09E2-3F5C-605314DD6392}"/>
                </a:ext>
              </a:extLst>
            </p:cNvPr>
            <p:cNvCxnSpPr>
              <a:cxnSpLocks/>
            </p:cNvCxnSpPr>
            <p:nvPr/>
          </p:nvCxnSpPr>
          <p:spPr>
            <a:xfrm>
              <a:off x="7114177" y="2271713"/>
              <a:ext cx="0" cy="193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線コネクタ 180">
              <a:extLst>
                <a:ext uri="{FF2B5EF4-FFF2-40B4-BE49-F238E27FC236}">
                  <a16:creationId xmlns:a16="http://schemas.microsoft.com/office/drawing/2014/main" id="{89B279D2-C1E9-160F-C71B-ECDE98506E76}"/>
                </a:ext>
              </a:extLst>
            </p:cNvPr>
            <p:cNvCxnSpPr>
              <a:cxnSpLocks/>
            </p:cNvCxnSpPr>
            <p:nvPr/>
          </p:nvCxnSpPr>
          <p:spPr>
            <a:xfrm>
              <a:off x="7447552" y="2264570"/>
              <a:ext cx="0" cy="193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線コネクタ 181">
              <a:extLst>
                <a:ext uri="{FF2B5EF4-FFF2-40B4-BE49-F238E27FC236}">
                  <a16:creationId xmlns:a16="http://schemas.microsoft.com/office/drawing/2014/main" id="{29C42641-BBB3-7E51-39FD-DC5D31DF24A4}"/>
                </a:ext>
              </a:extLst>
            </p:cNvPr>
            <p:cNvCxnSpPr>
              <a:cxnSpLocks/>
            </p:cNvCxnSpPr>
            <p:nvPr/>
          </p:nvCxnSpPr>
          <p:spPr>
            <a:xfrm>
              <a:off x="7201488" y="2274094"/>
              <a:ext cx="0" cy="193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線コネクタ 182">
              <a:extLst>
                <a:ext uri="{FF2B5EF4-FFF2-40B4-BE49-F238E27FC236}">
                  <a16:creationId xmlns:a16="http://schemas.microsoft.com/office/drawing/2014/main" id="{EF9141B5-CAE2-840F-39E2-3ADB142A1116}"/>
                </a:ext>
              </a:extLst>
            </p:cNvPr>
            <p:cNvCxnSpPr>
              <a:cxnSpLocks/>
            </p:cNvCxnSpPr>
            <p:nvPr/>
          </p:nvCxnSpPr>
          <p:spPr>
            <a:xfrm>
              <a:off x="7284789" y="2276476"/>
              <a:ext cx="0" cy="193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直線コネクタ 190">
              <a:extLst>
                <a:ext uri="{FF2B5EF4-FFF2-40B4-BE49-F238E27FC236}">
                  <a16:creationId xmlns:a16="http://schemas.microsoft.com/office/drawing/2014/main" id="{9C6E47E2-8E5B-B466-1A8E-68A2A98FECDD}"/>
                </a:ext>
              </a:extLst>
            </p:cNvPr>
            <p:cNvCxnSpPr>
              <a:cxnSpLocks/>
            </p:cNvCxnSpPr>
            <p:nvPr/>
          </p:nvCxnSpPr>
          <p:spPr>
            <a:xfrm>
              <a:off x="7371352" y="2276475"/>
              <a:ext cx="0" cy="19301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2" name="テキスト ボックス 191">
              <a:extLst>
                <a:ext uri="{FF2B5EF4-FFF2-40B4-BE49-F238E27FC236}">
                  <a16:creationId xmlns:a16="http://schemas.microsoft.com/office/drawing/2014/main" id="{ED316B63-2A57-F133-B803-BCE62A070207}"/>
                </a:ext>
              </a:extLst>
            </p:cNvPr>
            <p:cNvSpPr txBox="1"/>
            <p:nvPr/>
          </p:nvSpPr>
          <p:spPr>
            <a:xfrm>
              <a:off x="829255" y="5369482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Pump</a:t>
              </a:r>
            </a:p>
          </p:txBody>
        </p:sp>
        <p:sp>
          <p:nvSpPr>
            <p:cNvPr id="193" name="テキスト ボックス 192">
              <a:extLst>
                <a:ext uri="{FF2B5EF4-FFF2-40B4-BE49-F238E27FC236}">
                  <a16:creationId xmlns:a16="http://schemas.microsoft.com/office/drawing/2014/main" id="{CBB32FC1-4A68-BBA7-44A0-5F63200BF652}"/>
                </a:ext>
              </a:extLst>
            </p:cNvPr>
            <p:cNvSpPr txBox="1"/>
            <p:nvPr/>
          </p:nvSpPr>
          <p:spPr>
            <a:xfrm>
              <a:off x="4949678" y="4997038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Pump</a:t>
              </a:r>
            </a:p>
          </p:txBody>
        </p:sp>
        <p:sp>
          <p:nvSpPr>
            <p:cNvPr id="196" name="テキスト ボックス 195">
              <a:extLst>
                <a:ext uri="{FF2B5EF4-FFF2-40B4-BE49-F238E27FC236}">
                  <a16:creationId xmlns:a16="http://schemas.microsoft.com/office/drawing/2014/main" id="{8870B8C3-AAA5-7F57-8A7D-F742660A9E60}"/>
                </a:ext>
              </a:extLst>
            </p:cNvPr>
            <p:cNvSpPr txBox="1"/>
            <p:nvPr/>
          </p:nvSpPr>
          <p:spPr>
            <a:xfrm>
              <a:off x="6184414" y="4045873"/>
              <a:ext cx="11823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Pump</a:t>
              </a:r>
            </a:p>
          </p:txBody>
        </p:sp>
        <p:sp>
          <p:nvSpPr>
            <p:cNvPr id="197" name="テキスト ボックス 196">
              <a:extLst>
                <a:ext uri="{FF2B5EF4-FFF2-40B4-BE49-F238E27FC236}">
                  <a16:creationId xmlns:a16="http://schemas.microsoft.com/office/drawing/2014/main" id="{06774FB6-96F8-F99B-CA15-18773A30AA2A}"/>
                </a:ext>
              </a:extLst>
            </p:cNvPr>
            <p:cNvSpPr txBox="1"/>
            <p:nvPr/>
          </p:nvSpPr>
          <p:spPr>
            <a:xfrm>
              <a:off x="3991727" y="2797593"/>
              <a:ext cx="11823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Heat</a:t>
              </a: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Exchanger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  <p:sp>
          <p:nvSpPr>
            <p:cNvPr id="198" name="テキスト ボックス 197">
              <a:extLst>
                <a:ext uri="{FF2B5EF4-FFF2-40B4-BE49-F238E27FC236}">
                  <a16:creationId xmlns:a16="http://schemas.microsoft.com/office/drawing/2014/main" id="{BE1D2465-17E6-E73F-A181-96524EBB8B82}"/>
                </a:ext>
              </a:extLst>
            </p:cNvPr>
            <p:cNvSpPr txBox="1"/>
            <p:nvPr/>
          </p:nvSpPr>
          <p:spPr>
            <a:xfrm>
              <a:off x="4203622" y="5986194"/>
              <a:ext cx="11823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Primary</a:t>
              </a:r>
            </a:p>
            <a:p>
              <a:pPr algn="ctr"/>
              <a:r>
                <a:rPr lang="en-US" altLang="ja-JP" sz="1400" dirty="0">
                  <a:solidFill>
                    <a:schemeClr val="bg2">
                      <a:lumMod val="25000"/>
                    </a:schemeClr>
                  </a:solidFill>
                  <a:latin typeface="Century" panose="02040604050505020304" pitchFamily="18" charset="0"/>
                </a:rPr>
                <a:t>Sodium</a:t>
              </a:r>
              <a:endPara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55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CD883-FC4D-CF7C-65E9-C7E2A538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論理積ゲート 1">
            <a:extLst>
              <a:ext uri="{FF2B5EF4-FFF2-40B4-BE49-F238E27FC236}">
                <a16:creationId xmlns:a16="http://schemas.microsoft.com/office/drawing/2014/main" id="{D58A142A-6B4E-4CC9-B992-56C3584C73E6}"/>
              </a:ext>
            </a:extLst>
          </p:cNvPr>
          <p:cNvSpPr/>
          <p:nvPr/>
        </p:nvSpPr>
        <p:spPr>
          <a:xfrm rot="5400000">
            <a:off x="1165955" y="2996973"/>
            <a:ext cx="3186001" cy="4066292"/>
          </a:xfrm>
          <a:prstGeom prst="flowChartDelay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5A264EA-183A-D23C-02AC-EE70EC990387}"/>
              </a:ext>
            </a:extLst>
          </p:cNvPr>
          <p:cNvSpPr/>
          <p:nvPr/>
        </p:nvSpPr>
        <p:spPr>
          <a:xfrm>
            <a:off x="1082600" y="3715133"/>
            <a:ext cx="3347268" cy="21583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C2F774CD-23C9-B456-2B9B-B28BA4193BD3}"/>
              </a:ext>
            </a:extLst>
          </p:cNvPr>
          <p:cNvSpPr/>
          <p:nvPr/>
        </p:nvSpPr>
        <p:spPr>
          <a:xfrm>
            <a:off x="725807" y="3443898"/>
            <a:ext cx="4066293" cy="4412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5D649A9F-5352-E65C-4481-4F2D1CB197FD}"/>
              </a:ext>
            </a:extLst>
          </p:cNvPr>
          <p:cNvCxnSpPr>
            <a:cxnSpLocks/>
          </p:cNvCxnSpPr>
          <p:nvPr/>
        </p:nvCxnSpPr>
        <p:spPr>
          <a:xfrm>
            <a:off x="725809" y="3894681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円弧 14">
            <a:extLst>
              <a:ext uri="{FF2B5EF4-FFF2-40B4-BE49-F238E27FC236}">
                <a16:creationId xmlns:a16="http://schemas.microsoft.com/office/drawing/2014/main" id="{5A80AA19-FDA0-4690-3832-32E870D8722C}"/>
              </a:ext>
            </a:extLst>
          </p:cNvPr>
          <p:cNvSpPr/>
          <p:nvPr/>
        </p:nvSpPr>
        <p:spPr>
          <a:xfrm>
            <a:off x="-134291" y="4565409"/>
            <a:ext cx="2427177" cy="2706927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58A85235-E3C8-B734-7BCC-B0C04E54A22D}"/>
              </a:ext>
            </a:extLst>
          </p:cNvPr>
          <p:cNvCxnSpPr>
            <a:cxnSpLocks/>
          </p:cNvCxnSpPr>
          <p:nvPr/>
        </p:nvCxnSpPr>
        <p:spPr>
          <a:xfrm flipH="1">
            <a:off x="2074891" y="6135162"/>
            <a:ext cx="10855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円弧 25">
            <a:extLst>
              <a:ext uri="{FF2B5EF4-FFF2-40B4-BE49-F238E27FC236}">
                <a16:creationId xmlns:a16="http://schemas.microsoft.com/office/drawing/2014/main" id="{48EA6825-5AE3-6752-D5F2-51E2FB16D8B1}"/>
              </a:ext>
            </a:extLst>
          </p:cNvPr>
          <p:cNvSpPr/>
          <p:nvPr/>
        </p:nvSpPr>
        <p:spPr>
          <a:xfrm rot="10800000">
            <a:off x="1668305" y="5201711"/>
            <a:ext cx="847341" cy="93345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2E915610-E1E3-69FC-C696-F648538FF90B}"/>
              </a:ext>
            </a:extLst>
          </p:cNvPr>
          <p:cNvGrpSpPr/>
          <p:nvPr/>
        </p:nvGrpSpPr>
        <p:grpSpPr>
          <a:xfrm>
            <a:off x="1733871" y="5524436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47B556F7-C340-ACCA-05BC-ECEB607B693F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23C98384-4623-1A01-348E-3D92AF9CD796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円弧 30">
            <a:extLst>
              <a:ext uri="{FF2B5EF4-FFF2-40B4-BE49-F238E27FC236}">
                <a16:creationId xmlns:a16="http://schemas.microsoft.com/office/drawing/2014/main" id="{91B2A5AD-DC9E-8DE7-A3D8-2A6629233260}"/>
              </a:ext>
            </a:extLst>
          </p:cNvPr>
          <p:cNvSpPr/>
          <p:nvPr/>
        </p:nvSpPr>
        <p:spPr>
          <a:xfrm rot="10800000">
            <a:off x="1888730" y="5722436"/>
            <a:ext cx="999718" cy="247769"/>
          </a:xfrm>
          <a:prstGeom prst="arc">
            <a:avLst>
              <a:gd name="adj1" fmla="val 16236377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弧 31">
            <a:extLst>
              <a:ext uri="{FF2B5EF4-FFF2-40B4-BE49-F238E27FC236}">
                <a16:creationId xmlns:a16="http://schemas.microsoft.com/office/drawing/2014/main" id="{E87B0F44-7507-5113-FF40-B432BD43D4BD}"/>
              </a:ext>
            </a:extLst>
          </p:cNvPr>
          <p:cNvSpPr/>
          <p:nvPr/>
        </p:nvSpPr>
        <p:spPr>
          <a:xfrm rot="5167115">
            <a:off x="1675068" y="5461883"/>
            <a:ext cx="396000" cy="392643"/>
          </a:xfrm>
          <a:prstGeom prst="arc">
            <a:avLst>
              <a:gd name="adj1" fmla="val 15170604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弧 32">
            <a:extLst>
              <a:ext uri="{FF2B5EF4-FFF2-40B4-BE49-F238E27FC236}">
                <a16:creationId xmlns:a16="http://schemas.microsoft.com/office/drawing/2014/main" id="{D7C643DB-630C-383E-D965-59A4DD0862FF}"/>
              </a:ext>
            </a:extLst>
          </p:cNvPr>
          <p:cNvSpPr/>
          <p:nvPr/>
        </p:nvSpPr>
        <p:spPr>
          <a:xfrm rot="2777090">
            <a:off x="1829253" y="5503863"/>
            <a:ext cx="120046" cy="233616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>
            <a:extLst>
              <a:ext uri="{FF2B5EF4-FFF2-40B4-BE49-F238E27FC236}">
                <a16:creationId xmlns:a16="http://schemas.microsoft.com/office/drawing/2014/main" id="{0189BA47-AC44-BEBF-7754-34AC9AD7B880}"/>
              </a:ext>
            </a:extLst>
          </p:cNvPr>
          <p:cNvSpPr/>
          <p:nvPr/>
        </p:nvSpPr>
        <p:spPr>
          <a:xfrm>
            <a:off x="1780886" y="5510820"/>
            <a:ext cx="119028" cy="227490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弧 34">
            <a:extLst>
              <a:ext uri="{FF2B5EF4-FFF2-40B4-BE49-F238E27FC236}">
                <a16:creationId xmlns:a16="http://schemas.microsoft.com/office/drawing/2014/main" id="{6D165F3F-0821-141A-2F63-76AF76F355B7}"/>
              </a:ext>
            </a:extLst>
          </p:cNvPr>
          <p:cNvSpPr/>
          <p:nvPr/>
        </p:nvSpPr>
        <p:spPr>
          <a:xfrm rot="18697829">
            <a:off x="1761043" y="5551241"/>
            <a:ext cx="120046" cy="231808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弧 35">
            <a:extLst>
              <a:ext uri="{FF2B5EF4-FFF2-40B4-BE49-F238E27FC236}">
                <a16:creationId xmlns:a16="http://schemas.microsoft.com/office/drawing/2014/main" id="{9A5FD0D4-57CA-149C-CA4B-C917B7A03D43}"/>
              </a:ext>
            </a:extLst>
          </p:cNvPr>
          <p:cNvSpPr/>
          <p:nvPr/>
        </p:nvSpPr>
        <p:spPr>
          <a:xfrm rot="14977061">
            <a:off x="1786760" y="5591666"/>
            <a:ext cx="120046" cy="235751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D8C1842D-B71E-4300-9A5D-D9F2B6E42BA4}"/>
              </a:ext>
            </a:extLst>
          </p:cNvPr>
          <p:cNvSpPr/>
          <p:nvPr/>
        </p:nvSpPr>
        <p:spPr>
          <a:xfrm rot="10800000">
            <a:off x="1851086" y="5590130"/>
            <a:ext cx="119028" cy="237767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805CF906-EC37-5EB8-0EA6-294F59F4906B}"/>
              </a:ext>
            </a:extLst>
          </p:cNvPr>
          <p:cNvSpPr/>
          <p:nvPr/>
        </p:nvSpPr>
        <p:spPr>
          <a:xfrm rot="7208585">
            <a:off x="1886437" y="5540041"/>
            <a:ext cx="120046" cy="207745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3E624C1-6C84-FA0D-2DC8-73AD096BA514}"/>
              </a:ext>
            </a:extLst>
          </p:cNvPr>
          <p:cNvSpPr/>
          <p:nvPr/>
        </p:nvSpPr>
        <p:spPr>
          <a:xfrm>
            <a:off x="2291387" y="4949574"/>
            <a:ext cx="869012" cy="2188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Century" panose="02040604050505020304" pitchFamily="18" charset="0"/>
              </a:rPr>
              <a:t>Core</a:t>
            </a:r>
            <a:endParaRPr kumimoji="1" lang="ja-JP" altLang="en-US" sz="1400" dirty="0">
              <a:latin typeface="Century" panose="02040604050505020304" pitchFamily="18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3215D365-4795-8493-E8D6-E5B33D99BBE4}"/>
              </a:ext>
            </a:extLst>
          </p:cNvPr>
          <p:cNvSpPr txBox="1"/>
          <p:nvPr/>
        </p:nvSpPr>
        <p:spPr>
          <a:xfrm>
            <a:off x="2295266" y="5176080"/>
            <a:ext cx="858813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Cold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A31A02AA-AD9D-EB10-6B1A-14BA76DE7FC0}"/>
              </a:ext>
            </a:extLst>
          </p:cNvPr>
          <p:cNvSpPr/>
          <p:nvPr/>
        </p:nvSpPr>
        <p:spPr>
          <a:xfrm rot="16200000">
            <a:off x="3124357" y="4601576"/>
            <a:ext cx="2627530" cy="2548594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531C37D0-3FB8-7A51-1819-111B2C70829E}"/>
              </a:ext>
            </a:extLst>
          </p:cNvPr>
          <p:cNvSpPr/>
          <p:nvPr/>
        </p:nvSpPr>
        <p:spPr>
          <a:xfrm>
            <a:off x="2295497" y="5699300"/>
            <a:ext cx="860800" cy="1818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CDF5E04-E525-A28A-C3BB-7BFA7B9AE156}"/>
              </a:ext>
            </a:extLst>
          </p:cNvPr>
          <p:cNvCxnSpPr>
            <a:cxnSpLocks/>
          </p:cNvCxnSpPr>
          <p:nvPr/>
        </p:nvCxnSpPr>
        <p:spPr>
          <a:xfrm>
            <a:off x="3160408" y="4382561"/>
            <a:ext cx="0" cy="1762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C9EF084-9CC9-63A6-D521-7D2852663D43}"/>
              </a:ext>
            </a:extLst>
          </p:cNvPr>
          <p:cNvCxnSpPr>
            <a:cxnSpLocks/>
          </p:cNvCxnSpPr>
          <p:nvPr/>
        </p:nvCxnSpPr>
        <p:spPr>
          <a:xfrm>
            <a:off x="2291388" y="4382561"/>
            <a:ext cx="0" cy="15876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BFBD9928-C73F-1A06-4A0C-6EC6ADFA4429}"/>
              </a:ext>
            </a:extLst>
          </p:cNvPr>
          <p:cNvSpPr/>
          <p:nvPr/>
        </p:nvSpPr>
        <p:spPr>
          <a:xfrm>
            <a:off x="1093541" y="3718855"/>
            <a:ext cx="3336325" cy="1663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CB43E70-C3D8-2EF9-D21E-30376A71C786}"/>
              </a:ext>
            </a:extLst>
          </p:cNvPr>
          <p:cNvCxnSpPr/>
          <p:nvPr/>
        </p:nvCxnSpPr>
        <p:spPr>
          <a:xfrm>
            <a:off x="4429866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8F6EE0C-3A30-701B-4223-AC2C14E71979}"/>
              </a:ext>
            </a:extLst>
          </p:cNvPr>
          <p:cNvCxnSpPr>
            <a:cxnSpLocks/>
          </p:cNvCxnSpPr>
          <p:nvPr/>
        </p:nvCxnSpPr>
        <p:spPr>
          <a:xfrm>
            <a:off x="1082600" y="3713417"/>
            <a:ext cx="33407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3E8FE89-393A-F93F-D4C4-DC599B3EF122}"/>
              </a:ext>
            </a:extLst>
          </p:cNvPr>
          <p:cNvCxnSpPr/>
          <p:nvPr/>
        </p:nvCxnSpPr>
        <p:spPr>
          <a:xfrm>
            <a:off x="1084813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434E83CB-FAD7-562A-7195-A94D96B9CBA4}"/>
              </a:ext>
            </a:extLst>
          </p:cNvPr>
          <p:cNvCxnSpPr>
            <a:cxnSpLocks/>
          </p:cNvCxnSpPr>
          <p:nvPr/>
        </p:nvCxnSpPr>
        <p:spPr>
          <a:xfrm>
            <a:off x="4792098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2AC013F5-93A9-3290-7D08-A139DF13B947}"/>
              </a:ext>
            </a:extLst>
          </p:cNvPr>
          <p:cNvCxnSpPr>
            <a:cxnSpLocks/>
          </p:cNvCxnSpPr>
          <p:nvPr/>
        </p:nvCxnSpPr>
        <p:spPr>
          <a:xfrm>
            <a:off x="725807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1557BEB-35C1-7652-3523-CF02EE824114}"/>
              </a:ext>
            </a:extLst>
          </p:cNvPr>
          <p:cNvCxnSpPr>
            <a:cxnSpLocks/>
          </p:cNvCxnSpPr>
          <p:nvPr/>
        </p:nvCxnSpPr>
        <p:spPr>
          <a:xfrm>
            <a:off x="725807" y="3442198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711ED218-F6B1-1B31-B33B-F0A3D25FF9D5}"/>
              </a:ext>
            </a:extLst>
          </p:cNvPr>
          <p:cNvSpPr txBox="1"/>
          <p:nvPr/>
        </p:nvSpPr>
        <p:spPr>
          <a:xfrm>
            <a:off x="1119371" y="396678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Hot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4826342-AB21-105E-4AED-96EB94E2C71A}"/>
              </a:ext>
            </a:extLst>
          </p:cNvPr>
          <p:cNvSpPr txBox="1"/>
          <p:nvPr/>
        </p:nvSpPr>
        <p:spPr>
          <a:xfrm>
            <a:off x="1304464" y="256764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Control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Rods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12" name="フローチャート: 論理積ゲート 111">
            <a:extLst>
              <a:ext uri="{FF2B5EF4-FFF2-40B4-BE49-F238E27FC236}">
                <a16:creationId xmlns:a16="http://schemas.microsoft.com/office/drawing/2014/main" id="{FF8CE9A2-3525-8D01-8D25-3A5A2C8432E4}"/>
              </a:ext>
            </a:extLst>
          </p:cNvPr>
          <p:cNvSpPr/>
          <p:nvPr/>
        </p:nvSpPr>
        <p:spPr>
          <a:xfrm rot="5400000">
            <a:off x="2577115" y="4275230"/>
            <a:ext cx="2666900" cy="589703"/>
          </a:xfrm>
          <a:custGeom>
            <a:avLst/>
            <a:gdLst>
              <a:gd name="connsiteX0" fmla="*/ 0 w 3376583"/>
              <a:gd name="connsiteY0" fmla="*/ 0 h 1302630"/>
              <a:gd name="connsiteX1" fmla="*/ 1688292 w 3376583"/>
              <a:gd name="connsiteY1" fmla="*/ 0 h 1302630"/>
              <a:gd name="connsiteX2" fmla="*/ 3376584 w 3376583"/>
              <a:gd name="connsiteY2" fmla="*/ 651315 h 1302630"/>
              <a:gd name="connsiteX3" fmla="*/ 1688292 w 3376583"/>
              <a:gd name="connsiteY3" fmla="*/ 1302630 h 1302630"/>
              <a:gd name="connsiteX4" fmla="*/ 0 w 3376583"/>
              <a:gd name="connsiteY4" fmla="*/ 1302630 h 1302630"/>
              <a:gd name="connsiteX5" fmla="*/ 0 w 3376583"/>
              <a:gd name="connsiteY5" fmla="*/ 0 h 1302630"/>
              <a:gd name="connsiteX0" fmla="*/ 0 w 3388041"/>
              <a:gd name="connsiteY0" fmla="*/ 0 h 1302630"/>
              <a:gd name="connsiteX1" fmla="*/ 2177245 w 3388041"/>
              <a:gd name="connsiteY1" fmla="*/ 25400 h 1302630"/>
              <a:gd name="connsiteX2" fmla="*/ 3376584 w 3388041"/>
              <a:gd name="connsiteY2" fmla="*/ 651315 h 1302630"/>
              <a:gd name="connsiteX3" fmla="*/ 1688292 w 3388041"/>
              <a:gd name="connsiteY3" fmla="*/ 1302630 h 1302630"/>
              <a:gd name="connsiteX4" fmla="*/ 0 w 3388041"/>
              <a:gd name="connsiteY4" fmla="*/ 1302630 h 1302630"/>
              <a:gd name="connsiteX5" fmla="*/ 0 w 3388041"/>
              <a:gd name="connsiteY5" fmla="*/ 0 h 130263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550051"/>
              <a:gd name="connsiteY0" fmla="*/ 0 h 1302630"/>
              <a:gd name="connsiteX1" fmla="*/ 2177245 w 3550051"/>
              <a:gd name="connsiteY1" fmla="*/ 25400 h 1302630"/>
              <a:gd name="connsiteX2" fmla="*/ 3376584 w 3550051"/>
              <a:gd name="connsiteY2" fmla="*/ 651315 h 1302630"/>
              <a:gd name="connsiteX3" fmla="*/ 2907495 w 3550051"/>
              <a:gd name="connsiteY3" fmla="*/ 1302630 h 1302630"/>
              <a:gd name="connsiteX4" fmla="*/ 0 w 3550051"/>
              <a:gd name="connsiteY4" fmla="*/ 1302630 h 1302630"/>
              <a:gd name="connsiteX5" fmla="*/ 0 w 3550051"/>
              <a:gd name="connsiteY5" fmla="*/ 0 h 1302630"/>
              <a:gd name="connsiteX0" fmla="*/ 0 w 3405220"/>
              <a:gd name="connsiteY0" fmla="*/ 0 h 1302630"/>
              <a:gd name="connsiteX1" fmla="*/ 2177245 w 3405220"/>
              <a:gd name="connsiteY1" fmla="*/ 25400 h 1302630"/>
              <a:gd name="connsiteX2" fmla="*/ 3376584 w 3405220"/>
              <a:gd name="connsiteY2" fmla="*/ 651315 h 1302630"/>
              <a:gd name="connsiteX3" fmla="*/ 2907495 w 3405220"/>
              <a:gd name="connsiteY3" fmla="*/ 1302630 h 1302630"/>
              <a:gd name="connsiteX4" fmla="*/ 0 w 3405220"/>
              <a:gd name="connsiteY4" fmla="*/ 1302630 h 1302630"/>
              <a:gd name="connsiteX5" fmla="*/ 0 w 3405220"/>
              <a:gd name="connsiteY5" fmla="*/ 0 h 1302630"/>
              <a:gd name="connsiteX0" fmla="*/ 0 w 3402901"/>
              <a:gd name="connsiteY0" fmla="*/ 0 h 1302630"/>
              <a:gd name="connsiteX1" fmla="*/ 2177245 w 3402901"/>
              <a:gd name="connsiteY1" fmla="*/ 25400 h 1302630"/>
              <a:gd name="connsiteX2" fmla="*/ 3376584 w 3402901"/>
              <a:gd name="connsiteY2" fmla="*/ 651315 h 1302630"/>
              <a:gd name="connsiteX3" fmla="*/ 2907495 w 3402901"/>
              <a:gd name="connsiteY3" fmla="*/ 1302630 h 1302630"/>
              <a:gd name="connsiteX4" fmla="*/ 0 w 3402901"/>
              <a:gd name="connsiteY4" fmla="*/ 1302630 h 1302630"/>
              <a:gd name="connsiteX5" fmla="*/ 0 w 3402901"/>
              <a:gd name="connsiteY5" fmla="*/ 0 h 1302630"/>
              <a:gd name="connsiteX0" fmla="*/ 0 w 3432879"/>
              <a:gd name="connsiteY0" fmla="*/ 0 h 1302630"/>
              <a:gd name="connsiteX1" fmla="*/ 2177245 w 3432879"/>
              <a:gd name="connsiteY1" fmla="*/ 25400 h 1302630"/>
              <a:gd name="connsiteX2" fmla="*/ 3408337 w 3432879"/>
              <a:gd name="connsiteY2" fmla="*/ 638615 h 1302630"/>
              <a:gd name="connsiteX3" fmla="*/ 2907495 w 3432879"/>
              <a:gd name="connsiteY3" fmla="*/ 1302630 h 1302630"/>
              <a:gd name="connsiteX4" fmla="*/ 0 w 3432879"/>
              <a:gd name="connsiteY4" fmla="*/ 1302630 h 1302630"/>
              <a:gd name="connsiteX5" fmla="*/ 0 w 3432879"/>
              <a:gd name="connsiteY5" fmla="*/ 0 h 1302630"/>
              <a:gd name="connsiteX0" fmla="*/ 0 w 3408404"/>
              <a:gd name="connsiteY0" fmla="*/ 0 h 1302630"/>
              <a:gd name="connsiteX1" fmla="*/ 2177245 w 3408404"/>
              <a:gd name="connsiteY1" fmla="*/ 25400 h 1302630"/>
              <a:gd name="connsiteX2" fmla="*/ 3408337 w 3408404"/>
              <a:gd name="connsiteY2" fmla="*/ 638615 h 1302630"/>
              <a:gd name="connsiteX3" fmla="*/ 2907495 w 3408404"/>
              <a:gd name="connsiteY3" fmla="*/ 1302630 h 1302630"/>
              <a:gd name="connsiteX4" fmla="*/ 0 w 3408404"/>
              <a:gd name="connsiteY4" fmla="*/ 1302630 h 1302630"/>
              <a:gd name="connsiteX5" fmla="*/ 0 w 3408404"/>
              <a:gd name="connsiteY5" fmla="*/ 0 h 1302630"/>
              <a:gd name="connsiteX0" fmla="*/ 0 w 3402056"/>
              <a:gd name="connsiteY0" fmla="*/ 0 h 1302630"/>
              <a:gd name="connsiteX1" fmla="*/ 2177245 w 3402056"/>
              <a:gd name="connsiteY1" fmla="*/ 25400 h 1302630"/>
              <a:gd name="connsiteX2" fmla="*/ 3401987 w 3402056"/>
              <a:gd name="connsiteY2" fmla="*/ 657665 h 1302630"/>
              <a:gd name="connsiteX3" fmla="*/ 2907495 w 3402056"/>
              <a:gd name="connsiteY3" fmla="*/ 1302630 h 1302630"/>
              <a:gd name="connsiteX4" fmla="*/ 0 w 3402056"/>
              <a:gd name="connsiteY4" fmla="*/ 1302630 h 1302630"/>
              <a:gd name="connsiteX5" fmla="*/ 0 w 3402056"/>
              <a:gd name="connsiteY5" fmla="*/ 0 h 1302630"/>
              <a:gd name="connsiteX0" fmla="*/ 0 w 3501305"/>
              <a:gd name="connsiteY0" fmla="*/ 0 h 1302630"/>
              <a:gd name="connsiteX1" fmla="*/ 2901145 w 3501305"/>
              <a:gd name="connsiteY1" fmla="*/ 25400 h 1302630"/>
              <a:gd name="connsiteX2" fmla="*/ 3401987 w 3501305"/>
              <a:gd name="connsiteY2" fmla="*/ 657665 h 1302630"/>
              <a:gd name="connsiteX3" fmla="*/ 2907495 w 3501305"/>
              <a:gd name="connsiteY3" fmla="*/ 1302630 h 1302630"/>
              <a:gd name="connsiteX4" fmla="*/ 0 w 3501305"/>
              <a:gd name="connsiteY4" fmla="*/ 1302630 h 1302630"/>
              <a:gd name="connsiteX5" fmla="*/ 0 w 3501305"/>
              <a:gd name="connsiteY5" fmla="*/ 0 h 1302630"/>
              <a:gd name="connsiteX0" fmla="*/ 0 w 3401990"/>
              <a:gd name="connsiteY0" fmla="*/ 0 h 1302630"/>
              <a:gd name="connsiteX1" fmla="*/ 2901145 w 3401990"/>
              <a:gd name="connsiteY1" fmla="*/ 25400 h 1302630"/>
              <a:gd name="connsiteX2" fmla="*/ 3401987 w 3401990"/>
              <a:gd name="connsiteY2" fmla="*/ 657665 h 1302630"/>
              <a:gd name="connsiteX3" fmla="*/ 2907495 w 3401990"/>
              <a:gd name="connsiteY3" fmla="*/ 1302630 h 1302630"/>
              <a:gd name="connsiteX4" fmla="*/ 0 w 3401990"/>
              <a:gd name="connsiteY4" fmla="*/ 1302630 h 1302630"/>
              <a:gd name="connsiteX5" fmla="*/ 0 w 3401990"/>
              <a:gd name="connsiteY5" fmla="*/ 0 h 1302630"/>
              <a:gd name="connsiteX0" fmla="*/ 0 w 3402222"/>
              <a:gd name="connsiteY0" fmla="*/ 0 h 1302630"/>
              <a:gd name="connsiteX1" fmla="*/ 2932895 w 3402222"/>
              <a:gd name="connsiteY1" fmla="*/ 31750 h 1302630"/>
              <a:gd name="connsiteX2" fmla="*/ 3401987 w 3402222"/>
              <a:gd name="connsiteY2" fmla="*/ 657665 h 1302630"/>
              <a:gd name="connsiteX3" fmla="*/ 2907495 w 3402222"/>
              <a:gd name="connsiteY3" fmla="*/ 1302630 h 1302630"/>
              <a:gd name="connsiteX4" fmla="*/ 0 w 3402222"/>
              <a:gd name="connsiteY4" fmla="*/ 1302630 h 1302630"/>
              <a:gd name="connsiteX5" fmla="*/ 0 w 3402222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166"/>
              <a:gd name="connsiteY0" fmla="*/ 0 h 1302630"/>
              <a:gd name="connsiteX1" fmla="*/ 2932895 w 3402166"/>
              <a:gd name="connsiteY1" fmla="*/ 31750 h 1302630"/>
              <a:gd name="connsiteX2" fmla="*/ 3401987 w 3402166"/>
              <a:gd name="connsiteY2" fmla="*/ 657665 h 1302630"/>
              <a:gd name="connsiteX3" fmla="*/ 2907495 w 3402166"/>
              <a:gd name="connsiteY3" fmla="*/ 1302630 h 1302630"/>
              <a:gd name="connsiteX4" fmla="*/ 0 w 3402166"/>
              <a:gd name="connsiteY4" fmla="*/ 1302630 h 1302630"/>
              <a:gd name="connsiteX5" fmla="*/ 0 w 3402166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2000"/>
              <a:gd name="connsiteY0" fmla="*/ 0 h 1302630"/>
              <a:gd name="connsiteX1" fmla="*/ 2932895 w 3402000"/>
              <a:gd name="connsiteY1" fmla="*/ 31750 h 1302630"/>
              <a:gd name="connsiteX2" fmla="*/ 3401987 w 3402000"/>
              <a:gd name="connsiteY2" fmla="*/ 657665 h 1302630"/>
              <a:gd name="connsiteX3" fmla="*/ 2926545 w 3402000"/>
              <a:gd name="connsiteY3" fmla="*/ 1289930 h 1302630"/>
              <a:gd name="connsiteX4" fmla="*/ 0 w 3402000"/>
              <a:gd name="connsiteY4" fmla="*/ 1302630 h 1302630"/>
              <a:gd name="connsiteX5" fmla="*/ 0 w 3402000"/>
              <a:gd name="connsiteY5" fmla="*/ 0 h 1302630"/>
              <a:gd name="connsiteX0" fmla="*/ 0 w 3484542"/>
              <a:gd name="connsiteY0" fmla="*/ 0 h 1302630"/>
              <a:gd name="connsiteX1" fmla="*/ 2932895 w 3484542"/>
              <a:gd name="connsiteY1" fmla="*/ 31750 h 1302630"/>
              <a:gd name="connsiteX2" fmla="*/ 3484537 w 3484542"/>
              <a:gd name="connsiteY2" fmla="*/ 644965 h 1302630"/>
              <a:gd name="connsiteX3" fmla="*/ 2926545 w 3484542"/>
              <a:gd name="connsiteY3" fmla="*/ 1289930 h 1302630"/>
              <a:gd name="connsiteX4" fmla="*/ 0 w 3484542"/>
              <a:gd name="connsiteY4" fmla="*/ 1302630 h 1302630"/>
              <a:gd name="connsiteX5" fmla="*/ 0 w 3484542"/>
              <a:gd name="connsiteY5" fmla="*/ 0 h 1302630"/>
              <a:gd name="connsiteX0" fmla="*/ 0 w 3484543"/>
              <a:gd name="connsiteY0" fmla="*/ 0 h 1302630"/>
              <a:gd name="connsiteX1" fmla="*/ 2932895 w 3484543"/>
              <a:gd name="connsiteY1" fmla="*/ 31750 h 1302630"/>
              <a:gd name="connsiteX2" fmla="*/ 3484537 w 3484543"/>
              <a:gd name="connsiteY2" fmla="*/ 644965 h 1302630"/>
              <a:gd name="connsiteX3" fmla="*/ 2926545 w 3484543"/>
              <a:gd name="connsiteY3" fmla="*/ 1289930 h 1302630"/>
              <a:gd name="connsiteX4" fmla="*/ 0 w 3484543"/>
              <a:gd name="connsiteY4" fmla="*/ 1302630 h 1302630"/>
              <a:gd name="connsiteX5" fmla="*/ 0 w 3484543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34790 w 3633632"/>
              <a:gd name="connsiteY0" fmla="*/ 0 h 1302630"/>
              <a:gd name="connsiteX1" fmla="*/ 2967685 w 3633632"/>
              <a:gd name="connsiteY1" fmla="*/ 31750 h 1302630"/>
              <a:gd name="connsiteX2" fmla="*/ 3633629 w 3633632"/>
              <a:gd name="connsiteY2" fmla="*/ 651315 h 1302630"/>
              <a:gd name="connsiteX3" fmla="*/ 2961335 w 3633632"/>
              <a:gd name="connsiteY3" fmla="*/ 1289930 h 1302630"/>
              <a:gd name="connsiteX4" fmla="*/ 34790 w 3633632"/>
              <a:gd name="connsiteY4" fmla="*/ 1302630 h 1302630"/>
              <a:gd name="connsiteX5" fmla="*/ 34790 w 3633632"/>
              <a:gd name="connsiteY5" fmla="*/ 0 h 1302630"/>
              <a:gd name="connsiteX0" fmla="*/ 34790 w 3633632"/>
              <a:gd name="connsiteY0" fmla="*/ 0 h 1324016"/>
              <a:gd name="connsiteX1" fmla="*/ 2967685 w 3633632"/>
              <a:gd name="connsiteY1" fmla="*/ 53136 h 1324016"/>
              <a:gd name="connsiteX2" fmla="*/ 3633629 w 3633632"/>
              <a:gd name="connsiteY2" fmla="*/ 672701 h 1324016"/>
              <a:gd name="connsiteX3" fmla="*/ 2961335 w 3633632"/>
              <a:gd name="connsiteY3" fmla="*/ 1311316 h 1324016"/>
              <a:gd name="connsiteX4" fmla="*/ 34790 w 3633632"/>
              <a:gd name="connsiteY4" fmla="*/ 1324016 h 1324016"/>
              <a:gd name="connsiteX5" fmla="*/ 34790 w 3633632"/>
              <a:gd name="connsiteY5" fmla="*/ 0 h 1324016"/>
              <a:gd name="connsiteX0" fmla="*/ 53924 w 3652766"/>
              <a:gd name="connsiteY0" fmla="*/ 0 h 1324016"/>
              <a:gd name="connsiteX1" fmla="*/ 2986819 w 3652766"/>
              <a:gd name="connsiteY1" fmla="*/ 53136 h 1324016"/>
              <a:gd name="connsiteX2" fmla="*/ 3652763 w 3652766"/>
              <a:gd name="connsiteY2" fmla="*/ 672701 h 1324016"/>
              <a:gd name="connsiteX3" fmla="*/ 2980469 w 3652766"/>
              <a:gd name="connsiteY3" fmla="*/ 1311316 h 1324016"/>
              <a:gd name="connsiteX4" fmla="*/ 53924 w 3652766"/>
              <a:gd name="connsiteY4" fmla="*/ 1324016 h 1324016"/>
              <a:gd name="connsiteX5" fmla="*/ 53924 w 3652766"/>
              <a:gd name="connsiteY5" fmla="*/ 0 h 132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2766" h="1324016">
                <a:moveTo>
                  <a:pt x="53924" y="0"/>
                </a:moveTo>
                <a:lnTo>
                  <a:pt x="2986819" y="53136"/>
                </a:lnTo>
                <a:cubicBezTo>
                  <a:pt x="3404896" y="59486"/>
                  <a:pt x="3653821" y="336004"/>
                  <a:pt x="3652763" y="672701"/>
                </a:cubicBezTo>
                <a:cubicBezTo>
                  <a:pt x="3651705" y="1009398"/>
                  <a:pt x="3417596" y="1292266"/>
                  <a:pt x="2980469" y="1311316"/>
                </a:cubicBezTo>
                <a:lnTo>
                  <a:pt x="53924" y="1324016"/>
                </a:lnTo>
                <a:cubicBezTo>
                  <a:pt x="-24352" y="1178514"/>
                  <a:pt x="-11303" y="113423"/>
                  <a:pt x="539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cap="rnd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316779AE-1335-A36F-0ED6-B5B073FE555B}"/>
              </a:ext>
            </a:extLst>
          </p:cNvPr>
          <p:cNvCxnSpPr>
            <a:cxnSpLocks/>
          </p:cNvCxnSpPr>
          <p:nvPr/>
        </p:nvCxnSpPr>
        <p:spPr>
          <a:xfrm>
            <a:off x="5028096" y="578875"/>
            <a:ext cx="0" cy="5171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04E48467-45AC-5C8E-E2BC-BE63DAF0C788}"/>
              </a:ext>
            </a:extLst>
          </p:cNvPr>
          <p:cNvCxnSpPr>
            <a:cxnSpLocks/>
          </p:cNvCxnSpPr>
          <p:nvPr/>
        </p:nvCxnSpPr>
        <p:spPr>
          <a:xfrm>
            <a:off x="5356494" y="848142"/>
            <a:ext cx="0" cy="4811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913EC751-2375-B550-3FDC-1DE782BE821D}"/>
              </a:ext>
            </a:extLst>
          </p:cNvPr>
          <p:cNvCxnSpPr>
            <a:cxnSpLocks/>
          </p:cNvCxnSpPr>
          <p:nvPr/>
        </p:nvCxnSpPr>
        <p:spPr>
          <a:xfrm>
            <a:off x="5445064" y="921167"/>
            <a:ext cx="0" cy="4830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850CC343-56D9-2E49-6709-A8A60D3B5843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10624" cy="49982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87351D43-1E63-535D-E4DE-FA867A2A6414}"/>
              </a:ext>
            </a:extLst>
          </p:cNvPr>
          <p:cNvCxnSpPr>
            <a:cxnSpLocks/>
          </p:cNvCxnSpPr>
          <p:nvPr/>
        </p:nvCxnSpPr>
        <p:spPr>
          <a:xfrm flipH="1" flipV="1">
            <a:off x="5028096" y="5741730"/>
            <a:ext cx="416968" cy="2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80B1A8B2-BA10-0670-5208-6195242A84F1}"/>
              </a:ext>
            </a:extLst>
          </p:cNvPr>
          <p:cNvCxnSpPr>
            <a:cxnSpLocks/>
          </p:cNvCxnSpPr>
          <p:nvPr/>
        </p:nvCxnSpPr>
        <p:spPr>
          <a:xfrm flipH="1" flipV="1">
            <a:off x="5112722" y="5649835"/>
            <a:ext cx="243772" cy="2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0F41F29A-B21E-9173-C49B-2027E029801D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2148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3ACB0E5D-DC3A-C890-D8AB-3CC4BDEB1A6A}"/>
              </a:ext>
            </a:extLst>
          </p:cNvPr>
          <p:cNvCxnSpPr>
            <a:cxnSpLocks/>
          </p:cNvCxnSpPr>
          <p:nvPr/>
        </p:nvCxnSpPr>
        <p:spPr>
          <a:xfrm flipH="1" flipV="1">
            <a:off x="5346547" y="843571"/>
            <a:ext cx="1135417" cy="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46DBABED-1779-C153-77F8-7D0E67372CC1}"/>
              </a:ext>
            </a:extLst>
          </p:cNvPr>
          <p:cNvCxnSpPr>
            <a:cxnSpLocks/>
          </p:cNvCxnSpPr>
          <p:nvPr/>
        </p:nvCxnSpPr>
        <p:spPr>
          <a:xfrm flipH="1">
            <a:off x="5435117" y="925395"/>
            <a:ext cx="942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4617ADC1-A2DC-3BFF-62BF-ED7EB1198A63}"/>
              </a:ext>
            </a:extLst>
          </p:cNvPr>
          <p:cNvCxnSpPr>
            <a:cxnSpLocks/>
          </p:cNvCxnSpPr>
          <p:nvPr/>
        </p:nvCxnSpPr>
        <p:spPr>
          <a:xfrm flipH="1">
            <a:off x="5028096" y="580381"/>
            <a:ext cx="23325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B7447BE6-EC63-4AC2-0722-53B09CD47C14}"/>
              </a:ext>
            </a:extLst>
          </p:cNvPr>
          <p:cNvCxnSpPr>
            <a:cxnSpLocks/>
          </p:cNvCxnSpPr>
          <p:nvPr/>
        </p:nvCxnSpPr>
        <p:spPr>
          <a:xfrm flipH="1">
            <a:off x="3652713" y="5789007"/>
            <a:ext cx="67159" cy="644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B82FF95B-7CAD-AA31-F8CA-A40525FE99DD}"/>
              </a:ext>
            </a:extLst>
          </p:cNvPr>
          <p:cNvCxnSpPr>
            <a:cxnSpLocks/>
          </p:cNvCxnSpPr>
          <p:nvPr/>
        </p:nvCxnSpPr>
        <p:spPr>
          <a:xfrm flipH="1">
            <a:off x="3700338" y="5846320"/>
            <a:ext cx="56534" cy="56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D62285F8-62E9-B03B-0B75-81EF8901896A}"/>
              </a:ext>
            </a:extLst>
          </p:cNvPr>
          <p:cNvSpPr/>
          <p:nvPr/>
        </p:nvSpPr>
        <p:spPr>
          <a:xfrm rot="2491219">
            <a:off x="3705745" y="5799244"/>
            <a:ext cx="45719" cy="561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F9C278B8-F4D9-B142-F83E-297135C89AB4}"/>
              </a:ext>
            </a:extLst>
          </p:cNvPr>
          <p:cNvGrpSpPr/>
          <p:nvPr/>
        </p:nvGrpSpPr>
        <p:grpSpPr>
          <a:xfrm>
            <a:off x="3534262" y="4156093"/>
            <a:ext cx="95393" cy="98511"/>
            <a:chOff x="3534262" y="4156093"/>
            <a:chExt cx="95393" cy="98511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1CCE1537-B211-82F8-B394-D97CCE61873C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22609EC1-4C01-4C56-5D98-C60560992A78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BC210836-B360-6C24-4C0D-AEDB9995D7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76E2C650-6EC0-3F1B-EA89-A395AD8F811C}"/>
              </a:ext>
            </a:extLst>
          </p:cNvPr>
          <p:cNvGrpSpPr/>
          <p:nvPr/>
        </p:nvGrpSpPr>
        <p:grpSpPr>
          <a:xfrm rot="10800000">
            <a:off x="4183076" y="4179138"/>
            <a:ext cx="95393" cy="98511"/>
            <a:chOff x="3534262" y="4156093"/>
            <a:chExt cx="95393" cy="98511"/>
          </a:xfrm>
        </p:grpSpPr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E47DC09B-331D-6B9F-1A3A-8755D2C01E45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1" name="直線コネクタ 170">
              <a:extLst>
                <a:ext uri="{FF2B5EF4-FFF2-40B4-BE49-F238E27FC236}">
                  <a16:creationId xmlns:a16="http://schemas.microsoft.com/office/drawing/2014/main" id="{31AB37E6-AD97-F60E-6FCD-57ED250F7325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F3772148-4795-B9EE-C544-A1623EBA19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8C2CD0F1-6794-AAB0-D602-0990479A00A9}"/>
              </a:ext>
            </a:extLst>
          </p:cNvPr>
          <p:cNvCxnSpPr>
            <a:cxnSpLocks/>
          </p:cNvCxnSpPr>
          <p:nvPr/>
        </p:nvCxnSpPr>
        <p:spPr>
          <a:xfrm>
            <a:off x="6377189" y="921167"/>
            <a:ext cx="0" cy="414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4BEAF647-78FA-0AD8-D345-878C9B5742C9}"/>
              </a:ext>
            </a:extLst>
          </p:cNvPr>
          <p:cNvCxnSpPr>
            <a:cxnSpLocks/>
          </p:cNvCxnSpPr>
          <p:nvPr/>
        </p:nvCxnSpPr>
        <p:spPr>
          <a:xfrm>
            <a:off x="6479583" y="836652"/>
            <a:ext cx="0" cy="41358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6" name="グループ化 185">
            <a:extLst>
              <a:ext uri="{FF2B5EF4-FFF2-40B4-BE49-F238E27FC236}">
                <a16:creationId xmlns:a16="http://schemas.microsoft.com/office/drawing/2014/main" id="{A5979EAD-46E7-CB78-C7FD-DF7DA812C2AF}"/>
              </a:ext>
            </a:extLst>
          </p:cNvPr>
          <p:cNvGrpSpPr/>
          <p:nvPr/>
        </p:nvGrpSpPr>
        <p:grpSpPr>
          <a:xfrm>
            <a:off x="6727421" y="4868455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87" name="楕円 186">
              <a:extLst>
                <a:ext uri="{FF2B5EF4-FFF2-40B4-BE49-F238E27FC236}">
                  <a16:creationId xmlns:a16="http://schemas.microsoft.com/office/drawing/2014/main" id="{AE4B606E-486F-642E-0E91-9CE7EBA8A212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楕円 187">
              <a:extLst>
                <a:ext uri="{FF2B5EF4-FFF2-40B4-BE49-F238E27FC236}">
                  <a16:creationId xmlns:a16="http://schemas.microsoft.com/office/drawing/2014/main" id="{4487037A-510D-F84D-B0CA-92CBE92151D6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B4EFDB9A-B602-DAD5-A9EF-5085C96752E3}"/>
              </a:ext>
            </a:extLst>
          </p:cNvPr>
          <p:cNvCxnSpPr>
            <a:cxnSpLocks/>
          </p:cNvCxnSpPr>
          <p:nvPr/>
        </p:nvCxnSpPr>
        <p:spPr>
          <a:xfrm flipH="1" flipV="1">
            <a:off x="6370779" y="5055482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3F1FE8E0-488E-D44F-6C21-A7E6F0C2E206}"/>
              </a:ext>
            </a:extLst>
          </p:cNvPr>
          <p:cNvCxnSpPr>
            <a:cxnSpLocks/>
          </p:cNvCxnSpPr>
          <p:nvPr/>
        </p:nvCxnSpPr>
        <p:spPr>
          <a:xfrm flipH="1" flipV="1">
            <a:off x="6479583" y="4967799"/>
            <a:ext cx="248006" cy="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48E1C220-AFF1-55FE-2048-FEF970C4CD67}"/>
              </a:ext>
            </a:extLst>
          </p:cNvPr>
          <p:cNvCxnSpPr>
            <a:cxnSpLocks/>
          </p:cNvCxnSpPr>
          <p:nvPr/>
        </p:nvCxnSpPr>
        <p:spPr>
          <a:xfrm flipH="1" flipV="1">
            <a:off x="7250156" y="4521127"/>
            <a:ext cx="1119" cy="445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3AFF7F23-A94A-1CB6-EEF3-5C7E3DC9EABD}"/>
              </a:ext>
            </a:extLst>
          </p:cNvPr>
          <p:cNvCxnSpPr>
            <a:cxnSpLocks/>
          </p:cNvCxnSpPr>
          <p:nvPr/>
        </p:nvCxnSpPr>
        <p:spPr>
          <a:xfrm>
            <a:off x="7349948" y="4521127"/>
            <a:ext cx="0" cy="536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8" name="フリーフォーム: 図形 217">
            <a:extLst>
              <a:ext uri="{FF2B5EF4-FFF2-40B4-BE49-F238E27FC236}">
                <a16:creationId xmlns:a16="http://schemas.microsoft.com/office/drawing/2014/main" id="{5DF240A1-6250-4652-81A9-5EDA137D176B}"/>
              </a:ext>
            </a:extLst>
          </p:cNvPr>
          <p:cNvSpPr/>
          <p:nvPr/>
        </p:nvSpPr>
        <p:spPr>
          <a:xfrm>
            <a:off x="6902511" y="1253082"/>
            <a:ext cx="813605" cy="3313169"/>
          </a:xfrm>
          <a:custGeom>
            <a:avLst/>
            <a:gdLst>
              <a:gd name="connsiteX0" fmla="*/ 504824 w 1009647"/>
              <a:gd name="connsiteY0" fmla="*/ 0 h 3676650"/>
              <a:gd name="connsiteX1" fmla="*/ 1009647 w 1009647"/>
              <a:gd name="connsiteY1" fmla="*/ 612898 h 3676650"/>
              <a:gd name="connsiteX2" fmla="*/ 1009647 w 1009647"/>
              <a:gd name="connsiteY2" fmla="*/ 612898 h 3676650"/>
              <a:gd name="connsiteX3" fmla="*/ 1009647 w 1009647"/>
              <a:gd name="connsiteY3" fmla="*/ 3063753 h 3676650"/>
              <a:gd name="connsiteX4" fmla="*/ 504824 w 1009647"/>
              <a:gd name="connsiteY4" fmla="*/ 3676650 h 3676650"/>
              <a:gd name="connsiteX5" fmla="*/ 0 w 1009647"/>
              <a:gd name="connsiteY5" fmla="*/ 3063753 h 3676650"/>
              <a:gd name="connsiteX6" fmla="*/ 0 w 1009647"/>
              <a:gd name="connsiteY6" fmla="*/ 612898 h 3676650"/>
              <a:gd name="connsiteX7" fmla="*/ 504824 w 1009647"/>
              <a:gd name="connsiteY7" fmla="*/ 0 h 367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9647" h="3676650">
                <a:moveTo>
                  <a:pt x="504824" y="0"/>
                </a:moveTo>
                <a:cubicBezTo>
                  <a:pt x="783587" y="0"/>
                  <a:pt x="1009647" y="274278"/>
                  <a:pt x="1009647" y="612898"/>
                </a:cubicBezTo>
                <a:lnTo>
                  <a:pt x="1009647" y="612898"/>
                </a:lnTo>
                <a:lnTo>
                  <a:pt x="1009647" y="3063753"/>
                </a:lnTo>
                <a:cubicBezTo>
                  <a:pt x="1009647" y="3402372"/>
                  <a:pt x="783587" y="3676650"/>
                  <a:pt x="504824" y="3676650"/>
                </a:cubicBezTo>
                <a:cubicBezTo>
                  <a:pt x="226060" y="3676650"/>
                  <a:pt x="0" y="3402372"/>
                  <a:pt x="0" y="3063753"/>
                </a:cubicBezTo>
                <a:lnTo>
                  <a:pt x="0" y="612898"/>
                </a:lnTo>
                <a:cubicBezTo>
                  <a:pt x="0" y="274278"/>
                  <a:pt x="226060" y="0"/>
                  <a:pt x="5048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28000">
                <a:schemeClr val="accent1"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222" name="直線コネクタ 221">
            <a:extLst>
              <a:ext uri="{FF2B5EF4-FFF2-40B4-BE49-F238E27FC236}">
                <a16:creationId xmlns:a16="http://schemas.microsoft.com/office/drawing/2014/main" id="{2CA83F92-49C4-B722-0FF3-9B0FD00A8D59}"/>
              </a:ext>
            </a:extLst>
          </p:cNvPr>
          <p:cNvCxnSpPr>
            <a:cxnSpLocks/>
          </p:cNvCxnSpPr>
          <p:nvPr/>
        </p:nvCxnSpPr>
        <p:spPr>
          <a:xfrm flipH="1" flipV="1">
            <a:off x="7006401" y="5054519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直線コネクタ 222">
            <a:extLst>
              <a:ext uri="{FF2B5EF4-FFF2-40B4-BE49-F238E27FC236}">
                <a16:creationId xmlns:a16="http://schemas.microsoft.com/office/drawing/2014/main" id="{3E3CAC2C-F38D-58FA-966D-540B18E71D0E}"/>
              </a:ext>
            </a:extLst>
          </p:cNvPr>
          <p:cNvCxnSpPr>
            <a:cxnSpLocks/>
          </p:cNvCxnSpPr>
          <p:nvPr/>
        </p:nvCxnSpPr>
        <p:spPr>
          <a:xfrm flipH="1" flipV="1">
            <a:off x="7006401" y="4964896"/>
            <a:ext cx="248006" cy="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5833C409-3978-9033-BBFC-6390D748FE8D}"/>
              </a:ext>
            </a:extLst>
          </p:cNvPr>
          <p:cNvCxnSpPr>
            <a:cxnSpLocks/>
          </p:cNvCxnSpPr>
          <p:nvPr/>
        </p:nvCxnSpPr>
        <p:spPr>
          <a:xfrm flipV="1">
            <a:off x="7269465" y="661611"/>
            <a:ext cx="0" cy="5914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51077CDB-9DF0-7141-F15B-885A947D0F87}"/>
              </a:ext>
            </a:extLst>
          </p:cNvPr>
          <p:cNvCxnSpPr>
            <a:cxnSpLocks/>
          </p:cNvCxnSpPr>
          <p:nvPr/>
        </p:nvCxnSpPr>
        <p:spPr>
          <a:xfrm>
            <a:off x="7356177" y="578875"/>
            <a:ext cx="0" cy="674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直線コネクタ 252">
            <a:extLst>
              <a:ext uri="{FF2B5EF4-FFF2-40B4-BE49-F238E27FC236}">
                <a16:creationId xmlns:a16="http://schemas.microsoft.com/office/drawing/2014/main" id="{4048A63D-AD70-34D8-6E35-6CB627283A04}"/>
              </a:ext>
            </a:extLst>
          </p:cNvPr>
          <p:cNvCxnSpPr>
            <a:cxnSpLocks/>
          </p:cNvCxnSpPr>
          <p:nvPr/>
        </p:nvCxnSpPr>
        <p:spPr>
          <a:xfrm flipH="1">
            <a:off x="7269465" y="1606922"/>
            <a:ext cx="13363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直線コネクタ 253">
            <a:extLst>
              <a:ext uri="{FF2B5EF4-FFF2-40B4-BE49-F238E27FC236}">
                <a16:creationId xmlns:a16="http://schemas.microsoft.com/office/drawing/2014/main" id="{B281E2CC-30BE-F5CE-B02F-675C90D3E406}"/>
              </a:ext>
            </a:extLst>
          </p:cNvPr>
          <p:cNvCxnSpPr>
            <a:cxnSpLocks/>
          </p:cNvCxnSpPr>
          <p:nvPr/>
        </p:nvCxnSpPr>
        <p:spPr>
          <a:xfrm flipH="1">
            <a:off x="7365006" y="1687306"/>
            <a:ext cx="11179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843EBFC8-193A-7B50-4FBD-E9CFC0D1E3C9}"/>
              </a:ext>
            </a:extLst>
          </p:cNvPr>
          <p:cNvCxnSpPr>
            <a:cxnSpLocks/>
          </p:cNvCxnSpPr>
          <p:nvPr/>
        </p:nvCxnSpPr>
        <p:spPr>
          <a:xfrm flipH="1">
            <a:off x="7260817" y="1605482"/>
            <a:ext cx="15058" cy="2523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直線コネクタ 256">
            <a:extLst>
              <a:ext uri="{FF2B5EF4-FFF2-40B4-BE49-F238E27FC236}">
                <a16:creationId xmlns:a16="http://schemas.microsoft.com/office/drawing/2014/main" id="{EF328399-E3C7-99A0-5E34-E5EF50F4CFE5}"/>
              </a:ext>
            </a:extLst>
          </p:cNvPr>
          <p:cNvCxnSpPr>
            <a:cxnSpLocks/>
          </p:cNvCxnSpPr>
          <p:nvPr/>
        </p:nvCxnSpPr>
        <p:spPr>
          <a:xfrm>
            <a:off x="7378269" y="1687306"/>
            <a:ext cx="0" cy="23522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8" name="グループ化 257">
            <a:extLst>
              <a:ext uri="{FF2B5EF4-FFF2-40B4-BE49-F238E27FC236}">
                <a16:creationId xmlns:a16="http://schemas.microsoft.com/office/drawing/2014/main" id="{F435B3E8-FAD6-5EDF-DD5D-4BC023B5D046}"/>
              </a:ext>
            </a:extLst>
          </p:cNvPr>
          <p:cNvGrpSpPr/>
          <p:nvPr/>
        </p:nvGrpSpPr>
        <p:grpSpPr>
          <a:xfrm>
            <a:off x="7961244" y="3928614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59" name="楕円 258">
              <a:extLst>
                <a:ext uri="{FF2B5EF4-FFF2-40B4-BE49-F238E27FC236}">
                  <a16:creationId xmlns:a16="http://schemas.microsoft.com/office/drawing/2014/main" id="{80170B9D-F764-2DA1-4E37-96AF2DE3FF34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楕円 259">
              <a:extLst>
                <a:ext uri="{FF2B5EF4-FFF2-40B4-BE49-F238E27FC236}">
                  <a16:creationId xmlns:a16="http://schemas.microsoft.com/office/drawing/2014/main" id="{D2CB5E2D-A359-78D3-91A0-D51C5DAD11E1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B2105BFD-2029-FB96-3568-AB53DD3EB0EF}"/>
              </a:ext>
            </a:extLst>
          </p:cNvPr>
          <p:cNvCxnSpPr>
            <a:cxnSpLocks/>
          </p:cNvCxnSpPr>
          <p:nvPr/>
        </p:nvCxnSpPr>
        <p:spPr>
          <a:xfrm flipH="1">
            <a:off x="7254407" y="4131998"/>
            <a:ext cx="713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5923FFD5-38EA-97A5-2BC4-F77F7E492D13}"/>
              </a:ext>
            </a:extLst>
          </p:cNvPr>
          <p:cNvCxnSpPr>
            <a:cxnSpLocks/>
          </p:cNvCxnSpPr>
          <p:nvPr/>
        </p:nvCxnSpPr>
        <p:spPr>
          <a:xfrm flipH="1">
            <a:off x="7371416" y="4039536"/>
            <a:ext cx="5962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3" name="直線コネクタ 262">
            <a:extLst>
              <a:ext uri="{FF2B5EF4-FFF2-40B4-BE49-F238E27FC236}">
                <a16:creationId xmlns:a16="http://schemas.microsoft.com/office/drawing/2014/main" id="{177C2E51-B3EF-15A4-ADF9-93C13C3E2FA0}"/>
              </a:ext>
            </a:extLst>
          </p:cNvPr>
          <p:cNvCxnSpPr>
            <a:cxnSpLocks/>
          </p:cNvCxnSpPr>
          <p:nvPr/>
        </p:nvCxnSpPr>
        <p:spPr>
          <a:xfrm flipH="1" flipV="1">
            <a:off x="8482957" y="3597700"/>
            <a:ext cx="1119" cy="445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6F371606-28C1-DFA7-717C-7F72D795E732}"/>
              </a:ext>
            </a:extLst>
          </p:cNvPr>
          <p:cNvCxnSpPr>
            <a:cxnSpLocks/>
          </p:cNvCxnSpPr>
          <p:nvPr/>
        </p:nvCxnSpPr>
        <p:spPr>
          <a:xfrm>
            <a:off x="8589006" y="3605682"/>
            <a:ext cx="0" cy="536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直線コネクタ 264">
            <a:extLst>
              <a:ext uri="{FF2B5EF4-FFF2-40B4-BE49-F238E27FC236}">
                <a16:creationId xmlns:a16="http://schemas.microsoft.com/office/drawing/2014/main" id="{81B31E0D-DB0D-A2E0-D2DD-F1EA897BBB1F}"/>
              </a:ext>
            </a:extLst>
          </p:cNvPr>
          <p:cNvCxnSpPr>
            <a:cxnSpLocks/>
          </p:cNvCxnSpPr>
          <p:nvPr/>
        </p:nvCxnSpPr>
        <p:spPr>
          <a:xfrm flipH="1" flipV="1">
            <a:off x="8232196" y="4129159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86C2DC8D-1C20-628E-2015-28EAE0312397}"/>
              </a:ext>
            </a:extLst>
          </p:cNvPr>
          <p:cNvCxnSpPr>
            <a:cxnSpLocks/>
          </p:cNvCxnSpPr>
          <p:nvPr/>
        </p:nvCxnSpPr>
        <p:spPr>
          <a:xfrm flipH="1">
            <a:off x="8234853" y="4034864"/>
            <a:ext cx="23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直線コネクタ 266">
            <a:extLst>
              <a:ext uri="{FF2B5EF4-FFF2-40B4-BE49-F238E27FC236}">
                <a16:creationId xmlns:a16="http://schemas.microsoft.com/office/drawing/2014/main" id="{9A6CCFF0-E18F-05B8-978A-1F0DD315AF29}"/>
              </a:ext>
            </a:extLst>
          </p:cNvPr>
          <p:cNvCxnSpPr>
            <a:cxnSpLocks/>
          </p:cNvCxnSpPr>
          <p:nvPr/>
        </p:nvCxnSpPr>
        <p:spPr>
          <a:xfrm flipV="1">
            <a:off x="8482957" y="1687306"/>
            <a:ext cx="0" cy="5914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8" name="直線コネクタ 267">
            <a:extLst>
              <a:ext uri="{FF2B5EF4-FFF2-40B4-BE49-F238E27FC236}">
                <a16:creationId xmlns:a16="http://schemas.microsoft.com/office/drawing/2014/main" id="{C498DA50-F47E-CBF3-8C2F-45222EC20C5C}"/>
              </a:ext>
            </a:extLst>
          </p:cNvPr>
          <p:cNvCxnSpPr>
            <a:cxnSpLocks/>
          </p:cNvCxnSpPr>
          <p:nvPr/>
        </p:nvCxnSpPr>
        <p:spPr>
          <a:xfrm>
            <a:off x="8605838" y="1604570"/>
            <a:ext cx="0" cy="674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四角形: 角を丸くする 286">
            <a:extLst>
              <a:ext uri="{FF2B5EF4-FFF2-40B4-BE49-F238E27FC236}">
                <a16:creationId xmlns:a16="http://schemas.microsoft.com/office/drawing/2014/main" id="{C199D18A-2AFC-4736-2238-3CDE7A3772C5}"/>
              </a:ext>
            </a:extLst>
          </p:cNvPr>
          <p:cNvSpPr/>
          <p:nvPr/>
        </p:nvSpPr>
        <p:spPr>
          <a:xfrm>
            <a:off x="8728719" y="1939177"/>
            <a:ext cx="1458343" cy="672330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FAA24A53-4DC1-3078-659A-7A4E5284E191}"/>
              </a:ext>
            </a:extLst>
          </p:cNvPr>
          <p:cNvGrpSpPr/>
          <p:nvPr/>
        </p:nvGrpSpPr>
        <p:grpSpPr>
          <a:xfrm>
            <a:off x="10611141" y="1939177"/>
            <a:ext cx="1252247" cy="672330"/>
            <a:chOff x="10611141" y="1939177"/>
            <a:chExt cx="1252247" cy="672330"/>
          </a:xfrm>
        </p:grpSpPr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00A13D72-AC81-D4D4-C48B-164EE1271F08}"/>
                </a:ext>
              </a:extLst>
            </p:cNvPr>
            <p:cNvSpPr/>
            <p:nvPr/>
          </p:nvSpPr>
          <p:spPr>
            <a:xfrm>
              <a:off x="10611141" y="1939177"/>
              <a:ext cx="1252247" cy="67233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1B26EBFB-F78D-0F44-6204-00A0AD233347}"/>
                </a:ext>
              </a:extLst>
            </p:cNvPr>
            <p:cNvGrpSpPr/>
            <p:nvPr/>
          </p:nvGrpSpPr>
          <p:grpSpPr>
            <a:xfrm>
              <a:off x="10765997" y="2025128"/>
              <a:ext cx="942533" cy="500427"/>
              <a:chOff x="10146946" y="925395"/>
              <a:chExt cx="942533" cy="500427"/>
            </a:xfrm>
          </p:grpSpPr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1827E444-92A5-AFA2-1B41-CB47FCEAEF4C}"/>
                  </a:ext>
                </a:extLst>
              </p:cNvPr>
              <p:cNvGrpSpPr/>
              <p:nvPr/>
            </p:nvGrpSpPr>
            <p:grpSpPr>
              <a:xfrm>
                <a:off x="10146946" y="925395"/>
                <a:ext cx="873854" cy="500427"/>
                <a:chOff x="10496990" y="1104143"/>
                <a:chExt cx="873854" cy="500427"/>
              </a:xfrm>
            </p:grpSpPr>
            <p:sp>
              <p:nvSpPr>
                <p:cNvPr id="4" name="四角形: 角を丸くする 3">
                  <a:extLst>
                    <a:ext uri="{FF2B5EF4-FFF2-40B4-BE49-F238E27FC236}">
                      <a16:creationId xmlns:a16="http://schemas.microsoft.com/office/drawing/2014/main" id="{8619FE70-EDA8-622B-2B36-1E1C9FCDD379}"/>
                    </a:ext>
                  </a:extLst>
                </p:cNvPr>
                <p:cNvSpPr/>
                <p:nvPr/>
              </p:nvSpPr>
              <p:spPr>
                <a:xfrm>
                  <a:off x="10584591" y="1104143"/>
                  <a:ext cx="698653" cy="500427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6" name="円弧 5">
                  <a:extLst>
                    <a:ext uri="{FF2B5EF4-FFF2-40B4-BE49-F238E27FC236}">
                      <a16:creationId xmlns:a16="http://schemas.microsoft.com/office/drawing/2014/main" id="{F870F95A-F812-61C6-565F-B91052216257}"/>
                    </a:ext>
                  </a:extLst>
                </p:cNvPr>
                <p:cNvSpPr/>
                <p:nvPr/>
              </p:nvSpPr>
              <p:spPr>
                <a:xfrm>
                  <a:off x="11195644" y="1198893"/>
                  <a:ext cx="175200" cy="310820"/>
                </a:xfrm>
                <a:prstGeom prst="arc">
                  <a:avLst>
                    <a:gd name="adj1" fmla="val 16111059"/>
                    <a:gd name="adj2" fmla="val 5440094"/>
                  </a:avLst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8" name="直線コネクタ 7">
                  <a:extLst>
                    <a:ext uri="{FF2B5EF4-FFF2-40B4-BE49-F238E27FC236}">
                      <a16:creationId xmlns:a16="http://schemas.microsoft.com/office/drawing/2014/main" id="{8CCFAB4C-E31D-B136-8718-81BECB868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83244" y="1198893"/>
                  <a:ext cx="0" cy="31082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" name="円弧 9">
                  <a:extLst>
                    <a:ext uri="{FF2B5EF4-FFF2-40B4-BE49-F238E27FC236}">
                      <a16:creationId xmlns:a16="http://schemas.microsoft.com/office/drawing/2014/main" id="{D4D41483-E813-BFFE-2EDB-CD91C3356930}"/>
                    </a:ext>
                  </a:extLst>
                </p:cNvPr>
                <p:cNvSpPr/>
                <p:nvPr/>
              </p:nvSpPr>
              <p:spPr>
                <a:xfrm rot="10800000">
                  <a:off x="10496990" y="1198893"/>
                  <a:ext cx="175200" cy="310820"/>
                </a:xfrm>
                <a:prstGeom prst="arc">
                  <a:avLst>
                    <a:gd name="adj1" fmla="val 16111059"/>
                    <a:gd name="adj2" fmla="val 5440094"/>
                  </a:avLst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cxnSp>
              <p:nvCxnSpPr>
                <p:cNvPr id="11" name="直線コネクタ 10">
                  <a:extLst>
                    <a:ext uri="{FF2B5EF4-FFF2-40B4-BE49-F238E27FC236}">
                      <a16:creationId xmlns:a16="http://schemas.microsoft.com/office/drawing/2014/main" id="{A5DC89FD-3454-0A77-8F45-5A8A2FFDF7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10584590" y="1198893"/>
                  <a:ext cx="0" cy="31082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5CD3E347-1E59-89B6-461B-2DED796A5B8B}"/>
                  </a:ext>
                </a:extLst>
              </p:cNvPr>
              <p:cNvSpPr/>
              <p:nvPr/>
            </p:nvSpPr>
            <p:spPr>
              <a:xfrm>
                <a:off x="11015663" y="1128713"/>
                <a:ext cx="73816" cy="10001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1A91CFC-3914-DBA3-1100-72F17D9D1573}"/>
              </a:ext>
            </a:extLst>
          </p:cNvPr>
          <p:cNvSpPr/>
          <p:nvPr/>
        </p:nvSpPr>
        <p:spPr>
          <a:xfrm>
            <a:off x="8920163" y="2255917"/>
            <a:ext cx="1847850" cy="4571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076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論理積ゲート 1">
            <a:extLst>
              <a:ext uri="{FF2B5EF4-FFF2-40B4-BE49-F238E27FC236}">
                <a16:creationId xmlns:a16="http://schemas.microsoft.com/office/drawing/2014/main" id="{BA779BCE-FC9A-E873-9656-A2B8B92A80B1}"/>
              </a:ext>
            </a:extLst>
          </p:cNvPr>
          <p:cNvSpPr/>
          <p:nvPr/>
        </p:nvSpPr>
        <p:spPr>
          <a:xfrm rot="5400000">
            <a:off x="1165955" y="2996973"/>
            <a:ext cx="3186001" cy="4066292"/>
          </a:xfrm>
          <a:prstGeom prst="flowChartDelay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5063F854-4667-22AF-1DAF-CBCB26E65E16}"/>
              </a:ext>
            </a:extLst>
          </p:cNvPr>
          <p:cNvSpPr/>
          <p:nvPr/>
        </p:nvSpPr>
        <p:spPr>
          <a:xfrm>
            <a:off x="1082600" y="3715133"/>
            <a:ext cx="3347268" cy="21583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E090167-4CAC-15F0-D2AE-D86F4C6C7EA1}"/>
              </a:ext>
            </a:extLst>
          </p:cNvPr>
          <p:cNvSpPr/>
          <p:nvPr/>
        </p:nvSpPr>
        <p:spPr>
          <a:xfrm>
            <a:off x="725807" y="3443898"/>
            <a:ext cx="4066293" cy="4412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AD60446-1A0C-8A36-F2EE-9770A5CBCBB8}"/>
              </a:ext>
            </a:extLst>
          </p:cNvPr>
          <p:cNvCxnSpPr>
            <a:cxnSpLocks/>
          </p:cNvCxnSpPr>
          <p:nvPr/>
        </p:nvCxnSpPr>
        <p:spPr>
          <a:xfrm>
            <a:off x="725809" y="3894681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円弧 14">
            <a:extLst>
              <a:ext uri="{FF2B5EF4-FFF2-40B4-BE49-F238E27FC236}">
                <a16:creationId xmlns:a16="http://schemas.microsoft.com/office/drawing/2014/main" id="{CDAAF951-327C-891E-E68E-8C9120136733}"/>
              </a:ext>
            </a:extLst>
          </p:cNvPr>
          <p:cNvSpPr/>
          <p:nvPr/>
        </p:nvSpPr>
        <p:spPr>
          <a:xfrm>
            <a:off x="-134291" y="4565409"/>
            <a:ext cx="2427177" cy="2706927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EAAC7C8-98EC-9DC0-D95D-A66D75D46BDD}"/>
              </a:ext>
            </a:extLst>
          </p:cNvPr>
          <p:cNvCxnSpPr>
            <a:cxnSpLocks/>
          </p:cNvCxnSpPr>
          <p:nvPr/>
        </p:nvCxnSpPr>
        <p:spPr>
          <a:xfrm flipH="1">
            <a:off x="2074891" y="6135162"/>
            <a:ext cx="10855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円弧 25">
            <a:extLst>
              <a:ext uri="{FF2B5EF4-FFF2-40B4-BE49-F238E27FC236}">
                <a16:creationId xmlns:a16="http://schemas.microsoft.com/office/drawing/2014/main" id="{2F10C560-297B-8863-8E78-B32005D2AE81}"/>
              </a:ext>
            </a:extLst>
          </p:cNvPr>
          <p:cNvSpPr/>
          <p:nvPr/>
        </p:nvSpPr>
        <p:spPr>
          <a:xfrm rot="10800000">
            <a:off x="1668305" y="5201711"/>
            <a:ext cx="847341" cy="93345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C79953D1-C31A-46BB-E33F-8E5B28BD0BE8}"/>
              </a:ext>
            </a:extLst>
          </p:cNvPr>
          <p:cNvGrpSpPr/>
          <p:nvPr/>
        </p:nvGrpSpPr>
        <p:grpSpPr>
          <a:xfrm>
            <a:off x="1733871" y="5524436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2F4706CC-50D0-E5EE-95D0-0C102A02B15E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B7F8F01D-4694-2A9E-0379-B7ED6CA6EDD5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円弧 30">
            <a:extLst>
              <a:ext uri="{FF2B5EF4-FFF2-40B4-BE49-F238E27FC236}">
                <a16:creationId xmlns:a16="http://schemas.microsoft.com/office/drawing/2014/main" id="{8523595B-8A52-E06F-8443-3F042CF8EBE2}"/>
              </a:ext>
            </a:extLst>
          </p:cNvPr>
          <p:cNvSpPr/>
          <p:nvPr/>
        </p:nvSpPr>
        <p:spPr>
          <a:xfrm rot="10800000">
            <a:off x="1888730" y="5722436"/>
            <a:ext cx="999718" cy="247769"/>
          </a:xfrm>
          <a:prstGeom prst="arc">
            <a:avLst>
              <a:gd name="adj1" fmla="val 16236377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弧 31">
            <a:extLst>
              <a:ext uri="{FF2B5EF4-FFF2-40B4-BE49-F238E27FC236}">
                <a16:creationId xmlns:a16="http://schemas.microsoft.com/office/drawing/2014/main" id="{98C0520C-7651-4949-1EB0-118DCFBD8B7A}"/>
              </a:ext>
            </a:extLst>
          </p:cNvPr>
          <p:cNvSpPr/>
          <p:nvPr/>
        </p:nvSpPr>
        <p:spPr>
          <a:xfrm rot="5167115">
            <a:off x="1675068" y="5461883"/>
            <a:ext cx="396000" cy="392643"/>
          </a:xfrm>
          <a:prstGeom prst="arc">
            <a:avLst>
              <a:gd name="adj1" fmla="val 15170604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弧 32">
            <a:extLst>
              <a:ext uri="{FF2B5EF4-FFF2-40B4-BE49-F238E27FC236}">
                <a16:creationId xmlns:a16="http://schemas.microsoft.com/office/drawing/2014/main" id="{F58F5A5B-14B6-8EE1-2355-9B288C19445A}"/>
              </a:ext>
            </a:extLst>
          </p:cNvPr>
          <p:cNvSpPr/>
          <p:nvPr/>
        </p:nvSpPr>
        <p:spPr>
          <a:xfrm rot="2777090">
            <a:off x="1829253" y="5503863"/>
            <a:ext cx="120046" cy="233616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>
            <a:extLst>
              <a:ext uri="{FF2B5EF4-FFF2-40B4-BE49-F238E27FC236}">
                <a16:creationId xmlns:a16="http://schemas.microsoft.com/office/drawing/2014/main" id="{163361D2-25E8-131C-47AF-B772DFECE5C5}"/>
              </a:ext>
            </a:extLst>
          </p:cNvPr>
          <p:cNvSpPr/>
          <p:nvPr/>
        </p:nvSpPr>
        <p:spPr>
          <a:xfrm>
            <a:off x="1780886" y="5510820"/>
            <a:ext cx="119028" cy="227490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弧 34">
            <a:extLst>
              <a:ext uri="{FF2B5EF4-FFF2-40B4-BE49-F238E27FC236}">
                <a16:creationId xmlns:a16="http://schemas.microsoft.com/office/drawing/2014/main" id="{A9A7A914-F8F8-17C4-C658-C34B883EFD94}"/>
              </a:ext>
            </a:extLst>
          </p:cNvPr>
          <p:cNvSpPr/>
          <p:nvPr/>
        </p:nvSpPr>
        <p:spPr>
          <a:xfrm rot="18697829">
            <a:off x="1761043" y="5551241"/>
            <a:ext cx="120046" cy="231808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弧 35">
            <a:extLst>
              <a:ext uri="{FF2B5EF4-FFF2-40B4-BE49-F238E27FC236}">
                <a16:creationId xmlns:a16="http://schemas.microsoft.com/office/drawing/2014/main" id="{352411C5-E1A7-B34F-99D4-B62AE194EC56}"/>
              </a:ext>
            </a:extLst>
          </p:cNvPr>
          <p:cNvSpPr/>
          <p:nvPr/>
        </p:nvSpPr>
        <p:spPr>
          <a:xfrm rot="14977061">
            <a:off x="1786760" y="5591666"/>
            <a:ext cx="120046" cy="235751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66E2C60D-7B59-3E81-5B8A-F57F61A6E1CC}"/>
              </a:ext>
            </a:extLst>
          </p:cNvPr>
          <p:cNvSpPr/>
          <p:nvPr/>
        </p:nvSpPr>
        <p:spPr>
          <a:xfrm rot="10800000">
            <a:off x="1851086" y="5590130"/>
            <a:ext cx="119028" cy="237767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143F64C1-95A6-16D6-6DB0-CFE2C97432AD}"/>
              </a:ext>
            </a:extLst>
          </p:cNvPr>
          <p:cNvSpPr/>
          <p:nvPr/>
        </p:nvSpPr>
        <p:spPr>
          <a:xfrm rot="7208585">
            <a:off x="1886437" y="5540041"/>
            <a:ext cx="120046" cy="207745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8F8E3E0-0406-FBE3-64D9-154B69DA1EA7}"/>
              </a:ext>
            </a:extLst>
          </p:cNvPr>
          <p:cNvSpPr/>
          <p:nvPr/>
        </p:nvSpPr>
        <p:spPr>
          <a:xfrm>
            <a:off x="2291387" y="4949574"/>
            <a:ext cx="869012" cy="2188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Century" panose="02040604050505020304" pitchFamily="18" charset="0"/>
              </a:rPr>
              <a:t>Core</a:t>
            </a:r>
            <a:endParaRPr kumimoji="1" lang="ja-JP" altLang="en-US" sz="1400" dirty="0">
              <a:latin typeface="Century" panose="02040604050505020304" pitchFamily="18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AC101E8-E167-9859-CB98-072F5F923C90}"/>
              </a:ext>
            </a:extLst>
          </p:cNvPr>
          <p:cNvSpPr txBox="1"/>
          <p:nvPr/>
        </p:nvSpPr>
        <p:spPr>
          <a:xfrm>
            <a:off x="2295266" y="5176080"/>
            <a:ext cx="858813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Cold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5DE210EB-3169-F713-C67B-EA5FC019F58C}"/>
              </a:ext>
            </a:extLst>
          </p:cNvPr>
          <p:cNvSpPr/>
          <p:nvPr/>
        </p:nvSpPr>
        <p:spPr>
          <a:xfrm rot="16200000">
            <a:off x="3124357" y="4601576"/>
            <a:ext cx="2627530" cy="2548594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F494EF05-6798-5057-DDAF-D09BBB1CB0D9}"/>
              </a:ext>
            </a:extLst>
          </p:cNvPr>
          <p:cNvSpPr/>
          <p:nvPr/>
        </p:nvSpPr>
        <p:spPr>
          <a:xfrm>
            <a:off x="2295497" y="5699300"/>
            <a:ext cx="860800" cy="1818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DA4047A-E954-C886-33E1-873C50E9488A}"/>
              </a:ext>
            </a:extLst>
          </p:cNvPr>
          <p:cNvCxnSpPr>
            <a:cxnSpLocks/>
          </p:cNvCxnSpPr>
          <p:nvPr/>
        </p:nvCxnSpPr>
        <p:spPr>
          <a:xfrm>
            <a:off x="3160408" y="4382561"/>
            <a:ext cx="0" cy="1762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1A55F03-F6F4-0248-EA09-0E923EFF8A4C}"/>
              </a:ext>
            </a:extLst>
          </p:cNvPr>
          <p:cNvCxnSpPr>
            <a:cxnSpLocks/>
          </p:cNvCxnSpPr>
          <p:nvPr/>
        </p:nvCxnSpPr>
        <p:spPr>
          <a:xfrm>
            <a:off x="2291388" y="4382561"/>
            <a:ext cx="0" cy="15876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526BBA56-B24F-7823-5AD5-D77AA48C9B95}"/>
              </a:ext>
            </a:extLst>
          </p:cNvPr>
          <p:cNvSpPr/>
          <p:nvPr/>
        </p:nvSpPr>
        <p:spPr>
          <a:xfrm>
            <a:off x="1093541" y="3718855"/>
            <a:ext cx="3336325" cy="1663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CD0E33B-F320-DDB6-D12F-EFB94D65FD45}"/>
              </a:ext>
            </a:extLst>
          </p:cNvPr>
          <p:cNvCxnSpPr/>
          <p:nvPr/>
        </p:nvCxnSpPr>
        <p:spPr>
          <a:xfrm>
            <a:off x="4429866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869A9C0-919B-88A6-6B92-745B856220FE}"/>
              </a:ext>
            </a:extLst>
          </p:cNvPr>
          <p:cNvCxnSpPr>
            <a:cxnSpLocks/>
          </p:cNvCxnSpPr>
          <p:nvPr/>
        </p:nvCxnSpPr>
        <p:spPr>
          <a:xfrm>
            <a:off x="1082600" y="3713417"/>
            <a:ext cx="33407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7718FD0-5353-AD0E-7F0A-1AEDBA7FB5BC}"/>
              </a:ext>
            </a:extLst>
          </p:cNvPr>
          <p:cNvCxnSpPr/>
          <p:nvPr/>
        </p:nvCxnSpPr>
        <p:spPr>
          <a:xfrm>
            <a:off x="1084813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B8340621-A20F-6EF3-AB84-07B752339988}"/>
              </a:ext>
            </a:extLst>
          </p:cNvPr>
          <p:cNvCxnSpPr>
            <a:cxnSpLocks/>
          </p:cNvCxnSpPr>
          <p:nvPr/>
        </p:nvCxnSpPr>
        <p:spPr>
          <a:xfrm>
            <a:off x="4792098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6FEF12EF-15B2-3B5A-DBE1-3DD5F916013B}"/>
              </a:ext>
            </a:extLst>
          </p:cNvPr>
          <p:cNvCxnSpPr>
            <a:cxnSpLocks/>
          </p:cNvCxnSpPr>
          <p:nvPr/>
        </p:nvCxnSpPr>
        <p:spPr>
          <a:xfrm>
            <a:off x="725807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320FAECC-D634-B98E-6247-B544E1BD85AD}"/>
              </a:ext>
            </a:extLst>
          </p:cNvPr>
          <p:cNvCxnSpPr>
            <a:cxnSpLocks/>
          </p:cNvCxnSpPr>
          <p:nvPr/>
        </p:nvCxnSpPr>
        <p:spPr>
          <a:xfrm>
            <a:off x="725807" y="3442198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4ED8918E-4214-2DB1-15C0-F47FC927E020}"/>
              </a:ext>
            </a:extLst>
          </p:cNvPr>
          <p:cNvSpPr txBox="1"/>
          <p:nvPr/>
        </p:nvSpPr>
        <p:spPr>
          <a:xfrm>
            <a:off x="1119371" y="396678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Hot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3FEC096E-0A08-7002-C33E-A90AE0866DC5}"/>
              </a:ext>
            </a:extLst>
          </p:cNvPr>
          <p:cNvSpPr txBox="1"/>
          <p:nvPr/>
        </p:nvSpPr>
        <p:spPr>
          <a:xfrm>
            <a:off x="1304464" y="256764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Control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Rods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12" name="フローチャート: 論理積ゲート 111">
            <a:extLst>
              <a:ext uri="{FF2B5EF4-FFF2-40B4-BE49-F238E27FC236}">
                <a16:creationId xmlns:a16="http://schemas.microsoft.com/office/drawing/2014/main" id="{6A711903-DF9E-8341-BACE-F8F1449094AD}"/>
              </a:ext>
            </a:extLst>
          </p:cNvPr>
          <p:cNvSpPr/>
          <p:nvPr/>
        </p:nvSpPr>
        <p:spPr>
          <a:xfrm rot="5400000">
            <a:off x="2577115" y="4275230"/>
            <a:ext cx="2666900" cy="589703"/>
          </a:xfrm>
          <a:custGeom>
            <a:avLst/>
            <a:gdLst>
              <a:gd name="connsiteX0" fmla="*/ 0 w 3376583"/>
              <a:gd name="connsiteY0" fmla="*/ 0 h 1302630"/>
              <a:gd name="connsiteX1" fmla="*/ 1688292 w 3376583"/>
              <a:gd name="connsiteY1" fmla="*/ 0 h 1302630"/>
              <a:gd name="connsiteX2" fmla="*/ 3376584 w 3376583"/>
              <a:gd name="connsiteY2" fmla="*/ 651315 h 1302630"/>
              <a:gd name="connsiteX3" fmla="*/ 1688292 w 3376583"/>
              <a:gd name="connsiteY3" fmla="*/ 1302630 h 1302630"/>
              <a:gd name="connsiteX4" fmla="*/ 0 w 3376583"/>
              <a:gd name="connsiteY4" fmla="*/ 1302630 h 1302630"/>
              <a:gd name="connsiteX5" fmla="*/ 0 w 3376583"/>
              <a:gd name="connsiteY5" fmla="*/ 0 h 1302630"/>
              <a:gd name="connsiteX0" fmla="*/ 0 w 3388041"/>
              <a:gd name="connsiteY0" fmla="*/ 0 h 1302630"/>
              <a:gd name="connsiteX1" fmla="*/ 2177245 w 3388041"/>
              <a:gd name="connsiteY1" fmla="*/ 25400 h 1302630"/>
              <a:gd name="connsiteX2" fmla="*/ 3376584 w 3388041"/>
              <a:gd name="connsiteY2" fmla="*/ 651315 h 1302630"/>
              <a:gd name="connsiteX3" fmla="*/ 1688292 w 3388041"/>
              <a:gd name="connsiteY3" fmla="*/ 1302630 h 1302630"/>
              <a:gd name="connsiteX4" fmla="*/ 0 w 3388041"/>
              <a:gd name="connsiteY4" fmla="*/ 1302630 h 1302630"/>
              <a:gd name="connsiteX5" fmla="*/ 0 w 3388041"/>
              <a:gd name="connsiteY5" fmla="*/ 0 h 130263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550051"/>
              <a:gd name="connsiteY0" fmla="*/ 0 h 1302630"/>
              <a:gd name="connsiteX1" fmla="*/ 2177245 w 3550051"/>
              <a:gd name="connsiteY1" fmla="*/ 25400 h 1302630"/>
              <a:gd name="connsiteX2" fmla="*/ 3376584 w 3550051"/>
              <a:gd name="connsiteY2" fmla="*/ 651315 h 1302630"/>
              <a:gd name="connsiteX3" fmla="*/ 2907495 w 3550051"/>
              <a:gd name="connsiteY3" fmla="*/ 1302630 h 1302630"/>
              <a:gd name="connsiteX4" fmla="*/ 0 w 3550051"/>
              <a:gd name="connsiteY4" fmla="*/ 1302630 h 1302630"/>
              <a:gd name="connsiteX5" fmla="*/ 0 w 3550051"/>
              <a:gd name="connsiteY5" fmla="*/ 0 h 1302630"/>
              <a:gd name="connsiteX0" fmla="*/ 0 w 3405220"/>
              <a:gd name="connsiteY0" fmla="*/ 0 h 1302630"/>
              <a:gd name="connsiteX1" fmla="*/ 2177245 w 3405220"/>
              <a:gd name="connsiteY1" fmla="*/ 25400 h 1302630"/>
              <a:gd name="connsiteX2" fmla="*/ 3376584 w 3405220"/>
              <a:gd name="connsiteY2" fmla="*/ 651315 h 1302630"/>
              <a:gd name="connsiteX3" fmla="*/ 2907495 w 3405220"/>
              <a:gd name="connsiteY3" fmla="*/ 1302630 h 1302630"/>
              <a:gd name="connsiteX4" fmla="*/ 0 w 3405220"/>
              <a:gd name="connsiteY4" fmla="*/ 1302630 h 1302630"/>
              <a:gd name="connsiteX5" fmla="*/ 0 w 3405220"/>
              <a:gd name="connsiteY5" fmla="*/ 0 h 1302630"/>
              <a:gd name="connsiteX0" fmla="*/ 0 w 3402901"/>
              <a:gd name="connsiteY0" fmla="*/ 0 h 1302630"/>
              <a:gd name="connsiteX1" fmla="*/ 2177245 w 3402901"/>
              <a:gd name="connsiteY1" fmla="*/ 25400 h 1302630"/>
              <a:gd name="connsiteX2" fmla="*/ 3376584 w 3402901"/>
              <a:gd name="connsiteY2" fmla="*/ 651315 h 1302630"/>
              <a:gd name="connsiteX3" fmla="*/ 2907495 w 3402901"/>
              <a:gd name="connsiteY3" fmla="*/ 1302630 h 1302630"/>
              <a:gd name="connsiteX4" fmla="*/ 0 w 3402901"/>
              <a:gd name="connsiteY4" fmla="*/ 1302630 h 1302630"/>
              <a:gd name="connsiteX5" fmla="*/ 0 w 3402901"/>
              <a:gd name="connsiteY5" fmla="*/ 0 h 1302630"/>
              <a:gd name="connsiteX0" fmla="*/ 0 w 3432879"/>
              <a:gd name="connsiteY0" fmla="*/ 0 h 1302630"/>
              <a:gd name="connsiteX1" fmla="*/ 2177245 w 3432879"/>
              <a:gd name="connsiteY1" fmla="*/ 25400 h 1302630"/>
              <a:gd name="connsiteX2" fmla="*/ 3408337 w 3432879"/>
              <a:gd name="connsiteY2" fmla="*/ 638615 h 1302630"/>
              <a:gd name="connsiteX3" fmla="*/ 2907495 w 3432879"/>
              <a:gd name="connsiteY3" fmla="*/ 1302630 h 1302630"/>
              <a:gd name="connsiteX4" fmla="*/ 0 w 3432879"/>
              <a:gd name="connsiteY4" fmla="*/ 1302630 h 1302630"/>
              <a:gd name="connsiteX5" fmla="*/ 0 w 3432879"/>
              <a:gd name="connsiteY5" fmla="*/ 0 h 1302630"/>
              <a:gd name="connsiteX0" fmla="*/ 0 w 3408404"/>
              <a:gd name="connsiteY0" fmla="*/ 0 h 1302630"/>
              <a:gd name="connsiteX1" fmla="*/ 2177245 w 3408404"/>
              <a:gd name="connsiteY1" fmla="*/ 25400 h 1302630"/>
              <a:gd name="connsiteX2" fmla="*/ 3408337 w 3408404"/>
              <a:gd name="connsiteY2" fmla="*/ 638615 h 1302630"/>
              <a:gd name="connsiteX3" fmla="*/ 2907495 w 3408404"/>
              <a:gd name="connsiteY3" fmla="*/ 1302630 h 1302630"/>
              <a:gd name="connsiteX4" fmla="*/ 0 w 3408404"/>
              <a:gd name="connsiteY4" fmla="*/ 1302630 h 1302630"/>
              <a:gd name="connsiteX5" fmla="*/ 0 w 3408404"/>
              <a:gd name="connsiteY5" fmla="*/ 0 h 1302630"/>
              <a:gd name="connsiteX0" fmla="*/ 0 w 3402056"/>
              <a:gd name="connsiteY0" fmla="*/ 0 h 1302630"/>
              <a:gd name="connsiteX1" fmla="*/ 2177245 w 3402056"/>
              <a:gd name="connsiteY1" fmla="*/ 25400 h 1302630"/>
              <a:gd name="connsiteX2" fmla="*/ 3401987 w 3402056"/>
              <a:gd name="connsiteY2" fmla="*/ 657665 h 1302630"/>
              <a:gd name="connsiteX3" fmla="*/ 2907495 w 3402056"/>
              <a:gd name="connsiteY3" fmla="*/ 1302630 h 1302630"/>
              <a:gd name="connsiteX4" fmla="*/ 0 w 3402056"/>
              <a:gd name="connsiteY4" fmla="*/ 1302630 h 1302630"/>
              <a:gd name="connsiteX5" fmla="*/ 0 w 3402056"/>
              <a:gd name="connsiteY5" fmla="*/ 0 h 1302630"/>
              <a:gd name="connsiteX0" fmla="*/ 0 w 3501305"/>
              <a:gd name="connsiteY0" fmla="*/ 0 h 1302630"/>
              <a:gd name="connsiteX1" fmla="*/ 2901145 w 3501305"/>
              <a:gd name="connsiteY1" fmla="*/ 25400 h 1302630"/>
              <a:gd name="connsiteX2" fmla="*/ 3401987 w 3501305"/>
              <a:gd name="connsiteY2" fmla="*/ 657665 h 1302630"/>
              <a:gd name="connsiteX3" fmla="*/ 2907495 w 3501305"/>
              <a:gd name="connsiteY3" fmla="*/ 1302630 h 1302630"/>
              <a:gd name="connsiteX4" fmla="*/ 0 w 3501305"/>
              <a:gd name="connsiteY4" fmla="*/ 1302630 h 1302630"/>
              <a:gd name="connsiteX5" fmla="*/ 0 w 3501305"/>
              <a:gd name="connsiteY5" fmla="*/ 0 h 1302630"/>
              <a:gd name="connsiteX0" fmla="*/ 0 w 3401990"/>
              <a:gd name="connsiteY0" fmla="*/ 0 h 1302630"/>
              <a:gd name="connsiteX1" fmla="*/ 2901145 w 3401990"/>
              <a:gd name="connsiteY1" fmla="*/ 25400 h 1302630"/>
              <a:gd name="connsiteX2" fmla="*/ 3401987 w 3401990"/>
              <a:gd name="connsiteY2" fmla="*/ 657665 h 1302630"/>
              <a:gd name="connsiteX3" fmla="*/ 2907495 w 3401990"/>
              <a:gd name="connsiteY3" fmla="*/ 1302630 h 1302630"/>
              <a:gd name="connsiteX4" fmla="*/ 0 w 3401990"/>
              <a:gd name="connsiteY4" fmla="*/ 1302630 h 1302630"/>
              <a:gd name="connsiteX5" fmla="*/ 0 w 3401990"/>
              <a:gd name="connsiteY5" fmla="*/ 0 h 1302630"/>
              <a:gd name="connsiteX0" fmla="*/ 0 w 3402222"/>
              <a:gd name="connsiteY0" fmla="*/ 0 h 1302630"/>
              <a:gd name="connsiteX1" fmla="*/ 2932895 w 3402222"/>
              <a:gd name="connsiteY1" fmla="*/ 31750 h 1302630"/>
              <a:gd name="connsiteX2" fmla="*/ 3401987 w 3402222"/>
              <a:gd name="connsiteY2" fmla="*/ 657665 h 1302630"/>
              <a:gd name="connsiteX3" fmla="*/ 2907495 w 3402222"/>
              <a:gd name="connsiteY3" fmla="*/ 1302630 h 1302630"/>
              <a:gd name="connsiteX4" fmla="*/ 0 w 3402222"/>
              <a:gd name="connsiteY4" fmla="*/ 1302630 h 1302630"/>
              <a:gd name="connsiteX5" fmla="*/ 0 w 3402222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166"/>
              <a:gd name="connsiteY0" fmla="*/ 0 h 1302630"/>
              <a:gd name="connsiteX1" fmla="*/ 2932895 w 3402166"/>
              <a:gd name="connsiteY1" fmla="*/ 31750 h 1302630"/>
              <a:gd name="connsiteX2" fmla="*/ 3401987 w 3402166"/>
              <a:gd name="connsiteY2" fmla="*/ 657665 h 1302630"/>
              <a:gd name="connsiteX3" fmla="*/ 2907495 w 3402166"/>
              <a:gd name="connsiteY3" fmla="*/ 1302630 h 1302630"/>
              <a:gd name="connsiteX4" fmla="*/ 0 w 3402166"/>
              <a:gd name="connsiteY4" fmla="*/ 1302630 h 1302630"/>
              <a:gd name="connsiteX5" fmla="*/ 0 w 3402166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2000"/>
              <a:gd name="connsiteY0" fmla="*/ 0 h 1302630"/>
              <a:gd name="connsiteX1" fmla="*/ 2932895 w 3402000"/>
              <a:gd name="connsiteY1" fmla="*/ 31750 h 1302630"/>
              <a:gd name="connsiteX2" fmla="*/ 3401987 w 3402000"/>
              <a:gd name="connsiteY2" fmla="*/ 657665 h 1302630"/>
              <a:gd name="connsiteX3" fmla="*/ 2926545 w 3402000"/>
              <a:gd name="connsiteY3" fmla="*/ 1289930 h 1302630"/>
              <a:gd name="connsiteX4" fmla="*/ 0 w 3402000"/>
              <a:gd name="connsiteY4" fmla="*/ 1302630 h 1302630"/>
              <a:gd name="connsiteX5" fmla="*/ 0 w 3402000"/>
              <a:gd name="connsiteY5" fmla="*/ 0 h 1302630"/>
              <a:gd name="connsiteX0" fmla="*/ 0 w 3484542"/>
              <a:gd name="connsiteY0" fmla="*/ 0 h 1302630"/>
              <a:gd name="connsiteX1" fmla="*/ 2932895 w 3484542"/>
              <a:gd name="connsiteY1" fmla="*/ 31750 h 1302630"/>
              <a:gd name="connsiteX2" fmla="*/ 3484537 w 3484542"/>
              <a:gd name="connsiteY2" fmla="*/ 644965 h 1302630"/>
              <a:gd name="connsiteX3" fmla="*/ 2926545 w 3484542"/>
              <a:gd name="connsiteY3" fmla="*/ 1289930 h 1302630"/>
              <a:gd name="connsiteX4" fmla="*/ 0 w 3484542"/>
              <a:gd name="connsiteY4" fmla="*/ 1302630 h 1302630"/>
              <a:gd name="connsiteX5" fmla="*/ 0 w 3484542"/>
              <a:gd name="connsiteY5" fmla="*/ 0 h 1302630"/>
              <a:gd name="connsiteX0" fmla="*/ 0 w 3484543"/>
              <a:gd name="connsiteY0" fmla="*/ 0 h 1302630"/>
              <a:gd name="connsiteX1" fmla="*/ 2932895 w 3484543"/>
              <a:gd name="connsiteY1" fmla="*/ 31750 h 1302630"/>
              <a:gd name="connsiteX2" fmla="*/ 3484537 w 3484543"/>
              <a:gd name="connsiteY2" fmla="*/ 644965 h 1302630"/>
              <a:gd name="connsiteX3" fmla="*/ 2926545 w 3484543"/>
              <a:gd name="connsiteY3" fmla="*/ 1289930 h 1302630"/>
              <a:gd name="connsiteX4" fmla="*/ 0 w 3484543"/>
              <a:gd name="connsiteY4" fmla="*/ 1302630 h 1302630"/>
              <a:gd name="connsiteX5" fmla="*/ 0 w 3484543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34790 w 3633632"/>
              <a:gd name="connsiteY0" fmla="*/ 0 h 1302630"/>
              <a:gd name="connsiteX1" fmla="*/ 2967685 w 3633632"/>
              <a:gd name="connsiteY1" fmla="*/ 31750 h 1302630"/>
              <a:gd name="connsiteX2" fmla="*/ 3633629 w 3633632"/>
              <a:gd name="connsiteY2" fmla="*/ 651315 h 1302630"/>
              <a:gd name="connsiteX3" fmla="*/ 2961335 w 3633632"/>
              <a:gd name="connsiteY3" fmla="*/ 1289930 h 1302630"/>
              <a:gd name="connsiteX4" fmla="*/ 34790 w 3633632"/>
              <a:gd name="connsiteY4" fmla="*/ 1302630 h 1302630"/>
              <a:gd name="connsiteX5" fmla="*/ 34790 w 3633632"/>
              <a:gd name="connsiteY5" fmla="*/ 0 h 1302630"/>
              <a:gd name="connsiteX0" fmla="*/ 34790 w 3633632"/>
              <a:gd name="connsiteY0" fmla="*/ 0 h 1324016"/>
              <a:gd name="connsiteX1" fmla="*/ 2967685 w 3633632"/>
              <a:gd name="connsiteY1" fmla="*/ 53136 h 1324016"/>
              <a:gd name="connsiteX2" fmla="*/ 3633629 w 3633632"/>
              <a:gd name="connsiteY2" fmla="*/ 672701 h 1324016"/>
              <a:gd name="connsiteX3" fmla="*/ 2961335 w 3633632"/>
              <a:gd name="connsiteY3" fmla="*/ 1311316 h 1324016"/>
              <a:gd name="connsiteX4" fmla="*/ 34790 w 3633632"/>
              <a:gd name="connsiteY4" fmla="*/ 1324016 h 1324016"/>
              <a:gd name="connsiteX5" fmla="*/ 34790 w 3633632"/>
              <a:gd name="connsiteY5" fmla="*/ 0 h 1324016"/>
              <a:gd name="connsiteX0" fmla="*/ 53924 w 3652766"/>
              <a:gd name="connsiteY0" fmla="*/ 0 h 1324016"/>
              <a:gd name="connsiteX1" fmla="*/ 2986819 w 3652766"/>
              <a:gd name="connsiteY1" fmla="*/ 53136 h 1324016"/>
              <a:gd name="connsiteX2" fmla="*/ 3652763 w 3652766"/>
              <a:gd name="connsiteY2" fmla="*/ 672701 h 1324016"/>
              <a:gd name="connsiteX3" fmla="*/ 2980469 w 3652766"/>
              <a:gd name="connsiteY3" fmla="*/ 1311316 h 1324016"/>
              <a:gd name="connsiteX4" fmla="*/ 53924 w 3652766"/>
              <a:gd name="connsiteY4" fmla="*/ 1324016 h 1324016"/>
              <a:gd name="connsiteX5" fmla="*/ 53924 w 3652766"/>
              <a:gd name="connsiteY5" fmla="*/ 0 h 132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2766" h="1324016">
                <a:moveTo>
                  <a:pt x="53924" y="0"/>
                </a:moveTo>
                <a:lnTo>
                  <a:pt x="2986819" y="53136"/>
                </a:lnTo>
                <a:cubicBezTo>
                  <a:pt x="3404896" y="59486"/>
                  <a:pt x="3653821" y="336004"/>
                  <a:pt x="3652763" y="672701"/>
                </a:cubicBezTo>
                <a:cubicBezTo>
                  <a:pt x="3651705" y="1009398"/>
                  <a:pt x="3417596" y="1292266"/>
                  <a:pt x="2980469" y="1311316"/>
                </a:cubicBezTo>
                <a:lnTo>
                  <a:pt x="53924" y="1324016"/>
                </a:lnTo>
                <a:cubicBezTo>
                  <a:pt x="-24352" y="1178514"/>
                  <a:pt x="-11303" y="113423"/>
                  <a:pt x="539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cap="rnd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4B6996F6-3A93-6B06-F71B-4D5EFBA8B2DD}"/>
              </a:ext>
            </a:extLst>
          </p:cNvPr>
          <p:cNvCxnSpPr>
            <a:cxnSpLocks/>
          </p:cNvCxnSpPr>
          <p:nvPr/>
        </p:nvCxnSpPr>
        <p:spPr>
          <a:xfrm>
            <a:off x="5028096" y="578875"/>
            <a:ext cx="0" cy="5171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6F0E608F-A7FE-C6D7-0721-8DFE2411D873}"/>
              </a:ext>
            </a:extLst>
          </p:cNvPr>
          <p:cNvCxnSpPr>
            <a:cxnSpLocks/>
          </p:cNvCxnSpPr>
          <p:nvPr/>
        </p:nvCxnSpPr>
        <p:spPr>
          <a:xfrm>
            <a:off x="5356494" y="848142"/>
            <a:ext cx="0" cy="4811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5E80D235-5499-E1A6-A40E-A05B946322E8}"/>
              </a:ext>
            </a:extLst>
          </p:cNvPr>
          <p:cNvCxnSpPr>
            <a:cxnSpLocks/>
          </p:cNvCxnSpPr>
          <p:nvPr/>
        </p:nvCxnSpPr>
        <p:spPr>
          <a:xfrm>
            <a:off x="5445064" y="921167"/>
            <a:ext cx="0" cy="4830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57C27129-93B5-8DA4-03E4-9B3DD82F89C1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10624" cy="49982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F0C6481C-31B2-BB0B-42F3-61896FBCBDD0}"/>
              </a:ext>
            </a:extLst>
          </p:cNvPr>
          <p:cNvCxnSpPr>
            <a:cxnSpLocks/>
          </p:cNvCxnSpPr>
          <p:nvPr/>
        </p:nvCxnSpPr>
        <p:spPr>
          <a:xfrm flipH="1" flipV="1">
            <a:off x="5028096" y="5741730"/>
            <a:ext cx="416968" cy="2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D720FD05-5ABA-CD31-36FF-9F198FD40962}"/>
              </a:ext>
            </a:extLst>
          </p:cNvPr>
          <p:cNvCxnSpPr>
            <a:cxnSpLocks/>
          </p:cNvCxnSpPr>
          <p:nvPr/>
        </p:nvCxnSpPr>
        <p:spPr>
          <a:xfrm flipH="1" flipV="1">
            <a:off x="5112722" y="5649835"/>
            <a:ext cx="243772" cy="2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F9731793-7B81-F88F-48D3-96A9EB23E2D4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21480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3AE823F6-A689-9E48-5840-706F2CA1258D}"/>
              </a:ext>
            </a:extLst>
          </p:cNvPr>
          <p:cNvCxnSpPr>
            <a:cxnSpLocks/>
          </p:cNvCxnSpPr>
          <p:nvPr/>
        </p:nvCxnSpPr>
        <p:spPr>
          <a:xfrm flipH="1" flipV="1">
            <a:off x="5346547" y="843571"/>
            <a:ext cx="1135417" cy="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8F55511F-0BAC-71BF-8D1D-A9DE84D9EEC7}"/>
              </a:ext>
            </a:extLst>
          </p:cNvPr>
          <p:cNvCxnSpPr>
            <a:cxnSpLocks/>
          </p:cNvCxnSpPr>
          <p:nvPr/>
        </p:nvCxnSpPr>
        <p:spPr>
          <a:xfrm flipH="1">
            <a:off x="5435117" y="925395"/>
            <a:ext cx="942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0614E3DC-51AF-344C-C4EF-E06429FFFB3A}"/>
              </a:ext>
            </a:extLst>
          </p:cNvPr>
          <p:cNvCxnSpPr>
            <a:cxnSpLocks/>
          </p:cNvCxnSpPr>
          <p:nvPr/>
        </p:nvCxnSpPr>
        <p:spPr>
          <a:xfrm flipH="1">
            <a:off x="5028096" y="580381"/>
            <a:ext cx="23325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8AAA8CC3-9E6B-B12A-7696-900E60724847}"/>
              </a:ext>
            </a:extLst>
          </p:cNvPr>
          <p:cNvCxnSpPr>
            <a:cxnSpLocks/>
          </p:cNvCxnSpPr>
          <p:nvPr/>
        </p:nvCxnSpPr>
        <p:spPr>
          <a:xfrm flipH="1">
            <a:off x="3652713" y="5789007"/>
            <a:ext cx="67159" cy="644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41C2DF6F-AF00-ECF4-E81C-6BFB76A5917B}"/>
              </a:ext>
            </a:extLst>
          </p:cNvPr>
          <p:cNvCxnSpPr>
            <a:cxnSpLocks/>
          </p:cNvCxnSpPr>
          <p:nvPr/>
        </p:nvCxnSpPr>
        <p:spPr>
          <a:xfrm flipH="1">
            <a:off x="3700338" y="5846320"/>
            <a:ext cx="56534" cy="56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4034A1FF-9CD5-9E77-8CFB-C29E3A6062CB}"/>
              </a:ext>
            </a:extLst>
          </p:cNvPr>
          <p:cNvSpPr/>
          <p:nvPr/>
        </p:nvSpPr>
        <p:spPr>
          <a:xfrm rot="2491219">
            <a:off x="3705745" y="5799244"/>
            <a:ext cx="45719" cy="561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7FDB0886-A2E8-55E7-BFBB-B324FD2921D8}"/>
              </a:ext>
            </a:extLst>
          </p:cNvPr>
          <p:cNvGrpSpPr/>
          <p:nvPr/>
        </p:nvGrpSpPr>
        <p:grpSpPr>
          <a:xfrm>
            <a:off x="3534262" y="4156093"/>
            <a:ext cx="95393" cy="98511"/>
            <a:chOff x="3534262" y="4156093"/>
            <a:chExt cx="95393" cy="98511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6C04D357-EA02-7BEA-4ECF-983AA32EF655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1775262E-DFCE-F438-93B9-7204D5C30299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784401FC-144A-E2D3-5A99-A898A056FC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83FF4DE0-0E47-6FB4-47CE-AF5EE6DE39B8}"/>
              </a:ext>
            </a:extLst>
          </p:cNvPr>
          <p:cNvGrpSpPr/>
          <p:nvPr/>
        </p:nvGrpSpPr>
        <p:grpSpPr>
          <a:xfrm rot="10800000">
            <a:off x="4183076" y="4179138"/>
            <a:ext cx="95393" cy="98511"/>
            <a:chOff x="3534262" y="4156093"/>
            <a:chExt cx="95393" cy="98511"/>
          </a:xfrm>
        </p:grpSpPr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8A60BD12-8001-4BD6-2C79-68F0EC1A5BD8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1" name="直線コネクタ 170">
              <a:extLst>
                <a:ext uri="{FF2B5EF4-FFF2-40B4-BE49-F238E27FC236}">
                  <a16:creationId xmlns:a16="http://schemas.microsoft.com/office/drawing/2014/main" id="{962B891F-ADCD-1587-DDBB-437B376E842C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F090E33B-2A9B-2AD4-BE7E-006C7C1EF0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F4C2160B-294D-A314-A913-0DB826423B41}"/>
              </a:ext>
            </a:extLst>
          </p:cNvPr>
          <p:cNvCxnSpPr>
            <a:cxnSpLocks/>
          </p:cNvCxnSpPr>
          <p:nvPr/>
        </p:nvCxnSpPr>
        <p:spPr>
          <a:xfrm>
            <a:off x="6377189" y="921167"/>
            <a:ext cx="0" cy="41452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DB9FD567-C298-B1B5-124C-C429B433A92B}"/>
              </a:ext>
            </a:extLst>
          </p:cNvPr>
          <p:cNvCxnSpPr>
            <a:cxnSpLocks/>
          </p:cNvCxnSpPr>
          <p:nvPr/>
        </p:nvCxnSpPr>
        <p:spPr>
          <a:xfrm>
            <a:off x="6479583" y="836652"/>
            <a:ext cx="0" cy="41358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6" name="グループ化 185">
            <a:extLst>
              <a:ext uri="{FF2B5EF4-FFF2-40B4-BE49-F238E27FC236}">
                <a16:creationId xmlns:a16="http://schemas.microsoft.com/office/drawing/2014/main" id="{41EE95B8-814F-E9DF-785D-429ADD7158AA}"/>
              </a:ext>
            </a:extLst>
          </p:cNvPr>
          <p:cNvGrpSpPr/>
          <p:nvPr/>
        </p:nvGrpSpPr>
        <p:grpSpPr>
          <a:xfrm>
            <a:off x="6727421" y="4868455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87" name="楕円 186">
              <a:extLst>
                <a:ext uri="{FF2B5EF4-FFF2-40B4-BE49-F238E27FC236}">
                  <a16:creationId xmlns:a16="http://schemas.microsoft.com/office/drawing/2014/main" id="{EE8209C5-96D8-6A79-8C85-A32C51294631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楕円 187">
              <a:extLst>
                <a:ext uri="{FF2B5EF4-FFF2-40B4-BE49-F238E27FC236}">
                  <a16:creationId xmlns:a16="http://schemas.microsoft.com/office/drawing/2014/main" id="{302BACA1-3A0F-DED6-92B1-DDC824CB754A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06714412-885C-5FD0-A3D7-7707EE5B94C5}"/>
              </a:ext>
            </a:extLst>
          </p:cNvPr>
          <p:cNvCxnSpPr>
            <a:cxnSpLocks/>
          </p:cNvCxnSpPr>
          <p:nvPr/>
        </p:nvCxnSpPr>
        <p:spPr>
          <a:xfrm flipH="1" flipV="1">
            <a:off x="6370779" y="5055482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4C87F11F-5B27-FD4E-4290-7354CA2FA510}"/>
              </a:ext>
            </a:extLst>
          </p:cNvPr>
          <p:cNvCxnSpPr>
            <a:cxnSpLocks/>
          </p:cNvCxnSpPr>
          <p:nvPr/>
        </p:nvCxnSpPr>
        <p:spPr>
          <a:xfrm flipH="1" flipV="1">
            <a:off x="6479583" y="4967799"/>
            <a:ext cx="248006" cy="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5013E348-AB62-9885-CEF4-63A727E69061}"/>
              </a:ext>
            </a:extLst>
          </p:cNvPr>
          <p:cNvCxnSpPr>
            <a:cxnSpLocks/>
          </p:cNvCxnSpPr>
          <p:nvPr/>
        </p:nvCxnSpPr>
        <p:spPr>
          <a:xfrm flipH="1" flipV="1">
            <a:off x="7250156" y="4521127"/>
            <a:ext cx="1119" cy="445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671763BC-D843-6B3D-8073-BF484A727634}"/>
              </a:ext>
            </a:extLst>
          </p:cNvPr>
          <p:cNvCxnSpPr>
            <a:cxnSpLocks/>
          </p:cNvCxnSpPr>
          <p:nvPr/>
        </p:nvCxnSpPr>
        <p:spPr>
          <a:xfrm>
            <a:off x="7349948" y="4521127"/>
            <a:ext cx="0" cy="536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8" name="フリーフォーム: 図形 217">
            <a:extLst>
              <a:ext uri="{FF2B5EF4-FFF2-40B4-BE49-F238E27FC236}">
                <a16:creationId xmlns:a16="http://schemas.microsoft.com/office/drawing/2014/main" id="{380526F5-A9FC-751A-E4DC-190C3A1C1C64}"/>
              </a:ext>
            </a:extLst>
          </p:cNvPr>
          <p:cNvSpPr/>
          <p:nvPr/>
        </p:nvSpPr>
        <p:spPr>
          <a:xfrm>
            <a:off x="6902511" y="1253082"/>
            <a:ext cx="813605" cy="3313169"/>
          </a:xfrm>
          <a:custGeom>
            <a:avLst/>
            <a:gdLst>
              <a:gd name="connsiteX0" fmla="*/ 504824 w 1009647"/>
              <a:gd name="connsiteY0" fmla="*/ 0 h 3676650"/>
              <a:gd name="connsiteX1" fmla="*/ 1009647 w 1009647"/>
              <a:gd name="connsiteY1" fmla="*/ 612898 h 3676650"/>
              <a:gd name="connsiteX2" fmla="*/ 1009647 w 1009647"/>
              <a:gd name="connsiteY2" fmla="*/ 612898 h 3676650"/>
              <a:gd name="connsiteX3" fmla="*/ 1009647 w 1009647"/>
              <a:gd name="connsiteY3" fmla="*/ 3063753 h 3676650"/>
              <a:gd name="connsiteX4" fmla="*/ 504824 w 1009647"/>
              <a:gd name="connsiteY4" fmla="*/ 3676650 h 3676650"/>
              <a:gd name="connsiteX5" fmla="*/ 0 w 1009647"/>
              <a:gd name="connsiteY5" fmla="*/ 3063753 h 3676650"/>
              <a:gd name="connsiteX6" fmla="*/ 0 w 1009647"/>
              <a:gd name="connsiteY6" fmla="*/ 612898 h 3676650"/>
              <a:gd name="connsiteX7" fmla="*/ 504824 w 1009647"/>
              <a:gd name="connsiteY7" fmla="*/ 0 h 367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9647" h="3676650">
                <a:moveTo>
                  <a:pt x="504824" y="0"/>
                </a:moveTo>
                <a:cubicBezTo>
                  <a:pt x="783587" y="0"/>
                  <a:pt x="1009647" y="274278"/>
                  <a:pt x="1009647" y="612898"/>
                </a:cubicBezTo>
                <a:lnTo>
                  <a:pt x="1009647" y="612898"/>
                </a:lnTo>
                <a:lnTo>
                  <a:pt x="1009647" y="3063753"/>
                </a:lnTo>
                <a:cubicBezTo>
                  <a:pt x="1009647" y="3402372"/>
                  <a:pt x="783587" y="3676650"/>
                  <a:pt x="504824" y="3676650"/>
                </a:cubicBezTo>
                <a:cubicBezTo>
                  <a:pt x="226060" y="3676650"/>
                  <a:pt x="0" y="3402372"/>
                  <a:pt x="0" y="3063753"/>
                </a:cubicBezTo>
                <a:lnTo>
                  <a:pt x="0" y="612898"/>
                </a:lnTo>
                <a:cubicBezTo>
                  <a:pt x="0" y="274278"/>
                  <a:pt x="226060" y="0"/>
                  <a:pt x="5048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28000">
                <a:schemeClr val="accent1"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cxnSp>
        <p:nvCxnSpPr>
          <p:cNvPr id="222" name="直線コネクタ 221">
            <a:extLst>
              <a:ext uri="{FF2B5EF4-FFF2-40B4-BE49-F238E27FC236}">
                <a16:creationId xmlns:a16="http://schemas.microsoft.com/office/drawing/2014/main" id="{C4A8A5CF-7D9A-7303-6518-8265D0AA0A5B}"/>
              </a:ext>
            </a:extLst>
          </p:cNvPr>
          <p:cNvCxnSpPr>
            <a:cxnSpLocks/>
          </p:cNvCxnSpPr>
          <p:nvPr/>
        </p:nvCxnSpPr>
        <p:spPr>
          <a:xfrm flipH="1" flipV="1">
            <a:off x="7006401" y="5054519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直線コネクタ 222">
            <a:extLst>
              <a:ext uri="{FF2B5EF4-FFF2-40B4-BE49-F238E27FC236}">
                <a16:creationId xmlns:a16="http://schemas.microsoft.com/office/drawing/2014/main" id="{5D087107-A431-6585-EF53-FCC8A85B6E87}"/>
              </a:ext>
            </a:extLst>
          </p:cNvPr>
          <p:cNvCxnSpPr>
            <a:cxnSpLocks/>
          </p:cNvCxnSpPr>
          <p:nvPr/>
        </p:nvCxnSpPr>
        <p:spPr>
          <a:xfrm flipH="1" flipV="1">
            <a:off x="7006401" y="4964896"/>
            <a:ext cx="248006" cy="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289E0483-79B5-0983-8D51-6796E878890C}"/>
              </a:ext>
            </a:extLst>
          </p:cNvPr>
          <p:cNvCxnSpPr>
            <a:cxnSpLocks/>
          </p:cNvCxnSpPr>
          <p:nvPr/>
        </p:nvCxnSpPr>
        <p:spPr>
          <a:xfrm flipV="1">
            <a:off x="7269465" y="661611"/>
            <a:ext cx="0" cy="5914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914D9EA1-C501-1066-C9EA-4795DB1C217D}"/>
              </a:ext>
            </a:extLst>
          </p:cNvPr>
          <p:cNvCxnSpPr>
            <a:cxnSpLocks/>
          </p:cNvCxnSpPr>
          <p:nvPr/>
        </p:nvCxnSpPr>
        <p:spPr>
          <a:xfrm>
            <a:off x="7356177" y="578875"/>
            <a:ext cx="0" cy="674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直線コネクタ 252">
            <a:extLst>
              <a:ext uri="{FF2B5EF4-FFF2-40B4-BE49-F238E27FC236}">
                <a16:creationId xmlns:a16="http://schemas.microsoft.com/office/drawing/2014/main" id="{B53BD9F5-E40D-0FC3-9A80-50911A8E90F5}"/>
              </a:ext>
            </a:extLst>
          </p:cNvPr>
          <p:cNvCxnSpPr>
            <a:cxnSpLocks/>
          </p:cNvCxnSpPr>
          <p:nvPr/>
        </p:nvCxnSpPr>
        <p:spPr>
          <a:xfrm flipH="1">
            <a:off x="7269465" y="1606922"/>
            <a:ext cx="13363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直線コネクタ 253">
            <a:extLst>
              <a:ext uri="{FF2B5EF4-FFF2-40B4-BE49-F238E27FC236}">
                <a16:creationId xmlns:a16="http://schemas.microsoft.com/office/drawing/2014/main" id="{8452D176-1E78-0BF8-6A81-FE9B7BCB8846}"/>
              </a:ext>
            </a:extLst>
          </p:cNvPr>
          <p:cNvCxnSpPr>
            <a:cxnSpLocks/>
          </p:cNvCxnSpPr>
          <p:nvPr/>
        </p:nvCxnSpPr>
        <p:spPr>
          <a:xfrm flipH="1">
            <a:off x="7365006" y="1687306"/>
            <a:ext cx="11179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直線コネクタ 255">
            <a:extLst>
              <a:ext uri="{FF2B5EF4-FFF2-40B4-BE49-F238E27FC236}">
                <a16:creationId xmlns:a16="http://schemas.microsoft.com/office/drawing/2014/main" id="{CCA9295A-C305-2D99-5CBC-85FED647473B}"/>
              </a:ext>
            </a:extLst>
          </p:cNvPr>
          <p:cNvCxnSpPr>
            <a:cxnSpLocks/>
          </p:cNvCxnSpPr>
          <p:nvPr/>
        </p:nvCxnSpPr>
        <p:spPr>
          <a:xfrm flipH="1">
            <a:off x="7260817" y="1605482"/>
            <a:ext cx="15058" cy="25236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直線コネクタ 256">
            <a:extLst>
              <a:ext uri="{FF2B5EF4-FFF2-40B4-BE49-F238E27FC236}">
                <a16:creationId xmlns:a16="http://schemas.microsoft.com/office/drawing/2014/main" id="{3CF8EA2F-6459-A6E3-98B8-31129B496C87}"/>
              </a:ext>
            </a:extLst>
          </p:cNvPr>
          <p:cNvCxnSpPr>
            <a:cxnSpLocks/>
          </p:cNvCxnSpPr>
          <p:nvPr/>
        </p:nvCxnSpPr>
        <p:spPr>
          <a:xfrm>
            <a:off x="7378269" y="1687306"/>
            <a:ext cx="0" cy="23522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58" name="グループ化 257">
            <a:extLst>
              <a:ext uri="{FF2B5EF4-FFF2-40B4-BE49-F238E27FC236}">
                <a16:creationId xmlns:a16="http://schemas.microsoft.com/office/drawing/2014/main" id="{5B959A0D-E243-E723-886F-4ED6E36EF299}"/>
              </a:ext>
            </a:extLst>
          </p:cNvPr>
          <p:cNvGrpSpPr/>
          <p:nvPr/>
        </p:nvGrpSpPr>
        <p:grpSpPr>
          <a:xfrm>
            <a:off x="7961244" y="3928614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59" name="楕円 258">
              <a:extLst>
                <a:ext uri="{FF2B5EF4-FFF2-40B4-BE49-F238E27FC236}">
                  <a16:creationId xmlns:a16="http://schemas.microsoft.com/office/drawing/2014/main" id="{5E3122E3-FFFF-2602-1EE7-F206F9DC775E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楕円 259">
              <a:extLst>
                <a:ext uri="{FF2B5EF4-FFF2-40B4-BE49-F238E27FC236}">
                  <a16:creationId xmlns:a16="http://schemas.microsoft.com/office/drawing/2014/main" id="{BB48D6BB-6F78-B032-B7A1-00B019C397AE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61" name="直線コネクタ 260">
            <a:extLst>
              <a:ext uri="{FF2B5EF4-FFF2-40B4-BE49-F238E27FC236}">
                <a16:creationId xmlns:a16="http://schemas.microsoft.com/office/drawing/2014/main" id="{3AEFBDD1-FB21-0292-FBEA-00D3C8FE45E1}"/>
              </a:ext>
            </a:extLst>
          </p:cNvPr>
          <p:cNvCxnSpPr>
            <a:cxnSpLocks/>
          </p:cNvCxnSpPr>
          <p:nvPr/>
        </p:nvCxnSpPr>
        <p:spPr>
          <a:xfrm flipH="1">
            <a:off x="7254407" y="4131998"/>
            <a:ext cx="7132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直線コネクタ 261">
            <a:extLst>
              <a:ext uri="{FF2B5EF4-FFF2-40B4-BE49-F238E27FC236}">
                <a16:creationId xmlns:a16="http://schemas.microsoft.com/office/drawing/2014/main" id="{488301AD-9E5B-6764-FC7F-D39383DAD1EC}"/>
              </a:ext>
            </a:extLst>
          </p:cNvPr>
          <p:cNvCxnSpPr>
            <a:cxnSpLocks/>
          </p:cNvCxnSpPr>
          <p:nvPr/>
        </p:nvCxnSpPr>
        <p:spPr>
          <a:xfrm flipH="1">
            <a:off x="7371416" y="4039536"/>
            <a:ext cx="5962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3" name="直線コネクタ 262">
            <a:extLst>
              <a:ext uri="{FF2B5EF4-FFF2-40B4-BE49-F238E27FC236}">
                <a16:creationId xmlns:a16="http://schemas.microsoft.com/office/drawing/2014/main" id="{34D3FFA9-AB38-4845-829D-C7B1FF603624}"/>
              </a:ext>
            </a:extLst>
          </p:cNvPr>
          <p:cNvCxnSpPr>
            <a:cxnSpLocks/>
          </p:cNvCxnSpPr>
          <p:nvPr/>
        </p:nvCxnSpPr>
        <p:spPr>
          <a:xfrm flipH="1" flipV="1">
            <a:off x="8482957" y="3597700"/>
            <a:ext cx="1119" cy="4456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4" name="直線コネクタ 263">
            <a:extLst>
              <a:ext uri="{FF2B5EF4-FFF2-40B4-BE49-F238E27FC236}">
                <a16:creationId xmlns:a16="http://schemas.microsoft.com/office/drawing/2014/main" id="{DE5649E0-CAC8-67C6-1EA0-2C5F208AC885}"/>
              </a:ext>
            </a:extLst>
          </p:cNvPr>
          <p:cNvCxnSpPr>
            <a:cxnSpLocks/>
          </p:cNvCxnSpPr>
          <p:nvPr/>
        </p:nvCxnSpPr>
        <p:spPr>
          <a:xfrm>
            <a:off x="8589006" y="3605682"/>
            <a:ext cx="0" cy="5361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直線コネクタ 264">
            <a:extLst>
              <a:ext uri="{FF2B5EF4-FFF2-40B4-BE49-F238E27FC236}">
                <a16:creationId xmlns:a16="http://schemas.microsoft.com/office/drawing/2014/main" id="{F7F34883-94F6-50D1-41CB-AE5B4787F42E}"/>
              </a:ext>
            </a:extLst>
          </p:cNvPr>
          <p:cNvCxnSpPr>
            <a:cxnSpLocks/>
          </p:cNvCxnSpPr>
          <p:nvPr/>
        </p:nvCxnSpPr>
        <p:spPr>
          <a:xfrm flipH="1" flipV="1">
            <a:off x="8232196" y="4129159"/>
            <a:ext cx="356810" cy="18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12277F15-097E-5A50-8C11-B9F9AC947520}"/>
              </a:ext>
            </a:extLst>
          </p:cNvPr>
          <p:cNvCxnSpPr>
            <a:cxnSpLocks/>
          </p:cNvCxnSpPr>
          <p:nvPr/>
        </p:nvCxnSpPr>
        <p:spPr>
          <a:xfrm flipH="1">
            <a:off x="8234853" y="4034864"/>
            <a:ext cx="23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7" name="直線コネクタ 266">
            <a:extLst>
              <a:ext uri="{FF2B5EF4-FFF2-40B4-BE49-F238E27FC236}">
                <a16:creationId xmlns:a16="http://schemas.microsoft.com/office/drawing/2014/main" id="{45AEFBCC-97E7-92C1-0692-3FE99DCB19CB}"/>
              </a:ext>
            </a:extLst>
          </p:cNvPr>
          <p:cNvCxnSpPr>
            <a:cxnSpLocks/>
          </p:cNvCxnSpPr>
          <p:nvPr/>
        </p:nvCxnSpPr>
        <p:spPr>
          <a:xfrm flipV="1">
            <a:off x="8482957" y="1687306"/>
            <a:ext cx="0" cy="5914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8" name="直線コネクタ 267">
            <a:extLst>
              <a:ext uri="{FF2B5EF4-FFF2-40B4-BE49-F238E27FC236}">
                <a16:creationId xmlns:a16="http://schemas.microsoft.com/office/drawing/2014/main" id="{66E3C36E-6778-867F-6139-E18173AD789F}"/>
              </a:ext>
            </a:extLst>
          </p:cNvPr>
          <p:cNvCxnSpPr>
            <a:cxnSpLocks/>
          </p:cNvCxnSpPr>
          <p:nvPr/>
        </p:nvCxnSpPr>
        <p:spPr>
          <a:xfrm>
            <a:off x="8605838" y="1604570"/>
            <a:ext cx="0" cy="67420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7" name="四角形: 角を丸くする 286">
            <a:extLst>
              <a:ext uri="{FF2B5EF4-FFF2-40B4-BE49-F238E27FC236}">
                <a16:creationId xmlns:a16="http://schemas.microsoft.com/office/drawing/2014/main" id="{7A541B70-33FC-2A24-6385-C0C1DED9F8E9}"/>
              </a:ext>
            </a:extLst>
          </p:cNvPr>
          <p:cNvSpPr/>
          <p:nvPr/>
        </p:nvSpPr>
        <p:spPr>
          <a:xfrm>
            <a:off x="8728719" y="1844113"/>
            <a:ext cx="1458343" cy="672330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897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0BD7-DD23-BAFE-9762-B05C0C17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ローチャート: 論理積ゲート 1">
            <a:extLst>
              <a:ext uri="{FF2B5EF4-FFF2-40B4-BE49-F238E27FC236}">
                <a16:creationId xmlns:a16="http://schemas.microsoft.com/office/drawing/2014/main" id="{8DDBA9C3-D72D-B9C7-FF40-7EB1C430D68E}"/>
              </a:ext>
            </a:extLst>
          </p:cNvPr>
          <p:cNvSpPr/>
          <p:nvPr/>
        </p:nvSpPr>
        <p:spPr>
          <a:xfrm rot="5400000">
            <a:off x="1165955" y="2996973"/>
            <a:ext cx="3186001" cy="4066292"/>
          </a:xfrm>
          <a:prstGeom prst="flowChartDelay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38492CF6-46B0-009E-B8A8-191BB0DD173B}"/>
              </a:ext>
            </a:extLst>
          </p:cNvPr>
          <p:cNvSpPr/>
          <p:nvPr/>
        </p:nvSpPr>
        <p:spPr>
          <a:xfrm>
            <a:off x="1082600" y="3715133"/>
            <a:ext cx="3347268" cy="215831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F8C0A9F-8E7E-B3EA-8527-9DA656D52241}"/>
              </a:ext>
            </a:extLst>
          </p:cNvPr>
          <p:cNvSpPr/>
          <p:nvPr/>
        </p:nvSpPr>
        <p:spPr>
          <a:xfrm>
            <a:off x="725807" y="3443898"/>
            <a:ext cx="4066293" cy="4412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CD82505-661B-EEF9-AD08-0926DB83D1E0}"/>
              </a:ext>
            </a:extLst>
          </p:cNvPr>
          <p:cNvCxnSpPr>
            <a:cxnSpLocks/>
          </p:cNvCxnSpPr>
          <p:nvPr/>
        </p:nvCxnSpPr>
        <p:spPr>
          <a:xfrm>
            <a:off x="725809" y="3894681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円弧 14">
            <a:extLst>
              <a:ext uri="{FF2B5EF4-FFF2-40B4-BE49-F238E27FC236}">
                <a16:creationId xmlns:a16="http://schemas.microsoft.com/office/drawing/2014/main" id="{709AAC17-40C1-3AAD-774E-7B56216C757D}"/>
              </a:ext>
            </a:extLst>
          </p:cNvPr>
          <p:cNvSpPr/>
          <p:nvPr/>
        </p:nvSpPr>
        <p:spPr>
          <a:xfrm>
            <a:off x="-134291" y="4565409"/>
            <a:ext cx="2427177" cy="2706927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1A6C313-19C6-379A-5330-FD09405A0FC7}"/>
              </a:ext>
            </a:extLst>
          </p:cNvPr>
          <p:cNvCxnSpPr>
            <a:cxnSpLocks/>
          </p:cNvCxnSpPr>
          <p:nvPr/>
        </p:nvCxnSpPr>
        <p:spPr>
          <a:xfrm flipH="1">
            <a:off x="2074891" y="6135162"/>
            <a:ext cx="10855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円弧 25">
            <a:extLst>
              <a:ext uri="{FF2B5EF4-FFF2-40B4-BE49-F238E27FC236}">
                <a16:creationId xmlns:a16="http://schemas.microsoft.com/office/drawing/2014/main" id="{35915C5E-9369-9FC6-CEB7-BDFE2A129204}"/>
              </a:ext>
            </a:extLst>
          </p:cNvPr>
          <p:cNvSpPr/>
          <p:nvPr/>
        </p:nvSpPr>
        <p:spPr>
          <a:xfrm rot="10800000">
            <a:off x="1668305" y="5201711"/>
            <a:ext cx="847341" cy="933451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50BA4E0D-5A60-8792-C871-73A5C5A46CB6}"/>
              </a:ext>
            </a:extLst>
          </p:cNvPr>
          <p:cNvGrpSpPr/>
          <p:nvPr/>
        </p:nvGrpSpPr>
        <p:grpSpPr>
          <a:xfrm>
            <a:off x="1733871" y="5524436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A6D913FB-FFD2-6D9C-C597-933F2ABB3E15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99D785EE-8EEF-82E6-932B-F3BFA4856A17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円弧 30">
            <a:extLst>
              <a:ext uri="{FF2B5EF4-FFF2-40B4-BE49-F238E27FC236}">
                <a16:creationId xmlns:a16="http://schemas.microsoft.com/office/drawing/2014/main" id="{71BE7180-67C1-35C5-99DC-ECAD44974F0F}"/>
              </a:ext>
            </a:extLst>
          </p:cNvPr>
          <p:cNvSpPr/>
          <p:nvPr/>
        </p:nvSpPr>
        <p:spPr>
          <a:xfrm rot="10800000">
            <a:off x="1888730" y="5722436"/>
            <a:ext cx="999718" cy="247769"/>
          </a:xfrm>
          <a:prstGeom prst="arc">
            <a:avLst>
              <a:gd name="adj1" fmla="val 16236377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弧 31">
            <a:extLst>
              <a:ext uri="{FF2B5EF4-FFF2-40B4-BE49-F238E27FC236}">
                <a16:creationId xmlns:a16="http://schemas.microsoft.com/office/drawing/2014/main" id="{8B843C59-A828-0BB2-1850-3B08B58FEE7F}"/>
              </a:ext>
            </a:extLst>
          </p:cNvPr>
          <p:cNvSpPr/>
          <p:nvPr/>
        </p:nvSpPr>
        <p:spPr>
          <a:xfrm rot="5167115">
            <a:off x="1675068" y="5461883"/>
            <a:ext cx="396000" cy="392643"/>
          </a:xfrm>
          <a:prstGeom prst="arc">
            <a:avLst>
              <a:gd name="adj1" fmla="val 15170604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円弧 32">
            <a:extLst>
              <a:ext uri="{FF2B5EF4-FFF2-40B4-BE49-F238E27FC236}">
                <a16:creationId xmlns:a16="http://schemas.microsoft.com/office/drawing/2014/main" id="{3F41C40C-6ED1-25CD-45BF-3A5347C6A8E2}"/>
              </a:ext>
            </a:extLst>
          </p:cNvPr>
          <p:cNvSpPr/>
          <p:nvPr/>
        </p:nvSpPr>
        <p:spPr>
          <a:xfrm rot="2777090">
            <a:off x="1829253" y="5503863"/>
            <a:ext cx="120046" cy="233616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弧 33">
            <a:extLst>
              <a:ext uri="{FF2B5EF4-FFF2-40B4-BE49-F238E27FC236}">
                <a16:creationId xmlns:a16="http://schemas.microsoft.com/office/drawing/2014/main" id="{AE01E16D-1955-41C8-C9A1-F817E8FE62D7}"/>
              </a:ext>
            </a:extLst>
          </p:cNvPr>
          <p:cNvSpPr/>
          <p:nvPr/>
        </p:nvSpPr>
        <p:spPr>
          <a:xfrm>
            <a:off x="1780886" y="5510820"/>
            <a:ext cx="119028" cy="227490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弧 34">
            <a:extLst>
              <a:ext uri="{FF2B5EF4-FFF2-40B4-BE49-F238E27FC236}">
                <a16:creationId xmlns:a16="http://schemas.microsoft.com/office/drawing/2014/main" id="{A1A5BA84-379B-273E-AF98-1E5BBC607D7F}"/>
              </a:ext>
            </a:extLst>
          </p:cNvPr>
          <p:cNvSpPr/>
          <p:nvPr/>
        </p:nvSpPr>
        <p:spPr>
          <a:xfrm rot="18697829">
            <a:off x="1761043" y="5551241"/>
            <a:ext cx="120046" cy="231808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弧 35">
            <a:extLst>
              <a:ext uri="{FF2B5EF4-FFF2-40B4-BE49-F238E27FC236}">
                <a16:creationId xmlns:a16="http://schemas.microsoft.com/office/drawing/2014/main" id="{C1EE112D-A77A-2230-F202-953C874657C9}"/>
              </a:ext>
            </a:extLst>
          </p:cNvPr>
          <p:cNvSpPr/>
          <p:nvPr/>
        </p:nvSpPr>
        <p:spPr>
          <a:xfrm rot="14977061">
            <a:off x="1786760" y="5591666"/>
            <a:ext cx="120046" cy="235751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弧 36">
            <a:extLst>
              <a:ext uri="{FF2B5EF4-FFF2-40B4-BE49-F238E27FC236}">
                <a16:creationId xmlns:a16="http://schemas.microsoft.com/office/drawing/2014/main" id="{27A4D1D9-A81F-3F74-D82C-C3D778DBFAC8}"/>
              </a:ext>
            </a:extLst>
          </p:cNvPr>
          <p:cNvSpPr/>
          <p:nvPr/>
        </p:nvSpPr>
        <p:spPr>
          <a:xfrm rot="10800000">
            <a:off x="1851086" y="5590130"/>
            <a:ext cx="119028" cy="237767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弧 37">
            <a:extLst>
              <a:ext uri="{FF2B5EF4-FFF2-40B4-BE49-F238E27FC236}">
                <a16:creationId xmlns:a16="http://schemas.microsoft.com/office/drawing/2014/main" id="{06BDC996-0398-FF75-8093-D96EDABF689F}"/>
              </a:ext>
            </a:extLst>
          </p:cNvPr>
          <p:cNvSpPr/>
          <p:nvPr/>
        </p:nvSpPr>
        <p:spPr>
          <a:xfrm rot="7208585">
            <a:off x="1886437" y="5540041"/>
            <a:ext cx="120046" cy="207745"/>
          </a:xfrm>
          <a:prstGeom prst="arc">
            <a:avLst>
              <a:gd name="adj1" fmla="val 17115308"/>
              <a:gd name="adj2" fmla="val 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DFD4961-F2AF-DF55-7E1D-BDC259E520E4}"/>
              </a:ext>
            </a:extLst>
          </p:cNvPr>
          <p:cNvSpPr/>
          <p:nvPr/>
        </p:nvSpPr>
        <p:spPr>
          <a:xfrm>
            <a:off x="2291387" y="4949574"/>
            <a:ext cx="869012" cy="21880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Century" panose="02040604050505020304" pitchFamily="18" charset="0"/>
              </a:rPr>
              <a:t>Core</a:t>
            </a:r>
            <a:endParaRPr kumimoji="1" lang="ja-JP" altLang="en-US" sz="1400" dirty="0">
              <a:latin typeface="Century" panose="02040604050505020304" pitchFamily="18" charset="0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CFF61E1D-B2C4-6F82-E897-84B4E15D67A1}"/>
              </a:ext>
            </a:extLst>
          </p:cNvPr>
          <p:cNvSpPr txBox="1"/>
          <p:nvPr/>
        </p:nvSpPr>
        <p:spPr>
          <a:xfrm>
            <a:off x="2295266" y="5176080"/>
            <a:ext cx="858813" cy="5232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Cold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6" name="円弧 15">
            <a:extLst>
              <a:ext uri="{FF2B5EF4-FFF2-40B4-BE49-F238E27FC236}">
                <a16:creationId xmlns:a16="http://schemas.microsoft.com/office/drawing/2014/main" id="{F5C233D4-924B-2BC3-8EAE-0EF0DB8AECC4}"/>
              </a:ext>
            </a:extLst>
          </p:cNvPr>
          <p:cNvSpPr/>
          <p:nvPr/>
        </p:nvSpPr>
        <p:spPr>
          <a:xfrm rot="16200000">
            <a:off x="3124357" y="4601576"/>
            <a:ext cx="2627530" cy="2548594"/>
          </a:xfrm>
          <a:prstGeom prst="arc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3A68D948-02B8-57E5-65D8-CACFB2A8FC38}"/>
              </a:ext>
            </a:extLst>
          </p:cNvPr>
          <p:cNvSpPr/>
          <p:nvPr/>
        </p:nvSpPr>
        <p:spPr>
          <a:xfrm>
            <a:off x="2295497" y="5699300"/>
            <a:ext cx="860800" cy="1818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81A0366-AEF1-4AB4-621B-BEBD55277FF0}"/>
              </a:ext>
            </a:extLst>
          </p:cNvPr>
          <p:cNvCxnSpPr>
            <a:cxnSpLocks/>
          </p:cNvCxnSpPr>
          <p:nvPr/>
        </p:nvCxnSpPr>
        <p:spPr>
          <a:xfrm>
            <a:off x="3160408" y="4382561"/>
            <a:ext cx="0" cy="17621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E8E3FEE-BC72-87A9-6B04-AD1624A70297}"/>
              </a:ext>
            </a:extLst>
          </p:cNvPr>
          <p:cNvCxnSpPr>
            <a:cxnSpLocks/>
          </p:cNvCxnSpPr>
          <p:nvPr/>
        </p:nvCxnSpPr>
        <p:spPr>
          <a:xfrm>
            <a:off x="2291388" y="4382561"/>
            <a:ext cx="0" cy="15876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DDE9F9E3-FBA4-E1FE-24EC-3F0A468451A0}"/>
              </a:ext>
            </a:extLst>
          </p:cNvPr>
          <p:cNvSpPr/>
          <p:nvPr/>
        </p:nvSpPr>
        <p:spPr>
          <a:xfrm>
            <a:off x="1093541" y="3718855"/>
            <a:ext cx="3336325" cy="1663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E670B0B-5897-2B0F-72F1-D4DD0217307D}"/>
              </a:ext>
            </a:extLst>
          </p:cNvPr>
          <p:cNvCxnSpPr/>
          <p:nvPr/>
        </p:nvCxnSpPr>
        <p:spPr>
          <a:xfrm>
            <a:off x="4429866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1F810D7B-3104-AF3D-283D-656E453CC6C5}"/>
              </a:ext>
            </a:extLst>
          </p:cNvPr>
          <p:cNvCxnSpPr>
            <a:cxnSpLocks/>
          </p:cNvCxnSpPr>
          <p:nvPr/>
        </p:nvCxnSpPr>
        <p:spPr>
          <a:xfrm>
            <a:off x="1082600" y="3713417"/>
            <a:ext cx="33407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204FB3B-877A-F961-4152-ABA88A34CE4F}"/>
              </a:ext>
            </a:extLst>
          </p:cNvPr>
          <p:cNvCxnSpPr/>
          <p:nvPr/>
        </p:nvCxnSpPr>
        <p:spPr>
          <a:xfrm>
            <a:off x="1084813" y="3623302"/>
            <a:ext cx="0" cy="942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60443618-5C3B-A2DF-D104-3FC98FC12AA7}"/>
              </a:ext>
            </a:extLst>
          </p:cNvPr>
          <p:cNvCxnSpPr>
            <a:cxnSpLocks/>
          </p:cNvCxnSpPr>
          <p:nvPr/>
        </p:nvCxnSpPr>
        <p:spPr>
          <a:xfrm>
            <a:off x="4792098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337C5902-E9D0-6A6D-7D54-B2729401F2FE}"/>
              </a:ext>
            </a:extLst>
          </p:cNvPr>
          <p:cNvCxnSpPr>
            <a:cxnSpLocks/>
          </p:cNvCxnSpPr>
          <p:nvPr/>
        </p:nvCxnSpPr>
        <p:spPr>
          <a:xfrm>
            <a:off x="725807" y="3429000"/>
            <a:ext cx="0" cy="4710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99FCAE59-062A-6673-06BC-26586F4B1438}"/>
              </a:ext>
            </a:extLst>
          </p:cNvPr>
          <p:cNvCxnSpPr>
            <a:cxnSpLocks/>
          </p:cNvCxnSpPr>
          <p:nvPr/>
        </p:nvCxnSpPr>
        <p:spPr>
          <a:xfrm>
            <a:off x="725807" y="3442198"/>
            <a:ext cx="4066291" cy="0"/>
          </a:xfrm>
          <a:prstGeom prst="lin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9B7A8DF-87E7-D2E0-AE6E-CCE83E96E718}"/>
              </a:ext>
            </a:extLst>
          </p:cNvPr>
          <p:cNvSpPr txBox="1"/>
          <p:nvPr/>
        </p:nvSpPr>
        <p:spPr>
          <a:xfrm>
            <a:off x="1119371" y="396678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Hot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Sodium</a:t>
            </a:r>
            <a:endParaRPr kumimoji="1" lang="ja-JP" altLang="en-US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33017E06-4A81-71B4-9DC8-5440C40CCB34}"/>
              </a:ext>
            </a:extLst>
          </p:cNvPr>
          <p:cNvSpPr txBox="1"/>
          <p:nvPr/>
        </p:nvSpPr>
        <p:spPr>
          <a:xfrm>
            <a:off x="1304464" y="2567644"/>
            <a:ext cx="858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Control</a:t>
            </a:r>
          </a:p>
          <a:p>
            <a:pPr algn="ctr"/>
            <a:r>
              <a:rPr lang="en-US" altLang="ja-JP" sz="1400" dirty="0">
                <a:solidFill>
                  <a:schemeClr val="bg2">
                    <a:lumMod val="25000"/>
                  </a:schemeClr>
                </a:solidFill>
                <a:latin typeface="Century" panose="02040604050505020304" pitchFamily="18" charset="0"/>
              </a:rPr>
              <a:t>Rods</a:t>
            </a:r>
            <a:endParaRPr kumimoji="1" lang="en-US" altLang="ja-JP" sz="1400" dirty="0">
              <a:solidFill>
                <a:schemeClr val="bg2">
                  <a:lumMod val="25000"/>
                </a:schemeClr>
              </a:solidFill>
              <a:latin typeface="Century" panose="02040604050505020304" pitchFamily="18" charset="0"/>
            </a:endParaRPr>
          </a:p>
        </p:txBody>
      </p:sp>
      <p:sp>
        <p:nvSpPr>
          <p:cNvPr id="112" name="フローチャート: 論理積ゲート 111">
            <a:extLst>
              <a:ext uri="{FF2B5EF4-FFF2-40B4-BE49-F238E27FC236}">
                <a16:creationId xmlns:a16="http://schemas.microsoft.com/office/drawing/2014/main" id="{84E01DDD-8451-CD0C-A505-166E9EF837BE}"/>
              </a:ext>
            </a:extLst>
          </p:cNvPr>
          <p:cNvSpPr/>
          <p:nvPr/>
        </p:nvSpPr>
        <p:spPr>
          <a:xfrm rot="5400000">
            <a:off x="2577115" y="4275230"/>
            <a:ext cx="2666900" cy="589703"/>
          </a:xfrm>
          <a:custGeom>
            <a:avLst/>
            <a:gdLst>
              <a:gd name="connsiteX0" fmla="*/ 0 w 3376583"/>
              <a:gd name="connsiteY0" fmla="*/ 0 h 1302630"/>
              <a:gd name="connsiteX1" fmla="*/ 1688292 w 3376583"/>
              <a:gd name="connsiteY1" fmla="*/ 0 h 1302630"/>
              <a:gd name="connsiteX2" fmla="*/ 3376584 w 3376583"/>
              <a:gd name="connsiteY2" fmla="*/ 651315 h 1302630"/>
              <a:gd name="connsiteX3" fmla="*/ 1688292 w 3376583"/>
              <a:gd name="connsiteY3" fmla="*/ 1302630 h 1302630"/>
              <a:gd name="connsiteX4" fmla="*/ 0 w 3376583"/>
              <a:gd name="connsiteY4" fmla="*/ 1302630 h 1302630"/>
              <a:gd name="connsiteX5" fmla="*/ 0 w 3376583"/>
              <a:gd name="connsiteY5" fmla="*/ 0 h 1302630"/>
              <a:gd name="connsiteX0" fmla="*/ 0 w 3388041"/>
              <a:gd name="connsiteY0" fmla="*/ 0 h 1302630"/>
              <a:gd name="connsiteX1" fmla="*/ 2177245 w 3388041"/>
              <a:gd name="connsiteY1" fmla="*/ 25400 h 1302630"/>
              <a:gd name="connsiteX2" fmla="*/ 3376584 w 3388041"/>
              <a:gd name="connsiteY2" fmla="*/ 651315 h 1302630"/>
              <a:gd name="connsiteX3" fmla="*/ 1688292 w 3388041"/>
              <a:gd name="connsiteY3" fmla="*/ 1302630 h 1302630"/>
              <a:gd name="connsiteX4" fmla="*/ 0 w 3388041"/>
              <a:gd name="connsiteY4" fmla="*/ 1302630 h 1302630"/>
              <a:gd name="connsiteX5" fmla="*/ 0 w 3388041"/>
              <a:gd name="connsiteY5" fmla="*/ 0 h 130263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376596"/>
              <a:gd name="connsiteY0" fmla="*/ 0 h 1308980"/>
              <a:gd name="connsiteX1" fmla="*/ 2177245 w 3376596"/>
              <a:gd name="connsiteY1" fmla="*/ 25400 h 1308980"/>
              <a:gd name="connsiteX2" fmla="*/ 3376584 w 3376596"/>
              <a:gd name="connsiteY2" fmla="*/ 651315 h 1308980"/>
              <a:gd name="connsiteX3" fmla="*/ 2164545 w 3376596"/>
              <a:gd name="connsiteY3" fmla="*/ 1308980 h 1308980"/>
              <a:gd name="connsiteX4" fmla="*/ 0 w 3376596"/>
              <a:gd name="connsiteY4" fmla="*/ 1302630 h 1308980"/>
              <a:gd name="connsiteX5" fmla="*/ 0 w 3376596"/>
              <a:gd name="connsiteY5" fmla="*/ 0 h 1308980"/>
              <a:gd name="connsiteX0" fmla="*/ 0 w 3550051"/>
              <a:gd name="connsiteY0" fmla="*/ 0 h 1302630"/>
              <a:gd name="connsiteX1" fmla="*/ 2177245 w 3550051"/>
              <a:gd name="connsiteY1" fmla="*/ 25400 h 1302630"/>
              <a:gd name="connsiteX2" fmla="*/ 3376584 w 3550051"/>
              <a:gd name="connsiteY2" fmla="*/ 651315 h 1302630"/>
              <a:gd name="connsiteX3" fmla="*/ 2907495 w 3550051"/>
              <a:gd name="connsiteY3" fmla="*/ 1302630 h 1302630"/>
              <a:gd name="connsiteX4" fmla="*/ 0 w 3550051"/>
              <a:gd name="connsiteY4" fmla="*/ 1302630 h 1302630"/>
              <a:gd name="connsiteX5" fmla="*/ 0 w 3550051"/>
              <a:gd name="connsiteY5" fmla="*/ 0 h 1302630"/>
              <a:gd name="connsiteX0" fmla="*/ 0 w 3405220"/>
              <a:gd name="connsiteY0" fmla="*/ 0 h 1302630"/>
              <a:gd name="connsiteX1" fmla="*/ 2177245 w 3405220"/>
              <a:gd name="connsiteY1" fmla="*/ 25400 h 1302630"/>
              <a:gd name="connsiteX2" fmla="*/ 3376584 w 3405220"/>
              <a:gd name="connsiteY2" fmla="*/ 651315 h 1302630"/>
              <a:gd name="connsiteX3" fmla="*/ 2907495 w 3405220"/>
              <a:gd name="connsiteY3" fmla="*/ 1302630 h 1302630"/>
              <a:gd name="connsiteX4" fmla="*/ 0 w 3405220"/>
              <a:gd name="connsiteY4" fmla="*/ 1302630 h 1302630"/>
              <a:gd name="connsiteX5" fmla="*/ 0 w 3405220"/>
              <a:gd name="connsiteY5" fmla="*/ 0 h 1302630"/>
              <a:gd name="connsiteX0" fmla="*/ 0 w 3402901"/>
              <a:gd name="connsiteY0" fmla="*/ 0 h 1302630"/>
              <a:gd name="connsiteX1" fmla="*/ 2177245 w 3402901"/>
              <a:gd name="connsiteY1" fmla="*/ 25400 h 1302630"/>
              <a:gd name="connsiteX2" fmla="*/ 3376584 w 3402901"/>
              <a:gd name="connsiteY2" fmla="*/ 651315 h 1302630"/>
              <a:gd name="connsiteX3" fmla="*/ 2907495 w 3402901"/>
              <a:gd name="connsiteY3" fmla="*/ 1302630 h 1302630"/>
              <a:gd name="connsiteX4" fmla="*/ 0 w 3402901"/>
              <a:gd name="connsiteY4" fmla="*/ 1302630 h 1302630"/>
              <a:gd name="connsiteX5" fmla="*/ 0 w 3402901"/>
              <a:gd name="connsiteY5" fmla="*/ 0 h 1302630"/>
              <a:gd name="connsiteX0" fmla="*/ 0 w 3432879"/>
              <a:gd name="connsiteY0" fmla="*/ 0 h 1302630"/>
              <a:gd name="connsiteX1" fmla="*/ 2177245 w 3432879"/>
              <a:gd name="connsiteY1" fmla="*/ 25400 h 1302630"/>
              <a:gd name="connsiteX2" fmla="*/ 3408337 w 3432879"/>
              <a:gd name="connsiteY2" fmla="*/ 638615 h 1302630"/>
              <a:gd name="connsiteX3" fmla="*/ 2907495 w 3432879"/>
              <a:gd name="connsiteY3" fmla="*/ 1302630 h 1302630"/>
              <a:gd name="connsiteX4" fmla="*/ 0 w 3432879"/>
              <a:gd name="connsiteY4" fmla="*/ 1302630 h 1302630"/>
              <a:gd name="connsiteX5" fmla="*/ 0 w 3432879"/>
              <a:gd name="connsiteY5" fmla="*/ 0 h 1302630"/>
              <a:gd name="connsiteX0" fmla="*/ 0 w 3408404"/>
              <a:gd name="connsiteY0" fmla="*/ 0 h 1302630"/>
              <a:gd name="connsiteX1" fmla="*/ 2177245 w 3408404"/>
              <a:gd name="connsiteY1" fmla="*/ 25400 h 1302630"/>
              <a:gd name="connsiteX2" fmla="*/ 3408337 w 3408404"/>
              <a:gd name="connsiteY2" fmla="*/ 638615 h 1302630"/>
              <a:gd name="connsiteX3" fmla="*/ 2907495 w 3408404"/>
              <a:gd name="connsiteY3" fmla="*/ 1302630 h 1302630"/>
              <a:gd name="connsiteX4" fmla="*/ 0 w 3408404"/>
              <a:gd name="connsiteY4" fmla="*/ 1302630 h 1302630"/>
              <a:gd name="connsiteX5" fmla="*/ 0 w 3408404"/>
              <a:gd name="connsiteY5" fmla="*/ 0 h 1302630"/>
              <a:gd name="connsiteX0" fmla="*/ 0 w 3402056"/>
              <a:gd name="connsiteY0" fmla="*/ 0 h 1302630"/>
              <a:gd name="connsiteX1" fmla="*/ 2177245 w 3402056"/>
              <a:gd name="connsiteY1" fmla="*/ 25400 h 1302630"/>
              <a:gd name="connsiteX2" fmla="*/ 3401987 w 3402056"/>
              <a:gd name="connsiteY2" fmla="*/ 657665 h 1302630"/>
              <a:gd name="connsiteX3" fmla="*/ 2907495 w 3402056"/>
              <a:gd name="connsiteY3" fmla="*/ 1302630 h 1302630"/>
              <a:gd name="connsiteX4" fmla="*/ 0 w 3402056"/>
              <a:gd name="connsiteY4" fmla="*/ 1302630 h 1302630"/>
              <a:gd name="connsiteX5" fmla="*/ 0 w 3402056"/>
              <a:gd name="connsiteY5" fmla="*/ 0 h 1302630"/>
              <a:gd name="connsiteX0" fmla="*/ 0 w 3501305"/>
              <a:gd name="connsiteY0" fmla="*/ 0 h 1302630"/>
              <a:gd name="connsiteX1" fmla="*/ 2901145 w 3501305"/>
              <a:gd name="connsiteY1" fmla="*/ 25400 h 1302630"/>
              <a:gd name="connsiteX2" fmla="*/ 3401987 w 3501305"/>
              <a:gd name="connsiteY2" fmla="*/ 657665 h 1302630"/>
              <a:gd name="connsiteX3" fmla="*/ 2907495 w 3501305"/>
              <a:gd name="connsiteY3" fmla="*/ 1302630 h 1302630"/>
              <a:gd name="connsiteX4" fmla="*/ 0 w 3501305"/>
              <a:gd name="connsiteY4" fmla="*/ 1302630 h 1302630"/>
              <a:gd name="connsiteX5" fmla="*/ 0 w 3501305"/>
              <a:gd name="connsiteY5" fmla="*/ 0 h 1302630"/>
              <a:gd name="connsiteX0" fmla="*/ 0 w 3401990"/>
              <a:gd name="connsiteY0" fmla="*/ 0 h 1302630"/>
              <a:gd name="connsiteX1" fmla="*/ 2901145 w 3401990"/>
              <a:gd name="connsiteY1" fmla="*/ 25400 h 1302630"/>
              <a:gd name="connsiteX2" fmla="*/ 3401987 w 3401990"/>
              <a:gd name="connsiteY2" fmla="*/ 657665 h 1302630"/>
              <a:gd name="connsiteX3" fmla="*/ 2907495 w 3401990"/>
              <a:gd name="connsiteY3" fmla="*/ 1302630 h 1302630"/>
              <a:gd name="connsiteX4" fmla="*/ 0 w 3401990"/>
              <a:gd name="connsiteY4" fmla="*/ 1302630 h 1302630"/>
              <a:gd name="connsiteX5" fmla="*/ 0 w 3401990"/>
              <a:gd name="connsiteY5" fmla="*/ 0 h 1302630"/>
              <a:gd name="connsiteX0" fmla="*/ 0 w 3402222"/>
              <a:gd name="connsiteY0" fmla="*/ 0 h 1302630"/>
              <a:gd name="connsiteX1" fmla="*/ 2932895 w 3402222"/>
              <a:gd name="connsiteY1" fmla="*/ 31750 h 1302630"/>
              <a:gd name="connsiteX2" fmla="*/ 3401987 w 3402222"/>
              <a:gd name="connsiteY2" fmla="*/ 657665 h 1302630"/>
              <a:gd name="connsiteX3" fmla="*/ 2907495 w 3402222"/>
              <a:gd name="connsiteY3" fmla="*/ 1302630 h 1302630"/>
              <a:gd name="connsiteX4" fmla="*/ 0 w 3402222"/>
              <a:gd name="connsiteY4" fmla="*/ 1302630 h 1302630"/>
              <a:gd name="connsiteX5" fmla="*/ 0 w 3402222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367"/>
              <a:gd name="connsiteY0" fmla="*/ 0 h 1302630"/>
              <a:gd name="connsiteX1" fmla="*/ 2932895 w 3402367"/>
              <a:gd name="connsiteY1" fmla="*/ 31750 h 1302630"/>
              <a:gd name="connsiteX2" fmla="*/ 3401987 w 3402367"/>
              <a:gd name="connsiteY2" fmla="*/ 657665 h 1302630"/>
              <a:gd name="connsiteX3" fmla="*/ 2907495 w 3402367"/>
              <a:gd name="connsiteY3" fmla="*/ 1302630 h 1302630"/>
              <a:gd name="connsiteX4" fmla="*/ 0 w 3402367"/>
              <a:gd name="connsiteY4" fmla="*/ 1302630 h 1302630"/>
              <a:gd name="connsiteX5" fmla="*/ 0 w 3402367"/>
              <a:gd name="connsiteY5" fmla="*/ 0 h 1302630"/>
              <a:gd name="connsiteX0" fmla="*/ 0 w 3402166"/>
              <a:gd name="connsiteY0" fmla="*/ 0 h 1302630"/>
              <a:gd name="connsiteX1" fmla="*/ 2932895 w 3402166"/>
              <a:gd name="connsiteY1" fmla="*/ 31750 h 1302630"/>
              <a:gd name="connsiteX2" fmla="*/ 3401987 w 3402166"/>
              <a:gd name="connsiteY2" fmla="*/ 657665 h 1302630"/>
              <a:gd name="connsiteX3" fmla="*/ 2907495 w 3402166"/>
              <a:gd name="connsiteY3" fmla="*/ 1302630 h 1302630"/>
              <a:gd name="connsiteX4" fmla="*/ 0 w 3402166"/>
              <a:gd name="connsiteY4" fmla="*/ 1302630 h 1302630"/>
              <a:gd name="connsiteX5" fmla="*/ 0 w 3402166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1999"/>
              <a:gd name="connsiteY0" fmla="*/ 0 h 1302630"/>
              <a:gd name="connsiteX1" fmla="*/ 2932895 w 3401999"/>
              <a:gd name="connsiteY1" fmla="*/ 31750 h 1302630"/>
              <a:gd name="connsiteX2" fmla="*/ 3401987 w 3401999"/>
              <a:gd name="connsiteY2" fmla="*/ 657665 h 1302630"/>
              <a:gd name="connsiteX3" fmla="*/ 2926545 w 3401999"/>
              <a:gd name="connsiteY3" fmla="*/ 1289930 h 1302630"/>
              <a:gd name="connsiteX4" fmla="*/ 0 w 3401999"/>
              <a:gd name="connsiteY4" fmla="*/ 1302630 h 1302630"/>
              <a:gd name="connsiteX5" fmla="*/ 0 w 3401999"/>
              <a:gd name="connsiteY5" fmla="*/ 0 h 1302630"/>
              <a:gd name="connsiteX0" fmla="*/ 0 w 3402000"/>
              <a:gd name="connsiteY0" fmla="*/ 0 h 1302630"/>
              <a:gd name="connsiteX1" fmla="*/ 2932895 w 3402000"/>
              <a:gd name="connsiteY1" fmla="*/ 31750 h 1302630"/>
              <a:gd name="connsiteX2" fmla="*/ 3401987 w 3402000"/>
              <a:gd name="connsiteY2" fmla="*/ 657665 h 1302630"/>
              <a:gd name="connsiteX3" fmla="*/ 2926545 w 3402000"/>
              <a:gd name="connsiteY3" fmla="*/ 1289930 h 1302630"/>
              <a:gd name="connsiteX4" fmla="*/ 0 w 3402000"/>
              <a:gd name="connsiteY4" fmla="*/ 1302630 h 1302630"/>
              <a:gd name="connsiteX5" fmla="*/ 0 w 3402000"/>
              <a:gd name="connsiteY5" fmla="*/ 0 h 1302630"/>
              <a:gd name="connsiteX0" fmla="*/ 0 w 3484542"/>
              <a:gd name="connsiteY0" fmla="*/ 0 h 1302630"/>
              <a:gd name="connsiteX1" fmla="*/ 2932895 w 3484542"/>
              <a:gd name="connsiteY1" fmla="*/ 31750 h 1302630"/>
              <a:gd name="connsiteX2" fmla="*/ 3484537 w 3484542"/>
              <a:gd name="connsiteY2" fmla="*/ 644965 h 1302630"/>
              <a:gd name="connsiteX3" fmla="*/ 2926545 w 3484542"/>
              <a:gd name="connsiteY3" fmla="*/ 1289930 h 1302630"/>
              <a:gd name="connsiteX4" fmla="*/ 0 w 3484542"/>
              <a:gd name="connsiteY4" fmla="*/ 1302630 h 1302630"/>
              <a:gd name="connsiteX5" fmla="*/ 0 w 3484542"/>
              <a:gd name="connsiteY5" fmla="*/ 0 h 1302630"/>
              <a:gd name="connsiteX0" fmla="*/ 0 w 3484543"/>
              <a:gd name="connsiteY0" fmla="*/ 0 h 1302630"/>
              <a:gd name="connsiteX1" fmla="*/ 2932895 w 3484543"/>
              <a:gd name="connsiteY1" fmla="*/ 31750 h 1302630"/>
              <a:gd name="connsiteX2" fmla="*/ 3484537 w 3484543"/>
              <a:gd name="connsiteY2" fmla="*/ 644965 h 1302630"/>
              <a:gd name="connsiteX3" fmla="*/ 2926545 w 3484543"/>
              <a:gd name="connsiteY3" fmla="*/ 1289930 h 1302630"/>
              <a:gd name="connsiteX4" fmla="*/ 0 w 3484543"/>
              <a:gd name="connsiteY4" fmla="*/ 1302630 h 1302630"/>
              <a:gd name="connsiteX5" fmla="*/ 0 w 3484543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0 w 3598842"/>
              <a:gd name="connsiteY0" fmla="*/ 0 h 1302630"/>
              <a:gd name="connsiteX1" fmla="*/ 2932895 w 3598842"/>
              <a:gd name="connsiteY1" fmla="*/ 31750 h 1302630"/>
              <a:gd name="connsiteX2" fmla="*/ 3598839 w 3598842"/>
              <a:gd name="connsiteY2" fmla="*/ 651315 h 1302630"/>
              <a:gd name="connsiteX3" fmla="*/ 2926545 w 3598842"/>
              <a:gd name="connsiteY3" fmla="*/ 1289930 h 1302630"/>
              <a:gd name="connsiteX4" fmla="*/ 0 w 3598842"/>
              <a:gd name="connsiteY4" fmla="*/ 1302630 h 1302630"/>
              <a:gd name="connsiteX5" fmla="*/ 0 w 3598842"/>
              <a:gd name="connsiteY5" fmla="*/ 0 h 1302630"/>
              <a:gd name="connsiteX0" fmla="*/ 34790 w 3633632"/>
              <a:gd name="connsiteY0" fmla="*/ 0 h 1302630"/>
              <a:gd name="connsiteX1" fmla="*/ 2967685 w 3633632"/>
              <a:gd name="connsiteY1" fmla="*/ 31750 h 1302630"/>
              <a:gd name="connsiteX2" fmla="*/ 3633629 w 3633632"/>
              <a:gd name="connsiteY2" fmla="*/ 651315 h 1302630"/>
              <a:gd name="connsiteX3" fmla="*/ 2961335 w 3633632"/>
              <a:gd name="connsiteY3" fmla="*/ 1289930 h 1302630"/>
              <a:gd name="connsiteX4" fmla="*/ 34790 w 3633632"/>
              <a:gd name="connsiteY4" fmla="*/ 1302630 h 1302630"/>
              <a:gd name="connsiteX5" fmla="*/ 34790 w 3633632"/>
              <a:gd name="connsiteY5" fmla="*/ 0 h 1302630"/>
              <a:gd name="connsiteX0" fmla="*/ 34790 w 3633632"/>
              <a:gd name="connsiteY0" fmla="*/ 0 h 1324016"/>
              <a:gd name="connsiteX1" fmla="*/ 2967685 w 3633632"/>
              <a:gd name="connsiteY1" fmla="*/ 53136 h 1324016"/>
              <a:gd name="connsiteX2" fmla="*/ 3633629 w 3633632"/>
              <a:gd name="connsiteY2" fmla="*/ 672701 h 1324016"/>
              <a:gd name="connsiteX3" fmla="*/ 2961335 w 3633632"/>
              <a:gd name="connsiteY3" fmla="*/ 1311316 h 1324016"/>
              <a:gd name="connsiteX4" fmla="*/ 34790 w 3633632"/>
              <a:gd name="connsiteY4" fmla="*/ 1324016 h 1324016"/>
              <a:gd name="connsiteX5" fmla="*/ 34790 w 3633632"/>
              <a:gd name="connsiteY5" fmla="*/ 0 h 1324016"/>
              <a:gd name="connsiteX0" fmla="*/ 53924 w 3652766"/>
              <a:gd name="connsiteY0" fmla="*/ 0 h 1324016"/>
              <a:gd name="connsiteX1" fmla="*/ 2986819 w 3652766"/>
              <a:gd name="connsiteY1" fmla="*/ 53136 h 1324016"/>
              <a:gd name="connsiteX2" fmla="*/ 3652763 w 3652766"/>
              <a:gd name="connsiteY2" fmla="*/ 672701 h 1324016"/>
              <a:gd name="connsiteX3" fmla="*/ 2980469 w 3652766"/>
              <a:gd name="connsiteY3" fmla="*/ 1311316 h 1324016"/>
              <a:gd name="connsiteX4" fmla="*/ 53924 w 3652766"/>
              <a:gd name="connsiteY4" fmla="*/ 1324016 h 1324016"/>
              <a:gd name="connsiteX5" fmla="*/ 53924 w 3652766"/>
              <a:gd name="connsiteY5" fmla="*/ 0 h 1324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52766" h="1324016">
                <a:moveTo>
                  <a:pt x="53924" y="0"/>
                </a:moveTo>
                <a:lnTo>
                  <a:pt x="2986819" y="53136"/>
                </a:lnTo>
                <a:cubicBezTo>
                  <a:pt x="3404896" y="59486"/>
                  <a:pt x="3653821" y="336004"/>
                  <a:pt x="3652763" y="672701"/>
                </a:cubicBezTo>
                <a:cubicBezTo>
                  <a:pt x="3651705" y="1009398"/>
                  <a:pt x="3417596" y="1292266"/>
                  <a:pt x="2980469" y="1311316"/>
                </a:cubicBezTo>
                <a:lnTo>
                  <a:pt x="53924" y="1324016"/>
                </a:lnTo>
                <a:cubicBezTo>
                  <a:pt x="-24352" y="1178514"/>
                  <a:pt x="-11303" y="113423"/>
                  <a:pt x="539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53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  <a:tileRect/>
          </a:gradFill>
          <a:ln cap="rnd">
            <a:beve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5D71D415-B4DA-D4F1-F8E6-A3C7C6F50C12}"/>
              </a:ext>
            </a:extLst>
          </p:cNvPr>
          <p:cNvCxnSpPr>
            <a:cxnSpLocks/>
          </p:cNvCxnSpPr>
          <p:nvPr/>
        </p:nvCxnSpPr>
        <p:spPr>
          <a:xfrm>
            <a:off x="5028096" y="578875"/>
            <a:ext cx="0" cy="5171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015CAE25-1065-26EE-CD85-5465F7285A48}"/>
              </a:ext>
            </a:extLst>
          </p:cNvPr>
          <p:cNvCxnSpPr>
            <a:cxnSpLocks/>
          </p:cNvCxnSpPr>
          <p:nvPr/>
        </p:nvCxnSpPr>
        <p:spPr>
          <a:xfrm>
            <a:off x="5356494" y="848142"/>
            <a:ext cx="0" cy="4811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直線コネクタ 118">
            <a:extLst>
              <a:ext uri="{FF2B5EF4-FFF2-40B4-BE49-F238E27FC236}">
                <a16:creationId xmlns:a16="http://schemas.microsoft.com/office/drawing/2014/main" id="{EEADFE18-44C4-B02A-56A5-06F0E7491AA7}"/>
              </a:ext>
            </a:extLst>
          </p:cNvPr>
          <p:cNvCxnSpPr>
            <a:cxnSpLocks/>
          </p:cNvCxnSpPr>
          <p:nvPr/>
        </p:nvCxnSpPr>
        <p:spPr>
          <a:xfrm>
            <a:off x="5445064" y="921167"/>
            <a:ext cx="0" cy="48309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直線コネクタ 119">
            <a:extLst>
              <a:ext uri="{FF2B5EF4-FFF2-40B4-BE49-F238E27FC236}">
                <a16:creationId xmlns:a16="http://schemas.microsoft.com/office/drawing/2014/main" id="{09FE57CF-E2BE-2067-E6E1-7BF82127924F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10624" cy="49982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直線コネクタ 120">
            <a:extLst>
              <a:ext uri="{FF2B5EF4-FFF2-40B4-BE49-F238E27FC236}">
                <a16:creationId xmlns:a16="http://schemas.microsoft.com/office/drawing/2014/main" id="{05A2D3FF-B342-92D3-E2D5-F9CA3F8D80D4}"/>
              </a:ext>
            </a:extLst>
          </p:cNvPr>
          <p:cNvCxnSpPr>
            <a:cxnSpLocks/>
          </p:cNvCxnSpPr>
          <p:nvPr/>
        </p:nvCxnSpPr>
        <p:spPr>
          <a:xfrm flipH="1" flipV="1">
            <a:off x="5028096" y="5741730"/>
            <a:ext cx="416968" cy="20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直線コネクタ 128">
            <a:extLst>
              <a:ext uri="{FF2B5EF4-FFF2-40B4-BE49-F238E27FC236}">
                <a16:creationId xmlns:a16="http://schemas.microsoft.com/office/drawing/2014/main" id="{5569D81F-CB40-9B2F-1CA9-42A5FC3DBDED}"/>
              </a:ext>
            </a:extLst>
          </p:cNvPr>
          <p:cNvCxnSpPr>
            <a:cxnSpLocks/>
          </p:cNvCxnSpPr>
          <p:nvPr/>
        </p:nvCxnSpPr>
        <p:spPr>
          <a:xfrm flipH="1" flipV="1">
            <a:off x="5112722" y="5649835"/>
            <a:ext cx="243772" cy="2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直線コネクタ 137">
            <a:extLst>
              <a:ext uri="{FF2B5EF4-FFF2-40B4-BE49-F238E27FC236}">
                <a16:creationId xmlns:a16="http://schemas.microsoft.com/office/drawing/2014/main" id="{3D441894-FA21-64B0-7F4F-BC8B9C105347}"/>
              </a:ext>
            </a:extLst>
          </p:cNvPr>
          <p:cNvCxnSpPr>
            <a:cxnSpLocks/>
          </p:cNvCxnSpPr>
          <p:nvPr/>
        </p:nvCxnSpPr>
        <p:spPr>
          <a:xfrm flipH="1">
            <a:off x="5112722" y="661611"/>
            <a:ext cx="19286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48A778A0-5828-B738-ED74-710E4AA89CB1}"/>
              </a:ext>
            </a:extLst>
          </p:cNvPr>
          <p:cNvCxnSpPr>
            <a:cxnSpLocks/>
          </p:cNvCxnSpPr>
          <p:nvPr/>
        </p:nvCxnSpPr>
        <p:spPr>
          <a:xfrm flipH="1" flipV="1">
            <a:off x="5346547" y="843571"/>
            <a:ext cx="1135417" cy="14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0DB8CAE6-E77C-1DB1-B608-ED3C943E3DCA}"/>
              </a:ext>
            </a:extLst>
          </p:cNvPr>
          <p:cNvCxnSpPr>
            <a:cxnSpLocks/>
          </p:cNvCxnSpPr>
          <p:nvPr/>
        </p:nvCxnSpPr>
        <p:spPr>
          <a:xfrm flipH="1">
            <a:off x="5435117" y="925395"/>
            <a:ext cx="942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0470FC9D-DBE1-1EE8-6C36-59B6394FBC31}"/>
              </a:ext>
            </a:extLst>
          </p:cNvPr>
          <p:cNvCxnSpPr>
            <a:cxnSpLocks/>
          </p:cNvCxnSpPr>
          <p:nvPr/>
        </p:nvCxnSpPr>
        <p:spPr>
          <a:xfrm flipH="1">
            <a:off x="5028096" y="580381"/>
            <a:ext cx="21610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直線コネクタ 113">
            <a:extLst>
              <a:ext uri="{FF2B5EF4-FFF2-40B4-BE49-F238E27FC236}">
                <a16:creationId xmlns:a16="http://schemas.microsoft.com/office/drawing/2014/main" id="{5B0E08D0-63EF-565F-3A95-0E0B87DCCB1E}"/>
              </a:ext>
            </a:extLst>
          </p:cNvPr>
          <p:cNvCxnSpPr>
            <a:cxnSpLocks/>
          </p:cNvCxnSpPr>
          <p:nvPr/>
        </p:nvCxnSpPr>
        <p:spPr>
          <a:xfrm flipH="1">
            <a:off x="3652713" y="5789007"/>
            <a:ext cx="67159" cy="644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76966E5D-E2C5-11F4-CFA3-223BCC2DB095}"/>
              </a:ext>
            </a:extLst>
          </p:cNvPr>
          <p:cNvCxnSpPr>
            <a:cxnSpLocks/>
          </p:cNvCxnSpPr>
          <p:nvPr/>
        </p:nvCxnSpPr>
        <p:spPr>
          <a:xfrm flipH="1">
            <a:off x="3700338" y="5846320"/>
            <a:ext cx="56534" cy="561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148B68B0-192B-93D1-EB2E-970838658B93}"/>
              </a:ext>
            </a:extLst>
          </p:cNvPr>
          <p:cNvSpPr/>
          <p:nvPr/>
        </p:nvSpPr>
        <p:spPr>
          <a:xfrm rot="2491219">
            <a:off x="3705745" y="5799244"/>
            <a:ext cx="45719" cy="5612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6D7E956B-4FAF-F25D-1FC9-0486A76E7717}"/>
              </a:ext>
            </a:extLst>
          </p:cNvPr>
          <p:cNvGrpSpPr/>
          <p:nvPr/>
        </p:nvGrpSpPr>
        <p:grpSpPr>
          <a:xfrm>
            <a:off x="3534262" y="4156093"/>
            <a:ext cx="95393" cy="98511"/>
            <a:chOff x="3534262" y="4156093"/>
            <a:chExt cx="95393" cy="98511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354F8BA3-6A26-7DCC-6494-3D2BD92314E5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BA62BC1B-E448-2576-3897-4B48A8BE3077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線コネクタ 164">
              <a:extLst>
                <a:ext uri="{FF2B5EF4-FFF2-40B4-BE49-F238E27FC236}">
                  <a16:creationId xmlns:a16="http://schemas.microsoft.com/office/drawing/2014/main" id="{84E9F03E-70EB-E2E4-1E40-76E62006A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04F1BB08-3B0C-5D0E-8E90-CC292FEAE59C}"/>
              </a:ext>
            </a:extLst>
          </p:cNvPr>
          <p:cNvGrpSpPr/>
          <p:nvPr/>
        </p:nvGrpSpPr>
        <p:grpSpPr>
          <a:xfrm rot="10800000">
            <a:off x="4183076" y="4179138"/>
            <a:ext cx="95393" cy="98511"/>
            <a:chOff x="3534262" y="4156093"/>
            <a:chExt cx="95393" cy="98511"/>
          </a:xfrm>
        </p:grpSpPr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98629D99-C640-53EF-9FB2-A501EABC7C66}"/>
                </a:ext>
              </a:extLst>
            </p:cNvPr>
            <p:cNvSpPr/>
            <p:nvPr/>
          </p:nvSpPr>
          <p:spPr>
            <a:xfrm rot="5400000">
              <a:off x="3561573" y="4176810"/>
              <a:ext cx="56556" cy="7960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37000">
                  <a:schemeClr val="accent2">
                    <a:lumMod val="40000"/>
                    <a:lumOff val="6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71" name="直線コネクタ 170">
              <a:extLst>
                <a:ext uri="{FF2B5EF4-FFF2-40B4-BE49-F238E27FC236}">
                  <a16:creationId xmlns:a16="http://schemas.microsoft.com/office/drawing/2014/main" id="{2C467532-BEFE-7B3B-666B-8D5F405F9C73}"/>
                </a:ext>
              </a:extLst>
            </p:cNvPr>
            <p:cNvCxnSpPr>
              <a:cxnSpLocks/>
            </p:cNvCxnSpPr>
            <p:nvPr/>
          </p:nvCxnSpPr>
          <p:spPr>
            <a:xfrm rot="2560049" flipH="1">
              <a:off x="3545385" y="4156093"/>
              <a:ext cx="67159" cy="6448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線コネクタ 171">
              <a:extLst>
                <a:ext uri="{FF2B5EF4-FFF2-40B4-BE49-F238E27FC236}">
                  <a16:creationId xmlns:a16="http://schemas.microsoft.com/office/drawing/2014/main" id="{224FDEBD-89EE-0A50-ED95-592FE5D377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4262" y="4254604"/>
              <a:ext cx="796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4" name="直線コネクタ 183">
            <a:extLst>
              <a:ext uri="{FF2B5EF4-FFF2-40B4-BE49-F238E27FC236}">
                <a16:creationId xmlns:a16="http://schemas.microsoft.com/office/drawing/2014/main" id="{D093D533-A6EF-2180-09D9-7DADA0DA41F7}"/>
              </a:ext>
            </a:extLst>
          </p:cNvPr>
          <p:cNvCxnSpPr>
            <a:cxnSpLocks/>
          </p:cNvCxnSpPr>
          <p:nvPr/>
        </p:nvCxnSpPr>
        <p:spPr>
          <a:xfrm>
            <a:off x="6377189" y="921167"/>
            <a:ext cx="0" cy="4811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2EE513EC-A76A-1BD8-BA90-9AB27AAA70B5}"/>
              </a:ext>
            </a:extLst>
          </p:cNvPr>
          <p:cNvCxnSpPr>
            <a:cxnSpLocks/>
          </p:cNvCxnSpPr>
          <p:nvPr/>
        </p:nvCxnSpPr>
        <p:spPr>
          <a:xfrm>
            <a:off x="6479583" y="836652"/>
            <a:ext cx="0" cy="48117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6" name="グループ化 185">
            <a:extLst>
              <a:ext uri="{FF2B5EF4-FFF2-40B4-BE49-F238E27FC236}">
                <a16:creationId xmlns:a16="http://schemas.microsoft.com/office/drawing/2014/main" id="{3A033C78-8B80-1FD7-F847-7775C8F4FA4F}"/>
              </a:ext>
            </a:extLst>
          </p:cNvPr>
          <p:cNvGrpSpPr/>
          <p:nvPr/>
        </p:nvGrpSpPr>
        <p:grpSpPr>
          <a:xfrm>
            <a:off x="6615849" y="5543006"/>
            <a:ext cx="285559" cy="288000"/>
            <a:chOff x="1778685" y="5666298"/>
            <a:chExt cx="288000" cy="288000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87" name="楕円 186">
              <a:extLst>
                <a:ext uri="{FF2B5EF4-FFF2-40B4-BE49-F238E27FC236}">
                  <a16:creationId xmlns:a16="http://schemas.microsoft.com/office/drawing/2014/main" id="{16D0EE8D-C96B-3206-E6D5-8795B2B0B2AD}"/>
                </a:ext>
              </a:extLst>
            </p:cNvPr>
            <p:cNvSpPr/>
            <p:nvPr/>
          </p:nvSpPr>
          <p:spPr>
            <a:xfrm>
              <a:off x="1778685" y="5666298"/>
              <a:ext cx="288000" cy="28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楕円 187">
              <a:extLst>
                <a:ext uri="{FF2B5EF4-FFF2-40B4-BE49-F238E27FC236}">
                  <a16:creationId xmlns:a16="http://schemas.microsoft.com/office/drawing/2014/main" id="{38CD624F-7C9E-F6C4-4E47-B5D586D13E53}"/>
                </a:ext>
              </a:extLst>
            </p:cNvPr>
            <p:cNvSpPr/>
            <p:nvPr/>
          </p:nvSpPr>
          <p:spPr>
            <a:xfrm>
              <a:off x="1868685" y="5756298"/>
              <a:ext cx="108000" cy="108000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89" name="直線コネクタ 188">
            <a:extLst>
              <a:ext uri="{FF2B5EF4-FFF2-40B4-BE49-F238E27FC236}">
                <a16:creationId xmlns:a16="http://schemas.microsoft.com/office/drawing/2014/main" id="{45653884-E73A-B3DE-8EDB-020F63075A1D}"/>
              </a:ext>
            </a:extLst>
          </p:cNvPr>
          <p:cNvCxnSpPr>
            <a:cxnSpLocks/>
          </p:cNvCxnSpPr>
          <p:nvPr/>
        </p:nvCxnSpPr>
        <p:spPr>
          <a:xfrm flipH="1" flipV="1">
            <a:off x="6370779" y="5726924"/>
            <a:ext cx="243772" cy="2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22340A76-E7E7-C980-68FF-820D6C546CA5}"/>
              </a:ext>
            </a:extLst>
          </p:cNvPr>
          <p:cNvCxnSpPr>
            <a:cxnSpLocks/>
          </p:cNvCxnSpPr>
          <p:nvPr/>
        </p:nvCxnSpPr>
        <p:spPr>
          <a:xfrm flipH="1">
            <a:off x="6479583" y="5648416"/>
            <a:ext cx="1313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138DD4AE-D1AC-D054-798C-1D010B5E84EE}"/>
              </a:ext>
            </a:extLst>
          </p:cNvPr>
          <p:cNvCxnSpPr>
            <a:cxnSpLocks/>
          </p:cNvCxnSpPr>
          <p:nvPr/>
        </p:nvCxnSpPr>
        <p:spPr>
          <a:xfrm flipH="1" flipV="1">
            <a:off x="6898898" y="5726924"/>
            <a:ext cx="243772" cy="29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18306E86-01AD-9D67-7A68-F4683FB72067}"/>
              </a:ext>
            </a:extLst>
          </p:cNvPr>
          <p:cNvCxnSpPr>
            <a:cxnSpLocks/>
          </p:cNvCxnSpPr>
          <p:nvPr/>
        </p:nvCxnSpPr>
        <p:spPr>
          <a:xfrm flipH="1">
            <a:off x="6901757" y="5648416"/>
            <a:ext cx="15647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線コネクタ 193">
            <a:extLst>
              <a:ext uri="{FF2B5EF4-FFF2-40B4-BE49-F238E27FC236}">
                <a16:creationId xmlns:a16="http://schemas.microsoft.com/office/drawing/2014/main" id="{C95F5A03-C698-247B-62DB-937DBA88905D}"/>
              </a:ext>
            </a:extLst>
          </p:cNvPr>
          <p:cNvCxnSpPr>
            <a:cxnSpLocks/>
          </p:cNvCxnSpPr>
          <p:nvPr/>
        </p:nvCxnSpPr>
        <p:spPr>
          <a:xfrm flipV="1">
            <a:off x="7045323" y="5433877"/>
            <a:ext cx="0" cy="2182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直線コネクタ 194">
            <a:extLst>
              <a:ext uri="{FF2B5EF4-FFF2-40B4-BE49-F238E27FC236}">
                <a16:creationId xmlns:a16="http://schemas.microsoft.com/office/drawing/2014/main" id="{DD321994-A18E-77CC-0BB4-75A0F9A34D7E}"/>
              </a:ext>
            </a:extLst>
          </p:cNvPr>
          <p:cNvCxnSpPr>
            <a:cxnSpLocks/>
          </p:cNvCxnSpPr>
          <p:nvPr/>
        </p:nvCxnSpPr>
        <p:spPr>
          <a:xfrm>
            <a:off x="7142670" y="5437808"/>
            <a:ext cx="0" cy="296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58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148</Words>
  <Application>Microsoft Office PowerPoint</Application>
  <PresentationFormat>ワイド画面</PresentationFormat>
  <Paragraphs>75</Paragraphs>
  <Slides>8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游ゴシック</vt:lpstr>
      <vt:lpstr>游ゴシック Light</vt:lpstr>
      <vt:lpstr>游明朝</vt:lpstr>
      <vt:lpstr>Arial</vt:lpstr>
      <vt:lpstr>Century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柴崎　陸</dc:creator>
  <cp:lastModifiedBy>shibariku0623@icloud.com</cp:lastModifiedBy>
  <cp:revision>1</cp:revision>
  <dcterms:created xsi:type="dcterms:W3CDTF">2024-07-16T10:54:06Z</dcterms:created>
  <dcterms:modified xsi:type="dcterms:W3CDTF">2025-03-13T13:27:44Z</dcterms:modified>
</cp:coreProperties>
</file>
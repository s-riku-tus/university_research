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2" r:id="rId4"/>
    <p:sldId id="277" r:id="rId5"/>
    <p:sldId id="278" r:id="rId6"/>
    <p:sldId id="284" r:id="rId7"/>
    <p:sldId id="281" r:id="rId8"/>
    <p:sldId id="286" r:id="rId9"/>
    <p:sldId id="283" r:id="rId10"/>
    <p:sldId id="274" r:id="rId11"/>
    <p:sldId id="269" r:id="rId12"/>
  </p:sldIdLst>
  <p:sldSz cx="18288000" cy="10287000"/>
  <p:notesSz cx="6858000" cy="9144000"/>
  <p:embeddedFontLst>
    <p:embeddedFont>
      <p:font typeface="Source Han Sans JP" panose="020B0600070205080204" charset="-128"/>
      <p:regular r:id="rId14"/>
    </p:embeddedFont>
    <p:embeddedFont>
      <p:font typeface="Source Han Sans JP Bold" panose="020B0600070205080204" charset="-128"/>
      <p:regular r:id="rId15"/>
    </p:embeddedFont>
    <p:embeddedFont>
      <p:font typeface="Source Han Sans JP Medium" panose="020B0600070205080204" charset="-128"/>
      <p:regular r:id="rId16"/>
    </p:embeddedFont>
    <p:embeddedFont>
      <p:font typeface="Century Gothic Paneuropean" panose="020B0600070205080204" charset="0"/>
      <p:regular r:id="rId17"/>
    </p:embeddedFont>
    <p:embeddedFont>
      <p:font typeface="Now" panose="020B0600070205080204" charset="0"/>
      <p:regular r:id="rId18"/>
    </p:embeddedFont>
    <p:embeddedFont>
      <p:font typeface="Now Medium" panose="020B0600070205080204" charset="0"/>
      <p:regular r:id="rId19"/>
    </p:embeddedFont>
    <p:embeddedFont>
      <p:font typeface="游ゴシック" panose="020B0400000000000000" pitchFamily="50" charset="-128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A4A3"/>
    <a:srgbClr val="406D6C"/>
    <a:srgbClr val="FF0000"/>
    <a:srgbClr val="CC0000"/>
    <a:srgbClr val="6C8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50C4A-F290-436F-B33D-F82AECDF9FF1}" v="22" dt="2024-09-09T03:52:13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9" d="100"/>
          <a:sy n="29" d="100"/>
        </p:scale>
        <p:origin x="96" y="6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29750C4A-F290-436F-B33D-F82AECDF9FF1}"/>
    <pc:docChg chg="undo custSel addSld delSld modSld sldOrd">
      <pc:chgData name="shibariku0623@icloud.com" userId="47b6e960b06a1f92" providerId="LiveId" clId="{29750C4A-F290-436F-B33D-F82AECDF9FF1}" dt="2024-09-09T03:55:41.931" v="3263" actId="20577"/>
      <pc:docMkLst>
        <pc:docMk/>
      </pc:docMkLst>
      <pc:sldChg chg="modSp mod">
        <pc:chgData name="shibariku0623@icloud.com" userId="47b6e960b06a1f92" providerId="LiveId" clId="{29750C4A-F290-436F-B33D-F82AECDF9FF1}" dt="2024-09-09T00:02:11.712" v="15" actId="20577"/>
        <pc:sldMkLst>
          <pc:docMk/>
          <pc:sldMk cId="0" sldId="256"/>
        </pc:sldMkLst>
        <pc:spChg chg="mod">
          <ac:chgData name="shibariku0623@icloud.com" userId="47b6e960b06a1f92" providerId="LiveId" clId="{29750C4A-F290-436F-B33D-F82AECDF9FF1}" dt="2024-09-09T00:02:06.148" v="12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0:02:11.712" v="15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29750C4A-F290-436F-B33D-F82AECDF9FF1}" dt="2024-09-09T03:05:20.981" v="1819" actId="20577"/>
        <pc:sldMkLst>
          <pc:docMk/>
          <pc:sldMk cId="0" sldId="257"/>
        </pc:sldMkLst>
        <pc:spChg chg="mod">
          <ac:chgData name="shibariku0623@icloud.com" userId="47b6e960b06a1f92" providerId="LiveId" clId="{29750C4A-F290-436F-B33D-F82AECDF9FF1}" dt="2024-09-09T03:05:20.981" v="1819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1:28:15.742" v="50" actId="20577"/>
          <ac:spMkLst>
            <pc:docMk/>
            <pc:sldMk cId="0" sldId="257"/>
            <ac:spMk id="23" creationId="{00000000-0000-0000-0000-000000000000}"/>
          </ac:spMkLst>
        </pc:spChg>
        <pc:grpChg chg="mod">
          <ac:chgData name="shibariku0623@icloud.com" userId="47b6e960b06a1f92" providerId="LiveId" clId="{29750C4A-F290-436F-B33D-F82AECDF9FF1}" dt="2024-09-09T01:28:18.508" v="51" actId="1076"/>
          <ac:grpSpMkLst>
            <pc:docMk/>
            <pc:sldMk cId="0" sldId="257"/>
            <ac:grpSpMk id="27" creationId="{CFCC6537-0657-C9F8-D676-784DA51D2742}"/>
          </ac:grpSpMkLst>
        </pc:grpChg>
      </pc:sldChg>
      <pc:sldChg chg="del">
        <pc:chgData name="shibariku0623@icloud.com" userId="47b6e960b06a1f92" providerId="LiveId" clId="{29750C4A-F290-436F-B33D-F82AECDF9FF1}" dt="2024-09-09T02:12:44.943" v="788" actId="47"/>
        <pc:sldMkLst>
          <pc:docMk/>
          <pc:sldMk cId="0" sldId="263"/>
        </pc:sldMkLst>
      </pc:sldChg>
      <pc:sldChg chg="del">
        <pc:chgData name="shibariku0623@icloud.com" userId="47b6e960b06a1f92" providerId="LiveId" clId="{29750C4A-F290-436F-B33D-F82AECDF9FF1}" dt="2024-09-09T02:27:36.436" v="960" actId="47"/>
        <pc:sldMkLst>
          <pc:docMk/>
          <pc:sldMk cId="0" sldId="267"/>
        </pc:sldMkLst>
      </pc:sldChg>
      <pc:sldChg chg="del">
        <pc:chgData name="shibariku0623@icloud.com" userId="47b6e960b06a1f92" providerId="LiveId" clId="{29750C4A-F290-436F-B33D-F82AECDF9FF1}" dt="2024-09-09T01:29:02.589" v="54" actId="47"/>
        <pc:sldMkLst>
          <pc:docMk/>
          <pc:sldMk cId="2769239327" sldId="270"/>
        </pc:sldMkLst>
      </pc:sldChg>
      <pc:sldChg chg="del">
        <pc:chgData name="shibariku0623@icloud.com" userId="47b6e960b06a1f92" providerId="LiveId" clId="{29750C4A-F290-436F-B33D-F82AECDF9FF1}" dt="2024-09-09T02:03:28.532" v="584" actId="47"/>
        <pc:sldMkLst>
          <pc:docMk/>
          <pc:sldMk cId="300525103" sldId="271"/>
        </pc:sldMkLst>
      </pc:sldChg>
      <pc:sldChg chg="del">
        <pc:chgData name="shibariku0623@icloud.com" userId="47b6e960b06a1f92" providerId="LiveId" clId="{29750C4A-F290-436F-B33D-F82AECDF9FF1}" dt="2024-09-09T02:12:42.896" v="787" actId="47"/>
        <pc:sldMkLst>
          <pc:docMk/>
          <pc:sldMk cId="1189995817" sldId="272"/>
        </pc:sldMkLst>
      </pc:sldChg>
      <pc:sldChg chg="del">
        <pc:chgData name="shibariku0623@icloud.com" userId="47b6e960b06a1f92" providerId="LiveId" clId="{29750C4A-F290-436F-B33D-F82AECDF9FF1}" dt="2024-09-09T02:29:44.994" v="1158" actId="47"/>
        <pc:sldMkLst>
          <pc:docMk/>
          <pc:sldMk cId="1719236296" sldId="273"/>
        </pc:sldMkLst>
      </pc:sldChg>
      <pc:sldChg chg="modSp mod">
        <pc:chgData name="shibariku0623@icloud.com" userId="47b6e960b06a1f92" providerId="LiveId" clId="{29750C4A-F290-436F-B33D-F82AECDF9FF1}" dt="2024-09-09T02:29:38.661" v="1157" actId="1076"/>
        <pc:sldMkLst>
          <pc:docMk/>
          <pc:sldMk cId="2974918050" sldId="274"/>
        </pc:sldMkLst>
        <pc:spChg chg="mod">
          <ac:chgData name="shibariku0623@icloud.com" userId="47b6e960b06a1f92" providerId="LiveId" clId="{29750C4A-F290-436F-B33D-F82AECDF9FF1}" dt="2024-09-09T02:28:53.348" v="1117" actId="20577"/>
          <ac:spMkLst>
            <pc:docMk/>
            <pc:sldMk cId="2974918050" sldId="274"/>
            <ac:spMk id="24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2:28:56.443" v="1119" actId="20577"/>
          <ac:spMkLst>
            <pc:docMk/>
            <pc:sldMk cId="2974918050" sldId="274"/>
            <ac:spMk id="25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2:29:33.751" v="1153" actId="20577"/>
          <ac:spMkLst>
            <pc:docMk/>
            <pc:sldMk cId="2974918050" sldId="274"/>
            <ac:spMk id="33" creationId="{AB751958-B8BC-2491-A029-8F5AF50FD759}"/>
          </ac:spMkLst>
        </pc:spChg>
        <pc:spChg chg="mod">
          <ac:chgData name="shibariku0623@icloud.com" userId="47b6e960b06a1f92" providerId="LiveId" clId="{29750C4A-F290-436F-B33D-F82AECDF9FF1}" dt="2024-09-09T02:29:36.096" v="1156" actId="20577"/>
          <ac:spMkLst>
            <pc:docMk/>
            <pc:sldMk cId="2974918050" sldId="274"/>
            <ac:spMk id="34" creationId="{8BADC78C-335F-2CC6-79A7-95A697C75411}"/>
          </ac:spMkLst>
        </pc:spChg>
        <pc:grpChg chg="mod">
          <ac:chgData name="shibariku0623@icloud.com" userId="47b6e960b06a1f92" providerId="LiveId" clId="{29750C4A-F290-436F-B33D-F82AECDF9FF1}" dt="2024-09-09T02:29:38.661" v="1157" actId="1076"/>
          <ac:grpSpMkLst>
            <pc:docMk/>
            <pc:sldMk cId="2974918050" sldId="274"/>
            <ac:grpSpMk id="32" creationId="{9EDB21BA-E644-9054-428F-9410693E2DF2}"/>
          </ac:grpSpMkLst>
        </pc:grpChg>
      </pc:sldChg>
      <pc:sldChg chg="del">
        <pc:chgData name="shibariku0623@icloud.com" userId="47b6e960b06a1f92" providerId="LiveId" clId="{29750C4A-F290-436F-B33D-F82AECDF9FF1}" dt="2024-09-09T02:22:09.687" v="959" actId="47"/>
        <pc:sldMkLst>
          <pc:docMk/>
          <pc:sldMk cId="3968650787" sldId="275"/>
        </pc:sldMkLst>
      </pc:sldChg>
      <pc:sldChg chg="addSp delSp modSp mod">
        <pc:chgData name="shibariku0623@icloud.com" userId="47b6e960b06a1f92" providerId="LiveId" clId="{29750C4A-F290-436F-B33D-F82AECDF9FF1}" dt="2024-09-09T03:38:30.737" v="2670" actId="1076"/>
        <pc:sldMkLst>
          <pc:docMk/>
          <pc:sldMk cId="632024819" sldId="277"/>
        </pc:sldMkLst>
        <pc:spChg chg="del">
          <ac:chgData name="shibariku0623@icloud.com" userId="47b6e960b06a1f92" providerId="LiveId" clId="{29750C4A-F290-436F-B33D-F82AECDF9FF1}" dt="2024-09-09T01:29:46.405" v="55" actId="478"/>
          <ac:spMkLst>
            <pc:docMk/>
            <pc:sldMk cId="632024819" sldId="277"/>
            <ac:spMk id="22" creationId="{81466C12-0D31-67AC-10EC-253F88911574}"/>
          </ac:spMkLst>
        </pc:spChg>
        <pc:spChg chg="del mod">
          <ac:chgData name="shibariku0623@icloud.com" userId="47b6e960b06a1f92" providerId="LiveId" clId="{29750C4A-F290-436F-B33D-F82AECDF9FF1}" dt="2024-09-09T02:30:28.429" v="1175" actId="478"/>
          <ac:spMkLst>
            <pc:docMk/>
            <pc:sldMk cId="632024819" sldId="277"/>
            <ac:spMk id="23" creationId="{D9AD7586-6509-574D-DFF1-30FD28086FB8}"/>
          </ac:spMkLst>
        </pc:spChg>
        <pc:spChg chg="mod">
          <ac:chgData name="shibariku0623@icloud.com" userId="47b6e960b06a1f92" providerId="LiveId" clId="{29750C4A-F290-436F-B33D-F82AECDF9FF1}" dt="2024-09-09T02:30:45.932" v="1217" actId="5793"/>
          <ac:spMkLst>
            <pc:docMk/>
            <pc:sldMk cId="632024819" sldId="277"/>
            <ac:spMk id="24" creationId="{00000000-0000-0000-0000-000000000000}"/>
          </ac:spMkLst>
        </pc:spChg>
        <pc:spChg chg="add mod">
          <ac:chgData name="shibariku0623@icloud.com" userId="47b6e960b06a1f92" providerId="LiveId" clId="{29750C4A-F290-436F-B33D-F82AECDF9FF1}" dt="2024-09-09T03:37:45.350" v="2663" actId="1076"/>
          <ac:spMkLst>
            <pc:docMk/>
            <pc:sldMk cId="632024819" sldId="277"/>
            <ac:spMk id="26" creationId="{A9E982DA-B7D9-C1A2-555F-B3C73ED94C54}"/>
          </ac:spMkLst>
        </pc:spChg>
        <pc:spChg chg="del mod">
          <ac:chgData name="shibariku0623@icloud.com" userId="47b6e960b06a1f92" providerId="LiveId" clId="{29750C4A-F290-436F-B33D-F82AECDF9FF1}" dt="2024-09-09T03:32:07.100" v="2262" actId="478"/>
          <ac:spMkLst>
            <pc:docMk/>
            <pc:sldMk cId="632024819" sldId="277"/>
            <ac:spMk id="30" creationId="{1FE2A5AB-F6B7-0011-B112-A4E8E850D0AF}"/>
          </ac:spMkLst>
        </pc:spChg>
        <pc:spChg chg="add del mod">
          <ac:chgData name="shibariku0623@icloud.com" userId="47b6e960b06a1f92" providerId="LiveId" clId="{29750C4A-F290-436F-B33D-F82AECDF9FF1}" dt="2024-09-09T03:31:59.843" v="2260" actId="478"/>
          <ac:spMkLst>
            <pc:docMk/>
            <pc:sldMk cId="632024819" sldId="277"/>
            <ac:spMk id="31" creationId="{FB30972E-6F7C-4900-1BEF-55792F032B25}"/>
          </ac:spMkLst>
        </pc:spChg>
        <pc:spChg chg="del">
          <ac:chgData name="shibariku0623@icloud.com" userId="47b6e960b06a1f92" providerId="LiveId" clId="{29750C4A-F290-436F-B33D-F82AECDF9FF1}" dt="2024-09-09T01:54:07.423" v="323" actId="478"/>
          <ac:spMkLst>
            <pc:docMk/>
            <pc:sldMk cId="632024819" sldId="277"/>
            <ac:spMk id="32" creationId="{7826D9AB-0F72-BAB2-20C5-026E9CCB1F13}"/>
          </ac:spMkLst>
        </pc:spChg>
        <pc:spChg chg="add mod">
          <ac:chgData name="shibariku0623@icloud.com" userId="47b6e960b06a1f92" providerId="LiveId" clId="{29750C4A-F290-436F-B33D-F82AECDF9FF1}" dt="2024-09-09T03:37:49.633" v="2665" actId="1076"/>
          <ac:spMkLst>
            <pc:docMk/>
            <pc:sldMk cId="632024819" sldId="277"/>
            <ac:spMk id="33" creationId="{E862F484-D542-1771-53CD-107700BAB2C3}"/>
          </ac:spMkLst>
        </pc:spChg>
        <pc:spChg chg="mod">
          <ac:chgData name="shibariku0623@icloud.com" userId="47b6e960b06a1f92" providerId="LiveId" clId="{29750C4A-F290-436F-B33D-F82AECDF9FF1}" dt="2024-09-09T03:37:47.461" v="2664" actId="1076"/>
          <ac:spMkLst>
            <pc:docMk/>
            <pc:sldMk cId="632024819" sldId="277"/>
            <ac:spMk id="34" creationId="{ABB53C2E-7DB4-E6D9-65B3-755576C01F89}"/>
          </ac:spMkLst>
        </pc:spChg>
        <pc:spChg chg="add del mod">
          <ac:chgData name="shibariku0623@icloud.com" userId="47b6e960b06a1f92" providerId="LiveId" clId="{29750C4A-F290-436F-B33D-F82AECDF9FF1}" dt="2024-09-09T03:37:38.751" v="2651" actId="478"/>
          <ac:spMkLst>
            <pc:docMk/>
            <pc:sldMk cId="632024819" sldId="277"/>
            <ac:spMk id="36" creationId="{7056E5D2-1600-DBD9-44B2-5FAB0342C5CF}"/>
          </ac:spMkLst>
        </pc:spChg>
        <pc:spChg chg="add mod">
          <ac:chgData name="shibariku0623@icloud.com" userId="47b6e960b06a1f92" providerId="LiveId" clId="{29750C4A-F290-436F-B33D-F82AECDF9FF1}" dt="2024-09-09T03:38:30.737" v="2670" actId="1076"/>
          <ac:spMkLst>
            <pc:docMk/>
            <pc:sldMk cId="632024819" sldId="277"/>
            <ac:spMk id="37" creationId="{628B0FB5-7419-068D-7CC6-5726B08A1816}"/>
          </ac:spMkLst>
        </pc:spChg>
        <pc:picChg chg="add del mod">
          <ac:chgData name="shibariku0623@icloud.com" userId="47b6e960b06a1f92" providerId="LiveId" clId="{29750C4A-F290-436F-B33D-F82AECDF9FF1}" dt="2024-09-09T01:46:21.982" v="298" actId="478"/>
          <ac:picMkLst>
            <pc:docMk/>
            <pc:sldMk cId="632024819" sldId="277"/>
            <ac:picMk id="28" creationId="{0D3648B8-F630-681D-3B19-9C8D5104D18E}"/>
          </ac:picMkLst>
        </pc:picChg>
      </pc:sldChg>
      <pc:sldChg chg="addSp delSp modSp mod">
        <pc:chgData name="shibariku0623@icloud.com" userId="47b6e960b06a1f92" providerId="LiveId" clId="{29750C4A-F290-436F-B33D-F82AECDF9FF1}" dt="2024-09-09T02:31:02.408" v="1230" actId="20577"/>
        <pc:sldMkLst>
          <pc:docMk/>
          <pc:sldMk cId="260892850" sldId="278"/>
        </pc:sldMkLst>
        <pc:spChg chg="add mod">
          <ac:chgData name="shibariku0623@icloud.com" userId="47b6e960b06a1f92" providerId="LiveId" clId="{29750C4A-F290-436F-B33D-F82AECDF9FF1}" dt="2024-09-09T02:21:30.783" v="958" actId="1076"/>
          <ac:spMkLst>
            <pc:docMk/>
            <pc:sldMk cId="260892850" sldId="278"/>
            <ac:spMk id="22" creationId="{BAD7598B-89A9-4EBA-C5BC-B6130ABDD5F9}"/>
          </ac:spMkLst>
        </pc:spChg>
        <pc:spChg chg="del mod">
          <ac:chgData name="shibariku0623@icloud.com" userId="47b6e960b06a1f92" providerId="LiveId" clId="{29750C4A-F290-436F-B33D-F82AECDF9FF1}" dt="2024-09-09T02:09:02.209" v="777" actId="478"/>
          <ac:spMkLst>
            <pc:docMk/>
            <pc:sldMk cId="260892850" sldId="278"/>
            <ac:spMk id="23" creationId="{D9AD7586-6509-574D-DFF1-30FD28086FB8}"/>
          </ac:spMkLst>
        </pc:spChg>
        <pc:spChg chg="mod">
          <ac:chgData name="shibariku0623@icloud.com" userId="47b6e960b06a1f92" providerId="LiveId" clId="{29750C4A-F290-436F-B33D-F82AECDF9FF1}" dt="2024-09-09T02:31:02.408" v="1230" actId="20577"/>
          <ac:spMkLst>
            <pc:docMk/>
            <pc:sldMk cId="260892850" sldId="278"/>
            <ac:spMk id="24" creationId="{00000000-0000-0000-0000-000000000000}"/>
          </ac:spMkLst>
        </pc:spChg>
        <pc:spChg chg="add del mod">
          <ac:chgData name="shibariku0623@icloud.com" userId="47b6e960b06a1f92" providerId="LiveId" clId="{29750C4A-F290-436F-B33D-F82AECDF9FF1}" dt="2024-09-09T02:11:43.121" v="785" actId="478"/>
          <ac:spMkLst>
            <pc:docMk/>
            <pc:sldMk cId="260892850" sldId="278"/>
            <ac:spMk id="26" creationId="{16DFD34D-DD04-4118-07C8-34307AA60A4A}"/>
          </ac:spMkLst>
        </pc:spChg>
        <pc:spChg chg="del mod">
          <ac:chgData name="shibariku0623@icloud.com" userId="47b6e960b06a1f92" providerId="LiveId" clId="{29750C4A-F290-436F-B33D-F82AECDF9FF1}" dt="2024-09-09T02:07:52.804" v="770" actId="478"/>
          <ac:spMkLst>
            <pc:docMk/>
            <pc:sldMk cId="260892850" sldId="278"/>
            <ac:spMk id="30" creationId="{1FE2A5AB-F6B7-0011-B112-A4E8E850D0AF}"/>
          </ac:spMkLst>
        </pc:spChg>
        <pc:spChg chg="add mod">
          <ac:chgData name="shibariku0623@icloud.com" userId="47b6e960b06a1f92" providerId="LiveId" clId="{29750C4A-F290-436F-B33D-F82AECDF9FF1}" dt="2024-09-09T02:16:11.072" v="954" actId="1076"/>
          <ac:spMkLst>
            <pc:docMk/>
            <pc:sldMk cId="260892850" sldId="278"/>
            <ac:spMk id="31" creationId="{8B0DFA66-4092-FE84-5985-0B53BD851F06}"/>
          </ac:spMkLst>
        </pc:spChg>
        <pc:spChg chg="add mod">
          <ac:chgData name="shibariku0623@icloud.com" userId="47b6e960b06a1f92" providerId="LiveId" clId="{29750C4A-F290-436F-B33D-F82AECDF9FF1}" dt="2024-09-09T02:16:20.684" v="957" actId="1076"/>
          <ac:spMkLst>
            <pc:docMk/>
            <pc:sldMk cId="260892850" sldId="278"/>
            <ac:spMk id="34" creationId="{61BFBC86-3F48-93CB-1E69-2EF2020EC730}"/>
          </ac:spMkLst>
        </pc:spChg>
        <pc:picChg chg="add mod">
          <ac:chgData name="shibariku0623@icloud.com" userId="47b6e960b06a1f92" providerId="LiveId" clId="{29750C4A-F290-436F-B33D-F82AECDF9FF1}" dt="2024-09-09T02:16:16.044" v="956" actId="1076"/>
          <ac:picMkLst>
            <pc:docMk/>
            <pc:sldMk cId="260892850" sldId="278"/>
            <ac:picMk id="28" creationId="{1C3DD815-4DF5-68E1-C443-A04B05C911D8}"/>
          </ac:picMkLst>
        </pc:picChg>
        <pc:cxnChg chg="add del mod">
          <ac:chgData name="shibariku0623@icloud.com" userId="47b6e960b06a1f92" providerId="LiveId" clId="{29750C4A-F290-436F-B33D-F82AECDF9FF1}" dt="2024-09-09T02:14:55.869" v="930" actId="478"/>
          <ac:cxnSpMkLst>
            <pc:docMk/>
            <pc:sldMk cId="260892850" sldId="278"/>
            <ac:cxnSpMk id="33" creationId="{40FEA470-25BC-956D-18BA-EF236348A8BF}"/>
          </ac:cxnSpMkLst>
        </pc:cxnChg>
      </pc:sldChg>
      <pc:sldChg chg="del">
        <pc:chgData name="shibariku0623@icloud.com" userId="47b6e960b06a1f92" providerId="LiveId" clId="{29750C4A-F290-436F-B33D-F82AECDF9FF1}" dt="2024-09-09T02:12:40.708" v="786" actId="47"/>
        <pc:sldMkLst>
          <pc:docMk/>
          <pc:sldMk cId="862819513" sldId="279"/>
        </pc:sldMkLst>
      </pc:sldChg>
      <pc:sldChg chg="del">
        <pc:chgData name="shibariku0623@icloud.com" userId="47b6e960b06a1f92" providerId="LiveId" clId="{29750C4A-F290-436F-B33D-F82AECDF9FF1}" dt="2024-09-09T02:27:36.954" v="961" actId="47"/>
        <pc:sldMkLst>
          <pc:docMk/>
          <pc:sldMk cId="3459685774" sldId="280"/>
        </pc:sldMkLst>
      </pc:sldChg>
      <pc:sldChg chg="addSp delSp modSp mod">
        <pc:chgData name="shibariku0623@icloud.com" userId="47b6e960b06a1f92" providerId="LiveId" clId="{29750C4A-F290-436F-B33D-F82AECDF9FF1}" dt="2024-09-09T03:23:57.182" v="2155" actId="20577"/>
        <pc:sldMkLst>
          <pc:docMk/>
          <pc:sldMk cId="994181795" sldId="281"/>
        </pc:sldMkLst>
        <pc:spChg chg="mod">
          <ac:chgData name="shibariku0623@icloud.com" userId="47b6e960b06a1f92" providerId="LiveId" clId="{29750C4A-F290-436F-B33D-F82AECDF9FF1}" dt="2024-09-09T03:05:38.060" v="1853" actId="20577"/>
          <ac:spMkLst>
            <pc:docMk/>
            <pc:sldMk cId="994181795" sldId="281"/>
            <ac:spMk id="33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3:05:30.153" v="1821" actId="20577"/>
          <ac:spMkLst>
            <pc:docMk/>
            <pc:sldMk cId="994181795" sldId="281"/>
            <ac:spMk id="34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3:19:21.854" v="2088" actId="20577"/>
          <ac:spMkLst>
            <pc:docMk/>
            <pc:sldMk cId="994181795" sldId="281"/>
            <ac:spMk id="36" creationId="{00000000-0000-0000-0000-000000000000}"/>
          </ac:spMkLst>
        </pc:spChg>
        <pc:spChg chg="del mod">
          <ac:chgData name="shibariku0623@icloud.com" userId="47b6e960b06a1f92" providerId="LiveId" clId="{29750C4A-F290-436F-B33D-F82AECDF9FF1}" dt="2024-09-09T03:19:32.105" v="2090" actId="478"/>
          <ac:spMkLst>
            <pc:docMk/>
            <pc:sldMk cId="994181795" sldId="281"/>
            <ac:spMk id="49" creationId="{65797192-347E-4D7F-7F96-388E705D4F70}"/>
          </ac:spMkLst>
        </pc:spChg>
        <pc:spChg chg="mod">
          <ac:chgData name="shibariku0623@icloud.com" userId="47b6e960b06a1f92" providerId="LiveId" clId="{29750C4A-F290-436F-B33D-F82AECDF9FF1}" dt="2024-09-09T03:17:06.089" v="1996" actId="1076"/>
          <ac:spMkLst>
            <pc:docMk/>
            <pc:sldMk cId="994181795" sldId="281"/>
            <ac:spMk id="53" creationId="{DC1FA083-BE5B-F1E0-7385-683A91A0CD90}"/>
          </ac:spMkLst>
        </pc:spChg>
        <pc:spChg chg="mod">
          <ac:chgData name="shibariku0623@icloud.com" userId="47b6e960b06a1f92" providerId="LiveId" clId="{29750C4A-F290-436F-B33D-F82AECDF9FF1}" dt="2024-09-09T03:23:57.182" v="2155" actId="20577"/>
          <ac:spMkLst>
            <pc:docMk/>
            <pc:sldMk cId="994181795" sldId="281"/>
            <ac:spMk id="54" creationId="{C1514144-7A51-6664-3978-AA687DAA6B75}"/>
          </ac:spMkLst>
        </pc:spChg>
        <pc:spChg chg="del">
          <ac:chgData name="shibariku0623@icloud.com" userId="47b6e960b06a1f92" providerId="LiveId" clId="{29750C4A-F290-436F-B33D-F82AECDF9FF1}" dt="2024-09-09T03:16:55.601" v="1993" actId="478"/>
          <ac:spMkLst>
            <pc:docMk/>
            <pc:sldMk cId="994181795" sldId="281"/>
            <ac:spMk id="55" creationId="{E6D8DC93-50C3-E955-F6EE-ABCF2895A6F3}"/>
          </ac:spMkLst>
        </pc:spChg>
        <pc:spChg chg="mod">
          <ac:chgData name="shibariku0623@icloud.com" userId="47b6e960b06a1f92" providerId="LiveId" clId="{29750C4A-F290-436F-B33D-F82AECDF9FF1}" dt="2024-09-09T03:22:17.617" v="2122" actId="255"/>
          <ac:spMkLst>
            <pc:docMk/>
            <pc:sldMk cId="994181795" sldId="281"/>
            <ac:spMk id="58" creationId="{5D27ECE6-146D-01D9-519F-2CD95CB0054F}"/>
          </ac:spMkLst>
        </pc:spChg>
        <pc:spChg chg="mod">
          <ac:chgData name="shibariku0623@icloud.com" userId="47b6e960b06a1f92" providerId="LiveId" clId="{29750C4A-F290-436F-B33D-F82AECDF9FF1}" dt="2024-09-09T03:23:26.685" v="2143" actId="20577"/>
          <ac:spMkLst>
            <pc:docMk/>
            <pc:sldMk cId="994181795" sldId="281"/>
            <ac:spMk id="62" creationId="{8CD308BC-F698-F182-681C-137E60FC1F06}"/>
          </ac:spMkLst>
        </pc:spChg>
        <pc:grpChg chg="mod">
          <ac:chgData name="shibariku0623@icloud.com" userId="47b6e960b06a1f92" providerId="LiveId" clId="{29750C4A-F290-436F-B33D-F82AECDF9FF1}" dt="2024-09-09T03:22:58.898" v="2130" actId="1076"/>
          <ac:grpSpMkLst>
            <pc:docMk/>
            <pc:sldMk cId="994181795" sldId="281"/>
            <ac:grpSpMk id="51" creationId="{A4926E57-807E-AAA9-A41F-B49B29659A9B}"/>
          </ac:grpSpMkLst>
        </pc:grpChg>
        <pc:grpChg chg="mod ord">
          <ac:chgData name="shibariku0623@icloud.com" userId="47b6e960b06a1f92" providerId="LiveId" clId="{29750C4A-F290-436F-B33D-F82AECDF9FF1}" dt="2024-09-09T03:22:26.494" v="2124" actId="1076"/>
          <ac:grpSpMkLst>
            <pc:docMk/>
            <pc:sldMk cId="994181795" sldId="281"/>
            <ac:grpSpMk id="57" creationId="{9852A9B0-51B2-E045-E973-C5208D82948A}"/>
          </ac:grpSpMkLst>
        </pc:grpChg>
        <pc:grpChg chg="mod">
          <ac:chgData name="shibariku0623@icloud.com" userId="47b6e960b06a1f92" providerId="LiveId" clId="{29750C4A-F290-436F-B33D-F82AECDF9FF1}" dt="2024-09-09T03:23:33.016" v="2145" actId="14100"/>
          <ac:grpSpMkLst>
            <pc:docMk/>
            <pc:sldMk cId="994181795" sldId="281"/>
            <ac:grpSpMk id="60" creationId="{C2CA302F-8020-5336-F2A6-0BFF90AE1F17}"/>
          </ac:grpSpMkLst>
        </pc:grpChg>
        <pc:grpChg chg="mod ord">
          <ac:chgData name="shibariku0623@icloud.com" userId="47b6e960b06a1f92" providerId="LiveId" clId="{29750C4A-F290-436F-B33D-F82AECDF9FF1}" dt="2024-09-09T03:22:52.754" v="2129" actId="166"/>
          <ac:grpSpMkLst>
            <pc:docMk/>
            <pc:sldMk cId="994181795" sldId="281"/>
            <ac:grpSpMk id="66" creationId="{45A1C36D-3186-27EB-A823-CD2BF9B52719}"/>
          </ac:grpSpMkLst>
        </pc:grpChg>
        <pc:picChg chg="add del mod">
          <ac:chgData name="shibariku0623@icloud.com" userId="47b6e960b06a1f92" providerId="LiveId" clId="{29750C4A-F290-436F-B33D-F82AECDF9FF1}" dt="2024-09-09T03:14:13.395" v="1869" actId="478"/>
          <ac:picMkLst>
            <pc:docMk/>
            <pc:sldMk cId="994181795" sldId="281"/>
            <ac:picMk id="27" creationId="{67AFF3E0-E1F6-EAF7-9B0A-37B14B858E1C}"/>
          </ac:picMkLst>
        </pc:picChg>
        <pc:picChg chg="add mod">
          <ac:chgData name="shibariku0623@icloud.com" userId="47b6e960b06a1f92" providerId="LiveId" clId="{29750C4A-F290-436F-B33D-F82AECDF9FF1}" dt="2024-09-09T03:22:32.416" v="2126" actId="1076"/>
          <ac:picMkLst>
            <pc:docMk/>
            <pc:sldMk cId="994181795" sldId="281"/>
            <ac:picMk id="29" creationId="{9DCD9AAC-0955-2706-92DB-E169F05D06F7}"/>
          </ac:picMkLst>
        </pc:picChg>
        <pc:picChg chg="add mod">
          <ac:chgData name="shibariku0623@icloud.com" userId="47b6e960b06a1f92" providerId="LiveId" clId="{29750C4A-F290-436F-B33D-F82AECDF9FF1}" dt="2024-09-09T03:23:04.321" v="2131" actId="1076"/>
          <ac:picMkLst>
            <pc:docMk/>
            <pc:sldMk cId="994181795" sldId="281"/>
            <ac:picMk id="31" creationId="{2DAF5DE9-1580-4CE7-C6E4-702322B9559C}"/>
          </ac:picMkLst>
        </pc:picChg>
        <pc:picChg chg="del">
          <ac:chgData name="shibariku0623@icloud.com" userId="47b6e960b06a1f92" providerId="LiveId" clId="{29750C4A-F290-436F-B33D-F82AECDF9FF1}" dt="2024-09-09T03:04:51.992" v="1806" actId="478"/>
          <ac:picMkLst>
            <pc:docMk/>
            <pc:sldMk cId="994181795" sldId="281"/>
            <ac:picMk id="40" creationId="{966CDD05-F882-497C-1EEA-0B784FB80676}"/>
          </ac:picMkLst>
        </pc:picChg>
        <pc:picChg chg="del">
          <ac:chgData name="shibariku0623@icloud.com" userId="47b6e960b06a1f92" providerId="LiveId" clId="{29750C4A-F290-436F-B33D-F82AECDF9FF1}" dt="2024-09-09T03:04:50.782" v="1805" actId="478"/>
          <ac:picMkLst>
            <pc:docMk/>
            <pc:sldMk cId="994181795" sldId="281"/>
            <ac:picMk id="43" creationId="{10D5841D-3241-B241-C601-29CCE756185E}"/>
          </ac:picMkLst>
        </pc:picChg>
      </pc:sldChg>
      <pc:sldChg chg="modSp add mod setBg">
        <pc:chgData name="shibariku0623@icloud.com" userId="47b6e960b06a1f92" providerId="LiveId" clId="{29750C4A-F290-436F-B33D-F82AECDF9FF1}" dt="2024-09-09T01:29:00.386" v="53" actId="207"/>
        <pc:sldMkLst>
          <pc:docMk/>
          <pc:sldMk cId="4061285725" sldId="282"/>
        </pc:sldMkLst>
        <pc:spChg chg="mod">
          <ac:chgData name="shibariku0623@icloud.com" userId="47b6e960b06a1f92" providerId="LiveId" clId="{29750C4A-F290-436F-B33D-F82AECDF9FF1}" dt="2024-09-09T01:29:00.386" v="53" actId="207"/>
          <ac:spMkLst>
            <pc:docMk/>
            <pc:sldMk cId="4061285725" sldId="282"/>
            <ac:spMk id="22" creationId="{00000000-0000-0000-0000-000000000000}"/>
          </ac:spMkLst>
        </pc:spChg>
      </pc:sldChg>
      <pc:sldChg chg="modSp add mod ord setBg">
        <pc:chgData name="shibariku0623@icloud.com" userId="47b6e960b06a1f92" providerId="LiveId" clId="{29750C4A-F290-436F-B33D-F82AECDF9FF1}" dt="2024-09-09T02:29:59.096" v="1162" actId="207"/>
        <pc:sldMkLst>
          <pc:docMk/>
          <pc:sldMk cId="1769458864" sldId="283"/>
        </pc:sldMkLst>
        <pc:spChg chg="mod">
          <ac:chgData name="shibariku0623@icloud.com" userId="47b6e960b06a1f92" providerId="LiveId" clId="{29750C4A-F290-436F-B33D-F82AECDF9FF1}" dt="2024-09-09T02:29:59.096" v="1162" actId="207"/>
          <ac:spMkLst>
            <pc:docMk/>
            <pc:sldMk cId="1769458864" sldId="283"/>
            <ac:spMk id="22" creationId="{00000000-0000-0000-0000-000000000000}"/>
          </ac:spMkLst>
        </pc:spChg>
      </pc:sldChg>
      <pc:sldChg chg="addSp delSp modSp add mod ord setBg">
        <pc:chgData name="shibariku0623@icloud.com" userId="47b6e960b06a1f92" providerId="LiveId" clId="{29750C4A-F290-436F-B33D-F82AECDF9FF1}" dt="2024-09-09T03:04:41.762" v="1804" actId="1076"/>
        <pc:sldMkLst>
          <pc:docMk/>
          <pc:sldMk cId="3469668761" sldId="284"/>
        </pc:sldMkLst>
        <pc:spChg chg="add mod">
          <ac:chgData name="shibariku0623@icloud.com" userId="47b6e960b06a1f92" providerId="LiveId" clId="{29750C4A-F290-436F-B33D-F82AECDF9FF1}" dt="2024-09-09T03:01:44.206" v="1609" actId="1076"/>
          <ac:spMkLst>
            <pc:docMk/>
            <pc:sldMk cId="3469668761" sldId="284"/>
            <ac:spMk id="22" creationId="{2F3DEAB6-8FA6-722A-FC72-A9D6A050135B}"/>
          </ac:spMkLst>
        </pc:spChg>
        <pc:spChg chg="del mod">
          <ac:chgData name="shibariku0623@icloud.com" userId="47b6e960b06a1f92" providerId="LiveId" clId="{29750C4A-F290-436F-B33D-F82AECDF9FF1}" dt="2024-09-09T02:31:09.993" v="1231" actId="478"/>
          <ac:spMkLst>
            <pc:docMk/>
            <pc:sldMk cId="3469668761" sldId="284"/>
            <ac:spMk id="23" creationId="{D9AD7586-6509-574D-DFF1-30FD28086FB8}"/>
          </ac:spMkLst>
        </pc:spChg>
        <pc:spChg chg="mod">
          <ac:chgData name="shibariku0623@icloud.com" userId="47b6e960b06a1f92" providerId="LiveId" clId="{29750C4A-F290-436F-B33D-F82AECDF9FF1}" dt="2024-09-09T02:31:22.732" v="1265" actId="20577"/>
          <ac:spMkLst>
            <pc:docMk/>
            <pc:sldMk cId="3469668761" sldId="284"/>
            <ac:spMk id="24" creationId="{00000000-0000-0000-0000-000000000000}"/>
          </ac:spMkLst>
        </pc:spChg>
        <pc:spChg chg="del">
          <ac:chgData name="shibariku0623@icloud.com" userId="47b6e960b06a1f92" providerId="LiveId" clId="{29750C4A-F290-436F-B33D-F82AECDF9FF1}" dt="2024-09-09T02:56:42.438" v="1394" actId="478"/>
          <ac:spMkLst>
            <pc:docMk/>
            <pc:sldMk cId="3469668761" sldId="284"/>
            <ac:spMk id="26" creationId="{A9E982DA-B7D9-C1A2-555F-B3C73ED94C54}"/>
          </ac:spMkLst>
        </pc:spChg>
        <pc:spChg chg="add mod">
          <ac:chgData name="shibariku0623@icloud.com" userId="47b6e960b06a1f92" providerId="LiveId" clId="{29750C4A-F290-436F-B33D-F82AECDF9FF1}" dt="2024-09-09T03:04:41.762" v="1804" actId="1076"/>
          <ac:spMkLst>
            <pc:docMk/>
            <pc:sldMk cId="3469668761" sldId="284"/>
            <ac:spMk id="27" creationId="{94339C00-43AC-F7D7-7987-FCD168052F08}"/>
          </ac:spMkLst>
        </pc:spChg>
        <pc:spChg chg="mod">
          <ac:chgData name="shibariku0623@icloud.com" userId="47b6e960b06a1f92" providerId="LiveId" clId="{29750C4A-F290-436F-B33D-F82AECDF9FF1}" dt="2024-09-09T03:01:49.224" v="1610" actId="1076"/>
          <ac:spMkLst>
            <pc:docMk/>
            <pc:sldMk cId="3469668761" sldId="284"/>
            <ac:spMk id="30" creationId="{1FE2A5AB-F6B7-0011-B112-A4E8E850D0AF}"/>
          </ac:spMkLst>
        </pc:spChg>
        <pc:spChg chg="mod">
          <ac:chgData name="shibariku0623@icloud.com" userId="47b6e960b06a1f92" providerId="LiveId" clId="{29750C4A-F290-436F-B33D-F82AECDF9FF1}" dt="2024-09-09T03:01:44.206" v="1609" actId="1076"/>
          <ac:spMkLst>
            <pc:docMk/>
            <pc:sldMk cId="3469668761" sldId="284"/>
            <ac:spMk id="31" creationId="{FB30972E-6F7C-4900-1BEF-55792F032B25}"/>
          </ac:spMkLst>
        </pc:spChg>
        <pc:spChg chg="del">
          <ac:chgData name="shibariku0623@icloud.com" userId="47b6e960b06a1f92" providerId="LiveId" clId="{29750C4A-F290-436F-B33D-F82AECDF9FF1}" dt="2024-09-09T02:58:17.017" v="1470" actId="478"/>
          <ac:spMkLst>
            <pc:docMk/>
            <pc:sldMk cId="3469668761" sldId="284"/>
            <ac:spMk id="34" creationId="{ABB53C2E-7DB4-E6D9-65B3-755576C01F89}"/>
          </ac:spMkLst>
        </pc:spChg>
      </pc:sldChg>
      <pc:sldChg chg="modSp add del mod ord setBg">
        <pc:chgData name="shibariku0623@icloud.com" userId="47b6e960b06a1f92" providerId="LiveId" clId="{29750C4A-F290-436F-B33D-F82AECDF9FF1}" dt="2024-09-09T03:39:07.593" v="2674" actId="47"/>
        <pc:sldMkLst>
          <pc:docMk/>
          <pc:sldMk cId="264378799" sldId="285"/>
        </pc:sldMkLst>
        <pc:spChg chg="mod">
          <ac:chgData name="shibariku0623@icloud.com" userId="47b6e960b06a1f92" providerId="LiveId" clId="{29750C4A-F290-436F-B33D-F82AECDF9FF1}" dt="2024-09-09T03:26:32.078" v="2187" actId="20577"/>
          <ac:spMkLst>
            <pc:docMk/>
            <pc:sldMk cId="264378799" sldId="285"/>
            <ac:spMk id="24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3:26:23.420" v="2160" actId="20577"/>
          <ac:spMkLst>
            <pc:docMk/>
            <pc:sldMk cId="264378799" sldId="285"/>
            <ac:spMk id="25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3:28:47.219" v="2223" actId="20577"/>
          <ac:spMkLst>
            <pc:docMk/>
            <pc:sldMk cId="264378799" sldId="285"/>
            <ac:spMk id="34" creationId="{ABB53C2E-7DB4-E6D9-65B3-755576C01F89}"/>
          </ac:spMkLst>
        </pc:spChg>
      </pc:sldChg>
      <pc:sldChg chg="addSp delSp modSp add mod ord setBg">
        <pc:chgData name="shibariku0623@icloud.com" userId="47b6e960b06a1f92" providerId="LiveId" clId="{29750C4A-F290-436F-B33D-F82AECDF9FF1}" dt="2024-09-09T03:55:41.931" v="3263" actId="20577"/>
        <pc:sldMkLst>
          <pc:docMk/>
          <pc:sldMk cId="994125447" sldId="286"/>
        </pc:sldMkLst>
        <pc:spChg chg="add mod">
          <ac:chgData name="shibariku0623@icloud.com" userId="47b6e960b06a1f92" providerId="LiveId" clId="{29750C4A-F290-436F-B33D-F82AECDF9FF1}" dt="2024-09-09T03:52:02.653" v="2986" actId="1076"/>
          <ac:spMkLst>
            <pc:docMk/>
            <pc:sldMk cId="994125447" sldId="286"/>
            <ac:spMk id="22" creationId="{00D1E2C8-B07F-A17A-5939-00BB72214257}"/>
          </ac:spMkLst>
        </pc:spChg>
        <pc:spChg chg="mod">
          <ac:chgData name="shibariku0623@icloud.com" userId="47b6e960b06a1f92" providerId="LiveId" clId="{29750C4A-F290-436F-B33D-F82AECDF9FF1}" dt="2024-09-09T03:47:49.239" v="2717" actId="14100"/>
          <ac:spMkLst>
            <pc:docMk/>
            <pc:sldMk cId="994125447" sldId="286"/>
            <ac:spMk id="24" creationId="{00000000-0000-0000-0000-000000000000}"/>
          </ac:spMkLst>
        </pc:spChg>
        <pc:spChg chg="mod">
          <ac:chgData name="shibariku0623@icloud.com" userId="47b6e960b06a1f92" providerId="LiveId" clId="{29750C4A-F290-436F-B33D-F82AECDF9FF1}" dt="2024-09-09T03:51:57.809" v="2985" actId="1076"/>
          <ac:spMkLst>
            <pc:docMk/>
            <pc:sldMk cId="994125447" sldId="286"/>
            <ac:spMk id="26" creationId="{A9E982DA-B7D9-C1A2-555F-B3C73ED94C54}"/>
          </ac:spMkLst>
        </pc:spChg>
        <pc:spChg chg="add mod">
          <ac:chgData name="shibariku0623@icloud.com" userId="47b6e960b06a1f92" providerId="LiveId" clId="{29750C4A-F290-436F-B33D-F82AECDF9FF1}" dt="2024-09-09T03:52:06.684" v="2987" actId="1076"/>
          <ac:spMkLst>
            <pc:docMk/>
            <pc:sldMk cId="994125447" sldId="286"/>
            <ac:spMk id="27" creationId="{1E624005-0689-E409-0CC9-14D5BB5A9C1D}"/>
          </ac:spMkLst>
        </pc:spChg>
        <pc:spChg chg="add mod">
          <ac:chgData name="shibariku0623@icloud.com" userId="47b6e960b06a1f92" providerId="LiveId" clId="{29750C4A-F290-436F-B33D-F82AECDF9FF1}" dt="2024-09-09T03:54:10.032" v="3164" actId="1076"/>
          <ac:spMkLst>
            <pc:docMk/>
            <pc:sldMk cId="994125447" sldId="286"/>
            <ac:spMk id="28" creationId="{460C7CF9-1616-E8C9-1569-D53625961743}"/>
          </ac:spMkLst>
        </pc:spChg>
        <pc:spChg chg="add mod">
          <ac:chgData name="shibariku0623@icloud.com" userId="47b6e960b06a1f92" providerId="LiveId" clId="{29750C4A-F290-436F-B33D-F82AECDF9FF1}" dt="2024-09-09T03:55:41.931" v="3263" actId="20577"/>
          <ac:spMkLst>
            <pc:docMk/>
            <pc:sldMk cId="994125447" sldId="286"/>
            <ac:spMk id="30" creationId="{6C5F43CC-A6EF-55D7-EA89-BF4EEDE81075}"/>
          </ac:spMkLst>
        </pc:spChg>
        <pc:spChg chg="add del mod">
          <ac:chgData name="shibariku0623@icloud.com" userId="47b6e960b06a1f92" providerId="LiveId" clId="{29750C4A-F290-436F-B33D-F82AECDF9FF1}" dt="2024-09-09T03:52:23.528" v="2992" actId="478"/>
          <ac:spMkLst>
            <pc:docMk/>
            <pc:sldMk cId="994125447" sldId="286"/>
            <ac:spMk id="31" creationId="{F9ACD0D8-1B5A-0291-272E-B14EC15BF5C7}"/>
          </ac:spMkLst>
        </pc:spChg>
        <pc:spChg chg="del">
          <ac:chgData name="shibariku0623@icloud.com" userId="47b6e960b06a1f92" providerId="LiveId" clId="{29750C4A-F290-436F-B33D-F82AECDF9FF1}" dt="2024-09-09T03:50:45.712" v="2966" actId="478"/>
          <ac:spMkLst>
            <pc:docMk/>
            <pc:sldMk cId="994125447" sldId="286"/>
            <ac:spMk id="33" creationId="{E862F484-D542-1771-53CD-107700BAB2C3}"/>
          </ac:spMkLst>
        </pc:spChg>
        <pc:spChg chg="del">
          <ac:chgData name="shibariku0623@icloud.com" userId="47b6e960b06a1f92" providerId="LiveId" clId="{29750C4A-F290-436F-B33D-F82AECDF9FF1}" dt="2024-09-09T03:50:43.977" v="2965" actId="478"/>
          <ac:spMkLst>
            <pc:docMk/>
            <pc:sldMk cId="994125447" sldId="286"/>
            <ac:spMk id="34" creationId="{ABB53C2E-7DB4-E6D9-65B3-755576C01F89}"/>
          </ac:spMkLst>
        </pc:spChg>
        <pc:spChg chg="del">
          <ac:chgData name="shibariku0623@icloud.com" userId="47b6e960b06a1f92" providerId="LiveId" clId="{29750C4A-F290-436F-B33D-F82AECDF9FF1}" dt="2024-09-09T03:50:47.836" v="2967" actId="478"/>
          <ac:spMkLst>
            <pc:docMk/>
            <pc:sldMk cId="994125447" sldId="286"/>
            <ac:spMk id="37" creationId="{628B0FB5-7419-068D-7CC6-5726B08A18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982E-F34B-49B3-8847-8DEA52C902AE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C4C4-8034-4B74-A3E5-B6287EDC523C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A07B-C635-4B36-82F6-01978278E64C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20DD-E074-40B5-94EE-0DD91554270F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41EC-65DD-4E77-9338-45F8757CFDC6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B288-6C6B-4AF7-B990-206A31287ED9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7EA4-E1FB-4006-A78D-42B807D18202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08D4-45AC-4B27-B3E5-4FC9EEA773CB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A0B9-9DAD-4BB3-A65B-D541739E8686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05-3AE9-414B-8F20-1BCEC2AB96A7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5036-8154-489A-9438-6B73A935956A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A76A-8849-43AF-947B-5A98BF2C788A}" type="datetime1">
              <a:rPr lang="en-US" altLang="ja-JP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753231"/>
            <a:ext cx="13854732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深層学習に基づく音響識別によるプール沸騰の検知</a:t>
            </a:r>
            <a:r>
              <a:rPr lang="en-US" altLang="ja-JP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:</a:t>
            </a: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3D9C1AB-9A84-38E5-E5D2-98B96B4D9BB8}"/>
              </a:ext>
            </a:extLst>
          </p:cNvPr>
          <p:cNvGrpSpPr/>
          <p:nvPr/>
        </p:nvGrpSpPr>
        <p:grpSpPr>
          <a:xfrm>
            <a:off x="7374354" y="1729649"/>
            <a:ext cx="3259060" cy="1015698"/>
            <a:chOff x="7162800" y="2267102"/>
            <a:chExt cx="3259060" cy="1015698"/>
          </a:xfrm>
        </p:grpSpPr>
        <p:grpSp>
          <p:nvGrpSpPr>
            <p:cNvPr id="13" name="Group 13"/>
            <p:cNvGrpSpPr/>
            <p:nvPr/>
          </p:nvGrpSpPr>
          <p:grpSpPr>
            <a:xfrm>
              <a:off x="7162800" y="2267102"/>
              <a:ext cx="3259060" cy="1015698"/>
              <a:chOff x="0" y="0"/>
              <a:chExt cx="1362140" cy="2091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62140" cy="209181"/>
              </a:xfrm>
              <a:custGeom>
                <a:avLst/>
                <a:gdLst/>
                <a:ahLst/>
                <a:cxnLst/>
                <a:rect l="l" t="t" r="r" b="b"/>
                <a:pathLst>
                  <a:path w="1362140" h="209181">
                    <a:moveTo>
                      <a:pt x="0" y="0"/>
                    </a:moveTo>
                    <a:lnTo>
                      <a:pt x="1362140" y="0"/>
                    </a:lnTo>
                    <a:lnTo>
                      <a:pt x="1362140" y="209181"/>
                    </a:lnTo>
                    <a:lnTo>
                      <a:pt x="0" y="209181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362140" cy="2472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550974" y="2638044"/>
              <a:ext cx="2482712" cy="4697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ja-JP" altLang="en-US" sz="4000" spc="250" dirty="0">
                  <a:solidFill>
                    <a:srgbClr val="FFFFFF"/>
                  </a:solidFill>
                  <a:latin typeface="Source Han Sans JP"/>
                  <a:ea typeface="Source Han Sans JP"/>
                  <a:cs typeface="Source Han Sans JP"/>
                  <a:sym typeface="Source Han Sans JP"/>
                </a:rPr>
                <a:t>進捗発表</a:t>
              </a:r>
              <a:endParaRPr lang="en-US" sz="4000" spc="250" dirty="0">
                <a:solidFill>
                  <a:srgbClr val="FFFFFF"/>
                </a:solidFill>
                <a:latin typeface="Source Han Sans JP"/>
                <a:ea typeface="Source Han Sans JP"/>
                <a:cs typeface="Source Han Sans JP"/>
                <a:sym typeface="Source Han Sans JP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</a:t>
            </a:r>
            <a:r>
              <a:rPr lang="en-US" altLang="ja-JP" sz="4000" dirty="0"/>
              <a:t>8121048</a:t>
            </a:r>
            <a:r>
              <a:rPr lang="ja-JP" altLang="en-US" sz="4000" dirty="0"/>
              <a:t>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2024年9月9</a:t>
            </a: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4408488"/>
            <a:ext cx="6318717" cy="1325363"/>
            <a:chOff x="10121433" y="2372121"/>
            <a:chExt cx="6318717" cy="1325363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回帰分析</a:t>
              </a:r>
              <a:endParaRPr lang="en-US" altLang="ja-JP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2</a:t>
            </a:fld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4408488"/>
            <a:ext cx="6318717" cy="1325363"/>
            <a:chOff x="10121433" y="2372121"/>
            <a:chExt cx="6318717" cy="1325363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回帰分析</a:t>
              </a:r>
              <a:endParaRPr lang="en-US" altLang="ja-JP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3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6128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8" y="1676416"/>
            <a:ext cx="6129281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なぜ回帰分析．．？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BB53C2E-7DB4-E6D9-65B3-755576C01F89}"/>
              </a:ext>
            </a:extLst>
          </p:cNvPr>
          <p:cNvSpPr txBox="1"/>
          <p:nvPr/>
        </p:nvSpPr>
        <p:spPr>
          <a:xfrm>
            <a:off x="2989513" y="4781455"/>
            <a:ext cx="1342987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4400" b="1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熱流束による</a:t>
            </a:r>
            <a:r>
              <a:rPr lang="ja-JP" altLang="en-US" sz="4400" b="1" u="none" strike="noStrike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回帰分析</a:t>
            </a:r>
            <a:r>
              <a:rPr lang="ja-JP" altLang="en-US" sz="4400" b="1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であれば，ラベルの取り方に依存しない予測ができる．</a:t>
            </a:r>
            <a:endParaRPr lang="en-US" altLang="ja-JP" sz="4400" b="1" u="none" strike="noStrike" dirty="0">
              <a:solidFill>
                <a:srgbClr val="64A4A3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9E982DA-B7D9-C1A2-555F-B3C73ED94C54}"/>
              </a:ext>
            </a:extLst>
          </p:cNvPr>
          <p:cNvSpPr txBox="1"/>
          <p:nvPr/>
        </p:nvSpPr>
        <p:spPr>
          <a:xfrm>
            <a:off x="2011548" y="3417967"/>
            <a:ext cx="15039975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20"/>
              </a:lnSpc>
              <a:buClr>
                <a:srgbClr val="64A4A3"/>
              </a:buClr>
              <a:buSzPct val="100000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今までは印加電圧を等分割して</a:t>
            </a:r>
            <a:r>
              <a:rPr lang="ja-JP" altLang="en-US" sz="3200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ラベル分類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をしていたが，これだとラベルの取り方に結果が依存してしまう．</a:t>
            </a:r>
            <a:endParaRPr lang="en-US" altLang="ja-JP" sz="4800" u="none" strike="noStrike" dirty="0"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3" name="矢印: 下 32">
            <a:extLst>
              <a:ext uri="{FF2B5EF4-FFF2-40B4-BE49-F238E27FC236}">
                <a16:creationId xmlns:a16="http://schemas.microsoft.com/office/drawing/2014/main" id="{E862F484-D542-1771-53CD-107700BAB2C3}"/>
              </a:ext>
            </a:extLst>
          </p:cNvPr>
          <p:cNvSpPr/>
          <p:nvPr/>
        </p:nvSpPr>
        <p:spPr>
          <a:xfrm>
            <a:off x="8583546" y="6561910"/>
            <a:ext cx="1120907" cy="705840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28B0FB5-7419-068D-7CC6-5726B08A1816}"/>
              </a:ext>
            </a:extLst>
          </p:cNvPr>
          <p:cNvSpPr txBox="1"/>
          <p:nvPr/>
        </p:nvSpPr>
        <p:spPr>
          <a:xfrm>
            <a:off x="2989513" y="7472371"/>
            <a:ext cx="1342987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予測した熱流束が，沸騰開始点の熱流束の値</a:t>
            </a:r>
            <a:r>
              <a:rPr lang="en-US" altLang="ja-JP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(</a:t>
            </a:r>
            <a:r>
              <a:rPr lang="ja-JP" altLang="en-US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閾値</a:t>
            </a:r>
            <a:r>
              <a:rPr lang="en-US" altLang="ja-JP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)</a:t>
            </a:r>
            <a:r>
              <a:rPr lang="ja-JP" altLang="en-US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を超えるかどうかで</a:t>
            </a:r>
            <a:r>
              <a:rPr lang="en-US" altLang="ja-JP" sz="4400" b="1" u="none" strike="noStrike" dirty="0">
                <a:solidFill>
                  <a:srgbClr val="64A4A3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ROC</a:t>
            </a:r>
            <a:r>
              <a:rPr lang="ja-JP" altLang="en-US" sz="4400" b="1" u="none" strike="noStrike" dirty="0">
                <a:solidFill>
                  <a:srgbClr val="64A4A3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曲線</a:t>
            </a:r>
            <a:r>
              <a:rPr lang="ja-JP" altLang="en-US" sz="4400" u="none" strike="noStrike" dirty="0"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が描ける可能性</a:t>
            </a:r>
            <a:endParaRPr lang="en-US" altLang="ja-JP" sz="4400" u="none" strike="noStrike" dirty="0"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63202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モデル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5</a:t>
            </a:fld>
            <a:endParaRPr lang="en-US" sz="48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AD7598B-89A9-4EBA-C5BC-B6130ABDD5F9}"/>
              </a:ext>
            </a:extLst>
          </p:cNvPr>
          <p:cNvSpPr txBox="1"/>
          <p:nvPr/>
        </p:nvSpPr>
        <p:spPr>
          <a:xfrm>
            <a:off x="3169920" y="3158547"/>
            <a:ext cx="12954000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  <a:buClr>
                <a:srgbClr val="64A4A3"/>
              </a:buClr>
              <a:buSzPct val="100000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今回は平子先輩の回帰分析手法を参考に，</a:t>
            </a:r>
            <a:r>
              <a:rPr lang="en-US" altLang="ja-JP" sz="3200" dirty="0" err="1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AlexNet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モデルを用いた．</a:t>
            </a:r>
            <a:endParaRPr lang="en-US" altLang="ja-JP" sz="4800" b="1" u="none" strike="noStrike" dirty="0">
              <a:solidFill>
                <a:srgbClr val="64A4A3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"/>
              <a:sym typeface="Source Han Sans JP"/>
            </a:endParaRPr>
          </a:p>
        </p:txBody>
      </p:sp>
      <p:pic>
        <p:nvPicPr>
          <p:cNvPr id="28" name="図 27" descr="テキスト&#10;&#10;自動的に生成された説明">
            <a:extLst>
              <a:ext uri="{FF2B5EF4-FFF2-40B4-BE49-F238E27FC236}">
                <a16:creationId xmlns:a16="http://schemas.microsoft.com/office/drawing/2014/main" id="{1C3DD815-4DF5-68E1-C443-A04B05C91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316" y="3986056"/>
            <a:ext cx="11662184" cy="5015993"/>
          </a:xfrm>
          <a:prstGeom prst="rect">
            <a:avLst/>
          </a:prstGeom>
        </p:spPr>
      </p:pic>
      <p:sp>
        <p:nvSpPr>
          <p:cNvPr id="31" name="TextBox 25">
            <a:extLst>
              <a:ext uri="{FF2B5EF4-FFF2-40B4-BE49-F238E27FC236}">
                <a16:creationId xmlns:a16="http://schemas.microsoft.com/office/drawing/2014/main" id="{8B0DFA66-4092-FE84-5985-0B53BD851F06}"/>
              </a:ext>
            </a:extLst>
          </p:cNvPr>
          <p:cNvSpPr txBox="1"/>
          <p:nvPr/>
        </p:nvSpPr>
        <p:spPr>
          <a:xfrm>
            <a:off x="885825" y="5448300"/>
            <a:ext cx="4152900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2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回帰分析のために，出力層の活性化関数を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”linear”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とした．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1BFBC86-3F48-93CB-1E69-2EF2020EC730}"/>
              </a:ext>
            </a:extLst>
          </p:cNvPr>
          <p:cNvSpPr/>
          <p:nvPr/>
        </p:nvSpPr>
        <p:spPr>
          <a:xfrm>
            <a:off x="9174480" y="8267700"/>
            <a:ext cx="94488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9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その他の設定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6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1FE2A5AB-F6B7-0011-B112-A4E8E850D0AF}"/>
              </a:ext>
            </a:extLst>
          </p:cNvPr>
          <p:cNvSpPr txBox="1"/>
          <p:nvPr/>
        </p:nvSpPr>
        <p:spPr>
          <a:xfrm>
            <a:off x="11201400" y="4397908"/>
            <a:ext cx="682453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  <a:buClr>
                <a:srgbClr val="64A4A3"/>
              </a:buClr>
              <a:buSzPct val="100000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出力が</a:t>
            </a:r>
            <a:r>
              <a:rPr lang="en-US" altLang="ja-JP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</a:t>
            </a: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つのため，</a:t>
            </a:r>
            <a:r>
              <a:rPr lang="ja-JP" altLang="en-US" sz="3200" u="none" strike="noStrike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単回帰分析</a:t>
            </a:r>
            <a:endParaRPr lang="en-US" altLang="ja-JP" sz="3200" u="none" strike="noStrike" dirty="0">
              <a:solidFill>
                <a:srgbClr val="64A4A3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1" name="矢印: 下 30">
            <a:extLst>
              <a:ext uri="{FF2B5EF4-FFF2-40B4-BE49-F238E27FC236}">
                <a16:creationId xmlns:a16="http://schemas.microsoft.com/office/drawing/2014/main" id="{FB30972E-6F7C-4900-1BEF-55792F032B25}"/>
              </a:ext>
            </a:extLst>
          </p:cNvPr>
          <p:cNvSpPr/>
          <p:nvPr/>
        </p:nvSpPr>
        <p:spPr>
          <a:xfrm rot="16200000">
            <a:off x="9242294" y="4077364"/>
            <a:ext cx="773371" cy="96995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2F3DEAB6-8FA6-722A-FC72-A9D6A050135B}"/>
              </a:ext>
            </a:extLst>
          </p:cNvPr>
          <p:cNvSpPr txBox="1"/>
          <p:nvPr/>
        </p:nvSpPr>
        <p:spPr>
          <a:xfrm>
            <a:off x="2057400" y="3862761"/>
            <a:ext cx="12725400" cy="1399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入力変数 ： 音響スペクトル画像</a:t>
            </a:r>
            <a:endParaRPr lang="en-US" altLang="ja-JP" sz="3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出力変数 ： 熱流束</a:t>
            </a:r>
            <a:endParaRPr lang="en-US" altLang="ja-JP" sz="32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94339C00-43AC-F7D7-7987-FCD168052F08}"/>
              </a:ext>
            </a:extLst>
          </p:cNvPr>
          <p:cNvSpPr txBox="1"/>
          <p:nvPr/>
        </p:nvSpPr>
        <p:spPr>
          <a:xfrm>
            <a:off x="2057400" y="5749537"/>
            <a:ext cx="12981496" cy="2876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回帰モデルの良し悪しを決めるために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，決定係数</a:t>
            </a:r>
            <a:r>
              <a:rPr lang="en-US" altLang="ja-JP" sz="3200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</a:t>
            </a:r>
            <a:r>
              <a:rPr lang="en-US" altLang="ja-JP" sz="3200" baseline="30000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2</a:t>
            </a:r>
            <a:r>
              <a:rPr lang="ja-JP" altLang="en-US" sz="3200" dirty="0">
                <a:solidFill>
                  <a:srgbClr val="64A4A3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値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を用いた</a:t>
            </a:r>
            <a:endParaRPr lang="en-US" altLang="ja-JP" sz="3200" dirty="0"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学習率 ： 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0.005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、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0.001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0.0005</a:t>
            </a:r>
          </a:p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エポック数 ： </a:t>
            </a:r>
            <a:r>
              <a:rPr lang="en-US" altLang="ja-JP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50</a:t>
            </a:r>
            <a:r>
              <a:rPr lang="ja-JP" altLang="en-US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100</a:t>
            </a:r>
            <a:r>
              <a:rPr lang="ja-JP" altLang="en-US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300</a:t>
            </a:r>
          </a:p>
          <a:p>
            <a:pPr marL="457200" indent="-457200" algn="l">
              <a:lnSpc>
                <a:spcPct val="1500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バッチサイズ ： 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16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32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64</a:t>
            </a:r>
            <a:r>
              <a:rPr lang="ja-JP" altLang="en-US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，</a:t>
            </a:r>
            <a:r>
              <a:rPr lang="en-US" altLang="ja-JP" sz="3200" dirty="0">
                <a:latin typeface="Source Han Sans JP"/>
                <a:ea typeface="Source Han Sans JP"/>
                <a:cs typeface="Source Han Sans JP"/>
                <a:sym typeface="Source Han Sans JP"/>
              </a:rPr>
              <a:t>128</a:t>
            </a:r>
            <a:endParaRPr lang="en-US" altLang="ja-JP" sz="3200" u="none" strike="noStrike" dirty="0"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46966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2" name="AutoShape 22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2709920" y="1676417"/>
            <a:ext cx="4466735" cy="7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ja-JP" altLang="en-US" sz="4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回帰分析の結果</a:t>
            </a:r>
            <a:endParaRPr lang="en-US" sz="4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1" y="1285966"/>
            <a:ext cx="2660651" cy="138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201"/>
              </a:lnSpc>
              <a:spcBef>
                <a:spcPct val="0"/>
              </a:spcBef>
            </a:pPr>
            <a:r>
              <a:rPr lang="en-US" sz="8001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A4926E57-807E-AAA9-A41F-B49B29659A9B}"/>
              </a:ext>
            </a:extLst>
          </p:cNvPr>
          <p:cNvGrpSpPr/>
          <p:nvPr/>
        </p:nvGrpSpPr>
        <p:grpSpPr>
          <a:xfrm>
            <a:off x="1524000" y="3112913"/>
            <a:ext cx="4524563" cy="509846"/>
            <a:chOff x="961837" y="3153943"/>
            <a:chExt cx="7962900" cy="501471"/>
          </a:xfrm>
        </p:grpSpPr>
        <p:grpSp>
          <p:nvGrpSpPr>
            <p:cNvPr id="24" name="Group 24"/>
            <p:cNvGrpSpPr/>
            <p:nvPr/>
          </p:nvGrpSpPr>
          <p:grpSpPr>
            <a:xfrm>
              <a:off x="961837" y="3153943"/>
              <a:ext cx="7962900" cy="501471"/>
              <a:chOff x="0" y="0"/>
              <a:chExt cx="2097225" cy="1320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097225" cy="132075"/>
              </a:xfrm>
              <a:custGeom>
                <a:avLst/>
                <a:gdLst/>
                <a:ahLst/>
                <a:cxnLst/>
                <a:rect l="l" t="t" r="r" b="b"/>
                <a:pathLst>
                  <a:path w="2097225" h="132075">
                    <a:moveTo>
                      <a:pt x="0" y="0"/>
                    </a:moveTo>
                    <a:lnTo>
                      <a:pt x="2097225" y="0"/>
                    </a:lnTo>
                    <a:lnTo>
                      <a:pt x="2097225" y="132075"/>
                    </a:lnTo>
                    <a:lnTo>
                      <a:pt x="0" y="132075"/>
                    </a:lnTo>
                    <a:close/>
                  </a:path>
                </a:pathLst>
              </a:custGeom>
              <a:solidFill>
                <a:srgbClr val="406D6C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2097225" cy="170175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166813" y="3163992"/>
              <a:ext cx="7571390" cy="4197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altLang="ja-JP" sz="2499" dirty="0" err="1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lr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0.001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bs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16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ep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100</a:t>
              </a:r>
            </a:p>
          </p:txBody>
        </p:sp>
      </p:grpSp>
      <p:sp>
        <p:nvSpPr>
          <p:cNvPr id="50" name="スライド番号プレースホルダー 28">
            <a:extLst>
              <a:ext uri="{FF2B5EF4-FFF2-40B4-BE49-F238E27FC236}">
                <a16:creationId xmlns:a16="http://schemas.microsoft.com/office/drawing/2014/main" id="{D9E9E2E8-3B68-83A1-298F-AB199642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7</a:t>
            </a:fld>
            <a:endParaRPr lang="en-US" sz="4800" dirty="0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C2CA302F-8020-5336-F2A6-0BFF90AE1F17}"/>
              </a:ext>
            </a:extLst>
          </p:cNvPr>
          <p:cNvGrpSpPr/>
          <p:nvPr/>
        </p:nvGrpSpPr>
        <p:grpSpPr>
          <a:xfrm>
            <a:off x="7739122" y="3173635"/>
            <a:ext cx="4757678" cy="1347088"/>
            <a:chOff x="9243335" y="3160559"/>
            <a:chExt cx="7962900" cy="1347088"/>
          </a:xfrm>
        </p:grpSpPr>
        <p:grpSp>
          <p:nvGrpSpPr>
            <p:cNvPr id="61" name="Group 27">
              <a:extLst>
                <a:ext uri="{FF2B5EF4-FFF2-40B4-BE49-F238E27FC236}">
                  <a16:creationId xmlns:a16="http://schemas.microsoft.com/office/drawing/2014/main" id="{F03E1F9D-0DBC-58F5-F345-1982252B3D6F}"/>
                </a:ext>
              </a:extLst>
            </p:cNvPr>
            <p:cNvGrpSpPr/>
            <p:nvPr/>
          </p:nvGrpSpPr>
          <p:grpSpPr>
            <a:xfrm>
              <a:off x="9243335" y="3160559"/>
              <a:ext cx="7962900" cy="501471"/>
              <a:chOff x="0" y="0"/>
              <a:chExt cx="2097225" cy="132075"/>
            </a:xfrm>
          </p:grpSpPr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BFB34905-0639-8B9E-758B-47F470AC5DF2}"/>
                  </a:ext>
                </a:extLst>
              </p:cNvPr>
              <p:cNvSpPr/>
              <p:nvPr/>
            </p:nvSpPr>
            <p:spPr>
              <a:xfrm>
                <a:off x="0" y="0"/>
                <a:ext cx="2097225" cy="132075"/>
              </a:xfrm>
              <a:custGeom>
                <a:avLst/>
                <a:gdLst/>
                <a:ahLst/>
                <a:cxnLst/>
                <a:rect l="l" t="t" r="r" b="b"/>
                <a:pathLst>
                  <a:path w="2097225" h="132075">
                    <a:moveTo>
                      <a:pt x="0" y="0"/>
                    </a:moveTo>
                    <a:lnTo>
                      <a:pt x="2097225" y="0"/>
                    </a:lnTo>
                    <a:lnTo>
                      <a:pt x="2097225" y="132075"/>
                    </a:lnTo>
                    <a:lnTo>
                      <a:pt x="0" y="132075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4" name="TextBox 29">
                <a:extLst>
                  <a:ext uri="{FF2B5EF4-FFF2-40B4-BE49-F238E27FC236}">
                    <a16:creationId xmlns:a16="http://schemas.microsoft.com/office/drawing/2014/main" id="{2B0D9FC8-AAC5-ED25-816E-06328070F3E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97225" cy="170175"/>
              </a:xfrm>
              <a:prstGeom prst="rect">
                <a:avLst/>
              </a:prstGeom>
            </p:spPr>
            <p:txBody>
              <a:bodyPr lIns="50801" tIns="50801" rIns="50801" bIns="50801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62" name="TextBox 38">
              <a:extLst>
                <a:ext uri="{FF2B5EF4-FFF2-40B4-BE49-F238E27FC236}">
                  <a16:creationId xmlns:a16="http://schemas.microsoft.com/office/drawing/2014/main" id="{8CD308BC-F698-F182-681C-137E60FC1F06}"/>
                </a:ext>
              </a:extLst>
            </p:cNvPr>
            <p:cNvSpPr txBox="1"/>
            <p:nvPr/>
          </p:nvSpPr>
          <p:spPr>
            <a:xfrm>
              <a:off x="9490075" y="3190170"/>
              <a:ext cx="7716160" cy="13174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altLang="ja-JP" sz="2499" dirty="0" err="1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lr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0.0005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bs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16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，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ep</a:t>
              </a:r>
              <a:r>
                <a:rPr lang="ja-JP" altLang="en-US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2499" dirty="0">
                  <a:solidFill>
                    <a:srgbClr val="FFFFFF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300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endParaRPr lang="en-US" sz="2499" dirty="0">
                <a:solidFill>
                  <a:srgbClr val="FFFFFF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pic>
        <p:nvPicPr>
          <p:cNvPr id="29" name="図 28" descr="グラフ, 散布図&#10;&#10;自動的に生成された説明">
            <a:extLst>
              <a:ext uri="{FF2B5EF4-FFF2-40B4-BE49-F238E27FC236}">
                <a16:creationId xmlns:a16="http://schemas.microsoft.com/office/drawing/2014/main" id="{9DCD9AAC-0955-2706-92DB-E169F05D0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56" y="3695089"/>
            <a:ext cx="6994774" cy="5246080"/>
          </a:xfrm>
          <a:prstGeom prst="rect">
            <a:avLst/>
          </a:prstGeom>
        </p:spPr>
      </p:pic>
      <p:pic>
        <p:nvPicPr>
          <p:cNvPr id="31" name="図 30" descr="グラフ, 散布図&#10;&#10;自動的に生成された説明">
            <a:extLst>
              <a:ext uri="{FF2B5EF4-FFF2-40B4-BE49-F238E27FC236}">
                <a16:creationId xmlns:a16="http://schemas.microsoft.com/office/drawing/2014/main" id="{2DAF5DE9-1580-4CE7-C6E4-702322B95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68" y="3695088"/>
            <a:ext cx="6994774" cy="5246081"/>
          </a:xfrm>
          <a:prstGeom prst="rect">
            <a:avLst/>
          </a:prstGeom>
        </p:spPr>
      </p:pic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9852A9B0-51B2-E045-E973-C5208D82948A}"/>
              </a:ext>
            </a:extLst>
          </p:cNvPr>
          <p:cNvGrpSpPr/>
          <p:nvPr/>
        </p:nvGrpSpPr>
        <p:grpSpPr>
          <a:xfrm>
            <a:off x="13280019" y="3029872"/>
            <a:ext cx="4251922" cy="2134000"/>
            <a:chOff x="13116557" y="3198666"/>
            <a:chExt cx="5241161" cy="2044653"/>
          </a:xfrm>
        </p:grpSpPr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5D27ECE6-146D-01D9-519F-2CD95CB0054F}"/>
                </a:ext>
              </a:extLst>
            </p:cNvPr>
            <p:cNvSpPr txBox="1"/>
            <p:nvPr/>
          </p:nvSpPr>
          <p:spPr>
            <a:xfrm>
              <a:off x="13234433" y="3317281"/>
              <a:ext cx="5123285" cy="17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>
                <a:spcBef>
                  <a:spcPct val="0"/>
                </a:spcBef>
              </a:pPr>
              <a:r>
                <a:rPr lang="en-US" altLang="ja-JP" sz="6000" dirty="0">
                  <a:latin typeface="Source Han Sans JP" panose="020B0600070205080204" charset="-128"/>
                  <a:ea typeface="Source Han Sans JP" panose="020B0600070205080204" charset="-128"/>
                  <a:cs typeface="Source Han Sans JP"/>
                  <a:sym typeface="Source Han Sans JP"/>
                </a:rPr>
                <a:t>R</a:t>
              </a:r>
              <a:r>
                <a:rPr lang="en-US" altLang="ja-JP" sz="6000" baseline="30000" dirty="0">
                  <a:latin typeface="Source Han Sans JP" panose="020B0600070205080204" charset="-128"/>
                  <a:ea typeface="Source Han Sans JP" panose="020B0600070205080204" charset="-128"/>
                  <a:cs typeface="Source Han Sans JP"/>
                  <a:sym typeface="Source Han Sans JP"/>
                </a:rPr>
                <a:t>2</a:t>
              </a:r>
              <a:r>
                <a:rPr lang="ja-JP" altLang="en-US" sz="6000" dirty="0">
                  <a:latin typeface="Source Han Sans JP" panose="020B0600070205080204" charset="-128"/>
                  <a:ea typeface="Source Han Sans JP" panose="020B0600070205080204" charset="-128"/>
                  <a:cs typeface="Source Han Sans JP"/>
                  <a:sym typeface="Source Han Sans JP"/>
                </a:rPr>
                <a:t>値</a:t>
              </a:r>
              <a:endParaRPr lang="en-US" altLang="ja-JP" sz="6000" dirty="0">
                <a:latin typeface="Source Han Sans JP" panose="020B0600070205080204" charset="-128"/>
                <a:ea typeface="Source Han Sans JP" panose="020B0600070205080204" charset="-128"/>
                <a:cs typeface="Source Han Sans JP Medium"/>
                <a:sym typeface="Source Han Sans JP Medium"/>
              </a:endParaRPr>
            </a:p>
            <a:p>
              <a:pPr>
                <a:spcBef>
                  <a:spcPct val="0"/>
                </a:spcBef>
              </a:pPr>
              <a:r>
                <a:rPr lang="en-US" altLang="ja-JP" sz="6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Acc  :  </a:t>
              </a:r>
              <a:r>
                <a:rPr lang="en-US" altLang="ja-JP" sz="6000" dirty="0">
                  <a:solidFill>
                    <a:srgbClr val="64A4A3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0.98</a:t>
              </a:r>
            </a:p>
          </p:txBody>
        </p:sp>
        <p:sp>
          <p:nvSpPr>
            <p:cNvPr id="59" name="四角形: 角を丸くする 58">
              <a:extLst>
                <a:ext uri="{FF2B5EF4-FFF2-40B4-BE49-F238E27FC236}">
                  <a16:creationId xmlns:a16="http://schemas.microsoft.com/office/drawing/2014/main" id="{4E3A1CDE-3AAC-8919-2527-1B92E9317B28}"/>
                </a:ext>
              </a:extLst>
            </p:cNvPr>
            <p:cNvSpPr/>
            <p:nvPr/>
          </p:nvSpPr>
          <p:spPr>
            <a:xfrm>
              <a:off x="13116557" y="3198666"/>
              <a:ext cx="5058830" cy="2044653"/>
            </a:xfrm>
            <a:prstGeom prst="roundRect">
              <a:avLst/>
            </a:prstGeom>
            <a:noFill/>
            <a:ln w="7620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45A1C36D-3186-27EB-A823-CD2BF9B52719}"/>
              </a:ext>
            </a:extLst>
          </p:cNvPr>
          <p:cNvGrpSpPr/>
          <p:nvPr/>
        </p:nvGrpSpPr>
        <p:grpSpPr>
          <a:xfrm>
            <a:off x="13153769" y="5472234"/>
            <a:ext cx="4711874" cy="3375605"/>
            <a:chOff x="13173157" y="5534688"/>
            <a:chExt cx="4711874" cy="3375605"/>
          </a:xfrm>
        </p:grpSpPr>
        <p:sp>
          <p:nvSpPr>
            <p:cNvPr id="39" name="矢印: 下 38">
              <a:extLst>
                <a:ext uri="{FF2B5EF4-FFF2-40B4-BE49-F238E27FC236}">
                  <a16:creationId xmlns:a16="http://schemas.microsoft.com/office/drawing/2014/main" id="{EEFAA787-7FD2-C371-F319-14DA8B9A2114}"/>
                </a:ext>
              </a:extLst>
            </p:cNvPr>
            <p:cNvSpPr/>
            <p:nvPr/>
          </p:nvSpPr>
          <p:spPr>
            <a:xfrm>
              <a:off x="15213783" y="6011596"/>
              <a:ext cx="630623" cy="364046"/>
            </a:xfrm>
            <a:prstGeom prst="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rgbClr val="64A4A3"/>
                </a:solidFill>
              </a:endParaRPr>
            </a:p>
          </p:txBody>
        </p: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DC1FA083-BE5B-F1E0-7385-683A91A0CD90}"/>
                </a:ext>
              </a:extLst>
            </p:cNvPr>
            <p:cNvSpPr/>
            <p:nvPr/>
          </p:nvSpPr>
          <p:spPr>
            <a:xfrm>
              <a:off x="13173157" y="5534688"/>
              <a:ext cx="4711874" cy="3375605"/>
            </a:xfrm>
            <a:prstGeom prst="ellipse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C1514144-7A51-6664-3978-AA687DAA6B75}"/>
                </a:ext>
              </a:extLst>
            </p:cNvPr>
            <p:cNvSpPr txBox="1"/>
            <p:nvPr/>
          </p:nvSpPr>
          <p:spPr>
            <a:xfrm>
              <a:off x="13555444" y="6527922"/>
              <a:ext cx="3971631" cy="1560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熱流束の予測が非常に良くできていると考えられる</a:t>
              </a:r>
              <a:endParaRPr lang="en-US" altLang="ja-JP" sz="28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18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8" y="1676416"/>
            <a:ext cx="6815082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核沸騰時の熱流束の計算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8</a:t>
            </a:fld>
            <a:endParaRPr lang="en-US" sz="4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9E982DA-B7D9-C1A2-555F-B3C73ED94C54}"/>
              </a:ext>
            </a:extLst>
          </p:cNvPr>
          <p:cNvSpPr txBox="1"/>
          <p:nvPr/>
        </p:nvSpPr>
        <p:spPr>
          <a:xfrm>
            <a:off x="2118134" y="3331673"/>
            <a:ext cx="150399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64A4A3"/>
              </a:buClr>
              <a:buSzPct val="100000"/>
            </a:pPr>
            <a:r>
              <a:rPr lang="ja-JP" altLang="en-US" sz="40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データロガーで測定したデータから，水温，シャント電圧，白金電圧を抽出</a:t>
            </a:r>
            <a:endParaRPr lang="en-US" altLang="ja-JP" sz="40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00D1E2C8-B07F-A17A-5939-00BB72214257}"/>
              </a:ext>
            </a:extLst>
          </p:cNvPr>
          <p:cNvSpPr/>
          <p:nvPr/>
        </p:nvSpPr>
        <p:spPr>
          <a:xfrm>
            <a:off x="8305800" y="4395554"/>
            <a:ext cx="1044706" cy="7078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E624005-0689-E409-0CC9-14D5BB5A9C1D}"/>
              </a:ext>
            </a:extLst>
          </p:cNvPr>
          <p:cNvSpPr txBox="1"/>
          <p:nvPr/>
        </p:nvSpPr>
        <p:spPr>
          <a:xfrm>
            <a:off x="2709918" y="5300317"/>
            <a:ext cx="1310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64A4A3"/>
              </a:buClr>
              <a:buSzPct val="100000"/>
            </a:pPr>
            <a:r>
              <a:rPr lang="ja-JP" altLang="en-US" sz="40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これらの値から，それぞれの電圧における熱流束を計算</a:t>
            </a:r>
            <a:endParaRPr lang="en-US" altLang="ja-JP" sz="4000" u="none" strike="noStrike" dirty="0"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460C7CF9-1616-E8C9-1569-D53625961743}"/>
              </a:ext>
            </a:extLst>
          </p:cNvPr>
          <p:cNvSpPr/>
          <p:nvPr/>
        </p:nvSpPr>
        <p:spPr>
          <a:xfrm>
            <a:off x="8305800" y="6255995"/>
            <a:ext cx="1044706" cy="7078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C5F43CC-A6EF-55D7-EA89-BF4EEDE81075}"/>
              </a:ext>
            </a:extLst>
          </p:cNvPr>
          <p:cNvSpPr txBox="1"/>
          <p:nvPr/>
        </p:nvSpPr>
        <p:spPr>
          <a:xfrm>
            <a:off x="2709918" y="7337155"/>
            <a:ext cx="13106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64A4A3"/>
              </a:buClr>
              <a:buSzPct val="100000"/>
            </a:pPr>
            <a:r>
              <a:rPr lang="ja-JP" altLang="en-US" sz="4000" u="none" strike="noStrike" dirty="0">
                <a:latin typeface="Source Han Sans JP"/>
                <a:ea typeface="Source Han Sans JP"/>
                <a:cs typeface="Source Han Sans JP"/>
                <a:sym typeface="Source Han Sans JP"/>
              </a:rPr>
              <a:t>自然対流における熱流束と白金抵抗の直線性の関係から，直線性が失われた時点の電圧を核沸騰開始点とする</a:t>
            </a:r>
            <a:endParaRPr lang="en-US" altLang="ja-JP" sz="4000" u="none" strike="noStrike" dirty="0"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99412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4408488"/>
            <a:ext cx="6318717" cy="1325363"/>
            <a:chOff x="10121433" y="2372121"/>
            <a:chExt cx="6318717" cy="1325363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回帰分析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今後の展望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9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6945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来週までに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02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EB6B76B5-1EE6-260F-362E-0E77ACBB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10</a:t>
            </a:fld>
            <a:endParaRPr lang="en-US" sz="4800" dirty="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9EDB21BA-E644-9054-428F-9410693E2DF2}"/>
              </a:ext>
            </a:extLst>
          </p:cNvPr>
          <p:cNvGrpSpPr/>
          <p:nvPr/>
        </p:nvGrpSpPr>
        <p:grpSpPr>
          <a:xfrm>
            <a:off x="3962400" y="4692832"/>
            <a:ext cx="11658600" cy="1767215"/>
            <a:chOff x="10121433" y="2372121"/>
            <a:chExt cx="6318717" cy="1767215"/>
          </a:xfrm>
        </p:grpSpPr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AB751958-B8BC-2491-A029-8F5AF50FD759}"/>
                </a:ext>
              </a:extLst>
            </p:cNvPr>
            <p:cNvSpPr txBox="1"/>
            <p:nvPr/>
          </p:nvSpPr>
          <p:spPr>
            <a:xfrm>
              <a:off x="10928834" y="2372121"/>
              <a:ext cx="5511316" cy="17489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核沸騰開始時点の熱流束を求める</a:t>
              </a:r>
              <a:endParaRPr lang="en-US" altLang="ja-JP" sz="4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それを閾値にして</a:t>
              </a:r>
              <a:r>
                <a:rPr lang="en-US" altLang="ja-JP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ROC</a:t>
              </a: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曲線の描画</a:t>
              </a:r>
              <a:endParaRPr lang="en-US" altLang="ja-JP" sz="4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4" name="TextBox 23">
              <a:extLst>
                <a:ext uri="{FF2B5EF4-FFF2-40B4-BE49-F238E27FC236}">
                  <a16:creationId xmlns:a16="http://schemas.microsoft.com/office/drawing/2014/main" id="{8BADC78C-335F-2CC6-79A7-95A697C75411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767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40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ct val="150000"/>
                </a:lnSpc>
              </a:pPr>
              <a:r>
                <a:rPr lang="en-US" sz="40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91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6325" y="4662203"/>
            <a:ext cx="11033125" cy="96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ご静聴ありがとうございました</a:t>
            </a:r>
            <a:endParaRPr lang="en-US" sz="5600" dirty="0">
              <a:solidFill>
                <a:srgbClr val="406D6C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3" name="スライド番号プレースホルダー 28">
            <a:extLst>
              <a:ext uri="{FF2B5EF4-FFF2-40B4-BE49-F238E27FC236}">
                <a16:creationId xmlns:a16="http://schemas.microsoft.com/office/drawing/2014/main" id="{61FDF457-3CF3-EA81-0FF0-A95B7FA2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11</a:t>
            </a:fld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6950</TotalTime>
  <Words>374</Words>
  <Application>Microsoft Office PowerPoint</Application>
  <PresentationFormat>ユーザー設定</PresentationFormat>
  <Paragraphs>66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22" baseType="lpstr">
      <vt:lpstr>Source Han Sans JP</vt:lpstr>
      <vt:lpstr>Century Gothic Paneuropean</vt:lpstr>
      <vt:lpstr>Arial</vt:lpstr>
      <vt:lpstr>Source Han Sans JP Bold</vt:lpstr>
      <vt:lpstr>Calibri</vt:lpstr>
      <vt:lpstr>Source Han Sans JP Medium</vt:lpstr>
      <vt:lpstr>游ゴシック</vt:lpstr>
      <vt:lpstr>Now Medium</vt:lpstr>
      <vt:lpstr>Now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cp:lastModifiedBy>柴崎　陸</cp:lastModifiedBy>
  <cp:revision>2</cp:revision>
  <dcterms:created xsi:type="dcterms:W3CDTF">2006-08-16T00:00:00Z</dcterms:created>
  <dcterms:modified xsi:type="dcterms:W3CDTF">2024-09-09T03:55:51Z</dcterms:modified>
  <dc:identifier>DAGKJCfN4aw</dc:identifier>
</cp:coreProperties>
</file>
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1" r:id="rId6"/>
    <p:sldId id="264" r:id="rId7"/>
    <p:sldId id="259" r:id="rId8"/>
    <p:sldId id="260" r:id="rId9"/>
    <p:sldId id="263" r:id="rId10"/>
    <p:sldId id="262" r:id="rId11"/>
    <p:sldId id="265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815131-AE37-4966-A3FA-DF14762CD7A7}" v="7" dt="2025-03-21T03:16:44.2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8" autoAdjust="0"/>
    <p:restoredTop sz="94660"/>
  </p:normalViewPr>
  <p:slideViewPr>
    <p:cSldViewPr snapToGrid="0">
      <p:cViewPr varScale="1">
        <p:scale>
          <a:sx n="82" d="100"/>
          <a:sy n="82" d="100"/>
        </p:scale>
        <p:origin x="96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bariku0623@icloud.com" userId="47b6e960b06a1f92" providerId="LiveId" clId="{A8815131-AE37-4966-A3FA-DF14762CD7A7}"/>
    <pc:docChg chg="undo custSel addSld modSld">
      <pc:chgData name="shibariku0623@icloud.com" userId="47b6e960b06a1f92" providerId="LiveId" clId="{A8815131-AE37-4966-A3FA-DF14762CD7A7}" dt="2025-03-21T03:17:30.590" v="215" actId="732"/>
      <pc:docMkLst>
        <pc:docMk/>
      </pc:docMkLst>
      <pc:sldChg chg="modSp mod">
        <pc:chgData name="shibariku0623@icloud.com" userId="47b6e960b06a1f92" providerId="LiveId" clId="{A8815131-AE37-4966-A3FA-DF14762CD7A7}" dt="2025-03-21T03:16:37.574" v="207" actId="20577"/>
        <pc:sldMkLst>
          <pc:docMk/>
          <pc:sldMk cId="360308050" sldId="257"/>
        </pc:sldMkLst>
        <pc:spChg chg="mod">
          <ac:chgData name="shibariku0623@icloud.com" userId="47b6e960b06a1f92" providerId="LiveId" clId="{A8815131-AE37-4966-A3FA-DF14762CD7A7}" dt="2025-03-21T03:16:37.574" v="207" actId="20577"/>
          <ac:spMkLst>
            <pc:docMk/>
            <pc:sldMk cId="360308050" sldId="257"/>
            <ac:spMk id="3" creationId="{227C546A-4794-2F96-BBED-80C7044F3261}"/>
          </ac:spMkLst>
        </pc:spChg>
      </pc:sldChg>
      <pc:sldChg chg="addSp modSp mod">
        <pc:chgData name="shibariku0623@icloud.com" userId="47b6e960b06a1f92" providerId="LiveId" clId="{A8815131-AE37-4966-A3FA-DF14762CD7A7}" dt="2025-03-21T03:13:34.778" v="51" actId="1076"/>
        <pc:sldMkLst>
          <pc:docMk/>
          <pc:sldMk cId="480736278" sldId="259"/>
        </pc:sldMkLst>
        <pc:spChg chg="mod">
          <ac:chgData name="shibariku0623@icloud.com" userId="47b6e960b06a1f92" providerId="LiveId" clId="{A8815131-AE37-4966-A3FA-DF14762CD7A7}" dt="2025-03-21T03:13:34.778" v="51" actId="1076"/>
          <ac:spMkLst>
            <pc:docMk/>
            <pc:sldMk cId="480736278" sldId="259"/>
            <ac:spMk id="2" creationId="{BCD88F23-3CE1-539E-819F-C232EA57A75E}"/>
          </ac:spMkLst>
        </pc:spChg>
        <pc:spChg chg="add mod">
          <ac:chgData name="shibariku0623@icloud.com" userId="47b6e960b06a1f92" providerId="LiveId" clId="{A8815131-AE37-4966-A3FA-DF14762CD7A7}" dt="2025-03-21T03:13:25.798" v="49" actId="1076"/>
          <ac:spMkLst>
            <pc:docMk/>
            <pc:sldMk cId="480736278" sldId="259"/>
            <ac:spMk id="3" creationId="{D1E08BE9-9841-AA38-461F-4D6BC3A3622E}"/>
          </ac:spMkLst>
        </pc:spChg>
      </pc:sldChg>
      <pc:sldChg chg="addSp delSp modSp mod setBg addAnim delAnim">
        <pc:chgData name="shibariku0623@icloud.com" userId="47b6e960b06a1f92" providerId="LiveId" clId="{A8815131-AE37-4966-A3FA-DF14762CD7A7}" dt="2025-03-21T03:15:17.395" v="76" actId="1076"/>
        <pc:sldMkLst>
          <pc:docMk/>
          <pc:sldMk cId="4099420670" sldId="262"/>
        </pc:sldMkLst>
        <pc:spChg chg="mod">
          <ac:chgData name="shibariku0623@icloud.com" userId="47b6e960b06a1f92" providerId="LiveId" clId="{A8815131-AE37-4966-A3FA-DF14762CD7A7}" dt="2025-03-21T03:15:04.450" v="73" actId="26606"/>
          <ac:spMkLst>
            <pc:docMk/>
            <pc:sldMk cId="4099420670" sldId="262"/>
            <ac:spMk id="2" creationId="{BCD88F23-3CE1-539E-819F-C232EA57A75E}"/>
          </ac:spMkLst>
        </pc:spChg>
        <pc:spChg chg="add del">
          <ac:chgData name="shibariku0623@icloud.com" userId="47b6e960b06a1f92" providerId="LiveId" clId="{A8815131-AE37-4966-A3FA-DF14762CD7A7}" dt="2025-03-21T03:15:04.450" v="73" actId="26606"/>
          <ac:spMkLst>
            <pc:docMk/>
            <pc:sldMk cId="4099420670" sldId="262"/>
            <ac:spMk id="15" creationId="{D880886B-02ED-4317-9236-CB60C22CF7F3}"/>
          </ac:spMkLst>
        </pc:spChg>
        <pc:spChg chg="add del">
          <ac:chgData name="shibariku0623@icloud.com" userId="47b6e960b06a1f92" providerId="LiveId" clId="{A8815131-AE37-4966-A3FA-DF14762CD7A7}" dt="2025-03-21T03:15:04.450" v="73" actId="26606"/>
          <ac:spMkLst>
            <pc:docMk/>
            <pc:sldMk cId="4099420670" sldId="262"/>
            <ac:spMk id="17" creationId="{28C31856-6ABF-41FD-B683-B06E5FFF926B}"/>
          </ac:spMkLst>
        </pc:spChg>
        <pc:picChg chg="add mod">
          <ac:chgData name="shibariku0623@icloud.com" userId="47b6e960b06a1f92" providerId="LiveId" clId="{A8815131-AE37-4966-A3FA-DF14762CD7A7}" dt="2025-03-21T03:15:17.395" v="76" actId="1076"/>
          <ac:picMkLst>
            <pc:docMk/>
            <pc:sldMk cId="4099420670" sldId="262"/>
            <ac:picMk id="3" creationId="{C41E44E2-F535-BCEB-F5AF-5FB39612EF73}"/>
          </ac:picMkLst>
        </pc:picChg>
        <pc:picChg chg="del">
          <ac:chgData name="shibariku0623@icloud.com" userId="47b6e960b06a1f92" providerId="LiveId" clId="{A8815131-AE37-4966-A3FA-DF14762CD7A7}" dt="2025-03-21T03:14:15.389" v="65" actId="478"/>
          <ac:picMkLst>
            <pc:docMk/>
            <pc:sldMk cId="4099420670" sldId="262"/>
            <ac:picMk id="4" creationId="{61A91B23-9BC2-1091-76FD-D3ED802DD2ED}"/>
          </ac:picMkLst>
        </pc:picChg>
        <pc:picChg chg="del">
          <ac:chgData name="shibariku0623@icloud.com" userId="47b6e960b06a1f92" providerId="LiveId" clId="{A8815131-AE37-4966-A3FA-DF14762CD7A7}" dt="2025-03-21T03:14:14.809" v="64" actId="478"/>
          <ac:picMkLst>
            <pc:docMk/>
            <pc:sldMk cId="4099420670" sldId="262"/>
            <ac:picMk id="6" creationId="{417B0FE7-9D97-C35B-5022-C208DE561D4E}"/>
          </ac:picMkLst>
        </pc:picChg>
        <pc:picChg chg="del">
          <ac:chgData name="shibariku0623@icloud.com" userId="47b6e960b06a1f92" providerId="LiveId" clId="{A8815131-AE37-4966-A3FA-DF14762CD7A7}" dt="2025-03-21T03:14:16.653" v="66" actId="478"/>
          <ac:picMkLst>
            <pc:docMk/>
            <pc:sldMk cId="4099420670" sldId="262"/>
            <ac:picMk id="8" creationId="{63BAE76B-C9C4-8956-A8A7-167A7F9B6018}"/>
          </ac:picMkLst>
        </pc:picChg>
        <pc:picChg chg="mod ord">
          <ac:chgData name="shibariku0623@icloud.com" userId="47b6e960b06a1f92" providerId="LiveId" clId="{A8815131-AE37-4966-A3FA-DF14762CD7A7}" dt="2025-03-21T03:15:14.818" v="75" actId="1076"/>
          <ac:picMkLst>
            <pc:docMk/>
            <pc:sldMk cId="4099420670" sldId="262"/>
            <ac:picMk id="10" creationId="{38619DED-7A63-8D98-B46A-9D1B32E965B1}"/>
          </ac:picMkLst>
        </pc:picChg>
      </pc:sldChg>
      <pc:sldChg chg="delSp add mod">
        <pc:chgData name="shibariku0623@icloud.com" userId="47b6e960b06a1f92" providerId="LiveId" clId="{A8815131-AE37-4966-A3FA-DF14762CD7A7}" dt="2025-03-21T03:13:58.405" v="59" actId="478"/>
        <pc:sldMkLst>
          <pc:docMk/>
          <pc:sldMk cId="1759501487" sldId="263"/>
        </pc:sldMkLst>
        <pc:picChg chg="del">
          <ac:chgData name="shibariku0623@icloud.com" userId="47b6e960b06a1f92" providerId="LiveId" clId="{A8815131-AE37-4966-A3FA-DF14762CD7A7}" dt="2025-03-21T03:13:51.390" v="54" actId="478"/>
          <ac:picMkLst>
            <pc:docMk/>
            <pc:sldMk cId="1759501487" sldId="263"/>
            <ac:picMk id="4" creationId="{5D4F38B9-78A5-67C4-177E-DD85F2C9367C}"/>
          </ac:picMkLst>
        </pc:picChg>
        <pc:picChg chg="del">
          <ac:chgData name="shibariku0623@icloud.com" userId="47b6e960b06a1f92" providerId="LiveId" clId="{A8815131-AE37-4966-A3FA-DF14762CD7A7}" dt="2025-03-21T03:13:54.701" v="58" actId="478"/>
          <ac:picMkLst>
            <pc:docMk/>
            <pc:sldMk cId="1759501487" sldId="263"/>
            <ac:picMk id="6" creationId="{C38614E2-0B36-778B-8CF5-6BB9DC567DE0}"/>
          </ac:picMkLst>
        </pc:picChg>
        <pc:picChg chg="del">
          <ac:chgData name="shibariku0623@icloud.com" userId="47b6e960b06a1f92" providerId="LiveId" clId="{A8815131-AE37-4966-A3FA-DF14762CD7A7}" dt="2025-03-21T03:13:54.005" v="57" actId="478"/>
          <ac:picMkLst>
            <pc:docMk/>
            <pc:sldMk cId="1759501487" sldId="263"/>
            <ac:picMk id="8" creationId="{972BA804-CAFA-4EBD-F28A-BFF18BBE56BF}"/>
          </ac:picMkLst>
        </pc:picChg>
        <pc:picChg chg="del">
          <ac:chgData name="shibariku0623@icloud.com" userId="47b6e960b06a1f92" providerId="LiveId" clId="{A8815131-AE37-4966-A3FA-DF14762CD7A7}" dt="2025-03-21T03:13:51.953" v="55" actId="478"/>
          <ac:picMkLst>
            <pc:docMk/>
            <pc:sldMk cId="1759501487" sldId="263"/>
            <ac:picMk id="12" creationId="{17897609-AA54-72D8-21D8-387EEBE89ACB}"/>
          </ac:picMkLst>
        </pc:picChg>
        <pc:picChg chg="del">
          <ac:chgData name="shibariku0623@icloud.com" userId="47b6e960b06a1f92" providerId="LiveId" clId="{A8815131-AE37-4966-A3FA-DF14762CD7A7}" dt="2025-03-21T03:13:53.139" v="56" actId="478"/>
          <ac:picMkLst>
            <pc:docMk/>
            <pc:sldMk cId="1759501487" sldId="263"/>
            <ac:picMk id="14" creationId="{D7D0B6E6-0395-4E26-C1DC-1E6F00221615}"/>
          </ac:picMkLst>
        </pc:picChg>
        <pc:picChg chg="del">
          <ac:chgData name="shibariku0623@icloud.com" userId="47b6e960b06a1f92" providerId="LiveId" clId="{A8815131-AE37-4966-A3FA-DF14762CD7A7}" dt="2025-03-21T03:13:50.352" v="53" actId="478"/>
          <ac:picMkLst>
            <pc:docMk/>
            <pc:sldMk cId="1759501487" sldId="263"/>
            <ac:picMk id="16" creationId="{4B298AE2-329F-96AA-B6B9-85CEEC0D665D}"/>
          </ac:picMkLst>
        </pc:picChg>
        <pc:picChg chg="del">
          <ac:chgData name="shibariku0623@icloud.com" userId="47b6e960b06a1f92" providerId="LiveId" clId="{A8815131-AE37-4966-A3FA-DF14762CD7A7}" dt="2025-03-21T03:13:58.405" v="59" actId="478"/>
          <ac:picMkLst>
            <pc:docMk/>
            <pc:sldMk cId="1759501487" sldId="263"/>
            <ac:picMk id="18" creationId="{F8EA579F-F3BC-ECCC-732D-35D00A113564}"/>
          </ac:picMkLst>
        </pc:picChg>
      </pc:sldChg>
      <pc:sldChg chg="delSp add mod">
        <pc:chgData name="shibariku0623@icloud.com" userId="47b6e960b06a1f92" providerId="LiveId" clId="{A8815131-AE37-4966-A3FA-DF14762CD7A7}" dt="2025-03-21T03:14:07.618" v="63" actId="478"/>
        <pc:sldMkLst>
          <pc:docMk/>
          <pc:sldMk cId="1247374962" sldId="264"/>
        </pc:sldMkLst>
        <pc:picChg chg="del">
          <ac:chgData name="shibariku0623@icloud.com" userId="47b6e960b06a1f92" providerId="LiveId" clId="{A8815131-AE37-4966-A3FA-DF14762CD7A7}" dt="2025-03-21T03:14:06.482" v="61" actId="478"/>
          <ac:picMkLst>
            <pc:docMk/>
            <pc:sldMk cId="1247374962" sldId="264"/>
            <ac:picMk id="4" creationId="{A4FA5857-3533-215F-782B-B14448AED25A}"/>
          </ac:picMkLst>
        </pc:picChg>
        <pc:picChg chg="del">
          <ac:chgData name="shibariku0623@icloud.com" userId="47b6e960b06a1f92" providerId="LiveId" clId="{A8815131-AE37-4966-A3FA-DF14762CD7A7}" dt="2025-03-21T03:14:07.068" v="62" actId="478"/>
          <ac:picMkLst>
            <pc:docMk/>
            <pc:sldMk cId="1247374962" sldId="264"/>
            <ac:picMk id="6" creationId="{A10C21E0-E66F-2C14-2E13-D450A21BF2C0}"/>
          </ac:picMkLst>
        </pc:picChg>
        <pc:picChg chg="del">
          <ac:chgData name="shibariku0623@icloud.com" userId="47b6e960b06a1f92" providerId="LiveId" clId="{A8815131-AE37-4966-A3FA-DF14762CD7A7}" dt="2025-03-21T03:14:07.618" v="63" actId="478"/>
          <ac:picMkLst>
            <pc:docMk/>
            <pc:sldMk cId="1247374962" sldId="264"/>
            <ac:picMk id="8" creationId="{0BAB3261-89E5-DC91-D632-544217001201}"/>
          </ac:picMkLst>
        </pc:picChg>
      </pc:sldChg>
      <pc:sldChg chg="addSp delSp modSp add mod">
        <pc:chgData name="shibariku0623@icloud.com" userId="47b6e960b06a1f92" providerId="LiveId" clId="{A8815131-AE37-4966-A3FA-DF14762CD7A7}" dt="2025-03-21T03:16:28.107" v="189" actId="1076"/>
        <pc:sldMkLst>
          <pc:docMk/>
          <pc:sldMk cId="1085222574" sldId="265"/>
        </pc:sldMkLst>
        <pc:spChg chg="mod">
          <ac:chgData name="shibariku0623@icloud.com" userId="47b6e960b06a1f92" providerId="LiveId" clId="{A8815131-AE37-4966-A3FA-DF14762CD7A7}" dt="2025-03-21T03:15:35.137" v="91" actId="20577"/>
          <ac:spMkLst>
            <pc:docMk/>
            <pc:sldMk cId="1085222574" sldId="265"/>
            <ac:spMk id="2" creationId="{C8D7799C-0696-994E-A1ED-E0FC00B04A1B}"/>
          </ac:spMkLst>
        </pc:spChg>
        <pc:spChg chg="add mod">
          <ac:chgData name="shibariku0623@icloud.com" userId="47b6e960b06a1f92" providerId="LiveId" clId="{A8815131-AE37-4966-A3FA-DF14762CD7A7}" dt="2025-03-21T03:16:28.107" v="189" actId="1076"/>
          <ac:spMkLst>
            <pc:docMk/>
            <pc:sldMk cId="1085222574" sldId="265"/>
            <ac:spMk id="4" creationId="{A628CCC4-FCC9-95C9-206D-4C005691AA22}"/>
          </ac:spMkLst>
        </pc:spChg>
        <pc:picChg chg="del">
          <ac:chgData name="shibariku0623@icloud.com" userId="47b6e960b06a1f92" providerId="LiveId" clId="{A8815131-AE37-4966-A3FA-DF14762CD7A7}" dt="2025-03-21T03:15:30.927" v="78" actId="478"/>
          <ac:picMkLst>
            <pc:docMk/>
            <pc:sldMk cId="1085222574" sldId="265"/>
            <ac:picMk id="3" creationId="{A3F9E87F-6025-6335-C044-E038C5C949D3}"/>
          </ac:picMkLst>
        </pc:picChg>
        <pc:picChg chg="del">
          <ac:chgData name="shibariku0623@icloud.com" userId="47b6e960b06a1f92" providerId="LiveId" clId="{A8815131-AE37-4966-A3FA-DF14762CD7A7}" dt="2025-03-21T03:15:31.451" v="79" actId="478"/>
          <ac:picMkLst>
            <pc:docMk/>
            <pc:sldMk cId="1085222574" sldId="265"/>
            <ac:picMk id="10" creationId="{ADD05842-A036-7495-746E-ABE7BDB18AC6}"/>
          </ac:picMkLst>
        </pc:picChg>
      </pc:sldChg>
      <pc:sldChg chg="delSp modSp add mod">
        <pc:chgData name="shibariku0623@icloud.com" userId="47b6e960b06a1f92" providerId="LiveId" clId="{A8815131-AE37-4966-A3FA-DF14762CD7A7}" dt="2025-03-21T03:17:30.590" v="215" actId="732"/>
        <pc:sldMkLst>
          <pc:docMk/>
          <pc:sldMk cId="1148771702" sldId="266"/>
        </pc:sldMkLst>
        <pc:picChg chg="mod modCrop">
          <ac:chgData name="shibariku0623@icloud.com" userId="47b6e960b06a1f92" providerId="LiveId" clId="{A8815131-AE37-4966-A3FA-DF14762CD7A7}" dt="2025-03-21T03:17:30.590" v="215" actId="732"/>
          <ac:picMkLst>
            <pc:docMk/>
            <pc:sldMk cId="1148771702" sldId="266"/>
            <ac:picMk id="11" creationId="{2DB1F734-CCD5-074F-C2F6-E869AEA1C984}"/>
          </ac:picMkLst>
        </pc:picChg>
        <pc:picChg chg="mod modCrop">
          <ac:chgData name="shibariku0623@icloud.com" userId="47b6e960b06a1f92" providerId="LiveId" clId="{A8815131-AE37-4966-A3FA-DF14762CD7A7}" dt="2025-03-21T03:17:22.491" v="214" actId="732"/>
          <ac:picMkLst>
            <pc:docMk/>
            <pc:sldMk cId="1148771702" sldId="266"/>
            <ac:picMk id="13" creationId="{10F24965-972E-C601-17A2-EBA79178E004}"/>
          </ac:picMkLst>
        </pc:picChg>
        <pc:picChg chg="del">
          <ac:chgData name="shibariku0623@icloud.com" userId="47b6e960b06a1f92" providerId="LiveId" clId="{A8815131-AE37-4966-A3FA-DF14762CD7A7}" dt="2025-03-21T03:16:50.015" v="209" actId="478"/>
          <ac:picMkLst>
            <pc:docMk/>
            <pc:sldMk cId="1148771702" sldId="266"/>
            <ac:picMk id="15" creationId="{B77A33E9-8072-4277-A8D0-2D10480F9D8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FFAE2D-6723-4455-0008-2462C3613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B3E1BB6-8698-A707-8519-C98DC4AF0B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C5CC18-4DBE-9CA3-AA20-456ADA90D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F9081-A094-4400-B986-EAC922E29A01}" type="datetimeFigureOut">
              <a:rPr kumimoji="1" lang="ja-JP" altLang="en-US" smtClean="0"/>
              <a:t>2025/3/21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347146-3667-2744-BA61-813861D42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781072-F75E-908C-0B11-43F2848EE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4474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2DAF8D-7CF8-DA32-90A1-12A997BEB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016E8AF-C852-0284-D8AA-4F01DC53D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343E19-4C1B-A6BD-2A6C-61BF4654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F9081-A094-4400-B986-EAC922E29A01}" type="datetimeFigureOut">
              <a:rPr kumimoji="1" lang="ja-JP" altLang="en-US" smtClean="0"/>
              <a:t>2025/3/21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144FCA-66F7-F943-2C76-07F355339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02AB49-689A-5BE9-ACBE-65413369A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7709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DF0E68-03EE-4926-57FC-A0FADF448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84604E0-E9D3-5673-F42C-56CF75F2D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823B79-05C7-C9FB-EA01-4B4A172F5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F9081-A094-4400-B986-EAC922E29A01}" type="datetimeFigureOut">
              <a:rPr kumimoji="1" lang="ja-JP" altLang="en-US" smtClean="0"/>
              <a:t>2025/3/21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C76E6B1-D15B-28D9-1544-62B82C38F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DB774E-EF67-61E5-CDB7-1C834B08C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5309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8561F8-1870-8B36-01E5-10E36CF9E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D7387F-46F1-71BF-B1CB-78B0897886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CE7C272-B753-83E3-549B-F64BE2B97D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EFB4D3-5DE3-4F56-CC3A-7E257EC65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F9081-A094-4400-B986-EAC922E29A01}" type="datetimeFigureOut">
              <a:rPr kumimoji="1" lang="ja-JP" altLang="en-US" smtClean="0"/>
              <a:t>2025/3/21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DE18E3-2707-B9FD-18F7-DBFDA70AF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74831D0-5DEE-3AAB-219E-48A23A8A1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3286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2A7AD7-D901-77B0-90CB-14FF20900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658FCF7-C4D6-CB7B-DCDF-6B0CDDD0B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B0C0D99-DE2F-3945-CB96-D1D188EAF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8BB1F23-8624-235F-76AF-F8ADA810D5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0DDBE88-069B-4287-23B4-C28514FCB9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1A5A084-70C7-5F0C-3679-1D228969D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F9081-A094-4400-B986-EAC922E29A01}" type="datetimeFigureOut">
              <a:rPr kumimoji="1" lang="ja-JP" altLang="en-US" smtClean="0"/>
              <a:t>2025/3/21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39182A5-E17F-8CAA-5803-2F6B3A448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33DBAB2-8F11-ED9F-97F7-23321D9EC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2897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925C1D-2FB9-ADC8-3765-F1E95F430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42245A8-CD48-CB7E-A33A-44E2FDD31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F9081-A094-4400-B986-EAC922E29A01}" type="datetimeFigureOut">
              <a:rPr kumimoji="1" lang="ja-JP" altLang="en-US" smtClean="0"/>
              <a:t>2025/3/21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38C3D2C-AACC-09BA-B9A1-E59A01F2E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4BC6DF9-2CF1-A44B-9DA3-EFC6C8599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5191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862CF8F-0035-18D8-BF3E-E7DB3406F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F9081-A094-4400-B986-EAC922E29A01}" type="datetimeFigureOut">
              <a:rPr kumimoji="1" lang="ja-JP" altLang="en-US" smtClean="0"/>
              <a:t>2025/3/21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6739056-663B-3AE1-D173-196009890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ADE732E-97A5-50D1-2703-4E76D5111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1233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5886E7-E5BB-87D0-4E17-A55379309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4FFA42-221B-A744-E7BB-AC100BF60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93FAD33-5FDB-D78F-859D-F9F4961DC4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A678E64-60D8-9FD7-1D3F-84F1A6C6B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F9081-A094-4400-B986-EAC922E29A01}" type="datetimeFigureOut">
              <a:rPr kumimoji="1" lang="ja-JP" altLang="en-US" smtClean="0"/>
              <a:t>2025/3/21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5251DA5-E573-EEB0-D712-8C73CFE8A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8119FCF-8EF1-2DC5-82B2-6A1D1D199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3106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52FF90-22CB-3C7C-6A3B-3259FEAB5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9DDE47F-06E0-B613-80D0-6D44FECAC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0171E55-54FE-ECB9-C2A2-652C05D5B6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EAB9D98-7CE9-047E-C1C9-B0D5A1F73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F9081-A094-4400-B986-EAC922E29A01}" type="datetimeFigureOut">
              <a:rPr kumimoji="1" lang="ja-JP" altLang="en-US" smtClean="0"/>
              <a:t>2025/3/21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8011D6B-F86E-0814-17E0-B93FC4440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1892A1F-550E-DACE-6622-FFB8CB1E3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1703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52A58C-ACCD-D443-BEE8-402B6F10C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0C7B9D5-22B4-0D96-A4E4-2870C16FA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E06C72-15A5-D6A8-D4DB-20E719C1D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F9081-A094-4400-B986-EAC922E29A01}" type="datetimeFigureOut">
              <a:rPr kumimoji="1" lang="ja-JP" altLang="en-US" smtClean="0"/>
              <a:t>2025/3/21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D8D9B0-050F-5832-2734-180787B02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609C58-79D9-D07D-8DBF-770DC7DA8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5551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FC1BAE4-59CF-0360-5CBC-5BEAB4F492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FCC8098-D9B3-8A5D-9BAE-460184762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5FAD9F-38C0-EB41-9DC7-F5656B389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F9081-A094-4400-B986-EAC922E29A01}" type="datetimeFigureOut">
              <a:rPr kumimoji="1" lang="ja-JP" altLang="en-US" smtClean="0"/>
              <a:t>2025/3/21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ED2F2B-122F-5AB0-9CFA-E2088A733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A4778C-D349-2390-7B8E-AFC49C539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5817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7243F4A-A5CA-F123-60F8-56DF42A27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EE7A938-950F-BDE2-DB55-5C5D8D5A5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3C03339-3BA7-D9C7-2F48-A9579FC636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FF9081-A094-4400-B986-EAC922E29A01}" type="datetimeFigureOut">
              <a:rPr kumimoji="1" lang="ja-JP" altLang="en-US" smtClean="0"/>
              <a:t>2025/3/21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94F6FB7-AFD8-D497-A9FB-8BD17ECAE5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D00A32-CF03-1206-7C59-5934032B5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707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Relationship Id="rId9" Type="http://schemas.openxmlformats.org/officeDocument/2006/relationships/image" Target="../media/image14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CA521C-E8DD-B3EE-B6ED-2870AF6286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植木研　自己紹介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BDEFE88-EDE9-E499-CF8C-036F02EA3C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600" y="4004374"/>
            <a:ext cx="1908048" cy="512762"/>
          </a:xfrm>
        </p:spPr>
        <p:txBody>
          <a:bodyPr/>
          <a:lstStyle/>
          <a:p>
            <a:r>
              <a:rPr kumimoji="1" lang="en-US" altLang="ja-JP" dirty="0"/>
              <a:t>2024/3/28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64863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153823-70FF-285A-3B34-0AC9631DB1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92011"/>
            <a:ext cx="2517648" cy="578421"/>
          </a:xfrm>
        </p:spPr>
        <p:txBody>
          <a:bodyPr>
            <a:normAutofit/>
          </a:bodyPr>
          <a:lstStyle/>
          <a:p>
            <a:r>
              <a:rPr kumimoji="1" lang="ja-JP" altLang="en-US" sz="2800" dirty="0"/>
              <a:t>プロフィール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27C546A-4794-2F96-BBED-80C7044F3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5944" y="2048256"/>
            <a:ext cx="6623304" cy="3749040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kumimoji="1" lang="ja-JP" altLang="en-US" sz="1800" dirty="0"/>
              <a:t>名前：柴崎陸</a:t>
            </a:r>
            <a:r>
              <a:rPr kumimoji="1" lang="en-US" altLang="ja-JP" sz="1800" dirty="0"/>
              <a:t>(</a:t>
            </a:r>
            <a:r>
              <a:rPr kumimoji="1" lang="ja-JP" altLang="en-US" sz="1800" dirty="0"/>
              <a:t>しばさきりく</a:t>
            </a:r>
            <a:r>
              <a:rPr kumimoji="1" lang="en-US" altLang="ja-JP" sz="1800" dirty="0"/>
              <a:t>)</a:t>
            </a:r>
          </a:p>
          <a:p>
            <a:pPr algn="just">
              <a:lnSpc>
                <a:spcPct val="120000"/>
              </a:lnSpc>
            </a:pPr>
            <a:r>
              <a:rPr lang="ja-JP" altLang="en-US" sz="1800" dirty="0"/>
              <a:t>生年月日：</a:t>
            </a:r>
            <a:r>
              <a:rPr lang="en-US" altLang="ja-JP" sz="1800" dirty="0"/>
              <a:t>2002/6/23</a:t>
            </a:r>
          </a:p>
          <a:p>
            <a:pPr algn="just">
              <a:lnSpc>
                <a:spcPct val="120000"/>
              </a:lnSpc>
            </a:pPr>
            <a:r>
              <a:rPr kumimoji="1" lang="ja-JP" altLang="en-US" sz="1800" dirty="0"/>
              <a:t>出身：埼玉県深谷市</a:t>
            </a:r>
            <a:endParaRPr kumimoji="1" lang="en-US" altLang="ja-JP" sz="1800" dirty="0"/>
          </a:p>
          <a:p>
            <a:pPr algn="just">
              <a:lnSpc>
                <a:spcPct val="120000"/>
              </a:lnSpc>
            </a:pPr>
            <a:r>
              <a:rPr kumimoji="1" lang="ja-JP" altLang="en-US" sz="1800" dirty="0"/>
              <a:t>家族構成：父、母、弟</a:t>
            </a:r>
            <a:endParaRPr kumimoji="1" lang="en-US" altLang="ja-JP" sz="1800" dirty="0"/>
          </a:p>
          <a:p>
            <a:pPr algn="just">
              <a:lnSpc>
                <a:spcPct val="120000"/>
              </a:lnSpc>
            </a:pPr>
            <a:r>
              <a:rPr kumimoji="1" lang="ja-JP" altLang="en-US" sz="1800" dirty="0"/>
              <a:t>バイト：塾講　→　</a:t>
            </a:r>
            <a:r>
              <a:rPr lang="ja-JP" altLang="en-US" sz="1800" dirty="0"/>
              <a:t>長期インターン</a:t>
            </a:r>
            <a:endParaRPr kumimoji="1" lang="en-US" altLang="ja-JP" sz="1800" dirty="0"/>
          </a:p>
          <a:p>
            <a:pPr algn="just">
              <a:lnSpc>
                <a:spcPct val="120000"/>
              </a:lnSpc>
            </a:pPr>
            <a:r>
              <a:rPr kumimoji="1" lang="ja-JP" altLang="en-US" sz="1800" dirty="0"/>
              <a:t>部活：小中高で野球</a:t>
            </a:r>
            <a:endParaRPr kumimoji="1" lang="en-US" altLang="ja-JP" sz="1800" dirty="0"/>
          </a:p>
          <a:p>
            <a:pPr algn="just">
              <a:lnSpc>
                <a:spcPct val="120000"/>
              </a:lnSpc>
            </a:pPr>
            <a:r>
              <a:rPr lang="ja-JP" altLang="en-US" sz="1800" dirty="0"/>
              <a:t>趣味：スマホのゲーム、スキー、</a:t>
            </a:r>
            <a:endParaRPr lang="en-US" altLang="ja-JP" sz="1800" dirty="0"/>
          </a:p>
          <a:p>
            <a:pPr algn="just">
              <a:lnSpc>
                <a:spcPct val="120000"/>
              </a:lnSpc>
            </a:pPr>
            <a:r>
              <a:rPr lang="ja-JP" altLang="en-US" sz="1800" dirty="0"/>
              <a:t>少し漫画とアニメ</a:t>
            </a:r>
            <a:endParaRPr kumimoji="1" lang="ja-JP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6030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D88F23-3CE1-539E-819F-C232EA57A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752" y="582867"/>
            <a:ext cx="2993136" cy="688149"/>
          </a:xfrm>
        </p:spPr>
        <p:txBody>
          <a:bodyPr>
            <a:normAutofit/>
          </a:bodyPr>
          <a:lstStyle/>
          <a:p>
            <a:r>
              <a:rPr lang="ja-JP" altLang="en-US" sz="3200" dirty="0"/>
              <a:t>スマホゲーム</a:t>
            </a:r>
            <a:endParaRPr kumimoji="1" lang="ja-JP" altLang="en-US" sz="3200" dirty="0"/>
          </a:p>
        </p:txBody>
      </p:sp>
      <p:pic>
        <p:nvPicPr>
          <p:cNvPr id="11" name="図 10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A45125ED-C2BE-05A4-F95D-A3F320F04A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2" t="28413" r="5362" b="27778"/>
          <a:stretch/>
        </p:blipFill>
        <p:spPr>
          <a:xfrm>
            <a:off x="957943" y="2111829"/>
            <a:ext cx="2895600" cy="3004458"/>
          </a:xfrm>
          <a:prstGeom prst="rect">
            <a:avLst/>
          </a:prstGeom>
        </p:spPr>
      </p:pic>
      <p:pic>
        <p:nvPicPr>
          <p:cNvPr id="13" name="図 12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AC65F26D-7E12-4E59-B07D-4DACB9D4321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5" t="27936" r="6049" b="28254"/>
          <a:stretch/>
        </p:blipFill>
        <p:spPr>
          <a:xfrm>
            <a:off x="4386943" y="2111829"/>
            <a:ext cx="2895600" cy="3004459"/>
          </a:xfrm>
          <a:prstGeom prst="rect">
            <a:avLst/>
          </a:prstGeom>
        </p:spPr>
      </p:pic>
      <p:pic>
        <p:nvPicPr>
          <p:cNvPr id="15" name="図 14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B926B5F5-F34E-CD44-2912-C32B69C0AB8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7" t="27778" r="4807" b="28413"/>
          <a:stretch/>
        </p:blipFill>
        <p:spPr>
          <a:xfrm>
            <a:off x="8001000" y="2111829"/>
            <a:ext cx="2895600" cy="3004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882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973B6-CFC2-E15E-3277-38E94ACE5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FA3F1B-92C3-8F5F-B0B2-E4C0675CC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752" y="582867"/>
            <a:ext cx="2993136" cy="688149"/>
          </a:xfrm>
        </p:spPr>
        <p:txBody>
          <a:bodyPr>
            <a:normAutofit/>
          </a:bodyPr>
          <a:lstStyle/>
          <a:p>
            <a:r>
              <a:rPr lang="ja-JP" altLang="en-US" sz="3200" dirty="0"/>
              <a:t>スマホゲーム</a:t>
            </a:r>
            <a:endParaRPr kumimoji="1" lang="ja-JP" altLang="en-US" sz="3200" dirty="0"/>
          </a:p>
        </p:txBody>
      </p:sp>
      <p:pic>
        <p:nvPicPr>
          <p:cNvPr id="11" name="図 10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2DB1F734-CCD5-074F-C2F6-E869AEA1C9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37" t="31978" r="16109" b="44826"/>
          <a:stretch/>
        </p:blipFill>
        <p:spPr>
          <a:xfrm>
            <a:off x="2804159" y="2356338"/>
            <a:ext cx="708661" cy="1590822"/>
          </a:xfrm>
          <a:prstGeom prst="rect">
            <a:avLst/>
          </a:prstGeom>
        </p:spPr>
      </p:pic>
      <p:pic>
        <p:nvPicPr>
          <p:cNvPr id="13" name="図 12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10F24965-972E-C601-17A2-EBA79178E00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66" t="55946" r="62335" b="32943"/>
          <a:stretch/>
        </p:blipFill>
        <p:spPr>
          <a:xfrm>
            <a:off x="4876800" y="4032738"/>
            <a:ext cx="621324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771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D88F23-3CE1-539E-819F-C232EA57A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752" y="582867"/>
            <a:ext cx="2993136" cy="688149"/>
          </a:xfrm>
        </p:spPr>
        <p:txBody>
          <a:bodyPr>
            <a:normAutofit/>
          </a:bodyPr>
          <a:lstStyle/>
          <a:p>
            <a:r>
              <a:rPr kumimoji="1" lang="ja-JP" altLang="en-US" sz="3200" dirty="0"/>
              <a:t>他のゲーム</a:t>
            </a:r>
          </a:p>
        </p:txBody>
      </p:sp>
      <p:pic>
        <p:nvPicPr>
          <p:cNvPr id="4" name="図 3" descr="誕生日ケーキを持つ女性&#10;&#10;中程度の精度で自動的に生成された説明">
            <a:extLst>
              <a:ext uri="{FF2B5EF4-FFF2-40B4-BE49-F238E27FC236}">
                <a16:creationId xmlns:a16="http://schemas.microsoft.com/office/drawing/2014/main" id="{11E47AD9-4ADF-42D8-3CE3-7EF9A87FA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88" y="1905000"/>
            <a:ext cx="3048000" cy="3048000"/>
          </a:xfrm>
          <a:prstGeom prst="rect">
            <a:avLst/>
          </a:prstGeom>
        </p:spPr>
      </p:pic>
      <p:pic>
        <p:nvPicPr>
          <p:cNvPr id="6" name="図 5" descr="動物, 犬, テーブル, 大きい が含まれている画像&#10;&#10;自動的に生成された説明">
            <a:extLst>
              <a:ext uri="{FF2B5EF4-FFF2-40B4-BE49-F238E27FC236}">
                <a16:creationId xmlns:a16="http://schemas.microsoft.com/office/drawing/2014/main" id="{8F75E802-C38F-3963-712B-C323E449EF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758" y="926941"/>
            <a:ext cx="4544857" cy="2558143"/>
          </a:xfrm>
          <a:prstGeom prst="rect">
            <a:avLst/>
          </a:prstGeom>
        </p:spPr>
      </p:pic>
      <p:pic>
        <p:nvPicPr>
          <p:cNvPr id="8" name="図 7" descr="屋内, おもちゃ, カラフル, テーブル が含まれている画像&#10;&#10;自動的に生成された説明">
            <a:extLst>
              <a:ext uri="{FF2B5EF4-FFF2-40B4-BE49-F238E27FC236}">
                <a16:creationId xmlns:a16="http://schemas.microsoft.com/office/drawing/2014/main" id="{58769190-E2B0-B8C3-5873-ABE3D4FD12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5671" y="3750128"/>
            <a:ext cx="3345265" cy="255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849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C2114-1DDC-8F09-16AF-C13B67FF4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B96EA2-1EF8-FA09-1778-5D29716D99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752" y="582867"/>
            <a:ext cx="2993136" cy="688149"/>
          </a:xfrm>
        </p:spPr>
        <p:txBody>
          <a:bodyPr>
            <a:normAutofit/>
          </a:bodyPr>
          <a:lstStyle/>
          <a:p>
            <a:r>
              <a:rPr kumimoji="1" lang="ja-JP" altLang="en-US" sz="3200" dirty="0"/>
              <a:t>他のゲーム</a:t>
            </a:r>
          </a:p>
        </p:txBody>
      </p:sp>
    </p:spTree>
    <p:extLst>
      <p:ext uri="{BB962C8B-B14F-4D97-AF65-F5344CB8AC3E}">
        <p14:creationId xmlns:p14="http://schemas.microsoft.com/office/powerpoint/2010/main" val="1247374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D88F23-3CE1-539E-819F-C232EA57A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995" y="606931"/>
            <a:ext cx="2993136" cy="688149"/>
          </a:xfrm>
        </p:spPr>
        <p:txBody>
          <a:bodyPr>
            <a:normAutofit/>
          </a:bodyPr>
          <a:lstStyle/>
          <a:p>
            <a:r>
              <a:rPr kumimoji="1" lang="ja-JP" altLang="en-US" sz="3200" dirty="0"/>
              <a:t>スキー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1E08BE9-9841-AA38-461F-4D6BC3A3622E}"/>
              </a:ext>
            </a:extLst>
          </p:cNvPr>
          <p:cNvSpPr txBox="1"/>
          <p:nvPr/>
        </p:nvSpPr>
        <p:spPr>
          <a:xfrm>
            <a:off x="4363452" y="3104147"/>
            <a:ext cx="34650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800" dirty="0"/>
              <a:t>37</a:t>
            </a:r>
            <a:r>
              <a:rPr lang="ja-JP" altLang="en-US" sz="4800" dirty="0"/>
              <a:t>日→</a:t>
            </a:r>
            <a:r>
              <a:rPr lang="en-US" altLang="ja-JP" sz="4800" dirty="0"/>
              <a:t>2</a:t>
            </a:r>
            <a:r>
              <a:rPr lang="ja-JP" altLang="en-US" sz="4800" dirty="0"/>
              <a:t>日</a:t>
            </a:r>
            <a:endParaRPr kumimoji="1"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480736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D88F23-3CE1-539E-819F-C232EA57A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752" y="582867"/>
            <a:ext cx="2993136" cy="688149"/>
          </a:xfrm>
        </p:spPr>
        <p:txBody>
          <a:bodyPr>
            <a:normAutofit/>
          </a:bodyPr>
          <a:lstStyle/>
          <a:p>
            <a:r>
              <a:rPr kumimoji="1" lang="ja-JP" altLang="en-US" sz="3200" dirty="0"/>
              <a:t>漫画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329EF3B3-DBE7-B542-5557-74CE3D80D2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668" y="1643741"/>
            <a:ext cx="1971621" cy="2786743"/>
          </a:xfrm>
          <a:prstGeom prst="rect">
            <a:avLst/>
          </a:prstGeom>
        </p:spPr>
      </p:pic>
      <p:pic>
        <p:nvPicPr>
          <p:cNvPr id="6" name="図 5" descr="テーブル, ケーキ, シマウマ, 座る が含まれている画像&#10;&#10;自動的に生成された説明">
            <a:extLst>
              <a:ext uri="{FF2B5EF4-FFF2-40B4-BE49-F238E27FC236}">
                <a16:creationId xmlns:a16="http://schemas.microsoft.com/office/drawing/2014/main" id="{B557690F-E6BE-BF40-0644-0A1E8B5C58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4038" y="582867"/>
            <a:ext cx="2518954" cy="3537857"/>
          </a:xfrm>
          <a:prstGeom prst="rect">
            <a:avLst/>
          </a:prstGeom>
        </p:spPr>
      </p:pic>
      <p:pic>
        <p:nvPicPr>
          <p:cNvPr id="8" name="図 7" descr="自転車, 座る, 覆い, テーブル が含まれている画像&#10;&#10;自動的に生成された説明">
            <a:extLst>
              <a:ext uri="{FF2B5EF4-FFF2-40B4-BE49-F238E27FC236}">
                <a16:creationId xmlns:a16="http://schemas.microsoft.com/office/drawing/2014/main" id="{76229FBD-50BD-E078-8B6A-4E3A831484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3457" y="1322810"/>
            <a:ext cx="2809657" cy="4212379"/>
          </a:xfrm>
          <a:prstGeom prst="rect">
            <a:avLst/>
          </a:prstGeom>
        </p:spPr>
      </p:pic>
      <p:pic>
        <p:nvPicPr>
          <p:cNvPr id="10" name="図 9" descr="テーブル, 少年, 誕生日, 若い が含まれている画像&#10;&#10;自動的に生成された説明">
            <a:extLst>
              <a:ext uri="{FF2B5EF4-FFF2-40B4-BE49-F238E27FC236}">
                <a16:creationId xmlns:a16="http://schemas.microsoft.com/office/drawing/2014/main" id="{6C0136AF-0AFA-A9A0-19D3-738E1E0E8B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206" y="1578909"/>
            <a:ext cx="3594126" cy="5083629"/>
          </a:xfrm>
          <a:prstGeom prst="rect">
            <a:avLst/>
          </a:prstGeom>
        </p:spPr>
      </p:pic>
      <p:pic>
        <p:nvPicPr>
          <p:cNvPr id="12" name="図 11" descr="QR コード&#10;&#10;自動的に生成された説明">
            <a:extLst>
              <a:ext uri="{FF2B5EF4-FFF2-40B4-BE49-F238E27FC236}">
                <a16:creationId xmlns:a16="http://schemas.microsoft.com/office/drawing/2014/main" id="{79B226A2-73EE-4AA2-FCBF-A193DAE5FF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712" y="3222171"/>
            <a:ext cx="2054643" cy="3052962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87225F17-A4B5-7B60-C35A-639D6BC6EC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1094" y="3020787"/>
            <a:ext cx="2170557" cy="3429000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00028C6B-612F-7541-B70F-3ABC58F01D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741" y="4278086"/>
            <a:ext cx="2449292" cy="3694256"/>
          </a:xfrm>
          <a:prstGeom prst="rect">
            <a:avLst/>
          </a:prstGeom>
        </p:spPr>
      </p:pic>
      <p:pic>
        <p:nvPicPr>
          <p:cNvPr id="18" name="図 17" descr="スポーツゲーム, 挿絵, 選手 が含まれている画像&#10;&#10;自動的に生成された説明">
            <a:extLst>
              <a:ext uri="{FF2B5EF4-FFF2-40B4-BE49-F238E27FC236}">
                <a16:creationId xmlns:a16="http://schemas.microsoft.com/office/drawing/2014/main" id="{69C02841-139C-8A98-7BF8-E7F4D7FDE0C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6439" y="1469573"/>
            <a:ext cx="2305594" cy="326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174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D7A7B-8BB0-7CA9-8AD7-C3D2A5DE9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A50944-342A-E074-7DFB-8AF49B95CF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752" y="582867"/>
            <a:ext cx="2993136" cy="688149"/>
          </a:xfrm>
        </p:spPr>
        <p:txBody>
          <a:bodyPr>
            <a:normAutofit/>
          </a:bodyPr>
          <a:lstStyle/>
          <a:p>
            <a:r>
              <a:rPr kumimoji="1" lang="ja-JP" altLang="en-US" sz="3200" dirty="0"/>
              <a:t>漫画</a:t>
            </a:r>
          </a:p>
        </p:txBody>
      </p:sp>
      <p:pic>
        <p:nvPicPr>
          <p:cNvPr id="10" name="図 9" descr="テーブル, 少年, 誕生日, 若い が含まれている画像&#10;&#10;自動的に生成された説明">
            <a:extLst>
              <a:ext uri="{FF2B5EF4-FFF2-40B4-BE49-F238E27FC236}">
                <a16:creationId xmlns:a16="http://schemas.microsoft.com/office/drawing/2014/main" id="{00FF4A9F-D595-3A28-59EC-C3BD307A6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206" y="1578909"/>
            <a:ext cx="3594126" cy="508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501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D88F23-3CE1-539E-819F-C232EA57A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752" y="582867"/>
            <a:ext cx="2993136" cy="688149"/>
          </a:xfrm>
        </p:spPr>
        <p:txBody>
          <a:bodyPr>
            <a:normAutofit/>
          </a:bodyPr>
          <a:lstStyle/>
          <a:p>
            <a:r>
              <a:rPr lang="ja-JP" altLang="en-US" sz="3200"/>
              <a:t>アニメ</a:t>
            </a:r>
            <a:endParaRPr kumimoji="1" lang="ja-JP" altLang="en-US" sz="3200" dirty="0"/>
          </a:p>
        </p:txBody>
      </p:sp>
      <p:pic>
        <p:nvPicPr>
          <p:cNvPr id="10" name="図 9" descr="虫, 男, 乗る, 民衆 が含まれている画像&#10;&#10;自動的に生成された説明">
            <a:extLst>
              <a:ext uri="{FF2B5EF4-FFF2-40B4-BE49-F238E27FC236}">
                <a16:creationId xmlns:a16="http://schemas.microsoft.com/office/drawing/2014/main" id="{38619DED-7A63-8D98-B46A-9D1B32E965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9794" y="3990509"/>
            <a:ext cx="4947817" cy="2597604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C41E44E2-F535-BCEB-F5AF-5FB39612E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14" y="1566737"/>
            <a:ext cx="6621379" cy="372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20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1805D-B5D5-5AC7-E358-286F62E0A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D7799C-0696-994E-A1ED-E0FC00B04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752" y="582867"/>
            <a:ext cx="2993136" cy="688149"/>
          </a:xfrm>
        </p:spPr>
        <p:txBody>
          <a:bodyPr>
            <a:normAutofit/>
          </a:bodyPr>
          <a:lstStyle/>
          <a:p>
            <a:r>
              <a:rPr kumimoji="1" lang="ja-JP" altLang="en-US" sz="3200" dirty="0"/>
              <a:t>最後に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628CCC4-FCC9-95C9-206D-4C005691AA22}"/>
              </a:ext>
            </a:extLst>
          </p:cNvPr>
          <p:cNvSpPr txBox="1"/>
          <p:nvPr/>
        </p:nvSpPr>
        <p:spPr>
          <a:xfrm>
            <a:off x="2679031" y="3013501"/>
            <a:ext cx="75117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dirty="0"/>
              <a:t>暇な日は研究室にいます</a:t>
            </a:r>
            <a:endParaRPr kumimoji="1"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085222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80</Words>
  <Application>Microsoft Office PowerPoint</Application>
  <PresentationFormat>ワイド画面</PresentationFormat>
  <Paragraphs>22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植木研　自己紹介</vt:lpstr>
      <vt:lpstr>プロフィール</vt:lpstr>
      <vt:lpstr>スマホゲーム</vt:lpstr>
      <vt:lpstr>スマホゲーム</vt:lpstr>
      <vt:lpstr>他のゲーム</vt:lpstr>
      <vt:lpstr>他のゲーム</vt:lpstr>
      <vt:lpstr>スキー</vt:lpstr>
      <vt:lpstr>漫画</vt:lpstr>
      <vt:lpstr>漫画</vt:lpstr>
      <vt:lpstr>アニメ</vt:lpstr>
      <vt:lpstr>最後に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植木研　自己紹介</dc:title>
  <dc:creator>shiba</dc:creator>
  <cp:lastModifiedBy>shibariku0623@icloud.com</cp:lastModifiedBy>
  <cp:revision>1</cp:revision>
  <dcterms:created xsi:type="dcterms:W3CDTF">2024-03-27T15:03:45Z</dcterms:created>
  <dcterms:modified xsi:type="dcterms:W3CDTF">2025-03-21T03:17:31Z</dcterms:modified>
</cp:coreProperties>
</file>
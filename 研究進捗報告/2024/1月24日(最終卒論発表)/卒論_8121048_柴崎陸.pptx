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82E6"/>
    <a:srgbClr val="FA5B40"/>
    <a:srgbClr val="FDBCB1"/>
    <a:srgbClr val="FB8C79"/>
    <a:srgbClr val="2C988E"/>
    <a:srgbClr val="88CDEC"/>
    <a:srgbClr val="3AC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C0BA5-3F79-4462-8259-550FD3A1446E}" v="11" dt="2025-03-03T05:18:31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E14C0BA5-3F79-4462-8259-550FD3A1446E}"/>
    <pc:docChg chg="undo custSel modSld">
      <pc:chgData name="shibariku0623@icloud.com" userId="47b6e960b06a1f92" providerId="LiveId" clId="{E14C0BA5-3F79-4462-8259-550FD3A1446E}" dt="2025-03-03T05:18:31.657" v="250" actId="164"/>
      <pc:docMkLst>
        <pc:docMk/>
      </pc:docMkLst>
      <pc:sldChg chg="addSp delSp modSp mod">
        <pc:chgData name="shibariku0623@icloud.com" userId="47b6e960b06a1f92" providerId="LiveId" clId="{E14C0BA5-3F79-4462-8259-550FD3A1446E}" dt="2025-03-03T05:18:31.657" v="250" actId="164"/>
        <pc:sldMkLst>
          <pc:docMk/>
          <pc:sldMk cId="4286886228" sldId="259"/>
        </pc:sldMkLst>
        <pc:spChg chg="add mod ord">
          <ac:chgData name="shibariku0623@icloud.com" userId="47b6e960b06a1f92" providerId="LiveId" clId="{E14C0BA5-3F79-4462-8259-550FD3A1446E}" dt="2025-03-03T05:10:45.136" v="175" actId="1076"/>
          <ac:spMkLst>
            <pc:docMk/>
            <pc:sldMk cId="4286886228" sldId="259"/>
            <ac:spMk id="2" creationId="{5E22B241-6FBB-4CD8-87A5-9D30A87BE3E7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9" creationId="{A968E6CE-A34F-0D41-57CA-7674D32EBDF2}"/>
          </ac:spMkLst>
        </pc:spChg>
        <pc:spChg chg="del">
          <ac:chgData name="shibariku0623@icloud.com" userId="47b6e960b06a1f92" providerId="LiveId" clId="{E14C0BA5-3F79-4462-8259-550FD3A1446E}" dt="2025-03-03T04:55:42.221" v="86" actId="478"/>
          <ac:spMkLst>
            <pc:docMk/>
            <pc:sldMk cId="4286886228" sldId="259"/>
            <ac:spMk id="10" creationId="{7AF27D0C-BE7E-7B81-02C6-D2BB983D629E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11" creationId="{A460A4A9-3B6C-75F3-3DE5-4E477AA0D81C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12" creationId="{D8B6A832-5DC6-082D-4744-0900E74FFCA0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14" creationId="{EF32509E-F596-76FB-6109-B1592BDB3E20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15" creationId="{B420100F-5990-FCE7-5935-6847B28F30A6}"/>
          </ac:spMkLst>
        </pc:spChg>
        <pc:spChg chg="mod">
          <ac:chgData name="shibariku0623@icloud.com" userId="47b6e960b06a1f92" providerId="LiveId" clId="{E14C0BA5-3F79-4462-8259-550FD3A1446E}" dt="2025-03-03T05:10:06.627" v="166" actId="1076"/>
          <ac:spMkLst>
            <pc:docMk/>
            <pc:sldMk cId="4286886228" sldId="259"/>
            <ac:spMk id="17" creationId="{F94C5DDD-2703-6E0B-EE0D-97AC279B15DF}"/>
          </ac:spMkLst>
        </pc:spChg>
        <pc:spChg chg="del">
          <ac:chgData name="shibariku0623@icloud.com" userId="47b6e960b06a1f92" providerId="LiveId" clId="{E14C0BA5-3F79-4462-8259-550FD3A1446E}" dt="2025-03-03T04:28:02.597" v="37" actId="478"/>
          <ac:spMkLst>
            <pc:docMk/>
            <pc:sldMk cId="4286886228" sldId="259"/>
            <ac:spMk id="21" creationId="{0976C300-BD7A-C71F-74D6-0AB37F400285}"/>
          </ac:spMkLst>
        </pc:spChg>
        <pc:spChg chg="del">
          <ac:chgData name="shibariku0623@icloud.com" userId="47b6e960b06a1f92" providerId="LiveId" clId="{E14C0BA5-3F79-4462-8259-550FD3A1446E}" dt="2025-03-03T04:28:02.597" v="37" actId="478"/>
          <ac:spMkLst>
            <pc:docMk/>
            <pc:sldMk cId="4286886228" sldId="259"/>
            <ac:spMk id="23" creationId="{2FBA5496-BEE5-9D6E-D67A-7AE5323626C1}"/>
          </ac:spMkLst>
        </pc:spChg>
        <pc:spChg chg="del">
          <ac:chgData name="shibariku0623@icloud.com" userId="47b6e960b06a1f92" providerId="LiveId" clId="{E14C0BA5-3F79-4462-8259-550FD3A1446E}" dt="2025-03-03T04:28:02.597" v="37" actId="478"/>
          <ac:spMkLst>
            <pc:docMk/>
            <pc:sldMk cId="4286886228" sldId="259"/>
            <ac:spMk id="25" creationId="{740A99CB-EB5F-93F0-A37E-0021C405FFF2}"/>
          </ac:spMkLst>
        </pc:spChg>
        <pc:spChg chg="del">
          <ac:chgData name="shibariku0623@icloud.com" userId="47b6e960b06a1f92" providerId="LiveId" clId="{E14C0BA5-3F79-4462-8259-550FD3A1446E}" dt="2025-03-03T04:28:02.597" v="37" actId="478"/>
          <ac:spMkLst>
            <pc:docMk/>
            <pc:sldMk cId="4286886228" sldId="259"/>
            <ac:spMk id="26" creationId="{F9892712-55ED-85C1-8E54-739A1475887F}"/>
          </ac:spMkLst>
        </pc:spChg>
        <pc:spChg chg="del">
          <ac:chgData name="shibariku0623@icloud.com" userId="47b6e960b06a1f92" providerId="LiveId" clId="{E14C0BA5-3F79-4462-8259-550FD3A1446E}" dt="2025-03-03T04:30:46.899" v="55" actId="478"/>
          <ac:spMkLst>
            <pc:docMk/>
            <pc:sldMk cId="4286886228" sldId="259"/>
            <ac:spMk id="33" creationId="{5D157448-46CC-4883-1340-E59AC41550BB}"/>
          </ac:spMkLst>
        </pc:spChg>
        <pc:spChg chg="del">
          <ac:chgData name="shibariku0623@icloud.com" userId="47b6e960b06a1f92" providerId="LiveId" clId="{E14C0BA5-3F79-4462-8259-550FD3A1446E}" dt="2025-03-03T04:27:36.963" v="32" actId="478"/>
          <ac:spMkLst>
            <pc:docMk/>
            <pc:sldMk cId="4286886228" sldId="259"/>
            <ac:spMk id="34" creationId="{6B5A4266-9316-12DF-258E-0B284A222FD9}"/>
          </ac:spMkLst>
        </pc:spChg>
        <pc:spChg chg="del">
          <ac:chgData name="shibariku0623@icloud.com" userId="47b6e960b06a1f92" providerId="LiveId" clId="{E14C0BA5-3F79-4462-8259-550FD3A1446E}" dt="2025-03-03T04:27:36.963" v="32" actId="478"/>
          <ac:spMkLst>
            <pc:docMk/>
            <pc:sldMk cId="4286886228" sldId="259"/>
            <ac:spMk id="35" creationId="{722C4F7F-27C1-14D3-53CE-E600B55F1495}"/>
          </ac:spMkLst>
        </pc:spChg>
        <pc:spChg chg="del">
          <ac:chgData name="shibariku0623@icloud.com" userId="47b6e960b06a1f92" providerId="LiveId" clId="{E14C0BA5-3F79-4462-8259-550FD3A1446E}" dt="2025-03-03T04:27:36.963" v="32" actId="478"/>
          <ac:spMkLst>
            <pc:docMk/>
            <pc:sldMk cId="4286886228" sldId="259"/>
            <ac:spMk id="36" creationId="{F3E422EB-D8F5-57F0-D08C-549FA91BC6AF}"/>
          </ac:spMkLst>
        </pc:spChg>
        <pc:spChg chg="del">
          <ac:chgData name="shibariku0623@icloud.com" userId="47b6e960b06a1f92" providerId="LiveId" clId="{E14C0BA5-3F79-4462-8259-550FD3A1446E}" dt="2025-03-03T04:27:36.963" v="32" actId="478"/>
          <ac:spMkLst>
            <pc:docMk/>
            <pc:sldMk cId="4286886228" sldId="259"/>
            <ac:spMk id="37" creationId="{79D5399D-1EB3-B0C1-4148-9C52F2798E6D}"/>
          </ac:spMkLst>
        </pc:spChg>
        <pc:spChg chg="del">
          <ac:chgData name="shibariku0623@icloud.com" userId="47b6e960b06a1f92" providerId="LiveId" clId="{E14C0BA5-3F79-4462-8259-550FD3A1446E}" dt="2025-03-03T04:27:36.963" v="32" actId="478"/>
          <ac:spMkLst>
            <pc:docMk/>
            <pc:sldMk cId="4286886228" sldId="259"/>
            <ac:spMk id="38" creationId="{96C4E746-0D66-BF87-EC6A-5F39DC5070B3}"/>
          </ac:spMkLst>
        </pc:spChg>
        <pc:spChg chg="del">
          <ac:chgData name="shibariku0623@icloud.com" userId="47b6e960b06a1f92" providerId="LiveId" clId="{E14C0BA5-3F79-4462-8259-550FD3A1446E}" dt="2025-03-03T04:27:33.819" v="31" actId="478"/>
          <ac:spMkLst>
            <pc:docMk/>
            <pc:sldMk cId="4286886228" sldId="259"/>
            <ac:spMk id="39" creationId="{392A397E-E049-58A3-DDCF-755135F64D12}"/>
          </ac:spMkLst>
        </pc:spChg>
        <pc:spChg chg="del">
          <ac:chgData name="shibariku0623@icloud.com" userId="47b6e960b06a1f92" providerId="LiveId" clId="{E14C0BA5-3F79-4462-8259-550FD3A1446E}" dt="2025-03-03T04:30:41.869" v="51" actId="478"/>
          <ac:spMkLst>
            <pc:docMk/>
            <pc:sldMk cId="4286886228" sldId="259"/>
            <ac:spMk id="40" creationId="{5CC88C35-8481-8940-E017-7884ADD4C58A}"/>
          </ac:spMkLst>
        </pc:spChg>
        <pc:spChg chg="del">
          <ac:chgData name="shibariku0623@icloud.com" userId="47b6e960b06a1f92" providerId="LiveId" clId="{E14C0BA5-3F79-4462-8259-550FD3A1446E}" dt="2025-03-03T04:30:40.544" v="50" actId="478"/>
          <ac:spMkLst>
            <pc:docMk/>
            <pc:sldMk cId="4286886228" sldId="259"/>
            <ac:spMk id="41" creationId="{74B1AEC6-7C5C-D567-1AF0-3CBD66E91A39}"/>
          </ac:spMkLst>
        </pc:spChg>
        <pc:spChg chg="del">
          <ac:chgData name="shibariku0623@icloud.com" userId="47b6e960b06a1f92" providerId="LiveId" clId="{E14C0BA5-3F79-4462-8259-550FD3A1446E}" dt="2025-03-03T04:30:42.625" v="52" actId="478"/>
          <ac:spMkLst>
            <pc:docMk/>
            <pc:sldMk cId="4286886228" sldId="259"/>
            <ac:spMk id="42" creationId="{391D921F-60BD-3CAD-CDFF-36927F7B0289}"/>
          </ac:spMkLst>
        </pc:spChg>
        <pc:spChg chg="del">
          <ac:chgData name="shibariku0623@icloud.com" userId="47b6e960b06a1f92" providerId="LiveId" clId="{E14C0BA5-3F79-4462-8259-550FD3A1446E}" dt="2025-03-03T04:30:44.365" v="53" actId="478"/>
          <ac:spMkLst>
            <pc:docMk/>
            <pc:sldMk cId="4286886228" sldId="259"/>
            <ac:spMk id="43" creationId="{52146D68-D533-56E9-060A-1EF9E3309C10}"/>
          </ac:spMkLst>
        </pc:spChg>
        <pc:spChg chg="del">
          <ac:chgData name="shibariku0623@icloud.com" userId="47b6e960b06a1f92" providerId="LiveId" clId="{E14C0BA5-3F79-4462-8259-550FD3A1446E}" dt="2025-03-03T04:30:45.461" v="54" actId="478"/>
          <ac:spMkLst>
            <pc:docMk/>
            <pc:sldMk cId="4286886228" sldId="259"/>
            <ac:spMk id="44" creationId="{B7DF97A3-AF9F-5559-CB0A-48EB59114251}"/>
          </ac:spMkLst>
        </pc:spChg>
        <pc:spChg chg="add 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47" creationId="{BD0FEA13-2C79-CD97-B80A-A2E02BFFBEEA}"/>
          </ac:spMkLst>
        </pc:spChg>
        <pc:spChg chg="add 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49" creationId="{2FBEC90B-1A6E-1C6E-32C8-D5EC77BCC8B6}"/>
          </ac:spMkLst>
        </pc:spChg>
        <pc:spChg chg="add 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53" creationId="{13892EA3-0E78-4180-DBC8-87FA9DB9E4C7}"/>
          </ac:spMkLst>
        </pc:spChg>
        <pc:spChg chg="add mod">
          <ac:chgData name="shibariku0623@icloud.com" userId="47b6e960b06a1f92" providerId="LiveId" clId="{E14C0BA5-3F79-4462-8259-550FD3A1446E}" dt="2025-03-03T05:10:15.880" v="169" actId="1076"/>
          <ac:spMkLst>
            <pc:docMk/>
            <pc:sldMk cId="4286886228" sldId="259"/>
            <ac:spMk id="54" creationId="{2D9D46B0-6CC8-0BE9-FFE2-E569031AC9D5}"/>
          </ac:spMkLst>
        </pc:spChg>
        <pc:spChg chg="del">
          <ac:chgData name="shibariku0623@icloud.com" userId="47b6e960b06a1f92" providerId="LiveId" clId="{E14C0BA5-3F79-4462-8259-550FD3A1446E}" dt="2025-03-03T05:07:43.284" v="147" actId="478"/>
          <ac:spMkLst>
            <pc:docMk/>
            <pc:sldMk cId="4286886228" sldId="259"/>
            <ac:spMk id="56" creationId="{CD6955AE-A43D-4DBA-2FCD-AB549574734A}"/>
          </ac:spMkLst>
        </pc:spChg>
        <pc:spChg chg="del">
          <ac:chgData name="shibariku0623@icloud.com" userId="47b6e960b06a1f92" providerId="LiveId" clId="{E14C0BA5-3F79-4462-8259-550FD3A1446E}" dt="2025-03-03T05:11:27.550" v="185" actId="478"/>
          <ac:spMkLst>
            <pc:docMk/>
            <pc:sldMk cId="4286886228" sldId="259"/>
            <ac:spMk id="57" creationId="{190D0E1A-1C96-F9AE-0E1F-2F62D5D6DDFD}"/>
          </ac:spMkLst>
        </pc:spChg>
        <pc:spChg chg="add 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60" creationId="{3BD78A2D-DC1E-D591-6C55-7754F65BDD29}"/>
          </ac:spMkLst>
        </pc:spChg>
        <pc:spChg chg="add del mod">
          <ac:chgData name="shibariku0623@icloud.com" userId="47b6e960b06a1f92" providerId="LiveId" clId="{E14C0BA5-3F79-4462-8259-550FD3A1446E}" dt="2025-03-03T05:15:40.056" v="235" actId="478"/>
          <ac:spMkLst>
            <pc:docMk/>
            <pc:sldMk cId="4286886228" sldId="259"/>
            <ac:spMk id="61" creationId="{30C9BE20-FFC3-98D0-1652-8E8DDB0BC343}"/>
          </ac:spMkLst>
        </pc:spChg>
        <pc:spChg chg="mod">
          <ac:chgData name="shibariku0623@icloud.com" userId="47b6e960b06a1f92" providerId="LiveId" clId="{E14C0BA5-3F79-4462-8259-550FD3A1446E}" dt="2025-03-03T05:18:31.657" v="250" actId="164"/>
          <ac:spMkLst>
            <pc:docMk/>
            <pc:sldMk cId="4286886228" sldId="259"/>
            <ac:spMk id="62" creationId="{2985B847-BF5E-C462-CB4D-30014349DAAB}"/>
          </ac:spMkLst>
        </pc:spChg>
        <pc:spChg chg="add del mod">
          <ac:chgData name="shibariku0623@icloud.com" userId="47b6e960b06a1f92" providerId="LiveId" clId="{E14C0BA5-3F79-4462-8259-550FD3A1446E}" dt="2025-03-03T05:15:27.812" v="232" actId="478"/>
          <ac:spMkLst>
            <pc:docMk/>
            <pc:sldMk cId="4286886228" sldId="259"/>
            <ac:spMk id="63" creationId="{CBA37472-C508-D96F-D159-680E4A6E6249}"/>
          </ac:spMkLst>
        </pc:spChg>
        <pc:spChg chg="add mod">
          <ac:chgData name="shibariku0623@icloud.com" userId="47b6e960b06a1f92" providerId="LiveId" clId="{E14C0BA5-3F79-4462-8259-550FD3A1446E}" dt="2025-03-03T05:14:54.245" v="225" actId="571"/>
          <ac:spMkLst>
            <pc:docMk/>
            <pc:sldMk cId="4286886228" sldId="259"/>
            <ac:spMk id="66" creationId="{03D77AE9-9817-34B0-41A4-A8697712E692}"/>
          </ac:spMkLst>
        </pc:spChg>
        <pc:spChg chg="add mod">
          <ac:chgData name="shibariku0623@icloud.com" userId="47b6e960b06a1f92" providerId="LiveId" clId="{E14C0BA5-3F79-4462-8259-550FD3A1446E}" dt="2025-03-03T05:14:54.245" v="225" actId="571"/>
          <ac:spMkLst>
            <pc:docMk/>
            <pc:sldMk cId="4286886228" sldId="259"/>
            <ac:spMk id="67" creationId="{475C390D-9AEB-4D6B-1EEA-6D2544E35960}"/>
          </ac:spMkLst>
        </pc:spChg>
        <pc:spChg chg="del mod">
          <ac:chgData name="shibariku0623@icloud.com" userId="47b6e960b06a1f92" providerId="LiveId" clId="{E14C0BA5-3F79-4462-8259-550FD3A1446E}" dt="2025-03-03T05:11:30.707" v="187" actId="478"/>
          <ac:spMkLst>
            <pc:docMk/>
            <pc:sldMk cId="4286886228" sldId="259"/>
            <ac:spMk id="71" creationId="{D70C9730-2D13-0D61-CAFE-748115B17B0E}"/>
          </ac:spMkLst>
        </pc:spChg>
        <pc:grpChg chg="del">
          <ac:chgData name="shibariku0623@icloud.com" userId="47b6e960b06a1f92" providerId="LiveId" clId="{E14C0BA5-3F79-4462-8259-550FD3A1446E}" dt="2025-03-03T04:29:29.980" v="45" actId="478"/>
          <ac:grpSpMkLst>
            <pc:docMk/>
            <pc:sldMk cId="4286886228" sldId="259"/>
            <ac:grpSpMk id="65" creationId="{AC6BA0E4-946E-0479-7D7B-E71DDC120104}"/>
          </ac:grpSpMkLst>
        </pc:grpChg>
        <pc:graphicFrameChg chg="add del modGraphic">
          <ac:chgData name="shibariku0623@icloud.com" userId="47b6e960b06a1f92" providerId="LiveId" clId="{E14C0BA5-3F79-4462-8259-550FD3A1446E}" dt="2025-03-03T04:46:24.911" v="57" actId="478"/>
          <ac:graphicFrameMkLst>
            <pc:docMk/>
            <pc:sldMk cId="4286886228" sldId="259"/>
            <ac:graphicFrameMk id="4" creationId="{2C6DA9F1-CC40-B3A9-8352-E751DF5A48C2}"/>
          </ac:graphicFrameMkLst>
        </pc:graphicFrameChg>
        <pc:cxnChg chg="del">
          <ac:chgData name="shibariku0623@icloud.com" userId="47b6e960b06a1f92" providerId="LiveId" clId="{E14C0BA5-3F79-4462-8259-550FD3A1446E}" dt="2025-03-03T04:55:08.961" v="82" actId="478"/>
          <ac:cxnSpMkLst>
            <pc:docMk/>
            <pc:sldMk cId="4286886228" sldId="259"/>
            <ac:cxnSpMk id="5" creationId="{93D76282-646E-7396-ED3E-947CBCC7C290}"/>
          </ac:cxnSpMkLst>
        </pc:cxnChg>
        <pc:cxnChg chg="add del mod">
          <ac:chgData name="shibariku0623@icloud.com" userId="47b6e960b06a1f92" providerId="LiveId" clId="{E14C0BA5-3F79-4462-8259-550FD3A1446E}" dt="2025-03-03T04:53:38.095" v="66" actId="478"/>
          <ac:cxnSpMkLst>
            <pc:docMk/>
            <pc:sldMk cId="4286886228" sldId="259"/>
            <ac:cxnSpMk id="6" creationId="{A0CA258F-8ED1-2726-ABE2-5B5AA4F9EDE4}"/>
          </ac:cxnSpMkLst>
        </pc:cxnChg>
        <pc:cxnChg chg="del">
          <ac:chgData name="shibariku0623@icloud.com" userId="47b6e960b06a1f92" providerId="LiveId" clId="{E14C0BA5-3F79-4462-8259-550FD3A1446E}" dt="2025-03-03T04:54:26.614" v="74" actId="478"/>
          <ac:cxnSpMkLst>
            <pc:docMk/>
            <pc:sldMk cId="4286886228" sldId="259"/>
            <ac:cxnSpMk id="7" creationId="{A5200D28-667E-6140-C0DB-4EC829137614}"/>
          </ac:cxnSpMkLst>
        </pc:cxnChg>
        <pc:cxnChg chg="del">
          <ac:chgData name="shibariku0623@icloud.com" userId="47b6e960b06a1f92" providerId="LiveId" clId="{E14C0BA5-3F79-4462-8259-550FD3A1446E}" dt="2025-03-03T04:28:00.155" v="36" actId="478"/>
          <ac:cxnSpMkLst>
            <pc:docMk/>
            <pc:sldMk cId="4286886228" sldId="259"/>
            <ac:cxnSpMk id="19" creationId="{6EF53DAA-BA21-DD6E-D068-09015931CE56}"/>
          </ac:cxnSpMkLst>
        </pc:cxnChg>
        <pc:cxnChg chg="add mod">
          <ac:chgData name="shibariku0623@icloud.com" userId="47b6e960b06a1f92" providerId="LiveId" clId="{E14C0BA5-3F79-4462-8259-550FD3A1446E}" dt="2025-03-03T04:56:32.061" v="118" actId="1076"/>
          <ac:cxnSpMkLst>
            <pc:docMk/>
            <pc:sldMk cId="4286886228" sldId="259"/>
            <ac:cxnSpMk id="20" creationId="{51863DA5-870E-C1FE-D5B7-A91218423B2B}"/>
          </ac:cxnSpMkLst>
        </pc:cxnChg>
        <pc:cxnChg chg="del">
          <ac:chgData name="shibariku0623@icloud.com" userId="47b6e960b06a1f92" providerId="LiveId" clId="{E14C0BA5-3F79-4462-8259-550FD3A1446E}" dt="2025-03-03T04:27:59.389" v="35" actId="478"/>
          <ac:cxnSpMkLst>
            <pc:docMk/>
            <pc:sldMk cId="4286886228" sldId="259"/>
            <ac:cxnSpMk id="22" creationId="{654D71F4-1A6C-CCFB-8BBE-49E2F66CE2AE}"/>
          </ac:cxnSpMkLst>
        </pc:cxnChg>
        <pc:cxnChg chg="del">
          <ac:chgData name="shibariku0623@icloud.com" userId="47b6e960b06a1f92" providerId="LiveId" clId="{E14C0BA5-3F79-4462-8259-550FD3A1446E}" dt="2025-03-03T04:27:58.513" v="34" actId="478"/>
          <ac:cxnSpMkLst>
            <pc:docMk/>
            <pc:sldMk cId="4286886228" sldId="259"/>
            <ac:cxnSpMk id="24" creationId="{1AA464FD-1F71-3FA2-9CBD-E139532E5ED6}"/>
          </ac:cxnSpMkLst>
        </pc:cxnChg>
        <pc:cxnChg chg="add mod">
          <ac:chgData name="shibariku0623@icloud.com" userId="47b6e960b06a1f92" providerId="LiveId" clId="{E14C0BA5-3F79-4462-8259-550FD3A1446E}" dt="2025-03-03T04:55:22.343" v="85" actId="1076"/>
          <ac:cxnSpMkLst>
            <pc:docMk/>
            <pc:sldMk cId="4286886228" sldId="259"/>
            <ac:cxnSpMk id="30" creationId="{506D506B-432B-F76B-1D75-D4D962D9C952}"/>
          </ac:cxnSpMkLst>
        </pc:cxnChg>
        <pc:cxnChg chg="mod">
          <ac:chgData name="shibariku0623@icloud.com" userId="47b6e960b06a1f92" providerId="LiveId" clId="{E14C0BA5-3F79-4462-8259-550FD3A1446E}" dt="2025-03-03T05:17:46.928" v="249" actId="14100"/>
          <ac:cxnSpMkLst>
            <pc:docMk/>
            <pc:sldMk cId="4286886228" sldId="259"/>
            <ac:cxnSpMk id="45" creationId="{3E41F91E-EDEF-5E18-E371-8218DCDF3CCE}"/>
          </ac:cxnSpMkLst>
        </pc:cxnChg>
        <pc:cxnChg chg="mod">
          <ac:chgData name="shibariku0623@icloud.com" userId="47b6e960b06a1f92" providerId="LiveId" clId="{E14C0BA5-3F79-4462-8259-550FD3A1446E}" dt="2025-03-03T05:11:53.170" v="189" actId="14100"/>
          <ac:cxnSpMkLst>
            <pc:docMk/>
            <pc:sldMk cId="4286886228" sldId="259"/>
            <ac:cxnSpMk id="48" creationId="{40C8AE15-326F-98DE-30C1-550BABA9196F}"/>
          </ac:cxnSpMkLst>
        </pc:cxnChg>
        <pc:cxnChg chg="del">
          <ac:chgData name="shibariku0623@icloud.com" userId="47b6e960b06a1f92" providerId="LiveId" clId="{E14C0BA5-3F79-4462-8259-550FD3A1446E}" dt="2025-03-03T04:29:39.497" v="47" actId="478"/>
          <ac:cxnSpMkLst>
            <pc:docMk/>
            <pc:sldMk cId="4286886228" sldId="259"/>
            <ac:cxnSpMk id="52" creationId="{FD47B9A8-8E43-C059-B9A9-B1378CDED4F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9C7FF-9577-46CF-88DC-A4A63DA39CFE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E491F-4669-4D15-B9BA-2F3440356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72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E491F-4669-4D15-B9BA-2F3440356B6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011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82C6F-6B17-4046-2AA0-2FB4CE25B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77BC5C-2049-4056-424D-1ADF1C7B7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CD5B09-519C-17A7-C1E5-C2D416CB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520E1-5E19-9DB1-E0E4-216CCDEB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FBC5F1-7D8D-123C-5CBE-96CB76FF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21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87D9C-9266-D0B2-0398-9B20848F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A56C03-CCE1-B949-7BD0-968139DA7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9CAF70-9FD7-45C3-F7D7-643AE60E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B7B3D6-8B51-9923-C794-86BFBE16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0BDA61-C817-F553-259F-4B906CDB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604E1D-8351-7CC8-5DA0-C6795C67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1B2EA-BB00-C6A6-FEE6-D27F63E2F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13DD37-DA66-0617-1FBB-E5FF7D3B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15AECB-B75C-A5B3-1043-A269F71B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8A4C96-3A9C-97C7-C6D9-218B061D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92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99910-FCB5-1423-9321-DB5336DD6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6AFBD3-E1CC-E3E6-9EBB-28690FFD5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9201B3-E574-33FB-3D05-3A0E44F2B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9FA9C5-D62F-26A7-A20E-431FA3A9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9F9612-A48F-1A3D-EBD6-7116D03D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A4B444-002E-F7BD-F470-E138807A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32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75491D-3C34-406D-2E96-B158CA06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084DD0-48AF-A8FF-B3A6-0DD84D9B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E37155-2099-FF7B-849C-FB7E671E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B7A341-0E07-865F-3020-6E28DC37D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EF0F2D-1E34-C302-DBC9-9381EFA27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F228CD-EA8C-E58E-12F5-454941A2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DF5AB5-C59F-0F4C-066F-1A09D6FB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8C82CDD-D08D-C430-A6E3-49A926E9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7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9C165-9DAD-B666-5970-C35171A1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FD79B5-6768-BD3F-54D7-4128BE99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77BA95-D07F-C36E-1300-B5858E14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EB1986-7DA9-E9D6-D3E5-0A040037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72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1C58BE-3CEF-F62A-F0D8-36770A64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389509-2838-2403-70D9-E9AA1122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24AEB2-78C2-6423-25E1-5924452D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91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861A7-8F41-8B09-0234-9DE34BFB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C88C61-79B1-5F09-4DBC-A0A81521A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3D9AB0-6EF2-96D6-254C-742C3BC65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87CA3C-08E3-F666-71BD-8EB47446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DC7B02-2605-0748-3B86-FFE68EE9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5088C5-55F2-EC73-48D7-371958F0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324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C0418-BA7D-4231-6717-22671CD4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D957F07-15DF-8D7E-3EA1-9E042C992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BAB71A-5668-0F5C-49EF-947A1549F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9A0B29-4404-53E2-3B2A-7AD1E49D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B2D7C2-E6F3-DC22-AAE9-6AABE80C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C86F20-9290-9D17-A16B-999FF280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36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2F59E-0FB7-A7D9-2A3C-776BEA60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1C22CA-EF3A-CAA1-3A5C-69E3852A4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70E844-08FF-A9BD-6D06-834F9765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E640E5-9410-0A0D-2125-36376767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BC2FDA-E6C4-D777-2F4D-62606B82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29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7CBFF2-D11F-BE39-96E7-3CB9FBD53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6690CB-20B6-FDA6-7426-DC4733184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5D28BB-4F0D-7D53-17D4-F7AD29A5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13CE0D-1FD2-ECE2-96F5-0E49BDA7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F2E719-2D5E-B29D-9025-6EE2E16F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87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D9617B-643F-FB7B-7E95-5EA8516F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7A78CF-7017-844B-AE5F-A959EA9AB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5B873E-A19E-0FAD-E9CB-331786BCB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73B7D-6101-454D-8773-5CB2B020956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EA93EA-E834-48B6-2161-138F2D745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493C2B-EDDD-2A37-B885-444B161F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9A020-A7A6-42DE-8BE3-34A1D56FD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72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30221590-279D-31DB-16A9-14CF91625603}"/>
              </a:ext>
            </a:extLst>
          </p:cNvPr>
          <p:cNvGrpSpPr/>
          <p:nvPr/>
        </p:nvGrpSpPr>
        <p:grpSpPr>
          <a:xfrm>
            <a:off x="409795" y="12393"/>
            <a:ext cx="11521982" cy="7139304"/>
            <a:chOff x="409795" y="12393"/>
            <a:chExt cx="11521982" cy="713930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50283A62-4E30-1DE9-C0B2-9B88B1165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77" t="1476" r="1262" b="5345"/>
            <a:stretch/>
          </p:blipFill>
          <p:spPr>
            <a:xfrm>
              <a:off x="1752524" y="163658"/>
              <a:ext cx="10179253" cy="619544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37A24D7-01E1-C644-F552-64EF47D517C0}"/>
                </a:ext>
              </a:extLst>
            </p:cNvPr>
            <p:cNvSpPr txBox="1"/>
            <p:nvPr/>
          </p:nvSpPr>
          <p:spPr>
            <a:xfrm>
              <a:off x="2363484" y="6225315"/>
              <a:ext cx="149072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No_noise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C82F2CB-E1CF-2E09-086E-7D9E4D3E6712}"/>
                </a:ext>
              </a:extLst>
            </p:cNvPr>
            <p:cNvSpPr txBox="1"/>
            <p:nvPr/>
          </p:nvSpPr>
          <p:spPr>
            <a:xfrm>
              <a:off x="4155343" y="6225312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4D09E66F-C8B2-E2B7-A127-E187D16A6659}"/>
                </a:ext>
              </a:extLst>
            </p:cNvPr>
            <p:cNvSpPr txBox="1"/>
            <p:nvPr/>
          </p:nvSpPr>
          <p:spPr>
            <a:xfrm>
              <a:off x="6556993" y="6211430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-8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9DF5C8DE-8FAE-CD4F-49DE-3321347556F2}"/>
                </a:ext>
              </a:extLst>
            </p:cNvPr>
            <p:cNvSpPr txBox="1"/>
            <p:nvPr/>
          </p:nvSpPr>
          <p:spPr>
            <a:xfrm>
              <a:off x="7740561" y="6225312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-12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C81B8CC-BB54-538A-CC7F-0688749F9EB9}"/>
                </a:ext>
              </a:extLst>
            </p:cNvPr>
            <p:cNvSpPr txBox="1"/>
            <p:nvPr/>
          </p:nvSpPr>
          <p:spPr>
            <a:xfrm>
              <a:off x="8947061" y="6211430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-16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0A27C0E-3462-CB14-0B5C-890171EE99AA}"/>
                </a:ext>
              </a:extLst>
            </p:cNvPr>
            <p:cNvSpPr txBox="1"/>
            <p:nvPr/>
          </p:nvSpPr>
          <p:spPr>
            <a:xfrm>
              <a:off x="10153561" y="6225312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-20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1FC70F0-2104-A6BF-6FD9-811C888FA70F}"/>
                </a:ext>
              </a:extLst>
            </p:cNvPr>
            <p:cNvSpPr txBox="1"/>
            <p:nvPr/>
          </p:nvSpPr>
          <p:spPr>
            <a:xfrm>
              <a:off x="5310874" y="6211430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9095A66C-ADD9-9511-6119-439EDA459BB8}"/>
                </a:ext>
              </a:extLst>
            </p:cNvPr>
            <p:cNvSpPr txBox="1"/>
            <p:nvPr/>
          </p:nvSpPr>
          <p:spPr>
            <a:xfrm rot="16200000">
              <a:off x="149292" y="3021623"/>
              <a:ext cx="1109843" cy="588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AUC</a:t>
              </a:r>
              <a:endParaRPr kumimoji="1"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3D9034D-F5E9-B3FD-8D22-DCFBF82336CB}"/>
                </a:ext>
              </a:extLst>
            </p:cNvPr>
            <p:cNvSpPr txBox="1"/>
            <p:nvPr/>
          </p:nvSpPr>
          <p:spPr>
            <a:xfrm>
              <a:off x="6006030" y="6564304"/>
              <a:ext cx="1672242" cy="587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</a:t>
              </a:r>
              <a:endParaRPr kumimoji="1"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389E1652-6F21-F0C1-7D8A-39C83A95B9FB}"/>
                </a:ext>
              </a:extLst>
            </p:cNvPr>
            <p:cNvGrpSpPr/>
            <p:nvPr/>
          </p:nvGrpSpPr>
          <p:grpSpPr>
            <a:xfrm>
              <a:off x="1125675" y="12393"/>
              <a:ext cx="734408" cy="6451959"/>
              <a:chOff x="1125675" y="12393"/>
              <a:chExt cx="734408" cy="645195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2861475-B5DE-4782-5EEF-883BBFB39BF7}"/>
                  </a:ext>
                </a:extLst>
              </p:cNvPr>
              <p:cNvSpPr txBox="1"/>
              <p:nvPr/>
            </p:nvSpPr>
            <p:spPr>
              <a:xfrm>
                <a:off x="1125675" y="1018791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0.99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A21AF1F-9386-956F-4CEB-1A3F9CD4AED2}"/>
                  </a:ext>
                </a:extLst>
              </p:cNvPr>
              <p:cNvSpPr txBox="1"/>
              <p:nvPr/>
            </p:nvSpPr>
            <p:spPr>
              <a:xfrm>
                <a:off x="1125675" y="2010440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0.97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5606B30-00F8-538D-603F-942BE30944F9}"/>
                  </a:ext>
                </a:extLst>
              </p:cNvPr>
              <p:cNvSpPr txBox="1"/>
              <p:nvPr/>
            </p:nvSpPr>
            <p:spPr>
              <a:xfrm>
                <a:off x="1125675" y="2967745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0.95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D2A56B-8A85-9B84-39C2-831441F15506}"/>
                  </a:ext>
                </a:extLst>
              </p:cNvPr>
              <p:cNvSpPr txBox="1"/>
              <p:nvPr/>
            </p:nvSpPr>
            <p:spPr>
              <a:xfrm>
                <a:off x="1125675" y="4019389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0.93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9F96A16B-4F1B-C62D-6902-326ED380F68B}"/>
                  </a:ext>
                </a:extLst>
              </p:cNvPr>
              <p:cNvSpPr txBox="1"/>
              <p:nvPr/>
            </p:nvSpPr>
            <p:spPr>
              <a:xfrm>
                <a:off x="1125675" y="5011038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0.91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60D15B22-EF41-0699-2DF9-E66F1A0248EA}"/>
                  </a:ext>
                </a:extLst>
              </p:cNvPr>
              <p:cNvSpPr txBox="1"/>
              <p:nvPr/>
            </p:nvSpPr>
            <p:spPr>
              <a:xfrm>
                <a:off x="1125675" y="6002687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0.89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A9DD4C5-D3B1-0E9D-9012-3FB74F960DA2}"/>
                  </a:ext>
                </a:extLst>
              </p:cNvPr>
              <p:cNvSpPr txBox="1"/>
              <p:nvPr/>
            </p:nvSpPr>
            <p:spPr>
              <a:xfrm>
                <a:off x="1125675" y="12393"/>
                <a:ext cx="7344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1.01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E673A7CA-F922-8350-3035-568DE9CD3766}"/>
                </a:ext>
              </a:extLst>
            </p:cNvPr>
            <p:cNvGrpSpPr/>
            <p:nvPr/>
          </p:nvGrpSpPr>
          <p:grpSpPr>
            <a:xfrm>
              <a:off x="2613975" y="3918700"/>
              <a:ext cx="3015874" cy="1734374"/>
              <a:chOff x="2613975" y="3918700"/>
              <a:chExt cx="3015874" cy="1734374"/>
            </a:xfrm>
          </p:grpSpPr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275C471-1D54-AA94-6527-766AB5A33C5B}"/>
                  </a:ext>
                </a:extLst>
              </p:cNvPr>
              <p:cNvSpPr txBox="1"/>
              <p:nvPr/>
            </p:nvSpPr>
            <p:spPr>
              <a:xfrm>
                <a:off x="4096021" y="4001057"/>
                <a:ext cx="153382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AlexNet</a:t>
                </a:r>
                <a:endPara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ResNet50</a:t>
                </a:r>
              </a:p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VGG16</a:t>
                </a:r>
              </a:p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Ensemble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61F7FBA3-5AB3-DAA8-02E2-9E76D5E2DC34}"/>
                  </a:ext>
                </a:extLst>
              </p:cNvPr>
              <p:cNvSpPr/>
              <p:nvPr/>
            </p:nvSpPr>
            <p:spPr>
              <a:xfrm>
                <a:off x="2613975" y="3918700"/>
                <a:ext cx="2964093" cy="1734374"/>
              </a:xfrm>
              <a:prstGeom prst="rect">
                <a:avLst/>
              </a:prstGeom>
              <a:noFill/>
              <a:ln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6" name="図 45" descr="グラフ が含まれている画像&#10;&#10;自動的に生成された説明">
                <a:extLst>
                  <a:ext uri="{FF2B5EF4-FFF2-40B4-BE49-F238E27FC236}">
                    <a16:creationId xmlns:a16="http://schemas.microsoft.com/office/drawing/2014/main" id="{91DADCF9-FA5C-CAF2-7F78-4644B94DD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118" b="21686"/>
              <a:stretch/>
            </p:blipFill>
            <p:spPr>
              <a:xfrm>
                <a:off x="2824089" y="4083685"/>
                <a:ext cx="1197688" cy="13472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2085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045D9FB-277F-6FFD-82DB-5DE0EC49120D}"/>
              </a:ext>
            </a:extLst>
          </p:cNvPr>
          <p:cNvGrpSpPr/>
          <p:nvPr/>
        </p:nvGrpSpPr>
        <p:grpSpPr>
          <a:xfrm>
            <a:off x="778959" y="-15952"/>
            <a:ext cx="10374670" cy="7167648"/>
            <a:chOff x="778959" y="-15952"/>
            <a:chExt cx="10374670" cy="716764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4CBEFC8-E14B-9124-F9A3-6255A6974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63" t="1747" r="1456" b="5185"/>
            <a:stretch/>
          </p:blipFill>
          <p:spPr>
            <a:xfrm>
              <a:off x="2094004" y="144245"/>
              <a:ext cx="9059625" cy="6142809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85604B4-AF8B-9B96-D6C9-29F31BA7D3F6}"/>
                </a:ext>
              </a:extLst>
            </p:cNvPr>
            <p:cNvSpPr txBox="1"/>
            <p:nvPr/>
          </p:nvSpPr>
          <p:spPr>
            <a:xfrm>
              <a:off x="1341082" y="5906242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0.87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8A69D09-C7E8-1219-17E7-C5F8E038ECEF}"/>
                </a:ext>
              </a:extLst>
            </p:cNvPr>
            <p:cNvSpPr txBox="1"/>
            <p:nvPr/>
          </p:nvSpPr>
          <p:spPr>
            <a:xfrm rot="16200000">
              <a:off x="44765" y="2719048"/>
              <a:ext cx="20531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1" lang="en-US" altLang="ja-JP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score</a:t>
              </a:r>
              <a:endParaRPr kumimoji="1"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5BCD247-7AB9-26F2-B42B-386704850532}"/>
                </a:ext>
              </a:extLst>
            </p:cNvPr>
            <p:cNvSpPr txBox="1"/>
            <p:nvPr/>
          </p:nvSpPr>
          <p:spPr>
            <a:xfrm>
              <a:off x="1341082" y="807039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0.99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97F85F9-381B-DBC9-27FE-F62DCA20516C}"/>
                </a:ext>
              </a:extLst>
            </p:cNvPr>
            <p:cNvSpPr txBox="1"/>
            <p:nvPr/>
          </p:nvSpPr>
          <p:spPr>
            <a:xfrm>
              <a:off x="1341082" y="1663600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0.97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AFCACF8-F9C9-C3F0-C42C-5CEC155478A3}"/>
                </a:ext>
              </a:extLst>
            </p:cNvPr>
            <p:cNvSpPr txBox="1"/>
            <p:nvPr/>
          </p:nvSpPr>
          <p:spPr>
            <a:xfrm>
              <a:off x="1341082" y="2506773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0.95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BB05680-302C-E287-76EF-AB83B7F7BF6E}"/>
                </a:ext>
              </a:extLst>
            </p:cNvPr>
            <p:cNvSpPr txBox="1"/>
            <p:nvPr/>
          </p:nvSpPr>
          <p:spPr>
            <a:xfrm>
              <a:off x="1341082" y="3376723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0.93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CAD16E25-E251-F203-42B9-6831131E84BC}"/>
                </a:ext>
              </a:extLst>
            </p:cNvPr>
            <p:cNvSpPr txBox="1"/>
            <p:nvPr/>
          </p:nvSpPr>
          <p:spPr>
            <a:xfrm>
              <a:off x="1359596" y="4219896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0.91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4800AB8-8F81-4F7D-D159-B4EB2C0AE2EB}"/>
                </a:ext>
              </a:extLst>
            </p:cNvPr>
            <p:cNvSpPr txBox="1"/>
            <p:nvPr/>
          </p:nvSpPr>
          <p:spPr>
            <a:xfrm>
              <a:off x="1360791" y="5063069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0.89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042A129-96E6-42F0-70A6-6C3A5E0D6C4E}"/>
                </a:ext>
              </a:extLst>
            </p:cNvPr>
            <p:cNvSpPr txBox="1"/>
            <p:nvPr/>
          </p:nvSpPr>
          <p:spPr>
            <a:xfrm>
              <a:off x="6046475" y="6564303"/>
              <a:ext cx="1672242" cy="587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</a:t>
              </a:r>
              <a:endParaRPr kumimoji="1"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0C1C54A-0301-5D50-D129-077D2EE1C351}"/>
                </a:ext>
              </a:extLst>
            </p:cNvPr>
            <p:cNvSpPr txBox="1"/>
            <p:nvPr/>
          </p:nvSpPr>
          <p:spPr>
            <a:xfrm>
              <a:off x="2593574" y="6168913"/>
              <a:ext cx="149072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No_noise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4482133D-4652-CC04-7418-69C45ADB9A8F}"/>
                </a:ext>
              </a:extLst>
            </p:cNvPr>
            <p:cNvSpPr txBox="1"/>
            <p:nvPr/>
          </p:nvSpPr>
          <p:spPr>
            <a:xfrm>
              <a:off x="9643818" y="6161713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-20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A79D8CA-B974-4C31-4E3D-7CFAFDF43203}"/>
                </a:ext>
              </a:extLst>
            </p:cNvPr>
            <p:cNvSpPr txBox="1"/>
            <p:nvPr/>
          </p:nvSpPr>
          <p:spPr>
            <a:xfrm>
              <a:off x="8505899" y="6158468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-16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ACBA6F0-145A-19CF-153E-80A936B758B6}"/>
                </a:ext>
              </a:extLst>
            </p:cNvPr>
            <p:cNvSpPr txBox="1"/>
            <p:nvPr/>
          </p:nvSpPr>
          <p:spPr>
            <a:xfrm>
              <a:off x="7408425" y="6172158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-12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0261B81-85E7-7622-8250-813A84657F3D}"/>
                </a:ext>
              </a:extLst>
            </p:cNvPr>
            <p:cNvSpPr txBox="1"/>
            <p:nvPr/>
          </p:nvSpPr>
          <p:spPr>
            <a:xfrm>
              <a:off x="6376360" y="6168913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-8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01703F3C-AB85-E370-973F-6A026B5D193C}"/>
                </a:ext>
              </a:extLst>
            </p:cNvPr>
            <p:cNvSpPr txBox="1"/>
            <p:nvPr/>
          </p:nvSpPr>
          <p:spPr>
            <a:xfrm>
              <a:off x="5238441" y="6158468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4AFEB49-FD9D-C243-9BFC-8412C76AECF4}"/>
                </a:ext>
              </a:extLst>
            </p:cNvPr>
            <p:cNvSpPr txBox="1"/>
            <p:nvPr/>
          </p:nvSpPr>
          <p:spPr>
            <a:xfrm>
              <a:off x="4235182" y="6162999"/>
              <a:ext cx="734408" cy="46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FF362AF-9252-80F3-0FAE-F6713C70D206}"/>
                </a:ext>
              </a:extLst>
            </p:cNvPr>
            <p:cNvSpPr txBox="1"/>
            <p:nvPr/>
          </p:nvSpPr>
          <p:spPr>
            <a:xfrm>
              <a:off x="1341082" y="-15952"/>
              <a:ext cx="73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1.01</a:t>
              </a:r>
              <a:endParaRPr kumimoji="1"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90F6C581-48C0-EC3F-24CB-07D009E63A75}"/>
                </a:ext>
              </a:extLst>
            </p:cNvPr>
            <p:cNvGrpSpPr/>
            <p:nvPr/>
          </p:nvGrpSpPr>
          <p:grpSpPr>
            <a:xfrm>
              <a:off x="3080126" y="3607555"/>
              <a:ext cx="3015874" cy="1734374"/>
              <a:chOff x="2613975" y="3918700"/>
              <a:chExt cx="3015874" cy="1734374"/>
            </a:xfrm>
          </p:grpSpPr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2EDB55EE-BCF2-35E5-7774-C51E88384036}"/>
                  </a:ext>
                </a:extLst>
              </p:cNvPr>
              <p:cNvSpPr txBox="1"/>
              <p:nvPr/>
            </p:nvSpPr>
            <p:spPr>
              <a:xfrm>
                <a:off x="4096021" y="4001057"/>
                <a:ext cx="153382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AlexNet</a:t>
                </a:r>
                <a:endParaRPr kumimoji="1"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ResNet50</a:t>
                </a:r>
              </a:p>
              <a:p>
                <a:r>
                  <a:rPr kumimoji="1"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VGG16</a:t>
                </a:r>
              </a:p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Ensemble</a:t>
                </a:r>
                <a:endParaRPr kumimoji="1"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1426C8E0-00A6-A762-363D-3C5F152517DE}"/>
                  </a:ext>
                </a:extLst>
              </p:cNvPr>
              <p:cNvSpPr/>
              <p:nvPr/>
            </p:nvSpPr>
            <p:spPr>
              <a:xfrm>
                <a:off x="2613975" y="3918700"/>
                <a:ext cx="2964093" cy="1734374"/>
              </a:xfrm>
              <a:prstGeom prst="rect">
                <a:avLst/>
              </a:prstGeom>
              <a:noFill/>
              <a:ln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8" name="図 37" descr="グラフ が含まれている画像&#10;&#10;自動的に生成された説明">
                <a:extLst>
                  <a:ext uri="{FF2B5EF4-FFF2-40B4-BE49-F238E27FC236}">
                    <a16:creationId xmlns:a16="http://schemas.microsoft.com/office/drawing/2014/main" id="{6BEFEF44-8AE7-05F8-B01D-8D42BECF7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118" b="21686"/>
              <a:stretch/>
            </p:blipFill>
            <p:spPr>
              <a:xfrm>
                <a:off x="2824089" y="4083685"/>
                <a:ext cx="1197688" cy="13472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6597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B4B4A76D-70BA-CF25-C139-25C76EFB59A5}"/>
              </a:ext>
            </a:extLst>
          </p:cNvPr>
          <p:cNvGrpSpPr/>
          <p:nvPr/>
        </p:nvGrpSpPr>
        <p:grpSpPr>
          <a:xfrm>
            <a:off x="1710043" y="658170"/>
            <a:ext cx="6798287" cy="6264415"/>
            <a:chOff x="1710043" y="658170"/>
            <a:chExt cx="6798287" cy="626441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5E22B241-6FBB-4CD8-87A5-9D30A87BE3E7}"/>
                </a:ext>
              </a:extLst>
            </p:cNvPr>
            <p:cNvSpPr/>
            <p:nvPr/>
          </p:nvSpPr>
          <p:spPr>
            <a:xfrm>
              <a:off x="3273157" y="971045"/>
              <a:ext cx="4703664" cy="4534670"/>
            </a:xfrm>
            <a:prstGeom prst="rect">
              <a:avLst/>
            </a:prstGeom>
            <a:solidFill>
              <a:srgbClr val="FDBCB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3E41F91E-EDEF-5E18-E371-8218DCDF3CCE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V="1">
              <a:off x="2551197" y="1323470"/>
              <a:ext cx="4997019" cy="400824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968E6CE-A34F-0D41-57CA-7674D32EBDF2}"/>
                </a:ext>
              </a:extLst>
            </p:cNvPr>
            <p:cNvSpPr txBox="1"/>
            <p:nvPr/>
          </p:nvSpPr>
          <p:spPr>
            <a:xfrm>
              <a:off x="6260847" y="5858140"/>
              <a:ext cx="22474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4800" baseline="30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事象推移</a:t>
              </a:r>
              <a:endParaRPr kumimoji="1" lang="ja-JP" altLang="en-US" sz="4800" baseline="30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460A4A9-3B6C-75F3-3DE5-4E477AA0D81C}"/>
                </a:ext>
              </a:extLst>
            </p:cNvPr>
            <p:cNvSpPr/>
            <p:nvPr/>
          </p:nvSpPr>
          <p:spPr>
            <a:xfrm>
              <a:off x="2689526" y="4383711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8B6A832-5DC6-082D-4744-0900E74FFCA0}"/>
                </a:ext>
              </a:extLst>
            </p:cNvPr>
            <p:cNvSpPr/>
            <p:nvPr/>
          </p:nvSpPr>
          <p:spPr>
            <a:xfrm>
              <a:off x="5874873" y="2192184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F32509E-F596-76FB-6109-B1592BDB3E20}"/>
                </a:ext>
              </a:extLst>
            </p:cNvPr>
            <p:cNvSpPr/>
            <p:nvPr/>
          </p:nvSpPr>
          <p:spPr>
            <a:xfrm>
              <a:off x="4691179" y="3087329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420100F-5990-FCE7-5935-6847B28F30A6}"/>
                </a:ext>
              </a:extLst>
            </p:cNvPr>
            <p:cNvSpPr/>
            <p:nvPr/>
          </p:nvSpPr>
          <p:spPr>
            <a:xfrm>
              <a:off x="3417755" y="3736791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CDD85DF-9A43-B6B0-F196-FDD9841E485F}"/>
                </a:ext>
              </a:extLst>
            </p:cNvPr>
            <p:cNvSpPr/>
            <p:nvPr/>
          </p:nvSpPr>
          <p:spPr>
            <a:xfrm>
              <a:off x="7384589" y="1323470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94C5DDD-2703-6E0B-EE0D-97AC279B15DF}"/>
                </a:ext>
              </a:extLst>
            </p:cNvPr>
            <p:cNvSpPr/>
            <p:nvPr/>
          </p:nvSpPr>
          <p:spPr>
            <a:xfrm>
              <a:off x="6596758" y="1431299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40C8AE15-326F-98DE-30C1-550BABA9196F}"/>
                </a:ext>
              </a:extLst>
            </p:cNvPr>
            <p:cNvCxnSpPr>
              <a:cxnSpLocks/>
            </p:cNvCxnSpPr>
            <p:nvPr/>
          </p:nvCxnSpPr>
          <p:spPr>
            <a:xfrm>
              <a:off x="4691179" y="1127365"/>
              <a:ext cx="0" cy="4455697"/>
            </a:xfrm>
            <a:prstGeom prst="line">
              <a:avLst/>
            </a:prstGeom>
            <a:ln w="28575">
              <a:solidFill>
                <a:srgbClr val="1482E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矢印: 右 61">
              <a:extLst>
                <a:ext uri="{FF2B5EF4-FFF2-40B4-BE49-F238E27FC236}">
                  <a16:creationId xmlns:a16="http://schemas.microsoft.com/office/drawing/2014/main" id="{2985B847-BF5E-C462-CB4D-30014349DAAB}"/>
                </a:ext>
              </a:extLst>
            </p:cNvPr>
            <p:cNvSpPr/>
            <p:nvPr/>
          </p:nvSpPr>
          <p:spPr>
            <a:xfrm rot="16200000">
              <a:off x="4482106" y="5566802"/>
              <a:ext cx="418146" cy="621167"/>
            </a:xfrm>
            <a:prstGeom prst="rightArrow">
              <a:avLst>
                <a:gd name="adj1" fmla="val 44040"/>
                <a:gd name="adj2" fmla="val 52980"/>
              </a:avLst>
            </a:prstGeom>
            <a:solidFill>
              <a:srgbClr val="1482E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51863DA5-870E-C1FE-D5B7-A91218423B2B}"/>
                </a:ext>
              </a:extLst>
            </p:cNvPr>
            <p:cNvCxnSpPr>
              <a:cxnSpLocks/>
            </p:cNvCxnSpPr>
            <p:nvPr/>
          </p:nvCxnSpPr>
          <p:spPr>
            <a:xfrm>
              <a:off x="2206767" y="5583062"/>
              <a:ext cx="58320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506D506B-432B-F76B-1D75-D4D962D9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3436" y="971045"/>
              <a:ext cx="0" cy="4614189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BD0FEA13-2C79-CD97-B80A-A2E02BFFBEEA}"/>
                </a:ext>
              </a:extLst>
            </p:cNvPr>
            <p:cNvSpPr txBox="1"/>
            <p:nvPr/>
          </p:nvSpPr>
          <p:spPr>
            <a:xfrm rot="16200000">
              <a:off x="836978" y="1629485"/>
              <a:ext cx="23309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4800" baseline="30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予測熱流束</a:t>
              </a: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2FBEC90B-1A6E-1C6E-32C8-D5EC77BCC8B6}"/>
                </a:ext>
              </a:extLst>
            </p:cNvPr>
            <p:cNvSpPr txBox="1"/>
            <p:nvPr/>
          </p:nvSpPr>
          <p:spPr>
            <a:xfrm>
              <a:off x="3303502" y="658170"/>
              <a:ext cx="23614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4800" baseline="30000" dirty="0">
                  <a:solidFill>
                    <a:srgbClr val="FA5B4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核沸騰領域</a:t>
              </a: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3892EA3-0E78-4180-DBC8-87FA9DB9E4C7}"/>
                </a:ext>
              </a:extLst>
            </p:cNvPr>
            <p:cNvSpPr/>
            <p:nvPr/>
          </p:nvSpPr>
          <p:spPr>
            <a:xfrm>
              <a:off x="4089950" y="3843662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2D9D46B0-6CC8-0BE9-FFE2-E569031AC9D5}"/>
                </a:ext>
              </a:extLst>
            </p:cNvPr>
            <p:cNvSpPr/>
            <p:nvPr/>
          </p:nvSpPr>
          <p:spPr>
            <a:xfrm>
              <a:off x="5297736" y="2571592"/>
              <a:ext cx="327253" cy="895145"/>
            </a:xfrm>
            <a:prstGeom prst="rect">
              <a:avLst/>
            </a:prstGeom>
            <a:solidFill>
              <a:srgbClr val="2C98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3BD78A2D-DC1E-D591-6C55-7754F65BDD29}"/>
                </a:ext>
              </a:extLst>
            </p:cNvPr>
            <p:cNvSpPr txBox="1"/>
            <p:nvPr/>
          </p:nvSpPr>
          <p:spPr>
            <a:xfrm>
              <a:off x="3811551" y="6337810"/>
              <a:ext cx="22474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4800" baseline="30000" dirty="0">
                  <a:solidFill>
                    <a:srgbClr val="1482E6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検知下限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688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C33A966-7B45-655B-ACB1-3E4C9BF5434E}"/>
              </a:ext>
            </a:extLst>
          </p:cNvPr>
          <p:cNvGrpSpPr/>
          <p:nvPr/>
        </p:nvGrpSpPr>
        <p:grpSpPr>
          <a:xfrm>
            <a:off x="2548734" y="274107"/>
            <a:ext cx="6866437" cy="6564843"/>
            <a:chOff x="2548734" y="274107"/>
            <a:chExt cx="6866437" cy="6564843"/>
          </a:xfrm>
        </p:grpSpPr>
        <p:pic>
          <p:nvPicPr>
            <p:cNvPr id="3" name="図 2" descr="グラフ, ヒストグラム&#10;&#10;自動的に生成された説明">
              <a:extLst>
                <a:ext uri="{FF2B5EF4-FFF2-40B4-BE49-F238E27FC236}">
                  <a16:creationId xmlns:a16="http://schemas.microsoft.com/office/drawing/2014/main" id="{DE3E4350-3D82-C69E-C0D7-B96B525E4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22" t="11358" r="9012" b="10617"/>
            <a:stretch/>
          </p:blipFill>
          <p:spPr>
            <a:xfrm>
              <a:off x="3653510" y="274107"/>
              <a:ext cx="5401733" cy="5350935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4406CC3-DCA2-20AD-8BF2-74702422F302}"/>
                </a:ext>
              </a:extLst>
            </p:cNvPr>
            <p:cNvSpPr txBox="1"/>
            <p:nvPr/>
          </p:nvSpPr>
          <p:spPr>
            <a:xfrm>
              <a:off x="5058677" y="6295211"/>
              <a:ext cx="3620100" cy="543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4400" baseline="30000" dirty="0">
                  <a:latin typeface="Century" panose="02040604050505020304" pitchFamily="18" charset="0"/>
                </a:rPr>
                <a:t>Frequency Hz</a:t>
              </a:r>
              <a:endParaRPr kumimoji="1" lang="ja-JP" altLang="en-US" sz="44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16720E5-B20D-4CC8-FFC8-AAF29F330B74}"/>
                </a:ext>
              </a:extLst>
            </p:cNvPr>
            <p:cNvSpPr txBox="1"/>
            <p:nvPr/>
          </p:nvSpPr>
          <p:spPr>
            <a:xfrm rot="16200000">
              <a:off x="2189627" y="2797509"/>
              <a:ext cx="1261953" cy="543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400" baseline="30000" dirty="0">
                  <a:latin typeface="Century" panose="02040604050505020304" pitchFamily="18" charset="0"/>
                </a:rPr>
                <a:t>Power</a:t>
              </a:r>
              <a:endParaRPr kumimoji="1" lang="ja-JP" altLang="en-US" sz="44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DBEC175-D288-79A8-0343-515FD07B06F9}"/>
                </a:ext>
              </a:extLst>
            </p:cNvPr>
            <p:cNvSpPr txBox="1"/>
            <p:nvPr/>
          </p:nvSpPr>
          <p:spPr>
            <a:xfrm>
              <a:off x="3748760" y="5709430"/>
              <a:ext cx="489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DB50B97-F7C2-85D0-633C-C4D34BA1763E}"/>
                </a:ext>
              </a:extLst>
            </p:cNvPr>
            <p:cNvSpPr txBox="1"/>
            <p:nvPr/>
          </p:nvSpPr>
          <p:spPr>
            <a:xfrm>
              <a:off x="3054499" y="5256489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0.0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670E68F-CECB-05C7-1D4B-4F1F7A3F2312}"/>
                </a:ext>
              </a:extLst>
            </p:cNvPr>
            <p:cNvSpPr txBox="1"/>
            <p:nvPr/>
          </p:nvSpPr>
          <p:spPr>
            <a:xfrm>
              <a:off x="8322199" y="5699394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3000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3C409980-F44E-94BC-F279-2323D632590C}"/>
                </a:ext>
              </a:extLst>
            </p:cNvPr>
            <p:cNvSpPr txBox="1"/>
            <p:nvPr/>
          </p:nvSpPr>
          <p:spPr>
            <a:xfrm>
              <a:off x="7510932" y="5709236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2500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1E55B4C-155C-F46B-7041-80766C9A2057}"/>
                </a:ext>
              </a:extLst>
            </p:cNvPr>
            <p:cNvSpPr txBox="1"/>
            <p:nvPr/>
          </p:nvSpPr>
          <p:spPr>
            <a:xfrm>
              <a:off x="6734519" y="5699395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2000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7272BED-8FCF-6FC2-32C3-9AB883357995}"/>
                </a:ext>
              </a:extLst>
            </p:cNvPr>
            <p:cNvSpPr txBox="1"/>
            <p:nvPr/>
          </p:nvSpPr>
          <p:spPr>
            <a:xfrm>
              <a:off x="5917356" y="5707967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1500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22359CB-ADCB-975B-5B02-418B9CF6DF19}"/>
                </a:ext>
              </a:extLst>
            </p:cNvPr>
            <p:cNvSpPr txBox="1"/>
            <p:nvPr/>
          </p:nvSpPr>
          <p:spPr>
            <a:xfrm>
              <a:off x="5100192" y="5701628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1000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71B5AB0-E4F8-D009-F1D2-4CA51B3570F2}"/>
                </a:ext>
              </a:extLst>
            </p:cNvPr>
            <p:cNvSpPr txBox="1"/>
            <p:nvPr/>
          </p:nvSpPr>
          <p:spPr>
            <a:xfrm>
              <a:off x="4342519" y="5708324"/>
              <a:ext cx="1092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500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52F802F-CFAB-5B02-2FC6-BF495955BB8C}"/>
                </a:ext>
              </a:extLst>
            </p:cNvPr>
            <p:cNvSpPr txBox="1"/>
            <p:nvPr/>
          </p:nvSpPr>
          <p:spPr>
            <a:xfrm>
              <a:off x="3053477" y="2265775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</a:t>
              </a:r>
              <a:r>
                <a:rPr kumimoji="1" lang="en-US" altLang="ja-JP" sz="3600" baseline="30000" dirty="0">
                  <a:latin typeface="Century" panose="02040604050505020304" pitchFamily="18" charset="0"/>
                </a:rPr>
                <a:t>.0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70D0B33A-F041-A48C-F3A0-99EFC9763C78}"/>
                </a:ext>
              </a:extLst>
            </p:cNvPr>
            <p:cNvSpPr txBox="1"/>
            <p:nvPr/>
          </p:nvSpPr>
          <p:spPr>
            <a:xfrm>
              <a:off x="3053477" y="2869078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0.8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0C4B1DA2-8444-45C8-EDDD-D693BE810E2A}"/>
                </a:ext>
              </a:extLst>
            </p:cNvPr>
            <p:cNvSpPr txBox="1"/>
            <p:nvPr/>
          </p:nvSpPr>
          <p:spPr>
            <a:xfrm>
              <a:off x="3053477" y="3472381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0.6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7F24B402-F0CC-6CBC-8C74-7C0962B768C7}"/>
                </a:ext>
              </a:extLst>
            </p:cNvPr>
            <p:cNvSpPr txBox="1"/>
            <p:nvPr/>
          </p:nvSpPr>
          <p:spPr>
            <a:xfrm>
              <a:off x="3053477" y="4072825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0.4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4A7C41E-367B-5BBE-4D6C-872FA68C372A}"/>
                </a:ext>
              </a:extLst>
            </p:cNvPr>
            <p:cNvSpPr txBox="1"/>
            <p:nvPr/>
          </p:nvSpPr>
          <p:spPr>
            <a:xfrm>
              <a:off x="3054660" y="4672068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600" baseline="30000" dirty="0">
                  <a:latin typeface="Century" panose="02040604050505020304" pitchFamily="18" charset="0"/>
                </a:rPr>
                <a:t>0.2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DF6CAF0-3A6E-D82F-4AA3-C14635DA68C4}"/>
                </a:ext>
              </a:extLst>
            </p:cNvPr>
            <p:cNvSpPr txBox="1"/>
            <p:nvPr/>
          </p:nvSpPr>
          <p:spPr>
            <a:xfrm>
              <a:off x="3062087" y="481380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</a:t>
              </a:r>
              <a:r>
                <a:rPr kumimoji="1" lang="en-US" altLang="ja-JP" sz="3600" baseline="30000" dirty="0">
                  <a:latin typeface="Century" panose="02040604050505020304" pitchFamily="18" charset="0"/>
                </a:rPr>
                <a:t>.6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5AC17E3-4899-6509-F284-8D89DE79986B}"/>
                </a:ext>
              </a:extLst>
            </p:cNvPr>
            <p:cNvSpPr txBox="1"/>
            <p:nvPr/>
          </p:nvSpPr>
          <p:spPr>
            <a:xfrm>
              <a:off x="3053477" y="1084683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</a:t>
              </a:r>
              <a:r>
                <a:rPr kumimoji="1" lang="en-US" altLang="ja-JP" sz="3600" baseline="30000" dirty="0">
                  <a:latin typeface="Century" panose="02040604050505020304" pitchFamily="18" charset="0"/>
                </a:rPr>
                <a:t>.4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9015E76-BCDE-BDBD-6FE6-72CB5DCB6EB1}"/>
                </a:ext>
              </a:extLst>
            </p:cNvPr>
            <p:cNvSpPr txBox="1"/>
            <p:nvPr/>
          </p:nvSpPr>
          <p:spPr>
            <a:xfrm>
              <a:off x="3053477" y="1684526"/>
              <a:ext cx="662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600" baseline="30000" dirty="0">
                  <a:latin typeface="Century" panose="02040604050505020304" pitchFamily="18" charset="0"/>
                </a:rPr>
                <a:t>1</a:t>
              </a:r>
              <a:r>
                <a:rPr kumimoji="1" lang="en-US" altLang="ja-JP" sz="3600" baseline="30000" dirty="0">
                  <a:latin typeface="Century" panose="02040604050505020304" pitchFamily="18" charset="0"/>
                </a:rPr>
                <a:t>.2</a:t>
              </a:r>
              <a:endParaRPr kumimoji="1" lang="ja-JP" altLang="en-US" sz="3600" baseline="30000" dirty="0">
                <a:latin typeface="Century" panose="020406040505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159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84</Words>
  <Application>Microsoft Office PowerPoint</Application>
  <PresentationFormat>ワイド画面</PresentationFormat>
  <Paragraphs>64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メイリオ</vt:lpstr>
      <vt:lpstr>游ゴシック Light</vt:lpstr>
      <vt:lpstr>Arial</vt:lpstr>
      <vt:lpstr>Century</vt:lpstr>
      <vt:lpstr>Times New Roman</vt:lpstr>
      <vt:lpstr>游ゴシック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shibariku0623@icloud.com</dc:creator>
  <cp:lastModifiedBy>shibariku0623@icloud.com</cp:lastModifiedBy>
  <cp:revision>8</cp:revision>
  <dcterms:created xsi:type="dcterms:W3CDTF">2025-01-16T08:11:31Z</dcterms:created>
  <dcterms:modified xsi:type="dcterms:W3CDTF">2025-03-03T05:18:40Z</dcterms:modified>
</cp:coreProperties>
</file>